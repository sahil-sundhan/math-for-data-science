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1"/>
    <p:sldMasterId id="2147483814" r:id="rId2"/>
  </p:sldMasterIdLst>
  <p:sldIdLst>
    <p:sldId id="256" r:id="rId3"/>
    <p:sldId id="261" r:id="rId4"/>
    <p:sldId id="368" r:id="rId5"/>
    <p:sldId id="364" r:id="rId6"/>
    <p:sldId id="365" r:id="rId7"/>
    <p:sldId id="362" r:id="rId8"/>
    <p:sldId id="376" r:id="rId9"/>
    <p:sldId id="377" r:id="rId10"/>
    <p:sldId id="366" r:id="rId11"/>
    <p:sldId id="363" r:id="rId12"/>
    <p:sldId id="367" r:id="rId13"/>
    <p:sldId id="264" r:id="rId14"/>
    <p:sldId id="263" r:id="rId15"/>
    <p:sldId id="375" r:id="rId16"/>
    <p:sldId id="265" r:id="rId17"/>
    <p:sldId id="378" r:id="rId18"/>
    <p:sldId id="267" r:id="rId19"/>
    <p:sldId id="271" r:id="rId20"/>
    <p:sldId id="390" r:id="rId21"/>
    <p:sldId id="391" r:id="rId22"/>
    <p:sldId id="392" r:id="rId23"/>
    <p:sldId id="393" r:id="rId24"/>
    <p:sldId id="272" r:id="rId25"/>
    <p:sldId id="369" r:id="rId26"/>
    <p:sldId id="274" r:id="rId27"/>
    <p:sldId id="277" r:id="rId28"/>
    <p:sldId id="379" r:id="rId29"/>
    <p:sldId id="380" r:id="rId30"/>
    <p:sldId id="381" r:id="rId31"/>
    <p:sldId id="382" r:id="rId32"/>
    <p:sldId id="278" r:id="rId33"/>
    <p:sldId id="279" r:id="rId34"/>
    <p:sldId id="269" r:id="rId35"/>
    <p:sldId id="383" r:id="rId36"/>
    <p:sldId id="384" r:id="rId37"/>
    <p:sldId id="385" r:id="rId38"/>
    <p:sldId id="386" r:id="rId39"/>
    <p:sldId id="387" r:id="rId40"/>
    <p:sldId id="388" r:id="rId41"/>
    <p:sldId id="280" r:id="rId42"/>
    <p:sldId id="389" r:id="rId43"/>
    <p:sldId id="373" r:id="rId44"/>
    <p:sldId id="286" r:id="rId45"/>
    <p:sldId id="285" r:id="rId46"/>
    <p:sldId id="372" r:id="rId47"/>
    <p:sldId id="394" r:id="rId48"/>
    <p:sldId id="395" r:id="rId49"/>
    <p:sldId id="371" r:id="rId50"/>
    <p:sldId id="370" r:id="rId51"/>
    <p:sldId id="287" r:id="rId52"/>
    <p:sldId id="288" r:id="rId53"/>
    <p:sldId id="396" r:id="rId54"/>
    <p:sldId id="397" r:id="rId55"/>
    <p:sldId id="290" r:id="rId56"/>
    <p:sldId id="374" r:id="rId5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0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5:05:26.1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13679 6243 811 0,'0'0'264'0,"0"0"-29"0,0 0-22 0,0 0-22 0,0 0-11 15,-3-5-27-15,3 5-22 0,0 0-13 16,0 0-8-16,0 0-16 0,0 0-7 0,0 0 11 16,0 0-6-16,0 0 5 0,0 0-13 0,6 21-78 15,-3-17 14-15,2 4 1 0,-2-1-1 0,3 1-7 16,-2 4-5-16,2-3 79 0,1 1 12 16,1 1-22-16,2 2 0 0,-1-3-5 0,-2 0-8 15,4 0-3-15,-1-2-5 0,0 1-2 0,4-1 2 16,-1-1-25-16,2-1 8 0,4-2 12 15,2 0-5-15,0-4 2 0,10-1-4 0,3-6-3 16,18-4-10-16,1-2-13 0,2-4 10 0,1-1 8 16,2-4-11-16,13-3-2 0,-3-2 0 15,8-5-84-15,-5 4 30 0,5-4-15 0,-1-1-3 16,4 3 31-16,-4 0 1 0,0-1-19 16,-3 3 10-16,-4-1 3 0,-13 5 10 0,-4 4-7 15,0-3 7-15,-2 8 10 0,-5-2 52 0,-7 5 5 16,-6-1 0-16,-4 5 2 0,-3-2-10 0,0 3-10 15,-4 1-3-15,-2 0-12 0,-1-1-1 0,-3 1 6 16,-1 2-11-16,-2 2-5 0,2-1-5 16,-2 0-38-16,-4 3-54 0,2-1-159 0,-2 2-560 15,-3 0 46-15,-4-1 107 0,0 0 80 0,0 0 51 16,0 0 2-16</inkml:trace>
  <inkml:trace contextRef="#ctx0" brushRef="#br0" timeOffset="64192.64">13829 7542 606 0,'0'0'228'0,"0"0"-31"15,0 0-20-15,0 0-3 0,0 0-28 0,0 0 2 16,0 0-30-16,0 0-6 0,0 0-25 15,0 0 1-15,0 0-9 0,0 8-7 0,0-8-16 16,3 8 3-16,-2 1-18 0,2 0 12 16,0 1-4-16,0 4-13 0,2-4-5 0,-2 5 2 0,1 0-2 15,2-2-13-15,-2 3 5 0,2-2 7 16,2 3 4-16,-2-2-14 0,1-2 3 0,3 2-8 16,-2-1 21-16,4-3-2 0,-2 3-19 0,1-3 8 15,3-3 10-15,3-1-2 0,3 0 2 16,1-4 0-16,6-5 6 0,1-3-16 0,9-3 5 15,12-5-13-15,4-9 16 0,-1 0 0 0,0-3-13 16,1-3 79-16,9-5-18 0,-4-2-9 16,4 2-12-16,-14 6-9 0,0-3 12 0,0 3-9 15,0 1-1-15,-7-2-23 0,3 2 13 0,-3 1-8 16,-3 0-5-16,-4 7-7 0,-10 1 7 0,3 2-7 16,-10 4-4-16,1 1-4 0,-2 2-41 15,-5 0-51-15,-1 0-103 0,-3 3-141 0,-1 3-457 16,-2 1 84-16,-4 1 68 0,0 0 50 0,0 0 99 15</inkml:trace>
  <inkml:trace contextRef="#ctx0" brushRef="#br0" timeOffset="67125.28">8801 8968 665 0,'0'0'241'16,"0"0"-21"-16,-3-6-8 0,3 6-20 0,0 0-23 15,0 0-10-15,0 0-11 0,0-4-7 16,0 4-36-16,0 0-10 0,0 0 28 0,0 0-18 16,0 0-3-16,0 0-61 0,0 0-23 0,0 0 18 15,0-7-13-15,0 7 15 0,0 0 0 0,0 0-2 16,0 0-2-16,0 0 4 0,0 0-18 16,0 0 14-16,0 0-1 0,0 0-5 0,0 0-7 15,0 0-9-15,0 0 4 0,0 0-11 0,0 0 8 16,0 0-11-16,0 0 3 0,0 0 11 15,0 0-16-15,0 0 18 0,6 21-3 0,-3-17 0 16,1 3-7-16,-1 3 2 0,1-3 1 0,3 3-1 16,0-1-3-16,-1 4 4 0,1-2-14 15,0 3 16-15,3-3 2 0,-3 3-4 0,0-2-4 16,4 1-9-16,-5-2 4 0,1 2 6 0,3-1-11 16,-3-4 8-16,0 2-15 0,-3-2 18 15,5-1-18-15,-6 2-3 0,5-1 10 0,-4-1-4 16,2-4 17-16,-3 2-2 0,4-1 4 0,-3 2-14 15,3-6 2-15,-7 0 7 0,16 0-1 16,-9 0 4-16,7-2-3 0,-1-4 1 0,5-3 8 16,-1 1-14-16,10-4 1 0,1-3 79 0,16-8-8 15,0-1-5-15,8 2-8 0,10-9-17 16,6 0 10-16,4-3-13 0,6 2 5 0,0-2-21 16,2-1 1-16,-2 1-72 0,1 0 12 0,-5 2-6 15,-1 0 14-15,-2 0-5 0,1 3-7 0,-3 0 15 16,-12 8-3-16,-2-1 3 0,-3 3 3 0,-1 2 4 15,-7-1-2-15,-6 5 13 0,-8 2-8 16,-5 3 6-16,-1-1 2 0,-4 1 2 16,-3 1-7-16,-2 1-13 0,-2 3-44 0,-3-1-45 0,0 2-24 15,-6 0-161-15,-4 2-412 0,6 4 46 16,-6-4 67-16,0 0 63 0</inkml:trace>
  <inkml:trace contextRef="#ctx0" brushRef="#br0" timeOffset="74075.07">4015 10868 376 0,'0'0'138'0,"0"0"-7"0,3-3-29 0,-3 3-5 15,0 0-23-15,0 0 11 0,0 0-11 0,0 0-7 16,7-6 33-16,-7 6-36 0,0 0 2 15,10 0-2-15,-10 0 13 0,0 0-16 0,13-1 8 16,-13 1 54-16,15 1-5 0,-15-1-11 0,16 0 1 16,-8 0-16-16,2 0-2 0,3 0-16 0,2 0-13 15,1 0 6-15,1 0-8 0,1 0 0 0,-2-1-11 16,5 1 1-16,3 0-8 0,-4 0 5 16,4-1-8-16,0 0-9 0,1 0 4 0,2-3 0 15,3 4-10-15,1-1 8 0,-1 0 0 16,1-5-1-16,0 6 1 0,-3-3-11 0,2-1 14 15,1 1-11-15,-3 1-8 0,3-3-5 0,-1 3-10 16,-2-3 13-16,2 4 0 0,-5-2 2 16,2-1 8-16,1 1-12 0,-1 2-1 0,-1-1-10 15,-2-2 5-15,0 3-2 0,1-2-1 0,2-1 1 16,-4 4-3-16,1-3 12 0,1 2-9 0,2-4 5 16,1 4 7-16,-1-2-7 0,1-1 5 15,2 2-3-15,-3-4-15 0,3 4 17 0,1-3-4 16,-3 2-8-16,2 0-5 0,-2-1 15 15,2 0-5-15,-2 0-2 0,0 2 10 0,-1-3 10 16,1 2-31-16,-4 2 13 0,-1 0 3 0,1-4-6 16,0 5 6-16,-3-2 0 0,2-3-3 0,1 4-3 15,0-1 11-15,-3-3-72 0,6 2-10 16,0 0 18-16,0-1 0 0,1 0 38 16,0 0-7-16,2 2-16 0,-2-3 3 0,-1 2 9 0,1 1-1 15,-1-3 12-15,0 5 8 0,-3-2-18 16,3 0 5-16,1-1 0 0,-4 2 8 0,0 1 15 15,2-2-15-15,-2 1-6 0,1-1 4 16,-1 0 14-16,3 0-2 0,-6 1 10 0,3 0-12 16,0 0 9-16,0-4-7 0,3 5-2 0,-1-1 12 15,-1 0-10-15,-1-1 8 0,3-1-8 0,-5 2-8 16,4 1 13-16,-2-2 8 0,0 1 0 0,3-3-5 16,-2 4-6-16,-2-3-7 0,5 3 8 15,2-1-3-15,-6-1 5 0,3-2-3 0,1 4-2 16,0-1 5-16,2 0 3 0,-2-1 2 15,-2-1 3-15,-2 2-15 0,4 1 12 0,-1-2-18 16,-3 1 11-16,0-1-3 0,0 0 10 0,0 0-13 16,0 1 1-16,0 0 12 0,-1 0-2 0,-2-4-3 15,3 5-15-15,0 0 7 0,-4-1 16 16,1 0-11-16,3-4 6 0,-4 5-8 0,1-1 13 16,0 1-11-16,-1 0 4 0,0-2 1 0,-2 2-2 15,2-1 11-15,-3-1-1 0,0 2-18 16,-2-2 6-16,1 0 7 0,1 1-2 0,1 1-3 15,-5 0-25-15,4-1 25 0,-3 0 5 0,3 0-5 16,-4-3-15-16,1 4 5 0,3-1 15 16,-4 0-10-16,2-1-3 0,1-1 9 0,-2 2-6 15,0 1 5-15,3-2 23 0,-4 1-23 0,2-1-8 16,-2 0-7-16,1 0 25 0,-1 1 3 0,-2 1-15 16,3 0 2-16,-7-1 21 0,3 0-21 15,0 1-5-15,-3-1 10 0,3-3 3 0,-3 4-3 16,-7 0-5-16,14 0 0 0,-5 0 6 0,-9 0 12 15,12-2-21-15,-12 2 3 0,13-2 3 16,-7 2 0-16,-6 0 4 0,11-4 6 0,-11 4-5 16,10 0 13-16,-10 0-19 0,7 0-1 0,-7 0-6 15,0 0 76-15,10-2-14 0,-10 2 4 0,0 0-2 16,0 0-15-16,10 0 12 0,-10 0-17 16,0 0-3-16,0 0-18 0,0 0 2 0,0 0-19 15,0 0-29-15,0 0-31 0,0 0-33 0,4 3-39 16,-4 3-112-16,0 0-530 0,-3 1 41 15,2-1 103-15,-2 1 33 0,0-1 68 0</inkml:trace>
  <inkml:trace contextRef="#ctx0" brushRef="#br0" timeOffset="78457.63">9737 9832 289 0,'0'0'92'0,"0"11"-10"0,0-3 10 16,0-1 5-16,0 4-12 0,0 2-19 0,0-2 8 16,0 4-10-16,0 1-15 0,0 1 28 0,0 0-23 15,3 3-1-15,-3 2-1 0,4 2 17 16,0-1-26-16,-1-1-7 0,1 3 8 0,2 3 7 16,-2-3-21-16,2 0 6 0,2 0 3 15,2 4-11-15,-4-4 5 0,4 5-7 0,1-3-16 16,-4-1 16-16,3-1 9 0,-2 4-22 15,1-6 26-15,-2 0-29 0,-1 1 3 0,1 0-8 0,1-1 13 16,-2-2-8-16,-2 0 3 0,2 0 0 16,2-6-8-16,-5 3 13 0,1-1-16 0,2-1 19 15,-2 1-14-15,2 0 1 0,-3-3-13 0,2-2 10 16,-2 2 10-16,1-4-2 0,-1 3-3 16,0-1-2-16,1-4-5 0,2 2 4 0,-3-2-12 15,0 3 18-15,2-7 2 0,-2 5 6 16,0-3-6-16,1-4 0 0,2 5 75 0,-2-4 12 15,2 2-15-15,2-3-7 0,-2-1-21 0,1 4-3 16,0-4-10-16,4 0 3 0,-4-1-6 0,5 0 1 16,-4 0-6-16,2 4-10 0,3-4-5 15,-2 1 11-15,2-1-11 0,-3 0 10 0,1 0-13 16,2 1-7-16,-1-1 5 0,1 0-8 0,0 1 16 16,1-1-100-16,-1 0 23 0,1 0-8 15,-3-1 18-15,3 1 2 0,-1 0 3 0,4 0 1 16,-3-1 1-16,3 0 14 0,-3 1-11 0,6-4 3 15,-3 4 18-15,4-1 0 0,0-2 2 0,2 0 10 16,-2 2-17-16,6-1 10 0,1-3 10 16,2 2-10-16,-2 2 10 0,-1-5 3 0,4 5-26 15,-3-2 18-15,1-1 13 0,-1 4-11 0,2-3-12 16,-2-3 15-16,0 5 8 0,2-1-5 16,-3-3-6-16,1 4-2 0,-1-5 8 0,1 5-11 15,-1-2 8-15,0-1-12 0,0 1 2 16,1 0 5-16,-1-1 2 0,-2 0 1 0,2 0 12 15,1-1-7-15,-1 0-6 0,-1 3-2 0,2-3 5 16,2 3 8-16,-2-4-5 0,0 3 20 16,2-4-20-16,1 4 15 0,-3-2-3 0,2-1 3 0,1 3-13 15,0-4 8-15,-1 5 3 0,1-4-1 16,-3 2-17-16,2 0 7 0,-2 1-2 0,0-3-6 16,2 4-2-16,-3-4 13 0,0 5 0 15,0-2-16-15,1-1 16 0,-1 1 13 0,1 1-24 16,0-3 4-16,2 4-4 0,-3-1-4 0,1-2 12 15,-1 2-10-15,0-3 0 0,4 4 0 16,-4 1 18-16,1-3-23 0,2-1 15 0,1 1-3 16,-3 2 1-16,2 0 8 0,1-4-11 0,-3 5-10 15,2-2 12-15,1 0-14 0,-3-1 22 0,-1 2-10 16,4 1-2-16,-4 0 7 0,-3-2-5 16,6-1-10-16,-6 1 2 0,4-1 16 0,-1 2-3 15,1-1-2-15,-4-2 7 0,-1 4-7 0,4-2 5 16,1-4-11-16,-1 6-17 0,1-5 7 15,-1 1 21-15,-3 2-10 0,4 0 7 0,-2-2 0 16,-1 2-7-16,2-4 9 0,0 4-9 0,1-1 5 16,-1-2 2-16,1 4 8 0,-1-5-23 0,-3 6 10 15,6-4 5-15,-6 0-15 0,4 4 0 16,-1-3 7-16,-3 1-2 0,-3-2-2 0,2 3 12 16,2-1-5-16,-1-3 8 0,-1 5-13 0,1-1 5 15,0-2-7-15,0-1 4 0,-4 4 8 16,4-2-15-16,0 1 8 0,-3-1 25 0,-1 0-31 15,1 2 1-15,0-2 10 0,2 1-24 16,-5 1 21-16,2 0 72 0,0-1-18 0,-2 2 5 16,-1-2-28-16,3 1 25 0,1 0-20 0,-4 0 0 15,0 0 0-15,0 0-10 0,3 0 0 16,1 1-8-16,-4-1 10 0,0 0-10 0,0 0-13 16,0 0-5-16,0 0 8 0,1 0 5 0,2 0-3 15,0 0-7-15,-2 1 2 0,3-1-10 0,-1 0 5 16,1 2-2-16,2 0-1 0,-3-2 14 0,-2 2 2 15,3-1-5-15,-1 1-19 0,-3-2 6 16,3 0 3-16,-2 1 2 0,2 2 0 0,0 0 5 16,-2-2-15-16,2-1 13 0,-6 5-3 15,3-4 3-15,0 0-18 0,0-1 20 0,-3 3-8 16,3-1-4-16,-3 1 4 0,3-1 1 0,-1-2 0 16,-1 1-3-16,1 4 5 0,-2-4-3 0,0 0 1 15,0 3-8-15,-1-2-6 0,0-1 14 0,2 2 5 16,-2 1-16-16,1-1 23 0,-1-2-22 15,2 5 12-15,-2-5-13 0,1 3-5 0,2-1 16 16,-5 0-8-16,3 2 5 0,-1-3 2 0,4 5 1 16,-3-6-1-16,0 5-7 0,-1-4 8 15,-2 4 2-15,2-3-2 0,0 3-1 0,-2-4 8 16,3 3-7-16,-3-3 2 0,2 3-5 16,-3-2 5-16,1-1 3 0,2 4 2 0,-3-4-18 0,1-2 11 15,-1 6-1-15,4-5-2 0,-7 2-12 16,3 1 22-16,0-3-13 0,3 1-2 15,-6-1 8-15,0 2 4 0,1-1-4 0,1 0-6 0,-2-2-4 16,0 0 14-16,0 5-7 0,-7-5 11 16,13 1-9-16,-9 0 11 0,-4-1 5 0,10 0 5 15,-10 0-5-15,0 0 0 0,11 0-3 0,-11 0 3 16,0 0-10-16,13-3 7 0,-10-1-7 16,-3 4-6-16,3-7 11 0,2 6 5 0,-2-4 3 15,0 0-11-15,-3-2 0 0,4 0-2 16,-1-1-11-16,-3-2 21 0,3 2-18 0,0-3 3 0,-2-3 7 15,-1 3-8-15,3-3 1 0,-3-3 12 0,0 4-7 16,-3-6-8-16,3 1 3 0,-4 0-62 16,1 1 8-16,0-5-3 0,0 4 0 0,-1-5 21 15,1 4 2-15,-2-2 5 0,-1 1 1 16,2-4-14-16,-2 4 16 0,3-3-5 0,-4 3 10 16,3-3-5-16,-3 1 0 0,4 1 8 0,-1 0 5 15,-2 1 5-15,2-3-1 0,1 4-4 16,3 0 5-16,-4-1-5 0,1 1 12 0,-1-2-4 15,1 1 4-15,0 2-7 0,3-3 8 0,-3 3 2 16,2 0 0-16,-2 3-10 0,0-2 8 0,3-1 17 16,-3 4-17-16,2 1-3 0,1 0 0 0,-4 1 5 15,4-1-8-15,-3 2 3 0,3-2 10 16,-3 4-10-16,2-1 0 0,1 0 0 0,-3 1-2 16,0 0 17-16,3 0-20 0,-3-1 13 0,3 4-8 15,-1-1 5-15,-2-1-8 0,3 1-4 16,-3 0 9-16,3-1 6 0,-3 1-16 0,-1 3 6 15,3-2 4-15,-2-2 8 0,0 1-4 0,0 4 4 16,3 3-13-16,-4-9 21 0,1 4 0 0,0 2-21 16,-1-2 1-16,-3 3 4 0,7 2 1 15,-10-7 2-15,3 6 64 0,1 1-10 0,-2-3-3 16,8 3-7-16,-17-2-3 0,7 2-5 16,-1 0-2-16,-2 0-14 0,-1 2 11 0,-2-1-10 15,1 1-11-15,-4-2 8 0,1 4 0 0,-3-1-3 16,1-2-14-16,-4 1 17 0,-3 2 0 15,-1-1-8-15,-3 2-5 0,1-2 0 0,-5 3 3 0,-2-4-10 16,-3 4 10-16,1 0-13 0,2-1 7 0,-1 1-7 16,1-2 5-16,-2 3 8 0,5 1-18 15,-3-2 8-15,3-2 7 0,0 4-8 0,0-1 11 16,3 0-13-16,0-4 3 0,-3 5-8 0,0-1 0 16,-4 0-1-16,1 0 14 0,-1-1-13 15,-3-1 8-15,-14 5 9 0,-3 0-4 0,0-1-3 16,-4 1 3-16,-2-1-13 0,-1 0 10 0,3-1-5 15,1 2 2-15,-1-2-9 0,7-1-1 16,-3 3 6-16,14-3 9 0,2-1-12 0,5-1 5 16,-1 2 0-16,-2-3-5 0,2 0 15 0,0-2-5 15,4 3 8-15,0 0-15 0,-3 0-1 0,2-1 0 16,-6 0 6-16,3 1-6 0,1-2 1 0,-4 4 2 16,0-1 5-16,0-2-5 0,0 3 0 0,-1 0 0 15,2 0-13-15,-1-3 13 0,0 3-15 16,3 1 20-16,1-5-5 0,0 4 3 0,1-2-6 15,5-3 0-15,1 3 6 0,3-3-11 0,-4 1 11 16,1-3-3-16,2 4 0 0,1-1-3 16,-4-2 8-16,3-1 1 0,1 2-1 0,-4 2-5 15,0-3 0-15,-2 2-5 0,2 1 7 0,0-1-10 16,-3-3 8-16,-3 4 0 0,6-1-2 16,-4-2-6-16,8-1 21 0,-4 2-13 0,-3 1 3 15,7-3-1-15,0 0-10 0,2 0-2 0,1 1 13 16,0-2 2-16,-3 1-3 0,4-3 4 0,1 3-9 15,-2-2 11-15,4 2-16 0,-4 0 11 16,3-1-11-16,-2 0 8 0,2-1 2 0,1-1-9 16,-4 3 4-16,4-1 1 0,-5 1 7 0,1 0-3 15,0 0-4-15,0 1 4 0,-2-1 1 0,2 0-3 16,0 0 0-16,-1 0-5 0,5 0 10 16,-4-1 0-16,0 1 0 0,3 0-2 0,1 0 2 15,-1-2-10-15,1-1 7 0,0 1 1 0,2 0-13 16,-1 1 12-16,1-1 3 0,0-3-2 15,-1 5-8-15,4-1 5 0,-4-2-3 0,1-1-2 16,0 4 8-16,2-2-1 0,1-1-4 0,-1 1-1 16,-1-1-2-16,3 3 7 0,-3-1-9 0,0-3 12 15,-3 2-13-15,3 1 8 0,-1 0 0 16,-2-5 0-16,6 6 3 0,-6-2-3 0,6-1 0 16,0-1-5-16,-2 3 12 0,4-4-4 15,-1 3-1-15,-3 0 4 0,2-3-4 0,3 4 3 0,-3-2-2 16,4-1 4-16,-4 1-7 0,4 3-7 0,0-2 2 15,-4-1-6-15,7 3 4 0,-3-2 14 16,-1 2-9-16,2 0-8 0,2 0 17 0,-3 0-4 16,2 0 2-16,8 0-10 0,-13 0 2 0,7-1 14 15,-2 1-19-15,8 0 10 0,-10-1 6 16,3-1-10-16,7 2 7 0,-12 0 5 0,7-3-8 16,-2 3-2-16,1-1-5 0,6 1 13 0,-13 0-11 15,8 0 9-15,-2 0-14 0,1-2-5 0,3-1-36 16,3 3-30-16,-10-4-64 0,2 3-292 15,5 0-408-15,-1-5 109 0,1-2 48 0,-3-3 97 16,-1-5 57-16</inkml:trace>
  <inkml:trace contextRef="#ctx0" brushRef="#br0" timeOffset="104321.16">4712 12355 742 0,'0'0'235'0,"7"-4"-20"0,-7 4-18 15,6 0-20-15,-6 0-16 0,11-3-20 16,-4 2-16-16,3 0-12 0,-2-2 74 0,5 1-13 16,0 2-23-16,1-1-10 0,0-3-23 0,3 2-8 15,0 1-11-15,3 1-6 0,1-3-22 0,-1 0-73 16,1 2-3-16,3 1 20 0,0-1 3 15,-1 1-10-15,2-2-8 0,2 2-3 0,0-1 13 16,1 0-5-16,3 1-15 0,-1-3 8 0,1 1 2 16,0 2 10-16,0 0-5 0,-1-2 3 15,1-1-3-15,3 0-5 0,-3 3 10 0,0-2-20 16,0 1-1-16,0-3 14 0,2 3-6 0,-2-2 9 16,0-3-9-16,-3 6-2 0,3-5 5 15,2 2 2-15,-2 3-2 0,0-3 0 0,0-1-2 0,2 1 10 16,-1 1-8-16,1-3 10 0,1 4-15 15,-3-3 7-15,4 1 6 0,-4 1-3 0,3-3-10 16,-3 4 8-16,0-2-6 0,3-1 18 0,-4 2-10 16,2 0-2-16,1-3 0 0,-2 4-9 15,0-5-1-15,0 5 12 0,0-2-5 0,0 1 2 16,-1-3-2-16,4 5 3 0,-3-1 12 16,0 0-20-16,3-2 15 0,-3 1-15 0,2 1 16 15,-1 1-19-15,2-2 8 0,-1 1-5 0,1-2 7 16,-1 2 1-16,1 0 2 0,0-1-13 0,3 1 11 15,-6 0 5-15,3-2-11 0,0 1 6 16,-3 2-1-16,2-2 8 0,-2-1-12 0,0 0 12 16,3 3-5-16,-3-3-2 0,0-1-6 0,-3 1 11 15,2-2 2-15,1 3 5 0,-3-3-15 0,2 2 3 16,-2-3 0-16,2 2-6 0,1-1 0 16,-3 2 1-16,2-4 12 0,-2 4-15 0,2-2 2 15,2-4 9-15,1 7-6 0,-2-4 0 16,3 0 12-16,0 4-24 0,-3-5 19 0,0 5-7 15,-3-3-2-15,5 2 4 0,-2 0-9 0,-3-1 4 16,2 0 0-16,1 0-4 0,-3 2 12 0,2 0-8 16,-2-3-9-16,-4 4 4 0,-1-2 5 15,1-1 14-15,0 4-19 0,0-3 26 0,-4 2-16 16,1 0-2-16,0-4-2 0,-1 5-8 0,1 0 10 16,-4-1-6-16,0 0 9 0,0-2-6 0,-6 1 9 15,6 1-9-15,-7 1 0 0,0 0-27 16,0-2-60-16,0 2-110 0,-6-1-61 0,-1-3-489 15,-3 4 100-15,0 0 31 0,0 0 76 0</inkml:trace>
  <inkml:trace contextRef="#ctx0" brushRef="#br0" timeOffset="107254.31">4346 13640 616 0,'0'0'192'16,"0"0"0"-16,7 1-23 0,-7-1-20 0,7 5-21 15,-7-5-5-15,10 2-6 0,-6 0 9 16,2-1-19-16,-6-1-7 0,12 5-15 0,-3-3 2 15,-2-2 7-15,3 0-19 0,-2 4-6 0,2-1 10 16,0-2-20-16,3-1-8 0,-3 2-7 0,1 2 9 16,3-3-9-16,-1 0 4 0,1 1-12 15,-1-2 5-15,2 2-7 0,1-2-4 0,-2 2-2 16,3-1-10-16,-3-1 0 0,2 2 13 0,2-2-8 16,-4 0-13-16,3 0 21 15,-1 0-8-15,2 0-10 0,-2 0 7 0,-1 0-2 0,1 0-8 16,2 0 8-16,-1 0-7 0,0 0-75 15,0 0 10-15,0-2 8 0,4 2 2 0,0-1 1 16,2 1-3-16,-2-2 18 0,3 0-3 0,0 2 10 16,-1-2-4-16,1 1 9 0,4-1-4 0,2-1 15 15,-2 1-16-15,0 1 14 0,2-5-19 16,-2 5 29-16,2-1-6 0,1-1 0 0,-3 1 3 16,2-1-7-16,-3-2 7 0,0 3-8 0,0-2 3 15,1 0 5-15,-1 2-10 0,-2-3 5 16,2 2 7-16,-4-2 21 0,1 3-2 0,1-2-6 15,2 0 11-15,-6 1 2 0,2-1-10 0,-2-1 5 16,6 0-3-16,-3 1-4 0,0 0-4 16,3-3-1-16,-3 2 4 0,1 0-2 0,2-2 0 15,0 3-13-15,1-1 23 0,-2-4-13 0,2 5-5 16,0-2 3-16,-1 0 4 0,3-3-4 0,-2 5 5 16,-1-2 0-16,1 1-11 0,-1 0 14 15,1-1-9-15,-2-1-9 0,2 4 4 0,-4-2 11 16,3-4-21-16,-3 7 26 0,4-4-15 0,-5 1 7 15,2-2-5-15,2 2 3 0,3-3-3 16,-6 3 0-16,4-1 5 0,-1 0-4 0,1-2 14 16,-1 3 49-16,6-5 5 0,-2 6-12 15,-3-2-16-15,7-1 8 0,-8-1-13 0,6 2-3 16,2-1 3-16,-4 2-21 0,3-4 16 0,-3 1-15 16,3 2-6-16,-3 1 11 0,3-1-14 0,-3-1 4 15,3 4 4-15,-4-3-4 0,1 2-9 0,0-1 4 16,-3 1-6-16,2 0 5 0,-2-3 5 15,-1 4-4-15,1-2-1 0,-2 3-8 0,-1-2 14 16,2 0-16-16,0 1 7 0,-6-1 6 0,2 3-15 16,1-2-65-16,-3-1 21 0,3 2-15 15,-3 0 7-15,6-3 3 0,0 4 17 0,-3-1 6 16,4-3-5-16,0 4 5 0,2-3 25 0,-2 1-20 16,2 1-2-16,1 1 7 0,0-2 5 0,0 0-3 15,0 2-9-15,2-1 12 0,1-2 3 0,-3 3 0 16,0-2 12-16,0-2-15 0,3 3 6 15,-4 2 2-15,2-1-1 0,1-2-4 0,-2-1 13 16,0 4-13-16,0-3 15 0,-1 0-5 0,1 2 0 16,-3 0 0-16,2-1-3 0,-2-3 3 15,-1 3 0-15,-4 2-2 0,2 0-1 0,-1-1 3 16,-3-2 3-16,2 0-1 0,1 2-2 16,0 1 3-16,-3-2-19 0,2 1 19 0,1-2-13 15,-3 3 10-15,3-1-3 0,-1 1 3 0,-2-1 0 16,3-1-5-16,-3 2 13 0,2 0-13 0,2 0 10 15,-1 0-8-15,-3-1 1 0,2 1 12 16,-2 0-15-16,0 0 17 0,-1 0-12 0,3 0-2 16,-5 0 10-16,-2 0 9 0,2 1-24 0,2 2 7 15,-3-3-10-15,1 1 12 0,-2-1 6 0,2 3-13 16,-4-2 0-16,3 1-3 0,-1-2 13 16,-2 0-2-16,3 0-1 0,-3 1-2 0,-1-1 8 15,2 3-8-15,-2-3 10 0,0 0-15 0,1 2 5 16,-4-1 0-16,1-1 13 0,-1 0-26 15,0 1 8-15,1-1 5 0,-11 0-5 0,17 0 17 16,-10 0-14-16,3 0-6 0,-3 0 8 0,-7 0-7 16,13 0-11-16,-13 0-34 0,11 0-65 0,-5 0-162 15,-6 0-464-15,7 0 101 0,-7 0 33 16,0 0 66-16</inkml:trace>
  <inkml:trace contextRef="#ctx0" brushRef="#br0" timeOffset="172627.37">1291 9207 762 0,'-4'-4'295'0,"4"4"-24"15,-7-4-18-15,7 4-35 0,-4-6-16 0,4 6-12 16,-7-2-19-16,7 2-33 0,-3-4-17 16,3 4-4-16,0 0-17 0,0 0-5 0,0 0-11 15,0 0-4-15,10 14-11 0,-5-4 0 16,4-2-18-16,-2 4-61 0,0 0-11 0,4-2 9 16,-2 5-11-16,1-5 5 0,1 2 33 0,-1-2-25 15,0 1 2-15,1-3 6 0,-1 4 12 0,-4-7 61 16,5 2-4-16,-1 0-11 0,-3-4 11 0,3 2-6 15,1-3 16-15,-1-2-36 0,-3-2 10 16,7 0-7-16,-1-7 7 0,4-1-13 0,0-2-7 16,7-6 10-16,7-11-5 0,3 0-16 15,3-8 14-15,-2 1-14 0,3 1 3 0,0-5 8 16,10-4-11-16,-1-3 6 0,-10 9-11 0,1-1-4 16,0 3 1-16,-4-1-4 0,-3 2 5 15,0 3-3-15,-1 1-7 0,-6 6-1 0,-4 6 6 16,1 0 5-16,-7 3-11 0,3 1 6 0,-7 4 5 15,1 1-3-15,-2-1-13 0,-1 3-9 0,2 4-4 16,-6-2-25-16,2 3-28 0,-2 0-10 16,-4 3-34-16,0 0-84 0,17 7-430 0,-14 2-146 15,0 4 95-15,-2 2 48 0,-2 4 51 0</inkml:trace>
  <inkml:trace contextRef="#ctx0" brushRef="#br0" timeOffset="173427.01">1824 10538 703 0,'0'0'295'0,"0"0"-24"0,0 0-28 15,-4-5-38-15,4 5-10 0,0 0-26 0,0 0-31 16,0 0 10-16,0 0-40 0,0 0-3 15,0 0 0-15,0 0-16 0,0 0-2 0,15 11-13 16,-9-4-4-16,-2-1-9 0,5 0-5 16,-3-1-10-16,2 3 0 0,2-1-7 0,0 3-1 15,1-2 1-15,-4-1-6 0,3 3-7 0,1-2 4 16,-1 0 6-16,0 1 0 0,3-1-8 0,-3 0 3 16,0 1-11-16,-2-2 6 0,2-1-8 15,-3-1 5-15,0 2 0 0,3-1 5 0,-3-4 3 16,-1 3-65-16,1-3 14 0,1-1 5 0,1 1-1 15,-1-2 16-15,1-3 5 0,5 1 3 16,-4-5-11-16,5-2 24 0,1-5-29 0,2-3 11 16,1-2-3-16,12-13 8 0,-4 0 73 15,4-4-9-15,0-3-8 0,0 1-82 0,0 1 8 16,3-1-11-16,-3 1 14 0,3 4-14 0,-3-1-22 16,-4 9-42-16,-6 6-186 0,6 1-548 0,-9 4 112 15,-2 0 39-15,-6 4 80 0,-6 2 81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5:08:02.0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2531 1239 412 0,'0'0'169'0,"0"-6"-21"0,0 6-12 0,-4-6-3 16,4 6-10-16,-2-6-8 0,2 6-8 16,-1-4 1-16,1 4-11 0,0 0-12 0,-3-4-11 15,3 4 3-15,0 0 5 0,-3-6 2 16,3 6 8-16,0 0 0 0,-4-5-23 0,4 5 13 16,0 0 5-16,0 0-23 0,0 0-5 0,0 0-10 15,-7-2 10-15,7 2-6 0,0 0 6 0,0 0-18 16,0 0 10-16,-6-4-12 0,6 4-3 15,0 0-3-15,0 0-10 0,0 0 5 0,0 0-2 16,0 0-8-16,0 0 5 0,0 0-10 16,-11 7 12-16,8-3-89 0,-3 2 13 0,5-2-3 15,-3 0 8-15,-2 3 8 0,5 0 2 0,-5-1 0 16,3-1 13-16,-1 1-5 0,1-1 7 16,0 1 1-16,-1 0-6 0,3-2 11 0,-2 1 20 15,3-5-18-15,-4 10 6 0,1-7-16 0,3-3 46 16,-3 9-31-16,3-6 8 0,0-3-8 0,-3 7 8 15,3-7 8-15,-3 6-16 0,3-6 6 16,-1 5 12-16,1-5-13 0,-3 4-7 0,3-4-51 16,0 0-108-16,-3 5-282 0,3-5-214 0,0 0 58 15,0 0 75-15</inkml:trace>
  <inkml:trace contextRef="#ctx0" brushRef="#br0" timeOffset="1816.21">2518 1228 780 0,'0'0'243'0,"-14"0"-20"0,14 0-118 0,-7 5 10 16,1 0-20-16,2 1 2 0,0 1-20 0,-3 3 2 15,4 0-4-15,-1 7-1 0,-2-2-10 0,-1 7 5 16,4-1-28-16,-5 4 0 0,1 6 7 0,1 0-12 15,3 2-13-15,-1 1 11 0,1-2-6 16,3-3 10-16,0-2 1 0,0 1-6 0,3-2-5 16,1 1 0-16,3-4-2 0,2-1-8 15,2 0 0-15,-1-3 7 0,4-3-4 0,0 1 4 16,3-4-7-16,0-1-3 0,0-5-2 0,0 0 15 16,3-2-20-16,-3-2 0 0,0-2 5 0,1 1 7 15,-4-5-5-15,-1 0 1 0,1-1-1 16,-4-1 1-16,-4-1-19 0,2 0 11 0,-8 0-3 15,0-3 10-15,0 2-15 0,-7 0 28 0,0-2-17 16,0 0 9-16,-2 2 0 0,-3-2 1 16,-1 2 2-16,-1-2 5 0,1 2 0 0,3-1-7 15,-5 1 2-15,3 0 15 0,3 0-15 16,0 2 90-16,2 0-13 0,1 0-11 0,2-1-20 16,-4 0 1-16,5 0-12 0,3-1-6 0,0-1-6 15,3 2-8-15,2-1-2 0,-1 0-8 16,5 0 10-16,1 2-2 0,1 2-13 0,2-2-2 0,1 3-3 15,3 2-3-15,0 0-5 0,3 4-5 16,1 0 8-16,3 3 3 0,-4 5-14 0,4 1 8 16,-3 4-7-16,0 2 2 0,-4 4 3 15,0 0-8-15,-4 1 2 0,0 1-2 0,-4-1 8 16,-3-2-5-16,0 1-6 0,-2 2 8 0,2-1-10 16,-4 1 2-16,1-3-38 0,0-3-35 15,0 0-50-15,0-3-45 0,1-1-129 0,2-3-437 16,2-2 15-16,-1-4 59 0,-1-1 90 0,1-4 35 15</inkml:trace>
  <inkml:trace contextRef="#ctx0" brushRef="#br0" timeOffset="2749.99">3119 1685 813 0,'0'10'254'16,"-4"0"-24"-16,1 1-22 0,3 1-16 0,-3 2-23 15,3 0-24-15,3 0-19 0,-3 2-1 16,3-1-27-16,1-2-6 0,0 3-16 0,3-4 6 16,2 1-23-16,-1-4-18 0,3 0 16 0,-1-1-19 15,2-3-10-15,-1-2-33 0,-1-1-10 16,0-2-11-16,-2-2-28 0,1-1 8 0,-2-1-5 16,-3-2-3-16,-1-3 11 0,0 0 2 0,-3-3 28 15,-3 2 10-15,-4-5 19 0,0 0 14 16,-2 1 34-16,-2-2 13 0,-2 1 3 0,1 2-1 15,-1 3-5-15,1-3-2 0,0 2 5 0,-1 2 5 16,2 0-24-16,1 2 9 0,0 1-8 0,2 0-21 16,-1 0 8-16,3 2-15 0,2 0-5 15,0-1 2-15,1 2 3 0,3 3-1 0,1-7-7 16,-1 7 11-16,9-7-6 0,-2 4-5 16,7-4-77-16,-1 1 0 0,5-2 11 0,2-1 15 15,4-1-13-15,4 0 10 0,2-1-5 0,1 0 5 16,3 1-2-16,-4 0 18 0,2 0 4 0,1 1 4 15,-5 2-6-15,-1 0-5 0,-3 1-8 16,-4 1 26-16,-2 1-10 0,-2 2-3 0,-5 0-25 16,0 2 5-16,-2 0 20 0,-9 0-10 0,11 6-3 15,-11-1-7-15,-3 3 23 0,0-1 2 0,-2 3-7 16,-5 1 5-16,0 3 12 0,-4 0-4 16,1 0-6-16,3 3 8 0,-4-1-3 0,1 0 3 15,1-2-10-15,6 1-3 0,-4-1-5 16,7-3-10-16,-1-1 15 0,0 1 8 0,4-4 5 15,4 0-18-15,-3-2 6 0,5-3-9 0,1 0-17 16,6-4-8-16,1-1-3 0,2-2-15 0,2-2 0 16,0-3 8-16,2-1 10 0,0 0-3 15,-3 0 3-15,-2 2 38 0,1-2-20 0,-2 0 8 16,-1 4 2-16,-2 1 7 0,-4 0-9 0,-1 0-3 16,1 3 13-16,-4 0 2 0,-3 3 11 0,0 0-16 15,0 0 28-15,8 12-20 0,-8-5 13 16,-3 4 2-16,3-3 0 0,-1 4-2 0,-1 0-6 15,2-1 9-15,0 0-11 0,2 0 0 0,2-1-11 16,-1-2 14-16,1 2 0 0,2-3 7 16,1 0 3-16,3-4-6 0,0 1 1 0,0-4 2 15,2 0-15-15,4-4-13 0,-1 0-15 0,4-4-3 16,-2-2 36-16,4-3-38 0,-4-2 2 16,4-3 8-16,-5-2-6 0,2-2 9 0,-5-3 9 15,-2 0-14-15,2-2 27 0,-6-2-2 0,-2-2-10 16,1 1 2-16,-6-2 10 0,0 3 19 15,0-6 2-15,-4 1 10 0,0-1 18 0,-3 0-10 16,1 6 35-16,-1 0-4 0,1 7 22 0,-2 1-14 16,2 3 7-16,2 4-11 0,1-1-9 0,-3 5-9 15,5 2-1-15,-2 3-22 0,-2 3 4 16,5 2 1-16,0 0-6 0,-6 16 6 0,3-4 1 16,3 3-5-16,0 5-11 0,3 4 3 15,0 4 59-15,1 3 3 0,3 1-8 0,0 2-8 0,-1 1-3 16,5 8-2-16,6-1-7 0,-2-1-11 0,1-1-8 15,2-1 6-15,1-8-14 0,-5-4-9 16,3 0-26-16,-3-1-21 0,2-2-40 0,2-3-52 16,-5-4-102-16,2-1-441 0,1-3-71 0,-5-2 103 15,2-5 45-15,-3-4 69 0</inkml:trace>
  <inkml:trace contextRef="#ctx0" brushRef="#br0" timeOffset="3283.62">2364 2627 880 0,'13'-6'328'15,"8"-2"-31"-15,6-5-18 0,14-8-36 0,14 0-5 16,20-9-26-16,7-2-17 0,4 0-19 15,6-1-14-15,7-2-86 0,6 2 55 0,27-9-6 16,-23 10-17-16,27-6-11 0,-27 10-7 16,-2 1-11-16,-2 2-12 0,-3 0-3 0,-2 0-8 15,-4 5-5-15,-7 0 3 0,-4 2-8 0,-16 3 0 16,-8 3-18-16,-6 1 0 0,-11 3 6 0,-10 2-14 16,-6 0 3-16,-4 1-13 0,-4 1-15 15,-3 2-13-15,-3-1-15 0,0 0-36 0,-4 1-18 16,-4 1-49-16,-2 1-35 0,-4 0-124 0,0 0-1 15,0 0 104-15,0 0 28 0,0 0 33 16,0 0 44-16,0 0 8 0,-20 3 17 0,20-3 60 16,-8 0 25-16,8 0 26 0,-9 0 7 0,9 0 0 15,0 0 13-15,0 0-5 0,0 0 8 0,-4-2-23 16,4 2-39-16,0 0-56 0,0 0-264 16,10-6-417-16,-6 4 87 0,3 0 57 0,-7 2 73 15</inkml:trace>
  <inkml:trace contextRef="#ctx0" brushRef="#br0" timeOffset="3716.6">5749 1164 668 0,'0'0'243'16,"0"0"-15"-16,0 0-29 0,6 17-2 0,-3-6-20 16,1 3 53-16,2 1-33 0,2 6-15 15,-2 1-8-15,1 2-30 0,3 4-9 0,-6-3-17 0,6 5-16 16,-3 1-7-16,0-1-54 0,3 1-64 15,-3 0-123-15,0-2-576 0,-1-6 39 0,1 0 68 16,-3-6 65-16</inkml:trace>
  <inkml:trace contextRef="#ctx0" brushRef="#br0" timeOffset="3949.9">5530 1241 990 0,'0'-6'343'16,"-1"-1"-43"-16,2 0-34 0,2-1-15 15,1 0-24-15,5-2-9 0,5-2-34 0,0 0-10 16,4-2-12-16,5-1-16 0,4 0-16 0,1 1-20 16,2-3-15-16,15 1-16 0,-8 3-35 15,-2 2-37-15,2 1-86 0,-3 3-215 0,0 1-487 16,-3 3 34-16,-4-2 99 0,-6 1 85 0,-4 3 38 15</inkml:trace>
  <inkml:trace contextRef="#ctx0" brushRef="#br0" timeOffset="4272.89">6038 1594 614 0,'4'13'199'0,"2"0"-27"16,-1-3-1-16,4-2-17 0,1 0-11 0,5 1-20 16,1-4 0-16,2-2-8 0,-1-2-10 0,4-2-20 15,2-1 4-15,-2-4-12 0,2-3-3 0,-2-1 3 16,0-5 0-16,-7 1-11 0,3-4-9 16,-4-2 7-16,-3-3 13 0,-4-2 56 0,-1 0-3 15,-2 0 1-15,-3 4-8 0,-3-1 5 16,-2 0-11-16,-1 1 19 0,-4 2-26 0,0 3-8 15,0 2-17-15,-1 1 2 0,-2 3-10 0,-4 2-11 16,3 1-17-16,-6 4-8 0,2 2 8 16,-2 1-85-16,0 2 2 0,2 5 1 0,-2 1-13 15,-4 2-46-15,6 4-36 0,-2-1-74 0,3 3-221 16,1 2-398-16,4-2 137 0,2-3 32 16,0-1 65-16</inkml:trace>
  <inkml:trace contextRef="#ctx0" brushRef="#br0" timeOffset="4765.92">7005 1171 852 0,'0'0'253'0,"-10"11"-15"0,10-4-74 0,1 5-18 0,2 3-8 16,0 2-17-16,5 5 63 0,-2 1-13 15,1 2-27-15,0 4-1 0,3 2-23 0,0 0 3 16,0 1-13-16,1 0-28 0,-1 2-2 0,3 9-4 16,-2-8-19-16,-1-4-27 0,0-1-65 15,1-1-40-15,-1-6-112 0,-6-1-171 0,7-1-364 16,-2-2 75-16,-2-6 73 0,-1-4 42 0</inkml:trace>
  <inkml:trace contextRef="#ctx0" brushRef="#br0" timeOffset="5066.42">6989 1242 606 0,'0'-16'248'0,"3"1"-17"0,1 0-21 0,2 4-23 16,2-1-13-16,2 2-18 0,0-2-21 16,7 0-19-16,0 1-1 0,3 2-23 0,2 1 5 15,0 4 3-15,0 2-18 0,2 3-28 0,3 3-8 16,0 2 8-16,-4 3 4 0,-1 4-14 0,-1 0-3 15,-2 5-3-15,-1-1-7 0,-5 3-3 16,-2 0 69-16,-4 0-12 0,-1 3-1 0,-6-4 6 16,0 1 7-16,-6 2-15 0,2 0 3 0,-6-1 4 15,-4 1-30-15,-2-1 0 0,-2 1-3 16,0-3-15-16,2-3 10 0,-2-1-10 0,5-2 5 16,-4-3-10-16,4-2-23 0,2-2-31 15,-3-4-54-15,4-1-58 0,-1-3-152 0,2-3-424 16,5-3-42-16,-2-3 80 0,5-2 69 0,2-5 52 15</inkml:trace>
  <inkml:trace contextRef="#ctx0" brushRef="#br0" timeOffset="6182.83">7570 1370 709 0,'0'15'204'0,"0"0"-19"0,0-2-19 16,1-3-2-16,-1 0-13 0,0-1-36 16,2-3-10-16,-2 1 2 0,0-1 4 0,0-1 9 15,0 0 8-15,0-5-16 0,0 0-7 0,0 0 3 16,0 0-75-16,0 0-23 0,0 0-7 16,-6-26 0-16,3 13 25 0,2 1-16 0,-2-3 19 15,2-2 2-15,1 0 14 0,0 4-6 16,0-1-8-16,0 0-2 0,0 0 15 0,0 1-13 15,1 1-2-15,3 1 10 0,-1 0 2 0,0 0-28 16,4 3 6-16,-1-1-1 0,1 3-7 0,1-2 77 16,5 2-19-16,-3 2-9 0,4 0-1 0,-1-1 1 15,5 2-9-15,-1-1-14 0,3-1 7 16,-2 3-3-16,1-3-7 0,2 1-8 16,-3 0-7-16,2-1-1 0,-2-1 9 0,1-1-9 15,-1 1-2-15,-1 0-3 0,0-1 16 0,0-2-13 16,-6 0 0-16,1 2-16 0,0-2-9 0,-2-1 9 15,-4 1 6-15,1 1-3 0,-3 1 10 0,2 0-7 16,-6 1-5-16,1 0-6 0,-1 2-5 16,0 4 6-16,-4-7 2 0,4 7-3 0,0 0-9 15,0 0 9-15,-21 7-7 0,11 0 7 0,4 2 8 16,-5 0-10-16,4 4 0 0,-3 2 5 0,3 0-2 16,0 2 4-16,4 0-12 0,-3-1 7 0,6 4-7 15,0-1 10-15,2-3 0 16,5 2 5-16,-3-2 5 0,7 2-4 0,2-2-1 0,4-2-3 15,3-1 6-15,4-1 0 0,0-1-3 0,4-7 5 16,2 0-10-16,1-1 0 0,3-3 10 16,1-4-20-16,5-1-13 0,-1-3-8 0,-2-3-10 15,-3 0-2-15,10-5-3 0,-13-1-8 0,-1 3 5 16,-8-2-5-16,-2 1 6 0,-7 0 15 16,-2-1-3-16,0 4 5 0,-2-1 26 0,-5 2 10 15,-1 3 10-15,-3 1-4 0,0-1-6 16,-4 5 0-16,-2-1 0 0,-4 2-8 0,-1 2 14 15,-2 5 4-15,-4 1-7 0,0 2 10 0,-4 5-3 16,0 1-2-16,1 2-3 0,-1 3 8 0,0 0-8 16,8-1-5-16,0 0 8 0,-1 1-5 0,7-2 2 15,1-1 0-15,2 1-7 0,0-3 10 0,4-1-1 16,0-1-9-16,4 0 10 0,3-4-13 16,-1 0 15-16,4-3-7 0,1-1-11 0,0-4-12 15,6-1-1-15,-1-5-19 0,2-1-4 0,-1-4 14 16,3-2-9-16,1-2 9 0,-4-6-1 15,3 1 3-15,-6-4-10 0,3-1 15 0,-7-2 3 16,0-3 4-16,-2-2 1 0,-2-1 8 0,-5-2 2 16,2 1-6-16,0 4-1 0,-6 1 20 0,3 2 20 15,-3 2 5-15,2 1 16 0,-2 5-5 0,0 1 4 16,0 4-7-16,2 2-10 0,-3 0-2 16,1 3-4-16,0 5-9 0,2 1 7 0,1 3-5 15,0 0-5-15,-12 11-5 0,11 0 10 0,-2 3-3 16,0 3-7-16,3 3-3 0,0 0-2 15,3 2 0-15,0 3-1 0,-2-2 1 0,5 0 7 16,1 2-20-16,3-1 10 0,0 1-5 0,1-4 5 16,2-1-5-16,1-3 6 0,3 0-19 15,-3-4-18-15,3 0 8 0,0-2-8 0,3-5-30 16,-3-3-21-16,4-2-8 0,0-2-15 16,-2-2-10-16,2-4 15 0,-3-3 18 0,-1-1 11 15,0-3 9-15,-4 0 16 0,-2 2 18 0,-1-1 36 16,-3 1 25-16,0 0 18 0,3 2 18 0,-6 1-7 15,2 2-37-15,-3 2 9 0,1 1 7 0,-4 4 0 16,0 0-8-16,0 0-8 0,7 12 6 16,-3-5 5-16,-1 3-15 0,0 1 2 0,-2 2 0 15,2 2-3-15,3 0 11 0,-2 0-11 0,2 0 1 16,2 0-14-16,-2 0-22 0,1-1-21 0,0-2-56 16,3 1-44-16,-3-4-240 0,-3-2-399 15,5 0 83-15,-6-2 88 0,2-3 54 0</inkml:trace>
  <inkml:trace contextRef="#ctx0" brushRef="#br0" timeOffset="6748.46">9251 996 875 0,'0'0'238'0,"0"0"-15"0,-19 7-24 0,12 1-17 16,-4 1-18-16,1 1-11 0,-4 4-14 0,4 0-14 15,-3 5-2-15,2 0-18 0,-2 1-15 16,3 2-11-16,2 1 74 0,1 2-27 0,4 0-8 16,-3 0-13-16,6-1-16 0,0 2-4 0,6-2-6 15,-2-2-7-15,5-1-1 0,2-3-9 0,2 0-3 16,5-2-11-16,2-5-2 0,1-2-7 0,6-4 2 16,1-5-31-16,6-2-8 0,0-5-14 15,4-3-9-15,13-6-10 0,-7-3-7 0,1-5-23 16,-8 0-42-16,-3-4-50 0,-3-3-57 0,-10 0-36 15,-4-7 13-15,0-5-66 0,-10 5 50 16,-1 0 42-16,-6-1 74 0,0 0 56 0,-6 2 57 16,2 1 84-16,-2 2 30 0,-1 2 70 0,-1 7 5 15,2 3-8-15,-1 1-12 0,1 3-11 16,2 3-25-16,-3 2-11 0,0 2-15 0,1 5-2 16,2 5-9-16,4 1-1 0,0 0-6 0,-17 13-8 15,10 0-2-15,4 6 10 0,-1 5-2 0,1 2-14 16,3 8-1-16,0 1 1 0,3 2-9 0,1 13-6 15,2 0 3-15,5 0-13 0,-1-1 1 16,0-1-14-16,4-2-2 0,-3-2-41 0,6-1-80 16,-7-12-171-16,3-2-514 0,1-1 55 0,-7-8 73 15,0-8 74-15,-4-3 53 0</inkml:trace>
  <inkml:trace contextRef="#ctx0" brushRef="#br0" timeOffset="6999.01">9340 978 1011 0,'-6'-7'302'15,"6"7"-34"-15,0-8-32 0,0 3-26 16,6-2 53-16,-2-2-25 0,10-1-20 0,0-2-36 16,9-2-18-16,2-1-13 0,5 0-16 0,14-5-12 15,-2 2-15-15,2-1-14 0,1 0-9 16,-8 5-11-16,-6 3-10 0,0-1-10 0,-3 2-23 15,-1 2-21-15,-4-1-15 0,-2 3-39 0,-3-1-38 16,-5 5-51-16,0 0-102 0,-2 2-142 0,-1 0-411 16,-4 0 87-16,-2 1 68 0,-4-1 63 0</inkml:trace>
  <inkml:trace contextRef="#ctx0" brushRef="#br0" timeOffset="7566.19">11047 711 957 0,'0'0'297'0,"0"0"-41"16,0 0-13-16,-8 10-23 0,8 2-23 0,1 3-23 15,3 6-7-15,2 4-22 0,-3 2-1 0,1 5-26 16,2 3 2-16,1-2-20 0,4 16-11 0,-4-2-4 16,-1-6-37-16,1-5-45 0,0 11-72 15,-3-6-77-15,2-4-253 0,-2-4-326 0,-1-5 39 16,0-6 85-16,-3-3 40 0</inkml:trace>
  <inkml:trace contextRef="#ctx0" brushRef="#br0" timeOffset="8248.91">10917 1189 867 0,'0'0'246'0,"7"-6"-23"0,-1 3-8 16,4-1-41-16,1-2 0 0,3-1-23 0,7-3-5 15,1 1 48-15,6-3-27 0,0-1-6 16,-1 0-23-16,4-1-12 0,-1 0-19 0,-2 0-20 16,-4 1-15-16,0 0-11 0,-7 0-22 0,0-1-14 15,-4-1-17-15,-3 1-13 0,-2 1-6 16,-1-4 6-16,-4 3 5 0,-3-3 3 0,0 2 5 16,0 1 12-16,0 0 11 0,-3 0-16 0,0 3 21 15,2 0 8-15,-2 2-1 0,3 1-22 16,-3 3 2-16,3 1-8 0,0 4 3 0,0 0-3 15,0 0 3-15,0 0 3 0,0 25-4 0,3-10-4 16,1 0 0-16,2 6-5 0,1 0 7 0,3 2-12 16,-3-2 9-16,-3 2-14 0,5-2 7 0,-5-1-5 15,3-3 13-15,0 1 0 0,-4-3-6 16,1-1 11-16,2-3-15 0,-3 0-6 0,1-2 42 16,0 0-14-16,-1-3 19 0,-3-2-19 0,0-4-2 15,0 0 3-15,0 0-11 0,0 0 13 0,0 0-10 16,10-15 13-16,-10 9-10 0,1 0-6 15,2 1 11-15,-3 0-16 0,3 2 5 0,-3 3-2 16,6-6-18-16,-6 6 10 0,0 0 0 16,15 2-5-16,-15-2 3 0,16 7-1 0,-8-2 14 15,5 2-11-15,1-1 5 0,0 1-13 0,3 0 1 16,-3-1-1-16,3 0 8 0,-1-2-2 16,2 2 10-16,-1-3-18 0,3-1 10 0,-3-2 0 15,0 0-5-15,4-4 5 0,-4 1 0 0,4-3-2 16,0-3 4-16,-2-3-2 0,2 0 8 0,-7-3-8 15,3-1-2-15,-4-3 5 0,1 0 2 0,-7-2-13 16,0 1 11-16,-1-1 0 0,-1 4-3 0,-2 0 10 16,0 1-10-16,-3 3 16 0,0 2-11 15,3 1 10-15,-3 2-4 0,-3 0-3 0,0 4-19 16,3 4 22-16,0 0-9 0,0 0-4 16,-17 12 0-16,13 2-1 0,-3 1-7 0,1 1 13 15,1 2-13-15,2 1 12 0,0-1-17 0,3 2 10 16,0-1 3-16,3 0-1 0,1 1-2 0,3 0-5 15,3-1 0-15,0-3 2 0,4 1-12 16,0-2-34-16,6-1-56 0,1-3-81 0,-1-1-204 16,7-3-434-16,4-4 85 0,3-1 50 0,0-6 62 15,1-3 64-15</inkml:trace>
  <inkml:trace contextRef="#ctx0" brushRef="#br0" timeOffset="9182.17">12876 795 831 0,'3'22'249'0,"0"0"-24"0,0 0-38 0,2-2-16 15,1 2-9-15,-2 0-24 0,2 1-10 0,1 0-3 16,0-2-15-16,0 1-28 0,0 0 8 0,-1-2-11 15,1-5-2-15,0 2-18 0,-3-4-5 16,-1-1-1-16,1-2-9 0,-1-1 12 0,0-3 6 16,0 0-22-16,-2-4 1 0,-1-2-5 0,0 0-10 15,0 0 12-15,0-16-7 0,0 3-5 0,-1-4-6 16,-2-2 3-16,3-5-10 0,-3 0 2 0,0 1 6 16,6 1-3-16,-6 0 0 0,6 1 5 15,0 1-11-15,0-2 4 0,1 1-9 0,4 2 4 16,4 0-1-16,-2 1-5 0,5 2 5 0,4 0-2 15,2-1-3-15,4 3 5 0,5 1-2 16,-2 1-16-16,3 1 13 0,3 3 1 0,0 0-1 16,0 0-5-16,-4 3 0 0,5-1 0 0,-5 2-8 15,1 1 13-15,-3-1-5 0,2 0-5 16,-6 2 8-16,-3-2-9 0,-4 3 6 0,0 0 0 16,-3-1 3-16,0-1 2 0,-1 3-7 0,-3-1 9 15,-2 1-4-15,2-2-11 0,-4-1 16 16,-6 3-6-16,7-2 1 0,-7 2-1 0,0 0 1 0,0 0-6 15,0 0 9-15,0 0-12 0,0 0 4 0,-20 17 7 16,9-7-10-16,-2 3 7 0,-5 4-4 16,2 3-6-16,-2 3 3 0,2 1 0 0,1 1 2 15,2 2 6-15,-1-1 5 0,4 1-8 0,3-2 12 16,4-3-9-16,0 1-8 0,-2-3 5 16,5 0-3-16,2-1 3 0,1-1 0 0,0 0 5 15,4-4-5-15,-1 0-2 0,4-3 12 0,1-2-10 16,-1-2 8-16,4-4-3 0,-3 0-18 15,6-4 11-15,-4-2-16 0,5-3 5 0,-5-4 8 16,5-4-8-16,-2-3-5 0,1-5-5 0,-3-5 10 16,-4-1 0-16,0-2-7 0,0 2 25 0,-3-1-10 15,1 4 13-15,-5 4-1 0,3 3 11 16,-5 0 15-16,2 5 62 0,0 0-8 0,-3 1-18 16,0 2-2-16,3 4-8 0,-3 1-8 0,0 5-5 15,0 0 5-15,0 0-12 0,0 0-4 0,0 0 1 16,-9 21-2-16,9-9-11 0,0 1-8 0,-1 2 5 15,1 0 6-15,1 0-11 0,-1 2 3 16,3 1 0-16,0-1-2 0,0 2-6 0,1-3 5 16,2 1-5-16,2-1-12 0,-4-2 4 0,5 0 6 15,1-2-13-15,4-1 2 0,-4-1 3 0,5-2-18 16,1-4-7-16,2-1-3 0,-2-3-11 16,-1-1-7-16,4-4-2 0,-1-1-1 0,0-5-10 15,-2-2-10-15,-2-2 15 0,-1 0 1 0,0-1 12 16,-2 0 23-16,-4 2 28 0,0 1 13 15,-1 3 13-15,-1-1-3 0,-2 3 16 0,3 0-13 16,-5 1-6-16,2 3-2 0,0 1-5 0,0 1 0 16,-3 2-2-16,0 0 5 0,0 0-6 15,1 14 3-15,2-6 5 0,-3 1-5 0,0 2 0 0,3 0-10 16,-3 0 2-16,4 2 1 0,-3-1-16 16,2 2-26-16,0-1-45 0,0-2-57 0,-3 1-246 15,7 1-476-15,-4-4 100 0,1-2 79 16,3-1 57-16,-7-6 66 0</inkml:trace>
  <inkml:trace contextRef="#ctx0" brushRef="#br0" timeOffset="9333.26">13946 661 488 0,'0'0'139'0,"0"0"-81"16,0 0-55-16,0 0-75 0,16 10-117 15,-12-4 43-15,6-1-2 0,-3 1 73 0,0 2 29 16</inkml:trace>
  <inkml:trace contextRef="#ctx0" brushRef="#br0" timeOffset="9733">14065 773 202 0,'10'16'146'0,"0"1"-6"0,-2-2 11 0,-1 2 6 15,2-3-6-15,-5 4-16 0,7 0 9 16,-5 0-4-16,-2 2 1 0,2-1 8 0,-2-1-14 16,2-3 1-16,-2 2-11 0,0-1 21 15,-1-2-31-15,-3-1 16 0,3-3-11 0,-3 0-5 16,4 1 1-16,-4-4 9 0,0 0-5 0,3 1 6 15,-3-3-11-15,0-5-5 0,0 5-18 16,0-5-7-16,0 0-14 0,0 0 1 0,-3-21-8 16,3 7 5-16,0-6-18 0,-3-5-17 0,3-1 1 15,0-3 9-15,3-4-24 0,3 2 3 0,-2-1-74 16,6 0 3-16,-3 5 9 0,0 4 3 16,0 1 8-16,3 2 5 0,-3 4 0 0,-1 3-2 0,1 2-4 15,1 5 12-15,2 1-7 0,-3 4 12 16,7 3-4-16,-5 3 1 0,5 4 5 0,-3 2-1 15,5 6 9-15,-2 2 7 0,-3 6-5 0,2 0-3 16,1 1 3-16,-1 1 3 0,1-2-11 16,-4-3 16-16,0-1-5 0,-2-3-3 0,2 2 2 15,-1-4 3-15,-1-2 3 0,-1-2 5 16,-1 0 5-16,1-4-8 0,0-1 3 0,4-3 0 16,-2-1-1-16,1-6 6 0,2-1-20 0,1-5 9 15,7-4-2-15,-6-2 3 0,3 0-16 0,-3-2 11 16,3-1-3-16,-4 0-5 0,-2 1 0 0,-1 0-8 15,-3 3-7-15,-1 1-14 0,-1 0-40 16,-2 2-21-16,-6 1-63 0,3 3-211 0,-8 0-404 16,1 2 105-16,-3-1 25 0,-4 2 70 0</inkml:trace>
  <inkml:trace contextRef="#ctx0" brushRef="#br0" timeOffset="17498.09">8241 3471 660 0,'0'0'248'0,"0"0"-15"15,0 0-28-15,0 0-16 0,0 0-10 0,0 0-25 0,0 0-18 16,16-10-11-16,-13 8 8 0,1-4-15 16,3 3-28-16,0-5 9 0,-1 2-1 0,4-2-14 15,1-2-84-15,-1 1 13 0,4-5 0 0,6-2-8 16,4 0 13-16,1-3 15 0,9-8-15 16,6-2 20-16,-5 2-25 0,6-3 10 0,-3 0-13 15,5-1 6-15,3-1-6 0,8-6 0 16,4-1 6-16,-3-1-14 0,0 5 11 0,3-1 13 15,-11 3-14-15,8-5 6 0,0 0-15 0,0 0-11 16,-1-1 16-16,1 1 2 0,-1-2-15 0,1-4 18 16,0-2-3-16,-1 2 5 0,1-2-12 0,0 0 0 15,0-1-1-15,-1-3 11 0,-2 3-11 16,0-2-4-16,1 3 2 0,-1 0 2 16,-4 1-2-16,-7 10 8 0,-1 1-8 0,-1 0 0 15,-2 3 3-15,-2 2-11 0,-2 1 8 0,-5 8 3 16,-7 1 4-16,-2 4-17 0,-1 1 13 0,-5 4 7 15,1 1-28-15,-4 1-18 0,-3 2-66 0,1 0-16 16,-2 5 26-16,-5 1-34 0,-1 0-58 16,0 0-208-16,-4 15-286 0,-7-5 77 0,-6 4 60 15</inkml:trace>
  <inkml:trace contextRef="#ctx0" brushRef="#br0" timeOffset="18198.71">8404 3125 688 0,'0'-5'302'15,"0"5"-25"-15,0-7-19 0,0 7-104 0,0 0-21 16,-3-5 15-16,3 5-45 0,0 0-19 15,0 0 6-15,0 0-11 0,0 0-12 0,0 0-1 16,0 0-2-16,-11 13-23 0,8-1 5 0,-1-1 8 16,-5 3-5-16,2 3-9 0,-1 0-4 0,-2 2 8 15,1 1-19-15,-2-1 11 0,4 0-5 16,-3 0-3-16,0-1-15 0,2 1 2 0,-1-6 16 16,2 1-21-16,0 1 6 0,0-3-4 0,3 3 9 15,-2-5-6-15,2 0 3 0,1 1-13 0,0-1 6 16,3-3-1-16,-3 1 18 0,6 1-13 15,-3-4 3-15,3 2 0 0,4 0 10 0,-1-1 46 16,5-2 6-16,2 0-11 0,8 0-20 16,-4 0 7-16,10-4 3 0,1 0-85 0,6 0 13 15,-3-4 6-15,3 4-11 0,7-4 18 0,-7 4-18 16,-2-4 10-16,5 4 1 0,-6 0 4 0,2-2-10 16,-2 4-23-16,-3-2-30 0,-1 1-32 15,-3 2-32-15,-1 0-95 0,-5 2-175 0,-4 1-298 16,0 1 32-16,-5 1 67 0,-2 0 64 0</inkml:trace>
  <inkml:trace contextRef="#ctx0" brushRef="#br0" timeOffset="18898.62">6238 4360 552 0,'3'-6'197'0,"3"5"-25"0,-6 1-8 0,10-3-13 16,1 4-26-16,-1 1-7 0,3 4-5 0,2 1-19 15,1-2-14-15,2 8-9 0,1-5 6 0,-1 6-8 16,-1-2-5-16,0 4-10 0,-2 0-5 15,-2 1-11-15,1 0 0 0,-1-4-7 0,-3 1 0 16,-4 0-3-16,2-3-8 0,-4 3-4 0,2-5 7 16,-3-1 5-16,0 0 26 0,-2 1-13 15,2-5 5-15,-3 0 2 0,0-4 6 0,0 0-5 16,0 0 23-16,0 0-6 0,0 0-12 0,-13-11 0 16,6 1 2-16,4-1 0 0,-5-3 3 0,5-3 54 15,-4-1-3-15,1-1-5 16,2-5-13-16,1 2-10 0,0 4-3 0,-2-1-10 0,5-4-2 15,0 4-8-15,0 2-6 0,0 1-9 16,1-1-8-16,3 0-6 0,-1 2 11 0,0 0-20 16,1 4-26-16,2-2 5 0,1 3-36 0,4 0-8 15,-4 1-55-15,6 1-63 0,1 0-147 16,2 3-467-16,-1 1 39 0,1 0 84 0,-2 2 57 16,-1 0 68-16</inkml:trace>
  <inkml:trace contextRef="#ctx0" brushRef="#br0" timeOffset="19330.8">6801 4192 898 0,'0'9'271'16,"-3"1"-22"-16,3 0-29 0,0 4-18 0,0 1-13 15,0-2-22-15,0 2-16 0,3 2-18 16,-3-1-13-16,3 1-5 0,-2 1-10 0,5-1-23 15,-3-1-20-15,1 0 12 0,3-1-13 0,-3 0-7 16,5-2-3-16,-2 0-2 0,1-3-8 16,-1-1 5-16,5-3-13 0,-2-1-17 0,1-1 17 15,2-4-2-15,2-1-24 0,-2-4 3 0,1 1 1 16,0-4 4-16,3 0 6 0,-4-8-11 16,0 2-8-16,-1-4 9 0,0 2 14 0,0-3-9 15,-2-1-4-15,-1 2-12 0,-2 0 18 0,1 2 10 16,-2 3-2-16,1 0 20 0,-4 2-5 0,0 3-8 15,1-1-15-15,0 1-5 0,-4 2 7 16,3 4-2-16,-3 2-7 0,0 0 7 0,0 0-3 16,0 0 3-16,7 12 7 0,-7-4-9 15,0 1-16-15,3 3 7 0,-3-1 1 0,0 3 10 16,1-3 3-16,1 3 2 0,2-3-18 0,-1 3 7 16,-2-3-14-16,6 4-1 0,-1-3-12 15,1 1-8-15,0-3-10 0,4 0-26 0,-1 0-21 16,3-3-68-16,1-3-108 0,-1-1-507 0,2-2 16 15,1-2 92-15,1-2 58 0,0-5 70 0</inkml:trace>
  <inkml:trace contextRef="#ctx0" brushRef="#br0" timeOffset="19531.29">7433 3967 803 0,'-10'18'264'0,"10"-8"-21"0,-3 1-13 16,0 3-9-16,2 1-37 0,1 3-25 0,0 4-11 16,-3-4-15-16,6 2-84 0,-3 3-3 0,0 0-15 15,0-1 4-15,4 1-6 0,-1 1-14 16,0-1-13-16,0 1-86 0,1-7-82 0,4 0-157 16,1 0-337-16,-2-1 66 0,0-4 56 0</inkml:trace>
  <inkml:trace contextRef="#ctx0" brushRef="#br0" timeOffset="19848.03">7563 4436 688 0,'1'-5'189'0,"2"0"-14"0,0-1-7 15,0-3-24-15,1 1 53 0,-1-2-10 0,0 1-8 16,1 0-20-16,3-3-13 0,-3 2-16 16,-1-1 8-16,0 3-10 0,-2-5 0 0,1 3-7 15,2 2-4-15,-4 0 1 0,0 1-8 0,0 0-2 16,0 1-11-16,0 1-5 0,0-2-2 15,0 7-19-15,0-7-12 0,0 7-2 0,0 0-9 16,-7-3 14-16,7 3-29 0,0 0 5 0,-14 8-7 16,8-1 5-16,2 3-85 0,-5-2-7 15,5 6 17-15,-4-3 4 0,5 3 6 0,-3-1 4 16,5 2 4-16,-2-1 9 0,0-2-14 0,3 1 8 16,3-1 5-16,-3 1 8 0,3-2-8 0,4 3 13 15,0-3-2-15,3-1-1 0,1-2-7 16,6-1 0-16,0-4-18 0,7 0-52 0,3-3-30 15,4 0-54-15,6-6-258 0,1 0-328 0,14-5 59 16,-8 1 92-16,1-5 61 0</inkml:trace>
  <inkml:trace contextRef="#ctx0" brushRef="#br0" timeOffset="20364.48">8555 3771 755 0,'10'10'317'15,"-7"-2"-38"-15,0 4-23 0,5 4-33 16,-5 1-21-16,1 5-18 0,2 1-10 0,1 2-15 16,-1 5-16-16,2 2-15 0,-1-2-7 0,-1 0-11 15,1 0-28-15,0-2-13 0,-3-3-3 16,2-3-4-16,-2 0 2 0,2-4-3 0,-5-1-12 15,5-1-6-15,-2-2 6 0,0-3-6 0,-1 1 6 16,0-3-8-16,-3-3 2 0,3-3-9 0,-3-3-16 16,0 0 5-16,0 0-5 0,0 0-3 0,7-23 3 15,-3 12 2-15,-1-5-7 0,1-2 3 16,3-2 4-16,-4 3-5 0,4-2-4 0,2 0-4 16,-1 3-7-16,-4 0 13 0,5 2-3 15,-2-2-7-15,4 5-6 0,-4 2-4 0,2 1-1 16,2 2 3-16,0 3 5 0,1-1-5 0,3 4 10 15,-2 3-5-15,1-1-5 0,-1 1-8 16,-2 5-2-16,2 1 17 0,-2-1-4 0,0 5-4 16,-2-2-4-16,-2 3 15 0,-4-2 6 0,0 1-14 15,-5-1 13-15,-2 3 0 0,1-1 1 0,-7-1 4 16,-1 2-5-16,-2-1-5 0,-2-3 8 0,-1 3 0 16,2-6-69-16,0 1 7 0,1-1 13 15,-1-4 13-15,1 3-2 0,-1-1 7 0,4-4-5 16,0 0 12-16,-1 2 6 0,4-1-7 15,0-2-17-15,-3 3-1 0,6-4-39 0,4 0-49 16,-10 3-61-16,10-3-44 0,-3 0-105 0,3 0-396 16,0 0 63-16,0 0 34 0,13-7 64 15</inkml:trace>
  <inkml:trace contextRef="#ctx0" brushRef="#br0" timeOffset="21029.98">9273 3946 639 0,'0'0'272'0,"-17"7"-47"16,6-1-7-16,1 2-6 0,0 1-33 0,-1 3-12 16,1 0-32-16,-4 1-12 0,7-1 3 15,-3 1-27-15,1 2-4 0,1-2-8 0,2-1-10 16,2 1-8-16,1-4-18 0,-1 1-15 0,4-2-8 15,0 0-12-15,1 0-11 0,2-4-3 16,3 0-22-16,1-1-3 0,4-2-21 0,-11-1-33 16,20-4 19-16,-6-3-32 0,2 0 8 0,-4-3 5 15,0 1 8-15,3-4 10 0,-5 2 26 0,0 1 28 16,0-2 13-16,-3 5 50 0,0 1-6 16,-1-2 4-16,-2 2-7 0,-1 1 12 0,2 2-28 15,-5 3 1-15,0 0 1 0,0 0 4 16,0 0-19-16,-1 14-4 0,-3-6 7 0,4 1 7 15,-3-2-14-15,3 2 12 0,-3 0-8 0,3-2 14 16,0 2-29-16,0-5 8 0,3 5 7 16,-3-2-2-16,3-1-5 0,2-1 10 0,1 0-3 15,1-3-2-15,2 1-5 0,2-3-3 0,3-3-12 16,3-1 2-16,-3-2-8 0,7-4-10 0,-2 1-2 16,2-4 2-16,0 1-13 0,-1-4 5 15,-3 1-4-15,-3-2 4 0,3-1 8 0,-7 0-2 16,4-1-14-16,-7-1 14 0,-1 4-13 0,1-1 30 15,-2 2 21-15,1 2-13 0,-3 1 28 16,0 2-12-16,1-1 10 0,-1 4-14 0,0 0-6 16,-2 0 9-16,2 3-10 0,1 0-2 15,-4 4-3-15,0 0-2 0,0 0 25 0,14 7-20 0,-8 1-1 16,0 2 9-16,2 2-19 0,-1 1 1 16,0 2-11-16,-1 2 28 0,-3 1-7 0,2-3-3 15,-2 3 5-15,-3 2-18 0,0-2 11 0,-3-2 5 16,-1 1 7-16,0 1 13 0,-3-2 0 15,-3 0-2-15,-1-2-3 0,-1-2 77 0,1 1-3 16,-3-2 0-16,1-2-12 0,-4-1-11 16,3-4 0-16,0 1-12 0,1-3-6 0,-1-1-23 15,3-4-22-15,-2 1-22 0,-1-5-53 0,4-2-56 16,0-3-149-16,3 2-468 0,3-1 0 16,4 0 94-16,-3 0 67 0,3 0 44 0</inkml:trace>
  <inkml:trace contextRef="#ctx0" brushRef="#br0" timeOffset="21731.27">9799 3984 494 0,'14'-8'168'0,"-1"-1"-19"0,0 1-13 0,-5 0-6 16,2-1-12-16,-4 1-5 0,1-1-3 0,1 1-3 15,-2 0-7-15,-2-1 97 0,2 0-2 16,-6 2-9-16,4 1-17 0,-4-1-110 0,0 3 10 15,0 4-17-15,0 0 9 0,-7-6-15 16,7 6-10-16,0 0 2 0,-24 14 1 0,11-5-1 16,3-1-2-16,-5 6 5 0,2 1-13 0,2 0 0 15,1 2-2-15,0 1 20 0,0 3-21 0,6-4 6 16,1 0-8-16,0 2 5 0,3-1-15 16,6 0 13-16,-3 1-3 0,8-2-3 0,-1 1 6 15,8-2 61-15,2 0 2 0,4-4-19 0,3 1 6 16,4-4-12-16,0-4-2 0,0 0-6 15,0-5-15-15,3-1 0 0,6-3-5 0,-4-2-18 16,1-2 5-16,-3-5-18 0,-3 2 8 16,-1-3-8-16,-6-3 3 0,-4 0-16 0,-6 0 13 15,-3 0 0-15,-2 2 8 0,-1 0-8 0,-5 1 8 0,-2 3-13 16,-1 1 5-16,-1 2 8 0,-5 4-8 16,-2-2 0-16,-2 4 5 0,0 2 3 0,-7 5 2 15,-1 2-12-15,-1 1 10 0,-2 6 2 16,4 1 0-16,-4-2 1 0,3 8-11 0,2-5 15 15,-1 1-15-15,6 1-5 0,2 0 6 0,1-3 6 16,1 1-9-16,4 0-6 0,3-5 3 16,0-1-7-16,0 3 9 0,3-5 16 0,4 1 0 15,1-1-13-15,1-6 5 0,1 0-2 0,1-2-21 16,3-2-2-16,3-5 10 0,-4-1 2 16,5-3 1-16,-1-4 4 0,3-5-4 0,-3-4-6 15,-3-2 3-15,-4-6 5 0,4 0 0 0,-7-12-5 16,0 2 5-16,-1-8 2 0,-3-4-14 0,-3 0 12 15,-3 7-16-15,3 11 14 0,-6-2 7 16,5 5 13-16,-2 5-8 0,-3 4 0 0,2 1-5 16,0 6 18-16,1-1-15 0,-1 7-5 0,1 3-14 15,-3-1 16-15,2 5 3 0,-2 4-3 16,6 0 0-16,-12 13-7 0,6-1 7 0,-1 3 3 16,4 2-11-16,0 6 6 0,-2 1 9 0,5 1-6 15,2 1 1-15,1 0 6 0,0 1-13 0,1 3 13 16,5-1-11-16,1 0-2 0,1-1 3 15,2 2-18-15,2-5-14 0,4 0-60 0,-1 0-65 16,0-4-391-16,1 0-289 0,-1-4 114 0,-5-9 70 16,-3-4 74-16,1 0 51 0</inkml:trace>
  <inkml:trace contextRef="#ctx0" brushRef="#br0" timeOffset="22513.37">11173 3775 1031 0,'0'0'320'0,"-17"3"-26"0,7 3-27 15,3 2-32-15,-4 3-22 0,1 2-24 0,-3 0-18 16,-1 4-12-16,4 4-16 0,-1-3-17 16,1 1-13-16,1 2-9 0,2-4-27 0,2 1 10 15,2-3-12-15,0-2-17 0,3 0-6 0,0-1-4 16,0 0-2-16,3-3 0 0,1-5-12 15,6 1 12-15,-3-3-16 0,0-2-12 0,7-3-2 16,-1-4-11-16,4-2 3 0,-3-1 12 0,3-6-15 16,-4 0 21-16,-2-1-19 0,3 0-12 0,-5 1 13 15,-2 0 7-15,1 4 16 0,-2 1-5 0,-2 1-8 16,2 1 5-16,-5 1-5 0,2 3-8 16,0 1-3-16,1-1 4 0,-4 5-4 0,0 0-4 15,0 0 5-15,0 0 2 0,3 14 0 16,-2-7 8-16,2 2-15 0,0-1-3 0,0 0 0 15,1-2 2-15,-1 1 6 0,4 1-26 0,0-1 26 16,3 1-14-16,0-2-4 0,4-2-10 16,3 0-55-16,1-3-29 0,3-2-40 0,2 1-99 15,4-8-149-15,0 2-391 0,-2-2 89 0,2-4 47 16,-3-3 50-16,-10 0 75 0</inkml:trace>
  <inkml:trace contextRef="#ctx0" brushRef="#br0" timeOffset="22685.02">11611 3652 647 0,'0'-10'230'16,"0"2"-38"-16,-3-1-5 0,3 4-23 0,0 5-21 15,0 0-27-15,0 0-1 0,0 0-10 16,-10 25 0-16,9-7-13 0,-3 5 0 0,1 4 3 16,0 6-16-16,2 6-7 0,-2 14-11 0,3 1-7 15,0 0-3-15,0 3-5 0,0 0-5 0,3-4-5 16,-2 0-10-16,5-2 4 0,-1-2-12 16,1-6 5-16,1-9-23 0,-4 1-28 0,4-3-56 15,0-7-62-15,-3-1-95 0,2-11-48 0,-3-1-346 16,1-8 44-16,-1-4 51 0</inkml:trace>
  <inkml:trace contextRef="#ctx0" brushRef="#br0" timeOffset="22931.27">11553 3875 824 0,'0'-29'274'0,"3"8"-70"16,0-1-12-16,0 3-7 0,2 2-24 0,1 3-20 16,1 0-1-16,-1 1-27 0,5 1-11 15,0 2-9-15,2 6-11 0,1 0-16 0,-1 3 1 16,1 2-14-16,3 4-1 0,-3 3-6 15,0 0-3-15,-1 2 6 0,-2 2 12 0,-2 2-15 16,-2 3 3-16,-2 1-13 0,-2 0 5 0,-3 1-3 16,-4 1-2-16,-3 2 2 0,0 3-15 0,-6-1 3 15,-1 1-3-15,-3-3 3 0,3-1 2 0,-3-2-10 16,3-4-11-16,1 1 14 0,-1-4-3 16,4 1-39-16,0-5 11 0,-1 0-90 0,4-5-135 15,4 3-520-15,-3-6 58 0,6 0 65 16,0 0 66-16</inkml:trace>
  <inkml:trace contextRef="#ctx0" brushRef="#br0" timeOffset="23380.84">12011 4059 652 0,'0'27'236'16,"0"0"-96"-16,0 1-4 0,-3-7-26 15,3 5-5-15,0-1-18 0,3 3 0 0,-3-2-13 16,0-1 8-16,0 1-7 0,3 1 9 0,-3-2-22 16,0-3-22-16,0-3 9 0,3-2-11 0,-3-2-7 15,0-2 28-15,0-2-10 0,1-3 7 16,-1-5-23-16,0-3 16 0,0 0-8 0,0 0-10 16,0 0-6-16,-4-27-12 0,1 10 84 15,0-8-15-15,-1-9-23 0,1-20 8 0,-1 0-16 16,4-2 5-16,-4-1-7 0,4 3 7 0,0 0 21 15,4 11 7-15,-3 6-7 0,2 0 8 16,-3 8-1-16,3 0 1 0,0 3-11 0,1-1-5 16,-1 4-10-16,4-1-13 0,-4 6-5 0,4 3 0 15,-3 2-23-15,2-2 15 0,1 6-2 0,0 1-13 16,4 3 2-16,-5 3-5 0,4 4-9 0,1-1 17 16,-4 6-11-16,3 3 9 0,0 1-3 15,-6 6 7-15,2-1-4 0,-2 1-6 0,-4 4-2 16,0 0 13-16,-3 4-11 0,-1 0-7 15,-2-3 4-15,-2 3-9 0,1-2 7 0,-3 1-5 16,0-2 0-16,0-2-12 0,0-2-19 0,3-3-30 16,-1-1-59-16,-2-3-123 0,1-1-581 15,1-2 51-15,1-4 89 0,1-4 70 0,6 0 64 0</inkml:trace>
  <inkml:trace contextRef="#ctx0" brushRef="#br0" timeOffset="25096.86">12189 3614 627 0,'19'4'235'0,"-8"3"-28"0,0-1 3 16,3 5-30-16,-1 6-9 0,4-1-20 0,-3 1-2 16,-1 5-11-16,1 3-13 0,-1 3-7 15,-2-3-21-15,-4 0-2 0,-4 0-18 0,0 0-16 16,1-1 3-16,-4-4-2 0,-3 0-4 0,2-1-6 15,-2-2-11-15,0 0-3 0,3-5 11 16,-4 1-19-16,4-5 1 0,-3 0-5 0,-4-5 9 16,4 0-4-16,3-3-10 0,0 0-6 0,0 0 5 15,-7-15-4-15,7 8 2 0,3-6-13 0,0 2-3 16,5-3 9-16,2-1 1 0,3-3-6 16,5-2-9-16,2 2 6 0,0-4 22 0,4 3-25 15,0 1 3-15,1-5 4 0,-5 6 1 0,4 0-3 16,-3 1 0-16,-2 4-12 0,-1 2 17 15,-5 0-25-15,2 2 2 0,-2 1 2 0,-2 3-22 16,-2 1 13-16,-2 2-1 0,-7 1 11 0,10 5-8 16,-5-2 16-16,-2 4 2 0,0 3 0 15,0-2 2-15,-3 2-15 0,3 1 26 0,-2 0-18 16,2 3 0-16,-3-3 5 0,3-1 8 0,0 2-3 16,1-2-10-16,0 0 15 0,0-2-15 0,2 2 20 15,-2-5-12-15,2 2 7 0,1-6-2 16,3 1-8-16,-3-2 5 0,-7 0 0 0,18-7-10 15,-9-1-3-15,-2 1 0 0,0-6 11 16,0-1-21-16,0-2-8 0,-4-8 8 0,-3 2-25 16,1-2 38-16,-2 1 5 0,-2-1 23 0,0 4 0 15,-1 3 2-15,0-3-2 0,-3 7-12 0,1 0-11 16,-4 4 13-16,-1 5-6 0,1 0 9 16,-3 4-6-16,-1 0-3 0,0 4 1 0,3 0 7 15,-2 3-7-15,-1 2 2 0,4-1-2 0,3 0-5 16,1 1 4-16,3-1 1 0,-2 0-3 15,5-1 8-15,4 1 7 0,0 0-4 0,3-4 2 16,3 0-11-16,4 0-2 0,2-4 34 16,5-1-44-16,6-2 2 0,8-4 62 0,2 0 0 15,15-4-23-15,2-2-11 0,0 1-14 0,1 1-9 16,0-3-20-16,-3 6 5 0,-11-5 3 16,-4 9-10-16,-3-4 4 0,-7 1-2 0,-5 1-2 0,-3 2-6 15,-1 1-2-15,-8 2-5 0,4-1 20 16,-8 2-7-16,-6 0 15 0,4 6-3 0,-4-6 5 15,-10 11 14-15,-1 0-4 0,-6 3 11 0,0 1 8 16,-6 5 4-16,2-2-6 0,0 2 4 16,-3 0-5-16,7 1 13 0,-4 0-1 0,5 1-9 15,2-4-6-15,4 0 9 0,0 3-29 0,2-3 20 16,2-3 3-16,2 2-5 0,1-6-8 16,3 3 3-16,0-3 2 0,3-3-7 0,4 1-10 15,0-4 7-15,4-2-18 0,2 0-5 0,1-5 10 16,2 1-5-16,2-6-20 0,-2-1 13 15,2-2 4-15,-1-5 1 0,0-2-8 0,1-3 8 16,-2-3 9-16,-6 4-6 0,4-2 24 0,-4 3 19 16,-3 4 0-16,0 0 20 0,-3 6-18 15,2-1-10-15,-5-2 0 0,2 7-5 0,-3 3 3 16,0 1 2-16,0 0-10 0,0 0 5 0,0 0 5 16,-4 17-8-16,1-8 0 0,0 1 3 0,3 1-20 15,0 1 12-15,0 1 3 0,3-2-6 16,0 1-1-16,-2 1 17 0,5-2-18 0,-2-1-3 15,3 2 3-15,3-3-2 0,-3-2 12 0,3-3 6 16,4 1-14-16,-1-4-12 0,4-2 10 16,0-3 1-16,4 0-17 0,0-4 9 0,-1-1-8 15,7-6 2-15,-3-2-2 0,0 0 7 0,0 1-10 16,0-1 0-16,0 1-2 0,-4 2-3 16,-3 3 3-16,1 1 5 0,-5 2-11 0,1-1-2 15,-4 2 0-15,-3 2-8 0,4 2 16 0,-5 2-11 16,1 1 1-16,-7 0 12 0,14 0 8 15,-14 0-8-15,10 1 0 0,-4 0 3 0,-6-1 5 16,7 3-3-16,-7-3 3 0,8 3 15 0,-8-3-2 16,7 3-3-16,-7-3-13 0,6 1 16 0,-6-1 5 15,0 0-16-15,0 0 19 0,4 4-1 16,-4-4-15-16,0 0 8 0,0 0-8 0,0 0 5 16,0 0-3-16,0 0 4 0,-14 6-17 0,11-2 16 15,-8 0 1-15,4 3-9 0,1 1 18 16,-5 2 3-16,1 1-5 0,0 2 2 0,3-1-4 15,-4 1 12-15,5 0 5 0,-1 2-10 0,4-3-8 16,-1 1 5-16,4-1 11 0,0 2 0 0,0-3-1 16,1 2-4-16,5-3-1 0,-2 0 6 15,6 0-16-15,4-2 0 0,-1-1 8 0,4-2-13 16,0-4 3-16,4-1-8 0,3-1 3 0,4-5-21 16,-2 0 10-16,5-3-15 0,1-2 10 15,-3-5-15-15,-1 1 2 0,-4-4 3 0,6-14 0 16,-8-1-20-16,-3-7-1 0,-4 0 1 15,-2-5-8-15,-10 7 7 0,1 2 8 0,-4-1 13 16,0 1 15-16,-4 1 14 0,1 4 17 0,-1 5 10 16,-2 3 3-16,2 1-3 0,1 5-7 0,0 3-1 15,-5 2-7-15,5 1-5 0,-4 3 0 16,4 5 5-16,-4 4-11 0,7 0 6 0,0 0 5 16,-21 10-13-16,15 1 16 0,-1 4-9 0,0 5 4 15,3 3-11-15,1 4 15 0,0 2-4 0,3 0-9 16,0 7 1-16,3-2-5 0,-3-1 4 15,4 1 1-15,3-1 5 0,-4-8-6 0,1 0-1 16,2 0-1-16,-3-6 8 0,1-1 7 0,2-1 0 16,-1-5 11-16,1-1-13 0,-2-4-5 0,2 0 5 15,-2-7 5-15,6 0-8 0,0-7 1 16,0-2 4-16,5-8-7 0,1-4-13 0,2-4 2 16,1 4-2-16,-1-4 6 0,0 4-12 0,-2 5 6 15,-2-1-10-15,-1 6 10 0,-6 1-5 16,4 2 10-16,-1 2-10 0,-3 4-10 0,3 3 12 15,-10-1-12-15,17 10 7 0,-10 4 0 0,0-2-4 16,3 5 27-16,-3 1-15 0,-1 3 0 16,1-2 10-16,-2 3-12 0,1-2 9 0,-2 2 1 15,2-5 7-15,0-1-7 0,-2 0 0 0,3-4-1 16,-3 3-4-16,2-5 2 0,-2 0-2 0,2 0 20 16,2-5-11-16,2 0 9 0,0-2-8 0,4-1-6 15,-1-2-7-15,5-2-61 0,-2 1-8 16,2-1-10-16,-2 1-6 0,-4-3-40 0,1 1-62 15,-4 2-302-15,-4 0-302 0,-2-4 49 0,-3 3 94 16,0 2 41-16,-11-13 70 0</inkml:trace>
  <inkml:trace contextRef="#ctx0" brushRef="#br0" timeOffset="25967.67">15679 1670 668 0,'0'0'240'0,"0"0"-27"0,0 0-24 0,0 0-2 16,0 0-3-16,0 0-12 0,-7 6 4 0,7-6-94 15,13 10 13-15,-5-4 10 0,5 0-3 16,1 2 1-16,9 0-21 0,2-1-13 0,9 4 13 16,17 2 10-16,4-1-8 0,3 1-17 0,7-2-3 15,0 2 59-15,3-4-16 0,21 5 3 0,4-1-15 16,6-1-11-16,3 2-15 0,7 0 16 16,0-2-18-16,4 2-9 0,1 1-68 0,5 1-5 15,4 2 12-15,1-2 1 0,-1 4-1 0,-4 0 1 16,-3 0-4-16,-3 4 1 0,-4-2-20 15,1 0 20-15,0 2-11 0,-5-2 14 0,-9-1-3 16,-1 0-1-16,-6 0 9 0,-6 1-8 0,-5-3-5 16,-14-4-1-16,-5 2 11 0,-4-3-12 15,-3 1 14-15,-2-2-7 0,-8-3-5 0,-8 0 23 16,0-2-6-16,-7-3-7 0,1 2 0 0,-1 0-5 16,0-1 10-16,-3-1-2 0,-3-1 2 0,0-1-8 15,-2 0 6-15,-1-1 2 0,-1 1 3 0,0-1-8 16,-4-1 0-16,-2 1-8 0,-1-1-18 15,0 1-63-15,-3-2-216 0,-3 0-506 0,-4 0 92 16,0 0 58-16,0-8 90 0,0 8 57 0</inkml:trace>
  <inkml:trace contextRef="#ctx0" brushRef="#br0" timeOffset="26296.81">19138 1996 1013 0,'0'0'284'0,"0"0"-25"0,0 0-16 15,21 12-25-15,-12-6-9 0,3 3-24 0,4 4-14 16,1 3-17-16,0 3-24 0,4 1 3 0,0 3-22 16,-1 1-7-16,4 9-4 0,3 2-10 15,-9-5 2-15,-2-3-10 0,-2 1-3 16,-4 0-17-16,0-1-11 0,-6 0 10 0,0 0 6 0,-4-1-24 15,-7 0 3-15,3-1-2 0,-6 2 0 16,-7 0-9-16,0-4 9 0,-1 1-11 0,-6-2-5 16,1-2-69-16,-15 5 8 0,11-7-5 0,-3-3 15 15,2-1-13-15,-2-2-3 0,2-2-2 0,1-1-25 16,-1-1-47-16,1-1-25 0,-1-3-77 16,1 0-307-16,-1 2-203 0,2-5 27 0,1-1 94 15,1 0 51-15</inkml:trace>
  <inkml:trace contextRef="#ctx0" brushRef="#br0" timeOffset="26980.78">19955 2688 747 0,'-6'-2'228'0,"6"2"-36"0,0 0 0 0,-7 5-23 15,7-5 12-15,0 12-27 0,-4-2-87 0,4 0-14 16,0 5 11-16,0-2-7 0,0 3 65 16,0 3-6-16,0-1-14 0,0 3-5 0,4-1-17 15,-1-1 2-15,1 5-6 0,-1-1-7 16,0-1-12-16,0 3 4 0,-2-4 1 0,2 2-14 15,0 0-25-15,0-6-30 0,-2 2-45 0,3-3-81 16,-1 1-202-16,1-5-387 0,-1-2 64 16,0-1 77-16,0-3 51 0</inkml:trace>
  <inkml:trace contextRef="#ctx0" brushRef="#br0" timeOffset="27546.49">19949 2786 570 0,'0'0'197'0,"0"0"-20"16,0 0-8-16,13 10-21 0,-6-2-14 0,0 2-14 15,-3 3-10-15,5 1-13 0,-2 1-23 0,1 0 1 16,2 3 4-16,-1-1-12 0,-2-2-3 16,1 2-11-16,-2-3 1 0,1 0 0 0,-1-1-13 15,-2-3-18-15,3 1 13 0,-3-3 2 16,-1 1 23-16,0-1 6 0,1-5-11 0,-1 0-2 15,-3-3 5-15,0 0-21 0,0 0 6 0,14-10 2 16,-10 2-10-16,-1-4-3 0,0-3 62 16,1-2-6-16,-1-2-2 0,0 0-23 0,0-4-5 0,2-2 5 15,-2 3 0-15,3 2-2 0,-5 0 7 16,2 3-15-16,0 1 7 0,1 1-12 0,-1 3-6 16,-3 1 3-16,3 0-7 0,-3 3-16 0,3 0-3 15,-1 2 6-15,1 2-6 0,-3 4-4 16,6-2 1-16,-6 2-1 0,10 8 4 0,-6-1-2 15,2 2 5-15,2 2-20 0,-1 3 4 0,-1 2 6 16,1 0 8-16,3 3-11 0,-3 3 3 16,0-3 10-16,0 4-13 0,0-4 3 0,0 0-3 15,2 1 8-15,-5-3-3 0,4-1-10 16,-2 1 3-16,-2-4-3 0,2-1 8 0,-2 0-5 16,2-3-1-16,1 0-9 0,-3-1 12 0,-1-2 11 15,1 0-9-15,2-3-7 0,-2 0 8 0,2 0 3 16,2 0-6-16,-2-2-2 0,-6-1-6 0,10 0 6 15,-10 0-3-15,15-1 8 0,-9 0-3 16,1-2-18-16,2 0 8 0,-1 1 8 0,-1-1-3 16,-1-1 10-16,-2 1-7 0,2 2 0 0,-1-4-16 15,1 1-5-15,-6 4-7 0,7-6-3 16,-1 4-26-16,-5-3-30 0,-1 5-85 0,6-3-225 16,-6 3-438-16,0-4 100 0,0 4 46 15,0 0 67-15,0 0 56 0</inkml:trace>
  <inkml:trace contextRef="#ctx0" brushRef="#br0" timeOffset="28013.08">20584 2663 1100 0,'0'-5'289'15,"0"5"-28"-15,0 0-15 0,0 0-33 16,0 0-21-16,11 13-11 0,-8-1-22 0,1 0-13 16,-1 3-13-16,3 1-10 0,-2 3-13 15,-1 2-10-15,5 1-5 0,-5 1-16 0,0 1 8 0,0-3-10 16,-2 1-6-16,2 3-7 0,3-1-5 15,-5 0-2-15,2 0-6 0,4-3-13 0,-4 0 6 16,-2 0 4-16,5-5-14 0,-3 1-1 0,1 0-15 16,-1-3 13-16,5-2-3 0,-5 0-3 15,1-3 6-15,2 0 0 0,0-3-8 0,1-2 0 16,4 0-5-16,-1-4-8 0,4 0 16 0,-4-2-6 16,7-3 11-16,3 0-16 0,2-3-5 15,-3 1 11-15,5-3-3 0,-3 3 0 0,3 1-3 16,-7-1-5-16,1 1-5 0,-2-1 8 0,1 2-3 15,-6 1-12-15,3 1-3 0,-4 2 12 16,0-3-9-16,1 2-16 0,-2 0 3 0,-2 1-14 16,-7 1-14-16,18 1-34 0,-12 2-38 0,1-2-90 15,4 4-212-15,-5-2-410 0,4 1 113 0,-3-1 51 16,0-1 61-16,-7-2 57 0</inkml:trace>
  <inkml:trace contextRef="#ctx0" brushRef="#br0" timeOffset="28963.04">21593 2456 747 0,'-1'14'269'0,"-2"4"-31"0,6 2-10 0,-2 5-36 16,2 0-3-16,3 8-25 0,-1-3-95 0,2 3-10 16,2 1-5-16,-2-1-11 0,4-2 6 15,2 0-8-15,-6-1 7 0,4-2-22 0,-2-5-1 16,-2 1 4-16,0-4-11 0,1-3 2 0,-2-3 0 16,1-1 11-16,-4-2 10 0,3 1 10 15,-5-4 11-15,6-3 2 0,-7-1-23 0,0-4-5 16,0 0-3-16,0 0 74 0,0 0-2 0,7-16-15 15,-7 4-11-15,0 0-12 0,0-2-6 16,0-3 3-16,0-1-10 0,3 1 2 0,0 0-15 16,-2-1-8-16,5 0-9 0,1 2-4 0,0 1-7 15,-3 1 15-15,6 2-2 0,0 2-19 0,0 2 3 16,0 2 1-16,4 4 4 0,-3 2-2 16,6 1-5-16,0 2-11 0,0 3 3 0,0 1 3 15,3 2-1-15,-3 1 3 0,0 2-7 0,-6 1 7 16,2-1 5-16,-6 3-2 0,0-1-3 15,-1 0 0-15,-5-1-10 0,-1 0 15 0,-4 3 11 16,1-3-1-16,-7 4-10 0,3-3 13 0,-4-2 0 16,-2 2-10-16,-1-3-3 0,1 1 11 15,-1-3-1-15,-3-2-7 0,0-3-3 0,3 2 1 16,1-2-9-16,-1-2 11 0,1 0-8 0,2-2-18 16,1-2-33-16,0 2-43 0,2-4 2 0,2 2-13 15,6 2-5-15,-1-7-23 0,1 7-23 0,7-12-26 16,4 5-33-16,-1-2-64 0,4 0-135 15,6 1-272-15,8-7 74 0,2 1 47 0</inkml:trace>
  <inkml:trace contextRef="#ctx0" brushRef="#br0" timeOffset="30329.85">22369 2696 711 0,'3'-5'325'0,"-3"2"-107"0,0 3-21 0,0-7-8 15,0 7-17-15,0 0-26 0,-4-5-21 16,4 5-2-16,0 0-21 0,0 0 6 0,-23 12-26 15,15-5 12-15,-1 1-14 0,-1 2-21 16,-1 3-6-16,-2 2 1 0,3-2 13 0,-4 4-24 16,4 0-9-16,3-2-4 0,-1 2-4 0,2-2-3 15,2 0 0-15,-2-1-3 0,6-2 1 0,-3 0-8 16,3 0 5-16,3-2-11 0,0-1 14 16,1-2-1-16,2 0-4 0,1-4 2 0,3-1-8 15,-3-1-3-15,3-2 1 0,1 1 5 0,-1-5-5 16,3 0-6-16,-2 2 80 15,-1-3-15-15,-3 0-11 0,3 3 3 0,-3-1-5 0,-3 0-14 16,2 3-11-16,-6 1-14 0,11-5 11 16,-11 5-21-16,7 0 8 0,-7 0-1 0,10 4 6 15,-7-1-10-15,3 2 0 0,-1 0-8 0,-2-1 2 16,4 0-2-16,-1 2 16 0,1 0-6 16,1-1 10-16,1-2-12 0,-2 1-6 0,3 1-7 15,1-5 36-15,2 1-18 0,1-1 5 0,0-1-3 16,3-3-5-16,0-1 1 0,4-3 1 0,3 0 4 15,-4-4 2-15,3 2-18 0,-2-1 12 0,-4-3 1 16,1 0-13-16,-2-2 16 0,1 1-1 16,-6-2-12-16,0-1 4 0,-1-1-4 0,-4 0 7 15,0 0 5-15,-1-1 6 0,-2 5-13 0,-3 0-11 16,0 1 8-16,0 1 5 0,0 2 13 16,0 0-25-16,0 2-1 0,3 2 1 0,-3 1 7 15,1 0-8-15,-1 6-4 0,0 0 1 0,6-1 6 16,-6 1-7-16,10 12-1 0,-6-4 8 0,3 3-10 15,0 1 20-15,3 1-15 0,-4 1 8 16,2-2-11-16,-1 3-2 0,-1 0 15 0,-3-2-13 16,0 2 8-16,-2-2 5 0,-2-1-2 0,-2 1-3 15,-3 0 2-15,-1 2-4 0,-4-5 9 16,1 2 6-16,-3-3-3 0,-1-1 6 0,1 0-8 16,-5-3 4-16,2 1 19 0,-2-4-80 15,2 0 3-15,1-2 8 0,-1-3 0 0,-2 0 12 16,1-2 3-16,5-2-3 0,-3 2 16 0,1-3 2 15,7 2 1-15,-1 0-6 0,-4-1 5 0,5 2 1 16,3 0-4-16,-2 1 1 0,3 0 0 0,-2 1-11 16,5 3 16-16,0 0 3 0,0 0-11 15,0 0-5-15,0 0 15 0,0 0-9 0,28 11 9 16,-17-6 3-16,2 2-13 0,4-1 3 0,-3 1 10 16,3 0 3-16,0 0-6 0,3-1 6 15,2-1-11-15,4 0 5 0,1-2 16 0,-2-1-18 16,5 0-15-16,-2 0-1 0,2-4 6 0,-2 0-1 15,0-1-7-15,2 0 8 0,-2-5 2 16,2-1-2-16,-6 2-1 0,0-3 1 0,0-2 5 16,-3 0-13-16,-2-1 15 0,-4-2-20 0,1-1 18 15,-2-1 5-15,-4-1-6 0,-3 1 9 0,1 0 2 16,-2 1-3-16,-2 3-2 0,-1 1 0 0,-3 0 2 16,3 2 9-16,-3 2-6 0,-3 0-6 15,3 2 1-15,-3 0-2 0,2 4 12 0,-5 1-13 16,6 1 11-16,-11 3-6 0,4 4-2 0,-2 0 2 15,2 4 1-15,-1 1-6 0,2 1 6 16,2 0-6-16,1 2 13 0,0 2-13 0,3-4-2 16,0 4 8-16,3-1 2 0,1 1-8 0,2 0 5 15,1-2-2-15,7 2 5 0,-1-1 21 16,1-2-29-16,3-1 8 0,4 1 5 16,3-3 3-16,0 1-3 0,3-8-8 0,0 2 16 0,4-3-5 15,0-3 10-15,2-2-23 0,-2-1 5 0,5-4 7 16,-2-2 9-16,-1 0-19 0,-5-3 24 0,-5 2-21 15,4-5 0-15,-9 2 10 0,-4-1-5 16,0-3 5-16,-4 0 0 0,-4 2-20 0,-2-2 18 16,0 3 17-16,-4 2-17 0,0-1 8 0,-4 2-14 15,3 2 6-15,-5 0-1 0,-1 3 4 16,0 3-14-16,-3 2 1 0,-3 1-1 0,3 3-7 16,-5 5 10-16,2 0 0 0,-1 1 5 0,4 2-18 15,-3 2 11-15,5-1 9 0,1 3 11 16,-2 1-33-16,5-3 7 0,1 0-2 0,3 1 2 15,0-3 8-15,0 1-5 0,3-3 2 0,1 0 3 16,-1 0 3-16,7-3 7 0,-3-1 6 16,6-1-9-16,-2-3-9 0,3-1 9 0,-1-1-7 0,0-3 13 15,2-3-18-15,1 1 10 0,-2-4-15 0,0 0 5 16,0-7 13-16,-4-1-14 0,1 0 4 16,-1-4-3-16,-4-2 7 0,-1-2-12 0,-4-1 10 15,-1-5-2-15,-1-2-6 0,-4-3 10 0,-1 0 6 16,-1-11-13-16,-4 2 10 0,1 8-5 15,5 7 0-15,-7 2 10 0,5 6-5 0,0 2 1 16,1 3 1-16,2 1-9 0,-3 3 9 0,4 1-4 16,-1 4-16-16,1 3 13 0,0 2-13 15,3 4 16-15,-7 4-8 0,7-4 0 0,0 13-3 16,0 2 3-16,0 2-3 0,3 7 24 0,0 2-22 16,4 4 17-16,0 1-14 0,4 1 13 15,5 10-25-15,2-1 7 0,3-1-25 0,2-5-57 16,4-1-43-16,1 1-89 0,5 0-546 0,-1-4 92 15,1 0 28-15,1-5 65 0</inkml:trace>
  <inkml:trace contextRef="#ctx0" brushRef="#br0" timeOffset="30979.77">25072 2442 808 0,'-11'0'261'16,"11"0"-28"-16,-19 6-36 0,9 0 1 15,-1 4-32-15,-2 1-23 0,0 2-12 0,-2 1-6 16,-1 1-12-16,2 1-13 0,0 1 0 0,0-3-29 15,4 1 16-15,0 0-15 0,1-3-6 0,1-1-12 16,6 0-13-16,-3-1 5 0,5-3-2 16,0 0-14-16,3-1 6 0,1-1-23 0,2-5 2 15,-6 0-15-15,21 0 26 0,-11-3-26 0,4-1 3 16,-1 0-11-16,-2 2 11 0,1 0-14 16,-4 0-7-16,-1 2-12 0,-7 0 9 0,14 2-12 15,-7 1 20-15,-1 2 0 0,-2 2 13 0,3 0 0 16,0-1 3-16,-4 1 7 0,1 2-10 15,2-1 5-15,-2 0 11 0,3-2 1 0,-1 1-9 16,-2 0-3-16,3 0 6 0,-1-3 1 0,-2 3 14 16,7-2 61-16,-2-2-8 0,1 1-12 0,1-1-8 15,3-1 7-15,3-2-9 0,-1 0-22 16,-1 0-6-16,4-3-4 0,-1-3-4 0,0 2-9 16,-5-4-1-16,4-1-14 0,-4-3-5 15,-2-1-2-15,0-4-15 0,-1-3 7 0,-4 0 18 16,1-4-5-16,-3-1 2 0,-1 1 3 0,1 4 18 15,-4 0 18-15,3 1 5 0,-3 3-5 0,0 2-6 16,0 3-7-16,0 0 0 0,0 4-7 0,-3 3-3 16,3 4 4-16,0 0 1 0,0 0-5 15,-7 23 3-15,7-6-6 0,-4 8 3 0,3 0 10 16,1 6 2-16,-1 5-4 0,-1 1-9 0,-1 2 4 16,3 3 7-16,0 12-10 0,0 0-11 15,0 1 16-15,5-3-5 0,-4 2-5 0,4-2-6 16,2-3-2-16,-1-8-28 0,1-6-18 0,-1-1-44 15,2-6-53-15,-2-4-108 0,-2-8-79 16,3-3-425-16,-4-4 33 0,0-6 87 0,2-5 57 16,-5 2 63-16</inkml:trace>
  <inkml:trace contextRef="#ctx0" brushRef="#br0" timeOffset="31246.6">25322 2660 719 0,'5'-21'261'0,"-3"3"0"0,5 3-28 16,-3 3-26-16,2 1-22 0,1-2-19 15,4 3-13-15,-2 0-25 0,2 2-12 0,3 1-14 16,-1 1 3-16,1 4-18 0,0 2-5 0,3 1-16 16,0 4-2-16,0 1-7 0,-2 3 7 0,-2 1-16 15,-3 2 14-15,0 1-14 0,2 0-9 16,-10 4 4-16,1-3-17 0,-3 0 15 0,-3 3-18 16,-5-4 77-16,1 5-11 0,-6 1 4 15,-4-4-22-15,0 4 6 0,-4 0-18 0,1-4-8 16,0 0-2-16,2-2-1 0,-3 0-78 0,4-1 1 15,-3 1-1-15,7-4 14 0,1 0-2 16,-1 0-25-16,4-3-11 0,-2-2-10 0,4 2-51 16,4-3-90-16,-1 0-176 0,4-3-384 0,0 0 86 15,0 0 44-15,17-12 59 0</inkml:trace>
  <inkml:trace contextRef="#ctx0" brushRef="#br0" timeOffset="31466.65">25772 2481 839 0,'2'10'315'16,"1"1"-28"-16,0 7-37 0,-3 1-17 0,4 6-15 15,-4 2-100-15,3 8-3 0,-3 2-20 0,0 3 2 16,0 2-20-16,0 11 5 0,0 2-8 16,0 0-10-16,0 1 5 0,-3-1-8 0,3-10-9 15,-1 10-1-15,1-11-21 0,0-6-9 16,0-1-3-16,0-4-23 0,1-1-31 0,-1-6-64 15,0-4-51-15,0-3-79 0,0-5-285 0,3-6-166 16,-3-5 85-16,0-3 46 0</inkml:trace>
  <inkml:trace contextRef="#ctx0" brushRef="#br0" timeOffset="31746.87">25743 2745 826 0,'3'-18'277'0,"0"2"-19"16,1 1-17-16,2 2-41 0,-1 0-14 0,3 1-12 15,-3-1-20-15,5 3-23 0,-2 0-11 16,5 1-13-16,-3 4-14 0,1 0-9 0,2 3-12 16,1 2-6-16,-1 4-20 0,1 1 5 15,3 2-2-15,-4 2-18 0,1 3 74 0,-3 0 5 0,3 4-18 16,-8-2-15-16,4 4 0 0,-6-2-13 16,3 0-75-16,-7 3-1 0,0-1 4 0,-7 0 10 15,3 0-12-15,-6 2 8 0,0-1 9 16,-4-1-9-16,-2 0-3 0,1-3 2 0,-1 0 3 15,-2-1-10-15,1-3-6 0,4-2-12 0,-1-2-20 16,0-3-52-16,1-2-100 0,2-4-235 16,1-1-289-16,3-4 45 0,-3-3 78 0,6-1 56 15</inkml:trace>
  <inkml:trace contextRef="#ctx0" brushRef="#br0" timeOffset="33379.75">26095 2488 816 0,'14'6'253'0,"-1"0"-22"0,4 2-21 16,-3 5-11-16,5 2-17 0,-4 2-10 0,-1 1-3 15,1 0-13-15,-2 3-8 0,-3-2-81 0,-4 3 2 16,1-2-18-16,0 0 0 0,-5 0-5 16,-2-2 8-16,-2-1-16 0,-5 1-15 0,6 1 11 15,-5-4 2-15,0 0-6 0,2-5 9 0,1 0 68 16,-4-1 1-16,3-1-16 0,0-6-8 0,-2-1-4 15,6-1-14-15,0 0-4 0,-10-8-9 16,10-1-7-16,0-2-15 0,0-1 10 0,5-6-2 16,-3 0-16-16,8-5-3 0,1 0-7 15,5-2 5-15,0 0 0 0,-1 2 0 0,6 0 0 16,-1 1-11-16,0 0 6 0,1 2 0 0,0 3-3 16,-4 2 0-16,0 3-5 0,0 1 3 15,0 3-8-15,-3-2-2 0,0 6 2 0,-1-1-16 16,1 4 8-16,-1 2 8 0,-1 2 6 0,0 1-9 15,-1 2 11-15,3 3-8 0,-1 0 7 0,-3 2 4 16,4-1-1-16,-4 1-2 0,0 1-1 0,1 0-12 16,-1 0 8-16,0 0-1 0,0-2-4 15,-3-1 4-15,0-1 8 0,0-2-2 0,0 2 2 16,0-3 1-16,2 0-11 0,-2-3 5 0,1-1 5 16,-8-1-5-16,18-3-5 0,-13-2 8 15,3 0-13-15,1-3-3 0,-5-6-15 0,3-2 13 16,-4-2-13-16,1-6 2 0,-4-1-2 15,0-1 10-15,0 2 18 0,-7 1-10 0,6 5 10 0,-5-1-7 16,-1 4-6-16,1 0 6 0,-5 5-11 16,-2 2 10-16,3 3-4 0,-5 3 9 0,2 2 8 15,-4 4-10-15,0 0-2 0,3 3 10 0,0 2-3 16,2-1 2-16,0 2 4 0,2 2-4 0,3-4 6 16,0 3-13-16,4-3 13 0,0 3-3 15,3-4 16-15,3-1-16 0,3 1 8 0,1-2-3 16,7-2-10-16,0-2 18 0,6-1-10 15,1-3-3-15,3-1-4 0,6-3 4 0,7-1-13 16,12-6 3-16,-1-1-25 0,3 0-4 0,-3-1 4 16,1 1-8-16,-9 3-21 0,-9 2 15 15,0 0-4-15,-7 3-3 0,-1-1 20 0,-6 2 1 16,-3 2-14-16,-3-1 19 0,-5 5 4 0,-2-2-14 16,-4 2 7-16,0 0 5 0,0 0 10 0,-21 17 16 15,8-7 7-15,-5 3 8 0,1 4-2 0,-4 1-6 16,2 2 3-16,-2 0-5 0,7-2-6 15,-3 4 16-15,6-4-10 0,-2 1 0 0,3 0 5 16,2 0-3-16,2-4-10 0,2 0 1 0,1-3 17 16,0-1 5-16,0 1-10 0,6-2 7 15,0-1-12-15,1-3-8 0,2 1 0 0,5-5-2 16,-1 1-1-16,3-5-2 0,1-1-10 16,0-3 5-16,0-1-8 0,3-5 8 0,0-4-5 15,-4 0 5-15,4 0-5 0,-6-2 2 0,3 3 23 0,-4 2 3 16,-1 2-3-16,-1 3-20 0,-4 1 0 15,2 0 13-15,-2 3 0 0,-4 4-3 0,0 0-5 16,0 0 2-16,0 0-4 0,3 14 4 16,-3-7 11-16,0 3-13 0,0-1 3 0,-3 1-8 15,6 1 17-15,-3-1-7 0,0 0-2 0,3-1 2 16,0 1-2-16,-2-1 2 0,6-1 13 16,-2-2-23-16,0 0 17 0,2-1 9 0,4-2-6 15,2-1-12-15,0-1 4 0,5-2-1 0,2-4 6 16,3-2 4-16,1-1-11 0,4-5 8 0,-1 0-26 15,-2-3 13-15,2 1-3 0,0-1 11 0,0 3 2 16,1-1-2-16,-1 1-6 0,-3 5 4 16,-3-1-4-16,-1 4-20 0,-3 2 5 0,-3-1 1 15,0 3 9-15,-1 1 6 0,1 0-11 0,-1 0 3 16,-3 1-3-16,1 3 0 0,-4-4 1 16,3 2 12-16,-3-1 0 0,0 1-18 0,0-2 3 15,-7 0 2-15,10 3 3 0,-1-2 21 16,-9-1-11-16,8 2 0 0,-8-2-3 0,0 0 3 15,0 0-2-15,7-6 2 0,-7 6-7 0,0-5 9 16,0 5-12-16,0 0 5 0,-7-10 0 0,1 8 8 16,6 2-16-16,-14-1 0 0,4 2 11 0,-1 3 2 15,1-1-5-15,-3 5-5 0,-2 1 2 16,2 2 3-16,-4 2 8 0,7-1 0 0,-2 3 0 16,-1 0 22-16,4 0-9 0,2-2-6 0,-1 1 3 15,2 0 5-15,6-2-3 0,0 1 9 16,0-2-4-16,3 0-7 0,0 1 8 0,5-2-21 15,5 0 5-15,-3-3-56 0,8 1 5 0,2-2-13 16,0-2 24-16,1-2-4 0,3 0 4 16,-1-2-6-16,1-4 3 0,1 0-6 0,2-3 16 15,4-5 5-15,-1-3-20 0,-2-4 2 0,3-9-2 16,-2-5-9-16,-7-1-4 0,-5-7 0 16,1-1 8-16,-8-5-4 0,-1-1-4 0,-5 5 5 15,-1 6 10-15,-3 1 6 0,0-1 12 0,0 7 15 0,0 5 11 16,-3 0 17-16,3 3-12 0,0 3-5 15,-3 3-5-15,3 3-9 0,0 0 9 0,-1 2-6 16,-2 5 1-16,0 3 4 0,3 3-4 0,0 0 17 16,-13 11-15-16,8-1-7 0,-1 5 1 15,4 2 4-15,-3 8-1 0,2 0 1 0,0 0 12 16,2 3-15-16,-2 2 18 0,3-1 2 0,0-3-2 16,0 3 15-16,0-2-23 0,0-2 5 15,3-4-7-15,-3 0 10 0,1-4-3 0,-1-1 5 16,3-2 13-16,-3-3 8 0,3 0-10 0,0-5-6 15,1-2 8-15,2-2 1 0,-6-2-19 0,15-8 5 16,-2-1-2-16,1-5-3 0,3-1 8 16,0 0-10-16,0 2 0 0,0 1-6 0,-1 2-2 15,-4 2 5-15,1 1-10 0,1 3 0 0,-4 2 0 16,0 2 10-16,1 2-10 0,-1 1-3 0,-1 3 3 16,2 1 10-16,-4 0-12 0,3-1 4 15,-2 1 0-15,1 1 3 0,-2-1 8 0,0-1 13 16,1 0-21-16,-2-1 0 0,1 0 5 0,2-2-5 15,-1 0 0-15,2 0 2 0,-3 0 1 16,3-2-13-16,-1-1-11 0,-1 0-30 0,-8 0-44 16,10 0-64-16,-10 0-109 0,0 0-533 0,0 0 99 15,0 0 60-15,0 0 63 0,-41-2 60 16</inkml:trace>
  <inkml:trace contextRef="#ctx0" brushRef="#br0" timeOffset="43945.33">4479 5753 749 0,'-3'-5'277'15,"-1"2"-47"-15,4 3-27 0,0 0-12 0,-3-4-22 16,3 4-20-16,0 0-19 0,0 0-4 16,0 0-26-16,0 0 10 0,0 19-31 0,3-9 6 15,-2 4-19-15,2 2-7 0,0 1-8 16,1 1-5-16,0 6 5 0,-1-1-12 0,1-2 7 16,-1 4-5-16,0 0-10 0,1-2-1 0,2 1-12 15,-2-7-36-15,0 2-48 0,2-2-78 0,-3-3-135 16,1-2-424-16,2 0 57 0,2-5 55 0,-5-5 64 15</inkml:trace>
  <inkml:trace contextRef="#ctx0" brushRef="#br0" timeOffset="44095.49">4473 5659 670 0,'-1'-5'259'16,"1"5"-24"-16,0 0-38 0,0 0-38 0,0 0-57 15,0 0-94-15,15 0-205 0,-5 5-397 16,3-3 31-16</inkml:trace>
  <inkml:trace contextRef="#ctx0" brushRef="#br0" timeOffset="44361.32">4959 5510 811 0,'-11'1'228'0,"11"-1"-16"0,-11 9-10 0,8-1-22 16,-4 2-17-16,4 5-1 0,0 0-22 0,0 3 11 16,2 5-25-16,1 2 35 0,1 1 0 15,2 0-17-15,1 1-16 0,2 5-16 0,0-2-12 16,2 4 0-16,2-7-23 0,0 4 0 0,1 2-6 15,2-5-32-15,-3 3-29 0,1-6-84 16,2 1-85-16,1-7-143 0,-4 3-451 0,0-4 47 16,-3-2 81-16,1-3 75 0</inkml:trace>
  <inkml:trace contextRef="#ctx0" brushRef="#br0" timeOffset="44544.78">4879 6085 760 0,'0'0'279'16,"-7"-3"-28"-16,7 3-18 0,-6-4 56 16,6 4-28-16,-3-3-31 0,3 3-30 0,0 0-8 15,0-8-21-15,0 8-4 0,10-10-32 0,0 4-27 16,0-1-29-16,1 1-51 0,6 2-53 0,-4-4-78 16,2 3-173-16,4 1-456 0,-4-2 41 15,4 4 69-15,-4-4 77 0</inkml:trace>
  <inkml:trace contextRef="#ctx0" brushRef="#br0" timeOffset="45594.51">6186 5467 729 0,'-7'11'287'0,"7"-3"-29"16,0 3-25-16,0 3-23 0,3 4-15 0,1 6-93 15,2-1-2-15,-2 2-18 0,3 6-5 16,3-2-14-16,0 1-9 0,0-1-5 0,-2-1 7 16,1-1-10-16,-2-2-2 0,0-4-3 0,0 1 18 15,0-2-24-15,-4-1-17 0,0-5 21 16,1 1-16-16,-1-3 15 0,0-1-10 0,2-3 24 0,-2 0 9 15,-3-1-5-15,3-4 6 0,-3-3-9 16,0 0-12-16,0 0 6 0,0 0 55 0,4-22-10 16,-4 12-10-16,0-2-3 0,3-3-15 15,0 2-10-15,-2 1-3 0,2 3-2 0,0-4-6 16,1 5-12-16,0 0 0 0,-1 4-11 0,0-2 16 16,0 3-26-16,4-1 11 0,-7 4-8 15,0 0 2-15,13 4-5 0,-5-1 6 0,-1 3 2 16,0-2-18-16,3 4 20 0,-3-1-2 0,3 1-10 15,-3-2 2-15,3 3-8 0,0-1 1 0,-3 0-3 16,4 0 3-16,-2-5 14 0,1 4-17 16,0-1 11-16,1-4-11 0,0 3-8 0,0-3 3 15,1-4 7-15,-1-1-2 0,2 0 8 0,-2-3-8 16,3-1 8-16,-4 1-6 0,0-6-9 16,4 1-68-16,-7-3 9 0,2 3 17 0,-2-4 21 15,0 3-8-15,0 0-5 0,-3 4 21 0,2-2 2 16,-3 3 3-16,1 0-8 0,-1 3-13 15,1-3 5-15,-3 5 10 0,-1 2 4 0,6-5 4 16,-6 5-3-16,0 0 1 0,6 10 15 0,-5-3-28 16,2 0 30-16,1 0-12 0,-1 2 0 0,4 0 0 15,-4-2 5-15,1 2 0 0,2 0 2 16,-2-1-5-16,2 2 13 0,2-4-2 0,2 2-16 16,0-2 5-16,1-1 11 0,2-1-23 0,0-1-3 15,1-3-3-15,-3 0 8 0,3 0-5 16,-1-1 15-16,1-5-7 0,-1 3-6 0,-3-5 9 15,1 1 9-15,-1-3-10 0,-6 1 6 0,2-3 4 16,1 3 3-16,-3-1 13 0,-1 0 7 16,0 2-9-16,-2 0 12 0,2 2-18 0,0-1-3 15,-3 3 9-15,3-2-11 0,-3 6 10 0,0-7 10 16,0 7-15-16,0 0-2 0,0 0 20 0,0 0-20 16,0 0-14-16,0 19 9 0,1-14-6 15,2 2 0-15,-3 1 3 0,3 0-13 0,1 1-12 16,0-2-63-16,5 2-40 0,-2-1-51 0,4 0-149 15,2 0-383-15,2-5 35 0,1 1 77 0,-3-2 69 16</inkml:trace>
  <inkml:trace contextRef="#ctx0" brushRef="#br0" timeOffset="46261">7272 5751 752 0,'1'9'205'0,"-2"2"-11"0,2 0-14 16,-1 0-17-16,0 0-24 0,0 3-14 0,0 0 8 16,3-3-25-16,-3 3-9 0,0-4-17 15,0 1-5-15,0-3-15 0,0 2 9 0,0-3 1 16,0 1-11-16,3-2 19 0,-3-3-11 0,0-3 0 16,0 0-13-16,0 0-5 0,0 0-4 15,0 0-9-15,3-19 0 0,-3 10-15 0,1-5 11 16,3 3 7-16,-4-3 0 0,3 2-3 0,-3-1 5 15,3 2-14-15,-2 1-4 0,2 1-2 0,0-1-20 16,-3 6 10-16,3-4-8 0,0 5 5 16,1 0-5-16,-4 3 18 0,14 1-13 0,-7 3-15 15,0 3 85-15,3-1-14 0,0 6-10 16,-3-3-4-16,3 0-1 0,-2 2-20 0,1 1 15 0,-2-3-8 16,-1 0-10-16,2-1 3 0,-4 1 0 15,2-1-6-15,-2-1 3 0,2-2 6 0,-3 0-16 16,1-2 10-16,0 2-5 0,-4-5 2 0,0 0 1 15,0 0-11-15,0 0 3 0,13-13 3 16,-10 8-6-16,-2-7-2 0,2 0 0 0,0-2 7 16,-3-1-20-16,4 0 5 0,-1 1 0 15,-2-2 0-15,2 5 3 0,0-1 0 0,-3 1 5 16,3 2-21-16,-2 0 5 0,2 2 1 0,-3-2-8 16,3 4 7-16,0 2 6 0,-3 3-11 15,8-6-2-15,-8 6 7 0,10 0 8 0,-10 0-5 16,10 6-10-16,-10-6 2 0,14 4-2 0,-7 0 10 15,-1-1 3-15,1-2-8 0,0 2 12 0,0-1 3 16,-7-2-12-16,14 2-3 0,-4-2-3 0,-10 0-12 16,14-2 2-16,-5-3 10 0,2 2 0 15,-4-2-12-15,0-3 7 0,2 2 8 0,-1-4-10 16,-1 1 12-16,-1-1 8 0,-2 0-7 16,2 2-6-16,-1-1 0 0,-2 1 8 0,1 1 0 15,-1 0-5-15,0 3 0 0,0 1-8 0,-3 3 0 16,0 0 21-16,0 0-8 0,0 0-3 0,10 12-2 15,-6-4 13-15,-3 0-5 0,2 3 4 16,0 3-9-16,0-3-9 0,1 6 4 0,-4-3 2 16,6 3 0-16,-3-1-59 0,1-3-100 0,1 2-527 15,1 0-87-15,-3 1 56 0,0-8 84 0,-3 0 62 16</inkml:trace>
  <inkml:trace contextRef="#ctx0" brushRef="#br0" timeOffset="46977.82">8202 5600 724 0,'-7'-4'261'0,"7"4"-31"0,-10 0-17 0,10 0-8 16,-14 5-26-16,4 1-13 0,0-2-17 0,-3 6-14 15,3 3-9-15,-1-4-14 0,1 5 4 0,3 0-22 16,-3 0 47-16,3 1-3 0,3 1-23 15,-2-3-5-15,5 1-2 0,1 0-26 0,0-3-5 16,0 0-6-16,4 1 4 0,-1-3-14 0,5 0-10 16,-2-2 13-16,4-3-15 0,0-1-6 15,4-1-2-15,-3-4-20 0,2-3 9 0,1 3 1 16,0-5 2-16,2-4-20 0,-6-1-2 0,5-3 4 16,-2-2 13-16,-2-1-15 0,-4-1-11 15,-1-2 1-15,-2-4 15 0,-1-3-21 0,0 1 26 16,-3-3-10-16,0 3-5 0,-3 0 20 15,3 2-8-15,-3 4-2 0,2 2 3 0,-2 3-1 0,3 1-2 16,-3 5-10-16,3 1 2 0,-3 3-10 16,2 4 5-16,1 2 6 0,0 0-1 0,0 0 5 15,-6 20-10-15,3-7 5 0,3 4-20 0,0-1 8 16,0 1 4-16,3 2 8 0,-3-1-15 16,3 0 5-16,0 2 0 0,1-2-2 0,2 0 4 15,-2-3-2-15,4 1 3 0,1-3-6 0,-2 0 3 16,3-2-10-16,4-3 5 0,-4-1-10 15,4-1-3-15,0-5 7 0,3-2-17 0,-1 0 3 16,-1-6 2-16,1 1 5 0,-1-4-8 0,-2 1 11 16,1 0-8-16,-4 1 13 0,0 0 4 0,-3 0 9 15,0 2 0-15,3 2-11 0,-7-1 3 0,4 3 7 16,-7 2-7-16,7 0 23 0,-7 0-26 16,0 0 8-16,10 9 0 0,-9-2 6 0,2 2 1 15,0-1-4-15,0 0 4 0,0 1 4 16,1 0-11-16,3 2 2 0,-3 1-71 0,2-2-33 15,-2-1-52-15,2-1-48 0,2 0-156 0,-1 0-438 16,2-1 115-16,-2-5 13 0,1 1 61 16,-8-3 64-16</inkml:trace>
  <inkml:trace contextRef="#ctx0" brushRef="#br0" timeOffset="47278.17">8821 5229 675 0,'0'13'236'0,"4"5"-21"16,-1 1 7-16,-3 6-53 0,4 3-12 0,-1-1-14 16,0 0-18-16,-2 3-4 0,2 1-9 0,0 4-4 15,0-1-31-15,-3-5-72 0,1 1-49 0,-1-2-92 16,2 1-84-16,-1-2-95 0,-1-7-307 0,0 1 85 16</inkml:trace>
  <inkml:trace contextRef="#ctx0" brushRef="#br0" timeOffset="47861">8817 5770 709 0,'0'-4'248'0,"-3"-2"5"0,3 6-28 16,0-10 52-16,-3 5-19 0,3 5-12 0,0-9-15 16,0 5-32-16,3-2-32 0,0 0-9 0,1-1-22 15,3 3-11-15,3-5-9 0,0 1-14 0,4 1-5 16,0-2-10-16,3 0-2 0,-4 2-14 16,5-2-14-16,-4 1-4 0,3 1-4 0,-4-1-3 15,1 5 0-15,-4-4-5 0,0 5-13 16,1-3-17-16,-5 4 17 0,1 0 2 0,-7 1-19 15,14 1 7-15,-14-1-8 0,11 3-2 0,-5 1 7 16,-3-3 8-16,-3-1-18 0,11 7 16 16,-8-4-4-16,1-2-9 0,-1 4-8 0,-3-5 5 15,10 2 8-15,-7 3-13 0,-3-5-3 0,11 1-14 16,-11-1-4-16,13 0 11 0,-13 0-11 0,15-6 9 16,-9 4-4-16,1-4 14 0,0 0-11 15,3 0 10-15,-3-3 6 0,0-1-6 0,-1-1 3 16,-2 3 0-16,3-2 11 0,-3 2-6 0,2 1 2 15,-3 0-4-15,1 2-6 0,-1-1-2 16,0 5 8-16,-3 1-1 0,0 0 1 0,18 8 2 16,-14 3 5-16,5 3-5 0,2 5 0 0,-4 6 8 15,3 6-66-15,7 13-1 0,-7 2 15 0,4 0-7 16,-4 1 13-16,0-1 0 0,-3 0-1 16,4-6 14-16,-5-5 5 0,-2-2-11 0,-1 1 13 15,-3-8-10-15,3 0 8 0,-6 1 7 0,3-5 16 16,-3-4-8-16,-1 0 13 0,1-3-3 15,-4-1 5-15,-3-4 6 0,-1-3-8 0,-1-6 2 16,0 0-2-16,-4-3-3 0,-2-2 8 0,2 0 0 16,-1-5-5-16,3 1 7 0,-4-5-5 15,1 1-17-15,4 2 7 0,3-5 59 0,-1 1 0 16,4-1 2-16,-2 0-9 0,5-4 7 0,1 1-10 16,3-1-16-16,0 2-7 0,3-4-3 0,4 1 0 15,-1-1 5-15,4 1-7 0,1 2-11 16,2 2-61-16,-1-1-8 0,4 0-22 0,1 2-19 15,-6 0-13-15,6 4-30 0,-4 0-51 0,0-1-95 16,-5 5-233-16,5 3-254 0,-3-4 44 0,-2 2 103 16,-1-1 55-16</inkml:trace>
  <inkml:trace contextRef="#ctx0" brushRef="#br0" timeOffset="48578.06">10039 5341 691 0,'0'0'261'0,"-1"-6"-44"0,1 6-15 0,-3-6-15 16,3 6-23-16,0 0-10 0,0 0-11 0,0 0-25 16,0 0-8-16,7 16 0 0,-1-8-20 0,2-1-19 15,-2 1 6-15,1 2-16 0,3-2-2 0,1 3 0 16,2 1 0-16,0-4-18 0,5 3 74 15,0-1-18-15,1 2 6 0,2-2-19 0,0-2-12 16,2 0-5-16,-2 1-3 0,0-2 0 16,-1-2-13-16,-3 1-10 0,1 0-16 0,-5-4 9 15,0 4 1-15,-2-3-1 0,-1 2-11 0,-3-2 0 16,-1 1-5-16,2 0-8 0,-2 1 18 16,-5 0-2-16,2 2-1 0,-3 1 3 0,-4 3 3 15,1 1 2-15,-4 1-76 0,-3 1 20 0,0 4 5 16,0-1-10-16,-4 0 89 0,4 2-4 0,-4-1-14 15,3-1 6-15,-2 1-11 0,2-2-2 16,-2 1 0-16,2 0 5 0,1-1-8 0,1 0-7 16,2-5 2-16,-1 3-5 0,1-3-10 0,1-3 12 15,-1 2-17-15,4-3 12 0,-4 1 3 0,6-2-15 16,-2 2 7-16,0-5-4 0,-1 3 7 16,1-2-13-16,3 0-13 0,0-4-10 0,-6 8-25 15,6-8-47-15,-1 3-51 0,-2 1-82 0,3-4-437 16,0 0-141-16,0 0 92 0,0 0 48 15,0 0 68-15,17-9 68 0</inkml:trace>
  <inkml:trace contextRef="#ctx0" brushRef="#br0" timeOffset="49161.34">10913 5742 1036 0,'3'-6'300'0,"-2"2"-24"16,3-2-40-16,-1 1-19 0,0 1-20 15,0-2-15-15,1 4-31 0,2-4-15 0,-2 3 4 0,3-1-9 16,0 1-21-16,-3 2-20 0,5-3-3 15,-2 2-3-15,1 2-12 0,-8 0-11 0,16-1-10 16,-5 2 8-16,-11-1-18 0,16 0-10 0,-9 0 5 16,4 2-3-16,-5 2 3 0,4-4-3 15,-3 0 1-15,1 1-24 0,-8-1 0 0,16 2 5 16,-5-1 3-16,-4-1-13 0,-7 0 1 0,16 0 17 16,-5-3-8-16,-1 2-5 0,0 0-5 15,1-2 8-15,-1 1-8 0,0 1 5 0,1 1-4 16,-4-1 4-16,-7 1-8 0,16 0 3 0,-5 1-12 15,-11-1 2-15,16 1 7 0,-8 1 11 0,-1 2-10 16,0-1-14-16,2-1 9 0,-1 2-1 16,-1-2 16-16,2 4-10 0,-2-4-3 0,0 0 0 15,3 2 5-15,-3-1 2 0,0 0 4 0,0-1-6 16,3-1-13-16,-3 1 16 0,3-1-8 16,1-1 0-16,-4 0-3 0,5-1 8 0,-1 1-5 15,0 0 8-15,-1-3-13 0,3-1 7 16,-3 1 4-16,1 1-9 0,-1-4-7 0,0 3 12 15,-3-3 9-15,4 5-14 0,-4-6 0 0,2 6-7 16,-5-5 15-16,3 4-2 0,0 0 5 0,-1-2-1 16,-6 4 3-16,7-3-12 0,-4 0 10 15,-3 3-6-15,8-2-15 0,-8 2-5 0,0 0-33 0,0 0-87 16,0 0-185-16,0 0-480 0,0 0 35 16,0 0 105-16,0 0 82 0,-18 12 48 0</inkml:trace>
  <inkml:trace contextRef="#ctx0" brushRef="#br0" timeOffset="49627.88">12736 5393 670 0,'0'-5'238'0,"0"5"-7"0,0 0-24 15,0 0-25-15,13 21-6 0,-3-10-17 0,-2 4-16 16,5 3 1-16,0 4-34 0,2 3 69 15,1 0-26-15,1 0 1 0,1 0-16 0,-5 3-20 16,5-3-16-16,-5 0-2 0,0 1-20 0,1 2-34 16,-4-7-90-16,1-1-143 0,-4-1-558 0,-1-1 44 15,1-3 61-15,-4-4 67 0</inkml:trace>
  <inkml:trace contextRef="#ctx0" brushRef="#br0" timeOffset="50011.27">12786 5242 1144 0,'0'-6'325'0,"0"6"-44"16,4-8-25-16,-4 8-30 0,8-2-42 16,-8 2 0-16,13 2-25 0,-4 5-18 0,2 1-11 15,-1 6-10-15,0 4-4 0,1 0-19 0,-1 6-7 16,-3 0-6-16,0 2-17 0,-3-1 2 15,-1 3-10-15,-6 2-11 0,-1 2 8 0,0-3-17 16,-3 3-3-16,-2 0 7 0,2-4-15 0,-1-3-58 16,2-3-1-16,-1-1 3 0,0 0 5 15,0-6 5-15,0-1 0 0,4 0 5 0,-3-1 3 0,5-4 10 16,-2 1-13-16,0-2 8 0,3-4 0 16,-3 2 7-16,6 0-7 0,-3-6 0 0,7 2 3 15,2 0 14-15,2-4-1 0,-1 1-9 0,3-3-7 16,5 1 0-16,-1 0 0 0,3-4 5 15,-2 0 0-15,2 2 5 0,4 1-13 16,0-4-5-16,-7 3-30 0,3 1-6 0,-2-2-33 0,-1 2 3 16,0 0-77-16,-4 1-13 0,-2 1-120 15,-1 0-198-15,0 1-201 0,-3-2 30 0,3 2 105 16</inkml:trace>
  <inkml:trace contextRef="#ctx0" brushRef="#br0" timeOffset="50610.54">13901 5334 593 0,'7'23'246'0,"-3"-2"-3"0,-1-2-25 16,3 1-24-16,-2 1-17 0,2 2-16 15,2 0-10-15,-1-3-28 0,-1 5 67 0,1-1-1 16,4-1-33-16,-4-2-13 0,2 3-12 0,1-3-18 15,-2-2-52-15,2 4-23 0,-3-6-89 16,3-1-200-16,-3 1-478 0,0-6 48 0,-1-2 79 16,-3-2 57-16</inkml:trace>
  <inkml:trace contextRef="#ctx0" brushRef="#br0" timeOffset="51861.71">13750 5617 1059 0,'-3'-4'272'0,"0"0"-19"16,3-2-18-16,0 6-17 0,0-10-31 16,0 3-8-16,6 0-28 0,2 0-18 0,2 1-15 15,3-3-16-15,8-1-7 0,0 1 0 0,3-1-16 16,2 2-5-16,5-2-5 0,4 0-30 0,-1-2-14 16,0 2 1-16,0 0-13 0,-3 1 15 15,0 0-31-15,0-5 9 0,-7 6-6 0,-4-3 12 16,1 1 4-16,-1-2-16 0,-6 1 0 0,0-3-3 15,-7 3-5-15,2-2 16 0,-5 2 0 0,2 1 12 16,-2 1 11-16,-4 2-5 0,0-1-3 0,-4 2-8 16,1 2 11-16,0-1-14 0,-4 5 17 15,7 0-22-15,-17 6 16 0,10 2-20 0,-3 3 7 16,0 3 5-16,2-1 6 0,-1 3-16 0,2 5 3 16,4-4-6-16,-1 2 3 0,0-1-5 15,4 3 3-15,4-3 5 0,0 5 4 0,2-3-4 16,1 1-5-16,7-2-6 0,-1 0-17 0,5-3-26 15,2 1-26-15,1-3 10 0,3-5 16 16,-1 0-46-16,1-2 3 0,0-2-78 0,-3-2 6 16,-1-3-18-16,4-4-36 0,-3 0 10 0,-1-4-7 15,0-4 7-15,1-1 33 0,-7-3 37 0,3-1 63 16,-4 0 41-16,2 0 57 0,-6 0 43 0,1 3 21 16,-2 3 25-16,-1-1-18 0,-1 3-10 15,-2 2-8-15,-1 2-12 0,0 1 7 0,0 2 0 16,-3 2 1-16,0 0-11 0,1 11-6 0,-1-1 4 15,-1 0-11-15,1 1-5 0,0 2 0 16,-3-1-12-16,3 2 4 0,-3 3 11 0,0-5-21 16,3 2-5-16,-1-2-8 0,-2 1 13 0,3-2 3 15,-3 0-8-15,3-1 3 0,0-2 2 0,-3-4 2 16,3 3 17-16,0-1 4 0,0-6-18 16,0 0-2-16,0 0 5 0,0 0-8 0,0 0 5 15,0 0-7-15,9-17-11 0,-5 8-2 0,-1-3 5 16,1 3 0-16,3 0-6 0,-3 1-4 0,2-2 5 15,-2 3-5-15,2-1-16 0,1 5 3 16,-3-4 2-16,2 5 6 0,1-1-1 0,-3 1-4 16,6 2 7-16,-10 0-13 0,13 6 3 0,-6-3 3 15,4 2 12-15,-4-2-5 0,3 3-3 16,-1-4-4-16,-1 4 7 0,-1-2 5 0,0 1-5 16,2-3 0-16,-1 4 1 0,-1-6-6 0,-1 2 7 15,4-2-12-15,-2 0 3 0,2-2-6 16,0 0 3-16,0-5-5 0,0 0-11 0,0-1 6 15,1-5-1-15,-4 0-2 0,3-4-5 0,1-3 5 16,-1 1 3-16,-4 0 0 0,1-2-16 0,1 5 26 16,-2 3 0-16,1 0 0 0,-4 2-18 0,3 2-13 15,-2 3 13-15,0 3 7 0,-1 2 1 0,-3 1 25 16,10 5-5-16,-3 2-2 0,-4 3 5 16,5 5-11-16,-1-1 8 0,2 3-18 0,-2-1 19 15,1 1-1-15,-1 0 5 0,2 2-2 0,-2-4 2 16,4 3 0-16,-5-4-2 0,1-1-3 15,3 0 0-15,-2-3-2 0,1 0 4 0,-2-3-7 16,0-1-2-16,0-5-6 0,0 0 0 16,3-1-7-16,-4-1 7 0,2-5-2 0,-1 2 5 15,0-1-13-15,2-2 5 0,-4 4-2 0,1 0-6 16,-2-1-14-16,2 2-9 0,-6 2 18 0,7 0 6 16,-4 3 5-16,1 4 4 0,-3 2-1 15,2 0 22-15,0 4-8 0,0 2-2 0,-3 3-5 0,4-1 8 16,-4 2 10-16,3 2-8 15,-3-3 18-15,3 0-28 0,-3 0 5 0,3 0-3 0,-3-1 3 16,1-3 10-16,2 1-5 0,-3-5 13 0,0 0-5 16,4-2 13-16,-4-2-1 0,0-2-4 15,3 0-1-15,-3-4-15 0,0 0 8 0,0 0-3 16,-3-21-2-16,3 9-5 0,-4-9-1 16,1-1-7-16,2-8-3 0,-2 3 6 0,3-7 4 15,-3-3 11-15,6 3-13 0,-3 5 3 0,3 0-1 16,1 1 1-16,0 3-3 0,3 2 10 0,-1 0-12 15,-2 2 4-15,2 5 11 0,2-1-5 0,-2 3-11 16,1 2 8-16,-3 4 0 0,5-1-2 16,-4 1-1-16,5 2-4 0,-4 6 27 0,4 2-22 15,-2 2-6-15,2 1 11 0,-1 5-8 0,-1 0 0 16,-1 1 0-16,-1 3 18 0,-2 1-15 0,-1-2-6 16,-3 2 6-16,-3 1 20 0,0 0-8 15,-1 1 11-15,-3-4 7 0,-4 6 0 0,-2-6-2 16,-1 3-3-16,-2-2-5 0,-2-1 13 0,-2 0-21 15,3-3-5-15,3-2-25 0,0 0-21 16,-2-2-48-16,5-2-90 0,1 0-451 0,3-4-86 16,7 0 30-16,-6-7 84 0,9 0 67 0</inkml:trace>
  <inkml:trace contextRef="#ctx0" brushRef="#br0" timeOffset="52262.05">15983 5186 982 0,'10'6'326'0,"-2"-2"-45"0,-2 3-20 15,1 0-25-15,6 3-32 0,-2 2-22 0,5 1 0 16,2 2-23-16,3 3-26 0,-1 1-8 15,1 1-15-15,3-2-10 0,-1 0-8 0,-2-3-5 16,0 1-10-16,-5-4-8 0,2 1 3 0,-2-5-18 16,-2 3-3-16,0-4 0 0,-3 0-8 0,-2 1 6 15,1-5-13-15,-2 3 2 0,-1-2-15 16,-1 1 3-16,-2-1-3 0,-1 0-13 0,3 2 11 16,-6-2-3-16,0 2-52 0,0-1 9 15,-3 5-3-15,0 0-3 0,-7-1 0 0,3 3 3 16,-7 1 18-16,1 2-6 0,-1-3 11 0,1 2-8 15,-2 1-2-15,2-1 7 0,0-1 19 16,-2-1-11-16,5 1-3 0,-4-2-2 0,4 3-13 16,0-3-10-16,-1 3-10 0,2-3-39 0,-1 3-79 15,2 0-21-15,5-2-350 0,0-1-218 0,2 2 64 16,2-5 64-16,5 0 64 0</inkml:trace>
  <inkml:trace contextRef="#ctx0" brushRef="#br0" timeOffset="52860.21">16650 5767 1044 0,'7'-8'302'0,"-1"-1"-41"0,1 1-13 0,-1 2-28 15,-1 2-17-15,1-2-19 0,1 3-5 16,-1-2-33-16,2 3-13 0,-1-3-20 0,-1 4-13 16,1 0-6-16,4 1-9 0,-11 0-19 15,17 0 14-15,-8 0-19 0,2 2-10 0,-4 0-2 16,3 2 10-16,1-1-18 0,-1 2-13 0,0-2 5 16,4 3 6-16,-4-4-6 0,0 4-2 15,1-2-3-15,-1 0 2 0,0-1-9 0,1 1 10 16,2-2-16-16,-2-1 0 0,2 0-2 0,0-1 0 15,1 2-3-15,-4-2-5 0,5 0 0 16,-2 0 1-16,1-2-9 0,-1 4 0 0,0-4 14 16,-2 2-9-16,-1 0 1 0,3 0-8 0,-2 0 5 15,-4-1-8-15,3 1 8 0,-10 0-3 0,18 0 3 16,-9 0-10-16,-2 1 5 0,1-1-8 0,1 2 16 16,-2 1 10-16,1-2-6 0,-8-1-76 15,16 3 8-15,-9 0 7 0,-1-1-7 0,-1-1 14 16,2 1 1-16,2-1 11 0,-9-1 4 0,14 5 0 15,-7-4 11-15,-3 0-1 0,5-1-4 0,-9 0-1 16,15 2 6-16,-6 1 9 0,-2-3 4 16,-7 0-6-16,15 0 3 0,-15 0 7 0,16 0 3 15,-8 0-5-15,-2-3 5 0,-6 3 13 0,13-2 2 16,-13 2 6-16,14-1-14 0,-14 1 16 0,10-1 21 16,-10 1 56-16,7-2-11 0,-3-1 3 15,-4 3 0-15,6-3-17 0,-6 3-4 0,8-3-14 16,-5 0 4-16,-3 3-15 0,3-3-10 0,-3 3-26 15,0 0-25-15,4-6-57 0,-4 6-102 0,0 0-258 16,0 0-418-16,-14 0 115 0,3 0 77 16,11 0 70-16,-30 0 42 0</inkml:trace>
  <inkml:trace contextRef="#ctx0" brushRef="#br0" timeOffset="54011">7149 6873 693 0,'-3'-5'246'0,"3"5"-16"0,-3-3-20 15,3 3-26-15,0 0-20 0,0 0-20 0,10 14-24 16,-4-1-7-16,5 2-8 0,2 3 12 0,2 1-25 16,1 4-10-16,2 2-2 0,-1 1-9 0,3 0-2 15,-2 1-17-15,-2 1 65 0,-1-3-24 0,1 0-1 16,-2 0-8-16,-1-7 1 0,-3 1-29 16,1-1 10-16,-1-3-22 0,-3-1-13 0,0-3-3 15,0-2 5-15,-3-1-10 0,2-2-10 16,-3-4-31-16,-3-2 5 0,0 0 21 0,0 0-23 15,0 0 15-15,-6-23-6 0,-1 9 9 0,0-3 2 16,0-6 8-16,0-3 0 0,-6-5-6 0,2-1 22 16,-5-11 4-16,4 8 3 0,0 3 10 15,2 0 2-15,2 5-17 0,-2-4 15 0,3 6-7 16,1 4 4-16,1-1-7 0,2 4-5 16,0 1-1-16,3 2-7 0,0 1 0 0,3 2-7 15,0 3-9-15,-2 0-4 0,6 3 5 0,-4 3-3 16,4 0 0-16,-7 3 3 0,10 7 2 0,-3 5-8 15,0 0-7-15,-4 6 10 0,-2 0-12 16,-1 4 17-16,0 4-5 0,-4 3 13 0,-3 1 3 16,0 3-11-16,-3 0 8 0,0-1-3 15,-4 1 0-15,4-6-2 0,0 4 0 0,-4-2 2 16,7 0 6-16,0-5-11 0,0-4 0 0,0 1-2 16,4-4 0-16,0 0-11 0,2-6-7 0,-1 3 15 15,2-3-5-15,2-2 3 0,-1 0 4 0,2-2 3 16,3 0-4-16,5-3 4 0,-1 0-8 15,1-4 6-15,6-1 10 0,0-6-5 0,7 1 5 16,3-2-16-16,0-1 8 0,4-2-74 0,0 3-2 16,3-7-34-16,0 5-46 0,0-4-59 15,0 4-102-15,1 1-200 0,-1-1-245 0,-3 2 53 16,-3 0 82-16,-5-1 59 0</inkml:trace>
  <inkml:trace contextRef="#ctx0" brushRef="#br0" timeOffset="54661.09">8179 6917 775 0,'0'0'225'0,"4"-6"-22"0,-4 6-22 0,6 0 1 16,-6 0-10-16,0 0-27 0,10 7-6 0,-4 1-9 15,-1 1-17-15,1 2-13 0,-2 2 2 0,2 3-12 16,-2 0-14-16,2 0-1 0,-2 2-24 15,0-2-8-15,-1 2 3 0,1-2 8 0,2 1-13 16,-3-2 74-16,1-1-17 0,3 1 4 0,-3-2-10 16,2-3-10-16,-2-2-3 0,2 1-17 0,-2-1-11 15,3-6-2-15,0 4-1 0,-1-5-9 16,1-1 7-16,-7 0-3 0,17-3-12 0,-10-3 2 16,0-2 3-16,0-1-8 0,3 2 6 0,-6 0-4 15,2-3 1-15,1 3 7 0,-4 0-15 16,5 3 3-16,-5-3-16 0,0 5 8 0,0-3-8 15,-3 5 8-15,7-2-7 0,-7 2 1 0,0 0-9 16,21 6 5-16,-14-4 2 0,2 5-3 16,2-3-4-16,-1 3 2 0,5 0 3 0,-5 1-72 15,3 1 13-15,-2-2 5 0,2 2 0 0,1-5 12 16,-1 3 11-16,-3-1-10 0,2-2 2 16,0 0 6-16,-2-1-1 0,-2-3 11 0,2 1-8 15,-4 2 5-15,-6-3 10 0,15-4-5 0,-15 4 8 16,7-7-5-16,-4 3-11 0,0-4 21 15,-3 0 3-15,-3-2-6 0,-1-3 1 0,-5 0-3 0,1-2-3 16,-2-6 3-16,0 3 7 16,-1-1-2-16,4-2 18 0,-3 3-23 0,4-1 10 0,-1 2-5 15,3 1 18-15,1 1-7 0,0 2-14 16,2-1 6-16,2-1-3 0,2 5 0 0,3-3 15 16,-2 1-23-16,6 1 6 0,-3 3 2 0,3-3-8 15,4 7 13-15,-4-2-13 0,4 4 14 0,-3 2-9 16,5 2-10-16,-2 5 8 0,0 1-5 15,3 2-3-15,-1 5 3 0,-1 1-3 0,1 0 13 16,-2 2-5-16,-4 1 5 0,1 3-5 16,-1-4 10-16,0 6-10 0,-3-5 5 0,4 4-8 15,-5-4 13-15,1 3-28 0,-1-5-8 0,2 0-30 16,-4-2-34-16,2-3-89 0,-3-2-87 0,1-2-487 16,2-1 69-16,-1-3 57 0,-5-4 54 0</inkml:trace>
  <inkml:trace contextRef="#ctx0" brushRef="#br0" timeOffset="55494.03">9040 7065 675 0,'4'14'246'0,"-1"1"-31"0,0 0-8 0,-2-5-10 16,2 0-20-16,0 2-98 0,-3-3-7 0,3 0-3 16,-2-2 8-16,1-2-23 0,-2 2 28 0,1-1-6 15,2 0 29-15,-3-3 64 0,0-3-10 16,0 7-18-16,0-7-11 0,0 0-17 0,0 0-13 16,0 0-5-16,-3-16-3 0,2 6-5 15,-1-4-13-15,1 0 0 0,1-4-20 0,-3 0 0 16,3-1-11-16,3-1 3 0,-3 0-10 0,3 3 10 15,1 0-15-15,0 0 5 0,-1 2-18 0,1 4-3 16,2-2 8-16,-2 5-10 0,3 5-3 16,3-4 5-16,-3 7-9 0,3 1 6 15,1 5-9-15,2 1-8 0,-3 2 12 0,4 1 4 16,3 5-6-16,-3-2 0 0,2 4 0 0,-1-2-5 0,1 2 5 16,5-2 0-16,-4 1-2 0,3 0 2 15,-2-1-8-15,2-2 6 0,1-1-16 0,3-2 3 16,0-3 5-16,-1-3-3 0,2 2 6 15,-1-6-11-15,3 0-8 0,-3-6 6 0,2 2 5 16,-1-4-1-16,2-6 4 0,-3 3-3 0,-3-6-8 16,-4 1 10-16,-3-1 3 0,-4-4-5 0,0 2 2 15,-4-4 10-15,-1 4-2 0,-2 2 16 16,-3 1-6-16,3 0 21 0,-6 5 5 0,3-2-1 16,-6 4-9-16,1 2 0 0,-1 4-8 0,-1 1 12 15,7 2-4-15,-21 5-13 0,11 3 2 0,-3 2-5 16,2 3 11-16,-2-3-19 0,2 5-2 15,4 0 3-15,0-3-1 0,1 5 1 0,2-3-11 16,2 1 1-16,1-4 14 0,1 3 6 0,1-4-18 16,5 1-3-16,-3-3 1 0,4-1-1 15,3 0 3-15,1-4-3 0,-2 1 0 0,6-7-12 16,-2 2 2-16,3-2 3 0,2-6-13 16,0-3-8-16,-2 0 18 0,-1-5-3 0,-2 1-7 0,1-7 3 15,-4-3 7-15,-4 1-5 0,-2-1-8 16,-4-4 16-16,0 2 17 0,-4-5-4 0,-2 0-9 15,-1-2 6-15,-4 2 8 0,-5-9 4 0,5 9 9 16,1 8 20-16,0 4-11 0,-1 3 3 16,4 1 6-16,1 6-16 0,-1-3 7 0,-1 7-4 15,2 4-11-15,0 3 15 0,6 0-14 0,-10 10 9 16,6 0-17-16,1 4-1 0,3 2 6 16,-4 2 0-16,8 4-16 0,-1 3 5 0,0 0-2 15,1-1 10-15,2 1 1 0,4 2-14 0,1-1 8 16,-1 0 13-16,0 1 7 0,4-2-10 0,-1-2 3 15,-1 0-18-15,4-4-28 0,1 2-24 16,-6-4-60-16,6-1-65 0,-1-5-141 0,2 3-460 16,-2-4 33-16,2-1 98 0,-4-7 47 0,0 3 65 15</inkml:trace>
  <inkml:trace contextRef="#ctx0" brushRef="#br0" timeOffset="56693.52">10485 6923 721 0,'0'0'261'0,"-12"3"-28"0,8 3-20 16,-2-2-88-16,2 3-2 0,-3 3-13 0,3 4-7 15,-2 1-9-15,2-3 6 0,1 5-44 16,0-2 6-16,0 1-11 0,2 1-5 0,1-2-10 16,0-3-5-16,-4 2-3 0,8-3-5 15,-4 2 8-15,1-3-19 0,5-2-1 0,-3 0 7 0,0 1 12 16,1-3-2-16,2-4-20 0,2 0 2 15,-8-2-2-15,17-2-5 0,-8 0-21 0,2-4 20 16,-4 0 11-16,3-5-8 0,-2 1-7 0,1-4 7 16,-2-1-5-16,-3-2 2 0,-1-4 29 15,0-4-23-15,-3-4-8 0,0 3 10 0,0-5 13 16,-6-2 5-16,2-2 0 0,-3 2 8 16,1-1-3-16,-5 6 77 0,4-3 8 0,-3 3-10 15,1 6-14-15,4 3-58 0,-1 3-18 0,2 1-5 16,-2 5 5-16,2 2-8 0,1 4 21 0,-1 2-26 15,4 2-3-15,0 0 4 0,-7 18 4 16,4-5 0-16,3 5-5 0,0 1 8 0,0 3 5 16,3 5-10-16,0-2-6 0,5 6 1 0,-1-4 4 15,3 3 1-15,1-4-5 0,5-1-6 0,-3 0-5 16,5 0 6-16,3-6 2 0,-2 4 7 16,2-7-7-16,0-1-10 0,-1-5-10 0,1-1 10 15,0-3 4-15,-4-3-6 0,3-3-11 0,-6 0-6 16,3-2 11-16,-1-5-15 0,-1-1 5 15,-2-2 8-15,-2-3 2 0,-4 1 13 0,2-3 7 16,-5 4 11-16,3-3 20 0,-3 5-10 0,2 1 13 16,-3-1-28-16,-2 2 2 0,2 6-5 0,0-1-7 15,-3 2 19-15,0 0 1 0,0 0-10 16,4 11 5-16,-4-3-5 0,3 0-8 0,-3 0 7 16,4 2-9-16,-1-2-1 0,-2 3 11 0,5 0-3 15,-3-1-49-15,1-1-48 0,2-2-74 0,2 1-505 16,2-4-20-16,-3 2 33 0,2-6 75 15</inkml:trace>
  <inkml:trace contextRef="#ctx0" brushRef="#br0" timeOffset="58476.51">11173 7193 547 0,'0'0'279'0,"0"7"-30"16,0-7-32-16,0 0-7 0,0 0-28 15,0 0-18-15,-10-16-21 0,9 6-5 0,-2-3-5 16,-3 1-10-16,5-8-10 0,-5 2-8 0,6-1-13 16,-3 1 5-16,0-3 18 0,2 2-10 15,2 0-13-15,-1 3-12 0,2 1-16 0,-1-1 5 0,2 7-13 16,0-2 0-16,-3-1-9 0,7 8-12 15,-4-2-1-15,5 3-4 0,-2-1-7 0,4 3 0 16,-3 0 0-16,4 1 11 0,2 0-4 16,1 1-1-16,-1-1-4 0,1 0-2 0,3 0-7 15,-4 0-4-15,2-1 1 0,-2 0-8 0,5-4 3 16,-2 3 0-16,1-4 5 0,-3-1-1 16,0 2-4-16,2-2 5 0,-5-2 7 0,-1 0-12 15,0-3 10-15,-2 1-3 0,-1 2-7 0,-1 0 2 16,-3-5-5-16,-3 6 11 0,0-3-4 0,0 4 11 15,-3-2 11-15,3 2-16 0,0 3 2 16,-3-2-2-16,0 1 3 0,3 5-6 0,-7-1 10 16,7 1-14-16,-11 7-4 0,4 0-12 0,1 1 13 15,2 2 2-15,1 1-7 0,0 2-3 16,-2-3 7-16,5 5 6 0,-3-5-10 0,3 5 4 16,3-5 1-16,-2 3-23 0,6-3 15 15,0 2-16-15,3 0-1 0,4-3-1 0,2 0-31 16,5-2-15-16,0-4 0 0,-1 1-38 0,8-2 15 15,-1-2-31-15,0-2-2 0,1-3-6 0,-1 2-2 16,-3-5 31-16,3 1 7 0,-6-3 11 0,0-2 23 16,-2 1 20-16,-4-2 25 0,1 2 22 15,-5 2 27-15,-1 0 16 0,-3 1 23 0,-1 0 7 16,2 2 1-16,-5-1-6 0,0 3 3 0,-2-2-16 16,-1 6-9-16,0 0 2 0,0 0-11 15,0 0 6-15,0 0-8 0,0 0-8 0,-14 23-4 16,13-14 2-16,-2 2 2 0,0 2-23 0,-1-2 11 15,4 3 0-15,0-3-1 0,0 3-7 0,0-2 0 16,1 1 10-16,5-2-18 0,-3 1 8 16,5-2 3-16,-1-3-8 0,2 1-1 0,2-5-17 15,0 4 13-15,2-7-16 0,4 1 1 0,-3-2-29 16,6-5 15-16,-2 3-15 0,1-4-7 16,-1-6-6-16,-1 1-10 0,3-5 16 0,-6 0-6 15,3-5 6-15,-4-2-6 0,-2-2 8 0,-4 2 13 16,0-5-10-16,-1-3 20 0,-6 4-13 15,4-8 21-15,-3 7 17 0,-1 0 9 0,-1 1 27 16,1 2 14-16,-4 5-6 0,4 1-13 0,0 3 13 16,0 2-17-16,0 5 4 0,-3-1-2 15,3 5-8-15,0 0-10 0,0 6 5 0,0 0-5 16,0 0-5-16,-3 21 2 0,3-11 0 0,3 5 3 16,-3 3-2-16,0-1-4 0,3 2 1 15,1 2-8-15,-4 1 8 0,4 2-10 0,-1-1 4 16,0 1-7-16,1-1-17 0,-1-4-32 0,0 0-23 15,-2-1-40-15,2-1-19 0,0-3-15 16,-3-1 10-16,4-2 8 0,-4-3 18 0,0-4 13 16,0 0 15-16,0-4 8 0,0 0 15 0,0 0 5 15,0 0 39-15,-17-10 25 0,13 2 13 0,1-1 23 16,0 1 11-16,3-4 17 0,0 3-5 16,-3 1-10-16,6 0-8 0,-3-2 3 0,3 1 0 15,1 0-16-15,2 0 11 0,4-4-21 0,1 3 3 16,-1 1 12-16,4 0-17 0,0-1-3 0,3-1 0 15,-1 7 0-15,-1-4-8 0,1 1-2 16,-1 1 0-16,1 5 10 0,1-2-5 0,-3 3-8 16,0 1-10-16,-1 2 5 0,0 3 10 0,2 1-2 15,-5 4-3-15,4-3 3 0,-4 6 0 16,0-3 5-16,0 3-13 0,0 1-8 0,0-2 9 16,-2 1 6-16,-1-3 1 0,2 3 0 0,-2-3-18 15,1 2 2-15,-1-4 14 0,-1 0-4 16,4-2-4-16,-3 0 7 0,3-2 8 0,-3-1-13 0,3-1 3 15,1-2-3-15,-1-1 3 0,0 0-6 16,1-2-4-16,-2-3 4 0,1 1-4 0,-2-2-1 16,2 4 3-16,-3-4-10 0,4 2 0 15,-5-2 12-15,1 3-2 0,-1-1-5 0,1 2 2 16,1 1 1-16,-2-4 4 0,-6 5-7 0,13 0-2 16,-5 0-11-16,-8 0 7 0,17 6 19 15,-11-5-13-15,5 0 13 0,-4 3-8 0,3-1-5 0,-3-1 10 16,0 2-8-16,0-2-2 0,-1 0 10 15,1 2 0-15,-4-2 5 0,-3-2 8 0,11 1 5 16,-11-1 0-16,0 0-10 0,10 0 3 0,-10 0 4 16,0 0-5-16,6-8-7 0,-6 5 5 15,1-3 2-15,-1-1 6 0,0-1-3 0,3 0-3 16,-3-2-12-16,0 1-3 0,4-4-6 16,-1 2 9-16,-3 1 5 0,4 0-3 0,-1-1 0 15,0 1 0-15,-2 2-7 0,2 1-1 0,0 3 0 16,1-3-9-16,3 5 12 0,-4-3-8 0,-3 5 8 15,10 0-8-15,-10 0-10 0,13 8 8 16,-5-1 18-16,-4 1-3 0,5 0-3 0,-5 3 1 16,2 1-8-16,-1-1 2 0,1 3 8 0,-2-1-7 15,-1-1 4-15,0-2 9 0,0 1-11 16,-2-3 7-16,2 1 4 0,-3-2 1 0,3 0 6 16,-3 1 21-16,4-5-9 0,-4 3-76 0,0-6 8 15,3 2 15-15,-3-2-3 0,0 0-7 0,0 0 18 16,0 0-1-16,4-19 16 0,-1 6-20 15,-3 1 4-15,3-5-4 0,1-1 2 0,2-5 5 16,-2-1-7-16,3-1 2 0,-3 1 0 0,5 1 3 16,-2 2 4-16,1 2 1 0,2-1-8 15,-3 5 0-15,2 2 6 0,-1 1-6 0,-1 2 2 0,2 5 16 16,2-1-7-16,-1 5 1 0,-3 1 14 16,7 1-18-16,-4 5 2 0,3 0 3 0,-2 3 0 15,2 3-3-15,-3-1 3 0,4 6 0 16,-3-2 8-16,3 3-14 0,-4-1 6 0,0 3-8 15,1-1-38-15,-1 0-49 0,0 2-99 0,0 0-208 16,3-1-325-16,-3-1 30 0,2-4 103 16,0-4 57-16</inkml:trace>
  <inkml:trace contextRef="#ctx0" brushRef="#br0" timeOffset="58960.34">13873 6803 1146 0,'5'-3'320'15,"-5"3"-36"-15,6-7-25 0,-2 5-31 0,2-3-21 16,1 3-23-16,1 0-10 0,1-2-20 0,-2 2-18 15,3 1-16-15,-2-1-10 0,1 0-10 16,1 0-5-16,-10 2-16 0,18 2-7 0,-8 0-6 16,1 0-10-16,-1 1-4 0,-1 3-4 15,2-4 3-15,-4 5-12 0,3 0-3 0,-3 0-8 16,0 1-8-16,0-2 6 0,0 1-6 0,2 0 9 16,-5-1 1-16,3-1-20 0,-3-1-2 0,2 0 15 15,-3 1 0-15,1-3 3 0,-1 4-3 0,-3-6-5 16,8 4-11-16,-2-2 14 0,-6-2-3 15,13-2-5-15,-13 2-13 0,18-5 23 0,-8 0-8 16,4-3 0-16,-1 1 3 0,-2 1-23 16,3-5 8-16,-1 3 4 0,1 2-1 0,-1-5 6 15,-3 7 6-15,-2-3-25 0,2 0 9 0,-3 5-7 16,-1-4 0-16,2 3 13 0,-2 1-1 16,-2-3-7-16,2 4-13 0,-6 1-4 0,7-6 14 15,-7 6-10-15,7 0-7 0,-7 0-24 0,0 0-27 16,0 0-42-16,0 0-51 0,-3 14-161 0,-1-10-492 15,1 2 55-15,-1 0 88 0,1-4 73 0,-1 3 58 16</inkml:trace>
  <inkml:trace contextRef="#ctx0" brushRef="#br0" timeOffset="60076.53">15224 6925 977 0,'0'0'282'16,"0"0"-36"-16,0 0-29 0,0 0-22 0,3-7-19 16,-3 7-32-16,8-1-11 0,-8 1 0 15,10-1-10-15,-4 0-18 0,1-3-8 0,4 3-10 16,-1 0-3-16,0-4 3 0,1 4-23 0,2-2-20 15,-2-1-62-15,2 1-2 0,-3 2-14 0,1 0 22 16,-4-4-24-16,2 5 31 0,-2-1 2 16,-7 1-7-16,14-1-11 0,-10-1 14 0,-4 2-1 15,10-3 0-15,-10 3 6 0,10-1-6 0,-10 1 13 16,7 0-15-16,-7 0 28 0,0 0-16 16,0 0-4-16,10-3 2 0,-10 3 0 0,0 0 7 15,0 0-9-15,6 0-13 0,-6 0 12 0,0 0 8 16,0 0-15-16,0 0 10 0,0 0 2 15,0 0 6-15,0 0-3 0,0 0 8 0,0 0 0 16,0 0-3-16,0 0 8 0,11 0-5 0,-11 0 2 16,0 0 16-16,0 0-8 0,0 0 10 15,0 0-7-15,0 0-19 0,0 0 22 0,0 0-9 16,0 0 3-16,0-8-13 0,0 8 16 0,0 0-13 16,0 0 7-16,0 0-20 0,0 0-13 0,0 0-35 15,0 0-37-15,0 0-35 0,0 0-85 16,0 0-71-16,0 0-359 0,0 0 10 0,0 0 14 15,-14 0 73-15</inkml:trace>
  <inkml:trace contextRef="#ctx0" brushRef="#br0" timeOffset="117003.58">3102 6110 442 0,'0'0'149'0,"-11"-1"-14"16,11 1 1-16,0 0-36 0,0 0 20 0,0 0 1 15,0 0-9-15,0 0-20 0,0 0 8 0,0 0-15 16,0 0 2-16,0 0-13 0,0 0-5 0,0 0 3 16,0 0-16-16,0 0 18 0,0 0-35 15,0 0 76-15,0 0-20 0,18-8-1 0,-18 8-9 16,13-1 2-16,-5-1-8 0,-2 0-30 16,1 0 10-16,3 1-18 0,1-1 10 0,2-1-5 15,-6 0 0-15,7 2-10 0,-4-5-90 0,4 4 13 16,-4-1 13-16,3-2-3 0,-1 3 6 0,0-3-4 15,-2 3-27-15,1-4 20 0,-1 4-12 16,-3 1-34-16,0-3-28 0,0 2-52 0,-7 2-55 16,7-2-14-16,-7 2-160 0,0 0-211 0,0 0 78 15</inkml:trace>
  <inkml:trace contextRef="#ctx0" brushRef="#br0" timeOffset="117686.98">2931 6184 880 0,'0'0'271'15,"0"0"-33"-15,0 0-28 0,0 0-23 0,0 0-10 16,0 0-16-16,24-6-2 0,-14 3 2 16,4-3-20-16,0 3-82 0,9-4-3 0,2-2-10 15,6 0 8-15,6-4 61 0,10 1-10 16,5-3-23-16,0 0-8 0,3 4 3 0,1-3-11 15,3 3-7-15,-4-3-10 0,-1 3 0 0,-1 2-3 16,-10 0-11-16,-8 2 1 0,-5 0-2 0,-2 5-6 16,-1-4-8-16,-6 3-4 0,-5-1-1 15,-1 2-10-15,1 1 8 0,-6-3-13 0,4 1 10 16,-4 2-25-16,-3 0 4 0,0-2-35 0,0 1-25 16,-7 2-37-16,7-2-48 0,-4-3-67 15,-3 5-61-15,3-1-207 0,-3 1-188 0,-3-7 60 16,3 7 38-16</inkml:trace>
  <inkml:trace contextRef="#ctx0" brushRef="#br0" timeOffset="118253.38">3663 5828 737 0,'0'0'325'0,"-7"-3"-31"0,4-1-17 16,3 4-27-16,-5-4-22 0,5 4-15 0,-3-6-24 15,3 6-17-15,0 0-24 0,-3-2-10 0,3 2-25 16,0 0-13-16,0-6-13 0,0 6 5 0,0 0-20 16,0 0 2-16,0 0-10 0,3-7 0 0,-3 7-16 15,0 0 1-15,0 0-11 0,0 0-2 16,11-3-10-16,-11 3 15 0,0 0-21 0,0 0 9 16,7 0 4-16,-7 0-13 0,0 0-2 15,9-1 3-15,-9 1-9 0,0 0-9 0,0 0 12 16,11 0-7-16,-11 0 5 0,0 0-8 0,0 0 8 15,0 0 2-15,10 0-5 0,-10 0 1 0,0 0-4 16,0 0-7-16,0 0 16 0,0 0-19 16,0 0 8-16,0 0-2 0,0 0-6 0,0 0 8 15,0 0 6-15,0 0-4 0,0 0 1 0,0 0 2 16,0 0-5-16,0 0 6 0,0 0-81 0,0 0 19 16,0 0 15-16,0 0 3 0,0 0-3 15,0 0 0-15,0 0 6 0,0 0-1 0,0 0 13 16,-27 3-13-16,27-3 31 0,0 0-10 0,0 0 2 15,-13-3-4-15,13 3-6 0,0 0 13 16,0 0-13-16,-11 0 2 0,11 0 11 0,0 0-8 16,0 0-2-16,-4-4 15 0,4 4-10 0,0 0-13 15,0 0 2-15,0 0-9 0,0 0 17 16,0 0-10-16,0 0 2 0,0 0 14 0,0 0-11 16,0 0 5-16,0 0-2 0,25 12 4 0,-19-9 11 15,4 3-5-15,1 1 0 0,-1-3-8 0,0 4 8 16,4-1 10-16,-7 0 3 0,7 1-16 15,-4-1 11-15,-3-1-3 0,2 1-10 0,0 1-6 16,0-1-12-16,-5 0-36 0,2 1-3 0,-3 1-2 16,1-1-53-16,0 1-63 0,-4 0-112 15,-3 2-386-15,0 2-3 0,1-4 74 0,-4 7 72 16</inkml:trace>
  <inkml:trace contextRef="#ctx0" brushRef="#br0" timeOffset="122420.01">6586 6403 552 0,'0'0'172'15,"6"4"-21"-15,-6-4-5 0,0 0-34 0,4 3-7 16,-4-3-10-16,0 0 0 0,6 3-18 16,-6-3-8-16,0 0 20 0,3 4-7 0,-3-4 21 15,0 0-6-15,0 0 3 0,0 0-16 16,0 0-7-16,0 0-5 0,18-6-6 0,-15 4 1 15,1-3-14-15,-4 5-1 0,8-6-11 0,-2 2-11 16,-3 2 4-16,-2-4 1 0,5 4 4 0,-6 2-6 16,3-8-7-16,0 5 4 0,1-2-9 15,-4 5-6-15,3-5-15 0,-3 5-5 0,5-4-41 16,-5 4-10-16,6-5-16 0,-6 5-41 0,6-1-4 16,-6 1-57-16,7-3-77 0,-3 3-118 15,-4 0-243-15,0 0 31 0</inkml:trace>
  <inkml:trace contextRef="#ctx0" brushRef="#br0" timeOffset="123253">6739 6394 220 0,'7'6'76'0,"-4"-3"1"0,4 1-10 15,-2-1 10-15,4-2-8 0,-2 1 0 0,0-2-5 16,4 0-5-16,2-2 35 0,-3 1-37 15,7 0-19-15,-3-5 18 0,3-1-12 0,1 2-3 16,4-4 2-16,0-4-12 0,1 4 7 0,1-1 6 16,3-4-6-16,1 1-22 0,2-1 14 0,-2-1-27 15,-1 3 20-15,4-2 3 0,-4 5-29 16,-2-2 31-16,-2 1-23 0,1 4 0 0,0-1 11 16,-3 0-19-16,-1 2 19 0,1 3-9 15,-1 0-12-15,-3 2 28 0,0 1-23 0,0 0-2 16,1 4 22-16,-2-2-17 0,2 3 12 0,-1-3-5 15,-3 4-5-15,3 0-12 0,-1-3-1 16,-1 3 13-16,-2 0 11 0,1 0-11 0,3-3 13 16,-4 1-16-16,1 1-4 0,-1-2 7 0,2 1 13 15,1-4 12-15,-2 0-22 0,3 0 12 16,4-3 6-16,-3 2 7 0,4-6 1 0,3 4-6 16,2-4-8-16,1-1 8 0,-1-1 11 0,0 4-19 15,1-5-2-15,-2 2 3 0,2 0-8 16,-4 3-21-16,0-2 8 0,-3 3 15 0,-1-2-5 15,-2 3-2-15,1-3 33 0,-4 5-46 16,1-1 0-16,-1 1 12 0,1 0-1 0,1 0 1 16,-3 1-4-16,3-1-6 0,-4 2 19 0,5 1-16 15,-1-2 5-15,3-1 5 0,-5 1 10 0,4-1 4 16,-1 0-14-16,3-1 87 0,-1 1-5 16,0-4-5-16,1 2-2 0,-1 0-19 0,1-4-7 15,0 3 3-15,-5-4-11 0,2 2-5 16,-1 1 0-16,0-1 8 0,-4 1-13 0,-2 0 5 0,-1 0-13 15,0 3-20-15,-3-4-13 0,1 5-8 16,1-1-23-16,-9 1-15 0,0 0-2 0,13 3-32 16,-8 1-48-16,-2 2-112 0,-3 0-418 15,3 3 15-15,-3 3 65 0</inkml:trace>
  <inkml:trace contextRef="#ctx0" brushRef="#br0" timeOffset="124451.98">8462 7541 552 0,'4'1'208'0,"-4"-1"-16"16,10 0-3-16,-10 0-25 0,14 0-21 0,-4-1-2 15,0 0-16-15,4-3-9 0,-4 4-9 0,4-3-10 16,0-1-7-16,3 1 0 0,-1-2-6 15,2 1 3-15,2-3-33 0,1 0 12 0,0-3 11 16,2 0-18-16,1 2-10 0,0-6-3 16,4 2-3-16,-1-4 6 0,0 2-8 0,1-1 0 15,-2 2-72-15,2-2-20 0,-4 0 28 16,3 3-5-16,-2-2 2 0,-1 4 1 0,-4-4 9 16,4 4 6-16,-4 0-3 0,0 1-7 0,-2 2 9 15,-1-1-17-15,0 2 28 0,0 2-25 0,0-2 4 16,0 4-4-16,0-3 17 0,-3 3 23 0,3 2-25 15,0 0 5-15,0 0-5 0,0 0 12 16,0 0-7-16,1 1-5 0,2 0-3 0,0 4 0 16,-2-4 13-16,3 2 8 0,-2-2-8 15,-1 3 20-15,2-1-27 0,1 3-11 0,-3-5 18 16,1 2-3-16,2 0-2 0,0-2 0 0,-4-1 18 16,6 1-13-16,-2 1 0 0,-1-2 13 0,4-2-6 15,0 2-2-15,-4-1 3 0,4 1 0 16,1-4-6-16,2 0 6 0,0 2-13 0,1-5-8 15,-5 3 18-15,5 0-10 0,-4-2 3 0,3 3 22 16,-3-5-15-16,0 3-5 0,0 2 5 16,0-5-2-16,0 2 10 0,-3 2-21 0,-1-2 0 15,0 1 6-15,1 1-1 0,-1-2 13 0,1 4-4 16,0-4 22-16,-1 3-31 0,1-3 1 16,-1 4-9-16,0 1 6 0,1-4-2 0,0 5 1 15,-1 0-4-15,1 0 3 0,0 0 1 16,-1 0 12-16,3 5-17 0,-1-4 16 0,0 0 6 15,0 0-11-15,1 1 15 0,-1 1-15 0,1-2-8 16,1-1 19-16,0 0-9 0,3 0 11 0,-3-1-3 16,0 1 0-16,3-6-4 0,4 5 1 0,-3 0 21 15,2-4-25-15,1 3 2 0,0-3 5 16,-1 2-15-16,4-2 8 0,-3 1 2 0,0-2-10 16,3 4 2-16,0-4 6 0,-3 3-8 0,0-3 5 15,-1 3-3-15,1-2 3 0,0 1 3 16,4 0 7-16,-4 1-3 0,-1-3-4 0,1 4 5 15,-4-4-3-15,3 4 0 0,-2-4-10 0,0 4 15 16,2 1-7-16,-5-5-3 0,5 4-16 0,-6 2 6 16,0-1 10-16,0-4 0 0,0 5 5 15,0-1-5-15,-3 0 3 0,2 1-8 0,1-5 7 16,-3 4-2-16,3 1 8 0,-4-2-8 0,1 1 8 16,-4 0-26-16,3 1 10 0,-6-3 8 15,0 1-18-15,3 1-2 0,-4 0-55 0,1 1-48 16,0 0-133-16,-4 0-412 0,1 0 44 0,-5-1 63 15</inkml:trace>
  <inkml:trace contextRef="#ctx0" brushRef="#br0" timeOffset="125391.42">13973 5735 276 0,'-7'7'92'0,"6"-3"3"16,-2 1 12-16,0 1-12 0,3-2 5 15,-3 2-11-15,3-6-4 0,0 9 15 0,3-3-13 16,-3-2 7-16,0 2-12 0,3 0 3 0,0-1-8 16,2 1-6-16,-2 2 11 0,4-4 10 15,-1 1-5-15,1 1-7 0,4-2 7 0,-1 2 15 16,3-2-7-16,1 0-6 0,3-3-7 16,7 1 5-16,-3-2-15 0,3 0-3 0,7 0-69 15,0-3-18-15,3 1 23 0,3-4-15 0,1 0 15 16,3 4-2-16,0-4-3 0,0 3 59 15,3-4 0-15,-3 2-13 0,0 1 13 0,1-2-13 16,-2 3 2-16,-2-4-17 0,-7 5 7 0,2-3-12 16,-2 3 2-16,-3-3 0 0,-1 2 0 0,-3 2-5 15,0-1 3-15,-4 0-11 0,-2 1-2 16,-2 1 5-16,2 0-13 0,-1 1 11 0,-3 1 2 16,3 0-13-16,0-2 0 0,-3 3 2 15,2-3 1-15,-1 6-8 0,1-4 0 0,-2 0 0 0,0 2 10 16,3-3-12-16,-4 1 20 0,1 1-11 15,3-1 1-15,-4-1-5 0,5 1 12 0,0 2-5 16,-2-2-2-16,2-2 0 0,-2 0-14 0,5 1-6 16,-4 0-9-16,4-2 11 0,-1 1-23 15,0 0-49-15,-5 0-46 0,1 0-77 0,1 1-299 16,-3-1-187-16,-3 0 58 0,-2 0 70 0</inkml:trace>
  <inkml:trace contextRef="#ctx0" brushRef="#br0" timeOffset="128752.1">3622 5825 655 0,'0'0'212'0,"0"0"-4"0,0 0-24 16,0 0-15-16,0 0-13 0,0 0 8 0,0 0-21 16,0 0-2-16,0 0-21 0,0 0-5 0,0 0-15 15,0 0-69-15,0 0-3 0,0 0 0 0,0 0 0 16,0 0-5-16,0 0 11 0,0 0-9 16,0 0-2-16,0 0-2 0,0 0-3 0,0 0-13 15,0 0 3-15,0 0-14 0,0 0 22 16,0 0-21-16,7 3 7 0,-1 3 11 0,-3-4 5 15,4 4-8-15,4 0-2 0,-4-1-6 0,3 2-2 16,1 0 6-16,-1-1-4 0,0 0 21 0,1 1-25 16,-1-1-1-16,0-2-5 0,0 0 31 0,0 0-18 15,-3 1 3-15,-1-3 8 0,2 4-16 16,-4-5-3-16,2 4 8 0,0-3 8 0,-2 1 18 16,-1 1-8-16,-3-4-8 0,8 4 13 15,-8-4-10-15,6 5 0 0,-6-3 0 0,0-2 2 16,3 10 1-16,-2-4-3 0,-1 2-13 0,-1 3 8 15,-1 3 2-15,1 4-2 0,-5 0 2 16,1 7-5-16,-1 0-7 0,2 1-34 0,-2 6-53 16,2 0-57-16,1 0-117 0,0 3-459 0,-1-2 90 15,3 2 43-15,1-4 57 0</inkml:trace>
  <inkml:trace contextRef="#ctx0" brushRef="#br0" timeOffset="129668.59">3242 8690 803 0,'0'0'313'0,"0"0"-29"15,-14-3-23-15,14 3-31 0,0 0-20 16,-6-2-26-16,6 2-17 0,0 0-14 16,0 0-9-16,0 0-19 0,4-9 8 0,5 8-13 15,1-5-7-15,5 2-82 0,8-4-11 0,1-2 16 16,7-1-15-16,7 0 7 0,9-6 0 0,5 2-5 15,0-2-3-15,-2 1 1 0,2 2 4 16,-2 1-7-16,-5 4-2 0,-11 0-16 0,0 1 28 16,-6 1-23-16,-1 1-13 0,-3 3-25 0,-4-1-23 15,-2 0 12-15,-2 4-25 0,-4-2-28 16,0-1 0-16,-3 3-1 0,0 0 16 0,-2 0-43 16,-7 0 0-16,7 0-9 0,-7 0-40 0,3 4 11 15,-3-4 4-15,0 0 87 0,0 0 1 0,-20 3 4 16,12-5 34-16,-2 2-3 0,-3 0 18 15,2-1 23-15,-5 0 28 0,4-4 24 0,-1 4 19 16,1-3 29-16,0 1 11 0,2-3 12 0,0 2-13 16,-1-1 8-16,5 2-6 0,-1-4-7 0,4 4 3 15,-1-4-18-15,0 0-11 0,4 0-10 16,0 4 1-16,0-5-1 0,2 1-13 0,4 5-4 16,0-4-9-16,1 0-2 0,7 2 6 15,-4 2-6-15,4-3 2 0,3 5 1 0,-1 5-3 16,3-3-10-16,1 2-8 0,-3 3 3 0,3 0-8 15,-3 4 5-15,-3 1-2 0,-1 0 9 0,-2 3-12 16,-7 2 11-16,-1 0-9 0,-3 4 1 0,-7-1-1 16,-4 10-12-16,-2-3-13 0,-7 9 0 15,-1 3-25-15,-3-4-14 0,0-2-17 0,4-2-46 16,6-5-83-16,-6-1-173 0,9 2-448 0,1-4 86 16,-3-5 75-16,5-1 54 0,2-2 69 15</inkml:trace>
  <inkml:trace contextRef="#ctx0" brushRef="#br0" timeOffset="130851.61">4910 8451 988 0,'0'-7'222'15,"-3"3"1"-15,3-3-44 0,0 0 0 0,-3 5-30 16,3 2-21-16,3-12-11 0,-3 12-14 0,3-4-16 16,4 4 0-16,-7 0-10 0,14 4-13 15,-4 2 10-15,4 2-8 0,-1 2-22 0,2 4 0 16,1 2-4-16,1-1-14 0,0 3 7 16,-3 1-10-16,-3-2 77 0,3 5-8 0,-2-3 1 15,-4 2-19-15,2 0-8 0,-3-3-12 0,-1 2 2 16,-2-4-15-16,-1-1 3 0,0-1-6 0,-2 0-7 15,2-4 7-15,-3 1-2 0,1-3 0 16,-2 1 8-16,1-2-75 0,-3-1 18 0,3-6 3 16,-4 3 2-16,4-3 3 0,0 0 0 0,0 0 5 15,-10-16-10-15,7 6-6 0,-1-2 1 0,4-3 5 16,0-2 10-16,4-4 2 0,-4 1-9 16,6-1 1-16,-2 2 1 0,3-5 0 0,3 5-5 15,0 1 7-15,-3 4 8 0,4-1-10 16,-2 5 0-16,1-1-13 0,2 4 6 0,-2 0-4 15,0 4 19-15,3 0-11 0,-2 6 3 0,3 0-8 16,-4 0 3-16,3 7 10 0,1-1-8 0,-4 1 3 16,0 1 8-16,1 3-8 0,-4-2 10 0,2 2-8 15,2 3-5-15,-4-7 8 0,0 5 0 16,0-1-7-16,3-3-9 0,-3 2-7 0,0-4-2 16,2-2-1-16,-1-1-7 0,-1 2 2 0,2-1 18 15,2-3-7-15,-1-1-8 0,-3-3 15 16,3 0-15-16,1-6 15 0,-1 3 16 0,4-5-11 15,-4 0-2-15,3-5 12 0,-5 1 1 0,2-3 2 16,-1 2 8-16,-2-3-6 0,4 3-4 16,-7-4-3-16,5 7 5 0,-6-3 15 0,1 4-4 15,0 1-3-15,-1 3-24 0,1-1 1 0,-4 0 18 16,3 5-8-16,-3 1 18 0,0 0 5 0,0 0-5 16,0 0-16-16,4 17-2 0,-1-9 3 0,-3 0 10 15,0 3-6-15,3 1-7 0,-3-3 5 16,3 1-5-16,0 3-5 0,2-3-5 0,-2-1 2 15,1-1 6-15,2 2 4 0,1-2-20 0,-1-1 16 16,-1 1-8-16,4-6 17 0,-2 4-17 16,0-5-8-16,4-1 3 0,-1 0-16 0,-1-3-5 15,3-1 3-15,1-6-3 0,-3 2 8 16,1-2-10-16,2-4-1 0,-6 3 1 0,3-4-6 16,-3-7 24-16,-1 2 28 0,-2-5-1 0,3 0-32 15,-6 0-4-15,2-1 12 0,-3-5 1 0,0 5 9 16,-3-3-6-16,-1 1 10 0,3 3 11 15,-5 0 20-15,2 0 10 0,-2 1-9 0,2 5 9 16,-2 2-7-16,-2 2 25 0,5 3-15 0,-4-1-5 16,4 3-11-16,-3 2 1 0,5 4-3 0,-6 1 20 15,7 3-17-15,0 0 0 0,-7 13-16 16,4-3 5-16,3 0 3 0,-3 10-5 0,6 2-13 16,0 1 5-16,-3 2 8 0,4 0 0 0,3 3 0 15,0 3-1-15,2-3-7 0,1 2 18 16,1-2-23-16,2 2-17 0,2-3-14 0,1-1-20 15,-1 1-39-15,4-2-48 0,5 10-195 16,-2-8-402-16,-3-7 55 0,-4-4 58 0,1-2 41 0</inkml:trace>
  <inkml:trace contextRef="#ctx0" brushRef="#br0" timeOffset="131471.76">6117 8576 790 0,'4'-5'285'0,"-1"-4"-45"16,0 0-15-16,4 0-25 0,-3 0-18 0,3-2-23 15,0-2-8-15,-1 2-26 0,1-3-2 0,-1 3-23 16,-1-3-6-16,-2 3-9 0,0-3-11 16,-3 3 26-16,1-2-31 0,2 2 72 0,-3 3-18 15,-3 1-8-15,2-1-15 0,1 5-18 0,-3-4-8 16,3 7-10-16,-7 0-3 0,7 0-10 15,0 0 3-15,-14 13 0 0,8-4-16 0,2 2 3 16,1 4 3-16,-1 0-16 0,1 3-5 0,2-1 0 16,1-1-13-16,1 2 8 0,2 0 3 15,1-4-14-15,2 3 1 0,1-4-5 0,3 1 9 16,1 0-19-16,2-4 2 0,0-2 7 0,2 2 1 16,5-6-3-16,0-1 2 0,-2-3 1 0,3-1 2 15,2-5-10-15,1-4 5 0,-3 2-5 16,3-5 10-16,-7 1-8 0,3-5 1 0,-3 2-1 15,-2-9-7-15,-5 5-5 0,2-3 12 0,-4 2 3 16,-4-1 8-16,2 3-1 0,-3 0 9 16,-2 7 7-16,1-3-5 0,-1 4-8 0,-1 0-18 15,0 3 6-15,0-1 12 0,0 2-5 0,0 6-5 16,0 0-5-16,0 0 5 0,0 0 15 0,0 0-15 16,0 0 8-16,0 26-11 0,3-12-2 0,0 2 15 15,1 1-4-15,0 0-4 0,2 2 3 16,-2 5-7-16,2-5 12 0,2 2-15 0,-4-1 7 15,2-2 4-15,-3 2-1 0,-2-4 0 16,1-1-5-16,-1-1-3 0,-1 0 8 16,-1-3-64-16,-2 3 13 0,3-6 3 0,-6 2 15 0,2-3 17 15,1-1 1-15,-5-4 5 0,2 1 3 16,-1-2 12-16,7-1-13 0,-20-4 3 0,10-1 3 16,0 1-3-16,-2-4 7 0,2-1-17 0,1 1 8 15,-2-1 2-15,4 1-11 0,0 0 9 0,1-1-13 16,-1 1-21-16,3 1-31 0,1 0-56 15,0 4-48-15,2-4-39 0,1 2-72 0,0 2-409 16,4-1-26-16,-1 1 49 0,-3 3 82 0,6-6 105 16</inkml:trace>
  <inkml:trace contextRef="#ctx0" brushRef="#br0" timeOffset="133717.59">7420 8276 711 0,'0'0'200'0,"0"0"-13"16,0 0-26-16,0 0 0 0,0 0-28 0,9 14-12 16,-5-8-19-16,-1 5 5 0,1-2-22 15,0 0-11-15,2 2 18 0,-5 2-30 0,5-4-6 16,-3 1 13-16,1 3-13 0,-1-3-33 0,1-1 1 15,-1-1 4-15,1 2 5 0,-1-2 0 16,-3-1 3-16,3 0-8 0,-2-3 0 0,2 2 3 16,0 0 15-16,-3-2-2 0,3 1 15 0,-3-5-8 15,4 3-3-15,-4-3-12 0,0 0 13 0,0 0-11 16,0 0-4-16,4-12-9 0,-1 2 8 16,-3 0 3-16,4 0-10 0,-4-1-3 0,3-3-3 15,0 6 3-15,0-4 64 0,1 0-15 16,-1 4-18-16,-2-2-6 0,2 5 4 0,1 0-11 15,-1-1-16-15,1 3-4 0,2-1 7 0,-6 4-13 16,0 0 3-16,18 5-5 0,-11-1 5 0,2 3 5 16,-2 0-13-16,4 3-5 0,-5-2 0 15,4 5-2-15,-3-2 2 0,1-3 5 0,1 2 1 16,-5 0 1-16,2 0-7 0,-2-1 1 0,3-3 4 16,-4 1-13-16,1 1 11 0,2-1 12 0,-5-4 14 15,2 2-4-15,0 0 1 0,0-3-3 16,-3-2 13-16,0 0-8 0,0 0-4 0,0 0-4 15,0 0 3-15,11-15 13 0,-11 4-23 16,0-3-5-16,0-1 5 0,0-3 5 0,0 1-8 16,1-5-73-16,1 2 4 0,2 1 5 0,-1-1 6 15,-3 1 2-15,3 2 7 0,1 3-1 0,-1 2-12 16,1 2 4-16,0 1 7 0,2 2 0 16,-2 1 3-16,2 4 5 0,1 1 0 0,-7 1 15 15,21 3-8-15,-11 4-7 0,4 1 13 0,-1 2-3 16,2 5 3-16,1-2 15 0,-2 2-13 0,3 0 3 15,0 2 7-15,-3-3-2 0,3 0-5 16,-1 0 5-16,2 1 17 0,-1-4-12 0,0 2-5 16,1-4 0-16,-5-1-5 0,4 0 12 0,-3-6 4 15,3 4 11-15,-4-5 12 0,2-1-40 16,-2-2 9-16,4-3 4 0,-3-3 11 0,-1-2-13 16,-2 1 0-16,-1-7-10 0,0-1 15 0,-2 0-13 15,-2-1 8-15,-3 2 0 0,1-3 18 0,-1 4-13 16,0 2 11-16,-3 2 9 0,0-2 1 0,0 5-13 15,-3-2 15-15,3 5-8 0,-3 2-2 16,3 3-13-16,-7-3 6 0,7 3 1 0,0 0-4 16,-17 6 2-16,10-1 3 0,3 4-10 0,-2-1 2 15,2-1-10-15,1 0 5 0,-4 1-13 16,6-4 3-16,-1 3-8 0,2 0 5 0,2-3-7 16,-1 2 17-16,2-3 6 0,4 1-11 15,-7-4 3-15,10 3 2 0,-6-3 6 0,-4 0 2 16,14 4-8-16,-7-4-10 0,-7 0 11 0,13 1 2 15,-13-1-8-15,11 0 6 0,-11 0-11 0,10 2 0 16,-4-1 3-16,-6-1-6 0,10 4 11 0,-5-1 13 16,1-3-13-16,1 3 2 0,-1 1-2 0,1-4 3 15,4 1-6-15,-4 4 16 0,2-4-13 16,2 0 5-16,-1-1 23 0,0 2-18 0,4-2 0 16,-4 1-3-16,0-1 4 0,-2 0 1 15,2 0 1-15,0 0-8 0,-10 0-3 0,17 0 1 16,-7 0-6-16,-3-1 13 0,-7 1 13 0,14-2-13 15,-7 1 0-15,0 0 6 0,0-4-9 16,0 4-2-16,-1 0 18 0,1-4-10 0,-1 4-3 16,-1-5-5-16,1 2 0 0,1-1-3 0,0 1 1 15,3-2 2-15,-3-4 10 0,0 3-10 0,-1-1-5 16,1-2 13-16,1 2-1 0,-2-1-12 0,1 0 0 16,-1 1 13-16,-2-1-6 0,3 0-2 15,-4 2-2-15,4-1 4 0,-4 0-7 0,1 1 5 16,-1 2-5-16,0 2 10 0,-3-4 0 0,5 3-5 15,-2-2-2-15,-3 6 4 0,3-7 8 16,-3 7-2-16,4-4-5 0,-4 4 2 0,0-5-8 16,0 5 11-16,3-4 2 0,-3 4 13 0,3-5-13 15,-3 5-7-15,0 0 15 0,0 0-10 16,3-5-6-16,-3 5 1 0,0 0-3 0,1-3 2 16,-1 3 3-16,0 0 1 0,0 0-9 0,0 0 8 15,0 0-7-15,3-7-9 0,-3 7 1 0,0 0 0 16,0 0-6-16,0 0 4 0,0 0 4 0,0 15 8 15,0-5-5-15,3 3-5 0,1-2 17 16,-3 7-7-16,5 4 3 0,-3 3-11 0,1 0 3 16,2 1 3-16,1 6 7 0,0 1 0 0,0 0 5 15,0-1-18-15,-1-1 1 0,2 3 4 16,-1-2 1-16,-1 0 7 0,-3-5-3 0,1 1-12 16,2-6 13-16,-6 2-3 0,5-3 5 15,-5-3-8-15,0 0 6 0,0-4-11 0,0-2 11 0,-4 2 14 16,3-4-19-16,-5 0 15 0,2-1-8 15,-2 1 13-15,0-6 0 0,2 3-3 0,-7 0 77 16,4-4-23-16,1-3 0 0,-5 0 11 0,4 0-16 16,7 0-11-16,-16 0-4 0,5-3-3 0,4-1 3 15,-3 1-21-15,0-4 3 0,3 5-8 16,0-4-3-16,0 0 3 0,1 2-7 0,-1-3 1 16,3 5 1-16,-2-4-7 0,5 3 4 0,-5-2-20 15,2 2-18-15,4 3-36 0,-3-7-28 16,-1 4-13-16,1-1-23 0,3 4-25 0,-3-3-57 15,2-4-123-15,1 7-493 0,1-7 81 0,2 5 59 16,0-4 57-16,1-2 68 0</inkml:trace>
  <inkml:trace contextRef="#ctx0" brushRef="#br0" timeOffset="134101.07">9365 7808 952 0,'0'0'330'0,"17"16"-41"0,-13-5-20 15,5 4-26-15,1 3-33 0,1 8-10 0,2 4-39 16,-1-2-5-16,7 13-10 0,-4-1-10 0,1 1-14 16,-2-7-22-16,-4-1-5 0,-3 0-5 0,4-6-26 15,-4 5-6-15,2-4 9 0,-6-4-36 16,1 1-39-16,2-2-38 0,-4-5-36 0,1 0-38 15,0-1-82-15,-3-3-149 0,3-4-379 0,-2-2 37 16,-1-2 91-16,3-5 49 0</inkml:trace>
  <inkml:trace contextRef="#ctx0" brushRef="#br0" timeOffset="134352.34">9740 8036 842 0,'0'-4'353'0,"0"4"-25"16,-3-7-42-16,3 7-102 0,0-4-4 0,0 4-34 15,0 0-13-15,0 0-10 0,-19 11-16 16,11-3 8-16,-2-2-15 0,-3 4-8 0,2 2-15 16,1-4 0-16,-4 2-8 0,4 4 0 15,0-3-13-15,3 3-7 0,-1-4-3 0,-1 4-18 16,5-5 16-16,1 2-11 0,3 3 3 0,-3-4-8 16,6 0 3-16,0 5-3 0,1-7-3 0,5 6-2 15,2-4-2-15,-1-2-13 0,3 2-1 0,2-2-2 16,1 1-15-16,-2-1-13 0,3-1-31 15,1-1-45-15,2-4-32 0,-3 2-61 0,4 0-92 16,-4-2-359-16,3-2-73 0,-5 0 81 0,1-3 64 16</inkml:trace>
  <inkml:trace contextRef="#ctx0" brushRef="#br0" timeOffset="134884.17">10004 8296 865 0,'3'-3'251'16,"-3"3"-19"-16,7-7-14 0,-4 3-26 0,1-2-18 15,3-1 46-15,0 0-7 0,0 1-26 16,2-4-21-16,2 0-13 0,-1-1-22 0,0-3-6 16,-2 4-17-16,2-5-6 0,0 4-7 0,-4-6-82 15,2 2 2-15,-2-2 3 0,1 2 0 0,-4-2-8 16,1 1 3-16,-1 6 15 0,-3-5-5 16,4 5 8-16,-4 0-3 0,-4 2-5 0,4 1 0 15,-3 4 0-15,-1-1 0 0,4 4-15 16,-13 0 0-16,2 7 2 0,2-1-2 0,-2 2 12 15,2 1-10-15,-2 3-7 0,1 3 5 0,3 0-11 16,-1 2 0-16,2 1 3 0,0-1 0 0,5-1-7 16,-2 1-6-16,6 1 21 0,-2-3-11 0,5 3 0 15,0-2 9-15,5-1-12 0,0 1-9 16,6-4 2-16,-1 1-7 0,2-3-6 0,2 0-7 16,1-3 12-16,0 0-7 0,-1-1-7 0,3-4 1 15,-2 0-4-15,-1-4-6 0,4 2 14 16,-3-5-24-16,3 2 5 0,-1-4 11 0,-2-3-3 15,0 2 0-15,-4-5 8 0,-3 2 7 0,-1 1 3 16,-2-3 10-16,-4 1-2 0,-1-3 15 16,-2 5 13-16,-1 0 15 0,0-3 10 0,-3 3-12 15,0 3-1-15,0-1-12 0,-3 1 10 0,-3 3-5 16,2-2-3-16,-2 5 11 0,6 1-13 0,-15 0 15 16,15 0-13-16,-13 1 6 0,6 6-3 15,-3-4-8-15,6 5 16 0,-2 1-16 0,2 3 8 16,1-2 5-16,-1 1-10 0,0 4-11 0,4 0 6 15,4 0-13-15,-4 0 18 0,7 1-11 0,0 4-10 16,6-2-17-16,1-2-26 0,0-4-21 16,7 3-38-16,2-7-39 0,5 7-196 0,-1-6 99 15,-3-3-476-15,6-2 77 0,-6-3 59 16,1-4 56-16</inkml:trace>
  <inkml:trace contextRef="#ctx0" brushRef="#br0" timeOffset="135321.13">10811 8275 793 0,'3'28'248'0,"0"4"-12"0,1-1-31 16,3 3-19-16,-3 15 60 0,5-5-39 0,1 4-15 16,2-2-23-16,1 0-15 0,1-3 0 0,-4-4-37 15,0-10-14-15,1 2-9 0,-2-7-12 16,-2-5-10-16,0-2 2 0,-4-3-7 0,2-5-6 15,-2-2 13-15,0-6-25 0,-3-1 7 0,0 0-20 16,-3-23-3-16,-5 5-4 0,1-10 1 16,-6-18 6-16,2 1-15 0,-5-8-11 15,1 1 5-15,3 1 13 0,2-3 3 0,-1 4 2 0,4 4 8 16,3 4-5-16,1 9 5 0,0 2-2 16,3 5-1-16,0 1-15 0,3 3 10 0,-3 2-15 15,3 4 5-15,1-1 0 0,-1 5 0 16,1-1-12-16,3 5-4 0,0 1 3 0,-1 4 3 0,1 3-3 15,-7 0-12-15,17 1 4 0,-13 6 4 16,2 0 9-16,1 2-2 0,-4 0-8 0,-3 1 0 16,1 4 8-16,-2-3-11 0,-2 4 19 0,-4 2-3 15,1-2-3-15,-4 3-5 0,-1-1 8 0,-2 1 3 16,-1-3-3-16,3 2-6 0,-2-2 4 16,-1-2-11-16,1 2-20 0,2-7-31 0,1 3-26 15,3-2-48-15,1-2-42 0,1 0-117 16,2-1-199-16,6-4-336 0,5-1 87 0,-1-1 79 15,6-1 54-15,5-6 52 0</inkml:trace>
  <inkml:trace contextRef="#ctx0" brushRef="#br0" timeOffset="136001.09">11679 8210 747 0,'-10'11'253'0,"4"-1"-25"0,2-1-23 16,-3 0-13-16,6-2-33 0,-2-1-11 0,3 0-7 15,0 1-13-15,0 0-33 0,3-2-8 0,1 1-23 16,0-3 2-16,3 1-17 0,-1-3-3 16,4-1-18-16,-10 0 3 0,18-1-13 0,-5-6 7 15,-2 1-9-15,-1 0-4 0,0-6 6 16,1 1-2-16,-5-1-11 0,1-1 23 0,-1-2 13 15,-2 3 77-15,0-3-1 0,-1 0-12 0,-3 0-64 16,0 3 8-16,0-4 2 0,0 2-7 0,0 2 2 16,-3-2 7-16,3 4-1 0,-4 1-9 0,4-4-12 15,-3 3 10-15,3 2 2 0,-1 0-2 16,1 1-10-16,0 0-8 0,1 1 3 0,2-1-14 16,-3 0 17-16,4 0-27 0,3-1-2 0,-1 4 8 15,1-3-8-15,0 0 10 0,3 5-15 16,0-3 8-16,1 2 4 0,2 3-14 0,-3 2 1 15,1-2 1-15,3 6-5 0,-1-3-3 0,1 4 16 16,0 2-8-16,3 0 2 0,-4 4-7 16,2-1-3-16,-2 4 3 0,1-1 5 0,-4 3 7 15,0-4-7-15,-3-2 3 0,0 4 2 0,-1-1-6 16,-5-4-4-16,2 3 10 0,0-4-13 16,-3 1 16-16,0-1 12 0,0-5-7 0,0 3 13 15,3-1-1-15,-6 0-5 0,3-4 14 0,0-3 6 16,0 0-17-16,0 0-2 0,0 0 2 0,0 0-3 15,-7-17-13-15,7 5 1 0,0-5 79 0,0-5-26 16,1-3-10-16,5 0-5 0,-3 0-13 16,5 0 8-16,-1 0-5 0,2 1-13 0,-2 5-3 15,1 0 13-15,-2 3-15 0,1 1-5 16,0 1 10-16,3 6-13 0,-3 4 8 0,0-2 15 16,3 6-10-16,-2 0 5 0,4 6 0 0,-2 1-13 15,1 5 18-15,3 3-15 0,0 4 10 0,-1 4-2 16,1 2-1-16,3 1 1 0,-4 4 2 15,1-3-3-15,-1 1-10 0,-1 4 6 0,1-4-9 16,-3 1-9-16,1-3-19 0,-2-1-81 0,-5-1-80 16,-1 1-578-16,0-7-103 0,-3-1 131 0,-6-6 36 15,2-4 82-15,-6-2 53 0</inkml:trace>
  <inkml:trace contextRef="#ctx0" brushRef="#br0" timeOffset="136583.62">13655 7893 419 0,'0'-7'205'0,"3"3"-3"0,-3-2-23 16,4 1 8-16,-4 5-5 0,0-10 0 0,-4 6 0 15,4 4 10-15,0-7 58 0,0 7-40 0,-4-6-8 16,4 6-30-16,-6-1-8 0,6 1-18 0,0 0-13 15,-13 7-15-15,9-1-6 0,-6 3-15 16,3 2-2-16,0 4-16 0,1 0-9 0,1-2-14 16,2 4 8-16,0 3-3 0,3-2-12 0,0-1-16 15,3 0-5-15,0 0 1 0,2-1 1 0,4 0-4 16,1-2 5-16,1-2-21 0,0-1-15 16,5 1-6-16,5-7-17 0,0 2-38 0,3-7-37 15,-1 0-43-15,5-2-15 0,2-4-33 16,1-3-73-16,-4-1-273 0,1-5-204 0,-4-1 75 15,-7-1 73-15,-3-2 53 0</inkml:trace>
  <inkml:trace contextRef="#ctx0" brushRef="#br0" timeOffset="137185.43">13884 7508 801 0,'-3'-5'212'0,"-1"2"-22"16,4 3-16-16,0 0-13 0,-10 11-31 15,6 2 11-15,4-1-31 0,-3 5 3 0,3 5-16 16,3 3-2-16,-3 1-8 0,0 4-23 0,4 0 0 15,2 5-5-15,-1-3 66 0,-2 0-5 16,4 1-17-16,-1-2-8 0,-2-6-16 0,2 0-2 0,-1-6-8 16,1-1-18-16,-3-1 5 0,-3-2 16 15,4-1-5-15,-4-5-11 0,3-1 0 0,-3-6-25 16,0-2 5-16,0 0 0 0,0 0-3 0,0 0-5 16,7-19 3-16,-4 5-3 0,-3 3 3 15,7-3-6-15,-3-1 3 0,2 2 3 0,-2-1-18 16,2 6 0-16,2-3 7 0,-2 4-7 15,1 0-5-15,0 5-8 0,1 1 12 0,5 2 4 16,-3 1-6-16,7 5 0 0,-1 1 3 0,2 2-5 16,-1 4 17-16,4-2-22 0,3 5 7 15,0 3-2-15,-1-1-11 0,1-1 19 0,0-4-9 16,0 3-4-16,-4-6-8 0,1 0 0 0,3-1 7 16,-3-5 11-16,-4 2-10 0,3-1-1 0,0-5 6 15,-5-1-6-15,5-4 1 0,-6 1 7 0,3-7-2 16,-4 1-6-16,-2-5-2 0,3-3-5 15,-5-1 8-15,-2-1-6 0,-3-1 11 0,0 2 10 16,-1 0 2-16,-3 0 11 0,0 1 20 0,-3 2 0 16,3 1 8-16,0 4-28 0,-5 2-5 15,5-2 15-15,-6 5-6 0,2 3-9 0,4 2-3 16,0 0 5-16,-16 6 0 0,8-2 0 16,-1 4-15-16,2 1 18 0,3-1-31 0,-3 5 18 0,4-4-10 15,-1 1 10-15,1 0-13 0,3-2-5 16,0 2-16-16,0 0-66 0,0-5 18 0,3 2 8 15,0 0-8-15,-2-4 13 0,6 2-5 0,0-5 20 16,-7 0 2-16,13 0 11 0,-6 0 11 16,-7 0-14-16,20-1 0 0,-13 0 1 0,1 1-3 15,-8 0 20-15,16 0-18 0,-6 0 6 16,-2 1-18-16,-1 0-14 0,3-1-12 0,0 2-28 16,0-1 3-16,3 4-27 0,-2-3-35 0,-1-2-23 15,3 1-107-15,-2 1-303 0,-1 1-115 0,0-6 26 16,4 1 92-16</inkml:trace>
  <inkml:trace contextRef="#ctx0" brushRef="#br0" timeOffset="137951.15">14824 7899 583 0,'0'8'200'0,"3"3"-34"0,-3-3-17 16,4 2-1-16,-4 3-5 0,1-4-25 0,-1 1-8 15,0-3 5-15,3 1-20 0,-3 0 84 0,0-3 6 16,0 0 7-16,0 1-11 0,0-6-86 0,3 4-5 16,-3-4-19-16,0 0 4 0,0 0-9 15,0 0 1-15,3-18-14 0,0 7-4 0,-2-3-11 16,2-3-4-16,0 1-4 0,1-1-9 0,3-2-6 16,-4 1 6-16,1-2-3 0,2 3-13 15,1 5-16-15,-1-2 11 0,-1 3-2 0,1 3-1 16,-2 0-7-16,2 0-3 0,1 6 1 0,1-1 22 15,2 3-3-15,-10 0-9 0,20 5 20 16,-10-3-8-16,0 4-13 0,4-3 3 0,-4 3-7 16,4-3 9-16,0 2-4 0,2 2-3 0,-4-4-3 15,1-2-7-15,4 1 10 0,-4 1-6 0,2-2-12 16,1-2 8-16,-2-4-11 0,0 4-4 16,0-6 4-16,-1 2 8 0,0-2-23 0,-2-2 13 15,-1-3 2-15,-3 2 3 0,0-5 5 0,-3 3 16 16,-1-4-14-16,0 2 14 0,-3 3-3 0,0-3 28 15,0 6-5-15,0-2 5 0,0 3-10 16,0 2-1-16,-3 0-9 0,3 5 7 0,0 0-2 16,0 0 0-16,0 15-3 0,0-3 2 0,3 3 19 15,1 10-3-15,2 3 3 0,-2 7-8 0,7 12-8 16,-1 3 0-16,3 5 0 0,-3-2-2 16,1 4 2-16,3 0 3 0,-4-6 0 0,0 4 0 15,1-5-1-15,-2-3-4 0,-2-7 2 0,-4-7-10 16,1-6 5-16,-4 1 3 0,0-8 5 15,0-2 2-15,-4-1 3 0,1-4-5 0,-4-6-3 16,-2-5-12-16,-3-2-1 0,-1-7 3 0,-4-4 0 16,-3-10 5-16,-1 2 16 0,3-5 9 0,-1-1 6 15,1 0 3-15,2-1 7 0,1 0-3 16,2-2-12-16,2 1 2 0,5 1-10 0,2 2 5 16,1-2-5-16,6 1 0 0,1 0-2 0,5-3-3 15,2-2-16-15,3 3-7 0,3 1-8 16,7-6-4-16,3 0-4 0,-3 7 3 0,0 3-5 15,0 4 13-15,0-2 7 0,0 5-2 0,0 0 18 16,0 5-31-16,-3-1 0 0,-5 4-2 0,-2 0 4 16,0 5 6-16,-4-3 8 0,1 5-11 0,-1 0 13 15,0 5-5-15,0-3 0 0,-3 5-6 16,0-1-2-16,2-1 8 0,-1 2-5 16,-4 3 5-16,2-2 2 0,-3 5-22 0,4-4-14 15,-4 1-42-15,2 3-30 0,1-1-109 0,-3-2-233 16,1-2-284-16,2 2 107 0,-2-3 19 0,-1 0 42 15</inkml:trace>
  <inkml:trace contextRef="#ctx0" brushRef="#br0" timeOffset="138667.6">15860 7991 721 0,'0'8'220'0,"-3"-4"-15"0,-1 3-18 16,1 1 64-16,0-5-10 0,3 2-9 0,-5 0-27 16,5-5-8-16,-6 2-15 0,6-2-18 0,0 0-95 15,0 0-13-15,-10-9 3 0,7 1-18 0,2-1-5 16,-2-4 5-16,3 1-5 0,0-2-11 16,0-4 4-16,4 3-6 0,-1-2-3 0,3 2-7 15,-2 2-5-15,2-2-6 0,-1 1 16 0,1 6 2 16,1-2-12-16,0 2-3 0,3 1 8 15,-3 3-10-15,3-2-3 0,0 4 5 0,4 1-5 16,-1-3 5-16,2 3 5 0,1 1-12 0,2 0 14 16,-2 0-1-16,5 1-9 0,0-1-15 15,-1 0 8-15,1 0-13 0,0-1-12 0,-2-1 22 16,2 2-28-16,-3-2 0 0,-2-3 3 16,-1 0 5-16,1 2-5 0,-5-5 12 0,-1 1 8 15,-3-2-7-15,-1 1 7 0,2-2 0 0,-8 2-5 16,3-3 11-16,-3 0 4 0,-3 1 6 0,-2 2-1 15,2-1 3-15,-3 1-5 0,-1 5 0 0,0-2 13 16,-1 2-13-16,-1 3-2 0,2-1 2 0,0 2 5 16,-3-1-8-16,6 3 6 0,-2 0-3 15,2 1 7-15,1 2-2 0,3-3-2 0,0 4-3 16,0 0 5-16,3 3 3 0,1-3-6 16,5 3-7-16,-1 1 3 0,2 1 7 0,3 5-3 15,1-1 11-15,0 0-15 0,3 5 4 0,0 2 1 16,1 2 2-16,2 2 3 0,3 11-8 0,-2-1-11 15,3 4 19-15,-4 1-3 0,-2 3 3 16,3 0-6-16,-2 4-9 0,-4-3 25 0,-2 1-8 16,1-3-5-16,-7-6 5 0,-1-6-5 0,-5 1 3 15,2-5-13-15,-3 0 15 0,-4 1-2 0,1-4-6 16,0 0 34-16,-1-3 8 0,-2-4-1 16,2-2-15-16,-3-4 75 0,0 2 12 0,-3-3-8 15,-1-4-12-15,2-6-8 0,-1-1-2 0,-1-4-19 16,-3-2 6-16,0-4 0 0,-2-3 2 15,2-4-21-15,0 1 14 0,4-1-8 0,-4-1 5 16,4-1-23-16,3-4 8 0,-3 2-9 0,6 2-4 16,4 1-8-16,-3-1 8 0,6-2 8 0,-3 2-8 15,7-4-16-15,0 1-7 0,0 1-8 0,3-1-46 16,-3 1-33-16,4-1-57 0,2-3-81 16,1 5-674-16,-4-2 29 0,0 0 135 0,-2-5 77 15,-5 1 59-15,-3-2 48 0</inkml:trace>
  <inkml:trace contextRef="#ctx0" brushRef="#br0" timeOffset="138785.34">16315 7521 957 0,'0'-5'292'0,"0"-1"-67"0,0 6-146 16,-3-7-127-16,-1 7-518 0,4 0-7 0</inkml:trace>
  <inkml:trace contextRef="#ctx0" brushRef="#br0" timeOffset="140033.47">5371 9661 665 0,'-9'-10'269'0,"2"0"64"16,0 1-24-16,0 2-30 0,0 0-15 15,0 2-105-15,1 0-1 0,0 3-19 0,1-1-24 16,5 3 5-16,-17 0-18 0,7 5-12 0,-4 2 7 15,4 3-33-15,-4 5 11 0,1 2-14 16,-4 7-5-16,6 1-20 0,-1 1-3 0,4-2-2 16,1 1 0-16,1-3-11 0,2 1 21 0,4-2-2 15,0 0-29-15,3-6-8 0,1 3 9 0,3-1-9 16,3-4-9-16,3-1 7 0,-3-4-6 0,5 0 1 16,1-1-5-16,1-5 13 15,0-1-14-15,-2-2 9 0,5-2 10 0,-6-4-14 0,6-2 1 16,-3-7-2-16,0 1 1 0,-3-4 9 15,0-5-8-15,-1-2-13 0,-6-4 15 0,0 4 3 16,-4-7 6-16,-2 4-17 0,-4-3-12 0,-2-4 36 16,-2 1-18-16,-5-8 0 0,0 1 5 0,-4 0 13 15,-1 9-6-15,3 6 14 0,0 1-6 16,0 2 21-16,2 5 0 0,1 0-13 0,4 7-5 16,0-3-16-16,0 7 6 0,0 2 0 0,4 2-8 15,3 4 23-15,0 0-23 0,0 0 13 0,-3 25 4 16,6-9-14-16,3 3 12 0,-1 4-12 15,4 5 2-15,1 3-8 0,1 2 1 0,2 9 15 16,5-1-8-16,-4 1 5 0,6 0-12 0,0-4 4 16,-2 0-2-16,6-1-10 0,-1-3-49 15,1-7-43-15,-3-4-8 0,-1-2-36 0,4 1-72 16,-4-4-151-16,5-1-373 0,-6-6 59 0,2-3 76 16,-3-1 44-16</inkml:trace>
  <inkml:trace contextRef="#ctx0" brushRef="#br0" timeOffset="140767.73">5854 9843 675 0,'3'-15'223'0,"0"3"-29"0,1-3 9 15,-4 5-24-15,4-5-10 0,-1 5-8 0,1-5 59 16,-1 5-23-16,-3-5-20 0,3 0 10 16,-3-2-16-16,1 1-71 0,-1 4-23 0,-1-3-5 15,1 2 9-15,-3 1-6 0,0-1-11 0,-1 1-5 16,1 4 2-16,-1 0-15 0,-3-1 0 0,4 8 3 15,-3-2-21-15,-1 0 5 0,7 3-12 16,-14 6 7-16,7-3-3 0,0 5 4 0,0 0-9 16,0 5-7-16,1-2 5 0,2 4-5 0,1 2-8 15,0-1 10-15,6-1-5 0,-3 1-5 16,6 0 3-16,-2-1 2 0,7 1 6 0,2 1 2 16,4-2-13-16,0-1-15 0,4-3-3 0,3-4-5 15,2 3-28-15,2-4-26 0,3-4-12 16,0-2-3-16,2 0-21 0,2-2-33 0,-3-6 29 15,4-1-24-15,-5-1 13 0,0-4 21 0,-6 0-6 16,-3 2 29-16,-4-2-6 0,-5-3 21 16,1-1-2-16,-7 3 10 0,-3-3 33 0,-1 1 15 0,0 0 26 15,-3 2 18-15,-3 0 10 0,3 4 15 16,-3-1 16-16,2 0-16 0,1 5-4 0,-3 1-16 16,0 3 2-16,3 3 3 0,0 0 10 15,0 0-4-15,-4 18 7 0,4-3-3 0,0 3 0 16,1 7-15-16,5 5 3 0,-3 4-6 0,1-1-2 15,5 15-3-15,2-3 0 0,-1 4-2 16,2-6-3-16,-3-4 3 0,4 5-13 0,-2-7-8 16,-1-7-5-16,0 3-5 0,1-6-20 0,-1 3-26 15,0-7 23-15,1-3-64 0,-5-3-29 0,1-7 22 16,0 2 14-16,-4-8-27 0,2 1-13 16,-2-5-31-16,-3 0-16 0,0-15 24 0,0 6 25 15,-5-8 46-15,-1-5 6 0,-4-6 28 0,0-4 25 16,-8-16 5-16,2 2 8 0,-2-3 28 0,1 0 8 15,0 3 20-15,0 1 24 0,1 3-16 16,4 9 2-16,3 1-7 0,2 4 26 0,0 3-32 16,0 0 4-16,3 5-11 0,1 0 0 0,0 3-10 15,2 4-13-15,1 1 0 0,1 1 0 16,2-1-5-16,1 6 20 0,6 2-23 0,-3 2 3 16,0 2 0-16,-7 0 5 0,20 8 8 15,-10-1-5-15,0 3-11 0,1 0 28 0,-4 7-22 0,-1-3 15 16,-2 3 2-16,-1 2 11 0,1-2-24 0,-4 4 9 15,-4-1-1-15,1-2-7 0,-1 6 4 16,-2-4-7-16,2-2-7 0,-2 0 14 16,-2-4-7-16,1 1-10 0,1 0-23 0,0-7-5 0,2 6-26 15,-1-7-62-15,2-3-76 0,0 3-187 16,0-6-330-16,3-1 18 0,0 0 84 0,0 0 56 16</inkml:trace>
  <inkml:trace contextRef="#ctx0" brushRef="#br0" timeOffset="141954.04">6589 9700 806 0,'10'-14'271'15,"-6"4"-99"-15,3-3-21 0,-1 1-18 16,-2 2 28-16,-1-3-15 0,0 3 56 0,1-2-2 16,-4-1-13-16,3-2-16 0,-6 5-2 0,3-5 5 15,-3 5-33-15,2-5-13 0,-5 5-13 0,2 0-5 16,-2 2-2-16,1 1-14 0,-1-1-14 0,0 5-9 15,-1 2-1-15,7 1-17 0,-14 2-7 16,7 6 11-16,0 1-22 0,-2 1 4 0,5 4 2 16,-4-2-18-16,5 3-3 0,0 2 14 0,0-2-11 15,3 1 0-15,3 0-5 16,0 0-6-16,0-4 1 0,5 3 5 0,-1-4-15 0,3 2 9 16,0-2 4-16,4-3-3 0,-1-1-6 15,5-4-2-15,1 1 3 0,-1-4-10 0,3-2-14 16,3-3 3-16,2-2-5 0,-2-1-12 0,1-2 4 15,2-1 3-15,-7-3 8 0,1 3 2 0,0-3-5 16,-2 3 8-16,-4-3-3 0,1 3 3 0,-2 0 0 16,-4 3-11-16,1 4-2 0,-1-2-13 15,0 6 8-15,-3 0 5 0,-7 0 5 0,17 4 8 16,-10 0-3-16,4 5-2 0,-5-1 2 0,1 5 10 16,-1-1-2-16,1-4 0 0,-3 6 0 15,0-4 5-15,2 0 3 0,-2-1-3 0,-1 0-3 16,0-1 8-16,-2-1 3 0,2 1 5 15,0-3 17-15,1-1 1 0,-4 1 2 0,0-5-2 16,0 0 2-16,0 0-10 0,0 0-7 0,0 0 9 16,-4-22-2-16,1 11-15 0,3-3 2 0,-3-3 6 15,3-8-14-15,0 6 3 0,0-7-7 0,3-2 4 16,0 1 3-16,2 2-10 0,1 0 0 16,0 5-3-16,1-1 11 0,0 4 0 0,0 2-6 15,0 5-12-15,3-1 7 0,1 3 5 16,-1 2-2-16,0 6 0 0,4-2 3 0,-1 4 2 15,1 2 5-15,0 0-5 0,3 3-10 0,-3 3 10 16,6 3-11-16,-3-1 14 0,0-2-8 0,0 3 2 16,0-3 1-16,-3 0 2 0,6 3-3 0,-6-5 3 15,0 0-8-15,2-4 1 0,2 2-6 0,-4-3-8 16,3 0-9-16,0-3 4 0,0-5 6 16,0 3-1-16,0-6-2 0,1-2 5 0,1-3-5 15,-4 2-2-15,-2-3 14 16,1-3 4-16,-4 3-6 0,-4 1 21 0,-2-3-6 0,0 1 13 15,-1 4 3-15,-2-2 13 0,-1 5 10 0,0-2 0 16,-1 3-18-16,-2 4-3 0,-1-2 1 0,-2 2-3 16,6 3 0-16,0 0-5 0,-17 11-8 15,6-4 13-15,4 7-3 0,-2-3-12 0,1 4 9 16,1-3-4-16,0 4-11 0,4 0 19 0,-3-1-19 16,5 1 3-16,-2-4 0 0,3 3-15 15,0-5 15-15,3 2-3 0,-2-2 3 0,5-3 3 16,-2-2-6-16,2 1-7 0,5-6-13 0,-4 0-5 15,6 0 7-15,1-7-2 0,-1-1 13 16,1-2-13-16,0-2 3 0,0-3 9 0,-1-2 1 16,-3-6-5-16,1 5-3 0,-5-5 5 0,-2-1 11 15,-1-2-9-15,-3-1 11 0,0 0-7 16,-3-3 14-16,-3 1-2 0,2 0 3 0,-3 4 18 16,3 1 4-16,-2 4 16 0,2-3 1 0,-3 8-9 15,4 3-12-15,-4-4-3 0,4 8 7 0,2 1-14 16,-2 1 4-16,3 6-17 0,0 0 7 0,0 0 16 15,-10 19-11-15,10-7-2 0,-3 5-8 16,3 1 2-16,3 4 9 0,0 2 4 0,-2 2-4 16,5-1-14-16,0 1-79 0,2 5 19 15,2-5 6-15,0 1 4 0,4-1 4 0,-1-2-10 16,2-1 3-16,2-5-15 0,0 0 4 0,0-2-9 16,3-1-11-16,1-7-33 0,2 2-26 15,-2-4-5-15,0-5-49 0,-1 0-27 0,1-2 9 16,0-2 8-16,-2-3 36 0,-5-2 21 0,0 0 30 15,0-2 59-15,-4-4 52 0,-3 6 37 0,3-2 19 16,-6 2 41-16,2 1 7 0,-2 0-18 0,2 2-2 16,-5-1-10-16,2 5 7 0,4-4-10 15,-4 4-8-15,-3 1 18 0,0 0-7 0,0 0-3 16,7 8 2-16,-4-1-9 0,1 0-3 0,-4-4-11 16,3 5 1-16,0-1-9 0,2 1 11 15,-2 1-17-15,1-2-6 0,2 1-26 0,-3 1-30 16,4-2-54-16,-4-1-49 0,2 1-168 0,4-1-449 15,-5 0 98-15,2-4 43 0,-2-2 49 16</inkml:trace>
  <inkml:trace contextRef="#ctx0" brushRef="#br0" timeOffset="142601.65">8291 9468 688 0,'3'7'233'0,"-3"-4"-18"0,0-3-13 0,0 9-17 16,0-3-22-16,0-2-7 0,0-4-25 0,0 4 7 15,0-4 85-15,1 7-18 0,-1-7-18 0,0 0-82 16,0 0 7-16,0 0-27 0,0 0-1 16,0 0-10-16,-7-21-5 0,7 10-7 0,-3 1-14 15,2-5 4-15,-2 0-11 0,3 3 5 0,0-4-10 16,0 1-11-16,0 4 6 0,0-3-3 15,0 4 8-15,0 2-26 0,0-1-10 0,0 1 5 16,0 1 8-16,3 5-10 0,1-3 4 16,2 4-7-16,-6 1 5 0,11 0-2 0,-11 0 10 15,17 1-18-15,-6 4 12 0,-1-4 6 0,0 0-18 16,4 4 10-16,-4-4-7 0,3 0 2 0,1-1 0 16,0 0-8-16,0 0 5 0,2-1-10 0,2-5 6 15,-2 4-3-15,-1-4 4 0,1-2-6 16,-2-1-1-16,-4 2 5 0,4-2 6 0,-4-1-6 15,-3 1 26-15,0-1-13 0,0-2-5 0,-4 3 0 16,1-1 5-16,-1 3 13 0,0-1-18 16,-2 1-13-16,2 3-10 0,0-2 8 0,-3 6 2 15,0 0-5-15,0 0 18 0,0 0 0 0,8 22 13 16,-5-6-18-16,4 4 12 0,-1 5 1 16,1 10-3-16,4 12 0 0,2 2-2 0,1 2 5 15,-1 6 2-15,5 11 0 0,-5-8 3 0,1-2 2 16,3-6 3-16,-3 2-8 0,3-3-4 15,-4-1 9-15,-2-5-10 0,-1-7 10 0,-3-10-4 16,0-3-1-16,-3-1-5 0,-1-8 21 0,0 1-1 16,-3-3 16-16,0-5-8 0,-6-2-7 0,2-5 10 15,-7-2-11-15,11 0-2 0,-27-8 3 16,13-1 15-16,-3-4-18 0,0 1 15 0,-3-3-22 16,3-3 9-16,-1 1-25 0,-2-6 16 0,6 6-9 15,0-8 11-15,4 7-2 0,-3-6-9 0,5 5-4 16,-2-3-1-16,4-3-14 0,2 6-19 15,1-4-18-15,3-2-40 0,0 5-62 0,0-5-115 16,1-3-571-16,1 1 79 0,-4 2 82 0,1-4 54 16,-2-7 100-16</inkml:trace>
  <inkml:trace contextRef="#ctx0" brushRef="#br0" timeOffset="142750.9">8059 8831 340 0,'0'0'-69'15</inkml:trace>
  <inkml:trace contextRef="#ctx0" brushRef="#br0" timeOffset="143666.63">10041 9176 760 0,'-3'10'289'0,"-3"-2"-28"0,6 4-36 15,-4-2-5-15,4-1-28 0,-4 1-33 0,4 2-87 16,4-1 5-16,-3-1-21 0,5 0-15 0,-3 2 33 15,4-2-30-15,-1-2-16 0,2 2 10 16,-1-3 8-16,3 0-18 0,-4-3 8 0,2 3 0 16,2-6-5-16,-4 4-1 0,1-4 4 15,-7-1-1-15,0 0 16 0,14-6-21 0,-14 6 18 16,1-8-23-16,-1 3-5 0,-1-4 5 0,-2-1 13 16,-3-1-3-16,-2-3-7 0,1 2 12 15,0-3-2-15,1 2 5 0,-2-2-18 0,-1 1 18 16,2-3-3-16,3 3-2 0,-2 2-3 0,1-1 1 15,2 2-9-15,0 3 16 0,3-4-28 0,3 0 0 16,0 4-6-16,2 0 16 0,1 4-20 16,1-2 0-16,3 0 2 0,1 5-8 0,2 1 11 15,0 4-11-15,2-1 80 0,1 4-8 0,2 3-18 16,2 4 3-16,-6-1-3 0,3 3-7 16,0 3-8-16,-3 0-11 0,-1 0-15 0,-3 2 3 15,4-2-3-15,-4-1 14 0,-3 4-7 0,0-9-1 16,-3 3-11-16,-1-2-61 0,1 0 7 15,-1-4 18-15,0 1-7 0,0-3 10 0,-2-1 10 16,-1-3 0-16,0 2 3 0,0-6 12 0,0 0-18 16,0 0 6-16,0 0 10 0,0 0-5 0,-7-25 0 15,7 13-1-15,-4-7 4 0,4 0 4 0,0-6 8 16,0-3-15-16,0-1 5 0,4 1-11 16,-1 3 6-16,1 0 5 0,3 0-3 0,0 3 1 15,2 4-6-15,-2 0 5 0,1 3 3 16,2 4-8-16,0-2-2 0,1 5 5 0,2 5-3 15,0-3 3-15,4 6 5 0,-3 3-1 0,3 1-4 16,4 3 13-16,2 3-6 0,-2 5 16 0,0-1-8 16,-1 4-13-16,1-1 11 0,-1 1-11 0,-3 0 1 15,-3-3-6-15,3 3-26 0,-3-1-27 0,0-2-3 16,3 2-72-16,-4 1-71 0,5-4-426 16,-5-3-61-16,4-1 42 0,-3-2 88 0</inkml:trace>
  <inkml:trace contextRef="#ctx0" brushRef="#br0" timeOffset="143900.79">11382 8903 816 0,'7'22'289'16,"-1"0"-28"-16,1-1-40 0,0 4-4 0,3 1-20 16,0 4-15-16,0-1-26 0,1 3-18 0,-1 1-28 15,0 14-46-15,4-12-38 0,-7-2-80 0,0 0-117 16,3-5-500-16,-6-3 16 0,2-1 71 16,-6-9 72-16</inkml:trace>
  <inkml:trace contextRef="#ctx0" brushRef="#br0" timeOffset="144533.87">11340 9187 995 0,'0'-5'325'0,"1"-2"-46"0,5 0-23 16,-2-1-30-16,6-1-9 0,0 1-25 0,5-2-13 16,1 1-28-16,5-4-13 0,0 2-17 0,5-4-9 15,-2 2-9-15,4-1-3 0,-4-1-18 0,0 0-18 16,-1-1-13-16,-2 3-5 0,-4-3-8 15,0 1 6-15,1-3-6 0,-5 1-7 0,4 2 5 16,-7-2-16-16,0 6 3 0,1-3-10 16,-1 4 0-16,-3 1-11 0,0 2-7 0,0 0-2 15,-1 7 4-15,-2-2 8 0,-4 2-5 0,14 8 8 16,-10-1 5-16,2 3-6 0,-2 5-2 16,2 1 1-16,1 5 9 0,0-3-10 0,-3 4 0 15,2 1 0-15,1-3 0 0,-4 1 11 16,0-2-11-16,2-2 0 0,-2 0 5 0,0-1-7 15,-3-4 2-15,3 3 3 0,-3-7-1 0,1 2 1 16,2-3 12-16,-3 0-7 0,0-6 5 0,0-1-3 16,0 0-7-16,0 0 2 0,0 0 6 0,0 0 2 15,0 0 7-15,0 0-20 0,0 0 8 16,0 0-3-16,0 0 3 0,0 0-20 0,0 0 12 16,0 0 2-16,0 0 11 0,13 5-15 0,-5-3-6 15,-2 1 3-15,-2 2 0 0,5-3 0 16,-1 2 3-16,2-1-1 0,0-2 3 0,1-1-5 15,2 0 13-15,0 0 3 0,-1-1-1 0,4-2-5 16,1-3-2-16,-3-2-3 0,3 0 10 16,-4 1-7-16,2-5 0 0,-5-1 5 0,0 2-6 15,1-3-7-15,-2-1 13 0,-5-1-8 0,-1 4 8 16,0-3 0-16,-3 4-75 0,4-2 9 0,-4 2 4 16,-4 4 11-16,4-3 17 0,-3 8 1 0,0-3 2 15,3 5-8-15,0 0 3 0,-17 10 18 16,10 1 10-16,0 2 0 0,3 2-7 0,-2 3 2 15,3 0 10-15,0 2-3 0,2 0 9 16,1 1-14-16,1 0-4 0,2-3 7 0,3 4-10 16,1-2-8-16,-1 2 13 0,5-4-5 0,-1-3-3 15,0 2-22-15,4-2-32 0,0-4-33 0,3 3-71 16,-4-7-82-16,5 2-571 0,-2-5 84 16,-4 1 49-16,-2-8 84 0,-1 1 75 0</inkml:trace>
  <inkml:trace contextRef="#ctx0" brushRef="#br0" timeOffset="145766.68">13576 8882 982 0,'-11'1'328'0,"-2"2"-34"0,3 4-15 0,-1 0-35 15,-5 8-6-15,2 1-28 0,4 3-11 0,-3 3-22 16,5-1-21-16,1 4-15 0,1 0-3 0,2-2-20 16,4-2-18-16,0 0-1 0,4 3-22 0,2-5-5 15,4 5 0-15,1-6-9 0,2-1-4 16,5-2-7-16,-1-3-11 0,3 1-75 0,4-5 1 15,1-1-13-15,1-4-8 0,-2-3-23 16,4 0-2-16,-1-6 5 0,1 1 2 0,-4-3 0 16,6-6-20-16,-9-3 26 0,2-1 12 0,-5-4 5 15,-4 0 11-15,0-3-23 0,-5 0 4 16,-2-6 16-16,-4 5 8 0,-3-5 7 0,0 0-2 16,-3-3 10-16,-3 0 13 0,2 5 18 0,-7-3 15 15,8 7 8-15,-4 3-8 0,1 2 0 0,-1 3 11 16,4 1-11-16,-2 1-8 0,2 5-7 0,0 3-3 15,0 6 3-15,3 1 0 0,0 0 2 16,0 0-2-16,0 18 13 0,0-3-11 0,3 2-7 16,3 7-1-16,-1-1 1 0,-2 4-3 0,4 0 3 15,-1 5-6-15,-6-3 4 0,4 2-1 16,-1-6 0-16,-3 4 8 0,3-1-13 0,-3-3-3 16,4-3 3-16,-4-1 0 0,0-4-3 15,1-2 11-15,-1-3 5 0,0 1 18 0,0-5-16 16,0 0 13-16,0-6-7 0,0-2-14 0,0 0 14 15,0 0-6-15,0 0 1 0,-5-21-6 16,5 7-5-16,0 0 0 0,0-4-2 0,4 3 7 0,0 1-3 16,-1-2-7-16,0 3 8 0,1 2-5 15,-1-2 4-15,1 5-12 0,2 3 0 0,-1-1 0 16,1 5-10-16,1-1 12 0,-7 2 1 0,17 4 2 16,-7 3 5-16,3 3 2 0,1-3 11 0,0 5-18 15,3 1-7-15,-3 2 1 0,6-4-4 16,-3 4 20-16,1-5-2 0,5 4-3 0,-3-4 3 15,1 0-3-15,3-1 8 0,-3-2-11 16,2 0 6-16,1-4-3 0,-3 1-2 0,-1-4-3 16,4-4 2-16,-3 1-2 0,3-4-2 0,-4-1 7 15,1-2-20-15,-3-4 15 0,-2 1-18 0,2-6 23 16,-8 1-3-16,3 0-4 0,-5-1 4 16,-2 2 6-16,-2-1 0 0,-1 2 10 0,0 3-8 15,0 1 3-15,-3 0-6 0,0 4 4 0,-3 3-1 16,0-1 5-16,-4 5-2 0,7 1-5 0,-14 1-3 15,4 5 8-15,0-1-3 0,-4 3 0 16,1 1-7-16,3 4-6 0,-4-4 18 0,4 2 1 16,3 0-6-16,-1-2-7 0,2-3 2 0,-1 4-18 15,4-4 10-15,-1-1 3 0,4 3-5 0,-3-5 3 16,3-3-1-16,3 7-10 0,1-2 21 16,-4-5 0-16,6 4 7 0,-2-2-12 0,2 2 7 15,2-2-5-15,-2 2-5 0,-2-1-8 0,3 3 3 16,2-4 3-16,2 2 12 0,-1 2-10 0,0 0 20 15,1-4-22-15,-1 4 7 0,0-3 3 16,4 3-3-16,-1-4 2 0,1 4-9 0,-3-5-1 16,3 0-22-16,2 4-37 0,-2-3-35 0,3 0-64 15,-3-2-21-15,3 0-133 0,0-2-445 16,-3 2 69-16,3-5 33 0,-4 2 105 0</inkml:trace>
  <inkml:trace contextRef="#ctx0" brushRef="#br0" timeOffset="146866.71">14756 8950 673 0,'0'0'276'0,"0"0"-22"0,6 18-19 15,-3-8-15-15,-2 2-30 0,-1-1-21 0,4 3-18 16,-1-3-8-16,0 6-23 0,1-3-2 0,-1-3-11 16,0 3-9-16,-3-3-11 0,1-3-8 15,2 2 8-15,-3-3 10 0,3 1 21 0,-3-2-10 16,3-2-9-16,-3-4-4 0,0 7-21 0,0-7-10 15,0 0-5-15,0 0 3 0,4-18-9 0,-3 9-6 16,-1-6-4-16,3 0-7 0,0-3-5 16,1 0-3-16,-1-1-5 0,3-2-3 0,1 4-2 15,-3 0-5-15,3 3-5 0,-1 2-16 0,-2 2 5 16,-1 2 1-16,4 2 2 0,0 4 10 16,0 0-10-16,-7 2-15 0,13 3 12 0,-5-2 6 15,-1 6-1-15,2 1 1 0,1 1 5 0,1-1 7 16,-1 2-7-16,0-2-6 0,1 2 3 15,2-2-12-15,-2 1 1 0,2 0-4 0,-2-3-38 16,3 1-1-16,2 0 0 0,-2-4 1 0,0 2 2 16,3-4-6-16,-4-1-9 0,5-4 15 0,-2 0 5 15,-1-1 8-15,1 1-3 0,-2-5 3 16,0-3 7-16,-3 2-10 0,2-5 8 0,-6 3-10 16,3-3 12-16,-3-1 13 0,-1 0 11 15,-2 3 7-15,-1 0 15 0,0 2 11 0,-3 1 2 16,4-1-5-16,-4 6-7 0,0-1-6 0,0 6 3 15,4-7 18-15,-4 7-16 0,0 0-2 0,0 0 0 16,3 23-2-16,-3-13-6 0,1 7 8 16,5 0-11-16,-3 6 14 0,4 2-3 0,-1 7-3 15,2-3 1-15,-1 3-9 0,0 4 11 0,7 10 0 16,-5-11-13-16,-2 0 5 0,0-2 1 0,0 3 2 16,-3-2-8-16,2-4 5 0,-2-1-8 0,-1-3 6 15,-3-2-10-15,0-6 9 0,0 0-7 16,0-1 16-16,-3-7-24 0,-1 2 13 0,-2-8 5 15,2 2 13-15,-3-6-15 0,7 0 7 0,-13-9-2 16,6-1 2-16,0-3-7 0,0-2 8 16,3-1-6-16,1 1 5 0,0-6-7 0,0 3 7 15,3-3 6-15,3 2-16 0,0-6 2 16,1 0-1-16,2 0 6 0,5 0-12 0,-1-3 13 16,0-1-3-16,4 1-2 0,2 1-3 0,-1-3-2 15,-2 4-6-15,5 0 11 0,-2-4-3 0,-2 4-66 16,3 1-1-16,0 1 1 0,-7 6 12 0,4 0 6 15,-7 3 2-15,0 3 0 0,-1 0 10 16,-2 4 5-16,-4 3-7 0,4-1 15 0,-4 6-2 16,-4-6 4-16,4 6 14 0,0 0-9 0,0 0 6 15,-17 14-2-15,11-4 7 0,2-2 0 16,0 2-5-16,1 3 7 0,0-4-4 0,2 5 4 16,1-1-4-16,4 2-6 0,-1-3-13 0,1 2 14 15,3 3-11-15,3-4 5 0,4-1-7 16,-1-4-9-16,0 1-1 0,5-1-19 0,0-4 3 15,1-1-3-15,2-2-17 0,0-1 12 0,2-1 0 16,-2-2 8-16,3-3 5 0,0-2-5 16,-4-1 13-16,-2-3 10 0,1 0-8 0,-1-3-5 15,-5 2 13-15,-2-1-7 0,-4 3 35 0,0-3 10 16,-1 5-5-16,-1-3 3 0,-2 1-3 0,0 4 18 16,-3 0-7-16,3 3-1 0,-3-3-4 0,0 7-1 15,0-2-10-15,0 2 5 0,0 0-4 16,0 0 4-16,0 0-8 0,0 0-2 0,0 17 8 15,4-8 0-15,-1-1-6 0,3 2 3 0,-2 5 1 16,4-4 4-16,-2 5-3 0,-2-1 4 16,2 0 4-16,-2-2-10 0,3 2 16 0,-7-1 4 15,3-3-7-15,-3 3 10 0,0-3 8 0,-3 2-5 16,-4-1 0-16,3-4 10 0,-3 2 12 16,-2-3-30-16,1 1 21 0,-2 1-3 0,0-4-13 15,-1-2 0-15,-2 1 0 0,3-1 3 0,-1-3-5 16,1 0-19-16,0-1-4 0,-1-5-29 0,2 4-27 15,2-3-22-15,0 1-40 0,3-2-51 0,1-1-95 16,3 4-108-16,3-5-322 0,4 0 13 16,-3 1 79-16,6-3 66 0</inkml:trace>
  <inkml:trace contextRef="#ctx0" brushRef="#br0" timeOffset="147100.26">16475 8781 924 0,'0'9'261'0,"0"0"-13"16,-3 0-25-16,3 5-26 0,0-3-5 0,0 6-31 16,0-2-5-16,0 1-25 0,0 2 4 0,-3 1-20 15,3-4-10-15,0 3-12 0,0 0-29 16,3 0-41-16,-3 1-31 0,0-3-48 0,3-3-62 15,0-1-107-15,-2-1-497 0,5-1 82 0,-3-3 36 16,-2-4 48-16</inkml:trace>
  <inkml:trace contextRef="#ctx0" brushRef="#br0" timeOffset="147433.12">16633 8976 637 0,'0'15'225'0,"3"-5"-41"16,-3 4 1-16,0-5-19 0,0-1 6 0,0 0-34 15,3-4-13-15,-3 3-7 0,0 0-13 0,0-3 28 16,0-4-28-16,-3 6-5 0,3-6-3 16,0 0-7-16,0 0-11 0,0 0-12 0,0-18-1 15,3 8-2-15,0-5-31 0,-3 0 75 0,5-2-8 16,-2-1-3-16,0 1-13 0,4 2 11 15,-4-2-28-15,1 7-1 0,-1-3-7 0,3 3-3 16,-1 2-4-16,-2 1-4 0,1 4 3 0,2 2-15 16,-6 1 21-16,14 1-14 0,-7 2 8 0,3 5-7 15,-3 5-6-15,3-2-12 0,0 4-1 0,0 4 16 16,-2 3-5-16,2-1-8 0,0 8-28 16,-4-4 0-16,-1 2-46 0,1-4-59 0,-3 2-87 15,1-1-634-15,-1-2 22 0,-3-2 133 16,0-9 57-16,-3-1 51 0</inkml:trace>
  <inkml:trace contextRef="#ctx0" brushRef="#br0" timeOffset="147599.88">16564 8686 1072 0,'0'-4'366'0,"0"-2"-49"0,0 6-30 0,-3-8-41 15,3 8-41-15,0-2-90 0,0 2-54 0,0 0-89 16,0 0-520-16,-6 12-140 0,-2-4 84 0,-5 5 58 16</inkml:trace>
  <inkml:trace contextRef="#ctx0" brushRef="#br0" timeOffset="148450.67">5106 10663 765 0,'0'0'233'0,"0"0"-21"0,0 0-2 15,0 0-20-15,0 0-11 0,0 0-8 0,0 20 57 16,6-9-28-16,-2 4-19 0,2 2-12 0,1 1-2 16,0 6-26-16,0-1-13 0,-1 4-13 15,1-2-8-15,1 6-15 0,1-4-5 0,-1 5-7 16,2-4-1-16,0 2-10 0,0-3-7 0,1 2-6 16,-4-7-13-16,3 2-20 0,-1-1-23 0,2-5-23 15,-1 4-30-15,0-5-42 0,1 0-36 16,-1-6-109-16,4-1-536 0,-3-3 29 0,2 0 81 15,0-6 47-15,1-1 74 0</inkml:trace>
  <inkml:trace contextRef="#ctx0" brushRef="#br0" timeOffset="151549.31">5666 10801 839 0,'-10'-1'294'0,"2"1"-32"0,-4 1-37 16,2-1-20-16,-2 6-6 0,-1 2-22 0,-1-1-18 16,4 4-16-16,0-1-18 0,-1 4 65 0,1-3-21 15,3 4-18-15,1-4-16 0,2 3-19 0,0-3-22 16,4 2-12-16,1-2-3 0,2-3-17 16,1 5-3-16,0-5 2 0,2-4-4 0,1 3-14 15,3-1-5-15,0-4-7 0,0-2-5 16,2-1 2-16,0-3-8 0,-1 0-7 0,3-3 8 15,-1-2-11-15,-2-1-8 0,-1-3 1 0,0 3 10 16,0 1 5-16,-3-4 2 0,0 3 1 16,-1 2 7-16,-2 4 3 0,-1-4-24 0,2 3 3 15,-2-2-7-15,0 4 0 0,-3 3-1 0,6-5 6 16,-6 5 10-16,0 0-21 0,0 0 8 16,7 8 0-16,-4-2 13 0,1-1-13 0,0-1-2 15,0 3 0-15,2-5-1 0,-3 6 6 0,4-3-3 16,-1-3-10-16,-1 4 5 0,2-2 8 0,2-4-11 15,-2 4 11-15,4-2-8 0,2-2-21 16,1-2-10-16,-1-2-17 0,5 0 17 0,-4-3-10 16,3 1 10-16,-1-2 1 0,-1-2 9 0,1 3-15 15,-2-1 1-15,-1-1 19 0,1 1-2 0,-3 4 3 16,-4 0-6-16,2-3-2 0,-1 4 3 16,-1 2-3-16,2-1 8 0,-9 2-8 0,11 3 7 15,-1 0-4-15,-3 4 17 0,-1 1 8 0,5-1-12 16,-4 3 1-16,0 2-4 0,-1-2 15 0,1 1 3 15,0-3-5-15,0 1 2 0,-4 3-3 16,1-3 6-16,2-1-8 0,-2-4 20 0,0 3-7 16,-1 0 20-16,0-4 16 0,1 3-3 15,-4-6 0-15,3 2 3 0,-3-2 0 0,0 0-6 16,0 0-20-16,0 0 8 0,1-18-8 0,-1 10 5 16,2-6-15-16,-2 2 5 0,1-6-11 15,2-2-7-15,-3 2 0 0,6-7-7 0,-1 0 12 16,1 0-3-16,1 1 11 0,-1 5-15 0,1-5-9 15,1 6 9-15,-1 4 4 0,-1 2-12 0,1-2 5 16,0 5 0-16,0 1 2 0,0 4-2 0,2 0-2 16,-1 2 1-16,2 1 1 0,-10 1 5 15,21 3-7-15,-11 3 4 0,6 0 0 0,-4-2 3 16,4 5 8-16,-2-1-16 0,0 2-2 16,3 1-13-16,-4-2-18 0,5 3 5 0,-2-4-17 15,-1 0-9-15,1 1-12 0,1-1-31 0,-4-2 28 16,5-2-12-16,-5 1 20 0,1-3 12 15,0-1-4-15,0-1 10 0,-1-1 5 0,-3 1 2 16,4-4 11-16,-4-3 2 0,2 1 21 0,-3-2-3 16,-2-2 18-16,0 3 10 0,-1-1 19 0,-2-2 7 15,0 2 12-15,-1-1 11 0,-3 1 3 0,0 1 0 16,-3 3-14-16,0 0-9 0,-2-1 4 16,5 5 1-16,-7-5 2 0,7 5-15 0,-13 0 8 15,13 0-9-15,-17 8 9 0,7-5-3 16,3 4-10-16,-4 0 5 0,2 3-3 0,2-2-8 15,0-1 1-15,0 3-8 0,3-2 7 0,-2-1-12 16,3 3 10-16,2-3-12 0,-2-1-9 0,3-1 3 16,-3 2-5-16,3-1 5 0,3-4-7 15,0 4 2-15,-3-6 0 0,7 1 13 0,-7-1 5 16,14-1-6-16,-7-5-9 0,0 2-6 0,3-3-9 16,0-3 6-16,0-2-1 0,0 0-11 15,-2-3 5-15,-1-1-2 0,2-4 2 0,-6-2-13 16,1 2 1-16,-1-2-6 0,-3-3 18 0,0 0-7 15,0-3-1-15,-6 1 3 0,2-1-7 0,-5 1 12 16,5 2 13-16,-4 2 2 0,-1 1 29 16,2 5 8-16,3 1-6 0,-5 4-15 0,4-3-5 15,-1 7-6-15,2-2 14 0,-2 8-16 0,3-3-8 16,3 5 6-16,0 0 2 0,0 0-8 16,-12 17 8-16,12-9 6 0,0 9-14 0,0-2 16 15,5 3-8-15,-2 5 8 0,1-3-5 0,5 4-6 16,-2-2-10-16,1-1 8 0,2 0 6 0,0-2-4 15,3 2-12-15,1-3-11 0,-1-3 14 16,1-2-6-16,-1 0 10 0,5-3 11 0,-4-2-5 16,6-6-6-16,-2 4-2 0,-2-5-3 0,5-2 18 15,-4-1-2-15,3-3-5 0,-2-2-8 0,-2-3 7 16,2 1-10-16,-5-4-7 0,1 3 15 16,-4-5-10-16,-3 4 10 0,0-6-18 0,0 6 8 15,-4-3 0-15,1 3 2 0,-4-2 5 0,3 5 8 16,-3 0-5-16,0-2 6 0,0 3-12 15,0 3-6-15,3 0-4 0,-3 4 11 0,0-7-10 16,0 7 10-16,0 0 2 0,0 0-10 0,0 0 6 16,18 15 14-16,-15-7-9 0,4 2-1 15,-1 4-2-15,1 0 0 0,-2-2 2 0,1 5-17 16,-2-2 25-16,-1 1-8 0,0 1 6 0,0-5-6 16,-3 3-9-16,-3 0 7 0,0 1 7 15,-1-1 3-15,1-3 5 0,-5 3 3 0,5-6 0 16,-4 1 0-16,1-2 15 0,0-1-20 0,-2 1 2 15,1-5 16-15,1 2-21 0,-1-4 5 0,7-1 13 16,-17-1-21-16,10-5 4 0,-3 4-4 0,2-5 6 16,-2 3-16-16,4-1 6 0,-1-2-9 15,4 0 1-15,-2 3 2 0,-1-2 6 0,2 2-16 16,1 0 5-16,3 4 11 0,-3-7-11 16,3 7 3-16,0 0-8 0,0 0 10 0,0 0-5 15,0 0 3-15,0 0 10 0,0 0-3 0,21 11-4 16,-14-7 17-16,2 0-13 0,1-1 1 0,1-2-8 15,-1 5-3-15,0-3-3 0,1-3 16 16,2 1 6-16,-2 2 6 0,2-3-19 0,0-3 9 16,2 2-12-16,-2-1 15 0,1-3-5 0,0 0 5 15,0-4-10-15,2 0 8 0,-5-3-3 16,3-1 0-16,-1-3-3 0,1 0-12 0,-4-6 10 16,1 4-3-16,-1-5-7 0,3 4 4 0,-2-4 1 15,-2 5-8-15,1 0 13 0,1 0 5 16,-4 4-10-16,3-1-3 0,-3 4-7 0,3 1 12 15,-3 3-5-15,0-1-7 0,4 2 7 0,-5 4-10 16,4-4 7-16,-3 6 16 0,1-2-7 0,1 1-4 16,-9 1 1-16,11 0-3 0,-11 0-2 0,14 0 2 15,-14 0 3-15,10 0 7 0,-10 0 14 16,9 0-4-16,-9 0-9 0,0 0 12 0,11-2 5 16,-11 2-9-16,0 0 11 0,7-4 1 0,-7 4 0 15,0 0 8-15,0 0-3 0,0 0-15 16,0 0-8-16,-14-8 5 0,14 8 20 0,-10-1-9 15,10 1-14-15,0 0 11 0,-24 7-10 0,14-3 4 16,3 3 6-16,-4 3-8 0,1 5 3 16,0-2 12-16,4-1-20 0,-2 4 11 0,1 1-6 15,1 0-3-15,2-2 16 0,2 2-13 0,1-2 6 16,1 0-22-16,1-2 11 0,1-1 8 16,2 1-3-16,-1-5-2 0,1 2 2 0,2-2-13 15,2-1 3-15,1 0 0 0,1-4 13 0,2 1-19 16,1-3 4-16,-3-4-9 0,4-2-20 0,2-2 26 15,-2-1 0-15,3-2 2 0,1-5-5 16,-2-2-2-16,2-3-5 0,-1-3-14 0,0-2 24 16,0 0-15-16,0 0-6 0,-3 1 18 0,-1 6-15 15,1-4 18-15,-3 6-6 0,2 1 1 0,-5 3-6 16,1 1 11-16,1-3-8 0,-6 6-5 16,3 3 0-16,0-1 5 0,-1 0-2 0,-2 4 10 15,2-4-8-15,-2 4 7 0,-4 2 9 0,8-7-11 16,-5 6 8-16,-3 1-3 0,9-5 13 15,-9 5-2-15,4-2 12 0,-4 2 11 0,0 0-3 16,6-2 15-16,-6 2-20 0,0 0 10 0,0 0-12 16,0 0 7-16,0 0 2 0,0 0-12 15,0 0 13-15,0 0-8 0,-31 7 10 0,25-2-10 16,-1 2-16-16,-2 6 27 0,1-1-1 0,-2 1-8 16,4-1 3-16,-1 3 0 0,3 2-7 0,0-2 9 15,1-4-22-15,0 4 15 0,2-3-8 16,1 3-10-16,0-7 20 0,0 4-7 0,4-1-10 15,-1-3 10-15,1-2-6 0,0-1 3 0,2-4 6 16,1 4-3-16,3-7-1 0,-10 2 1 0,18-4-10 16,-6-3 2-16,0-1 0 0,1-1 0 15,-2-2 0-15,-1 0 0 0,-1-3-2 0,2-1-8 16,-4-2 5-16,-3-1-3 0,2 1 3 0,-2 0 8 16,2 0-3-16,-2 3 13 0,-3-1 8 15,2 5-24-15,0-1-2 0,-3 3-13 0,0 2-7 16,0-3 10-16,3 7 17 0,-3 2-4 0,0 0-8 15,0 0-3-15,0 0 5 0,0 0 3 16,13 11 3-16,-9-3 0 0,0-2 4 0,2 2-22 16,1-1 23-16,0-1-16 0,-1 0 18 0,2 3-33 15,-1-5 21-15,3 0-16 0,4-2-5 0,-1 1-3 16,1-2-5-16,0-2-10 0,6-4-18 16,-3 4-10-16,4-6 3 0,-5 0-16 0,2-1 13 15,0-2-5-15,1-2 17 0,-5-1-9 0,0 1 4 16,-4-3 1-16,0 0 7 0,-3 0-10 15,0 1 41-15,-1 0 10 0,-5 0-2 0,6 3 17 16,-7 3 11-16,3 1-15 0,-2-2 2 0,-1 6 7 16,2-2 6-16,-2 5-3 0,0 0 3 0,0 0 15 15,4 21-5-15,-1-9 11 0,0 5-6 16,1 8 3-16,3 2 27 0,-3 8-22 0,3 2 8 16,2 10-6-16,-2-1 8 0,4 4-2 0,-1-5-21 15,-4-7 10-15,2-6-2 0,-2 1-3 0,1-2 3 16,0-6-8-16,-1-4-5 0,-1 2 5 15,-2-6 7-15,1-1 4 0,-1-7-9 0,0 1 6 16,-3-2-16-16,3-8-2 0,-3 0-5 16,0 0-6-16,-9-13-7 0,5-3-2 0,-4-5-9 15,-2-11 6-15,-3-11 0 0,-1-1 5 0,1-4 5 16,-1 4-3-16,7-3-2 0,0 7 0 0,1 9 10 16,2 2 8-16,0 4 15 0,4-2-3 15,0 4-2-15,0 4 6 0,4-2-14 0,0 4 3 16,-1 0 0-16,4 5-31 0,-4 2 23 0,4 1-5 15,3 3 1-15,0 0-9 0,0 4-2 0,-2 0 15 16,2 2-5-16,0 2-5 0,-4 0-10 16,5 4 2-16,-4 0 16 0,-1 0-11 0,-2 1 6 15,3 5-6-15,-6-1-2 0,-1-2 10 0,-1 2 16 16,-3 2-21-16,-2-2 5 0,-1-1 5 16,0 0 0-16,-4 1 6 0,5-4 7 0,-4 0-21 15,3-2 4-15,0 2 9 0,0-4-2 16,1 2 5-16,2-2-3 0,-2 2-18 0,2-3-4 15,4-2 2-15,-7 8 5 0,7-8-6 0,-3 6-11 16,3-4 1-16,0-2 1 0,6 7 5 0,-6-7 12 16,11 3-4-16,-5-3 12 0,1 3-5 0,-7-3 0 15,24-4 5-15,-6 1-7 0,-2-4-1 0,5 0 19 16,3-1-19-16,-1-1 9 0,5-1-6 16,-1-5 0-16,1 5-2 0,-1-6-6 0,1 2 18 15,-4 1-12-15,-1-3 2 0,-5 2 5 16,2-4 6-16,-6 3-4 0,-1-2-9 0,1-1 2 15,-4-2 13-15,-6 1-5 0,3 3 5 0,-4-1 0 16,0 3-6-16,-2 0-9 0,2 3 20 0,-3-2-77 16,0 5 8-16,-3 1 8 0,2 6-3 0,1 1-3 15,0 0 8-15,0 0 11 0,-20 16 10 16,13 0 2-16,0 0 18 0,-3 4-8 0,6 5 11 16,1 2-5-16,3 1 2 0,0-1-3 0,3 2-9 15,-2 0 9-15,9 3 6 0,0-2-18 16,0 0 7-16,1-5 8 0,-1-3-2 0,3-3-1 15,1-2 6-15,-4 1-6 0,4-4 6 0,-4-4 13 16,1 0 4-16,0-5-15 0,1 2-10 16,-1-4 11-16,0-3-9 0,1-2 3 0,-2-3-2 15,1 2-18-15,-1-4 15 0,-3 5-18 0,0-4-8 16,-3-1-33-16,-1 3-23 0,0-2-46 0,-3 2-33 16,-3 0-105-16,3 4-331 0,-11-5-163 0,1 5 59 15,-3 0 51-15,-8-2 74 0</inkml:trace>
  <inkml:trace contextRef="#ctx0" brushRef="#br0" timeOffset="197814">21269 4403 552 0,'-1'6'221'0,"1"1"-12"0,0-2-11 15,0 3-22-15,0 1-22 0,1 3-3 0,2-1-13 16,-3 3-15-16,3 2 2 0,0 2-27 0,1-2 12 15,-1 1-29-15,0 1-1 0,1 0-6 0,3 1-2 16,-3 2-13-16,-1 3 5 0,3-3-6 16,-2 2-6-16,2 1 1 0,-2 0-76 0,3 1 3 15,0 1 5-15,-1-1-3 0,-2 7-5 0,2-2 87 16,-1 1-6-16,1 1-9 0,1 1 5 16,-4 0-6-16,4 2-1 0,0 0 6 0,0 14-7 15,-3-2 0-15,5-5 3 0,-5-5-8 0,6 10 0 16,-3-6-5-16,-3-7-5 0,5 1 4 0,-5-2 6 15,7 15-10-15,-2-11 5 0,-2-4-18 16,1 4 2-16,-2-3 11 0,1 0-8 0,3 11 3 16,1 2-6-16,-4-7-5 0,-1-8 1 0,1-1 4 15,3 3-9-15,-6 3 6 0,6 6-1 0,-3-2-3 16,0-8-8-16,0 0 8 0,-1 1-3 16,-2-1 0-16,2 1 5 0,2 0-4 0,-2-1-6 15,-5 2-77-15,5-2 3 0,-3 0 28 0,0 1-8 16,1-2 8-16,-1 1 6 0,-3 2 9 0,5-2 11 15,-2 2-8-15,0 1 17 0,0-1-4 16,-2-1 8-16,2 1-9 0,0 0 11 16,1 1 8-16,-1-1-16 0,0-1 8 0,1-6 6 15,0 4-4-15,-1 0 3 0,3 0-2 0,-5-4-3 16,2 4 2-16,3 0 73 0,-2 1-9 0,3-1-4 16,-6-5-9-16,5 0-7 0,-3-2 6 15,1 5-11-15,2-4 0 0,-2 1-3 0,3 7-15 16,-3-1 10-16,2-1-10 0,-2 3 0 0,2-2-2 15,2-2 2-15,-5 2 0 0,3 0 15 0,-2 1 3 16,2 0 5-16,-2 1-10 0,3 0-3 0,-3 2-4 16,-1-2-4-16,3 0-10 0,-2-2 9 15,2 5-4-15,-2-4-5 0,4 1-2 0,-2 0 0 16,1 2 13-16,-1-2-11 0,2-2 0 0,-1 0-10 16,-1 0 11-16,1-6 2 0,0 7-6 0,3-1 9 15,-3-2-6-15,-1 2-4 0,1 0 4 0,1-4-2 16,-1 2-11-16,2 1 1 0,-2-3 4 15,1 0 1-15,1-1-3 0,-2 4 0 0,4-1 3 16,-4-1 0-16,3 2-13 0,0-3 7 0,0 0-2 16,0 1-2-16,-3-1 2 0,4-3 10 15,-1 4-8-15,0-3 4 0,1-1-14 0,-2 2 8 16,2 0-15-16,0-2 9 0,-2 4-14 0,1-10-11 16,1 4-5-16,-4-5-28 0,3 3-41 0,0-5-43 15,-6-1-52-15,3-5-237 0,-1-2-393 16,-2-2 98-16,2-1 36 0,-6-7 64 0,0 1 58 15</inkml:trace>
  <inkml:trace contextRef="#ctx0" brushRef="#br0" timeOffset="199794.43">21282 4486 747 0,'10'0'246'0,"-10"0"-16"0,0 0-23 15,0 0-89-15,17-2-13 0,-10-3-5 0,3 4-11 16,1-2 9-16,2-2-21 0,4 2-6 16,-3-3-7-16,7 4-10 0,-1-4 69 0,4 0-8 15,3 1-2-15,0-1-16 0,4-1-8 0,3 3-9 16,0-4-14-16,4 1 1 0,0 0-16 16,13-4 5-16,4 0-17 0,0 1 9 0,3-1-7 15,-3 1-2-15,3-4 2 0,-4 3-3 0,1-3 3 16,0 4-2-16,0-5-6 0,-1 5 0 0,4-3 0 15,0 1-15-15,0-1 13 0,0 1 0 16,4-1-3-16,1 3-10 0,-3-1-3 0,5 0 6 16,-4 1-11-16,1-1 3 0,-1 1-1 0,-2 1 6 15,-1-4-7-15,0 3 7 0,0 1-16 0,1-4 6 16,-2 3 2-16,1 0-2 0,3 1-1 16,-5 1 6-16,2-1-5 0,3 0-3 0,-3 2-5 15,0-2 5-15,-2 1 8 0,-2 0-8 16,4 2-2-16,0-2 4 0,-3 1 6 0,3 0-18 0,0 1 0 15,1-2 15-15,-2 2-2 0,1-1-11 16,0 3 6-16,-6-1 7 0,6-2-10 0,0 3 0 16,-10-2-3-16,-3 3 14 0,12-2-9 0,-6 1 8 15,-6-1-10-15,12-3 0 0,-1 1 6 16,-1 3-17-16,6-3 16 0,-3 0-2 0,4-1 2 16,-1 1-7-16,-2 0 2 0,5 1 7 15,-2-2-7-15,0 2-5 0,-1-2 0 0,1 1 5 16,-4 3 5-16,0-3 3 0,-4 0-8 0,-6 0 10 15,10 3-10-15,-10-3 0 0,7 0 0 0,3 0 8 16,-10 3-16-16,10-3 16 0,-1 0-1 0,-1 0-4 16,2 3 7-16,0-3-15 0,-3-1 5 15,3 2-5-15,0-1 8 0,-11 2-9 0,-4-1 17 16,14-1-4-16,4-1-9 0,0-1-6 0,1 1 8 16,0 4 0-16,3-4 23 0,1 0-13 15,1 0-12-15,-2 1 7 0,0-1-3 0,0 0-2 16,0 1 11-16,0 0-19 0,-2 1 13 0,-3-1-69 15,5 2 8-15,-4-4 0 0,1 5 9 16,1-4-1-16,0 2-3 0,-1-1 30 0,3 3-17 16,-3-3 22-16,0 2-9 0,2 1 22 0,-5-2-15 15,2 3-2-15,-1-4 7 0,-4 2 3 0,2 1 0 16,-7-1-3-16,7 1 8 0,-10-3-3 16,-3 3-5-16,-4 1 18 0,22-4-7 0,-6 3 12 15,4-3-15-15,-3 2 2 0,-6 3 1 0,-8 0-6 16,-3-3 11-16,4 2-16 0,-5 2 20 0,-6-3-19 15,-3 4 14-15,0-1-7 0,0-1-3 16,-4 1 16-16,-6 1-8 0,3 0-8 0,-4-3 11 16,1 2-8-16,-3 1 5 0,-2-2-5 0,-3 2 10 15,-2-1 3-15,2 1 2 0,-2 0 10 16,-1-1-2-16,-10 1 10 0,16 0-10 0,-16 0 13 16,12 0-11-16,-12 0 4 0,12 0-9 0,-12 0 0 15,11 0 1-15,-11 0-4 0,7 1-4 0,-7-1-3 16,7 4 3-16,-1 0 5 0,-2-1-13 0,-1 5 7 15,4 1-9-15,-3-1 4 0,3 5 14 0,1-1-14 16,-3 5 3-16,3-2-15 0,-2 7 23 16,4-4-13-16,-3 6-3 0,3-3 6 15,-3 2 7-15,3 4-10 0,1-2 13 0,-1 4-13 16,3-3 10-16,-2 2-15 0,-1 2 5 0,0-2-10 16,1 3 18-16,2-3-3 0,-2 2-13 0,-1-2 13 15,0 4-2-15,1-1-1 0,-1 1 6 16,0-3-16-16,1 4 8 0,-2-2 0 0,-2 1 10 15,3-2-12-15,1 2 4 0,-4 0 6 0,3 1 5 16,-3 2-8-16,6 8-5 0,-6-3 0 0,4 8 5 16,-4-11 8-16,5 8-3 0,-3-8 6 15,-3-4 1-15,1 2-9 0,3 11-5 0,0 0 7 0,-6-6-5 16,4-2-7-16,-3 7 25 0,5 4-16 16,-2 0-2-16,-2-4-5 0,1 4 8 0,2-1-8 15,-1 2 5-15,-4-1 13 0,2-7-15 16,1 8-1-16,-1 0-7 0,-1-8 10 0,1-5-5 15,-2 12 8-15,5 1-8 0,-2 0 5 0,-2 0-8 16,1-2 11-16,1 1-10 0,1 0 14 16,-3-2-9-16,3 1 7 0,1 2-15 0,-2 0 23 15,0-1-10-15,3 0-6 0,-3 1 3 0,0 1-7 16,0-2 4-16,0 1 14 0,0 0-29 16,-1-2 18-16,-2-5-5 0,4 5 8 0,-2 0 4 15,0 0-17-15,-2-6 5 0,2 8 13 0,-3-4-8 16,1-10-10-16,2 15 26 0,-4-5-21 0,4 5 10 15,-4-8-5-15,0-2 0 0,1 9 3 0,0-7-3 16,0-2-3-16,1 9 6 0,-4-6 0 16,7 6 7-16,-4 4 6 0,1-3-14 0,-4-6-2 15,5-6 13-15,-3 1-10 0,1 11 0 0,2-9-6 16,-3-2 19-16,5 13-6 0,-3-3-10 0,-1-7 8 16,0-4 2-16,3-3-10 0,-2 2-7 15,2-2 4-15,-4 3 22 0,7 8-24 0,-5-7 17 16,2-2-11-16,-2-5-1 0,2 0 5 0,-1-5 0 15,-2-3-7-15,3 1 20 0,-2-1-31 0,1-1 0 16,-3 1 14-16,1-7 1 0,4 3 3 16,-6-3-10-16,2 0 0 0,0-3-5 0,0 1-18 15,-1-5 3-15,-2 3-37 0,0-5-30 0,-2 2-43 16,-1 2-49-16,0-2-318 0,3-3-289 16,-3 3 41-16,-1 1 77 0,0-4 75 0,0-4 73 15</inkml:trace>
  <inkml:trace contextRef="#ctx0" brushRef="#br0" timeOffset="204976.89">21558 4650 542 0,'0'0'195'15,"0"0"-16"-15,0 0-18 0,0 0-12 16,0 0-4-16,-6 20-9 0,9-11-18 0,-3 4-11 15,4 1-9-15,-1 1 2 0,0 2-16 0,1 1-7 16,3 2-3-16,0 1-5 0,-4 0-7 16,4 2-83-16,-4-5 3 0,3 2-2 0,-1 1 7 15,-2-4-10-15,1 2-10 0,-1-2 20 0,0-2 38 16,-3 1-37-16,3-4-6 0,0 1 13 16,-2-4-11-16,-1 1 19 0,3-2 7 0,-3 1 23 15,0-1-2-15,3-2 79 0,-3-4-10 0,0-2 0 16,0 0-13-16,0 0-18 0,0 0 0 15,0 0 5-15,0 0-18 0,-6-18-2 0,5 9-13 16,-2-3 5-16,3 0 0 0,0-1-18 0,0 1 8 16,0-1-10-16,3 1 17 0,-2 2-14 15,2-2-1-15,-3 3 2 0,3 1-9 0,2 0-13 0,-2 4-3 16,0-2 8-16,1 3-8 0,2 3-10 16,-6 0 12-16,0 0 1 0,18 3-13 0,-9 3 5 15,-2-2 5-15,0 3 0 0,4 1 3 0,-2-1-6 16,1 3 8-16,-2-2-22 0,2 0 1 15,0 2 9-15,1-2-6 0,-4-1 1 0,3 2 4 16,0-3-15-16,-3 0-2 0,3-2 4 16,-3-2 1-16,3 2 2 0,-3-3-2 0,3-1 10 15,-10 0-8-15,17-1 8 0,-10-3 0 0,0 1-3 16,4-3-10-16,-5-1 18 0,1 1-3 16,0-3 1-16,-4-2 2 0,0 0 8 0,2 1-1 15,-2-4 3-15,-3 3-7 0,3-1 15 0,-3 2 13 16,3 2 2-16,-2-1-5 0,-1 2-7 0,0 3-4 15,0-3 4-15,0 7-3 0,0-7 5 0,0 7-3 16,0 0-4-16,0 0 2 0,0 0-8 16,0 0 0-16,0 0 0 0,3 18 11 0,0-12-19 15,-3 1 4-15,3 1-1 0,1 1 10 0,-1-1 3 16,1 0-18-16,3 1 5 0,-4-1 13 16,4 0-13-16,-1-1 3 0,-2-1-16 0,6 1 3 15,-6-1-3-15,3 0-12 0,-1-2-8 16,2 2-13-16,-1-3-13 0,2-2-10 0,-5 0-21 15,7-1-53-15,-5 0-33 0,4-2-26 0,-3-1-70 16,3-4-140-16,-3 0-197 0,0-1 110 0,0-1-36 16</inkml:trace>
  <inkml:trace contextRef="#ctx0" brushRef="#br0" timeOffset="205113.6">22119 4804 286 0,'0'0'103'0,"-16"3"-37"0,16-3 13 0,0 0-4 16,-11 4-47-16,11-4 5 0,-7 6-41 16,4-3 3-16,2 2-20 0,1-5-62 0,-6 4-72 15</inkml:trace>
  <inkml:trace contextRef="#ctx0" brushRef="#br0" timeOffset="207310.39">22126 5013 581 0,'7'-4'181'0,"-4"-2"-25"0,1 0-10 16,-1 0-30-16,4-1 1 0,-4-2-4 0,4 0-18 15,-6-3 2-15,5 1 0 0,-3 2-7 16,-2-4-11-16,2 1 3 0,-3-1-5 0,0 1-8 15,0-2-3-15,0 1-12 0,0-2 8 0,0 5 14 16,0-1 4-16,-3 1-1 0,3 2-15 0,-1 0-5 16,1 1-18-16,-3 3 0 0,3 4-5 15,0-8-6-15,0 8 9 0,0 0-26 0,0 0 22 16,0 0-27-16,0 0 10 0,4 24 13 0,-1-14-16 16,-3-2-5-16,6 3 6 0,-2 2-1 15,-1-4-5-15,2 1 1 0,1 0-11 0,1 1 2 16,-1-2 1-16,-2 0 2 0,3-2-15 15,0-1 4-15,0 1-19 0,2-2 17 0,-1-2-7 16,-1-3-3-16,2 1-8 0,-2-1 19 0,-7 0-1 16,18-3-5-16,-12-1-5 0,4-1 28 0,-2-1-17 15,-1-1-6-15,-1 0 3 0,0-2-11 16,-2 0 16-16,3 1 3 0,-3-2-9 0,2 3 11 16,-5 3-5-16,2-4 5 0,0 2-23 0,1 4-2 15,-1-3 12-15,-3 5 3 0,0 0-3 16,7-1-8-16,-7 1 14 0,0 0 1 0,10 8-4 15,-10-2 5-15,4-1 0 0,-1 1 8 0,0 0-1 16,-3 2 8-16,4-3-15 0,-4 1 3 0,4 2-16 16,-4-2 18-16,3-1 0 0,-3 1 10 15,0 0-10-15,3-2 26 0,-2 0-8 0,-1-4 17 16,0 8 9-16,0-8-3 0,0 0-3 0,0 0-7 16,0 0 5-16,0 0-11 0,0 0 9 15,0 0-16-15,0 0 7 0,0 0-4 0,0-22-14 16,3 19 16-16,-3-5-18 0,3 2 3 0,-3 4 8 15,3-4-14-15,-3 6 1 0,4-7-3 16,-4 7-5-16,6-3 10 0,-6 3-10 0,0 0 10 16,15 3 0-16,-12 1 2 0,4-1-9 0,-1 3-6 15,-2-4 6-15,3 4-6 0,-1-2 0 16,-2 0 70-16,-1 0-3 0,1 1-13 0,3-1 5 16,-3 0-8-16,-1 0 1 0,0 0-3 0,-3-4 2 15,7 4 3-15,-4 1-5 0,-3-5-5 0,0 0 8 16,7 0-1-16,-7 0-20 0,0 0-7 15,7-8 14-15,-7 3-12 0,3-3-2 0,-2-1 14 16,2-2-7-16,-3 2-10 0,3-7 5 0,0 1-10 16,-2 0-1-16,2-1 1 0,0 3 5 15,0 0-5-15,1 2-3 0,-3 1-5 0,2 1-5 16,-3 2 0-16,3-1-13 0,-3 4 18 0,0 4-16 16,7-4 9-16,-7 4-1 0,0 0-7 0,19 11 15 15,-17-4-6-15,7 2 9 0,-5-1-3 0,3 0-5 16,0 2 10-16,0 1-8 0,-1-1 11 15,1-1-13-15,-1 1 2 0,2 0 11 0,-4-2-3 16,2 1-5-16,1-1-5 0,-1-1 5 0,-1-1 15 16,1 1-17-16,-2-5 12 0,2 2 0 15,-2-1 6-15,-4-3-3 0,14 0-6 0,-14 0-9 16,13-9 7-16,-6 2 0 0,0-1 15 16,0-1-17-16,0-5 2 0,-1 2-2 0,1-3-1 0,0 0 3 15,0 1 0-15,-4 3-2 0,1 1 5 0,-1 1-14 16,0 1-1-16,1 2-14 0,0 0 6 15,-1 2 2-15,-3 4 6 0,6-1-4 0,-6 1 6 16,0 0-13-16,11 8 11 0,-5-4 1 16,2 2 4-16,-2 1 4 0,1-2-4 0,0 1 7 15,3 0-13-15,-3-2 11 0,3 1 10 0,1-1-8 16,2 0 5-16,-3-1-13 0,4 0 11 16,-1-1-10-16,-1-2-1 0,1 0 16 0,0-5-13 15,1 2 5-15,-1-1-2 0,-2-1-9 0,-1-2 22 16,-3 0-16-16,4 0 7 0,-5-3-14 0,-2 2 9 15,2 0 1-15,-5-1 22 0,2 1-12 16,0 2 5-16,-3 1-10 0,0-1-6 0,0 6 4 16,0 0 1-16,-6-2 6 0,6 2-8 0,0 0-5 15,-17 13 8-15,9-6-3 0,1 0 3 0,1 2-14 16,0-1 12-16,2 0-12 0,-3-1 4 16,6 1-3-16,-2 0-3 0,0-4-5 0,3 3 18 15,0-2-15-15,0-1 0 0,3 2 15 16,1-5-7-16,-4-1-1 0,11 2 6 0,-11-2-6 15,19-3 0-15,-8-3 3 0,-1 2 8 0,0-4-5 16,4-2-11-16,-4-4 13 0,4-1 0 16,-4 0-5-16,0-3 13 0,1-1-8 0,-4-1 0 0,0 0-5 15,-1 0 5-15,-3 0-2 0,1 2 2 16,0 0 0-16,-1 0 13 0,0 4 15 0,-3-1 3 16,1 3-8-16,-1 2 8 0,0-2-20 0,0 5 9 15,3 2-12-15,-3 5 13 0,-3-6-11 16,3 6-15-16,0 0 8 0,0 0-3 0,-4 25-3 15,4-11 8-15,-3-1 1 0,3 2-16 0,3 2 12 16,-3-1-7-16,4 1 3 0,-1 1 5 16,3-3-1-16,-2 2-4 0,3-3-11 0,0 0 11 15,0-2-8-15,-1-2-11 0,1-2 16 0,4 2-5 16,-4-3-8-16,2-1 16 0,-2-4-11 16,1 3 8-16,2-4 3 0,-4 0-6 0,1 1 3 15,-7-2 0-15,11 5 5 0,-5-5 3 0,-6 0 0 16,7 1-3-16,-7-1-13 0,11 2 18 0,-11-2-15 15,6 1 3-15,-6-1 4 0,0 0 3 0,7 2 0 16,-7-2-5-16,0 0-5 0,10 0 5 16,-10 0-5-16,0 0 15 0,14-2-4 0,-14 2-4 15,10-1-2-15,-10 1-10 0,10 0 15 16,-2-2-13-16,-8 2 3 0,10-1 0 0,-1-2 8 16,-9 3-16-16,15-4 13 0,-9 2 2 0,4-3 6 15,-2 3-8-15,2-4 3 0,-3-1-21 0,5-1 5 16,-1-1 5-16,-4 0-5 0,3-2-5 0,1-1 11 15,-4-1-6-15,-1-1 3 0,1-2 15 16,1 3-13-16,-2-3 8 0,-2 0 3 0,2-1 2 16,0 3 8-16,-5-1-1 0,3 3 1 0,-1 2 0 15,1-3 13-15,-4 3-26 0,3 3 15 16,-3-1-15-16,3 2 5 0,-3 2-5 0,0 4-2 16,4-2 12-16,-4 2-8 0,0 0-4 0,9 12 15 15,-8-5-11-15,3 3 1 0,-1 4-8 16,3-2-3-16,-5 3 23 0,5 0-7 0,-2 1 0 15,2-2-3-15,-1 1 0 0,1 0 5 0,1-1-2 16,-1-3-8-16,1 3-18 0,4-5-3 0,-4-1 4 16,-1 0 11-16,4-2-4 0,1-2 8 15,-1-1-19-15,1 0 21 0,-1-6-15 0,0 3 15 16,1-2-10-16,-2 0 2 0,-2-3 5 0,3 1-2 16,-2 0 3-16,-2-1 9 0,-2-2-12 0,2 1 10 15,-2 3-2-15,-1-4 12 0,0 2-5 16,3 2 8-16,-4-1-20 0,1 1 9 0,-3 3-4 15,3-7-8-15,-3 7 13 0,7-3-19 16,-7 3 11-16,0 0-5 0,0 0 8 0,7 10-8 16,-3-4 23-16,-1-2-26 0,-3 5 8 0,3-2 2 15,-2 5-2-15,-1-3-17 0,0 1 9 0,0 1-15 16,0 2-16-16,0-2-27 0,0 3-13 16,-1-5-32-16,-2 4-73 0,-4 1-192 0,3 0-420 15,1-2 41-15,-1 1 112 0,-2-6 42 0,-1-2 86 16</inkml:trace>
  <inkml:trace contextRef="#ctx0" brushRef="#br0" timeOffset="207476.06">23549 4536 837 0,'6'-8'317'0,"1"0"-30"0,3 1-31 0,4-2-49 0,2 2-43 15,5-2-93-15,-3 5-163 0,5-5-576 16,4 1 49-16,-2 0 94 0</inkml:trace>
  <inkml:trace contextRef="#ctx0" brushRef="#br0" timeOffset="208076.53">24164 4145 721 0,'3'26'213'0,"0"-1"45"0,-2-3-15 16,2 2-30-16,3 1-3 0,-2 4-21 15,2 9-25-15,5 9-13 0,-4 6-13 0,0-3-5 16,6 2-17-16,-3 3-4 0,1-3-7 0,0 5-8 15,5 2-17-15,-2 11-80 0,-1-7 15 16,2 6-12-16,1 6-1 0,5-2 1 0,-5 2 12 16,-1-6 11-16,-2-9-13 0,1-1-1 0,0 1-6 15,0-1 1-15,-1 0-2 0,0 0 3 0,2-2 5 16,-2 0-6-16,1-2 24 0,-1 3-21 16,3 1 3-16,-4-3 10 0,2 2 5 0,-1-4-7 15,4 1 4-15,-6 2 6 0,5-4-8 0,-2 3-10 16,0-4-5-16,0 4 12 0,-1-4-15 0,5 4 29 15,-5-3-22-15,4 1-1 0,0-2 4 16,0-1-12-16,-3-1 4 0,3-1 3 0,0 1 6 16,-3-5-9-16,5 2 1 0,-4 2 5 15,-2-3-5-15,5 1-3 0,-5 1-15 0,1-4 4 16,2 3 17-16,-1-3-1 0,-2-1-5 0,4 4-2 16,-6-5 4-16,0-4 6 0,2 6-8 0,-3-8-5 15,1-4 8-15,-1 2 5 0,0-1-11 0,0 0 3 16,0 0-7-16,0 0 9 0,1-4 70 15,-4 3-13-15,3 1-7 0,7 7-11 0,-10-5 36 16,3-3-67-16,-3 1 0 0,0 0 3 0,0-3-8 16,-1 0-7-16,1 2 7 0,1-4-2 0,-2 1-8 15,1-1 2-15,-1-3 9 0,2 0-14 16,-1-2 8-16,-1 1-7 0,-2-6 12 0,2 0-36 16,1-1 11-16,-3-2-13 0,-1-4-11 0,1 2-14 15,-1-2-24-15,-3-5-46 0,0-4-31 0,0 4-183 16,0-6-431-16,0 0 10 0,-7-24 103 15,0 1 81-15,-7-26 60 0</inkml:trace>
  <inkml:trace contextRef="#ctx0" brushRef="#br0" timeOffset="209292.78">24673 4336 1016 0,'0'0'325'0,"-7"-5"-33"0,4 2-34 16,3 3-22-16,-7-3-27 0,7 3-22 0,0 0-5 15,0 0-31-15,-18 9-15 0,9-7-11 16,1 7-7-16,2 0-16 0,-1 4-2 0,0-1-23 16,0 4 2-16,0-1-7 0,2 3-13 15,0-3-3-15,2 3-7 0,6-1-11 0,-3 1-15 16,6-1 11-16,-2-1-19 0,4 5-7 0,2-4-3 16,0 0-3-16,4-4 1 0,-1 1-19 15,1-3-7-15,-4 1 0 0,0-4 3 0,1 0 10 16,-4-4-6-16,2 2 19 0,-2-3-13 0,-1 1 10 15,-6-4 0-15,0 0 0 0,0 0 2 0,8-8 16 16,-11 2 13-16,3 6-6 0,-3-11 1 16,1 4 0-16,-4-2 2 0,3 1 2 0,0 1 9 15,-1 0-11-15,1 0 8 0,3 2-11 0,-3-2-2 16,2 0 3-16,-2 4 0 0,3-4-8 0,0 7-1 16,0-9-6-16,0 3-9 0,4 0-2 15,-1 1 8-15,3 1 10 0,-2 1-3 0,5 2-15 16,-4-4-10-16,5 5 10 0,-10 0 5 0,18 2-15 15,-7 2 2-15,0 3-5 0,0-2 3 0,0 2 10 16,1 2-15-16,0 3 17 0,-2-1-12 16,2 3 2-16,-4-1-4 0,-1 2-9 0,0-1-33 15,3 3-27-15,-6-5-47 0,4 3 5 0,-6 0-46 16,1-3-82-16,2 1-520 0,-3-3 42 16,1 1 76-16,1-5 62 0,-1 1 61 0</inkml:trace>
  <inkml:trace contextRef="#ctx0" brushRef="#br0" timeOffset="210342.96">24998 4472 739 0,'3'7'213'0,"0"2"-19"15,-2 3-12-15,2-3-26 0,0 2-5 16,0 0-41-16,-1 0-15 0,0-2 7 0,-2 0-7 15,3-1-8-15,-3-1-8 0,4 2-7 0,-4-5 7 16,3 0-4-16,-3 1-11 0,0-5 2 16,0 0-17-16,0 0-1 0,0 0-1 0,0 0-12 15,0 0-6-15,-3-22 4 0,-1 14-10 0,1 0 20 16,3-1-17-16,0 0 5 0,0 2-3 16,0-2-15-16,0 1 15 0,0 1-8 0,0 0 6 15,0 1-13-15,3 1-6 0,1-1 1 0,0 4-13 16,-1-3 10-16,3 4 3 0,-6 1 10 15,11-6-18-15,-4 4 7 0,0-1 6 0,-1 2-8 16,1-4 5-16,0 4-4 0,4 0 73 0,-2-4-7 16,-2 1-1-16,4 0-20 0,-1 0 11 15,-3-2-21-15,5 1 0 0,-7-1 0 0,5-1 0 0,-4 0-5 16,-2 0 2-16,4-1-2 0,-5 0-11 16,0 1 6-16,-3 1-10 0,3-2 4 0,-3 1 3 15,-3 0 8-15,3 0 5 0,0 7-18 0,0-10-18 16,-3 8 8-16,3 2 0 0,-3-6 2 15,3 6-10-15,0 0 16 0,0 0-11 0,-15 8 0 16,12-2 3-16,0 2-8 0,-1-2 8 0,1 4-16 16,3-1 9-16,-3 1-4 0,2 1 6 15,1 2 2-15,0-2-13 0,1 0-2 0,2 0-2 16,3 0-6-16,-2-1 3 0,3 2-1 16,3-3 6-16,-3-5 3 0,6 3 7 0,-2-5 3 0,3 1-16 15,3-3-5-15,3-3-13 0,1 1 9 16,0-2-1-16,2-3 0 0,-2-2-3 0,2 0-7 15,-6-3 5-15,1 1 3 0,-5 2 4 0,1-4-4 16,-4 3 2-16,-3-1 15 0,2-3 16 16,-7 6 15-16,4 0-7 0,-6-1-11 0,3 4 3 15,-3 0 12-15,0 0 1 0,0 5-16 0,-6-4-7 16,6 4 4-16,0 0 1 0,0 0-3 16,-24 8 5-16,20-4-4 0,-5 3 1 0,5 2-4 15,-3 0 4-15,5 4-19 0,-3-2 22 0,2-1 8 16,3 3-23-16,0-1 12 0,0 0-9 0,3-1-6 15,2 3 8-15,0-4-2 0,2 0-1 16,0-2-12-16,3 0 4 0,1 1 17 0,5-3-12 16,-1-3-6-16,-2 2-1 0,5-5-3 0,-5 0 4 15,7-5-14-15,-3 2 3 0,-2-2 8 0,1 0-13 16,-2-2-1-16,0-5-9 0,-3 1 0 16,-2 1 22-16,1-3-7 0,-3 1 0 0,1-1 8 15,-2 3 17-15,0-1 1 0,-2 0 22 0,-1 1 6 16,1 5-18-16,-1-2-26 0,-3 1 16 15,4 3-3-15,-4 3-5 0,4-5 5 0,-4 5-3 16,0 0 11-16,6 9-6 0,-3-2 1 16,-2 0 2-16,2 3-5 0,-3 0 3 0,3 2 12 15,-3-1-10-15,5 0-8 0,-4 1 9 0,0-1-6 0,-1-2 12 16,0 3-9-16,4-3 5 0,-4-3-1 16,0 1-2-16,0-2 16 0,0 2 15 0,3-4-21 15,-3-3 13-15,0 0 6 0,0 0-17 16,0 0 4-16,0 0-8 0,0 0 5 0,-3-25-6 15,3 14-4-15,-4-2 2 0,4 1-5 0,0-4 6 16,0 1-4-16,0 0-9 0,0 3 25 16,4-1-26-16,-4 1 3 0,0 3 3 0,3 0-13 15,-3 2 7-15,3 1-7 0,-2-1 2 0,5 6 8 16,-6 1-13-16,0 0 1 0,0 0-1 0,18 9 5 16,-12-2 6-16,-2 2-4 0,2 0 12 15,4 4-6-15,-2-2 0 0,-1 3-3 0,-1-2-18 16,1 2-12-16,3 2-31 0,-3-5-36 0,3 3-89 15,-3-2-592-15,4 1 11 0,-2-2 81 0,-2-3 126 16,1-2 5-16</inkml:trace>
  <inkml:trace contextRef="#ctx0" brushRef="#br0" timeOffset="211626.18">26259 4137 924 0,'-14'1'248'0,"14"-1"-20"0,-16 8-24 0,8-1-22 16,-2 2 61-16,3 0-33 0,-2 5-13 15,4 1-23-15,-2-4-30 0,1 6-11 0,3-2-15 16,-1 2-6-16,1-1 1 0,3 0-21 0,0-4-20 15,0 2 2-15,3-1-18 0,1-1-12 0,-1-1-8 16,3 2-6-16,-2-5-4 0,4 1-13 0,1-1-3 16,-2-4 15-16,0 3-19 0,3-4 17 15,-3 0 0-15,0-1-11 0,2-2 4 0,-1 2 12 16,-8-2-8-16,14 3-12 0,-8-2 8 0,-6-1-16 16,11 0 0-16,-11 0 5 0,10 0-8 15,-10 0-2-15,10 1 0 0,-10-1 13 0,11 2-3 16,-5-1-13-16,-6-1-2 0,14 4-11 0,-5-4-4 15,-9 0 2-15,12 0-3 0,-3 1-2 16,-9-1 7-16,14-1 1 0,-14 1 10 0,10 0-13 16,-10 0 2-16,7-4 11 0,-7 4-3 0,8-4 26 15,-8 4-13-15,3-6 15 0,-3 6-5 0,0-8 1 16,-3 1 4-16,3 3-2 0,-4-3 15 0,3 0-7 16,-5-3-4-16,3 2 14 0,2-1-3 15,0 0-17-15,-4 1 6 0,5-1 14 16,0 1-5-16,-3 0-8 0,3 0-5 0,3 0-13 0,-3 1 12 15,0 0-12-15,5 3-5 0,-3-3 0 16,1 2 3-16,-3 5-11 0,7-4-5 0,0 1 18 16,-7 3-3-16,13 3-2 0,-6-2 3 15,1 0-9-15,2 6 6 0,-4 0 5 0,4-1 3 16,1 4-3-16,-1-1-5 0,-3 1 0 0,4 0-1 16,0 1-4-16,-6 0 13 0,6-2 2 0,-5 1-8 15,-2-1 3-15,3-1 0 0,-1-1 8 16,0 0-13-16,-1 1 15 0,0-5-2 0,-3 3 7 15,1-4-10-15,0 3 13 0,-3-5-10 0,7 2-8 16,0 0-5-16,-7-2 12 0,0 0-4 0,0 0 5 16,14-3-6-16,-14 3-2 0,6-6 18 15,-6 6-18-15,7-2 15 0,-7 2-15 0,4-6 16 16,0 3-14-16,-4 3 6 0,6-5-5 0,-2 2-14 16,-1-1 19-16,-3 4-3 0,6-7-2 15,-2 4-1-15,0 0-7 0,2-1 10 0,-2 1 8 16,-1 1-8-16,4-4 8 0,-1 2-8 0,-1 1 10 15,1-4-7-15,-2 3 0 0,2-2 2 0,-2 4 13 16,2-6-18-16,-1 2 16 0,1-1-6 16,-2 0-5-16,-1-3 18 0,3 5-15 0,-4-5 8 15,0 0-8-15,-2 0-1 0,3 2 9 0,-3 0-3 16,0-1-5-16,0 1 4 0,0 0 1 0,0-1 11 16,-3 4-12-16,3-1 1 0,0 1 0 15,-1-2-7-15,1 7-6 0,-1-4 2 0,1 4-7 16,0 0 3-16,0 0 5 0,0 0-3 0,0 0-8 15,0 0 21-15,-8 16-21 0,11-7-4 16,-3-5 14-16,0 4-9 0,5 0-8 0,-3 1 20 16,1 3 3-16,3-3-16 0,-4-1 3 0,7 3-5 15,-5-4 0-15,3 1 0 0,0 0 0 0,0 0 0 16,3-4-21-16,-1 3 3 0,-1-2 2 16,2-2 1-16,0 0-3 0,-2 0 15 0,1-3-12 15,-2 1 10-15,-7-1-19 0,17-4 4 0,-10 1 4 16,-3 0 6-16,5-2-16 0,-1-2 16 15,-4 3 7-15,2-4-10 0,-1 2 34 0,-3 2-27 16,4-2 4-16,-3 0-4 0,-2 3-4 0,-1 3-10 16,10-5-1-16,-10 5 0 0,0 0 11 15,0 0 12-15,14 13-2 0,-11-6-2 0,5 2 7 16,-5 0-13-16,4 3 10 0,-1 1-2 0,1-1-5 16,1 3 0-16,-2-1 12 0,0-3-9 0,-2 4 19 15,2-5-14-15,-5 0-1 0,5 0 11 0,-1 0 7 16,-2-4 21-16,-3 0 15 0,3 0 18 15,-3-2 8-15,0-4-18 0,0 7-3 0,0-7-2 16,0 0-13-16,0 0 5 0,0 0-2 16,0 0-11-16,-14-19-74 0,11 9 13 0,-1-5-8 15,-2 0 10-15,-1-3 1 0,1-4-6 0,-2 1 3 16,1-4-3-16,1-7 18 0,2 6-7 16,1 0 2-16,3-2 3 0,0 1 10 0,0 8-8 15,0-3 13-15,3-2-3 0,1 6-4 0,-1-1 12 16,3 2-21-16,-2 0 16 0,4 2-10 0,1 1 2 15,-2 2-12-15,0-1-1 0,3 8-25 0,-3-2-18 16,0 1 0-16,2 4-51 0,-4 2-44 0,-5 0-9 16,7 8-122-16,-7-1-132 0,-1 3-295 15,-5 6 18-15,-5 1 80 0,-2 3 64 0</inkml:trace>
  <inkml:trace contextRef="#ctx0" brushRef="#br0" timeOffset="212492.67">24760 5113 831 0,'-8'-3'246'0,"8"3"-31"15,-3-1-15-15,3 1-29 0,0 0-20 0,0 0-10 16,0 0-3-16,-1 13-33 0,2-1 3 16,2-3-8-16,0 7-11 0,3 0-12 0,1 4-5 15,0 2-1-15,1 2-4 0,1 2-3 0,-2 3-26 16,4 1 8-16,-4-2-10 0,3 3 10 15,2-3-33-15,-2 1-18 0,-2-1-28 0,-1-5-34 16,1 1-51-16,-2 0-120 0,1-5-320 0,-4-1-128 16,0-3 90-16,-1-1 56 0</inkml:trace>
  <inkml:trace contextRef="#ctx0" brushRef="#br0" timeOffset="213642.17">24700 5434 908 0,'0'-12'300'0,"3"1"-16"0,-2 3-26 16,5-3-32-16,2 3-22 0,2-5-22 16,0 1-31-16,7-2 5 0,-1 3-23 0,2-2-7 15,-1 3-88-15,4 2-15 0,1 2 3 16,-4 1-3-16,3 1-5 0,-3 2-5 0,4 4 4 16,-1 2-4-16,-3-1-8 0,2 2 6 0,-2 4-6 15,2-1-13-15,-3 3 13 0,0 2-12 0,-7-3-1 16,3 0 3-16,-2 4 2 0,-7-4-2 15,4 0 2-15,-6-1-4 0,4 3-1 0,-6-3 6 16,4 0 7-16,-3-2 20 0,-1-2-22 0,-1 2 10 16,-3-3-1-16,4-4-4 0,-3 4 15 15,3-4 0-15,0 0-13 0,0 0 1 0,-16-11 12 16,12 2-8-16,-3-4-10 0,3-2-2 0,-2-2 4 16,6-1-12-16,-4-1 13 0,4-2 5 15,0 3-13-15,0-2 7 0,4 2-12 0,-1-1 8 16,0 3 5-16,1 1-26 0,3 3 15 0,-3-1-5 15,2 2 8-15,0 1 59 0,-2 6 0 16,4 0-8-16,-2 1-5 0,1 3-7 0,-7 0-16 0,19 3-3 16,-11 3-2-16,-1 2 13 0,3 0-11 15,1 2 1-15,-1 2 2 0,0 0-13 0,1 0 8 16,-1 1-10-16,3-1 10 0,-3 1-8 16,0-2 8-16,1 1-16 0,-4-2-2 0,3-1-15 15,0-1 7-15,-2 0-4 0,-2 0 17 0,1-5 0 16,2 1-10-16,-4-2 5 0,-5-2-8 0,10 0 23 15,-10 0-17-15,7-8 2 0,-4 4-5 0,-3-1-8 16,0-3-2-16,-3-1-1 0,-1 1 14 16,-2 0 12-16,-5-1 5 0,4-3 3 0,-3 3 10 15,0 1-2-15,-1 0 0 0,-2 2 9 16,6-1 4-16,-3 0-9 0,0 2 24 0,3 1 0 16,2-2-11-16,-4 3-2 0,6-2-7 0,-4 1-4 15,4-2-12-15,2 0-5 0,1 2 8 16,1-4-26-16,-1 2 12 0,6-2 3 0,-2 1-7 15,8-1-6-15,-4 4 6 0,2-4 2 0,0 2 3 16,1 3-3-16,2-3-10 0,1 5 0 16,-3 0-8-16,2 2 10 0,1-1-4 0,3 3 2 15,-3 1 10-15,2 1-13 0,2 1 16 0,-5 2-13 16,4 1 7-16,-3-1-10 0,-3 0 8 0,2 2 8 16,-2-2-8-16,-1-1 5 0,-2 2-10 0,-3-1 3 15,3-2 7-15,-2 2-5 0,-2-3-5 16,2 1 7-16,-2 0 6 0,-1-4 7 0,0 3 3 15,-3-5 5-15,7 2-15 0,-7-2 5 0,0 0 4 16,0 0-14-16,0 0 15 0,0 0-16 16,1-15-2-16,-1 9 3 0,0 1-6 0,3-2-2 15,-3 0 0-15,3 0-5 0,0 2 18 0,-2-2-11 16,2 1-10-16,0 0 8 0,1 1-10 16,-1-1 5-16,4 5 4 0,-3-2-1 0,2 0-1 15,-6 3-7-15,13 0 10 0,-13 0-13 0,15 5 10 16,-8-4 0-16,4 0 8 0,-2 4 8 0,1-3-5 15,0 2-14-15,1-1 14 0,-4 0 0 0,-1-2-1 16,1 4-7-16,0-4 15 0,-3 0-15 16,-4-1 8-16,10 5-1 0,-10-5 21 0,9 1-7 15,-9-1-1-15,0 0 3 0,12-6-3 16,-9 2-7-16,0-2 2 0,1-2-2 0,-1 0 5 16,0-2-6-16,-3-4-4 0,3 0 2 0,-2 2 0 15,-1-3 3-15,0 2-1 0,0-2 6 0,0 5 5 16,0-2 13-16,0 3-23 0,0 1-8 15,0 0-6-15,0-1-1 0,0 7 2 0,0 2 12 16,0-8-17-16,0 8 13 0,0 0-8 0,0 0 5 16,7 15 10-16,-2-10-5 0,-3 3-13 0,1 1 11 15,3 0-1-15,-2 1-2 0,-1 0 11 16,5-2-6-16,-5 2-8 0,4-3 3 0,-1 2-5 16,1-1 10-16,0-1 0 0,0-2 0 0,0 0 3 15,0-2-3-15,3 2-5 0,-3-3 10 16,0-2-10-16,-7 0 8 0,17 0-16 0,-17 0 19 15,15-1-16-15,-10 0-8 0,3-4 13 0,-2 4-8 16,-6 1-25-16,7-3-24 0,-1-1 1 0,-6 4-13 16,7-3-31-16,-7 3-25 0,7-2-57 15,-7 2-64-15,4-6-401 0,2 5-108 16,-2-4 48-16,2 1 57 0,-2 0 82 0</inkml:trace>
  <inkml:trace contextRef="#ctx0" brushRef="#br0" timeOffset="214445.45">26221 4784 655 0,'0'0'289'16,"0"0"-30"-16,0 0-32 0,8 19-4 0,-5-6-34 15,4 0 3-15,-1 3-23 0,1 5-15 0,2-2-87 16,-4 3-34-16,2-1 15 0,-1 4-14 15,-2-3-21-15,3 3-16 0,-1-4-20 0,-2 1-79 16,1-2-55-16,-3 1-53 0,-2-4-61 0,0-5-213 16,3 3-35-16,-6-1 84 0,3-5 245 15,-2-1 180-15,0-1 87 0,-4-6 64 0,6-1 4 16,-7 1 27-16,7-1 35 0,-14-7 31 0,7 0 11 16,1 0-65-16,4 1 8 0,-7-1 64 0,5-2-16 15,-2 1-27-15,3 0-19 0,-1-1-12 16,1 1-26-16,0 1-7 0,3 0-11 0,3 0-25 15,-3-3-16-15,3 2-5 0,4 0 0 0,2-3-7 16,1 2-11-16,-2-5-2 0,6 4-19 16,-1 0 6-16,-2-3-23 0,6 2 8 0,-7-2 2 15,6 2 10-15,-5 2-20 0,0-4 2 0,1 1-17 16,-4 0 9-16,-1 0-17 0,0-2 15 16,0 2-7-16,-3-1-1 0,-1 2 1 0,0 1 4 15,3 1-17-15,-5 0 5 0,2 2-16 0,-3-1 6 16,5 2-1-16,-3 4-14 0,-2 2 4 0,4-6-2 15,-4 6 12-15,0 0-4 0,0 0-9 16,13 13 17-16,-9-7 4 0,2 4-13 0,1 0-10 16,-3-2 6-16,3 3 4 0,-1-1-12 0,-2 3 17 15,6-4 1-15,-6 1 5 0,4 0-13 0,-6-1 5 16,4 1 7-16,-2-4 9 0,0 1-14 16,-1-2 3-16,1 2 11 0,-1-3-6 0,0 1-5 15,1-1 8-15,-1 1-11 0,0-2 3 16,-3-3-20-16,5 6 13 0,-2-4-4 0,0 3 1 0,2-3 5 15,0 5-10-15,1-4 2 0,-2 3 13 16,7-4-5-16,-3 3-2 0,2-3-6 0,-1 2 8 16,1-1-7-16,0-2 12 0,1-1-3 0,-1-1-2 15,3-2 18-15,1 1-5 0,-2-2-5 16,-1-2-8-16,1-1 12 0,1-1 1 0,-2-1-10 16,-1-1-3-16,0 0 0 0,2-3 5 15,-7 2 3-15,1-3 7 0,-5 2-7 0,5-1 10 16,-6 1-8-16,0 0 8 0,0 4 10 0,3-2-15 15,-6 6-1-15,3-2 4 0,0 6-9 0,-7-1 9 16,7 1-11-16,-11 7 8 0,2-1-6 0,2 6 14 16,1-1-16-16,2 4 13 0,-2 2-5 15,4 1-18-15,0 0 33 0,2 3-15 0,3-4 2 16,-2 2 8-16,5-2-20 0,4 2 7 0,1 1 3 16,4-3-80-16,1-4 18 0,2 1-30 15,4-3-21-15,1 1-25 0,-2-4-26 0,3-4-123 16,-3 1-614-16,-4-2 107 0,-3-3 69 0,-7-1 57 15,-1-2 82-15</inkml:trace>
  <inkml:trace contextRef="#ctx0" brushRef="#br0" timeOffset="-213837.75">25032 6041 839 0,'-7'-7'294'0,"-2"-1"-22"16,-2 3-101-16,4 1-7 0,-1 0-33 16,2 2-14-16,-1 2-9 0,7 0 7 0,-17 0-23 15,7 2-10-15,3 2-5 0,-3 0-26 0,2 1 3 16,-1 3 15-16,2 0-20 0,3 0-19 0,1 2-2 15,-1-1 11-15,4 6-8 0,0-6-1 0,0 7-7 16,7-4-5-16,0 2 5 0,0 1-18 16,3 2 11-16,1 0 9 0,-1-1 4 0,4 1-12 15,-4 0-4-15,0-1 3 0,1 0-9 16,-1-3 24-16,-4 1-28 0,0 2-6 0,-2-6 11 16,0 5-3-16,0-6-3 0,-4 1-2 0,0-2 11 15,-1 2-4-15,-2-3 6 0,-1 0 13 16,1-1-1-16,1-4 14 0,2-2-19 0,-11 3 13 15,11-3-4-15,0 0-4 0,-15-10-9 0,9 6 4 16,5-3-5-16,-2-5 1 0,0 2-19 0,3-2 8 16,3-3 3-16,0 0 2 0,1 0-7 15,4 1-1-15,-2-2 3 0,7-4-2 0,-2 2 17 16,3 1-17-16,6-2 0 0,-3 2-11 0,7-4 3 16,0 5 7-16,-4-1 1 0,4 3-3 15,-3 0-5-15,-4 3 10 0,3-2 0 0,-5 5-5 16,-5 0 13-16,0 1-8 0,1 2-5 15,-5-1 0-15,1 0-18 0,-4 5-5 0,-3 1 20 16,0 0-7-16,0 0 8 0,0 0 17 0,0 0-18 16,-13 25-2-16,2-11-10 0,-2 3 15 0,3-1-10 15,-4 1 10-15,4 0 0 0,-1 0 5 0,1 0-5 16,6-1-8-16,-2 0-2 0,2 0 18 16,1-4 2-16,-1 1-23 0,4-3-15 0,0-1 7 15,0-1 3-15,7 0-15 0,-3-2 5 0,2-2 5 16,1-2-13-16,0 1 13 0,-7-3 3 15,20-5-6-15,-10 3 11 0,-2-6-11 0,2 0 16 16,-3 0 7-16,3-1 8 0,-6 0 11 0,5 1 12 16,-5 0 3-16,2 0 10 0,-2 1 0 15,0 3-13-15,-4-2-8 0,4 3-10 0,-1-2-4 16,-3 5-1-16,0 0 18 0,0 0-8 0,0 0-5 16,0 0-5-16,13 7 11 0,-8-4-11 0,-3 3-5 15,5-4 10-15,-3 4-5 0,2-2 0 16,1 1 16-16,-1-2-26 0,2 2-11 0,2-3 6 15,-3 3-13-15,7-4-5 0,-4-1-21 16,0 0-12-16,4-1-6 0,-1-2-22 0,3-1 2 16,-4-2-16-16,2-3 27 0,-1 1-4 0,-3-3 3 15,1-3 13-15,-1-1 21 0,-3-3 2 0,-1-3 18 16,1-1 13-16,-6-2 7 0,2-1 21 16,-3 0 15-16,0-1 6 0,0 0 14 0,-3 2-12 15,3 5 34-15,-1 1 4 0,0-1 8 0,-1 7-3 16,-2-2-35-16,4 4 2 0,-3 3 3 0,3 3 5 15,0 4-16-15,0 0-2 0,0 0-20 16,0 0 17-16,0 19-7 0,3-9-8 0,-3 5-2 16,4 2 2-16,-2 1 12 0,0 3-32 15,1 0 5-15,0 4-1 0,1-2-30 0,-1 2-41 16,0-1-41-16,1 1-115 0,3-2-484 0,-3-2 13 16,-1-4 46-16,0 0 74 0</inkml:trace>
  <inkml:trace contextRef="#ctx0" brushRef="#br0" timeOffset="-212821.68">25497 6161 737 0,'0'0'307'16,"0"-10"-20"-16,0 5-34 0,0 5-30 0,6-10-16 16,-2 6-23-16,7-3-25 0,-1 1-3 15,3-2-18-15,4 4-12 0,-3-3-29 0,6 1 3 16,-2 3-18-16,-1-4 0 0,0 1-11 0,3 1-7 15,-1-1 0-15,-4-1-5 0,6 0-15 16,0-3-29-16,-5 3 3 0,2-1-3 0,-2 0-2 16,2-1 0-16,-5 1 5 0,1 0 51 0,0-2-13 15,-2 0-7-15,-4 1-3 0,-1 0-8 16,0 0-4-16,-3-3 12 0,2 4-13 0,-5 3-10 16,2-2 3-16,-3 0-1 0,0 1 1 0,0 6-8 15,-3-5 12-15,3 5-12 0,-11 0-2 0,11 0 4 16,-11 5 1-16,2 2-6 0,2 0-2 0,-4 4 20 15,4 3-10-15,-2-3-5 0,1 4 0 16,4 1 5-16,-2 0-8 0,3 0 8 0,0 0-2 16,3-4-11-16,0 3 3 0,3-1-3 0,0-2 3 15,2-1-3-15,0 2-7 0,3-5 2 16,-2 0-8-16,4-1 1 0,6-3 4 0,-4-2-7 16,2 1-13-16,2-6-5 0,2 0-5 15,-1-4-15-15,6-2 9 0,-9 1-9 0,5-3-6 16,-7-4 6-16,2-3-16 0,-4 1-15 0,0-4 20 15,-3-1-5-15,-4-1 10 0,-2-2 16 0,-1 0 0 16,-1-5 20-16,-2 4-13 0,0-1 24 0,-1 1 2 16,-3 1 23-16,3 0-8 0,-2 1 18 15,0 5 14-15,2 3-6 0,1 0 2 0,-5 2-15 16,5 4-12-16,0 1 17 0,-1 3-8 16,-2 4-4-16,4 0-1 0,2 2 6 0,0 0-6 15,-16 13-9-15,13-1 12 0,0 2-13 0,-1 1 0 16,1 6 3-16,3 0 0 0,0 4-6 15,0 1 9-15,3 2-3 0,1-1 2 0,-1-1-12 0,3 0 2 16,2 4 2-16,-1-5 6 0,3-5-10 16,0 3-8-16,1-4-18 0,2-1 12 0,1-3 1 15,-1-1-18-15,1-5 13 0,0-1-6 0,-1-4 8 16,4 0-2-16,-3-4-8 0,0-4-5 16,-1-1-6-16,3-2-7 0,-4-6 13 0,-1 1-7 15,1-6-6-15,-2-3 7 0,-2-1-12 16,-4-1 0-16,2-6 13 0,-6 3 0 0,0-2 4 15,0-1 9-15,0 1-1 0,-3 0 24 0,0 0 5 16,-1 2 20-16,-3 2 0 0,6 6 26 16,-2-1-6-16,0 5 6 0,0-3-8 0,-1 6-23 15,1 2-5-15,0 0-2 0,0 3-6 0,2 5 3 16,1 1 2-16,0 0 0 0,0 0 3 0,-11 17-10 16,8-6 10-16,3 3 5 0,-3 4-18 0,6 4 0 15,-3 0 8-15,4 3-8 0,6 0 10 16,-3 5-4-16,0-3-4 0,6 0-4 0,-2-2 17 15,2 3-4-15,4-6-11 0,-6-1 0 0,3-2 8 16,2-2-13-16,-2-1-8 0,-3-2 11 16,1-4-11-16,0-2 5 0,1 0 3 0,-3-5-2 15,4 2-1-15,-4-5-7 0,1-5-8 0,-1 1-2 16,0-3-1-16,0-2 8 0,-3-2-10 16,0-3 8-16,-1 1-6 0,-2-1 9 0,-1 2 9 15,3 1 6-15,-4 2 7 0,1 0 5 0,-3 0-15 16,5 2 10-16,-4 0-7 0,0 2-3 0,-1 5 0 15,3-3 3-15,-3 3 2 0,0 0-5 16,0 0 13-16,0 0-1 0,10 11 1 0,-6-6-3 16,-1 1 3-16,-2-2-18 0,2 2-3 0,0 0 26 15,0-1-5-15,0 2-21 0,1-1-7 16,-1-1-23-16,0 0-16 0,2-2-48 0,-2 2-80 16,1-3-417-16,-1 0-205 0,3 1 103 0,-6-3 63 15,0 0 80-15</inkml:trace>
  <inkml:trace contextRef="#ctx0" brushRef="#br0" timeOffset="-212320.81">26642 5528 1021 0,'0'0'322'16,"0"0"-30"-16,6 23-23 0,-4-11-103 0,0 3-15 16,2 2-18-16,-1 1-2 0,1 5-13 15,-1 0-18-15,3 2-6 0,-2-5-2 0,2 4 3 16,-1 1-28-16,3-2-6 0,-3-1 3 0,0 0-20 16,0-1-9-16,1-3 9 0,-1-1-8 15,2-1-11-15,-1-1 11 0,1-2-8 0,-4-1 1 16,5-2-4-16,-2-1-4 0,-2-1 9 0,5-1-7 15,-1-3 13-15,-1 1-3 0,3-5 57 0,-1 0 2 16,2-4-28-16,-1 0 21 0,2-3-14 16,0 0-73-16,-1-4-14 0,2-2 9 0,-2 0-4 15,-2-5-1-15,-1 2 12 0,-1 0-8 0,-1 0 16 16,-2 0-3-16,-1 2 20 0,0 3-2 16,1 0 3-16,-4-1-5 0,4 5-4 0,-4 1-4 15,0 0 3-15,0 6 4 0,-4-4-5 0,4 4-12 16,0 0 7-16,0 0-5 0,-14 15 11 15,8-8-14-15,2 3 6 0,1-1-3 0,-4 4 0 16,6-2 3-16,-2 3 5 0,3-3-8 0,-3 3 8 16,3-3-6-16,3 3-2 0,-3-3 3 0,4-1-11 15,-1 2-2-15,1-2-2 0,0-3-42 16,5 1 3-16,-2-1-31 0,0-4-66 0,4-2-44 16,-5 1-207-16,1-2-420 0,2-3 102 0,-9 3 52 15,8-12 63-15,-8 0 50 0</inkml:trace>
  <inkml:trace contextRef="#ctx0" brushRef="#br0" timeOffset="-212138.55">26522 5778 931 0,'-10'-2'346'0,"10"2"-29"15,0 0-20-15,0 0-41 0,0 0-15 0,0 0-26 16,0 0-26-16,21-9-17 0,-11 3-44 15,0 4-26-15,1-3-66 0,2 2-69 0,-6-2-208 16,4 1-496-16,1-2 25 0,-5 2 98 0,-3-3 69 16</inkml:trace>
  <inkml:trace contextRef="#ctx0" brushRef="#br0" timeOffset="-210672.05">27275 3684 716 0,'3'-7'223'15,"-3"7"-31"-15,0 0-3 0,0 0-35 0,0 0-8 16,0 0-21-16,0 0 1 0,0 0-24 0,0 0-7 16,0 0 5-16,0 0 2 0,0 16-7 15,0-7 10-15,0 3-8 0,0 3-5 0,0 6-8 16,3-1 1-16,-3 5-11 0,4 8 8 0,-1 2-5 15,4 2 0-15,-1 9-8 0,5 3-10 16,-1-2-3-16,0 2-79 0,4-3 5 0,-4 1 23 16,7 0-15-16,-3 0-5 0,3 1 12 0,-3 2-5 15,0-1 6-15,2 1 12 0,-1-3-15 16,-2-1 2-16,1 3-2 0,-1-5 13 0,2 5 0 16,-2 1 2-16,0-1-5 0,1 2-5 0,-1 0-5 15,1 1 20-15,-3 1-5 0,-1-1-2 16,4 1-11-16,-4 1 11 0,0-3 0 0,1-1-3 15,1-1 3-15,-1-2-1 0,0-1 9 0,-2-7-21 16,-2-10 10-16,4 6 69 0,-4-2-5 0,3-1-2 16,1 3-19-16,-2-2 3 0,1-1-10 15,-2 2 0-15,2-1-5 0,0-1-5 0,0 1 10 16,-1 2-16-16,3 8 6 0,-2-5 0 0,-3-5-8 16,0 0-3-16,3-1-2 0,-3 2 8 0,0-2 2 15,3-2-5-15,-1 3 3 0,-4-2-3 16,5 2 2-16,-3-1-2 0,2-3-18 0,-1 3 6 15,-2 0 7-15,1-4-3 0,0 3 3 16,1-4-8-16,-5-2-12 0,4 6 22 0,-1 0-7 16,1-1 2-16,-4 2 11 0,5-6-8 0,-5 5 2 15,4 0-15-15,-1-1 23 0,1 1-20 0,2-6 10 16,-4 6-5-16,2 2-3 0,-1-2 0 16,2 5 1-16,-1-7-6 0,2 5 2 0,-2-3 4 15,1 0 7-15,2-2-13 0,0 2 0 0,0 3 5 16,0-3-7-16,0-2 12 0,1 2 0 0,-1-3-10 15,0 2-2-15,4-2 0 0,-4 1-3 16,6-1 12-16,-5 4-17 0,0-3 5 0,6 13 0 16,-7-9 16-16,4-2-14 0,-4-1 1 0,-3-2-11 15,7 4 5-15,-4-1 11 0,-3-2 5 16,6 4-8-16,-4-1-8 0,2-1 9 0,0-2-4 16,-1 2-73-16,4 6 7 0,3 0 0 0,-7-9 10 15,6 4 23-15,-1 4-10 0,2-3 8 0,-3-2 5 16,0-3-3-16,5 12 5 0,-4-8 1 0,-2-4 4 15,1 2-2-15,-2-3 18 0,-1 0 5 16,1 2-15-16,-1-2-11 0,0-2 16 0,-3-2 2 16,-1-3 3-16,0 2 5 0,5-4-10 0,-7-1 5 15,1 0 0-15,1-2 0 0,-3 0 7 16,3-4-4-16,0 0-11 0,-4 2 10 0,3-5-5 16,-5 2 1-16,5-3-16 0,-4-1-8 0,0-1-10 15,2 2-48-15,-4-6-14 0,0-1-68 16,5 6-177-16,-5-6-461 0,0 0 94 0,0 0 63 15,0 0 60-15</inkml:trace>
  <inkml:trace contextRef="#ctx0" brushRef="#br0" timeOffset="-209822.1">27756 4050 780 0,'0'-8'223'0,"0"8"-23"0,0 0-14 16,0 0-4-16,0 0-28 0,7 17-3 0,-3-8-16 16,3 7-9-16,-1-4-83 0,1 9-9 0,3-2 7 15,-1 1-23-15,-1 2-1 0,-1 1 1 16,1 1-2-16,-2-3 4 0,1 1 1 0,-1 2-19 16,-2 1-22-16,3 0-70 0,-3-1-66 0,-1-4-46 15,3 5-413-15,-2-8 16 0,-1 1 47 0</inkml:trace>
  <inkml:trace contextRef="#ctx0" brushRef="#br0" timeOffset="-208438.61">27740 4459 788 0,'-1'-6'269'0,"1"6"-24"15,-3-7-12-15,3 7-48 0,0-8-4 0,4 4-4 16,2-2-41-16,1-1 71 0,3-1-30 0,4 1-19 15,5-3-17-15,-1 0-10 0,6 2-16 0,1-3-15 16,2-3 2-16,0 3-10 0,0-3-12 16,2 2-14-16,-3-3 6 0,-2 5-13 0,-3-3-3 15,-1 2-5-15,-3 0 0 0,0-2-12 16,-3 4-14-16,-4 0 14 0,0-3-19 0,-2 3 13 16,-5 1 1-16,0 0-4 0,2 1-1 0,-5 1-1 15,0-2-8-15,0 2-2 0,0 6 5 0,-5-7-20 16,5 7-1-16,-10-1 14 0,10 1-9 0,-14 7-4 15,10 0-8-15,-2 1 18 0,1 1 2 16,-1 0-10-16,3 1 5 0,0 4-7 0,3-3-1 16,0 3 4-16,3-2 1 0,0 2-14 0,4 2 19 15,0-4-19-15,0 2 7 0,10 1 0 16,-3-4 0-16,7 3 2 0,1-4-17 0,0-2 2 16,2 0-7-16,3-3-16 0,1-1-3 0,-1-3-17 15,-4 1 2-15,4-4-7 0,-5 2-3 16,1-2-13-16,-6-4 0 0,4-2 8 0,-5-1 5 15,-4 1-2-15,0-4 9 0,-2-1 19 16,-5-4 0-16,2 2 17 0,-4-2 21 0,0 1 28 0,1-1 11 16,-4 5 14-16,3-1 9 0,1 2-14 15,-4 2-7-15,0 0-5 0,0 3-23 0,3 1 15 16,-3 5-2-16,3-3-1 0,-3 3-9 0,0 0-1 16,4 13 3-16,-4-8-3 0,3 8-2 15,-1-5 3-15,0 3-9 0,-2 3 1 0,3-3 2 16,0 2-5-16,0-3 3 0,-2 2-3 0,-1 0-2 15,4-2-1-15,-4 0-2 0,3-2-2 16,-3-1 14-16,0 0 1 0,3 1 23 0,-3-5 8 16,1 3-4-16,-1-6-4 0,0 0 8 0,0 0-21 15,0 0 18-15,0 0-5 0,0 0-6 0,3-17-7 16,0 9-15-16,-3-5 5 0,5 1 0 16,-3-5 2-16,1 3 0 0,4-1-12 0,-3 5-3 15,-1-1-18-15,1 0 18 0,-1 1-3 0,3 5 1 16,-2-1-1-16,3 2-4 0,0 2-6 0,-7 2 10 15,13 5-9-15,-2-3 17 0,-1 5-3 16,0 3-7-16,1-2 3 0,-1 2 2 0,0 0 0 16,4 1 2-16,-4 0 3 0,0-3-10 0,4 6 13 15,-4-5-13-15,0 0 5 0,4 1 0 16,-7-3 0-16,3 0-5 0,0-3 7 0,-3 3 3 16,0-1 13-16,0-5-13 0,0 0 5 0,-7-1 1 15,15-1-1-15,-10-3-5 0,6-1 8 0,-5-3-3 16,1 0-2-16,0-2-3 0,0-5-8 15,0 0 3-15,-4-2 8 0,1-1 2 0,2-4 1 16,-3 1-6-16,-2-3-3 0,2 2 14 0,1 4-6 16,-4-1-3-16,3-2 6 0,-1 4-5 0,-2 5 30 15,1-1-20-15,-1 2-8 0,0 1-12 16,1 2-8-16,-1 0 17 0,0 2 1 0,0-1-8 16,0 7-5-16,3-4 2 0,-3 4 19 15,0 0-11-15,0 0-13 0,0 0 18 0,0 0-17 16,17 9 25-16,-10-6-21 0,-3 2-2 0,-1-1 10 15,0 0-13-15,3 0 16 0,-2 0-13 16,-1-1 20-16,2 3-12 0,-2-2-3 0,0 1 8 16,1 2-16-16,2 2-2 0,-2 0 15 0,6 4-15 0,-6 2 10 15,5 1 2-15,-2 3-2 0,0 3 0 16,4 0 0-16,-1-1 0 0,0 8-2 0,1-3-1 16,-2 1 0-16,1 1-4 0,1 0 12 15,-1-1 3-15,0 0-8 0,1 2-3 0,-1-1 0 16,-3-5 3-16,3 2-18 0,-3-1-12 0,0 1-21 15,1-4-19-15,-2 2 17 0,0 0-29 16,-2-4 2-16,2-1-14 0,-2-3-29 0,-1 2-5 16,1-3 10-16,3-3-7 0,-4-3 7 0,0 2 3 15,-2-3-31-15,-1-1-49 0,3-4-15 0,-3-2-45 16,0 0 6-16,0 0-4 0,0 0 20 16,-3-16 20-16,-1 5 50 0,-2-6 53 0,2 0 28 15,-3-5 28-15,-3-6 56 0,0-1-2 0,-1-1 49 16,1-2 15-16,-4-14 5 0,1 0 41 0,0 0-2 15,1 1 17-15,3-3-10 0,2 8-2 16,3 5 7-16,0-1-15 0,4 5-10 0,2-2 7 16,0 5-10-16,-1-1 3 0,7 4-15 0,-6 0-4 15,7 4-35-15,-2-1 10 0,1 3-10 16,1 3 0-16,1 2 11 0,1 3-24 0,0 2 0 16,1 1-13-16,0 3 11 0,-2 4-11 0,0 2 6 15,4 3-3-15,-5 2-8 0,2 4 8 0,-4 0-3 16,0 5 0-16,-1 0-4 0,-2 4 7 15,-4-1-3-15,-1 2-2 0,-5 3 7 0,3 0-15 16,-7-3 16-16,-1 2-3 0,1-2-5 0,-3 5-8 16,-1-4-3-16,4-3 16 0,-3 1 0 15,-2-2-5-15,1 0 5 0,4-1-11 0,0-3 1 16,-1 1 0-16,4-2-16 0,-2-1 0 0,2-2-27 16,1-1-11-16,-2 0-36 0,4-1-5 15,1 0-26-15,-3-4-133 0,6 2-491 0,-1-3 69 16,1-2 51-16,0 0 49 0</inkml:trace>
  <inkml:trace contextRef="#ctx0" brushRef="#br0" timeOffset="-198873.03">29544 3313 762 0,'0'0'364'0,"0"0"-42"16,0 0-22-16,0 0-34 0,0 0-20 0,0 0-31 16,0 0-8-16,0 0-30 0,0 0-31 15,0 0 2-15,21-9-15 0,-11 6-10 0,7 2-23 16,0-3 2-16,4 0-22 0,6 0-4 0,4 1-7 16,6-4-7-16,5 4 2 0,2-3-13 0,11 0 0 15,0-1 0-15,2 1-15 0,-9 0 10 16,-7 0-17-16,17 2 6 0,0-5-12 0,0 3 0 15,-2 0 3-15,0-3-8 0,-10 5 2 16,-1-1-4-16,9-2-3 0,-6 0 5 0,-4 3-6 16,-2-2 9-16,1 1-21 0,-2 0 5 0,-2 0-3 15,-2 0-12-15,-3 0 8 0,-3 1-3 16,0 0 5-16,-4 1 5 0,1-3-3 0,-1 3-12 16,-7-2 13-16,1 3 9 0,-1-1-14 0,-6 0 15 15,3 1 2-15,-4-1-7 0,-2 3 4 0,1-4-6 16,-4 3-4-16,-1 0 8 0,4 0-5 15,-4 0 6-15,-7 1-1 0,13 0-5 0,-13 0-5 16,14 0-2-16,-7 1 4 0,2 1 1 0,-2 3-3 16,4-2-11-16,-4 2 6 0,2 0 10 0,2 3 1 15,-1 1-12-15,0 3 4 0,3-1 4 16,-1 3 6-16,2 0-5 0,-1 3-3 0,0 2-13 16,3-2 10-16,-4 0 1 0,5 3 2 0,-1 3 13 15,-1 0-16-15,2 2 0 0,0 0 16 16,-1 0-20-16,-1 2 7 0,6 9 10 0,-5-3-13 15,5 5 3-15,0-1-5 0,-2 1 15 0,1-1 3 16,-2 1 2-16,3-1-15 0,0 3 6 0,-1-1 4 16,0-1-10-16,-2 2 0 0,2 2 0 0,0-3 5 15,-6 2-15-15,3-6 15 0,-5-3 0 16,1 11 8-16,-3-7-13 0,2-4 5 0,-2 1-13 16,-2 2 16-16,5 11-11 0,-5-2 6 0,2 1-1 15,-3 2-4-15,3-5 12 0,-3 5 3 16,0-8-3-16,-1-3-15 0,-2 0 0 0,3 2 10 15,-3 12-5-15,4-10 8 0,-3 8-8 0,2 7-8 16,-3-5 8-16,4 0 3 0,-6 0-1 0,4 1-10 16,-2-1 8-16,-1 1 3 0,5-1 5 15,-5-4-3-15,0-8-5 0,0 13 13 0,-2-6-13 16,2-8 0-16,0 2 0 0,3 12 2 0,-2 1-4 16,0 0-6-16,0 1 8 0,-1-11 2 0,2-5-9 15,-3 13 12-15,4 3-8 0,-2-3 14 0,-1-7-14 16,4-7-5-16,-3 14 13 0,2 0-5 15,-2 0 8-15,4 0 0 0,-6-8-13 0,2-3 7 16,1-2-9-16,-3 2 1 0,4 11 1 0,1 1 13 16,2-2-11-16,-7-6 11 0,6 7-5 15,-3 2-1-15,1 1-12 0,1-3 18 0,-1 0 2 16,-4-7-13-16,4 7 16 0,-2 0-13 0,4 0 5 16,-6 1-79-16,7 0 13 0,-7 4-1 0,-2-12 21 15,6 8 3-15,-6-7 10 0,5 10-3 16,-5-9-2-16,2 6 10 0,-2 3 10 0,6-1-5 15,-2 1 18-15,3-1-10 0,0-3 20 0,0 0-13 16,-1-10 1-16,2 9 66 0,0-3 0 16,-3 4 8-16,5-2-16 0,1 1-13 0,-2 0 1 15,-2-12-8-15,0-2-3 0,1 2 5 0,0-2 1 16,0 12-3-16,3-4-24 0,-4-1 14 0,3-10 0 16,-1 1-19-16,-1-4-2 0,-1 2 13 15,3-5 13-15,-2-1-18 0,-2-1-11 0,1-6 9 16,-1-1 1-16,1-2-9 0,-4 1 0 0,4-6-6 15,-6 1-5-15,2 1-25 0,2-5-18 0,-4-3-34 16,-1 2-89-16,-1-4-110 0,1-2-218 0,0 0-376 16,-16-12 118-16,3-4 54 0,-1-12 91 15,-13-15 45-15</inkml:trace>
  <inkml:trace contextRef="#ctx0" brushRef="#br0" timeOffset="-197190.03">29824 3513 726 0,'-3'-4'205'0,"3"4"-10"0,0 0-49 15,0-7 2-15,0 7-20 0,9-2-23 0,-9 2 3 16,0 0-3-16,15 4-18 0,-8 2-16 0,6 1 1 16,-2 3-16-16,3 1 1 0,2 2-9 15,-1 3 1-15,1 1 15 0,1-1-23 0,-3 2-11 16,0 0-9-16,2-1-6 0,-5 1 3 0,0 3 8 16,-1-4 2-16,-1-1 0 0,-4-2-2 15,3 1-13-15,-6 1-8 0,1-2 5 0,2-3 10 16,-4-2-2-16,0 3 0 0,-1-3 21 15,0-3-14-15,3 1 24 0,-3-2 20 0,-3 2-18 16,3-7-2-16,-1 4-19 0,1-4 17 0,0 0-14 16,0 0 3-16,0 0 2 0,-16-13-15 0,13 6 15 15,1-2-9-15,1 1 1 0,1-3-12 0,1 0 18 16,1 0-18-16,1-2 13 0,0 3-24 16,1-1 4-16,-1-1 1 0,4 1-9 0,-1-3 17 15,5 2 65-15,-1-1-8 0,0 2-24 16,1 1 9-16,2 2-13 0,1-1 4 0,-1-2-17 15,-2 6 0-15,3-3-8 0,-1 3-23 0,1 1-25 16,-4 0-6-16,4 1-51 0,-2 2-7 0,-1-2-41 16,2 1-14-16,-2 1-40 0,-1 1-15 15,-2 1 12-15,2 1-26 0,0-2 14 0,-10 0 12 16,17 0 31-16,-10-2 21 0,-7 2 9 0,17 0 22 16,-13-1 40-16,-4 1 25 0,13-3 11 0,-9 3 36 15,-4 0 26-15,11-7 32 0,-8 3 6 16,0 3 15-16,-3 1 28 0,6-7 19 0,-6 7 1 15,1-4-22-15,-1 4 0 0,3-6-16 16,-3 6 1-16,0 0-1 0,3-3-10 0,-3 3-15 16,0 0 0-16,0 0-16 0,0 0 3 0,0 0-20 15,-16 16 15-15,13-8-29 0,-1 0 6 0,-3 1-3 16,3 0-7-16,-2 1 7 0,-1 4-7 0,4-3-6 16,-2 0 3-16,2 1-5 0,-3 0-10 15,6 0-3-15,-1-2-5 0,1 0-18 0,1-2 8 16,-1 0 5-16,3 1-23 0,0-3 15 0,5 2-15 15,1-4-8-15,-2 0-8 0,0-3-4 16,1 1-3-16,3-2-3 0,-11 0 3 0,16-3 2 16,-9-1 6-16,2 0 17 0,-5-5 5 15,5 1-12-15,-4-3 18 0,2 0-1 0,-1 0 27 16,-2-2 17-16,-1 2 15 0,0 1 24 0,2 2-1 16,-2 0 6-16,-3 0 5 0,3 2-26 0,-3-1-10 15,3 3-13-15,0-3 3 0,-3 7-5 0,0-6-1 16,0 6-7-16,0 0-3 0,0 0-7 15,0 0 10-15,0 0 2 0,-6 21-2 0,6-13 0 16,0-2-18-16,0 2 11 0,0 3-9 0,0-5 6 16,3 2-6-16,0 3 6 0,-2-2 2 0,2-1-5 15,4 0 3-15,-1 1 0 0,-1-4 2 16,4 2-10-16,-2-1-18 0,4 1-25 0,-1-3-29 16,3 0-48-16,-2-1-90 0,4-3-90 15,-2 1-442-15,-1-2 79 0,-1-2 13 0,0-1 64 16</inkml:trace>
  <inkml:trace contextRef="#ctx0" brushRef="#br0" timeOffset="-196988.76">30710 3592 662 0,'0'0'239'0,"0"0"-30"0,0 0-14 0,-7 11-29 16,4-5 6-16,2 2-19 0,0 0-9 0,-1 1-14 15,2-1-15-15,0 0-10 0,0 2-10 0,2 0 0 16,-1-1-16-16,0 1-5 0,2 1-4 0,3-2 1 15,-2-1-12-15,2 1-5 0,2 0-11 16,-1-2-4-16,1 1-21 0,3-4-54 0,-3 2-61 16,4-3-70-16,0 1-76 0,0-3-72 15,-1-1-338-15,1 0 44 0,0-1 51 0</inkml:trace>
  <inkml:trace contextRef="#ctx0" brushRef="#br0" timeOffset="-196640.04">30970 3660 422 0,'3'4'148'0,"-3"-4"-9"0,4 11-17 0,-4-2-1 16,3-5-1-16,-3 3-23 0,3 0 3 0,-1 0-15 15,0 1 2-15,-2 0-21 0,3-5 11 16,-3 4-16-16,3-3-17 0,-3 2 20 0,0-6 23 16,3 7-5-16,-1-3 89 0,-2-4-15 0,0 5-2 15,0-5-13-15,0 0-21 0,0 0-2 0,0 0-18 16,0 0-11-16,3-19-2 0,0 11-89 15,-3-5 15-15,5 1-19 0,-3-4 14 0,1 0-10 16,3 0-1-16,-2 0 11 0,4-1-1 0,-2 3-4 16,1 0-3-16,-1 2 13 0,1-1-13 15,0 2 5-15,-3 1 8 0,3 2-16 0,-1 4 8 16,1-2-10-16,2 4 8 0,-4-1-3 0,-5 3 7 16,17 4 1-16,-6 3 15 0,-2 1-20 15,-2 1-1-15,4 2 11 0,-4 3-10 0,2-3 7 16,-2 4-3-16,1 0 11 0,0-2-13 0,-3 2 3 15,2 0-18-15,0 1-31 0,-3-4-31 0,-1 1-102 16,0-2-215-16,3-2-340 0,-5 0 84 16,2-5 51-16,-3-4 84 0</inkml:trace>
  <inkml:trace contextRef="#ctx0" brushRef="#br0" timeOffset="-196489.38">31072 3263 709 0,'-3'8'56'0,"-1"5"-207"0,1 3-359 0</inkml:trace>
  <inkml:trace contextRef="#ctx0" brushRef="#br0" timeOffset="-196023.04">30494 4110 767 0,'-3'-4'341'0,"3"4"-31"0,0-6-37 15,0 6-29-15,-3-5-24 0,3 5-23 0,0 0-10 16,0 0-29-16,0 0-17 0,3 16-10 0,0-6-21 16,-1 0 2-16,-1 1-19 0,0 1-6 0,2 1 0 15,0-1-8-15,0 5-23 0,-1-3-12 16,1 1-29-16,3 1-17 0,-2-4-27 0,-1 2-52 15,3-2-63-15,-5 0-107 0,6-3-255 16,-3 0-227-16,2-7 76 0,-2 4 65 0,-1-5 68 16</inkml:trace>
  <inkml:trace contextRef="#ctx0" brushRef="#br0" timeOffset="-195690.03">30624 4171 376 0,'0'0'158'0,"0"0"-7"16,17 8-15-16,-16-2 2 0,2 0 59 15,0-1-12-15,3 2-27 0,-5 1-1 0,6 1-19 16,-3-1-10-16,-1 0-10 0,2-1-11 0,-3 0-30 16,1-3 12-16,0 2-7 0,-1 0 26 15,0-4-31-15,-2-2-26 0,4 7-8 0,-4-7 16 0,0 0-15 16,0 0 4-16,0 0-14 0,0 0-4 16,3-21 14-16,0 10-6 0,-3 2 3 0,3-7 5 15,-2 1-18-15,2-2 26 0,0 1-10 16,0-1 22-16,1 1-22 0,1 4 4 0,-2-3-12 15,5 5-8-15,-6-2 6 0,4 2-16 0,1 2 5 16,2 1-5-16,1 3 2 0,0 1-10 16,2 1 8-16,2 7 16 0,-1-4-24 0,4 6 3 15,-2 1-3-15,5 2 10 0,-3 1-22 0,0 2 22 16,0-1-28-16,-2 4 3 0,-2 0-23 16,-3-3-33-16,-1-1-49 0,-1 2-113 0,-5-3-320 15,0 2-201-15,-3-4 83 0,-1-3 70 0,-4-1 56 16</inkml:trace>
  <inkml:trace contextRef="#ctx0" brushRef="#br0" timeOffset="-195540.04">30669 3859 660 0,'0'0'243'0,"0"0"-61"0,0 0-103 0,0 0-140 15,3 16-497-15,-3-7 25 0</inkml:trace>
  <inkml:trace contextRef="#ctx0" brushRef="#br0" timeOffset="-194673.78">30655 4468 760 0,'0'0'279'0,"0"0"-16"0,-7-5-40 15,7 5-21-15,0 0-20 0,0 0-18 16,-17 7-16-16,7-1-20 0,8 2 0 0,-6 0-7 16,1 1-11-16,1 3-8 0,1 1-17 0,-2 2-9 15,1-3-1-15,3 2-11 0,1 3 2 0,-3-6-4 16,5 3-16-16,0-5 2 0,0 4-2 16,5-2-5-16,-3 0-15 0,6-3 7 0,0 6-2 15,3-8-3-15,2-1-2 0,1 1 2 0,0-5-10 16,5 1-8-16,1-5-23 0,-1-1 3 15,2-3-18-15,2-2-16 0,-2-2-2 0,0-7-10 16,-2 0 10-16,-4 2-3 0,-2-5 23 0,1 4 9 16,-7 2 6-16,3 2 29 0,-1-1 0 15,-7 5 10-15,6 0-7 0,-6 1-1 0,4 0 1 16,-3 4-16-16,-2-1-3 0,2 3 14 0,-3 2-9 16,0 0 14-16,0 0-13 0,0 0 7 0,3 12-7 15,-3-5 7-15,0 1-2 0,4 3 12 0,-4 1-25 16,1-1 8-16,-1 0 2 0,3 0 3 15,-3 0 3-15,3-1 9 0,-3-1-15 0,3 0 3 16,-1-2-13-16,-1 0 5 0,0-2 8 16,-1-1 5-16,0-4-3 0,3 7 1 0,-3-7-1 15,0 0-2-15,0 0-11 0,10-11 21 0,-6 2-7 16,0-1-9-16,-1-1-7 0,0 0 11 16,1 2-6-16,2-3-3 0,-3 2 1 0,0 3 0 0,-2-1-1 15,3 4-10-15,1-2 3 0,-3 3-2 16,1 0 4-16,-3 3-7 0,10-2 10 0,-10 2-3 15,11 5-4-15,-5-2 12 0,1 3-10 0,-1-2 5 16,1 3-3-16,-2-1 3 0,1 2-13 16,1-4 11-16,-1 0 2 0,-2 0 2 15,-1 1 6-15,4-3-8 0,-6 4 0 0,-1-6 13 16,9 1 2-16,-9-1-12 0,0 0 12 0,14-4-5 16,-7-1-5-16,0-3-10 0,-1 1 21 0,1-3-22 15,1-3 17-15,-1 0-1 0,-1-3-5 0,1-1-5 16,-1 0 79-16,-1-4-15 0,3 3-10 15,-3 3-5-15,-2 3 5 0,1-2-19 0,-1 3 1 16,0 2-3-16,3 0-12 0,-4 2-1 0,1 1-7 16,0 3 10-16,1-1-10 0,-4 4 5 0,0 0-10 15,13 7-8-15,-9-1 10 0,3-2-8 16,-1 4 6-16,-2 0 2 0,2 1 3 0,-2 3-18 16,3-3 5-16,-3 3-26 0,2 3-25 0,-3-4-51 15,1 1-77-15,-1 0-180 0,4 1-455 16,-6-5 31-16,2 0 110 0,2-5 51 0,-4 0 77 15</inkml:trace>
  <inkml:trace contextRef="#ctx0" brushRef="#br0" timeOffset="-194473.39">31421 4353 655 0,'10'14'276'0,"-6"0"-33"15,2 0-12-15,-2 1-26 0,-1 0-13 0,0 2-3 16,-1 1-28-16,-1 1-15 0,-2 3-23 0,-4 3-13 0,2 0-49 16,-4 3-27-16,-7 2-116 0,-3 7-220 15,-5-2-407-15,2-7 94 0,-2-9 55 0</inkml:trace>
  <inkml:trace contextRef="#ctx0" brushRef="#br0" timeOffset="-194173.72">30386 4393 1133 0,'-4'-1'272'0,"4"1"-27"0,-7-6-4 15,7 6-57-15,-2-2-20 0,2 2-3 16,0 0-22-16,0 0 4 0,-15 9-25 0,12 1 7 15,-2 0-25-15,-1 6 5 0,-1 6-13 16,1 2-15-16,2 2-8 0,-2 7 8 0,4 0-5 16,1 0 9-16,1-2-29 0,1 4 14 0,1-1-4 15,1 0-14-15,3-1 16 0,1 0-15 0,0-4-13 16,7 2-13-16,2-5 10 0,-1 1-18 16,5-4 14-16,12 8-14 0,0-12-5 0,2-5-48 15,10 3-83-15,3-6-168 0,-3-3-545 0,-1-2 81 16,-7-6 57-16,-3-1 71 0,-6-5 75 15</inkml:trace>
  <inkml:trace contextRef="#ctx0" brushRef="#br0" timeOffset="-191823.58">21842 7175 496 0,'0'0'128'16,"14"1"10"-16,-14-1-17 0,14-1-11 0,-4 1-13 15,4-1-2-15,-1-2-1 0,5 0-4 16,-2 1 0-16,5-3-26 0,6 1 17 0,1-3-14 16,-1 1 17-16,7-2-35 0,0 0 10 0,0 1-21 15,1 1-2-15,-1-5 3 0,0 3-6 0,1-2 0 16,-1 2-5-16,3-1 0 0,-3 1 1 0,3 0 1 15,-5-2-9-15,2 2 4 0,4-1-9 16,-4 0 20-16,0 1-11 0,0 0-20 0,0-1 29 16,3 1-24-16,-2 0 18 0,3-1-2 15,1 1 7-15,-3-1-13 0,1 0 3 0,0 0-2 16,2 0-11-16,-2 1-2 0,0-3 33 0,1 3-31 16,1-2-2-16,-2 2 4 0,13-3 9 0,-5 3 5 15,-7-1-11-15,2 1-7 0,12-2 4 16,-7 1 16-16,-7 2-22 0,2 0 6 0,12-4 11 15,-8 3-17-15,-7 2 14 0,5-3-7 0,-2 1 7 16,-2 0-4-16,3 2-4 0,10-5 4 0,-6 3-11 16,-8 2 8-16,1-3-11 0,-1 1 11 15,-1 1 64-15,4 3-11 0,-2-4-2 0,2 0-10 16,-1 0 0-16,1 1-11 0,-2-1 9 16,16-2-14-16,-13 3 13 0,1-1-12 0,-3 4-19 15,0-3 8-15,-1-1-15 0,3 2 10 0,-3-2 0 16,-1 1-2-16,3-1 9 0,-1 2-12 0,-2-3-2 15,-2 3-6-15,-1-1 8 0,3 0-13 0,-3 0 18 16,-3 3-21-16,4-3 11 0,-1 0 0 16,3 2-5-16,0-1-3 0,-2-1 8 0,-1 0-3 15,7 2-2-15,-6-1-3 0,5-1 2 0,-2 0-7 16,3 2 13-16,0-1-3 0,-1-1-2 16,2 0 5-16,-1 2-16 0,-3-1 8 0,3 0 6 15,-3 2-14-15,2-3 8 0,-3 1 0 0,-2 0-5 16,3 2-10-16,0-2 10 0,-1 3-5 15,0-4 15-15,1 2-10 0,-3 1 3 0,2-2 5 16,0 3-6-16,-2-3 3 0,2 3 0 0,1-3-2 16,0 0-6-16,-1 2 11 0,2 0 12 15,-2 0-9-15,0-2 2 0,1 4-1 0,-1-4 4 16,-3 1-9-16,-3 0 9 0,3 3-11 0,-3-3 3 16,-1 1 2-16,1 0 8 0,0-1-6 0,0-1 1 15,0 0 0-15,4 4 2 0,2-6 1 16,0 3-1-16,-1 0-2 0,0-1-3 0,2 0 18 15,3 2-5-15,0-3-12 0,3 2-4 0,-3 1-14 16,3-2 17-16,1 3 0 0,-4-3-7 16,4 3 15-16,-5-3-8 0,1 0 3 0,-2 2-6 15,1 0 11-15,-2 0-5 0,-1-2-10 0,2 2 7 16,1-3 0-16,-3 1 3 0,-2 3-16 16,2-4 6-16,3 1-6 0,-4-1 8 0,1 2-7 15,0-2 2-15,-2 1 0 0,3-3 5 0,1 3 0 16,-3 2-8-16,1-5 3 0,0 2 0 0,-1 0 6 15,1 0-1-15,2 3-5 0,-6-4 7 0,4 0-12 16,-3 2 13-16,1-3-3 0,-1 3-7 16,3 0 7-16,-6-3-10 0,5 2 5 0,-4 0 0 15,-1-2 10-15,3 1-20 0,0 0 12 0,-3-1 1 16,0 1 4-16,3 0-7 0,-3-1 3 16,3 0-1-16,-2 0-4 0,1-2 4 0,1 3 1 15,0-2 2-15,1 3-5 0,-1-3 5 0,3 2-7 16,1 0-6-16,-3-1 8 0,2 1-5 15,-3 1 7-15,3-3-4 0,-3 6-1 0,-6-3 3 16,6-1 0-16,-6 2 0 0,2 2 3 0,-2-3-6 16,1 2 8-16,-3-2-10 0,1 3 3 0,1-2 9 15,-1 1-4-15,-1-1-11 0,2 0 11 0,-1 4-3 16,-2-4-8-16,5 1 18 0,-5-1-10 16,5 0-7-16,-2 4 9 0,1-4 6 0,-4 3-11 15,6-4 11-15,-4 2-8 0,4 1-2 0,-4-2-4 16,4 3 6-16,-1-2-5 0,-2 1 8 15,0-1 5-15,2 1-3 0,-2-2-13 0,1 1 16 16,-3 1-8-16,1-2 2 0,-1 4-2 16,-1-4 10-16,2 3-15 0,-6-1 10 0,3 0-7 15,-1 3 10-15,-2-4-11 0,0 3-2 0,2-4 2 16,-2 3 1-16,0-1 12 0,3 1-7 0,-4 1-6 16,1-3 11-16,0 3-13 0,-1-3 2 0,2 2 11 15,-4-1-11-15,3 2 1 0,-3-1-11 0,4-1 18 16,-1 1 0-16,-3 0-10 0,2-1 10 15,-2 1-2-15,5 0 15 0,-4-1-18 0,0 2 2 16,2-3 3-16,-1 3-10 0,1-3 8 16,2 2-11-16,-2 2 23 0,3-4-15 0,-3 2-2 15,2 3 4-15,-2-4-4 0,1 2 2 0,-3 0 0 16,1 2-5-16,-2-5 2 0,1 4 8 16,-1-1-12-16,-1 1-1 0,-3-2 5 0,3 1 6 15,-3-1-8-15,-1 2 7 0,1-4 3 0,3 4-10 16,-3 0 18-16,2-5-13 0,-1 4 5 0,-2 1 5 15,4-4-12-15,-3 2 12 0,3 2-12 0,-2-4-4 16,-2 3 1-16,3 0 18 0,-2-2-15 0,-1 1 9 16,-1 0-7-16,1 2 0 0,-3-2 0 15,1 2-7-15,-1 1 9 0,-4-4 3 0,1 2-7 16,-7 2-26-16,11-1-42 0,-11 1-17 0,8-1-71 16,-8 1-436-16,0 0-228 0,0 0 93 15,-32 0 79-15,7-8 84 0,-12-1 46 0</inkml:trace>
  <inkml:trace contextRef="#ctx0" brushRef="#br0" timeOffset="-183608.25">23473 8800 176 0,'-10'3'49'0,"3"2"-21"0,-4-1-8 0,1 2 1 15,1 2 22-15,-3 2-32 0,-1 3-78 16,-7-2-87-16</inkml:trace>
  <inkml:trace contextRef="#ctx0" brushRef="#br0" timeOffset="-181925.62">22236 9111 542 0,'0'0'169'0,"0"0"-23"0,0 0-10 0,0 0-21 15,0 0 3-15,9 14-29 0,-5-7 1 0,0 2-11 16,3 0 8-16,2 6-13 0,-2-4-40 15,1 6 109-15,1-3-33 0,1 4-10 0,-3 0 2 16,4-3-12-16,-1 3 5 0,0-1-29 16,1 0-2-16,-1-2-10 0,0 3 7 0,1-3-97 15,2 1 21-15,1-3-18 0,-1 0 20 0,-3-2-7 16,8 3 9-16,-5-6 6 0,4 2 13 0,1-3 10 16,2 0-26-16,1-3 39 0,6 3-31 15,-1-3 20-15,-1-1-17 0,6-2 10 0,3 1 5 16,-2 1-3-16,2-3-2 0,3 0-6 0,4-3 1 15,0 1 15-15,0 2-25 0,0-2 14 16,0-3-12-16,0 4 16 0,0-5-9 0,4 2 6 16,9-3-8-16,1-1 0 0,3 2 1 0,-3 0-4 15,3-1 1-15,-3-2 12 0,2-3-7 16,1 3-8-16,1-2-5 0,-1 3 7 0,0-6 8 16,0 3 1-16,-3-3-6 0,2 3-3 0,-2-3 19 15,4 3-11-15,-1 1 0 0,0-4 1 0,-3 6-11 16,3-3-3-16,2 3 8 0,-4-4-7 0,-1 1 17 15,3 3-7-15,0-2-16 0,-3 1 16 16,-1-4-11-16,1 2 0 0,-1 1 9 0,-2-4-9 16,2 3 11-16,1-3-8 0,-3 3 5 0,3-4 5 15,3 1-2-15,-4 2 10 0,4-2 0 16,0 1-8-16,0-1 10 0,1-1-2 0,-1 4-15 16,0-2 4-16,-4 2-7 0,1 2-2 15,0-5 2-15,0 4 15 0,-4-3 65 0,6 4-11 16,-5-1 0-16,3 0-5 0,0 2-13 0,-1-2 3 15,1-2-11-15,3 2 3 0,-3 0-5 0,3-1-7 16,-4-1-6-16,1 2 10 0,0-4-7 0,0 3-8 16,-4 1-3-16,3 1-4 0,-2-3 2 0,3 1-6 15,-1 0 6-15,-2-1-5 0,6 2-3 16,-3 0-2-16,3-2 2 0,-1 2-10 0,2-1 13 16,2-2-3-16,-3 2-7 0,0 0 17 15,1 0-12-15,-1 0 5 0,-3 1-3 0,3-2 3 16,-4 2-5-16,1-1-3 0,3-2 0 0,-3 2-8 15,0 2 13-15,2-3-7 0,1 1 7 16,1 3-5-16,-1-3 11 0,0 0-9 0,2 1 6 16,-3 0-8-16,1 2 6 0,0 1-4 0,-4-1-4 15,4 1 10-15,-3 2-11 0,-4-3-7 0,-8 3 10 16,12-2-5-16,-9 2 10 0,-1-1-10 0,10-3 8 16,2 4-13-16,1-1 8 0,3-1 4 15,-3 0-2-15,-2-1-10 0,-5 5 21 16,0-5-24-16,-3 2 10 0,-7 1 6 0,0 2-3 0,-3-5-5 15,3 1 3-15,-1 4-1 0,-1-4 6 16,4 4-13-16,-5-4-5 0,4 2 12 0,1 2 3 16,-2-4 13-16,1 1-2 0,-1 2-9 0,4-1-4 15,9 1-1-15,-6-2 1 0,-7 0 0 16,0 2-9-16,-3-3 4 0,2 5 12 0,-5-4-5 16,2 4 3-16,-2-3-3 0,-4 2 3 0,0-2-1 15,2 3-1-15,-2 0-4 0,-3-4-2 0,3 4 3 16,1-3-6-16,-3 2 11 0,-2 2-8 0,5-3 0 15,-3 1 7-15,-1 2-9 0,2-4 12 16,1 4 5-16,-3 1-20 0,2-7 3 0,-2 7-1 16,2-3 11-16,-2 1-6 0,0-1 4 0,-1 1 4 15,3 1-18-15,-6-3 16 0,0 1 7 16,2 3-28-16,-2 0 21 0,-1 0 2 0,0-3-12 16,-2-1 12-16,3 4 5 0,0-1-17 0,-4-1 4 15,1 2-7-15,3-1 5 0,-4 0 16 16,2-2-14-16,0 1 14 0,-2 2-16 0,1-1-6 15,0 1 14-15,-1-1-8 0,0-2-5 0,0 1 2 16,-5 2 14-16,4-1-14 0,-4 1 6 16,4 0 9-16,-4 0-9 0,3 0 5 0,-1-2-1 15,0 1 1-15,0-3-11 0,0 4-2 0,0-1 8 0,0 1-11 16,2-2 6-16,-4 2-1 0,5 0 16 16,-2-1-8-16,-1 0 0 0,2-2 5 0,-4 1-2 15,5 2 7-15,-2 0-9 0,-1-1-6 16,2 1 0-16,-1-1 12 0,-1-2-9 0,0 3-1 0,0-2-14 15,-3 1 22-15,5 1-13 0,-3 0-4 16,-1-3 12-16,0-1 5 0,-1 4-10 0,2-1 15 16,-3-1-15-16,-1 2 0 0,2-2 0 0,-4-1 0 15,4 1 16-15,-1 2-16 0,-3-1 15 16,1 0-17-16,-4-2-1 0,3 1-2 0,-10 2 2 16,14-1 1-16,-7 1-16 0,-1 0-5 0,-6 0-62 15,6-2-55-15,-6 2-96 0,0 0-532 0,0 0-10 16,0 0 95-16,-23 0 53 0,6-1 59 15</inkml:trace>
  <inkml:trace contextRef="#ctx0" brushRef="#br0" timeOffset="-181057.56">28156 9482 327 0,'0'-14'115'16,"0"4"41"-16,-3 2-15 0,3-1-5 0,-1 0-11 15,0 2 98-15,-1 0-21 0,-1-3-5 0,3 3-2 16,-3 3-19-16,0 0-12 0,3-3-95 0,0 7-10 16,-4-5-2-16,4 5-16 0,0 0 2 15,0 0 3-15,-11 12-13 0,11 1 11 0,0-1-18 16,0 6 7-16,0 4-10 0,3 3 25 0,1 8 4 15,3 2-24-15,0 14 20 0,3 1-7 16,4 1 6-16,-4-1-14 0,3 0-18 0,1 2 24 16,-3 1-9-16,2-3 1 0,1-3-13 15,0 1 5-15,1-5-3 0,-3 3-2 0,2-3-7 16,-4-8 12-16,1-2-5 0,-1-6 5 0,0 2-18 16,1-10-26-16,0 5-35 0,-3-6-13 0,-1-3-95 15,0-1-84-15,0-3-461 0,0-4 56 0,-1-4 49 16,-2-5 59-16</inkml:trace>
  <inkml:trace contextRef="#ctx0" brushRef="#br0" timeOffset="-180791.73">28464 9444 701 0,'3'31'207'16,"3"0"1"-16,-4-4-42 0,4 8 31 0,1 13-41 15,3 1-5-15,1 2-7 0,-1-1-27 0,3 2-2 16,1-2-12-16,-4-2-11 0,4 2 59 16,-4-1-8-16,0-5-20 0,4 4 3 0,-4-4-16 15,0-7-18-15,-2-7-5 0,0 3-23 16,-3-3 10-16,1-4-48 0,-2-1-49 0,0-6-113 0,-1 4-629 15,-3-4 22-15,-3-4 111 0,-1-1 64 16</inkml:trace>
  <inkml:trace contextRef="#ctx0" brushRef="#br0" timeOffset="-180458.31">28006 10318 895 0,'0'-9'315'16,"0"9"-10"-16,3-8-49 0,1 1-13 0,3 1-25 16,6-6-26-16,5 4-18 0,5-3-13 0,4-3-18 15,15-4-12-15,5-1-16 0,1 3-15 16,0-2-11-16,7 3 1 0,-1-1-21 0,-2 1-2 15,-1 0 2-15,3 4-23 0,-5-1 5 16,-8 5-15-16,-4 0 12 0,-3 1-17 0,-3 1 0 16,-1 0 2-16,-5 0-2 0,-4 3-13 0,-1 0-8 15,-3 0-13-15,-1-2-12 0,-5 4-13 0,-4 0-16 16,0 0-12-16,-7 0-57 0,0 0-117 0,0 0-302 16,0 0-239-16,-23 8 106 0,5-1 43 15,-9-4 79-15</inkml:trace>
  <inkml:trace contextRef="#ctx0" brushRef="#br0" timeOffset="-179991.37">27921 10168 790 0,'0'0'287'0,"0"0"-16"15,0 0-38-15,0 0-7 0,31 8-19 0,-18 2-25 16,6 3-21-16,-1-1-18 0,9 5 1 0,6 8-14 15,0 4-4-15,4 0-27 0,-2 3 6 16,-1 0-12-16,3 0 1 0,-3 2-22 0,1-1 7 16,-1 0-12-16,0 0-6 0,0-5 1 15,-3 3-24-15,4-4 13 0,-12-3-23 0,1-6 13 16,0 0-5-16,-3-3 5 0,-3-1-2 0,-2-3-9 16,1 1 11-16,-3-3-15 0,-1-1-11 15,-3-5 13-15,4 3 13 0,-4-4-10 0,1-2 2 16,-1-2-10-16,0-4-5 0,1 3 8 0,-1-8-1 15,0 0-2-15,1-4 6 0,0-2-19 0,-3-8 0 16,3 0 21-16,-4-4-29 0,0-2 9 16,2-2-9-16,-1 1 14 0,-3-1 1 0,0-3-65 15,1 3-1-15,-2-3 13 0,2 4 1 0,-1 0-6 16,4-1 20-16,-5 1 1 0,3 7 7 0,2 2 3 16,-4 2 2-16,1-1 0 0,-2 4-5 15,4 0 11-15,-6 4-11 0,7-3 16 0,-7 7-14 16,1 0-1-16,3-2 6 0,-5 4 4 0,2-2 2 15,0 6-3-15,1-3-7 0,-1 0-21 16,1 2-10-16,-1 2-23 0,-3 3 21 0,4-7-80 16,-4 7-36-16,0 0-58 0,8 0-119 0,-8 0-406 15,2 6 23-15,-2-6 99 0,-1 8 45 16</inkml:trace>
  <inkml:trace contextRef="#ctx0" brushRef="#br0" timeOffset="-177808.53">27174 11906 1139 0,'-1'10'327'0,"-1"5"-38"16,2-5-33-16,0 7-23 0,0-2-23 0,2 2-20 15,-1 1-16-15,0-1-26 0,2-1-10 0,4 2-17 16,-3 3-39-16,2-3-21 0,-2 0-64 16,2-1-27-16,2-2-39 0,-1-2-67 0,1 2-69 15,-3-2-128-15,1-4-388 0,2-2 76 0,-4-4 56 16,2 3 31-16</inkml:trace>
  <inkml:trace contextRef="#ctx0" brushRef="#br0" timeOffset="-177375.73">27185 11941 726 0,'-1'-1'244'0,"-5"-6"-19"0,6 7-38 16,0 0-23-16,0-3-19 0,0 3-4 0,0 0-10 15,0 0-16-15,11 11 0 0,-4-1-10 0,-1 3-15 16,5-1-11-16,-1 3 8 0,0 2-18 15,4-2-2-15,-1 3-3 0,2-1-5 0,-2-2-16 16,0 1 1-16,3-3 2 0,-4 1-5 0,2-4-6 16,-4 3-4-16,4-4-5 0,-4 1 12 15,0-4-2-15,0-2-8 0,0 1-12 0,-3-2 19 16,0-3-9-16,-7 0-3 0,20-5-5 0,-11-1-3 16,-4-3 11-16,6-4-6 0,-5-3-4 15,-2 0-1-15,4-4 6 0,-2-5-6 0,-3 0 0 16,1 0-4-16,-1-2 1 0,-3-1 1 0,3 1 2 15,0 2-12-15,-2 7 15 0,-1-2-5 16,3 0 2-16,-3 3 11 0,0 5 50 0,3-2 6 16,-3 4-12-16,0 2-19 0,0 1-15 0,3-1 10 15,-1 4-8-15,-2 4 0 0,0 0 3 0,0 0-10 16,0 0 0-16,16 15 0 0,-11-3 2 0,0-1-10 16,2 6-5-16,0-2-3 0,0 8 3 15,1-4 10-15,-3 6-20 0,6-7 17 0,-4 7-17 16,-1-1 7-16,5-2 14 0,-4-1-19 15,2 2-2-15,-2-3-3 0,1 2 2 0,-1-3-22 16,2 0-11-16,-5-4-48 0,5 0-61 0,-4-1-75 16,1-3-174-16,-2-4-430 0,3 1 51 15,-1-3 95-15,2-3 66 0,-8-2 85 0</inkml:trace>
  <inkml:trace contextRef="#ctx0" brushRef="#br0" timeOffset="-176991.49">27965 11715 936 0,'0'0'300'16,"0"0"-16"-16,0 0-31 0,0 0-7 0,9 15-33 16,-8-5-11-16,-1 1-10 0,3 5-16 0,1 0-25 15,-1 2-15-15,-2 3-5 0,2 4-11 16,0 0-7-16,1 1-6 0,-4 1-20 0,3-1 10 15,3-1-7-15,-2 4-6 0,0-4-22 0,2 0-3 16,1 0 5-16,-3-4-11 0,2 1-1 16,2-4 4-16,-1-1-7 0,-1 0 9 0,4-2-11 15,-2-4-12-15,2-1 4 0,0 0-65 0,7-4 13 16,-1 0-7-16,2-3-1 0,3 1 9 16,-1-4-9-16,4-1-2 0,0-2 8 0,-4 0 10 15,4 1-13-15,-3-3 20 0,-1 1-15 0,-3-2 13 16,-2 5-5-16,1-6-5 0,-2 5 5 0,-4-3-3 15,0 1-20-15,-3-2-8 0,3 6-2 16,-6-5-16-16,2 2-33 0,-2 1-31 0,-1-2-99 16,1 3-70-16,-4 1-371 0,7-4-74 0,-7 4 49 15,6-6 102-15,-6 6 28 0</inkml:trace>
  <inkml:trace contextRef="#ctx0" brushRef="#br0" timeOffset="-175725.17">29208 11709 1054 0,'-6'-1'374'0,"3"-6"-49"16,-4 7-18-16,7 0-43 0,-14 0-21 15,14 0-26-15,-14 7-25 0,5 0-15 0,-2 1-11 16,1 2-25-16,3 4-10 0,-2 0-3 0,1 1-21 16,1 1-17-16,1 1-3 0,5 0-26 15,-5 3-2-15,6-2 8 0,0-1-8 0,3 0-3 16,1 0-10-16,2-1 3 0,1-1-8 0,4-3-3 16,-1 2-15-16,0-3 3 0,4-3-14 15,-1 2 1-15,4-5 8 0,-3-3-6 0,0 1 8 16,-1 0-23-16,1-3 5 0,0-3 16 15,-1 1-14-15,-2 1-7 0,-1 1 5 0,0 0-5 0,1 0 8 16,-11 0-13-16,16 0 0 0,-9 1 2 16,2 4-7-16,-1-3 5 0,-1 4 8 0,0-2-1 15,0 3 6-15,0 1-11 0,1-1 1 0,-3 1 9 16,6 0-12-16,-4-1 10 0,4-1-12 0,-2 1 14 16,-2 0-14-16,3 2-6 0,0-3 15 15,1-3-9-15,2 3 12 0,-2-5-18 0,-1 1 8 16,0 1 2-16,1-3-2 0,-2 0 13 0,-2-5-3 15,-3 4-15-15,2-6 5 0,1 0 0 16,-6-3 12-16,2 2-12 0,-3-7-8 0,-3 5 8 16,2-7 3-16,-6 2 9 0,1-2-2 0,2 1 24 15,-2 4-11-15,-1-3-1 0,1 0-4 0,-2 4-49 16,1-3-12-16,4 4 4 0,-1 2 14 0,-2 1-1 16,2-3 10-16,4 2-9 0,0 1 14 15,-1-1-2-15,2-1-7 0,6 1 15 0,-3 0-16 16,9-1 0-16,1 1-2 0,2 0 3 0,-1 1 4 15,5-3 11-15,4 2-5 0,0 1-3 16,0-3-5-16,-1 5 15 0,3-2 0 0,-3-1-2 16,7-1-3-16,-3 5 0 0,1-5 8 0,-1 5 0 15,-3 0-3-15,-3 0 3 0,3 0-7 16,-4 2 6-16,-6 0-4 0,-1-1 8 0,1 1-1 16,-2 1-23-16,-3 1 19 0,-2 0-6 0,-7 0 3 15,10 1 23-15,-7 5-21 0,-3-6-2 0,0 7 10 16,-4-3-8-16,-5 4 5 0,2 1 11 15,-4 3-5-15,1 0-11 0,-7 1 16 0,4 0-8 16,2 2 2-16,-1 2 1 0,1-3-3 0,0-2 5 16,4 3-5-16,2 0-5 0,0-3 0 0,2 1-6 15,2-3 14-15,2 4 2 0,-1-5-2 0,6-1 4 16,1 0 1-16,0-5-18 0,7 0 15 16,-4 1 0-16,7-4-8 0,-3-1 1 0,3-5 2 15,0 3 2-15,3-5-7 0,-2 0 3 0,-1-5-3 16,0 1-6-16,-2-4-4 0,-2-1-11 15,0-3 14-15,-3-1-17 0,-1-3-1 0,-4 0-4 16,-2-3 9-16,0-2-6 0,-3 1 11 0,-6-4-6 16,3-1 26-16,1 8-2 0,-7 0-4 15,2 0 9-15,3 4 15 0,-2 4-8 0,0 1 5 16,-2 0-9-16,4 2 9 0,-2 6-15 0,1 0 0 16,0 5 18-16,-1-1-23 0,-2 4 18 0,8 0-13 15,-7 7-3-15,4 1 8 0,0 0 10 0,2 4-7 16,1 0-8-16,0 3 10 0,1 3-4 0,2-1-1 15,3 5-3-15,-2-1 8 0,5 0-17 16,1 0 7-16,-2 2 15 0,2-3-12 0,1 2 7 16,4-4-31-16,-2 2-9 0,0-1-16 0,1-3 10 15,-1-1-5-15,0-2-8 0,-2 0 11 16,1-2 5-16,-2-3 4 0,-1 1 1 0,1-3 13 16,-3-3-6-16,3 3 1 0,-1-5 22 0,-4-1-12 15,-5 0 13-15,19 0-1 0,-11-2-7 16,2-4 5-16,1-1-2 0,-4 3 7 0,6-4-5 15,-2-5 2-15,-1 3-4 0,0-5 4 0,1 3-7 16,-1-6 0-16,0-2 8 0,1 5 7 0,-5 1 8 16,1 0 20-16,1 2-7 0,-6-1 20 15,5 5-25-15,-3-1 7 0,-4 1 0 0,3 1 1 16,-3 6-24-16,0 1 31 0,0 0-23 0,0 0 12 16,0 0 6-16,0 0 5 0,-18 9-8 0,11 0-2 15,1-1-13-15,0 6 3 0,-2-3 4 16,4 3 16-16,-2 1-8 0,3-2-10 0,1 0-2 15,-3-1-3-15,5 3 2 0,0-2-4 0,0-1-9 16,0 1-2-16,5-1 1 0,-3-2-12 0,6 2-11 16,-3-3-12-16,9-2-50 0,-4-2-46 15,4 0-14-15,-1-3-183 0,2-2-510 0,1 0 97 16,2-7 60-16,-2-1 94 0,2-2 38 0</inkml:trace>
  <inkml:trace contextRef="#ctx0" brushRef="#br0" timeOffset="-173726.52">30771 11216 957 0,'-13'-2'279'0,"8"2"-23"0,5 0-95 16,-22 0-5-16,12 1-28 0,-2 0-10 0,-4 1-5 15,-1-1-16-15,-4 2-15 0,4 0 15 0,-7-2-13 16,-3 5-12-16,-1-4-3 0,-1 7-12 16,-7-4-16-16,-4 2 5 0,-17 4 23 0,-6-1-31 15,-2 0-5-15,0 4-4 0,-3-3-6 0,-15 4 10 16,15-1-5-16,1-3-2 0,1 2-8 15,1-1 7-15,3 1-4 0,-1-2-9 0,-1-2 6 16,-3 4-7-16,2-2 6 0,0-1-1 0,3-2-6 16,1 0 0-16,2 1 1 0,-2 3 4 0,3-1-13 15,0-1 16-15,-1-3 54 0,-2 3 0 0,3 2-3 16,2-2-13-16,-5 0 6 0,0-2-9 16,5 2-4-16,-7-2-13 0,5-1-5 0,-1 1 4 15,8-2-6-15,-7-2-4 0,13 3 1 0,1-1 2 16,3-4 5-16,3 0-25 0,-3 3 10 15,0-2-11-15,10-3 6 0,-3 0 10 0,0 5-10 16,4-3 0-16,-1-1-16 0,0 4 26 0,0-3-18 16,0 0-2-16,0 3 5 0,-6-2 4 15,3 4-1-15,3-1 2 0,-7 1-13 0,4-2 5 16,0 2-3-16,3 0-2 0,-6-4 13 16,3 5-10-16,0-1 12 0,0 0-18 0,2 0 6 15,-3 1-1-15,2-2 9 0,-1 1-4 0,2 1-7 16,-1 5 3-16,-1-5 0 0,6 3-1 0,1-4 3 15,-4 3-2-15,8-2 2 0,-2 0-8 0,-2 1-9 16,3-1 14-16,3 0 1 0,-2 2-3 16,-1-3-5-16,3 1-1 0,5-2 14 0,-2-2-13 15,0 3-3-15,2 0 16 0,1-4-11 0,4 4-2 16,-1-6 8-16,1 6-1 0,2-6-2 16,-1 4 3-16,6-3 0 0,-6-2-9 0,6 5 6 15,-2-3 6-15,-1 1-4 0,7-3 1 0,-7 4-3 16,0-3 5-16,7-1-10 0,-7 2 5 15,1 1-3-15,6-3-5 0,-7 5 19 0,7-5-9 16,-8 2-2-16,2 1-7 0,6-3 9 0,-4 2-2 16,4-2 8-16,-6 3-13 0,4 2 15 0,2-5 0 15,-5 9 0-15,2-3 1 0,-1-1-9 0,3 5 6 16,-2 1 2-16,0 0-10 0,3 4 15 16,0 1-9-16,-3 1-6 0,3 2 12 0,0-3 4 15,3 7-6-15,-3-4 5 0,3 6 3 0,-3 0-10 16,4 1 7-16,-4-1 8 0,7 0 3 15,-4 5-24-15,1-3-2 0,-1 3 13 0,3-3-8 16,-5 0 6-16,5-1-11 0,-1 3 10 0,1-3 3 16,-2 1 7-16,2-2-17 0,0 0 2 15,2 0-3-15,-1-2 11 0,-1-3-10 0,1 1-3 16,0-2 15-16,3-2-12 0,-1 0 2 0,-1-5 0 16,3 1 10-16,-1-1-7 0,0-3-8 0,7-3 5 15,-6 1 3-15,9 0 2 0,-3-2 5 16,3-1 1-16,2-3-11 0,0-1 8 0,3 1 4 15,2-2-11-15,4 0-4 0,0-2 8 0,0-1-2 16,2 2-3-16,0-2 3 0,0 0-3 0,0-2 3 16,-2 4-16-16,0-2 21 0,0-1-6 15,1-2 9-15,0 4-11 0,-4-2-5 0,0 0 8 16,6-2-13-16,1 1 12 0,2-1 6 0,-3-3-23 16,0 3 0-16,2 0 17 0,-3 1-12 15,8-1 13-15,-4-1-13 0,1 0 12 0,-1 1-4 16,1-1-3-16,5 2 0 0,12-3 5 0,-10 5-13 15,-4-2 16-15,-2 3 5 0,4-2-26 0,-5 1 13 16,3 1 8-16,-3 1-3 0,0 1-5 0,-4-2 10 16,3-1-82-16,4 2 8 0,-3-2 11 15,1 2 1-15,1-5 17 0,-2 5 1 0,-1 0-2 16,-3-3 1-16,7 4 6 0,0-5 6 0,0 4 0 16,4-5 13-16,15 3-5 0,-4-2 10 0,2-1-3 15,3 2-5-15,-6-4-2 0,-6 3 2 16,-9 1 0-16,1 0 8 0,1-1-3 0,1-1 1 15,12-1 7-15,-9-1-13 0,-6 5 13 0,-2-2 0 16,2 1-5-16,-2-3 2 0,0 4 1 16,2-2-3-16,-2-1 10 0,-1-1-10 0,-2 4 0 15,3-2 10-15,-1-1-8 0,-1-3 8 0,-2 6-10 16,-1-6 5-16,1 5 0 0,0-3-10 0,1 0 7 16,-4 0 6-16,-1 1-3 0,-3-1-3 15,0 1 6-15,1-1 2 0,-1 1 3 0,1 2-26 16,-1-1 20-16,0-3 1 0,-2 7-8 0,1-4 7 15,0 0-12-15,-1 2 25 0,-3 2-7 0,0-3-16 16,0 3 6-16,2-4 2 16,0 4 5-16,0-2-10 0,-4 3 7 0,4-3-4 0,0 0 7 15,-4 2-10-15,4 0 7 0,-3-3 1 0,3 4-3 16,-4-5 5-16,4 4 3 0,-3-1-11 16,2-3 1-16,-2 5 7 0,0-5 5 0,0 5-7 15,-2-5-1-15,2 4-4 0,-4-1 7 0,3-3 10 16,-2 4-7-16,-1-4 4 0,0 3-14 15,-3-1 12-15,3 0-23 0,-2-2 6 0,-2 1 9 16,0 2 11-16,0 0-16 0,3-2 9 0,-8 1-9 16,6-1 16-16,-2-2-18 0,-2 3 5 0,-1-1 0 15,-2-4-8-15,2 7 13 0,-5-4-2 16,4-2-1-16,-2-1 1 0,-2 1 5 0,-1 1 20 0,0-3-18 16,0 2 8-16,-2-2-21 0,2-2 6 15,-3 1 7-15,0-3 3 0,0 3-8 0,0-5 0 16,-3-2 0-16,3 3-5 0,0-3 10 0,-1 0-2 15,-2 0 0-15,3-3 0 0,-3 3-8 16,0 1 0-16,3-1 5 0,-1 1-10 0,-2 0 2 16,0-1 13-16,0-2-17 0,2 5 12 15,0-3 2-15,-5 1 6 0,3 0-3 0,2 1-2 16,0-1 0-16,-4-1-1 0,2 1 4 0,0-1-1 16,-1 0-10-16,1-1 2 0,-1 1-7 0,2 1 8 15,-3-1-1-15,2 3-2 0,-1-2 11 0,-2-1-14 16,4 3 6-16,-3 2-6 0,1-1 1 0,1-1-4 15,-1 4 4-15,1-3 10 0,0 4-11 16,1-1 6-16,-3-1-11 0,2 0 3 0,1-1 5 16,-4 3 0-16,3 0-3 0,2 2-4 0,0-2 4 15,-4-1 6-15,2 3-1 0,3 3-4 16,-3-3 2-16,2 3-3 0,-2-4 6 0,0 5-11 16,3-1 3-16,-3-2 10 0,3 7-13 0,-1-9 6 15,0 7 4-15,1 2-10 0,-6-7 8 16,6 7 0-16,0-7 0 0,0 7 6 0,-3-4 1 15,3 4-7-15,-1-6-5 0,1 6 8 0,0 0-8 16,-1-7 23-16,1 7-11 0,0 0-7 0,-5-4 8 16,5 4-18-16,0 0 10 0,-3-4 2 15,3 4 3-15,0 0-15 0,-2-4 2 0,2 4 6 16,0 0-8-16,-5-6 20 0,5 6-10 0,0 0-8 16,0 0 3-16,-6-2 8 0,6 2-9 0,-5-5 6 15,5 5-5-15,-6-1 3 0,6 1-3 0,0 0 5 16,-4-7-8-16,4 7 13 0,-6 0-7 15,6 0 4-15,-11-3 6 0,4 2-13 0,0-2 0 16,-4 1 7-16,-8 4-4 0,1-2 9 0,-9 7-17 16,-3-6-10-16,-25 12-32 0,5-2-68 15,-8 5-126-15,-15 11-627 0,-2 3 106 0,-4-3 52 16,-3-2 65-16,0 0 85 0</inkml:trace>
  <inkml:trace contextRef="#ctx0" brushRef="#br0" timeOffset="-170672.28">28990 12701 660 0,'-3'-5'274'0,"3"0"-44"0,0 5-12 15,-2-8-11-15,2 8-35 0,-5-7-16 16,5 3-13-16,0 4-12 0,-3-6-11 0,3 6-20 16,-3-4-3-16,3 4-5 0,0 0-13 0,-1-4-12 15,1 4-3-15,0 0-10 0,-3-6-6 16,3 6-4-16,0 0-3 0,0 0 5 0,0 0-5 16,-8 12 10-16,5-8-15 0,0 8-5 0,3-1 10 15,0 4-3-15,-3 2 13 0,3 1-12 0,0 5-6 16,0 2-66-16,3 2 10 0,0 0 0 15,-3 7-6-15,4 4 24 0,0-2 56 0,2 0 1 16,-2 2-9-16,5 9 6 0,-2-7-8 0,1-5-5 16,-1-1 5-16,3 0-13 0,2 9-13 15,-2-8 11-15,-2-2 2 0,3-1-13 0,-1-3 11 16,-3-1-3-16,2-3-13 0,-1-1 5 0,-1 1 1 16,0-2 2-16,-1-1-8 0,-1 0 0 15,-2-3-20-15,3-3-39 0,-2 1-10 0,-1-3-74 16,0-3-92-16,0 2-538 0,1-4 24 0,-1-2 86 15,-3-3 69-15,4 1 44 0</inkml:trace>
  <inkml:trace contextRef="#ctx0" brushRef="#br0" timeOffset="-170326.49">29278 12801 877 0,'0'13'274'0,"-3"-1"-23"15,3 9-15-15,0-2-29 0,0 11-2 0,6 4-113 16,-2 1-10-16,2 15 2 0,4-1-17 0,1-4 5 15,-1 4-16-15,0-2 3 0,1-1-8 16,2-1-8-16,-2-8-4 0,-2-4-3 0,0 2-16 16,1-3 8-16,-1 0 16 0,1-1-21 15,0-2-8-15,-2-1 11 0,1-5-6 0,-2 1 6 16,-3-3-3-16,3-1-13 0,-1-3 0 0,-5 1-91 16,2-3-124-16,-3 2-532 0,0-4 63 0,-3-1 83 15,2-2 66-15</inkml:trace>
  <inkml:trace contextRef="#ctx0" brushRef="#br0" timeOffset="-169942.52">28720 13603 790 0,'-1'-2'246'0,"1"2"-13"16,0 0-15-16,-9-5-39 0,9 5 56 0,0 0-20 16,10-9-18-16,-3 5-30 0,0 1-19 0,6-4-9 15,4 0-14-15,1 3-7 0,2-3-16 16,7-2-2-16,4 2-18 0,6-4-5 0,-2 1-11 15,20 0-10-15,0-2-2 0,0-1-3 16,-1 2-7-16,-3-2 2 0,1 4-10 0,2-2 12 16,-11 0-14-16,-7 1-11 0,-2 4 2 0,-3 2-12 15,-4-3-5-15,-3 3-8 0,-3 0-39 0,-5 2-27 16,-1 2-11-16,-5-1-18 0,0 2-20 16,-3-1-100-16,-7 5-468 0,0-1-57 0,-4 2 85 0,-6-3 76 15,0 4 62-15</inkml:trace>
  <inkml:trace contextRef="#ctx0" brushRef="#br0" timeOffset="-169509.47">28836 13550 739 0,'0'0'241'15,"0"0"-36"-15,28 8-1 0,-17-1-19 0,2 0-16 16,6 4-18-16,2-1-18 0,4 6-8 0,7 1-17 16,7 7-14-16,0-2-12 0,1 3-5 15,-2-4-3-15,-1 2-12 0,-2 2 4 0,-4-2-9 16,-8-6 60-16,1 3 1 0,0-5-18 0,2 2-16 16,-5 1-17-16,-3-4 7 0,0-3-7 15,1 2-1-15,-5-5-14 0,-3 1 4 0,2-3-5 16,-2-2 5-16,-1 2-7 0,0-4 2 0,1 0 0 15,-2-4-7-15,-2-1-3 0,4-2 15 0,-1-2-89 16,-3 1-3-16,3-6 23 0,-3-1 0 16,0-1 6-16,-1-9-11 0,-2 3 5 0,-1-5 8 15,1-5 2-15,-4 1-4 0,0-7-6 0,0-1 18 16,0-1-2-16,0 3-3 0,0 0 2 16,0 4-7-16,0-1 15 0,0 5 3 0,-4 1-5 15,4 2 5-15,0 5-3 0,0 0-8 0,0 0-4 16,0 6 4-16,0 0-7 0,-3 1 3 0,3-1-34 15,0 3-28-15,-1 2-46 0,1 1-36 16,-1 0-100-16,-1 3-184 0,2-2-325 0,-3 6 54 16,-2-1 76-16,5 1 54 0</inkml:trace>
  <inkml:trace contextRef="#ctx0" brushRef="#br0" timeOffset="-167293.04">1885 5538 645 0,'-4'-3'184'0,"4"3"-10"15,0 0-28-15,0 0-21 0,0 0-4 0,0 0-17 16,0 0-14-16,-6 10-11 0,6-10 6 15,0 14-21-15,0-6 2 0,0 1-2 0,0 3-12 16,0 3-83-16,3-1-2 0,-2 5 17 0,5-1 3 16,-3 6-10-16,1-1 6 0,3 2 17 0,3 2 2 15,-4 4 8-15,2-4 3 0,2 4-8 16,0 2 11-16,4-4-1 0,-4 3-15 0,3 10 10 16,1-4 3-16,-3-8-5 0,6 12-6 0,-4-7 8 15,2 3 1-15,1 4-1 0,2-3 5 16,-5-3 1-16,2 5 71 0,4 1-18 0,-5 0 0 15,3 3-3-15,0-1-7 0,-4-2-5 0,5 2-18 16,-4 3 2-16,3-5-2 0,-1 0 5 0,2 0-5 16,-2-1-8-16,-5-5-2 0,6 5-3 15,-3-7 0-15,-4-3-13 0,0 1 0 0,1-2 8 16,2 2-82-16,1 8 10 0,-4-4 6 16,0-4-3-16,1-1 12 0,-1 1 6 0,0-3 7 15,1 1-22-15,-1 3 20 0,0-3 2 0,0 2 5 16,0 0 1-16,1 0 2 0,0-3 10 15,-1 1 1-15,2-2 12 0,0 4-8 0,1-1 8 16,1-4 3-16,-1 3 2 0,-3-4 1 0,4 0-1 16,-3 1-18-16,6-2 18 0,-4 3 8 15,1-1-5-15,0 1 2 0,0 4-25 0,2-7 15 16,-3 0-2-16,2 1-1 0,2 1-7 0,-6 1 10 16,2-3 21-16,4 1-29 0,-4 0 3 15,2 1 16-15,1 1-16 0,-2-2 7 0,-4 0-19 16,3-1 14-16,-1 0-2 0,-2-2-5 0,3-3 13 15,-6 4-1-15,3-5 1 0,-3 5 5 0,4-6-5 16,-2 4 4-16,-2 1-9 0,4-3-13 0,-4 4 23 16,0-5-8-16,2 5 7 0,-1-5-4 15,1 4-5-15,-2-1 7 0,3-3 8 0,-2 5 10 16,2 1-25-16,-1-3-3 0,0-1 0 16,0 1 18-16,1-4-11 0,-4 2 6 0,3 2-10 15,0-4-1-15,-2 1 6 0,4 1 5 0,-5-3-13 16,4 2 20-16,-6-5-20 0,4 3 13 15,1-4 15-15,-5 3-33 0,5 0 13 0,-5 0-8 16,4 0 17-16,1 1-11 0,-2 2 4 0,0 1-15 16,3-1 18-16,-3-2-8 0,0 2 7 0,0 2-6 15,3-3 6-15,0 0 70 0,-3 3-15 16,3-3 4-16,-3 0-4 0,3 0-16 0,0 0 6 16,-3-2-16-16,0-1-3 0,0 0 0 0,-1 1 3 15,2-3-13-15,-1 0-7 0,-1-3 2 16,-2-1 8-16,2 3-11 0,-3-3 3 0,2 0 3 15,-1-5-11-15,-1 3 21 0,0 1-16 0,0-4-2 16,0 0 0-16,-2 3-10 0,2-4 7 16,-3-3 6-16,3 7-1 0,0-3-4 0,-3-4 9 15,2 4-22-15,0 1 4 0,-2-5 4 0,4 2 12 16,-4-2-13-16,0 0-5 0,3 8 16 0,-3-8-21 16,0 0 7-16,1 2-2 0,-1-2-5 15,0 0-5-15,2 6 13 0,-2-6-29 0,0 0-27 16,0 0-24-16,0 0-74 0,0 0-486 0,0 0-121 15,0 0 55-15,-6-16 71 0,0 2 63 16</inkml:trace>
  <inkml:trace contextRef="#ctx0" brushRef="#br0" timeOffset="-164293.5">1885 5611 499 0,'14'0'184'16,"-4"-2"-20"-16,-3 0-6 0,7-2-24 0,-1 1 1 15,2-1-38-15,4 0 16 0,-2-2-13 0,1 2 5 16,6-3-26-16,0-1 8 0,0 0-23 0,7-1 8 15,-1-3 61-15,1 2-13 0,3-1-12 16,0-2-19-16,0 1 4 0,10-5-6 0,1 1-13 16,-8 2-5-16,-3 3-2 0,12-6-16 15,-6 4 0-15,-5 2-2 0,2 2-3 0,1 0-16 16,-1 0 11-16,1-3 5 0,-4 4-10 16,3-2-10-16,-3 2-1 0,2 0-2 0,-2-1 0 15,0 1-7-15,0 0 15 0,0-1-11 0,0 1 3 16,0 0-10-16,0-1-80 0,1 5 31 0,0-3-10 15,1-1 3-15,2 0 2 0,-4 2 15 16,0-2-7-16,1 1 7 0,-1 3-7 0,1-4 18 16,-1 0 5-16,3 1 7 0,-3-1 3 0,3 0 13 15,-2-1 0-15,2 1-13 0,15-4 2 16,-8 3 11-16,7-5-16 0,-2 3 3 0,-6 1 6 16,9-1 4-16,0 0 59 0,-9 3-8 15,-2 0-4-15,-2 0 4 0,14-2-10 0,-1-3-5 16,3 5 3-16,0-1-13 0,-1 1 2 0,1-2-7 15,-10 3 0-15,-4 0-6 0,13-1 6 0,-9 3-8 16,-1-2-3-16,-6 1-4 0,3 0-6 0,14-3 11 16,3 0-11-16,-11 5-3 0,-2-1 1 15,-4 1 5-15,17-5-3 0,0 2-10 0,-11 3 16 16,-2 0-19-16,10-3 13 0,-7 1-7 16,-4 2-6-16,-2-1 8 0,2 1 3 0,11-3 2 0,-4 1 3 15,-11-1 2-15,2 3-7 0,15-4-21 16,-8 2 6-16,-8 3-1 0,16-5 13 0,-8 2-2 15,-5 4-3-15,-2-4-18 0,1 3 30 0,2-2-4 16,13 1 2-16,-10-2-7 0,-7 5 2 16,4-5-10-16,-4 3 13 0,2-1-3 0,2 0-15 15,-1-2 15-15,12 1-8 0,-1-1 6 16,2-2-6-16,-1 1 3 0,-2 0 10 0,4-1-12 16,-10 1 4-16,-7 3 6 0,14-5-8 0,3 2 5 15,-4 0-15-15,-3 0 10 0,-10 4 8 16,1-2-8-16,2 1-3 0,-3-2 0 0,3 4 1 0,-3-4-1 15,1 3 14-15,12-5-9 0,-6 2 3 16,-7 1-2-16,17-1 2 0,3-2-3 0,-5 2-4 16,5-1 2-16,-3 3 5 0,-3-3-2 15,3 0-3-15,-7 5 2 0,-9-4 3 0,2 3-7 16,14-4 4-16,-7 5-15 0,-6-3 8 0,16 3 5 16,-12-4 0-16,-3 4 3 0,0 1-6 0,1-3-2 15,-2 1 0-15,-1 1 10 0,4-3 0 16,10 3-7-16,-4-1-6 0,-9 0 16 0,0 1-13 15,0-2 5-15,-1 2 2 0,4-1 3 0,-4-1-5 16,14 0-2-16,-7-1-6 0,-6 2 8 0,16-1-2 16,0-1 2-16,-2 1-6 0,2 0 1 15,-3-2 3-15,4 3 9 0,-4-1-1 0,-7 0-12 16,-6 3 4-16,-1-4 10 0,1 3-8 16,-1-1-3-16,1 0 3 0,-4 1-5 0,2 1 15 15,-1-4-15-15,-1 2 5 0,3 3 13 0,-2-6-8 16,2 5-5-16,-2 0-3 0,1-4 6 0,1 4-1 15,2-2 1-15,15-1-3 0,-11 1 5 16,-5 2-10-16,0-3 10 0,16 1-13 0,-12 2 3 16,-6-4 0-16,2 4 3 0,-1-1 7 0,-2 1-13 15,2-3 3-15,0 1 2 0,1 2 11 16,13-5-16-16,-7 5 11 0,-6 0-8 0,16-4 7 16,-2 2-9-16,-5 2 9 0,4-3-7 0,-6 1 13 15,-4 2-11-15,-1 0 11 0,11-4-3 16,-6 3-5-16,-8 2-2 0,-2-6 4 0,2 4 1 15,0 1-6-15,14-6 16 0,-7 6-21 0,8-5 11 16,-1 1-21-16,-7 2 8 0,10 0 17 16,0-2-4-16,1 1-11 0,-1-2 8 0,-2 5 8 15,2-5-11-15,-12 3-7 0,-5-1 15 0,4 1-2 16,-4 2 2-16,17-5-3 0,-9 4 1 0,6-4-16 16,1 3 11-16,2-4-11 0,1 2 18 0,2 1-5 15,1-2 5-15,0-1-2 0,0 3 2 16,0-3-8-16,-4 0 3 0,1 4-13 0,0-4 21 15,-1 2 0-15,0 2 7 0,1-3-28 16,-1 3 13-16,1-2-5 0,0 2 8 0,-1 1 2 16,1-3-8-16,2 3 3 0,-2-4 3 0,-1 4 2 15,-2-3-2-15,-8 1-1 0,-6 3 3 0,-1-3-5 16,0 2-2-16,1-4-9 0,-1 5 24 0,2-2-23 16,-3-2 2-16,2 2 13 0,13-3-5 15,-7 4-5-15,-10-3 5 0,1 4 3 0,2-2 10 16,0-1-8-16,0 3 2 0,-6-2 1 0,4 3-3 15,-2-4-12-15,-2 4 9 0,-4-3 1 16,0 2 2-16,-3-2-5 0,3 0 0 0,-4 1 2 16,1 1-4-16,0-3 7 0,0 1-2 15,0 2-6-15,0-3-7 0,-1 0 10 0,5 1-8 16,-4-2 5-16,0 4-2 0,-1-4-2 0,4 2 12 16,-6-1 5-16,3 0-15 0,0-1 15 0,-5 4-7 15,2-2-1-15,2-1 1 0,-5 1-11 0,-1 2 3 16,0 0 5-16,-4-2 0 0,4 1-3 15,-3 1 9-15,-1 0-1 0,4-2 0 0,-3 1-5 16,2 1-5-16,-3-1 2 0,1 1 6 0,0-3-1 16,-4 4 1-16,3-3-11 0,1 2 16 15,-4 1-11-15,1-1 6 0,1-2 2 0,2 3-8 16,-3-2 11-16,1 1-16 0,-4 1 14 0,1-1-1 16,2 1-13-16,-2 0 13 0,2 0-2 0,-1 0-8 15,3-3 7-15,-2 6-15 0,2-6 16 16,-3 6-13-16,4-3 10 0,2 0-8 0,-2 2 3 15,0 0 0-15,2 2-8 0,-2-3 10 0,3 2 3 16,-3 1-2-16,2-1-21 0,-2 0 33 0,3 1-2 16,-4-1-1-16,1 1 1 0,0 0-13 15,-2 0 5-15,2-1 2 0,0 3-7 0,-1-2-2 16,-2 1 7-16,2 2 10 0,0-1-13 16,-2-1 6-16,1 1-8 0,-1 2 10 0,0-2 0 15,-2 1-10-15,5 1-8 0,-4-1 8 0,0 2-8 16,1-1 16-16,-2 1-3 0,5 4-8 0,-5-2 8 15,2-1-8-15,-1 2 3 0,0-1 5 16,-4 3 5-16,2-3-2 0,1 4-6 0,-2-5 1 16,0 5 2-16,-3-3 10 0,2 3-5 0,0-1 3 15,1-3-6-15,-1 3-2 0,1 3 8 16,-4-6-3-16,0 3-2 0,1-2-6 0,-4 2-2 16,3 1 18-16,-2-2-5 0,2 2-19 0,-1-1 16 15,2 3-2-15,-4-1 0 0,0-3-3 16,2 8 7-16,-5-8-2 0,4 3 6 0,1 0 1 15,-5 1-19-15,2 0 9 0,2-1-9 0,-2 1 12 16,-2-2-5-16,2 2 10 0,-2-2-20 0,2 2 12 16,-2-2-4-16,-3 1 7 0,5-3-13 15,-2 3 11-15,-1-1 2 0,0 0 3 0,0-4-14 16,1 4 14-16,-1-3-13 0,1 1 15 0,-3-1-5 16,2 3-7-16,0-1-1 0,0-2 1 0,0 1 17 15,-2 4-12-15,2-1-1 0,0 0-2 16,1 0-5-16,3-2 8 0,-4 1-3 0,1 2 5 15,-1 0-8-15,1-1 3 0,2 2 8 16,-3 0-13-16,1 2 7 0,3-1 3 0,-3 4-2 16,2-4 10-16,-2 3-3 0,2-1-15 0,-1 0 5 15,1 0-3-15,0 1 1 0,-2 0-6 16,2-1 13-16,-2-3-7 0,3 3 9 0,-3 0-7 16,2 1 3-16,-2 0-6 0,2-1-4 0,-2-3 17 15,3-1-8-15,-3 5 6 0,2-3-13 0,-2 2 7 16,2-3-2-16,1 0-5 0,0 5 13 0,-3-4-11 15,2 3 1-15,1-2-6 0,-1 2 8 16,-1-1-15-16,1 0 17 0,-2-4 6 0,2 2-8 16,-2-3 3-16,2 1-11 0,2 0 0 0,-5-1 16 15,4-1-11-15,-1 1 3 0,-2-1 3 16,-1-2 2-16,4 1-13 0,-3 0 3 0,2-3 5 16,-2 0 8-16,-1 1 5 0,1-2-8 0,3-1 5 15,-4 1-15-15,-2 2 2 0,5-1 3 16,-6-3 6-16,6 1-12 0,-5 1-1 0,2-2 7 15,0 2-3-15,0 2 3 0,-2-3 3 0,3 2-3 16,-1-1 2-16,-3 1 3 0,3-1-12 16,-2-2 14-16,2 2-12 0,0-2 10 0,0 0-7 15,-3 0-11-15,1-1 5 0,2 0 6 0,-3-2 7 16,3 3-8-16,0-2-2 0,-3 2 5 0,5 1 8 16,-2-1-13-16,0 1 7 0,0 0-4 0,1 0 10 15,-4 0 2-15,6 1-10 0,-6 0 5 16,4 1-13-16,-1-3 11 0,1 3 2 0,0-3 0 15,-1 2-8-15,3 3-2 0,-5-4 3 0,5 1 7 16,-3 4-3-16,1-3 9 0,0 3-14 0,0-2 3 16,2 3 5-16,1 1-7 0,-1 2 2 15,-2-3-3-15,3 2 8 0,0-2-5 0,-1 1 0 16,-2-3-5-16,2 1 0 0,-1 2 15 16,1-4-17-16,-2 1 17 0,-1-5-18 0,3 3 8 15,-5-1 8-15,2 2-11 0,0-3-20 0,1-1-41 16,-4 1-77-16,-4 1-330 0,1 2-332 0,-7 0 91 15,-8-1 67-15,-2-3 95 0,-10-2 25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5:07:46.1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13060 7417 747 0,'3'-6'235'16,"-3"6"-14"-16,0 0-53 0,4-3 7 0,-4 3-14 15,11 0-5-15,-11 0-18 0,10-4-23 16,-1 4-5-16,2 0-17 0,-1-1-1 0,0 1-8 16,5 0-15-16,1 0 3 0,1-2 0 0,3 1-11 15,1 1-7-15,3-1-11 0,0-2 11 0,1 0-23 16,1 2 12-16,2 0-71 0,2-4-13 15,-2 4-2-15,3-1 22 0,-1-2 3 0,-2 3 6 16,0-2 6-16,2-1-14 0,1 1 81 16,0 2-9-16,-1-5-6 0,1 5 5 0,0-2-8 15,0-1-12-15,-1 1 10 0,1 2-10 0,-3-5 5 16,2 4-8-16,1-3-3 0,0 2 3 0,0 2-2 16,0-3 2-16,3 1-12 0,-4-1-11 15,4 1 18-15,-3 2-5 0,0-5-11 0,-3 5 6 16,5-2-3-16,-2 0 3 0,-3 0 15 0,3 2-12 15,-1-5-14-15,1 4 16 0,-4 1-8 0,1-4 3 16,0 4 0-16,2-1-10 0,-7 1 7 16,1-2-13-16,1 2 3 0,-1-1 5 0,-1 1 3 15,1 0-11-15,0-4 16 0,4 4-15 16,-1-1 4-16,0-3 9 0,1 2-1 0,-2-1-10 16,2 1 7-16,3 1-7 0,-1-4 23 0,-2 4-25 15,3-4 22-15,6-1-7 0,-6 4-5 0,0-1-6 16,-1 0 4-16,1 2-1 0,0-3 7 0,-3 2 1 15,2-1-15-15,1 1 12 0,-4 2-8 16,4-4 4-16,-3 3 1 0,2 0-12 0,-2-2 10 16,-1 2-12-16,4-3-4 0,-3 4 29 0,-1-2-25 15,1 3 7-15,2-6-3 0,-3 5 16 16,-3 0-5-16,3-1-6 0,1-2 6 0,2 3-6 16,-5 0 6-16,5-1 0 0,-5-1-3 0,5 2-3 15,-6 1 9-15,6 0-17 0,-2 0 19 16,3 0-10-16,2 0-1 0,-2-2 4 0,0 2-4 15,-3 2 11-15,3-2-28 0,2 0 15 0,-2 0 5 16,0 0 5-16,0 1 3 0,-1-1 5 0,1 0-8 16,0 3-8-16,0-3 4 0,3 2 9 15,-3-2 3-15,4 0 0 0,-1 0 0 0,0 0-3 16,0 0-5-16,3 0-2 0,4 1-3 0,-2 0 0 16,4-1 10-16,-2 4-7 0,1-3-10 15,-1 0 4-15,-1-1 8 0,2 1-7 0,-1 0 0 16,-7 1-65-16,6 1 3 0,-5-2 5 0,0-1 14 15,2 1 4-15,-3-1-5 0,3 2-3 0,-3-2 6 16,0 1-3-16,2 2 15 0,-2-1 6 16,3-2-11-16,1 0 23 0,2 2-10 0,2-2 6 15,-1 4 7-15,3-2-13 0,0-2 10 16,-3 0 5-16,4 2-2 0,-1 0 0 0,1 1-3 16,-1-3-2-16,-3 1 0 0,1-1 18 0,-8 1-11 15,0 1-2-15,-3-2 2 0,2 0 6 0,-5 0-8 16,-1 0 2-16,-6 0-2 0,2 0 8 0,-5 1-8 15,-2-1 10-15,-1 0 2 0,-2 0 1 16,-2 3-10-16,-1-3 7 0,0 0-13 0,-10 0-12 16,14 0-37-16,-8-3-40 0,-6 3-72 0,4 3-156 15,-4-3-415-15,0 0 100 0,0 0 28 16,0 0 57-16</inkml:trace>
  <inkml:trace contextRef="#ctx0" brushRef="#br0" timeOffset="6116.07">19712 8308 506 0,'-3'-7'249'0,"3"7"-29"16,0 0-15-16,0 0-24 0,0 0 4 0,0 0-29 15,0 0-13-15,0 0-15 0,0 0-15 0,0 0-14 16,0 0 4-16,0 0-29 0,0 0 0 16,0 0 3-16,0 0 8 0,0 0-14 0,0 0-12 15,0 0-3-15,7 17 1 0,-1-14-6 0,-6-3-8 16,8 5-14-16,-2-5 19 0,-2 5-4 15,3-3-6-15,-1 0-56 0,2 0-7 0,2 2 2 16,0-2 0-16,4 1 20 0,-1 0-2 0,1-2-3 16,3 0 1-16,4 5 4 0,-2-5-2 15,2 1-3-15,3 0 8 0,-2 2-15 0,1-2 20 16,7-2-3-16,-2 1 1 0,2 1 7 16,-2 1-20-16,3-2 15 0,0-1-2 0,2 1-3 15,-2 1-3-15,-3 1 6 0,3-1 2 0,-1-2 5 16,1 2-2-16,-3-1-11 0,2 3-10 0,-2-3 13 15,2 1 6-15,-5-2-1 0,2 0-5 0,4 1-3 16,-8 1 1-16,4 1 7 0,1-2 0 16,3-1-5-16,-1 0 5 0,1 0 5 0,0 0-10 15,0 0 3-15,0 1-8 0,3-2 25 16,0 1-15-16,-3 0-5 0,3 0 0 0,-2 0 5 16,2 0 0-16,-4 0-5 0,1 0 6 0,0 1-1 15,0-1 5-15,-1 0-5 0,-6 0-5 0,3 0 8 16,0 0-16-16,-2-1 16 0,-1 1-8 15,3 0 12-15,-1 0 22 0,-1 0-27 0,-1 0 63 16,7-1-1-16,-4 1-8 0,0-3 1 0,1 3-14 16,3-2-2-16,-1 1 3 0,1 1-16 0,-3 0 3 15,3 0 0-15,-1 0-3 0,1 0-2 16,-5 0-11-16,2 0 8 0,3 0-7 0,0 1-11 16,2-1 0-16,-2 2 1 0,0-2 12 0,0 3-5 15,0-3-6-15,0 1-1 0,3-1-6 16,-3 0-5-16,-4 0 2 0,4 0 3 0,-1 1-10 15,1-1 10-15,-3 2-2 0,2 1 2 0,-2-2 3 16,-1 0-3-16,-2-1 13 0,5 0-10 0,1 2-11 16,0-1 13-16,-1 3-15 0,-2-3 3 15,3 1 7-15,0-2-10 0,2 0 10 0,-2 1-8 16,0 1 6-16,0 1-1 0,0-2 3 0,3-1 6 16,-3 1-9-16,2-1 1 0,-2 5-3 0,5-4-11 15,-4 0 17-15,2-1-4 0,-3 2 3 16,4 0-7-16,-1 1-3 0,-3-2-6 0,3 1 6 15,0-2 10-15,1 1 3 0,-1-1 2 16,6 2-15-16,-5 2-3 0,3-4 1 0,-4 0 9 16,7 0-2-16,3 1 5 0,-3-1 3 0,0 0-5 15,1 0 4-15,1 0 1 0,-2 0 2 0,1 0-12 16,-1-1 7-16,-1 1-5 0,5 0-3 0,-7 0 6 16,5 0 2-16,-1-1 8 0,-1 1-13 15,1-3-5-15,1 1-1 0,-2 2 6 0,1-1-7 16,-1 2 9-16,3-2-7 0,-2 1 10 0,-2 0 0 15,4 0-10-15,-2 0 10 0,2 0-5 16,1-2-2-16,-4 1-3 0,3 1 5 0,1-3 7 16,-5 2-7-16,2 0 0 0,-1-1-2 0,-4 2 15 15,3 0-6-15,-5 0 1 0,-3-1 2 0,2 1 1 16,-1 0-14-16,0 0-5 0,-1 0-4 16,-4 0 12-16,1 0-3 0,-7 1 3 0,5-1 3 15,-3 0-1-15,0 0-7 0,-3 0 13 0,2 0 2 16,-5 2-10-16,-2-2-5 0,-1 0 2 0,1 0 3 15,-2 1 0-15,-4-1 8 0,1 0 0 16,-1 0-6-16,-10 0-17 0,16 0-47 0,-11-3-130 16,2 3-624-16,-1 0 33 0,-6 0 109 0,0 0 63 15,0-8 76-15</inkml:trace>
  <inkml:trace contextRef="#ctx0" brushRef="#br0" timeOffset="-60271.39">7761 8343 394 0,'0'0'133'16,"-3"-6"-8"-16,3 6-22 0,0 0-1 0,0 0 6 15,0 0-9-15,0 0-9 0,0 0 0 16,0 0-16-16,0 0-10 0,0 0-8 0,-3-4 5 15,3 4-9-15,0 0-11 0,0 0 92 0,0 0-8 16,0 0 1-16,0 0-6 0,0 0-10 16,17 0-10-16,-17 0 2 0,13 2-12 0,-13-2 4 15,14 1-19-15,-7-1-1 0,3 1-8 0,0-1 4 16,4 0-19-16,0 3 10 0,3-3-4 16,-4 1-9-16,5-1 6 0,-2 2-18 0,2-2 7 15,2 0 1-15,1 0-8 0,0 0-3 0,-2 0-2 16,2 0-8-16,3 0 5 0,-4 0-10 15,-2-2 5-15,6 2 5 0,-4-1-2 0,1 1-85 16,3-3 20-16,0 3 3 0,-1-1 3 0,1 1-8 16,0-1 16-16,-2 1-1 0,5-2 16 15,-4 2-6-15,4 0-7 0,-5 0 16 0,2 0-4 16,-1-1 1-16,1 0 3 0,3 1-4 0,-3-3-2 16,0 3 11-16,-3-2 4 0,2 2-9 0,2-1 2 15,-1 1 10-15,-1-1-13 0,1 1 11 16,0-3-19-16,1 1 19 0,2 2-6 0,-4-1 16 15,4 1-13-15,-2 0-5 0,-1 0 10 16,3 0-7-16,-3 0 9 0,-3 0 3 0,6 0-15 16,-3 0 18-16,0 0-8 0,-1-2-5 0,1 1 8 15,0 1-11-15,1-4-7 0,-1 3 10 0,6-1 5 16,-3 0-2-16,-3-1 66 0,4 1-5 16,-1 1-13-16,-3-3-15 0,4 1 18 0,-1 3-8 15,-4-3-10-15,1-1 5 0,1 0 2 0,-1 0-15 16,-4 1 13-16,4 2-18 0,0-5-5 0,0 4 0 15,2-4-5-15,-1 3 5 0,-4-3 5 16,6 5 0-16,0-5-8 0,-4 3-5 0,5-2 3 16,-1 1-5-16,-2-2 7 0,5 4 6 0,-2-4-6 15,-1 3-17-15,1-4 9 0,-1 6 1 16,1-5 5-16,-2 5-8 0,2-5 8 0,-1 5 5 16,-2-2-26-16,5-2 10 0,-3 3 1 0,-2 1-8 15,1-3 5-15,1 2-5 0,-2 1 7 0,5 0 3 16,-2-4-7-16,-1 4 15 0,1-1-8 15,3-3-5-15,-4 4-8 0,4-1 11 0,-3 1-3 16,2 0 15-16,-2-2-7 0,1 1-8 0,-1 1 7 16,2 1 1-16,-2-1-5 0,0-2-6 15,-1 1-2-15,0 1 8 0,-2 1 4 0,5-2-9 16,-2 1 4-16,-2-3 3 0,-1 4-2 16,2-3-16-16,4 3 5 0,-7-2 8 0,3-3 0 15,1 4-69-15,-1-3 0 0,0 1 21 0,3 3-1 16,-2-7 8-16,0 6-13 0,2-1 13 0,-3-3 8 15,1 3-3-15,-1 0 11 0,1-3-1 0,-1 4 29 16,1-2-11-16,2-1-13 0,-3 1 6 16,0 1-11-16,1-1 8 0,3 1 3 0,-4 1 2 15,1 0 16-15,2-4-13 0,-2 4 2 0,0 1 5 16,2-3-7-16,-3-1 2 0,1 1-4 16,-2 2 12-16,-1 0-8 0,-1-2 5 0,3 1 6 15,-3 1-3-15,4-5-10 0,-5 5 0 0,4 1 2 16,-2-3-2-16,2-1 35 0,0 1-22 15,1 1-8-15,-5-3 5 0,5 4-13 0,-4 0 10 16,0-4 3-16,0 4-5 0,-1 1 8 0,1-3 12 16,0-1-12-16,1 3-1 0,-1-1-4 0,2 0-1 15,2-3 1-15,-1 4 4 0,1-3 1 0,-1 1-3 16,1 1 7-16,-1-3-14 0,0 2 2 16,1 2-3-16,-2-5 8 0,-1 5 5 0,2-5 0 15,-3 5-10-15,1-2 13 0,2-2 2 0,-4 3-13 16,-2 0 1-16,3-3-3 0,0 4 7 15,-4-3-2-15,1 1 5 0,0 3-15 0,2-3 18 16,-2-1-13-16,-1 1 15 0,0 2-2 0,1-3-6 16,0 2 6-16,-1 1-18 0,1 0 20 15,-1-4-5-15,0 4-5 0,-2 1-13 0,3-3 8 16,-4-1-5-16,3 3 20 0,0-1-10 0,-2 0 5 16,2-1 5-16,0 3 3 0,-2-3 0 0,3 2-10 15,-2-2 17-15,2 0-15 0,0 3 0 16,-1-2-2-16,1 1 7 0,-4-3-5 0,6 4-7 15,-5-3 7-15,-1 3-5 0,3-1 0 0,1-3 5 16,-7 4-10-16,3 0 10 0,-3-2-3 0,3 1 9 16,-4 0-11-16,2 1 23 0,1-5-13 15,-3 5-8-15,1-1 4 0,-1 1 1 0,-2 0-7 16,0-2 11-16,1 2-6 0,-1-1 0 0,-4 1 8 16,-7 0-11-16,18 0-2 0,-8-4 5 15,-10 4-7-15,13 4 4 0,-6-4 6 0,-7 0 5 16,14 0 5-16,-8 1-29 0,-6-1-12 0,0 0-18 15,14 2-43-15,-10-2-18 0,-1 1-67 0,-3-1-110 16,10 5-471-16,-7-3 71 0,2 0 37 16,-5-2 89-16</inkml:trace>
  <inkml:trace contextRef="#ctx0" brushRef="#br0" timeOffset="-57888.71">16841 8426 401 0,'0'0'162'0,"0"0"-24"16,0 0-5-16,0 0 5 0,0 0-28 0,0 0-10 15,0 0 0-15,0 0 0 0,24-7-3 0,-17 6-7 16,-1 1 68-16,-6 0-12 0,18-6-10 0,-8 4-16 15,0 0-7-15,4-3-13 0,-1 3-11 16,2 1 3-16,1-5-12 0,2 5-6 0,1-5 8 16,-1 2-23-16,3-1-6 0,-1 2-68 15,0-1 2-15,1 1-2 0,-1-4 0 0,1 4 7 16,0-4 10-16,2 5 1 0,1-4-23 16,-3 3 22-16,3-4 1 0,-4 5 4 0,1-4-12 15,3 2 5-15,-1 1 16 0,1-4-14 0,1 4 6 16,2-4 12-16,-3 5-9 0,1-4 9 0,1 0 1 15,1 2-9-15,1-3 11 0,-1 6-10 0,1-6 15 16,2 4 6-16,-2-2-29 0,0 1 13 16,2-2 0-16,-2 2 5 0,2 1-6 0,-3-3-17 15,3 2 13-15,-5 3 5 0,2-5-2 16,-3 5-4-16,1 0-4 0,-6-4 2 0,5 4-15 16,-3 1 85-16,3-2-19 0,-4 1 0 0,1-3-7 15,-4 3 0-15,4-1-3 0,-1 1-13 0,0 0-7 16,-2-4-3-16,3 5 3 0,-5-2 0 15,5-1-3-15,0 0-8 0,-4 3 1 0,6-3-11 16,-2-1 3-16,-1 1 13 0,4 3-14 0,-3-2 4 16,2-3-6-16,-2 4-5 0,3 1-8 15,-3-4 9-15,-1 2 9 0,1 1-5 0,0 1-2 16,-5 0 0-16,2-2-1 0,-1 2 1 0,0-1 2 16,-1 1-15-16,-1-4 10 0,-2 4 0 15,4 0 3-15,-3-1-8 0,0 1 5 0,-1-2 0 16,-3 2 0-16,4 0-2 0,-1-1-1 0,-1 1 4 15,-2-1 6-15,3-2-4 0,-2 3-5 0,-1 0-3 16,0 0 2-16,0-2 6 0,3 2-6 16,-2 0-2-16,-1 0 3 0,0 0-8 0,1 0 7 15,2 0-2-15,-3 0-5 0,1 0 8 0,2 0-3 16,-2-1 0-16,3 1-3 0,-1 0 6 0,-2-1 2 16,2 1-5-16,1-3-3 0,-1 3 1 15,-3-2-6-15,1 2 6 0,-1 0 9 0,0 0-14 16,1 0 12-16,-1 0-3 0,0 0-7 0,1 0 5 15,-4 2 3-15,-7-2-1 0,20 3-7 16,-10-2 8-16,-3-1-11 0,3 0 0 0,1 1 11 16,-1 1-1-16,0 1-9 0,1-1-3 0,-2 0 17 15,5-1-9-15,-4 4 12 0,1-3-8 0,-1 1 4 16,4 1-6-16,-4-1 0 0,1 2-3 16,2-2-10-16,-3 2 11 0,4-2 12 0,-4 3-10 15,1-5 0-15,2 6 5 0,-3-4-8 0,1 4-4 16,2-6 22-16,-3 5-17 0,4-3-4 15,-4 2 4-15,1 2 7 0,-1-4 0 0,0 3-2 16,1-4-3-16,-4 3 5 0,5-1 5 0,-5-2-5 16,4 4-20-16,-1-6 17 0,-3 6-9 15,4-5-1-15,-2 2 5 0,-2 0 9 0,4-1-1 16,-4 0 0-16,3 0 0 0,4 2 0 0,-4-2-2 16,0-1-1-16,1 4-12 0,-1-4 18 15,0 0 2-15,4 4-18 0,-4-3 13 0,3 0 6 0,-2 0-6 16,-1 4 2-16,4-6 6 0,-7 1-8 15,6 4 8-15,-2-4-5 0,-1-1-1 0,-1 1-22 16,-2 1-44-16,1-2-51 0,2 4-46 16,-4-3-113-16,1 1-519 0,1 3 38 0,-2-2 110 15,-2 0 56-15,2 1 49 0</inkml:trace>
  <inkml:trace contextRef="#ctx0" brushRef="#br0" timeOffset="-43073.58">20266 1296 660 0,'-9'-8'264'0,"5"-2"-19"15,-3 3 68-15,0 2-42 0,3 0-15 0,-2 1-18 16,3 0-41-16,-1 1-10 0,4 3-18 16,-11-4-8-16,11 4-25 0,-10 7-6 0,1 1-17 15,-2 4-70-15,-3 6-17 0,-3 4 0 16,4 4-14-16,-8 11 9 0,4-3-13 0,6-3 2 15,1-1-5-15,0 4 8 0,0-1-6 0,6-2 6 16,1-4 0-16,3 0 2 0,0 0-4 0,3-1-6 16,1-2 2-16,6-1-19 0,-3-1 24 15,3-4-4-15,4 1-3 0,-1-5-2 0,2 0 2 16,1-4 3-16,-1-3-6 0,4-2 8 0,-4 1-5 16,1-6-2-16,2 0 2 0,-2 0 3 0,-2-3-3 15,0 0 0-15,0-1 8 0,-1 2 2 16,-3-1-10-16,1 0 13 0,-4 2-20 0,2-1-3 15,-2-1-6-15,-7 3-4 0,14 0 10 0,-14 0 0 16,10 6-6-16,-6-3 19 0,0 1-8 16,3 2 10-16,-1 2-12 0,-3-3-3 0,4 4 0 15,1-1-3-15,1-2-2 0,-2 1 7 0,3-1 6 16,4 0-8-16,-4 0-3 0,5-4 8 16,-2 3 0-16,0-4 5 0,4 0 3 0,-2-2-13 15,1-1 2-15,-1-3 6 0,1-1-6 0,1-1 18 16,-6-2-2-16,5-1-8 0,-5-1-10 0,-1-2 5 15,-3 0 3-15,-4-3-1 0,1 0-4 16,-1-2 9-16,-3 0 6 0,-3 1-5 0,-4 1-6 16,0-1 6-16,0 3-8 0,0 0 5 0,-4 1 3 15,2 3 5-15,-4-1-13 0,-2 6 10 0,5 2 3 16,-4 0-3-16,-2 1-2 0,4 2-3 16,-4 3-13-16,6-1 16 0,-1 1-16 0,1 2-2 15,1-1 2-15,1 1 11 0,4 0-11 16,-2-2-5-16,6 4 13 0,0-7 3 0,3 8-8 15,1-5 7-15,7-1 19 0,2 0-26 0,4-4 5 16,3 0-8-16,4-4 18 0,10-2-5 0,0-1-5 16,14-5-2-16,-3-3 15 0,6 1-16 0,1-1 3 15,-5-1-3-15,2 0 9 0,-5 1-4 16,-7 3 1-16,-6 3-1 0,-7 1-7 0,-3 0 10 16,-2 2 0-16,-4 1-2 0,-2-1 2 0,1 1 5 15,-4 2-15-15,0 0 18 0,-2 0-13 16,-2 0 8-16,-3 4 2 0,-3 1 0 0,0 0-2 15,0 0 2-15,0 0 3 0,0 0-11 0,-20 10 6 16,10-1 0-16,0 2 5 0,-4 0-24 0,4 1 16 16,-4 3 1-16,3 0-12 0,2 1 4 15,-2-3 2-15,4 1-5 0,1 1-3 0,-1-1 11 16,4-3 4-16,3-1-7 0,0 0-2 0,0-2-11 16,6 1 21-16,-2-4-8 0,6-1-3 0,4-1 6 15,-1-3-3-15,1-3 2 0,3-1-9 16,3-3 12-16,-3-1 7 0,4-2-9 0,-3-2 0 15,1-2-3-15,-4-2 5 0,-5 0-10 0,4-4 10 16,-8 0-5-16,1-3 0 0,-4-1 0 16,1-1 0-16,-5 0 7 0,-2-2-9 0,-3 1 7 15,2 1-5-15,-2 1 13 0,-2 1-11 0,1 3 19 16,-2-2-3-16,5 7-16 0,-3 0 16 16,0 0-5-16,4 7-5 0,-1-3-11 0,-2 5 3 15,2 2 3-15,-3 3-6 0,7 1 11 0,0 0 17 16,-10 12-22-16,6-2-1 0,1 3-9 0,0 3 7 15,3 0-10-15,0 3 4 0,0 0 12 16,6 6-14-16,-2-2 5 0,3-1 3 0,7 4-7 16,-4-4 7-16,0-1 12 0,7 1-4 0,0-1-8 15,-3-3 3-15,4-1 2 0,1-3-10 0,-1 0 7 16,1-4-4-16,2-1 2 0,-3-2-3 16,-1-3-7-16,3 1 18 0,-3-3-26 0,1-2 10 15,-5-1 8-15,4-3-8 0,-3 0 3 16,0-2-3-16,-1-2 11 0,-2-1-11 0,-4 2 1 15,2 1 9-15,-2-1-7 0,1 1 13 0,-5 0-11 16,3 3 8-16,-2-1-2 0,-1 0-21 0,-3 4 8 16,0 0-3-16,0 0-2 0,0 0 2 0,11 8 8 15,-11-2 2-15,0 2-5 0,0-1 3 0,3 2 10 16,-3-2-12-16,0 3-6 0,4-1-13 16,-1 1-35-16,0-1-16 0,0 0-35 0,1-2-65 15,3 1-92-15,0-2-253 0,3-2-200 0,0-3 54 16,-2-2 56-16,2-3 62 0</inkml:trace>
  <inkml:trace contextRef="#ctx0" brushRef="#br0" timeOffset="-42940.18">21627 1228 240 0,'0'8'-2'0,"0"2"-55"0</inkml:trace>
  <inkml:trace contextRef="#ctx0" brushRef="#br0" timeOffset="-42290.42">21784 1689 647 0,'0'9'205'15,"3"-1"-11"-15,-3-1 6 0,4-3-8 0,-4 0-5 16,1 2-85-16,-1-1 24 0,0-5-3 15,0 7 22-15,0-7 76 0,3 5-22 0,-3-5-9 16,0 0-29-16,0 0-2 0,0 0-26 0,-8-21-16 16,5 12-19-16,3-2-4 0,0 0-1 15,-3 0-27-15,2-1 3 0,1 1-12 0,-3 1 1 16,3 1-6-16,0 2-9 0,0 0-15 0,0 2-10 16,0-1 8-16,0 6-3 0,0-6-3 0,0 6-2 15,7-1-7-15,-7 1 1 0,0 0-1 16,0 0-1-16,20 6-3 0,-13-5 14 0,0 1-3 15,1 1-10-15,1-2 15 0,-2-1-16 0,4 1 4 16,-1-1 9-16,0-2-15 0,4 0 3 16,-1-2 5-16,2-1-6 0,-2-2 3 0,0 1-2 15,1-3 0-15,0-1 2 0,0 0 3 0,-4-1-3 16,4-2 5-16,-7 2-12 0,2-3 0 16,-2 0 7-16,1 0-10 0,-2 2 0 0,-2 1 2 15,2 2 4-15,-2 0-4 0,-1 0-17 0,0 5 2 16,1 0-8-16,-4 4 19 0,0 0-1 0,0 0-2 15,10 19 8-15,-6-5 7 0,-1 8-20 16,4 3 12-16,0 8 3 0,3 15-2 0,0 5-13 16,4-3 7-16,-1 1 3 0,1 4 5 0,-3-1-15 15,5-1 15-15,-2 0-7 0,0-1 4 16,0-4 3-16,-1-1-7 0,-2-10 4 0,-4-6 1 16,-1-1 5-16,-2-5-3 0,2-3-5 0,-3-4 20 15,-2-1 34-15,-1-3-16 0,0-3 1 0,-4-3-6 16,1-3 0-16,-4-4-7 0,7-1 10 0,-21-7-21 15,8-3 29-15,-4-4-16 0,-3-5-74 16,2 0 2-16,1-4 13 0,-3-1 1 0,2-1-4 16,2 0 14-16,2 0 2 0,4-1 3 15,0 4 12-15,2 0-10 0,2 0 3 0,2 1-8 16,1 3 3-16,3-1-6 0,3 0 21 0,0 2-2 16,1 0-6-16,3 1-15 0,0 2-8 0,0 2-12 15,2-1-34-15,-1 5-18 0,2 1-38 16,0 1-54-16,-3 2-74 0,0 2-2 0,0 2-62 15,-7 0-441-15,6 5 93 0,-9 0 51 0,3-5 54 16</inkml:trace>
  <inkml:trace contextRef="#ctx0" brushRef="#br0" timeOffset="-41940.7">20464 2667 967 0,'-6'3'256'0,"6"-3"-8"16,0 0-25-16,0 0-23 0,20-7-8 0,-6-2-26 16,10 1 62-16,7-5-23 0,20-6-3 15,17-7-105-15,11-2-2 0,3-5-6 0,13 1-14 16,1 0-6-16,4-4 10 0,2 0-5 15,4 1-30-15,0 0-6 0,0 2 11 0,4 3-8 16,-5 0 0-16,-2 4-8 0,-11 1-10 0,-7 1 10 16,-19 9-4-16,-5-2-9 0,-7 4 8 0,-12 1-10 15,-8 4 13-15,-9 0-24 0,-2 1 11 16,-3 3 0-16,-6-2 0 0,3 3 0 0,-4-1-3 16,-1 1-4-16,-3 1-14 0,1-1-12 0,-2 1-26 15,-1 0-44-15,2-1-81 0,-5 0-131 0,3 1-525 16,0-1 106-16,0-2 63 0,2-2 44 15,3-1 61-15</inkml:trace>
  <inkml:trace contextRef="#ctx0" brushRef="#br0" timeOffset="-41456.57">23398 1636 849 0,'0'0'310'16,"7"-11"-28"-16,-4 7-34 0,3 0-23 0,5 0-15 15,2-3-31-15,2-1-10 0,2 2-18 16,7-4-13-16,0 1-22 0,2 0-4 0,1 1-12 16,-2 0-15-16,6-2-4 0,-1 3-9 0,-5-3 0 15,2 5-16-15,-3-3-10 0,-1 1-13 0,-2 2-2 16,-3 0-15-16,-2 0 1 0,-2 1-24 15,-4 0-11-15,-3-1-31 0,0 2-10 0,-3-3 3 16,-4 2 0-16,0 4 15 0,-8-10 13 0,1 4-1 16,-3 0 22-16,-3 1-3 0,2 0 17 0,-3 0 1 15,1 2 10-15,3-1 0 0,-4 1 2 16,4 0-7-16,3-1 0 0,-3 1 7 16,3 1 3-16,0-1 3 0,7 3-16 0,-10-3 3 0,10 3-11 15,-7-3-2-15,7 3 18 0,0 0-5 16,0 0 10-16,0 0-15 0,0 0 10 0,17 9 2 15,-7-5 1-15,7 2 4 0,0-1-4 0,4 2-1 16,0 2 6-16,2-2-3 0,-2 4 3 0,0-3-16 16,0 1 3-16,-5 2 2 0,1-1-2 0,-6 0 10 15,2 3-8-15,-5-1-7 0,-5 1 5 16,0 3-6-16,-3 2-9 0,-6 0-6 0,-5 2-46 16,0 4-46-16,-6 0-79 0,-3 0-187 0,1-1-389 15,-13 7 59-15,7-8 87 0,1-7 46 0</inkml:trace>
  <inkml:trace contextRef="#ctx0" brushRef="#br0" timeOffset="-39906.99">25227 1414 770 0,'-10'-8'338'15,"-1"2"-115"-15,1 1-8 0,3-1-21 0,0 3-2 16,0 0-10-16,0 1-26 0,1 1-15 16,6 1-8-16,-12 1-23 0,0 1-8 0,2 4 1 15,0 3-29-15,-1 4 5 0,-2 3-7 0,2 3 0 16,-3 6-11-16,6-1-2 0,-4 2-8 15,5-1-7-15,3 0-14 0,-2 0 9 0,3 0-11 16,3-2-8-16,3-4 1 0,0 1 4 0,1 2-7 16,2-2-23-16,1-1 26 0,4-6-8 15,-1 0-13-15,0-3 2 0,7-2 8 16,-4-1-15-16,5-4-20 0,-5 0 22 0,5-3-5 0,-5-1-2 16,4-3 8-16,-3 0-4 0,0-2 12 15,-1-2-14-15,1 0 16 0,-4 1-3 0,-3-1 0 16,4 1 5-16,-3 1 11 0,-3 2-11 0,-2-2-5 15,1 4-5-15,3-2 0 0,-3 3 2 0,2-1 4 16,-6 2 1-16,7 4-9 0,-1-1-3 16,-2 0 10-16,3 2-8 0,0-1-7 0,0 0 30 15,2 2-25-15,2-1 0 0,-1 1 0 0,-3-3 8 16,7 0-9-16,-4-1 6 0,0 0 3 0,1 0-8 16,-4-2 10-16,3 0 0 0,0-2 5 0,-3 0-10 15,0 0 5-15,-1-1-2 0,-2-2 2 16,0-1-5-16,-1-1 8 0,-6 1-6 0,3-4 9 15,-5-1-11-15,-4 3 5 0,-1-5 0 0,-1 1 0 16,1 1 10-16,-3 1 1 0,0 0-1 0,-2 1-5 16,4 0 16-16,-2 2-13 0,3 1-1 15,-1 0 1-15,5 0 0 0,-1 2-5 0,0 0-16 16,0 0 6-16,3 2 2 0,4 2-11 0,-6-4 4 16,6 4 27-16,0 0-10 0,14-7-15 15,-4 4 10-15,7-1 8 0,3-1-18 0,5-3 18 16,8-1-3-16,1-3-7 0,12-3 4 0,1-1 4 15,4 0 1-15,-3-2-9 0,0 2 5 0,-4 0-14 16,-6 3 9-16,-7 2-13 0,-7 4 10 0,0-2-8 16,-4 3-5-16,-6-1 13 0,3 4 5 15,-7-1 3-15,0 1-3 0,-2 0 3 0,-2 0-13 16,-6 3 10-16,0 0-5 0,0 0 0 0,0 0 5 16,-7 18-10-16,-6-8-3 0,3 1 6 15,-1 6 4-15,-3-3-7 0,1 4 5 0,-1 0 10 16,1 0-17-16,2-1-1 0,1 1 8 0,3-2 3 15,1-2-6-15,2 1-7 0,0-1-6 0,1-3 11 16,6-1-2-16,1 1-6 0,0-4 15 16,2 0-20-16,1-3 18 0,3-2-2 0,4-3-16 15,-1-2 15-15,2-3-4 0,1-1-1 0,5-3 0 16,-2-4 1-16,-4-1-9 0,2-3 24 16,-3-4-16-16,-4 1 8 0,1-3-5 0,-5-1-5 15,-1-4 0-15,-3 0 7 0,-2-1-7 0,0-5 2 16,-2 2 6-16,-3-2-11 0,-1 3 31 0,-1 1-8 15,2 1 5-15,-1 6 11 0,1 2-6 0,0 4 6 16,0 1 7-16,0 4-17 0,1 1-1 0,1 7-7 16,-1 2-3-16,4 3 3 0,0 0 2 15,0 0 8-15,-10 14-13 0,7-3 2 0,3 2 1 16,0 0-5-16,0 5 2 0,3 0 3 0,1 2-1 16,-1 2-2-16,4 2-2 0,3-2-3 0,-3 1 2 15,3 4 9-15,1-5-9 0,5 1 3 16,-1 0-10-16,1-1 10 0,0-4 3 0,-1 0-5 15,-1-1 7-15,3-2-10 0,-3-1-3 0,3-3 6 16,-3-1-6-16,2-2 6 0,-1-2 10 16,1-5-16-16,2 1 13 0,-2-4 1 0,5 0-1 15,-4-4-13-15,6-5 19 0,-5 1-14 0,2-4 24 16,-2-1-26-16,-5 0 5 0,1 0-3 16,-4 2 1-16,1 0 5 0,-5 1 10 0,-2 2-24 15,-1 0 22-15,2 1-14 0,-5 1 1 0,0 2-6 16,-2 0 8-16,-1 2 6 0,3 4-11 0,-13-3-5 15,13 3 25-15,-15 6-15 0,5-1-5 0,0 3-10 16,0 3 5-16,0 1 0 0,-1 1-3 0,6 1 0 16,-3-1 16-16,5 4-5 0,-1 0 2 15,4-1-13-15,0-2 13 0,0 2-20 0,4-1 17 16,2 0-2-16,4 0-10 0,1 2 15 0,2-4-5 16,5-1 8-16,1 0 7 0,2-2-22 15,0 0-4-15,-1-3-14 0,1-1-11 0,-3-1-28 16,4-1-21-16,-4 0-30 0,0-2-46 0,-2 1-46 15,-1-3-95-15,-2 0-218 0,4 0-209 16,-3-3 89-16,-1 1 38 0,1-3 67 0</inkml:trace>
  <inkml:trace contextRef="#ctx0" brushRef="#br0" timeOffset="-39391.36">27387 1038 862 0,'0'0'325'0,"0"-6"-43"0,0 6-42 16,0-6-25-16,0 6-20 0,0 0-13 0,0-5-13 15,0 5-26-15,0 0-13 0,0 0-12 0,0 0-13 16,0 0-13-16,0 23-12 0,3-14 4 0,-3 2 3 16,3 2-2-16,1-1-80 0,-3 4 8 15,2 0-16-15,-3 1 16 0,5-2 10 0,-3 2-13 16,1-2-7-16,0 1 9 0,1 0 1 0,-1-1-8 16,0-2 11-16,1-1-19 0,-3 0 16 0,2-1 5 15,0-2 2-15,0 0-9 0,-1 0-6 16,-1-3 2-16,0 1 16 0,2-1-5 0,-3-1 62 15,3 2-1-15,-3-3-15 0,0-4 10 0,3 8 13 16,-3-5-5-16,0-3-28 0,1 5 5 0,-1-5-8 16,0 0-2-16,0 0 2 0,3 5-8 15,-3-5-9-15,0 0-6 0,0 0 5 0,0 0 0 16,0 0-12-16,0 0-1 0,0 0-12 0,0 0 10 16,0 0 0-16,0 0 0 0,0 0-8 15,0 0 0-15,0 0-7 0,0 0-13 0,0 0 2 16,0 0-43-16,0 0-8 0,0 0-28 0,0 0-44 15,0 0-45-15,0 0-16 0,0 0-31 16,0 0-61-16,0 0-141 0,-3 3-346 0,3-3 96 16,0 5 63-16,0-5 51 0</inkml:trace>
  <inkml:trace contextRef="#ctx0" brushRef="#br0" timeOffset="-38124.46">27317 1396 675 0,'0'-8'254'0,"2"-2"-39"16,1 1 0-16,0-5-8 0,4 0-23 0,1-1 6 16,-2 0-26-16,1-1-24 0,1 1-7 15,-2-1-5-15,1 0-7 0,-1-1-16 0,-3-1-21 16,-2 1 19-16,-1-1-22 0,0 1 1 0,0 1-25 16,-4-1 9-16,-2 2-9 0,2 2-9 0,-2 1 3 15,-2 1-20-15,1 0-10 0,-2 3 14 0,-2 3-17 16,1 0 16-16,0 2-29 0,-1 0 15 15,4 2-7-15,7 1-5 0,-16 1-1 0,16-1 4 16,-11 4-14-16,9 3 11 0,0 0-8 0,-1 2 15 16,8 0-10-16,-3 5-5 0,7 2 3 15,-1 3 12-15,2 0-17 0,6 5-1 0,-4 0 21 16,1 2 46-16,1 0 0 0,1 1-8 0,-3 0-2 16,-1 0-13-16,-2-4 0 0,-1 0 2 15,-3 0-2-15,-3-3-15 0,-2 0 2 0,-1-1 0 16,-2-1-5-16,-3 0 16 0,-2-2-9 0,-2-2-12 15,0 0 10-15,1-3-12 0,-6 0 12 16,5-2-8-16,-1-4 9 0,1 0-19 0,0-4 13 16,-1-1-8-16,1-1 6 0,1 0-8 0,-2-3-1 15,4-1-7-15,1 0 6 0,2-3-6 0,4 1-3 16,0-1 1-16,0-3-3 0,4 0 5 0,7-3-2 16,1 0-3-16,2-4-3 0,6-1 6 15,0 0-9-15,4 0 9 0,1-2 2 0,9-5-7 16,-4 5 12-16,-5 2-13 0,-1 0-2 0,2 1 10 15,-2 2-2-15,-6 3-6 0,-1-1-7 16,0 6 15-16,-4-2-2 0,0 3-16 0,-3 2-5 16,-2 2 18-16,0 0-13 0,-1 3 3 0,-7 0-5 15,16 6 22-15,-8-1-17 0,-2 5 10 0,-2 0-10 16,2 2 2-16,1 2 16 0,0 1-11 16,-3-1 1-16,2 3-1 0,1-4 8 0,-1 2-10 15,2 0 5-15,-1-1 3 0,3-2 2 0,0 0-8 16,1-1 3-16,-1-3 5 0,4 0 13 0,-1-2-13 15,0-2-2-15,3-2-6 0,-4-2 11 0,5-1-3 16,-2-3 0-16,1-3 8 0,-3 0-5 16,3-2 2-16,-5-2-5 0,1-3 5 0,-3-2 3 15,-2 2-3-15,-1-3 1 0,-2 1-1 0,-4-1 18 16,0 3-5-16,0-1-2 0,-4 0 2 16,-2 3-16-16,0-1-78 0,-1 2 48 0,-4 2-8 15,1 0-2-15,0 5 10 0,-4 1 12 0,1 2-7 16,0 1 3-16,-2 2-11 0,-2 3 6 0,5 1-26 15,-4 1-16-15,3 2-7 0,3 1-5 16,-1-1 0-16,5 4-44 0,2-2 0 0,1 0-10 16,3 0-35-16,3 1-50 0,4-2-66 0,7 1-215 15,2 0-200-15,5-2 26 0,3-2 87 0,0-2 64 16</inkml:trace>
  <inkml:trace contextRef="#ctx0" brushRef="#br0" timeOffset="-37890.61">28875 941 1090 0,'0'0'310'0,"0"0"-21"0,0 0-33 15,0 25-31-15,3-13-20 0,-3 4-13 0,3 1-23 16,0 2-13-16,1 3-18 0,-1 1-15 15,3 2-38-15,-2 1-29 0,2 1-25 0,-4 0-62 16,4 0-72-16,-3 2-91 0,-2-1-198 0,-1 0-342 16,0-1 86-16,0-8 80 0,0 0 15 0</inkml:trace>
  <inkml:trace contextRef="#ctx0" brushRef="#br0" timeOffset="-37187.85">28739 1375 890 0,'-5'-5'264'0,"5"-1"-16"15,0 6-23-15,-3-9-10 0,6 4-10 0,-3-1-43 16,5 0-9-16,0-1-22 0,3-1-6 0,1 1-17 16,4-1-3-16,-1-2 5 0,4 1-23 15,2 0-13-15,2-2-2 0,3-1 7 0,-1 1-28 16,5-2 8-16,-3 1-23 0,3 1 5 0,-4-1 5 16,-1 2-21-16,0-2-4 0,-4 0-1 0,0 1-4 15,-2-1-1-15,-2 1 0 0,-3-2-4 0,-2-1-6 16,-1 0 5-16,-2-2 5 0,-2 0-12 15,-1-2 5-15,-3 0-6 0,3 2-4 0,-3 0 12 16,0 2 0-16,0 0-2 0,-3 3 5 0,3-1-6 16,0 1-2-16,0 3-7 0,0 0 7 15,-3 2-18-15,3 1 5 0,0 5-4 0,0 0-1 16,-3-2 0-16,3 2 16 0,0 12-11 0,0-2 8 16,3 2-8-16,-3 2 6 0,3 3-6 0,-3 0 23 15,4 1-15-15,-1 1-10 0,0 0 8 16,-3 0-6-16,5-1 16 0,-2 0-8 0,0-1 0 15,2 0-8-15,-3-3 5 0,1-1-2 0,0-1-2 16,-1-1 9-16,0-1 6 0,-2-1 15 16,3-2 2-16,-3 0 9 0,4-2-6 0,-1 1 10 15,-2-4-15-15,-1-2 3 0,3 5-3 0,-3-5-8 0,0 0 3 16,7 2 13-16,-7-2 2 0,0 0-30 16,0 0-3-16,11 3 2 0,-11-3-9 0,2 2 4 15,-2-2-2-15,9 5 2 0,-7-4 9 16,4 2-9-16,1 1 11 0,0 0-1 0,3-1-9 15,-3 1 4-15,3-1-12 0,1 0 15 0,-1-2-7 16,3 2 14-16,-2-1-12 0,2-2 6 0,3-2 6 16,-4 1-12-16,2-2 26 0,-1 1-16 15,4-2-12-15,-6-1-1 0,2-1 6 0,4-1 15 16,-4 0-3-16,1 0-7 0,-3-4-1 0,-2 2 1 16,-1-2 0-16,-1 0 2 0,-4-1-8 0,2 4 4 15,-3-2-9-15,1 2 13 0,-3 1-15 16,0 1 3-16,0 1-14 0,0 5 1 0,-3-6 22 15,3 6-9-15,0 0-6 0,0 0 6 0,-17 12-3 16,10-6-3-16,3 3-5 0,-2 1-2 0,4 3 10 16,-3-2 5-16,2 2-3 0,3 0-7 15,-1 0 7-15,1-1 16 0,1 1-18 0,2 1-5 16,0-3 7-16,1 4 8 0,2-3-10 0,-2 0 10 16,7-1-7-16,1-1-14 0,0-3-40 0,-2 1-21 15,6-2-46-15,0 0-61 0,-4-1-110 0,5-1-474 16,0 0 64-16,0-4 51 0,0 0 75 15,-3 0 76-15</inkml:trace>
  <inkml:trace contextRef="#ctx0" brushRef="#br0" timeOffset="-36574.25">29660 1291 542 0,'7'-8'218'0,"1"1"-26"0,-2 0 0 16,1-1 12-16,-1 2-27 0,-2-3-3 16,3 1-20-16,-3 0-8 0,-1-1 0 0,0-1-13 15,-3 0-13-15,3 0-7 0,-3-1-14 0,-3-2-1 16,3 1-29-16,-3 1 5 0,-1-3-7 15,-3 0-11-15,2 1 16 0,-3 4-6 0,4-2 60 16,-2 1-11-16,-2 1-23 0,1 2 5 0,-2 1-20 16,2 1-3-16,-4 0-10 0,5 2-18 0,-4 3 5 15,3 0-17-15,-7 1-14 0,4 2 1 16,3 1-32-16,-2 2-22 0,0 0-26 0,0 0-38 16,1 1-46-16,1 2-24 0,1-1-32 0,2 0-86 15,1 2-426-15,0-3 12 0,3 0 92 16,3-1 52-16</inkml:trace>
  <inkml:trace contextRef="#ctx0" brushRef="#br0" timeOffset="-36140.63">29691 1178 773 0,'0'7'261'0,"0"0"-36"16,0 2-23-16,0 1-15 0,0 0-90 0,0 1-5 15,3 2-10-15,-3-1-18 0,3 0 5 16,-2-1-12-16,2 1 19 0,1-1-27 0,0 0 0 16,-1 0 7-16,4-3-12 0,-1 1 2 0,1-1-8 15,4-2-2-15,-1-1 2 0,7 0 3 0,-4-2 8 16,2-2-29-16,1-1 3 0,2-3 11 16,2 0-9-16,-3 0 6 0,0-5-23 0,0 1-3 0,0-6-10 15,-3 0-29-15,-1-4-12 0,-2-1 10 16,-1-3-15-16,-3-2 10 0,0-7 0 0,-3 2 3 15,-1-7 10-15,-3 0 20 0,0 5 13 16,0-1 34-16,-3 4 9 0,2 0 21 0,-6 4 26 16,4 3-3-16,2 3-18 0,-2 0-12 0,0 4-8 15,0 1-1-15,2 4 1 0,-2 5-21 16,0 0 1-16,3 3 4 0,0 0-5 0,-7 14-10 16,3-2-10-16,4 3 15 0,0 3-2 0,0 2 0 15,0 0-9-15,6 5-9 0,-4 0 25 16,1 1-20-16,3 0 10 0,1 4-7 0,0 2 2 15,1-4-11-15,4 2 3 0,-2-1-10 0,1-1-46 16,0 0-25-16,0 0-114 0,0-2-9 0,-6-4-236 16,2-1-310-16,-1-8 103 0,-1-1 40 0,-2-6 65 15</inkml:trace>
  <inkml:trace contextRef="#ctx0" brushRef="#br0" timeOffset="-35940.52">29817 1169 1167 0,'-6'-6'312'0,"6"6"-33"0,-3-3-28 16,3 3-18-16,0-7-28 0,0 7-21 0,6-7-18 0,0 0-15 15,4 1-23-15,2-1-10 0,5 0-8 16,3-2-15-16,1 0-24 0,3-1 1 0,-1 1-10 16,4 2-6-16,-2-2-25 0,-4 1-39 0,3 3-38 15,-4 0-28-15,2 2-67 0,-7-1-131 0,-1 4-508 16,-4 0 89-16,1 0 46 0,-11 0 79 15</inkml:trace>
  <inkml:trace contextRef="#ctx0" brushRef="#br0" timeOffset="-34941.27">30666 1214 867 0,'0'0'279'0,"0"21"-33"16,0-10-92-16,0 3-37 0,3 4-4 0,2 2-21 15,-3 3 8-15,4 1-13 0,-2 0-8 16,3-1-10-16,-2 1-7 0,0-2 2 0,-2-4-21 16,1 1 1-16,-1-3 2 0,0-1 0 15,-1-2 15-15,1-1-30 0,-3-1 0 0,3-1 25 16,0-1 8-16,-3-3 10 0,2-2 1 0,-2 1-6 15,0-5-16-15,0 0 17 0,0 0-9 0,0 0-17 16,-10-21 2-16,9 10-3 0,-4-7 3 0,2 0 49 16,3-1-8-16,-1-1-3 0,1-1-9 15,0 3-9-15,0-1 1 0,1 2-3 0,-1 1-23 16,0 4-8-16,0-1-2 0,3 4-1 16,0 1-22-16,2 3 18 0,-2 1-6 0,-3 4-7 0,16 3 10 15,-9 3-10-15,4 3 7 0,-1 1-7 16,3 2-10-16,-2 3 7 0,2-1-13 0,0 4 21 15,-5-4-5-15,-1 2-8 0,4-3 0 0,-3 1 8 16,-3 0 0-16,2-3-8 0,-4-1-8 16,3-2 3-16,-2 1 11 0,-3-1 7 0,5-1-3 15,-4-3-2-15,-1 0-3 0,-1-4 5 0,0 0 8 16,0 0-5-16,0 0-13 0,0 0 11 0,-6-29-6 16,3 15-10-16,3-3 5 0,-1-2-5 15,1-2 0-15,0-2 8 0,1-2-3 0,2 0 5 16,2 0 0-16,0 3 1 0,1 1 1 0,-2 1-17 15,4 4 21-15,-2 2-16 0,1 3-3 0,2 2 3 16,-1 1-10-16,2 4 0 0,0 2 7 16,-3 4-2-16,7 1 8 0,-4 3-6 0,4 3 16 15,-1 1-6-15,1 3-4 0,-3 4-8 0,2 0 0 16,-2 1 2-16,2 2 3 0,-3 0-15 16,1 1-8-16,-2 2-54 0,0-2-43 0,-3 2-75 15,1-1-207-15,2 0-435 0,-2-3 108 0,0-5 58 16,-3-3 54-16,1-4 75 0</inkml:trace>
  <inkml:trace contextRef="#ctx0" brushRef="#br0" timeOffset="-34588.62">31424 1176 1223 0,'-4'-5'366'15,"4"5"-49"-15,-10-1-35 0,10 1-18 0,-17 3-108 16,9 4-13-16,-7 1-20 0,4 4-5 0,-2-1-26 16,2 4-5-16,-2 1-5 0,3 2 0 0,2-3-21 15,2 1-4-15,-1 0-14 0,3 0-2 0,-2 0-8 16,6 1-7-16,0-3-18 0,0-1 2 16,0-1-18-16,5-1 0 0,0 0-15 0,1-2-5 15,1-2 18-15,1-2 10 0,1-1-13 0,1 0 8 16,0-4 8-16,-2-1-14 0,-8 1 11 0,17-6-7 15,-7 2-4-15,-1 0 11 0,-4 1 8 16,2 0 10-16,-3-1-10 0,4 3-8 0,-8 1-8 16,8-3 8-16,-8 3-2 0,0 0-1 0,10 4 6 15,-7 1 4-15,-2 0-14 0,0 2-9 0,-1 0-20 16,3 1-30-16,-3 2-29 0,3-2-35 16,0 2-45-16,-2-3-70 0,-1 3-101 0,6-1-360 15,-1-2 79-15,-3-1 38 0</inkml:trace>
  <inkml:trace contextRef="#ctx0" brushRef="#br0" timeOffset="-33791.39">31759 1246 831 0,'-5'-4'292'15,"-3"1"-18"-15,3 2-28 0,-5-1-21 16,-1 4-33-16,-1 1-18 0,-5 2-10 0,4 2 51 15,-2 3-18-15,-1 3-18 0,2 0-20 0,2 4-18 16,-2-2-6-16,2 3-4 0,2 1-18 16,0 0-9-16,3-1-27 0,4-2 5 0,1 0-5 15,2 1 0-15,1-3-21 0,3 1-7 0,3 0 4 16,5-2-9-16,0-1-16 0,5-4-2 0,0 1-13 16,3-3-21-16,0-3-8 0,3-1-9 15,1-2-31-15,-1-3-16 0,0-2-15 0,1-2-8 16,-3-3-35-16,3-3-21 0,-4-4-11 0,-6 0 6 15,-1-4 15-15,-2-1 11 0,-1-2 12 0,-4-1 31 16,-5-1 18-16,2-4 38 0,-3 3 26 16,0-3 26-16,-3 4 32 0,1-1 16 0,-3 1 16 15,2 4 17-15,-1 3 1 0,1 1 2 0,-1 5-23 16,2 0-24-16,-3 5 14 0,2 4-13 0,0 2-8 16,3 2-7-16,0 0-6 0,-10 12 1 15,8-2 4-15,-4 3 1 0,6 4-6 0,0 1-12 16,-3 1-6-16,3 1 11 0,0 2-18 15,3 2 2-15,-3 1 3 0,4-3-3 0,-1 1-5 16,-2-3 8-16,2 0 8 0,0-2-24 0,0-1 9 16,-2-2-1-16,2-2 0 0,0-1-2 0,-3-2 15 15,5-4 3-15,-3-2 9 0,2 0-9 0,-4-4 0 16,0 0-3-16,16-9-6 0,-12 1-4 0,3-2-2 16,0-2 4-16,0-3 0 0,2 2-10 15,-2 1 0-15,-2-1 11 0,3 5-11 0,-3-3-2 16,-2 4-9-16,3 0-1 0,-2 2-6 0,3 1 5 15,-3 1 6-15,-4 3-6 0,0 0 5 16,17 7 11-16,-7-2-3 0,-3 1-7 0,0 1-1 16,2 1-12-16,1 2 10 0,-2 0 5 0,2-1 7 15,1 1 1-15,-4-3-3 0,6 2-5 16,-3-3 0-16,-1 1 5 0,-1-1 0 0,3-1 6 16,-4-2-6-16,3-1-10 0,0-1-1 0,0-1-1 15,-10 0 7-15,17-5-5 0,-6 0-3 16,-4-2 3-16,3-2-3 0,0-4 3 0,-6 1-13 15,4-4 16-15,-6 2-1 0,4-1 0 0,-2-1 9 16,-1 0 12-16,3 4 5 0,-5 1-6 0,0 1 1 16,2 1-5-16,-3 1-8 0,3 1-5 0,0 5-2 15,-3 2 9-15,0 0-14 0,0 0 17 0,0 0-2 16,0 0-3-16,0 19-5 0,1-9 0 16,-1 3-3-16,3-1 11 0,0 4-6 15,-3 1 6-15,5 0-3 0,-3 1-12 0,2-1-19 16,3 1-30-16,-4 0-62 0,4-1-48 0,1-2-70 15,-2 1-199-15,3-2-376 0,0-3 89 0,-1-3 61 16,0-2 57-16,-1-2 59 0</inkml:trace>
  <inkml:trace contextRef="#ctx0" brushRef="#br0" timeOffset="-33191.51">32512 1363 709 0,'3'8'204'0,"-3"3"-19"0,0 2 4 15,0-1-15-15,0 2-20 0,0-2-1 0,0 1 11 16,0-1-44-16,0 1-2 0,0 1-15 16,0-3 7-16,0-1-16 0,-3-2 4 0,3-1-17 15,0 3 17-15,0-3-1 0,0-1-7 0,0 0 17 16,0-6-5-16,-1 6-9 0,1-6-4 0,0 0-22 16,0 0 61-16,0 0-5 0,1-20-6 0,-1 7-19 15,3-3-9-15,3-2-25 0,-2 0-10 16,3-2 2-16,2 0-5 0,-4 0-4 15,5 0-1-15,-2 4-8 0,-2 2-2 0,1-1-5 0,-1 7-6 16,-2-3-12-16,2 5 7 0,2-1-14 16,-5 4 4-16,4 0 13 0,-7 3-8 0,0 0-10 15,24 8-2-15,-16-3 7 0,-3 2 0 0,5 1 1 16,-2 2-4-16,1-1-4 0,-2 2 7 16,4-1-18-16,-4 0 16 0,2 0-3 0,-2 0 8 15,1-3-5-15,1 1-8 0,-2-1 5 0,0 1 10 16,4-3-12-16,-2 0-3 0,1-1 10 0,1-1 5 15,0-1-4-15,1-1-9 0,0-2 11 16,1-1-8-16,-2 1 3 0,2-5 2 0,0 2-5 16,0-3-15-16,-2-3 10 0,0-1-3 0,-1 2-4 15,-3-2-4-15,0-2 6 0,0 3-10 0,0 0 17 16,-4 1 1-16,3 1 2 0,-5 0 16 16,2 2-1-16,-3-3-17 0,3 5 7 0,-3 4-8 15,-3-9 14-15,3 9-9 0,-7-2 6 0,7 2-3 16,0 0 8-16,-17 8-10 0,12-1 10 0,-3 3-10 15,7-2 25-15,-5 5-25 0,3-2-6 16,2 2 1-16,0 0-6 0,1 3 11 0,0-2-6 16,1 2 11-16,0 0-13 0,2 0 10 0,3 0-4 15,-2-1 6-15,6 0-1 0,-1-1-9 16,-1-2 1-16,2 1-6 0,3-2-22 0,-2-1-14 16,1-2-40-16,-1-1-88 0,-3-1-153 0,2-4-550 15,-2 0 51-15,1-4 108 0,-9 2 78 16,4-10 57-16,-4 0 57 0</inkml:trace>
  <inkml:trace contextRef="#ctx0" brushRef="#br0" timeOffset="-33041.63">32494 1013 1121 0,'0'0'345'0,"-7"-5"-30"16,7 5-49-16,0 0-92 0,-6-2-84 15,6 2-47-15,0 0-112 0,-3 7-596 0,3-1 27 16,-1 0 88-16</inkml:trace>
  <inkml:trace contextRef="#ctx0" brushRef="#br0" timeOffset="-30725.6">25432 2519 980 0,'-7'-13'220'15,"-1"3"-13"-15,2 2-10 0,0 1-28 0,-1 2 0 16,-1 0-15-16,2 1-6 0,-1 1-17 0,-3 3-11 15,10 0-12-15,-21 5-6 0,8 2-7 16,-4 2 51-16,6 4-18 0,-6 2-13 0,1 1-5 16,1 5-20-16,5-2-1 0,-4 1 3 0,4 2-15 15,3 0-8-15,-3-2-2 0,9-2-3 16,-2 2-21-16,6-1-68 0,-2-1 7 0,9 2-8 16,0-2 13-16,4-1-7 0,-3-4 2 0,9 1-13 15,-3-4 3-15,7-1 0 0,-3-2 5 16,5-4-5-16,-1 0 7 0,-1-3-15 0,3-3 8 15,1 0 0-15,2-4-3 0,-5-1 11 0,8-2-8 16,-5-3 10-16,-2-2 2 0,-4-2-4 0,2-1 17 16,0-1-9-16,-4 0 1 0,-3 3 6 15,0 0 8-15,-3 1-1 0,-1 2-22 0,-2 2 20 16,-1 1-21-16,-3 2 1 0,4 3-11 0,-2 0 16 16,-2 2 7-16,0 3 3 0,0 0-15 0,0 0 12 15,-7 0-5-15,13 2 16 0,-6 1-11 16,0-3 5-16,-3 3-4 0,2-2-1 0,1 1 8 15,-4-1 0-15,5 0-2 0,-5-1 14 16,-3 0-17-16,10 2 13 0,-10-2 0 0,7-2-1 16,-7 2-7-16,3-2 13 0,-3 2-10 0,3-8-1 15,-3 5 11-15,-3-3 0 0,3 0 0 0,-4 1-6 16,-2 0 16-16,0-2 11 0,-1 4-1 16,-1 0-13-16,2 1 8 0,-4 2-12 0,-1 0 12 15,1 4-10-15,-3-1-8 0,1 4-2 0,-1 0-6 16,-1 3 11-16,1 1-8 0,0 1 6 0,5 1-11 15,-2 0 10-15,3 0-10 0,-3 1 13 16,8 0-3-16,-3-3-5 0,2 2 8 0,3-2-16 16,0 0 3-16,6-1 0 0,-2 0-10 0,3-4 20 15,0 1-23-15,0 0 13 0,7-2 3 16,-4-3-18-16,3-1 2 0,1 1-3 0,1-4 11 16,-2 1-15-16,0-1 10 0,-3-4-3 0,4 0 28 15,-4 1-20-15,1-3 2 0,-4 0 1 0,2-1-1 16,-2 1 8-16,0 1 16 0,-3 0-3 15,2 1-10-15,-2 1-8 0,-1 0 7 0,-3 3 1 16,0 2-11-16,0 0 11 0,0 0 0 0,0 0-3 16,0 12 8-16,0-6-11 0,0 0 1 0,0 0-3 15,0 1 0-15,-3 1 0 0,6-2 5 16,-3 2-8-16,3-2-2 0,-2-1-15 0,2 2 2 16,0 0 5-16,5-3-13 0,-2 1-43 15,-2-3-10-15,6 0-11 0,2 0-61 0,-2-2 3 16,1-4-21-16,1 3-21 0,0-2 11 0,0-3 15 15,1-1 19-15,-3-1 6 0,1-2 40 0,-1-3 19 16,-1 1 11-16,-1-3 54 0,-4 2 15 0,2-3 20 16,-1 2 19-16,-3 2 27 0,1 2 6 15,0 0 5-15,0 2-39 0,-2-1 11 0,-1 6-8 16,4 0 0-16,-4 3-16 0,0 0 14 0,0 0-9 16,3 10 4-16,-3-2-4 0,0 1 1 0,3 1 0 15,-2 0-19-15,-1 1 17 0,0 0-6 16,3-1-21-16,-3 1 19 0,0-1-19 0,0 0 11 15,0-4-5-15,3 1 20 0,-3 0 23 0,0 0 23 16,0-1 8-16,0-1 5 0,0-5-7 16,0 6-14-16,0-6-7 0,0 0-5 0,0 0-13 15,0 0 7-15,0 0-4 0,4-24-13 16,-4 12 4-16,3-3-6 0,0-3-1 0,4-1-5 16,-3-1 0-16,3-3-5 0,-1 3-3 0,1-2 11 0,1 4-16 15,-2 2-5-15,1 2-5 0,1 2 8 16,-3 1-16-16,6 4 11 0,-4 1 9 0,6 3-17 15,-2 5 3-15,-1 0-1 0,4 2 8 16,2 4-2-16,2 3-3 0,-2-1 2 0,-1 5 6 16,1-1 2-16,1-1-10 0,-3 2-2 0,0 0-21 15,2 0-13-15,-4-2-43 0,1-1-32 16,0-1-52-16,-2 0-78 0,2-1-458 0,1 0 23 16,-1-5 52-16,-2-1 81 0</inkml:trace>
  <inkml:trace contextRef="#ctx0" brushRef="#br0" timeOffset="-30508.43">26970 2088 1072 0,'0'26'292'0,"3"1"-29"0,-2-2-12 15,2 1-28-15,0 2-13 0,4 5-18 0,1 2-23 16,3 10-41-16,1-1-23 0,2 0-62 0,-1-2-91 16,4-1-188-16,-3-7-470 0,0-8 12 15,-1-2 100-15,-3-6 51 0</inkml:trace>
  <inkml:trace contextRef="#ctx0" brushRef="#br0" timeOffset="-29624.92">27353 2353 688 0,'6'-18'302'15,"-1"3"-41"-15,-2-1-25 0,-3 4-19 0,3 1-4 16,-3 1 32-16,0 3-7 0,3 1-22 16,-3-2-25-16,0 2-14 0,-3 0-23 0,3 1 2 15,-3-1-36-15,3 6 8 0,-6-4-18 16,6 4-13-16,0 0-20 0,-21 10 5 0,13 1-20 15,-2-1-11-15,5 3 3 0,-3 3-16 0,0 1 16 16,5 0-6-16,-1 2-4 0,4-1-13 0,0 3 4 16,1-1 1-16,2-2-10 0,6 2-11 0,1-2 11 15,2 1-16-15,5-4 8 0,4-4 8 16,-1 1-3-16,7-4 0 0,0-3-8 0,1-3-10 16,3-2 5-16,-1-3 8 0,5-4-15 15,-1-3 4-15,-3-2-4 0,2-3 5 0,-5-1 2 16,-2-3-8-16,-3-1 6 0,-4-1 0 0,-4-2-8 15,1 0-59-15,-5 4-2 0,-1 0 12 0,-3 3 8 16,-4 1 15-16,4 3 78 0,-6 2-11 16,-2 1 7-16,-3 1-7 0,1 4-10 0,-4 1 0 15,-1 3-3-15,-1 3 0 0,-4 1-15 0,2 4 15 16,-1 1-8-16,0 1-12 0,2 2 7 0,-1-1-12 16,2 3 2-16,2-3 10 0,0 4-7 0,0-3-5 15,3 1 7-15,1-3-2 16,0 2 9-16,3-3-27 0,0 0 5 0,0-2 13 0,3-1-8 15,1 0 5-15,2 0-5 0,5-3 2 0,-4 1-4 16,3 1 4-16,-3-1-2 0,3 0 3 16,-3 1-6-16,3-2-4 0,1 3 4 0,-1-3 8 15,2 3-2-15,-2-4-6 0,1 4 1 0,0-2-8 16,1-2 7-16,-1 3 0 0,1-4-4 16,1 1-4-16,1-1-14 0,2 1-16 0,-1-4-18 15,-2 1 8-15,5-2-16 0,-2 0-2 0,1-1 13 16,-3-1-13-16,0-1 12 0,-1-1 1 0,0-3 25 15,-2 2-12-15,-1-4 15 0,-3 0-11 0,1-3 24 16,-2 0-16-16,1-1 16 0,-1 1 5 16,-5-1 15-16,2 0-3 0,0 4 32 0,4 0 7 15,-6 3-11-15,-1-1-4 0,3 1-11 0,0 3 6 16,-1-1-6-16,-1 5-2 0,-1 2-16 0,4-1 8 16,-4 1-2-16,6 6 5 0,-5-1-1 15,6 3 1-15,-3 2-8 0,-1 1 5 0,5 0 8 16,-6 1-5-16,7 0-1 0,-4-1 11 0,-2 1-15 15,1-3-3-15,2 1-3 0,-2-2 16 0,-1 1-5 16,0-3 5-16,0 0 2 0,1-1 3 16,-3 0 33-16,-1-2-20 0,0-3-1 0,0 2 1 15,0-2-15-15,0 0 1 0,0 0 9 0,-2-17-8 16,2 8-5-16,-3-3 5 0,0-4-6 16,3 0 4-16,-3-4-3 0,3 0-6 0,0-2-2 15,0 2 6-15,3-4-4 0,0 4-4 0,1 0 2 16,-3 1 0-16,2 2 3 0,3 1 5 0,-2 2-16 15,-1 3-23-15,1 0-40 0,-1 2-3 16,0 1-16-16,5 2-35 0,-5 1-21 0,4 4-58 16,-1-1-60-16,-2 1-184 0,-4 1-312 0,14 4 26 15,-8 1 76-15,-2-3 80 0,4 0 30 0</inkml:trace>
  <inkml:trace contextRef="#ctx0" brushRef="#br0" timeOffset="-29258.66">28389 2185 563 0,'3'7'238'0,"1"-1"-5"0,-1 4-13 15,3 1 0-15,-2-1-28 0,0 5-10 0,2-1-24 16,-2 3 4-16,-1-1-17 0,1 1 4 0,-1 1-36 16,0-2 2-16,1 2-18 0,0-2-5 0,-1-1-10 15,0-2-10-15,0 0 2 0,-2-2-5 16,-1-1 10-16,3 2 8 0,-3-4-69 0,3-2 31 16,-3 1-8-16,0-2 87 0,0-5-15 0,0 5-8 15,0-5-16-15,0 0 3 0,0 0-10 16,-3-21-2-16,3 7-19 0,0-3-10 0,0-1 3 15,3-5-26-15,0-2 18 0,1 0-15 0,2 0-67 16,-4 0 0-16,4 0-7 0,1 3 14 16,1 1-1-16,-3 4 17 0,2 2-7 0,-3 0-11 15,3 2 8-15,2 1-5 0,-1 5 10 0,-1 1-5 16,2 2 7-16,1 3 9 0,-2 1-14 16,2 3 16-16,0 2-3 0,4 3-17 0,-4 2 25 15,4 0-5-15,-2 2 5 0,-1 1-8 0,1-1 5 16,-1 1 6-16,1 2-6 0,-1 0-4 0,2-3 4 15,-2 5 6-15,2-4-6 0,0 0-43 0,1 0-23 16,-1 1-3-16,-1-1-43 0,1-1-33 16,4-2-70-16,-3-2-87 0,9 4-437 15,-1-7 43-15,4 2 82 0,2-6 54 0</inkml:trace>
  <inkml:trace contextRef="#ctx0" brushRef="#br0" timeOffset="-28958.87">29712 1846 696 0,'-5'-1'269'0,"5"1"-29"0,-13 1-12 0,7 5-26 15,2 3-7-15,-2 5-14 0,3 0-24 0,-2 5 73 16,-1 6-18-16,6 2-32 0,-1 1-12 0,1 3-19 16,1 6-11-16,-1 2-25 0,6 12-3 0,-1-1-10 15,1 2-16-15,1-2 3 0,1 0-36 16,-3-2-15-16,6 1-38 0,-5-9-52 0,1-5-38 16,-1-2-31-16,-1-1-100 0,0-7-181 15,-3-2-346-15,1-5 64 0,-3-3 69 0,0-4 79 16</inkml:trace>
  <inkml:trace contextRef="#ctx0" brushRef="#br0" timeOffset="-27858.61">29598 2306 1018 0,'1'-17'320'0,"2"1"-46"0,3 4-8 16,2-3-28-16,-1 5-35 0,0-1-14 0,4-1-10 15,1 2-20-15,5-1-16 0,0 4-20 0,1-1-10 16,-1 2-19-16,7 4 6 0,-3-1-13 15,2 4-25-15,1 1 12 0,4 4-20 0,-1 2-1 16,4 4-6-16,-1 1-4 0,-5 2-5 0,2 3-2 16,-4 1-18-16,-2 0 10 15,0 3-5-15,-4-2 0 0,-3 0-5 0,-4-3 8 0,0 1-13 16,-1-3 2-16,-4-2-5 0,-2 0 6 0,1-3-6 16,-4 1 8-16,0-3-8 0,3-2 13 0,-6 0-8 15,3-1 11-15,0-5-11 0,-4 4 6 16,4-4 2-16,0 0 0 0,-14-11-3 0,11 1 1 15,1 0-6-15,-3-5 3 0,2-3-10 0,3-2-6 16,3 0-9-16,-3-5 17 0,6 0-10 16,-2 1-3-16,4 1-4 0,2 2 7 0,1 1-3 15,1 0 3-15,-2 3-7 0,0 0-1 0,1 4-2 16,-1 1-1-16,0 2-4 0,-2 4 7 0,2 1-15 16,0 1 16-16,0 4-11 0,-10 0 10 15,17 10 16-15,-6-2-16 0,-1 4-5 0,0 1 3 16,1 4 5-16,-1 0 7 0,-1 1-17 15,1 1 18-15,0-1-19 0,-2 2 21 0,-1-1 3 0,3 0-8 16,-1-1 0-16,1 1 3 0,-1-4 4 16,-2-1-9-16,1 0 9 0,0-3-4 0,0 0 0 15,-1-3 4-15,2-1 6 0,-2-2-3 0,1-2-10 16,0-3 8-16,-8 0 7 0,12-3-7 16,-6-3-5-16,-1-1-6 0,-5-3 0 0,3-2-9 15,-3 0 4-15,-3-3 10 0,-2 2 4 0,-1-1 4 16,-1-1-5-16,2 3-5 0,-5-1 8 15,-2 3 7-15,5-1-5 0,0 1 0 0,-2 3 24 16,1-1-29-16,1 1 18 0,1 1-15 0,2 0 12 16,0 2-10-16,1-2 6 0,1 2-4 0,-3 0 12 15,2-1-12-15,3 5-7 0,3-8-2 0,-3 8 7 16,7-10-7-16,0 6-6 0,3-2-63 16,0 1 12-16,4 2 8 0,0-1-5 0,3-1 10 15,-1 4 5-15,-1 0-8 0,3 1 16 16,1 2-15-16,-2 4 12 0,4 0 0 0,1 0 3 15,-2 5 8-15,-1 2 2 0,-1-1-3 0,-2 1 1 16,1 2 12-16,-6 1-2 0,3-2 7 16,-1 1-4-16,-6 0 4 0,1-1-15 0,-2-2 21 15,1 2-16-15,-1-3 8 0,-3 0-3 0,0-1 0 16,-2-1-2-16,2-1 18 0,3-2 0 0,-5 0 2 16,0 1-15-16,2-1 38 0,-3-2-13 0,0-4-9 15,5 4 4-15,-5-4 8 0,0 0-3 0,0 0-7 16,5-18-10-16,0 7-3 0,-3-3-10 15,1-2 15-15,6 0-13 0,-7-2 3 0,7 1 7 16,-5 2 4-16,3 0-4 0,2 3-12 16,-4-1-5-16,-2 3 7 0,4 1-10 0,-4 2 5 15,5 1-2-15,-5 4 5 0,4 1-6 0,-7 1 9 16,0 0-4-16,19 4-7 0,-14 2 16 0,4 0-3 16,-5 1-8-16,3-1 10 0,-1 1 3 15,2 0-10-15,-2 1 2 0,-2 0 14 0,2-2 14 16,-2 0-20-16,3-1-3 0,-3 0-2 0,-1 0 5 15,0-1 0-15,0-1 16 0,1 2 4 0,-4-5 3 16,3 3 11-16,-3-3-11 0,0 0 0 16,0 0-11-16,16-11 11 0,-14 2-12 0,6-1-1 15,-3-4 5-15,3-2-12 0,-2 0 4 0,4-5-4 16,-3 2-3-16,3-1 15 0,-3 3-9 16,0 3-1-16,2 0 2 0,-5 3-9 0,2 0-11 15,-1 4 5-15,0 1-5 0,-3 3 3 0,4 2 0 16,-6 1 2-16,0 0-2 0,14 14 8 15,-10-6-6-15,2 4 3 0,-2 1-6 0,4 1 11 16,-2 1-7-16,0 1 4 0,-2 1 1 0,5 2 2 16,-2-2 12-16,1 1-19 0,-1 1-9 0,2 2-32 15,-2-2-44-15,4-1-41 0,-1-1-59 0,-3-2-133 16,10 0-433-16,-1-1 28 0,-1-5 88 16,1-2 61-16</inkml:trace>
  <inkml:trace contextRef="#ctx0" brushRef="#br0" timeOffset="-27608.79">31858 1864 1100 0,'0'0'300'0,"4"17"-11"16,-4-4-23-16,-4 1-100 0,4 3-12 15,0 2-11-15,0 3-15 0,0 3-5 0,0 4-20 16,0-1-19-16,0 4 8 0,0-1-20 16,0 4 7-16,0 2-17 0,0 1-39 0,0-1-39 15,-3 1-48-15,2-1-53 0,-5-3-73 0,-7 10-196 16,10-10-295-16,-2-9 26 0,-1-7 81 0</inkml:trace>
  <inkml:trace contextRef="#ctx0" brushRef="#br0" timeOffset="-26942.92">31666 2319 688 0,'0'-8'307'0,"1"1"-38"0,2 1-31 0,3 0-20 15,-4 0-14-15,7-1-30 0,-2 3-12 0,3-4 7 16,1 2-41-16,5-1-3 0,-4-1-20 16,4 3-3-16,1-3-7 0,-3 2-10 0,5 0-14 15,-4-1-4-15,-1 1-3 0,2-1-5 0,-4 0-13 16,1 1 2-16,1-2-2 0,-1-1-10 0,-3 1-2 15,-2 0-1-15,2-2-18 0,-1-2 18 16,1 0-17-16,-5-1 12 0,2 0-8 0,-1-5 3 16,-1 2-7-16,-3-1 7 0,5 0 2 15,-3-2-7-15,-1 3 8 0,0 1-3 0,0 2-5 0,-2 1 2 16,2 1-2-16,0 1-7 0,0 0-4 16,-2 3-9-16,-1 3 2 0,3-1 13 0,1 2-11 15,-4 3-10-15,0 0 6 0,0 0 7 0,17 15-10 16,-11-4 2-16,2 5 1 0,-2 3 81 15,1 3-15-15,-1 1-10 0,1 0 2 0,-2 1-12 16,3-1-11-16,-3 2 0 0,1 0 0 0,-2-1 1 16,5 0-6-16,-4-4-5 0,1 3-3 15,-2-6-4-15,2-1 4 0,-2-1-2 0,3-3 8 16,-3 1-3-16,4-3-5 0,-3-2 7 0,2-2-17 16,4-2 7-16,-1-3 8 0,-1 1-5 0,4-4 3 15,-1 1-8-15,-1-2-11 0,2-1 1 0,-3 1 4 16,4-4 9-16,2 0 2 0,-2 0-11 15,0 1-2-15,0-6 11 0,2 4-19 0,-1-4 19 16,3-1-14-16,-5 1 3 0,3-1-2 0,0 0-8 16,-5 1 23-16,0-1-11 0,0 1-2 15,0 0 8-15,-3 0 0 0,0 4 8 0,-2-2-6 16,-2 3-7-16,1 1 2 0,-3 1-10 0,-2 0 15 16,0 5 3-16,0 0-5 0,0 0-18 15,0 0 12-15,0 0-1 0,-28 15 14 0,23-7-2 16,-3 4-21-16,-2 1-2 0,5 1 21 0,-1 1 7 15,2 1 7-15,-2-1-12 0,3 0-5 0,2 3 2 16,1-3-9-16,0 1-6 0,4 0 28 0,1 0-21 16,0 1 4-16,6-3 7 0,-1 1-18 15,3 0 2-15,4 0 6 0,-3-2-3 0,5-2 5 16,-7 0-5-16,2-3 6 0,-1 0-29 0,-2-1-26 16,-4-2-46-16,3 0-78 0,-7 0-186 0,-3 0-549 15,-4-1 86-15,-6-1 88 0,-7-3 48 16,-7 1 69-16,-7-1 67 0</inkml:trace>
  <inkml:trace contextRef="#ctx0" brushRef="#br0" timeOffset="-25658.92">26413 3559 785 0,'-11'-3'323'0,"1"3"-34"0,0 4-23 15,-1-1-25-15,2 4-29 0,-2 2-27 0,-1 4-14 16,0 4-10-16,-2 0-25 0,4 2-8 0,0 3-8 16,0-1-15-16,3 0-7 0,0 1-14 15,1-1-12-15,5-2-3 0,1-2-10 0,0 1 5 0,1 1-5 16,2-6-18-16,3 2-13 0,1-2 8 16,1-3-6-16,1-2-7 0,1-1 3 0,2-5-11 15,-2 1 1-15,6-3-1 0,-2-1 0 16,0-3-12-16,3-3-1 0,-4-1 6 0,2-1 2 15,-2-4-5-15,1-3-2 0,-4-1-3 0,0-3 0 16,0-3 0-16,-6-1 0 0,3-1-10 16,-4-2 12-16,0 1 3 0,-3 0 6 0,3-3 12 15,-3 1-13-15,-3 2 5 0,3 1 8 16,0 4 11-16,-3 3-6 0,3 1 3 0,-3 2 4 16,3 3-12-16,0-1-2 0,-1 6-11 0,1 2-5 15,0 0 0-15,0 5 3 0,0 0 2 0,0 0-2 16,0 0 7-16,-1 27-2 0,2-8-15 0,-1-2 12 15,1 4 3-15,-1 4-19 0,3 0 17 16,0 0-1-16,1 0 0 0,-1 0-2 0,5 0-6 16,1 0 6-16,-2-2 2 0,4 2-10 0,2-2 0 15,0-5 8-15,1 0 0 0,0-3 2 16,5 0 3-16,-4-5-11 0,3-2 11 0,2-1-18 16,0-4-18-16,1-3 8 0,0 0-1 0,-1-7 16 15,7 3-13-15,-6-4-2 0,3-1 5 16,-7-5-3-16,0-1 5 0,0-2 6 0,-6 1-8 15,2-2 4-15,-6-1-1 0,0 2 17 0,-3 0 5 16,2 2 1-16,-6 2-9 0,3 1-68 0,-1 2 25 16,-2 2 0-16,-2 1-5 0,-1 1 8 0,-3 5 10 15,6 1-5-15,-11 0 5 0,11 0 13 16,-12 8-11-16,4-1 1 0,-3 1 9 0,4 2-7 16,1 0-2-16,-1-2 2 0,1 5-5 15,-2-5 0-15,6 0-5 0,-3 1-3 0,-1-5 8 16,5 3-8-16,-2-2 8 0,0-1 13 0,-1 2 2 15,4-6-4-15,0 7-4 0,0-7 3 0,4 4 16 16,-4-4-13-16,7 4-3 0,-7-4 8 0,6 2-3 16,0 0 3-16,-6-2-8 0,9 5 6 15,-6-4 1-15,3 2 4 0,-6-3 2 0,13 4 0 16,-6-4 5-16,0 3-5 0,0-2 3 0,0-1 2 16,0 4-3-16,4-4-9 0,-2 1 12 0,1-1 0 15,1-1-5-15,-1 1 2 0,5 0-30 16,-2-4-5-16,3 3-23 0,1-2-49 0,0-1-31 15,-2 1-51-15,2-4-36 0,0 0-99 0,0 3-236 16,-4-4-102-16,2 0 66 0,-2-1 48 16</inkml:trace>
  <inkml:trace contextRef="#ctx0" brushRef="#br0" timeOffset="-25476.01">27213 3317 959 0,'0'-6'297'0,"0"6"-33"0,0 0-29 0,0 0-22 15,0 0-19-15,0 0-25 0,0 0-7 16,10 23-11-16,-3-11-103 0,-1 3-9 0,-1 1 14 16,5 3-1-16,-4 2-11 0,4 1-11 0,-2 2 1 15,2 5-5-15,-1-3-24 0,-2 2-22 0,1-3-42 16,-2 0-53-16,-2 0-90 0,2 0-404 16,-2 0-44-16,-1-4 67 0,1-4 31 0</inkml:trace>
  <inkml:trace contextRef="#ctx0" brushRef="#br0" timeOffset="-24925.95">27134 3652 1087 0,'-3'-6'323'0,"3"6"-34"0,-2-7-28 16,2 7-18-16,2-5-33 0,7-1-13 15,2-1-23-15,3 3-20 0,7-4-11 0,3-1-12 16,7-3-21-16,3 0 3 0,0 0-26 0,13-2 15 15,-6 2-25-15,-6 1-3 0,-1 1-18 16,3-3-2-16,11-2 0 0,-13 4-23 0,-2 1-6 16,-8 2-2-16,-2-1-2 0,-2 0 9 0,-2 2-14 15,-4 0 14-15,-1 0-6 0,-4 3 4 16,-3 0-5-16,1 0-8 0,-6-1 0 0,2 2 11 16,-4 3-3-16,0 0-15 0,0 0 2 0,0 0 5 15,-15 10 3-15,6-3-5 0,2 3 5 0,-4 1-5 16,5 3-13-16,-1 0 0 0,0 3-5 15,0-1-8-15,0-3 15 0,4 2-4 0,-1 0 4 16,1 1-4-16,3-7 2 0,0 2 2 0,0 2 4 16,3-5 1-16,-2 1-4 0,5-4 4 0,4 2 9 15,1-3 2-15,-1-4-13 0,4 0 3 16,-1-4 15-16,1 0-11 0,0-2-4 0,2-2-5 16,-2 0 15-16,-3-3-6 0,0 2 1 0,2-5 2 15,-3 3 11-15,1 0-3 0,-2 1-5 16,-2 2-51-16,0 0 5 0,0 4-1 0,-3-4-1 15,2 3-6-15,-2 1 23 0,-1-2-10 0,3 4-8 16,-1-3 6-16,-2 2 7 0,3 2-3 16,-6 1 26-16,10-5-20 0,-3 3 5 0,4 1 0 15,-1-2 7-15,0 2-12 0,4 1 17 0,0-3-7 16,3 2 3-16,0-2 9 0,0 1-9 0,4 0 2 16,-1 0-13-16,0-2-23 0,-2 4-18 0,2-1-22 15,-3-1-35-15,0 2-29 0,0 0-42 16,-6-1-77-16,2 2-214 0,-2 1-252 0,2-1 34 15,-2-1 82-15,-11 0 56 0</inkml:trace>
  <inkml:trace contextRef="#ctx0" brushRef="#br0" timeOffset="56681.68">4982 9576 435 0,'0'0'146'0,"0"0"-1"15,0 0-1-15,0 0-42 0,0 0-22 16,0 0 4-16,0 0-10 0,0 0 29 0,0 0-34 16,0 0 0-16,11 0-13 0,-11 0 8 0,0 0-5 15,9 0-23-15,-9 0 36 0,8 2-29 0,-8-2 93 16,10 0-16-16,-4 3-7 0,-6-3 2 16,15 0-20-16,-15 0 2 0,16-3-18 0,-2 1 6 15,-4 2-3-15,0 0 2 0,4 0-23 0,0-1-4 16,0 0 7-16,2-1-23 0,-1-1 10 15,1 2-15-15,5 1 12 0,-5-3-4 0,5 1-16 16,0-1 5-16,-1 1 8 0,4 1-20 16,-3 0 15-16,3-2-6 0,-1 1-4 0,5 0-6 0,-1 0 9 15,1-2-17-15,2 4 9 0,-2-5 2 16,0 2-3-16,2 1-4 0,1 0 4 0,-4-3 1 16,4 5-9-16,-3-2-86 0,3 0 18 0,0-2 5 15,2 4 7-15,-2-6 8 0,0 5 6 0,3-2-1 16,-3 1-7-16,3-3 14 0,0 4 12 15,0 0-11-15,3-5 5 0,-2 6 0 16,-3-2 10-16,1-2-7 0,1 2-1 0,-3 0 9 16,3 1-1-16,-3 0 5 0,0-2 3 0,3 1-5 15,-3 1-7-15,3-2 17 0,-3-1-5 0,2 2 5 16,1-2 0-16,5 0-13 0,-1 3 18 16,2-5-15-16,-3 5-5 0,2-2 2 0,1-1 8 15,1 1 8-15,-4-1-10 0,5 1 7 0,-1 1-8 16,0-4-2-16,1 3 5 0,-2-1 10 0,1 2-17 15,0-3 12-15,0 2-8 0,-3 1 8 0,-1-4-5 16,1 3-2-16,-1-1-1 0,-5 1 3 16,5-4-2-16,-6 6 2 0,2-5 10 0,5 2-18 15,0 0 3-15,-3-3 0 0,2 2 13 0,0 0-3 16,0-2 0-16,2 4-3 0,-1-5 3 16,-1 1-5-16,3 3 8 0,-1-2-10 0,-2 0-1 15,0-1 0-15,1 3 11 0,0-2 2 0,-4 0-15 16,1 2 3-16,2-3-1 0,-6 5 6 0,3-4 4 15,3-1-4-15,1 2-3 0,-3-1 13 16,2 0-6-16,0 2-1 0,-2-3-17 0,2 2 16 16,-2 2 1-16,2-4-17 0,-6 5 16 0,0-3-10 15,-1 1 13-15,1-2 0 0,-3 5-6 16,3-6 6-16,0 5-6 0,2-4-2 0,-2 3-2 16,0-3 12-16,-3 5-5 0,2-5-5 0,1 5 5 15,-4-5-5-15,4 2 0 0,-5 3 31 16,2-5-26-16,3 5-10 0,-4 0 8 0,1-4 4 15,2 4-2-15,-2-1-20 0,3-2 15 0,-1 2 0 16,2 0-10-16,1 1 2 0,-2-3-2 0,3 2 10 16,-3 1 5-16,3 1 3 0,0-3-6 15,1 0-4-15,-1 2-1 0,0 1 1 0,0 0 14 16,0-2-19-16,-2 1 14 0,2 1-4 0,-1-3-3 16,-2 3-3-16,3-1 1 0,-3 1-6 0,0 0 13 15,-1 0-10-15,1 0 13 0,0 0-13 0,-3 0 2 16,-1 0 1-16,4 0 9 0,-7 0-12 15,7 1-2-15,-1 2-4 0,-5-6 9 0,1 6 4 16,2-6 6-16,-1 3-8 0,0 0 10 16,4 3-15-16,-3-3 15 0,-1-3 11 0,1 3-24 15,2 0 1-15,-2 0 7 0,3-1-8 0,-1 1 3 16,1 0-5-16,-3-1 8 0,2-1-6 16,-3 2 3-16,4 0 5 0,-4 0-5 0,4 0 0 15,-4 0 3-15,-2 0-3 0,5 0-8 0,-6 0 6 16,4 2-1-16,-5-2 8 0,4 1-7 0,-2 0-14 15,-1-1 21-15,0 3-7 0,-1-2 9 0,1-1-9 16,0 0 12-16,0 2-12 0,1-2-4 0,-2 0 12 16,1 0-1-16,0 0 2 0,0 0-2 15,-1 0-2-15,1 0 7 0,1 0 1 0,-1 0-11 16,0 1-11-16,-1 2 1 0,1-3 18 0,0 2-3 16,-2-2-8-16,0 1-7 0,3-1 10 15,-4 1 0-15,3-1-3 0,-1 2 3 0,1 2-7 16,0-3 12-16,-3 2-5 0,-1 1 26 0,4-1-34 15,-3-3 10-15,-1 1-4 0,1 4-1 16,0-4 1-16,1 0-6 0,-1 5 13 0,-3-5-2 16,2 2-8-16,0 2 2 0,-2-3-5 0,-1 2 3 15,3-1 13-15,-6-2-3 0,3 5-10 16,-4-5 2-16,2 1 11 0,-2 0-11 0,1 2 9 16,-4-2 4-16,3-1-20 0,-5 2-36 0,2-1-42 15,-3-1-55-15,-1 0-161 0,2 1-441 0,-5 1 97 16,-3-3 49-16,10 1 44 0</inkml:trace>
  <inkml:trace contextRef="#ctx0" brushRef="#br0" timeOffset="58118.33">13819 9663 755 0,'10'-2'273'0,"-10"2"-17"0,13-3-25 15,-5 2-16-15,-1-3-21 0,6 2-14 0,-2 0-6 16,2-3-26-16,2 4-15 0,4-1-2 0,2-3-19 15,3 1-14-15,4-2-9 0,2 5 3 16,1-6-15-16,3 4-10 0,1-4-1 0,2 0 8 16,3 3-25-16,2 0-62 0,-4-3-2 0,2 2 30 15,5 0-35-15,-4 1 15 0,3 0-8 16,14-4-5-16,-10 5 8 0,-7-3 2 0,4 5-5 16,-4-2 13-16,3-1-2 0,1 1-3 15,13-2 2-15,-7 2 6 0,-6-1-3 0,-1 2-8 16,1 0 13-16,-1-4 0 0,1 6-2 0,-1-6-3 15,1 2 2-15,12-3-7 0,-6 6 69 0,-6-5 3 16,-1 5-11-16,15-7 13 0,-12 4-23 16,-5-2 11-16,2 5-17 0,11-8-4 0,-4 2-5 15,-7 5 15-15,11-4-10 0,-8-1-5 0,-2 5-6 16,-4-3-2-16,1 2 0 0,2 1 0 0,-4-3-5 16,-1 1 8-16,2 0-6 0,-4 2-15 0,3-2 13 15,-9 2-18-15,4 0 23 0,0 1-10 16,-2-3-10-16,-1 4 4 0,2-2-1 0,0 1-4 15,0 0-2-15,0-1 5 0,0-1 0 0,7 2 8 16,-3 1-8-16,3-2 11 0,0-2-11 16,0 3-5-16,0 0 7 0,-1-1-7 0,-1 1 8 15,-2 0-10-15,0-4 2 0,4 4 7 0,-6 1-9 16,-1-1 15-16,3-1-11 0,-2-1-2 16,-1 2 8-16,0 1-16 0,0 0 21 0,7-3-8 15,-6 0 26-15,5 1-31 0,1 0 2 0,-2 2-4 16,4 0-1-16,-2-1 16 0,4 0-16 0,-1-2 21 15,1 3-20-15,-1 0 9 0,1 0 6 0,-1 3-8 16,-3-1-2-16,1-2-3 0,1 3 8 16,-1-2-6-16,-1 3 3 0,0-2-10 0,3-1 13 15,-3 4-13-15,0-4 10 0,1 2-3 0,2 1-2 16,0-3 11-16,0 2-19 0,0-2 13 0,2 3 8 16,-3-2 0-16,-1-1-6 0,-4 4-2 15,-4-4 3-15,0 0-3 0,-3-1-2 0,-1 5 4 16,-5-4-4-16,-1 0 2 0,-1-1 0 0,1 2-18 15,-6-1 19-15,1-1-4 0,-4 1-10 16,1 2 11-16,-2-2-3 0,-1 1-8 0,-1-2-33 16,-2 4-66-16,0-1-70 0,0 0-685 0,-3 2 53 15,-4-2 105-15,0 2 87 0,-3-5 54 0</inkml:trace>
  <inkml:trace contextRef="#ctx0" brushRef="#br0" timeOffset="144138.26">22591 9663 821 0,'4'-19'341'0,"2"3"-19"0,-2-1-35 15,2 3-11-15,1 0-53 0,-3-1-18 0,0-2 2 16,2 1-33-16,-3-1-20 0,1 0-14 0,-4 1-6 16,3-1-24-16,-3 2-5 0,0 3-13 15,0-4-3-15,-3 3-12 0,2 1 13 0,0 2-13 16,-4-2-14-16,2 2-1 0,0 2-8 0,-1-1-6 15,-3 5-12-15,3 0-3 0,-2-2 1 16,-1 2 2-16,3 3-24 0,4 1 6 0,-13-1 0 16,13 1 0-16,0 0-13 0,-10 4 11 0,9 2-6 15,1-6-3-15,0 10-1 0,4-1 1 0,-1-1 1 16,7 5 0-16,4-3-11 0,0 0 6 16,3 7-1-16,0-4 3 0,3-1-2 0,-2 3 7 15,2-1 3-15,0-1-16 0,-2 2 3 0,-1-3 8 16,-3 2 0-16,2 1 2 0,-5-5-2 0,-1 5-6 15,-3-5 14-15,-1 5-11 0,-5-5 10 0,2 4-7 16,-6-3 10-16,-1 4-18 0,-3-3 7 16,-6 3 6-16,3 0-10 0,-4-4 15 0,-3 3-8 15,0 0-5-15,-1-4 13 0,1-1-5 0,0-3-6 16,0-2-4-16,1 2 20 0,1-5 0 0,-1 2-20 16,2-3 2-16,3 0 20 0,0-1-12 15,-2-1 8-15,3 0-16 0,1-3-8 0,-2 4 18 16,4-6-2-16,1 5-5 0,2-3 5 0,-3 0 0 15,6 0-3-15,-2 1-3 0,0 0-30 16,3-3-7-16,0 7-9 0,0-10-43 0,0 10-7 16,3-7-32-16,1 6-40 0,3-1-41 0,0-3-67 15,0 4-199-15,-1-1-344 0,5 0 108 0,-1-3 39 16,0 4 58-16,1-6 44 0</inkml:trace>
  <inkml:trace contextRef="#ctx0" brushRef="#br0" timeOffset="145038.15">22922 9401 990 0,'0'0'302'0,"0"-4"-33"16,0 4-28-16,0 0-32 0,0 0-6 0,0 0 1 16,0 0-45-16,15 10 13 0,-12-2-34 0,3 2-15 15,-2 2-72-15,6 2-13 0,-6 1-7 0,3 1 2 16,2-1-5-16,2 3-7 0,-4 0 7 15,3 0 5-15,4-1-7 0,-4-2 12 0,0 1-25 16,4-2 2-16,-4-1 9 0,3-4-7 0,-2-1 1 16,-1 2-10-16,4-3 13 0,-4-2-9 15,0-2 4-15,4-3-4 0,-4 0 4 0,-3-2-3 16,7-4-8-16,-4-3 2 0,0 1 11 0,1-2 3 16,-4-5-13-16,2 0 4 0,-2-3-7 15,-2 1 1-15,1 0 17 0,-2 4-13 0,2-1 21 16,-6 1-3-16,3 2 8 0,1 2 2 0,-4-1-2 15,3 3-8-15,-3 1 5 0,4-1 0 16,-4 7-7-16,0-4 0 0,0 4-8 0,0 0 7 0,0 0-15 16,0 0-4-16,-7 19 6 0,7-10-7 15,0 0 11-15,0 3-3 0,0-2-6 0,0 0 4 16,3 2-1-16,1-1 10 0,0-2-4 0,2 1-24 16,1 0-2-16,0 0 2 0,3-1-23 0,-3-3 29 15,6-1-26-15,1 0-13 0,0-2-3 16,3-1-20-16,-3-2 13 0,3-3-3 0,0-1 13 15,0 0-2-15,-1-3 9 0,-1-3-9 16,-2-2-1-16,-2 0 16 0,-4-3-13 0,2-4 31 16,-2-2-5-16,-2 3-8 0,-2 1 18 0,0 1 5 15,0 0 20-15,0 5 13 0,-2 0-10 16,-1-1 0-16,3 3 8 0,-3 2-21 0,0 4 8 16,0 3 13-16,0 0-18 0,0 0-3 0,0 0 5 15,0 0 3-15,3 27-15 0,-3-12 15 0,4 3-5 16,-1 7-8-16,0 0 7 0,2 6-1 0,4 2 7 15,-5 2-11-15,2-2-7 0,2 3 16 0,-1-2-4 16,3 14-17-16,0-11 23 0,0-7-23 16,-3 2 3-16,3-6-19 0,-2-1-17 0,-2 0-14 15,1-4-32-15,2-2-23 0,-5-3-52 0,3-5 10 16,-3-1-22-16,-1-2-34 0,0-3-36 16,-2-3-53-16,-1-2-11 0,0 0-45 0,-4-21 48 15,1 0 84-15,-5-6 98 0,1-6 87 0,-2-2 33 16,2-13 53-16,-1 8 42 0,-1 5 33 15,2 2 69-15,0 1 5 0,-3-3-10 0,6 3-5 16,-2 7-10-16,2 0-11 0,1 0-7 0,0 0 0 16,3 5-29-16,3-3-15 0,0 6-15 0,0-2-8 15,1 0 11-15,3 6-27 0,0-2-9 0,0 5-16 16,3 1-2-16,1 3 0 0,-1 0-1 16,-1 5-12-16,1 1 0 0,4 7 2 0,-3-1-5 15,3 3 3-15,-1 1-2 0,-2 5 1 0,-1-2 14 16,-1 3 5-16,-2 1-16 0,-2-2 16 15,-2 3-8-15,0-1-15 0,-3 0 5 0,-3-1 5 16,0 1 2-16,-5-2-5 0,1 2-2 0,1-4-8 16,-4-1 1-16,-1 2-4 0,4-3-4 0,-3-3 2 15,-1 2-10-15,2-3-24 0,-1-6-25 16,-1 2-7-16,4-6-52 0,-3 2-25 0,2-6-34 16,-1 2-48-16,5-2-77 0,-2-2-72 15,5 0-383-15,1 0 22 0,1 0 65 0,2-1 73 0</inkml:trace>
  <inkml:trace contextRef="#ctx0" brushRef="#br0" timeOffset="145637.82">23975 9426 445 0,'11'-8'177'0,"-4"-2"-9"16,4 2-11-16,-5 1-19 0,0-3 3 15,-2 3-13-15,-1-1 12 0,1 0-7 0,-1-1-7 16,0 1 10-16,-3 1-6 0,0 2-7 0,0-1-10 15,0-1 2-15,0 7-10 0,-3-8-18 16,3 8-16-16,-10-2 14 0,10 2-11 0,-13 8-7 16,2-5 73-16,4 4-9 0,-3 3-13 0,-1 3-16 15,4-1-7-15,-2 2 0 0,1 2-16 16,2 0-7-16,2 1-6 0,-2 0 1 0,6-1-3 16,0-1-5-16,0 3-6 0,3-2-4 0,3 0 0 15,1-3 2-15,1 2-15 0,5-5 5 0,1-1-16 16,0 3-15-16,3-7-12 0,0 2-21 15,3-7-18-15,0 1-23 0,-2-2 5 16,3-1-18-16,-5-4-2 0,2-1 5 0,-5-3-16 0,1-2-7 16,-4-1 5-16,0-4-3 0,-7-1 26 0,2 3 15 15,1-3 34-15,-3 1 22 0,-2 6 36 16,2-3 3-16,-3 6-7 0,3-2 4 0,-3 2-7 16,3 1-3-16,-3 1-5 0,0 6 13 0,0 0-8 15,0 0 0-15,0 0-10 0,4 14 0 16,-1-4 0-16,3 3-16 0,-4-1 16 0,1 3-2 15,4 1-9-15,-1-3 1 0,-2 1 0 0,-1 3 2 16,4-2 5-16,-3-1-2 0,2-1 0 16,-2-1-10-16,-1-2 14 0,0 1 1 0,-3-4 28 15,3 0-61-15,-3-3 0 0,1 1 5 0,-1-5 2 16,0 0 10-16,0 0-12 0,0 0 5 0,0 0 10 16,-12-17-13-16,7 1 8 0,-1 1 3 15,2-6 2-15,-3-2-7 0,3-1 4 0,-2-4 3 16,6 3 0-16,-4-3-5 0,4 2 8 0,3 2 2 15,-2-1-15-15,2 5 13 0,0-1 5 0,1 3-16 16,-1 1 13-16,4 0-2 0,0 6-18 16,0-3-18-16,-1 6-24 0,2 0-22 0,-1 1-28 15,2 5-36-15,-2 2-123 0,1 0-223 0,1 6-236 16,-2-3 29-16,3 5 80 0,-2-2 42 16</inkml:trace>
  <inkml:trace contextRef="#ctx0" brushRef="#br0" timeOffset="146104.25">24516 9453 711 0,'9'13'317'0,"2"-4"-40"0,-4 1-21 16,0-2-26-16,-1 0-35 0,2 2-3 0,2 3-16 16,-1-4-25-16,2 1-10 0,-4 3-15 0,3-4-11 15,-3 1-15-15,4-2 10 0,-5 0-28 0,1-2 0 16,0-2-1-16,3 3-1 0,-3 0-16 15,-1-4 0-15,-2-2-16 0,3 2 19 0,-7-3-8 16,0 0-8-16,14-7-18 0,-11 0 6 0,0 0-6 16,-2-4-2-16,-1-3-3 0,0 3-8 0,0-3 44 15,0-1-38-15,0 4 7 0,0-4-5 16,-1 4 8-16,1-2 10 0,-3 2-71 0,3 4 4 16,0-3 3-16,3 2-7 0,-2-1 7 0,5 1 10 15,0 0-5-15,-1 1 6 0,5-3-6 16,0 2 10-16,4 1-4 0,-1-3 4 0,2 2 3 15,4 1-8-15,-1-3 13 0,2 1-7 0,-3-3-1 16,1 6 6-16,-2-1-8 0,-1-1 2 16,-2 0 11-16,1 1-6 0,-4 5-7 0,0-4 5 15,-3 4-7-15,0-2 9 0,0 3-15 0,-7 1 11 16,10-1 12-16,-10 1 8 0,10 8-10 0,-9-2-6 16,2 1 6-16,0 2 2 0,1 1-15 15,-1 0 20-15,0 4-15 0,2-3 0 0,-3 4 8 16,1 1 54-16,1 0-24 0,0 2-36 0,-1 0-48 15,3-3-51-15,-5 2-44 0,5 1-371 0,-3-1-330 16,1-1 141-16,0-4 33 0,2-1 82 16,-2-4 35-16</inkml:trace>
  <inkml:trace contextRef="#ctx0" brushRef="#br0" timeOffset="146238.77">25059 9003 532 0,'0'0'54'0,"-3"12"-482"0</inkml:trace>
  <inkml:trace contextRef="#ctx0" brushRef="#br0" timeOffset="147204.25">25364 9150 842 0,'-18'8'317'0,"1"2"-12"15,4 0-31-15,3-1-24 0,-2 1-24 0,1-1-104 16,-1 1-1-16,2-1-19 0,0-1 1 16,3 0-9-16,4 1-4 0,-2-2-21 0,2 2-2 0,3-1 4 15,3-1-22-15,2 2 2 0,1 0-18 16,4 0 8-16,0 1-5 0,7-2-10 0,-3 3-8 15,0 1 10-15,1-3 0 0,-2 1 8 0,3-2-11 16,-2 3 4-16,-4 2-9 0,4-5-12 0,-7 3-3 16,0-2-3-16,1 3 1 0,-6-2 20 15,1 0-13-15,-3-1-2 0,-3 4 0 0,-1-2 2 16,-5-3 0-16,2 1-7 0,-4 0 9 16,4-2-1-16,-1 0-11 0,-4-4 7 0,2 1 11 15,0-3-8-15,-1-1 3 0,11 0 0 0,-17-8-5 16,14 3-8-16,-4-1 0 0,3-4 20 15,8 1-7-15,-4-1-10 0,7 0-9 0,0-4 6 16,6 3 8-16,4-4 2 0,1 3-12 0,5-4 2 16,6 1 0-16,0-2 15 0,2 3-10 0,0 2 3 15,3-2 0-15,-3-1-11 0,2 5 6 0,-2-1 4 16,-6 1-7-16,-2 3 3 0,-5 0-3 16,-4 0 2-16,3 3 1 0,-7 0 0 0,0 1 9 15,-3-1-7-15,-3 3 6 0,-4 1-4 0,0 0 4 16,0 0-4-16,0 0 14 0,-4 12-3 0,-3-8 12 15,0 3 4-15,1 0-11 16,-1 0-3-16,-4-1-10 0,5 6 3 0,-1-3-5 0,4 0 15 16,-1 1-3-16,0 0-12 0,4 3 7 0,4-3-4 15,-1 0-4-15,4 4 9 0,0-4 48 16,3 2-10-16,4-1-1 0,2-1-4 0,2-2-3 16,3-1 5-16,2 0 0 0,4-4-25 0,-2-2-64 15,-1-1-9-15,6-1 24 0,-2 1-2 16,3-2-1-16,0-4 8 0,-1 2 0 0,-2-3 6 15,-1 1 4-15,-1-4 0 0,-1 1-2 0,-4-5-10 16,0 4 7-16,-5-5 8 0,1 2-3 0,-7-1 0 16,0 5-2-16,-2-3-3 0,-2 3 8 15,-5 0-8-15,-1 5 6 0,0-1 4 0,0 5-5 16,-7-4 3-16,-1 5 0 0,-2 0 8 0,0 3-6 16,-4 3-7-16,1 0 20 0,-1 3-12 0,4 3 14 15,-3-4 1-15,2 2-15 0,1 3 7 0,0 0-3 16,2-3 1-16,2 5-13 0,2-7 10 0,1 5 0 15,3-4-3-15,0 1 6 0,0-3-6 16,6 2-5-16,-2-3 3 0,3 0-5 0,3-1 10 16,0-4-10-16,-3-2 7 0,4 0-7 0,-1-5-3 15,0 2 18-15,1-6 3 0,-1-4-13 0,0 1 2 16,1-5 11-16,-1-7-3 0,1-4 3 16,-5-4-11-16,-3-7 6 0,-1-13-3 0,-4-4 2 15,-1-4-12-15,-5 1 8 0,-1 3-11 0,-1-1 5 16,2 8 0-16,1 12 3 0,0 6 36 15,1 6-21-15,0 6-5 0,-2-3 8 0,1 9-8 16,0-1-7-16,-2 7 20 0,1 6-13 0,1 1 2 16,7 0-12-16,-20 8 3 0,13 6 12 0,2 2 10 15,0 4 9-15,2 5-11 0,3 7-6 16,3 3-1-16,3-2-9 0,3 16 6 0,4-6-3 16,3 0 5-16,1-1-2 0,0-2-6 0,7-7-4 15,-6-1-11-15,0-7-18 0,-2 0-30 0,1-1-52 16,0-5-25-16,0-4-151 0,-3-3-564 0,-4 0 126 15,4-9 26-15,-7-2 120 0,-1-2 51 0</inkml:trace>
  <inkml:trace contextRef="#ctx0" brushRef="#br0" timeOffset="147738.29">27599 8918 901 0,'-3'18'327'0,"3"-5"-17"16,0 0-31-16,0 8-33 0,0 2-26 0,0 3-33 15,3 2 2-15,0 6-30 0,1 3-3 0,-1 0-15 16,1-4-42-16,3 6-29 0,-1-4-60 0,4 8-92 16,1-8-92-16,-4-2-563 0,3-3 40 15,1-3 42-15,-1-5 79 0</inkml:trace>
  <inkml:trace contextRef="#ctx0" brushRef="#br0" timeOffset="148325.76">27873 9369 790 0,'6'-16'320'0,"5"3"-23"0,-4-2-23 0,-1 1-28 16,1 3-5-16,-4-4-42 0,5 2-9 16,-5-1-16-16,2 0-16 0,-3 3-12 0,-2 0-13 15,3-1-7-15,-3 2-8 0,3 1-1 0,-3 1-17 16,-3 0-13-16,3 1-10 0,-3 5 0 0,3 2 0 15,-10-5-29-15,10 5 1 0,0 0-70 0,-21 8 1 16,14-1-1-16,-2 3 9 0,-2 3-4 16,4-1 3-16,0 2 11 0,3 2 2 0,0 1-10 15,1 0 7-15,0 1 3 0,3-3-10 16,5 3 2-16,-3-1-7 0,8 0 25 0,-3-2-10 16,6 3 13-16,1-5-18 0,3-1 18 0,4-4-16 15,3 2 6-15,3-3-6 0,1-6-12 0,3 2 9 16,0-6-9-16,6 0-8 0,-3-3 3 15,0-3-3-15,-6-1 0 0,-1-5 2 0,-3 1 3 16,-7 1-5-16,0-5 3 0,-7 3-9 0,-3-1 22 16,2 1 14-16,-7 2 1 0,1 2-10 0,-3 0 7 15,-3 2 13-15,2 0 5 0,-6 2-3 16,1 0-5-16,-4 1 1 0,-1 4 4 0,4 0-7 16,-3 2 5-16,0 2-5 0,-1 0 7 0,-2 2-7 15,6-1-10-15,-3 4 7 0,0 0-8 0,6 0 9 16,-2 0-6-16,4-3-8 0,-4 3 6 15,6 0 7-15,0-3-2 0,3 2 5 0,2 0-8 16,-2-4 7-16,4 2-9 0,2 2 0 0,-2-2 2 16,4-1 2-16,-4 3-2 0,3-4-5 0,1 5-5 15,2-4 10-15,-3 4-12 0,1-4 20 16,-1 4-16-16,3-1 8 0,-2 0-13 0,-1-2 11 16,1 3-16-16,2-3 3 0,0 2-3 0,1 1-20 15,-1-4-46-15,2 2-19 0,-2-3-19 16,4 3-52-16,-3-4-59 0,0 1-59 0,-4-2-97 15,0-3-335-15,4 0 79 0,-4 1 44 0,-3-1 66 16</inkml:trace>
  <inkml:trace contextRef="#ctx0" brushRef="#br0" timeOffset="148622.31">28590 9268 609 0,'0'0'238'0,"3"-6"-21"16,-3 6-14-16,0 0-17 0,0 0-76 15,0 0-23-15,0 0 6 0,8 14-4 0,-3-5-4 16,-3 0-6-16,1 4 64 0,3-2-15 0,-2 4-12 15,3 1-9-15,-3-4-15 0,-1 2-12 16,2-3-4-16,-3 2-4 0,-2-4 0 0,6 1-1 0,-3-2-7 16,1-1-56-16,-4 3 18 0,4-4-1 15,-1-4 9-15,-2 4 4 0,-1-6-12 0,0 0 12 16,0 0-12-16,0 0 12 0,0 0-18 0,-4-21 1 16,4 9-6-16,-4-4 1 0,0-2-1 15,1-6 3-15,-3-1-5 0,4-4 2 0,-3 0 0 16,5 3 11-16,-3 0-3 0,2-2 5 0,1 3 13 15,0 5-10-15,-1-1-8 0,2 3-3 16,-1 0-4-16,0 8-9 0,1-5-27 0,-1 5-8 16,3 0-44-16,0 1-33 0,0 5-38 0,-2-3-113 15,5 4-499-15,-2 3 97 0,-4 0 15 0,11-1 60 16</inkml:trace>
  <inkml:trace contextRef="#ctx0" brushRef="#br0" timeOffset="149187.91">28932 9332 798 0,'4'17'300'0,"-1"-4"-19"16,-1 0-15-16,-1-1-38 0,0 1-26 0,-1-3-22 15,0 2-19-15,3-3-5 0,-3 0-20 0,0 0-16 16,0-2 0-16,0-1-15 0,0 0-10 15,0 1 15-15,0-7-23 0,0 7-10 0,0-7-6 16,0 0-7-16,0 0-20 0,0 0 2 0,-3-25-2 16,3 11-3-16,0-3-11 0,0-1-4 15,3 1-8-15,-3-2 0 0,5-2 2 0,-3 3 3 16,1 0-7-16,4 0-1 0,0 2 3 0,0 1 5 16,1 0-5-16,-3 4 2 0,6-1-4 15,-1 8-4-15,0-2 14 0,1 4-8 0,2 1-3 16,1 4-4-16,-1-3-9 0,1 7 19 0,0 1-16 15,2 0 5-15,-2 1-13 0,0 1-2 0,-3 2 5 16,2-2 5-16,1 1 0 0,-1-3 1 16,-1 2 4-16,-1-2-5 0,0-1-5 0,-4 2-5 15,4-1 2-15,-1-7-2 0,0 5 10 0,-2-6-15 16,2 0-3-16,1 0-5 0,0-3-5 0,-3-3 0 16,2-3 5-16,1-1-2 0,-4-4-6 15,2-1 1-15,-2-2-3 0,-3-2 7 0,3-1-5 16,-4 2 14-16,-1 0 17 0,0 3 10 15,1 3 11-15,-3-2-3 0,3 4 2 0,-1 3-4 16,-2-1 4-16,0 5 9 0,0 3 22 0,0 0-28 16,0 0 11-16,0 0-22 0,-5 17-1 15,5-8 22-15,3 1-7 0,-3 3-3 0,2-1-5 0,0 2 3 16,-2 1-11-16,3 0-2 0,4-1 2 16,-3 3-35-16,-1-4-24 0,4-1-76 0,-4-4-136 15,4 2-584-15,0 1 39 0,-3-7 82 0,4 2 69 16,-6-5 69-16</inkml:trace>
  <inkml:trace contextRef="#ctx0" brushRef="#br0" timeOffset="150021.25">29496 9008 163 0,'10'17'64'0,"-3"1"3"16,4-4-44-16,-4 1 28 0,3-1 8 16,-4 1-3-16,2 2 31 0,-2 0 5 0,1 4 1 15,-1-3 6-15,-2-1 1 0,0 0-2 0,0 0 14 16,-1 1-4-16,0-4-9 0,-3-2 19 16,3 2 3-16,-3 0 78 0,2-3 9 0,-2-1-11 15,0-3 0-15,0 0-85 0,0 1 9 0,1-5-11 16,-1-3-10-16,0 0-29 0,0 0-2 0,0 0 3 15,0 0 0-15,-6-25-8 0,9 8-3 0,-1-1-33 16,0-4 8-16,1-2-10 0,3 2 10 16,-1 0-1-16,2-2-17 0,3 5 5 0,-4 2-18 15,2 2 8-15,2 3-3 0,-1 0 3 0,-2 5-13 16,4 3 11-16,-1 2 4 0,0-3 0 16,-2 7 11-16,5 2-16 0,-3-3 5 0,4 6-7 15,-1-3 0-15,1 3 2 0,-1 0 0 0,-1 1-2 16,1-2 0-16,0-2 10 0,-2 3-8 15,2-3 10-15,-2 2-4 0,2-6-11 0,-1 4 5 16,1-4-7-16,0-3 7 0,1 2-13 0,-1-5 6 16,4-3-6-16,-6 0 11 0,2-2-18 0,1-4-6 15,-4-3 9-15,-3 0-4 0,2-2-4 0,-7 1 10 16,1 1-5-16,0 0 15 0,-3 1-18 16,3 3 8-16,-2 3 5 0,-1-3-16 0,0 7 1 15,0 4 0-15,0 3-1 0,0 0 19 16,0 0-13-16,0 0 15 0,3 31 8 0,3-10 5 15,-1 4-1-15,4 8-14 0,0 17 15 0,3 0 0 16,-2 6-3-16,0-2-7 0,1 3 0 0,-4-3 4 16,3 0-4-16,-4-2 0 0,-2 1-1 0,0-8-4 15,-4-6 5-15,0-3-3 0,-4 3 2 16,2-3-1-16,-6-4 14 0,-2 3-15 16,-4-9 0-16,2 4 11 0,-7-7-14 0,-1-2 24 0,3-6-16 15,-4-1 3-15,1-4 7 0,-4-2-15 0,6-5 19 16,-2-3-1-16,2 0 23 0,-1-2-8 15,1-5-7-15,-2-1-13 0,8 4 23 0,-4-7-18 16,3 1 0-16,3-1-8 0,2-1-10 0,2 2 16 16,4-2-1-16,0-1-5 0,4 2-15 15,0-3 3-15,6 2 7 0,1-1-10 0,7-2 10 16,-1 2 6-16,5-1-3 0,1 3-1 0,6-3-12 16,1-1 23-16,-1 4 41 0,4-1-2 15,0 0-1-15,-7 4-15 0,2-2 13 0,-2 3-10 16,0-1-11-16,-3 0 3 0,-4 4 8 0,2-1-29 15,-4-2 21-15,-1 6-12 0,-4-2 4 16,0-2-8-16,1 2 6 0,-1 2-16 0,-4-4-2 16,-6 5-5-16,11 0-41 0,-11 0-65 0,0 0-60 15,0 0-313-15,0 0-448 0,-14 14 138 0,7-11 46 16,-3 1 78-16,-2-2 42 0,-3-2 103 0</inkml:trace>
  <inkml:trace contextRef="#ctx0" brushRef="#br0" timeOffset="194532.99">25035 12090 752 0,'-6'-4'215'15,"6"4"-28"-15,0 0-18 0,0 0-5 0,-4-3-16 16,4 3-15-16,0 0-2 0,0 0-13 0,0 0-14 16,0 0-14-16,0 0 2 0,0 0-18 15,0 0 1-15,0 0-6 0,0 0-3 0,0 0-9 16,0 0 9-16,0 0 6 0,0 0 2 0,0 0-84 15,0 0 38-15,0 0 0 0,17 8 5 16,-10-6-10-16,5 2 85 0,-1-1-34 0,0-2 8 16,6 0-23-16,0 5 8 0,0-6-14 0,7 3 1 15,-3 0-13-15,2-2 5 0,2 0-13 16,-1-1 8-16,3 0-7 0,0 0-14 0,1 0 3 16,-1 0 5-16,3 0 0 0,1-1 3 0,0 0-10 15,-1-2 4-15,-2 1-4 0,3 1 12 0,-1 1-13 16,-2-3-2-16,3 0-10 0,0 2 13 15,-4 1-11-15,4-3 10 0,-1 2-4 0,1-3 9 16,0 2-2-16,0 1 3 0,10-3-11 16,-3 1 1-16,3 0 4 0,-1-1-2 0,2 1 2 15,2-2 1-15,1 3-3 0,-4-5-10 0,6 6 2 16,-2-5 8-16,-1 5 0 0,-2-3-11 0,1-2 6 16,-5 6-3-16,4-5 1 0,-5 2 1 0,1 3-7 15,-4-3 3-15,0-1 0 0,0 1-6 0,1 1 11 16,5-3 3-16,-9 5-1 0,7-2-5 15,2-3-15-15,-1 4 8 0,4-6 2 0,0 6 7 16,14-6-9-16,1 4-6 0,0-4 19 16,0 0 7-16,-9 4-77 0,-5-4 21 0,-1 6-3 15,2-6 5-15,-1 5 3 0,-2-3-8 0,2 1 21 16,-3-2 56-16,4 4-5 0,-4-4 10 16,4 6-13-16,-2-7-2 0,-5 7 5 0,4-4-16 15,-5 0 8-15,-3 2-2 0,0 1 10 0,0-3-13 16,-3 1-3-16,0 3 11 0,-2-3-13 0,-3-1 7 15,1 3 6-15,-3-1-3 0,-7 1-5 0,1 0-5 16,-5-4-5-16,4 5 13 0,-7 0-11 16,0 0-15-16,1 0 31 0,-4-1-21 0,3 2-7 15,-10-1-1-15,12 0-30 0,-10 0-26 0,-2 5-33 16,0-5-112-16,-11 12-562 0,4 2-96 0,-9-2 132 16,1 4 34-16,-7-5 77 0,-3 0 69 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5:19:27.0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1943 7121 732 0,'-3'-6'258'0,"3"6"-25"0,0-6-38 15,0 6-14-15,0 0-27 0,-3-6-8 16,3 6-5-16,0 0-26 0,0 0-13 0,13 12-5 16,-5-8-7-16,1 5-8 0,1-1-8 15,1 6-5-15,2-3-10 0,-2 3 8 0,3 1-39 16,2-2 15-16,-2 1 1 0,0-2-8 0,0 2 0 16,-1-3-1-16,1 2-6 0,-1-2-1 15,0-3-3-15,2 5-2 0,-2-5-61 0,2 0 0 16,1-4 12-16,-2 2 8 0,3-3 5 0,0-2 6 15,0-1 76-15,7-1-8 0,0-6 3 0,3-3-20 16,4-1-9-16,10-10 1 0,0 0 0 16,1-5-3-16,2-3 13 0,7 0-17 0,7-9 6 15,0 1-14-15,-2-3 12 0,0-2-2 16,-1 0-8-16,0 3 3 0,-11 6-6 0,1-1 16 16,-1 5-13-16,1-2-3 0,-1 0-9 0,1 3 4 15,-1 1-2-15,-6 2 2 0,-1 2 0 16,-5 1-9-16,-6 7 1 0,-5 3-7 0,-3 3 11 15,-2-1-6-15,-1 3-5 0,-3-1 0 0,-2 2-11 16,-1 2-24-16,0 0-14 0,-5 2-51 0,-1 2-197 16,-3 0-466-16,3 8 39 0,-3-8 115 15,-7 14 28-15,-6-3 71 0</inkml:trace>
  <inkml:trace contextRef="#ctx0" brushRef="#br0" timeOffset="933.37">2069 9897 857 0,'0'0'230'15,"0"0"-25"-15,0 0-10 0,-3-4-26 16,3 4-16-16,0 0-17 0,0 0-3 0,7 20-20 15,0-11-14-15,0 0-6 0,-1 3-6 0,1-2-3 16,4 5-5-16,-1-2-15 0,0-1 11 16,1 3-22-16,2 2 4 0,-3-2-85 0,4-4 2 15,-4 4 3-15,1-5 8 0,2 4 7 0,-3-3 5 16,2-1-12-16,0 1 20 0,-2-2 74 16,4 0-2-16,-3 0-8 0,-1-7-7 0,3 5-6 15,-2-2 3-15,3 0-3 0,2-5-2 0,-2 0 2 16,6-3-7-16,1-4 0 0,3 0-3 0,4-3-3 15,3-5 3-15,13-8-15 0,4-4 12 0,10-11-12 16,0-3 2-16,3-5-2 0,-3 2-5 16,-3-4 5-16,3 5-6 0,1-4-2 0,2 4-7 15,-3-5-80-15,1 6 15 0,-1-1 5 16,-5 3 1-16,-7 12 2 0,-2-3 13 0,-2 5-8 16,-2 1 13-16,-9 7-8 0,-4 4-41 0,-7 3-112 15,4-2-599-15,0 2 94 0,-3 1 39 16,-7-5 87-16,-1 0 77 0</inkml:trace>
  <inkml:trace contextRef="#ctx0" brushRef="#br0" timeOffset="5232.88">12185 7053 854 0,'0'0'308'16,"0"0"-32"-16,-7-2-25 0,7 2-26 0,0 0-12 16,0 0-19-16,0 0-33 0,0 0-20 0,0 0-8 15,0 0-7-15,0 0-6 0,0 0 0 0,0 0-10 16,0 0-10-16,0 0-15 0,0 0-11 16,35-5 0-16,-19 3-5 0,5 1-2 0,-1 0 2 15,7 0 0-15,1-4-8 0,3 3 1 0,0 0-24 16,3-2-48-16,4 1 5 0,0-1 5 15,2 0 0-15,-2 2-8 0,3-3 16 0,3-1 51 16,14 2 7-16,-3-3-7 0,-4 4-10 0,-6-2 10 16,13-2-23-16,0 0 12 0,-13 3 1 15,-1 2-16-15,-6-2-15 0,2 2 15 0,-6-3-12 16,-3 4 4-16,0-2-2 0,-4 1-12 0,-5 0 17 16,0-1-18-16,-1 2-5 0,-6 1 11 0,-2-1-9 15,1 0 19-15,-1-3-26 0,-3 4-26 16,1 0-17-16,-11 0 12 0,13 0-28 0,-6-1-30 15,-1 1-42-15,-6 0-2 0,11 0-62 0,-7-1-135 16,-4 1-479-16,0 0 93 0,0 0 37 0,6 1 85 16,-6-1 49-16</inkml:trace>
  <inkml:trace contextRef="#ctx0" brushRef="#br0" timeOffset="5682.88">13162 6784 911 0,'0'0'338'0,"-3"-6"-88"0,3 6-17 0,-3-3-23 16,3 3-36-16,-4-6-10 0,4 6-20 0,0 0-24 15,0 0 5-15,0 0-20 0,0 0-15 16,0 0-3-16,0 0-10 0,0 0-16 0,34 9 6 15,-16-3-9-15,-2 1-6 0,2 2 4 0,6 0-20 16,-4-1 10-16,4 1-13 0,0 1-5 0,-4 0 6 16,1 3-6-16,0-4-3 0,0 2-2 0,-1 2-5 15,0-2 0-15,-3 2-2 0,0-3-6 16,-3 0 3-16,0 2-6 0,-1-3 9 0,-2 1-9 16,-4 1 14-16,3-3-8 0,-4 2-3 0,-1 1-5 15,-2-1 18-15,0 1-8 0,0 1-2 16,-6-1 15-16,0 3-2 0,-2-1 0 0,-4 1-14 15,-1 3 70-15,-4-1 8 0,1 1-29 0,-2 0 13 16,-2-1-20-16,-3-1 8 0,0 4-9 16,-4-2 6-16,3 0-20 0,-3 1 12 0,0-1-18 15,0 1-7-15,0-3 12 0,0 2-2 0,7-3-10 16,-3 1 2-16,3-4-8 0,3 3 1 16,1-4-26-16,-2-1-21 0,5 0-64 0,1 0-63 0,-2 1-280 15,4 2-427-15,0-4 102 0,1-4 49 16,1 1 77-16,-1-5 59 0</inkml:trace>
  <inkml:trace contextRef="#ctx0" brushRef="#br0" timeOffset="48944.07">18465 6029 483 0,'0'-6'195'0,"0"6"-16"16,-4-6-8-16,4 6-12 0,0 0-21 0,0-7-2 16,0 7-13-16,0 0 2 0,-3-6 11 0,3 6-28 15,0 0-4-15,0-4-9 0,0 4-8 16,0 0-10-16,0 0-10 0,-4-4-6 16,4 4-17-16,0 0-4 0,0 0-1 0,0 0-3 15,0 0-6-15,0 0-12 0,-6-3 5 0,6 3-5 16,0 0 5-16,0 0 11 0,0 0-6 0,-4 11-5 15,4-11 0-15,0 9-18 0,-3-4 18 16,3 2-5-16,0 2 5 0,0-1 3 0,0 0-3 16,0 3-13-16,0 1 3 0,0 0 5 0,3 3 2 15,-3-4 0-15,0 6 1 0,0-1-77 16,0 3-1-16,0 0 32 0,0-1-37 0,0 0 32 16,0 2 12-16,1 1-3 0,-1-2-7 0,0 3 15 15,0-1 90-15,0 4-3 0,3 0-15 16,-3 0-13-16,0 0-5 0,0-3-8 0,0 4 8 15,0 1-5-15,0-2-5 0,0 2 2 0,0 0-5 16,0-1-5-16,0 1 0 0,0-1-2 16,0 4-6-16,3-5 16 0,0 1-11 0,-3 0 4 15,3 3-19-15,-2-4-5 0,2 0 12 0,1 2-9 16,-1-2 5-16,-2 1 4 0,2 0 4 0,-3 4-6 16,3-4 8-16,-3-1 0 0,4 3-8 15,-4-2 0-15,3 4-4 0,-3-3-6 0,0 3 7 16,3-4 1-16,0 1 2 0,-3 3-2 0,1-4-3 15,2 2 8-15,-3-3 0 0,4 4-6 16,-1-3 1-16,-3 2-6 0,4 3 1 0,-4-2-6 16,3 0 6-16,-3-1-3 0,3 1 8 0,-3-1-13 15,3 2-1-15,-2-2 9 0,-1-2 0 0,3 5 2 16,-3-3 2-16,0 2 6 0,0-2 2 16,-3 4-9-16,3-1-1 0,-1 3 8 0,-2 1 2 15,3-3 5-15,-3 3-4 0,3-2-6 0,-3 2 10 16,2 3-9-16,-2-3 4 0,0 4-2 0,-1-3 2 15,1-1 6-15,2 3-1 0,1-2-7 16,-3 3-3-16,0-3-2 0,0 3 7 0,3-1-69 16,-1 1 1-16,-2 1 12 0,3 0 0 0,-3 12-3 15,3-7 16-15,0-5 0 0,-3-1 5 16,3-2 8-16,0 5 4 0,3-2-14 0,-3 2 12 16,0-3-2-16,0 1-1 0,0 0 6 0,0 14-3 15,3-12 6-15,-3 0 12 0,0 9-8 16,3 5-7-16,-3-13 12 0,1-2 4 0,-1-1-9 0,0 1 16 15,3 12-11-15,-3-6 3 0,0 7-2 16,0-6 0-16,0-7 12 0,0 12-10 0,0-8 10 16,0-7 6-16,-3 19-1 0,3-2-9 15,0-2-1-15,0-1-2 0,0-5-3 0,0-11 2 16,0 6 27-16,0 14-32 0,0-4 19 0,3 3-11 16,0-3 8-16,-3-1-13 0,0-4 15 0,3-9 3 15,-3 1-12-15,0 3 76 0,4-4-11 16,0 15-12-16,-1-1-2 0,1-2 10 0,2 4-14 15,-3-10-6-15,1 6-1 0,2-9 3 0,-1-5-1 16,-2 3 1-16,1-3-13 0,2 2 5 16,0-4 0-16,-2 1-7 0,4-2-9 0,-2 0 11 15,-2-2-15-15,2-3-13 0,-2-5 5 0,2-2-3 16,-2 1-2-16,0-5-8 0,-1-2-10 0,0 1-11 16,1-5-27-16,-4-3 2 0,3 2-41 0,-3-5-51 15,3-2-77-15,-3-3-271 0,0 0-366 16,-3-17 99-16,3 1 72 0,-4-19 62 0,-5-18 59 15</inkml:trace>
  <inkml:trace contextRef="#ctx0" brushRef="#br0" timeOffset="51327.41">18414 6113 522 0,'0'0'199'0,"0"0"-22"0,-1-4 12 16,1 4-40-16,0 0-14 0,0 0-1 15,0 0-24-15,7-6 0 0,0 4-3 0,-7 2-2 16,18-1-10-16,-5-1-21 0,4 0-2 0,4-1 7 16,-1 2-17-16,7-3-4 0,1 2-14 15,2 0 7-15,1 0-2 0,0-2-24 0,3 4 4 16,-3-3 9-16,3 3-2 0,0-2 58 0,0-2-17 16,8 3 5-16,-8 0-2 0,3 1-19 15,-3 0 3-15,0 0-13 0,1 0-2 0,3 0 2 16,-4 0-10-16,3-1-8 0,-2 1 8 0,2 0-28 15,-3-3 2-15,8 1 11 0,2 2 0 16,-3-2-3-16,0-3-11 0,3 4 4 0,1-2 2 0,-1 1-6 16,1-2 1-16,-4 2-5 0,7-2 5 15,9 0-16-15,1-2 11 0,1 3 2 0,-1-4 3 16,3 2 2-16,-2 1-2 0,2-2-10 16,-3 3 7-16,-10-2 3 0,13 1-13 0,-12-2 5 15,6-1 2-15,-5 4 1 0,8-5 2 0,0 2-84 16,-2 2 10-16,2-3 3 0,3 2 4 15,-6-2 6-15,2 3 26 0,2-2-4 0,-1 1 4 16,0-1-8-16,0 0 12 0,-6 4 1 0,6-6 2 16,-1 3 0-16,1 0 18 0,-12-1-13 15,-2 3-10-15,14-4 2 0,0 0 1 0,-7 2 15 0,-10 1 2 16,18-2-4-16,-1-1-4 0,0-1 4 16,0 2-4-16,-1-1 17 0,-2-1-4 0,3 2 3 15,-9 2-12-15,-8-3 9 0,-1 2-4 0,5 2-4 16,-4-4 9-16,17 0 2 0,-10 4-10 15,-4-2 10-15,-3 1-7 0,17-3-1 0,0 1 29 16,-2 1-26-16,-5-1-3 0,8 0 6 0,-2 2 4 16,1-3-7-16,-10 2-2 0,10-2 9 15,-11 3-4-15,-5-2-6 0,2 3 11 0,-3-4-8 16,14 0-2-16,-4 5 4 0,5-7 1 0,1 2-1 16,1 2 1-16,0 1 2 0,-9-2-3 0,9-1-4 15,-11 3 4-15,14-2-4 0,-12 4 4 16,-5-4-4-16,1 3 2 0,-1 0-3 0,17-2 16 15,-9 1-21-15,-8 2 16 0,17-2-5 0,-2 0 2 16,-1 1-10-16,4-1 7 0,-11 1-9 0,11 1 9 16,-5-3-4-16,-5 3 17 0,9-4-15 15,-3 3 0-15,-6-1 13 0,-8 1-18 0,1 2 15 16,17-5-20-16,-12 4 7 0,-5 0-2 0,17-2-5 16,-1 2 10-16,-10 1 0 0,10-4 12 15,1 2-17-15,-1 2-5 0,1-4 23 0,1 5-18 16,-3-2 10-16,1 0-5 0,-9-2 2 0,-4 4-7 15,-1-2 5-15,-1 1-7 0,18-2 14 0,-2 2-2 16,0-2-5-16,-9 2 0 0,9 0 0 0,-10-2 6 16,12 1-4-16,-2 0-15 0,0 2 24 15,-1-5-11-15,-9 4-11 0,-5 1 19 0,3-2 2 16,-3 1-7-16,-3-2-1 0,4 2-7 16,14-2 3-16,-1 2 2 0,1 0 0 0,-1-4-8 0,-10 4 13 15,-3 0-18-15,14-1 18 0,-1-1-5 16,1 2 8-16,-7-1 0 0,5-2-3 0,-8 2-2 15,-4 0 4-15,-4 1-14 0,1 0 4 0,-1-4 6 16,4 4 14-16,-4 0-9 0,4-1-5 16,-4-2-14-16,1 4 1 0,0-3 5 0,-1 0 10 15,1-1 3-15,-1 3-18 0,1 0 5 0,-1-4 10 16,1 3-5-16,-2 0 5 0,-2-2 8 16,-2 2-13-16,1 1-6 0,-9-2 1 0,3 1 8 15,-6-1-8-15,2 2 10 0,-2-4-5 0,-4 5 5 16,-4-2-5-16,4 0 0 0,-3-2 10 0,-2 2-5 15,-1 1 6-15,-2-2-1 0,-1 1-13 0,-2 0 3 16,-2 1-5-16,-1 1 15 0,3-4-25 16,-5 2 12-16,2 2 6 0,-1-1-8 0,1 0 13 15,-10 1-6-15,12 0-7 0,-2 0 0 0,-3 0-5 16,-7 0 7-16,16 1 1 0,-9 0-6 0,-7-1 0 16,14 2-2-16,-7 1 7 0,-1-2-9 15,-2 2 12-15,4 2 0 0,0-2-16 0,-3 3 11 16,1 1-10-16,1-2 17 0,1 3 11 15,0 1-13-15,-3 0 10 0,2 3 8 0,0 0-7 16,0 1-4-16,2 0 19 0,-2 0-11 0,-3 2 1 16,6 1-1-16,-6 0 3 0,3 2 2 0,2-1-2 15,-4 2-15-15,4 4 25 0,-2-4-10 16,0 3 10-16,0-1-2 0,-3 3-16 0,5-1-5 16,-5 1 10-16,3 1 13 0,2-1 6 15,-4 1-9-15,5 2 1 0,-2 5 0 0,-2-4-9 0,4 3 17 16,-3 1-6-16,2-2 3 0,-1 2-11 0,2 1 6 15,-3-1 12-15,3 3-20 0,1 8 8 16,0-5-6-16,-2-5-2 0,1 0-15 0,0 11 17 16,1-4-7-16,-1 2-3 0,3 1 0 0,-5-3-5 15,5 4 8-15,-3-5-8 0,4 5 3 16,-4 2 0-16,0-9-1 0,6 10-4 0,-5-3 5 16,0-6-8-16,1 6 7 0,-2 0 11 0,-1 4-13 15,1 0-2-15,0-2-13 0,1 1 10 16,-4-11 7-16,-1 3-2 0,1 7 3 0,4 1 0 15,-2 2-8-15,-5-8-8 0,3 9 16 0,0-4-13 16,0-1 5-16,-1 0-11 0,-2-3 9 0,2 8 2 16,-2 0 10-16,5 0-12 0,-4 0 7 15,1-1-18-15,-2 1 3 0,2 1 10 0,-1 3 0 16,-2-3 0-16,4 1-6 0,1-2-4 0,-6 0 13 16,4-10-6-16,-1 10 11 0,4 0-6 0,-5 0 1 15,5 0 0-15,-5-8-6 0,4 9 70 0,1-1-11 16,-5 0 10-16,3 0-19 0,0 0-7 15,-1 0-1-15,-2 5-3 0,2-4-3 0,-2-8-5 16,-1 8 3-16,1-1-8 0,3-8 8 0,-4-2-3 16,1 12-5-16,-1 0-10 0,3-2 12 15,-2 0-7-15,1-6 3 0,-2 7-1 0,3 0 3 16,-2 2-15-16,-1-1 10 0,0 0-8 0,3-2 5 16,-2-7 16-16,2-4-8 0,-4-1-10 0,1 13-23 15,3 6 17-15,-5-16 4 0,5 9-6 16,-2 0-3-16,-1-8 6 0,4-2 0 0,-4-3-1 15,1 17-7-15,2-3 23 0,-2-1 3 0,-1-7-34 16,1-8 18-16,0 5 14 0,-1-5 1 0,1 3-22 16,-1-3 7-16,0 5 5 0,2-3-10 0,-4 1-7 15,0-4-54-15,2 1 12 0,0 3 0 16,1-4-7-16,-3-6 8 0,-1 5 12 0,3-3-10 16,0-3 10-16,-1 4 8 0,-1-6-2 0,0 0-9 15,-1-5 11-15,0 3 23 0,0-4-64 16,0-2-15-16,0-1-39 0,-2 1-81 0,-3 0-160 15,-1-3-434-15,-2-2 20 0,-2 0 102 0,-4-7 57 16,-3 0 51-16</inkml:trace>
  <inkml:trace contextRef="#ctx0" brushRef="#br0" timeOffset="53827.31">18574 11486 688 0,'0'0'238'0,"-3"-3"-25"0,3 3-39 0,0 0 5 16,0 0-21-16,0 0-9 0,0 0-13 16,0 0-11-16,0 0-2 0,0 0-18 0,0 0 2 15,20 0-2-15,-20 0 0 0,11 0-10 0,-1 1-8 16,0-1 8-16,3 2-88 0,-2-2 6 15,6 3 8-15,0-2-1 0,3-1-7 0,1 0 7 16,4-1-2-16,5-2 74 0,1 1-7 0,0 2-13 16,3-1-6-16,3 1-20 0,4-2 16 15,1 1-6-15,1-3 3 0,-2 4-8 0,7-3-5 16,-3 2-10-16,3-3 7 0,13 4-2 0,-6-3-10 16,-8 2-5-16,12-4-3 0,-7 4 15 15,-5 1-17-15,-2-2 4 0,16-3-12 0,-9 4 10 16,9-2 5-16,-3-1-10 0,6 1 5 0,-1-4-2 15,5 7 7-15,-3-7-18 0,3 4 13 0,0-2-5 16,-3 2 3-16,4-3-4 0,-1 5 1 16,1-6-13-16,2 6-5 0,2-5 13 0,4 5-5 15,-1-3 7-15,2-1-7 0,15 2 12 0,-14-2-9 16,2 2 1-16,-2 2 9 0,1-3-11 16,1 4-71-16,-2-2-3 0,-1 1 10 0,4 0 5 15,-3-2 3-15,3 3 23 0,-3 0-18 0,-5 3 18 16,-1-3 3-16,-1 0-1 0,-1 1 1 0,1-2-3 15,-3 1 10-15,-1 0 3 0,3-5-6 0,-2 4-4 16,0 1 17-16,-1-3-12 0,3-1 5 16,2 1 12-16,-5-2-14 0,3 2 4 0,-6-4 5 15,4 5-9-15,-4-4 12 0,3 0-8 0,-3 5 13 16,3-3-5-16,0-2 3 0,-2 4 2 16,2-3-3-16,-3 2 1 0,0-1 7 0,0 3-10 15,-1-1 10-15,-2 0-2 0,-1-3-6 0,-9 4 6 16,-5-1-8-16,15-3-5 0,0 4 5 15,-1-2-8-15,-9-1 13 0,-4 4-7 0,-1-2 10 16,15 0-3-16,-10-1 8 0,9 0-1 0,-6 3-12 16,-8-2 13-16,15 1-10 0,-10 1-11 0,-5-4 16 15,1 4-6-15,14 0 6 0,2 0-8 0,1-1 0 16,-3-1-5-16,3 2 7 0,-10-1 6 16,9 1-3-16,-2-3 3 0,3 2-3 0,-1 1 5 15,-12 0-12-15,-3-2 7 0,12 0 5 0,-10-1-10 16,-6 0-8-16,2 3 19 0,3-1-1 15,10-1-3-15,-9-2-14 0,10 4 12 0,-9-3 0 16,-4 2 3-16,14-2-1 0,-1 2-4 0,-10 1 0 16,-3-2 2-16,-1 1 2 0,1 0 9 15,-3-4-19-15,0 4 6 0,-1 0 2 0,4-1 2 16,-4-2 1-16,1 3-5 0,-1-5-11 0,-2 5 13 16,1-2 0-16,-2-3 0 0,-2 4-7 0,3-4 12 15,-6 5-10-15,4-5 8 0,-1 3-13 16,-2-2 25-16,1 2-7 0,-1-4-11 0,0 4 6 15,1-2 5-15,-3 1 5 0,2-2-5 0,-3-1-8 16,3 4 8-16,-6-2-16 0,0 3 16 0,3-5-3 16,-3 4-7-16,0-2 2 0,1 1 66 15,5 0-2-15,-3-5-17 0,-3 7-9 0,0-4 6 16,2 2 5-16,-5 0-11 0,3 2-12 0,0-5 5 16,1 6-6-16,-3-2 1 0,2-1-13 0,0 0 13 15,3 0-11-15,0 4 11 0,3-4-11 16,-3 1-2-16,4 1-5 0,-5 1-3 0,0 0-5 15,1-1 6-15,0-2-1 0,-1 4 0 0,2-2-2 16,-1 0-8-16,3-2 8 0,0 2-8 16,-5 0 15-16,-1-3-23 0,0 4-2 0,0-1 10 15,2-3 5-15,-2 4 0 0,-3-5 3 0,2 5-18 16,-2-2 12-16,-2-3-7 0,-1 4 28 16,5 0-20-16,-5-2-1 0,-1 0 3 0,5 0 6 15,-7 0-24-15,2-1 26 0,3 3-8 0,0 0 18 16,-2-2-33-16,-1 0 30 0,6 0-7 0,-6 2 2 15,3 0-2-15,1-3-3 0,-4 4 6 0,0-1-9 16,-1 1 11-16,3-3 0 0,-4 3-10 16,2 0-1-16,-3-4 11 0,2 4 0 0,-2 1-7 0,0 0-11 15,-1 0 5-15,-2-2-3 0,1 1 6 16,-4 0-6-16,-2 1 4 0,1-3-6 0,1 3-13 16,-4-2 10-16,-3 2-12 0,-1-1-65 0,-7 1-32 15,10 1-16-15,-10-1-62 0,0 0-106 16,0 0-572-16,-27 6 54 0,0-6 102 0,-4-1 36 15,-14-5 80-15,-16-1 66 0</inkml:trace>
  <inkml:trace contextRef="#ctx0" brushRef="#br0" timeOffset="55210.41">20404 6375 673 0,'0'0'228'0,"0"0"-24"16,0 0-12-16,3 19-13 0,-3-10-30 15,0 5 71-15,3 1-28 0,-3 1-18 16,4 2-23-16,-4 0-2 0,6 1-21 0,-3 1 2 0,-2-1-22 16,5 2-11-16,-3 2-2 0,2 0-8 15,1 0-29-15,-2-2 12 0,2 2 1 0,-2 1-43 0,-1-7-20 16,4 0-28-16,-3-1-39 0,-1-5-67 15,0 3-58-15,1-5-128 0,-1-2-413 0,0-4 83 16,0 1 51-16,-3-4 43 0</inkml:trace>
  <inkml:trace contextRef="#ctx0" brushRef="#br0" timeOffset="55426.91">20318 6482 1039 0,'0'-7'332'0,"-3"-1"-29"0,3 1-24 15,0 0-21-15,0 2-30 0,3-2-18 0,0 0-26 0,4-2-18 16,0 1-17-16,3 0-16 0,3-3-18 16,2 4 11-16,-2-2-37 0,8 0 3 0,-1-1-5 15,1 1-12-15,-5 5-6 0,2-3-16 0,2 2-9 16,-3 1-54-16,-3 2-39 0,0-1-43 16,0 2-128-16,-4 1-182 0,0 1-371 0,1 4 72 15,-5-4 43-15,-2 2 92 0,-1 2 31 16</inkml:trace>
  <inkml:trace contextRef="#ctx0" brushRef="#br0" timeOffset="55627.21">20454 6663 982 0,'0'5'333'15,"0"-5"-21"-15,0 0-25 0,0 0-16 16,3 7-20-16,-3-7-28 0,0 0-103 0,0 0-2 15,25-8-10-15,-15 7-24 0,4-4 3 0,-1 3-8 16,4-4-35-16,0 3-26 0,1-1-77 16,-2 0-66-16,2-2-165 0,2 4-457 0,-6-3 76 15,3 4 57-15,-3-2 64 0</inkml:trace>
  <inkml:trace contextRef="#ctx0" brushRef="#br0" timeOffset="56360.61">20769 6691 842 0,'0'0'299'16,"0"0"-20"-16,0 0-36 0,0 0-25 0,0 0-11 15,0 0-28-15,14-13-12 0,-8 8-21 0,4-1-16 16,-2-1-9-16,2 0-14 0,0-3-17 16,4 2 7-16,-4-2-13 0,0-2-9 0,1 2-4 15,-1-1-12-15,-1 1-10 0,-1-1-6 0,-4 1 3 16,2 0-7-16,-2 1-11 0,-1 1-3 0,0 0 6 15,0 1-5-15,-3 4-11 0,0-4-2 16,0 7-8-16,-3-8 8 0,3 8-11 0,-6-1 1 16,6 1 0-16,0 0 9 0,-21 7-1 0,14-3-9 15,-3 2-2-15,3 2-5 0,-3 1 13 16,6-1 2-16,-6 3-5 0,4 2 5 0,-2-1-5 16,2 2 6-16,5-3-6 0,-2 3 0 0,0-3-5 15,3 3-5-15,3-3 12 0,1 3-7 16,2 1 11-16,5-4-14 0,2 0 11 0,1 2-8 15,3-4 5-15,4-1 0 0,3-1-15 0,-1-4-16 16,5 1-12-16,-1-2-44 0,-3-2-15 0,0 0-11 16,0-4-28-16,0 1-25 0,0 0-67 0,-3-3-40 15,-1-3 22-15,-3 1 8 0,0-2 2 16,-3-1 67-16,-4-1 80 0,1 1 35 0,-2-2 52 16,-2 3 58-16,-3-2 21 0,-1 2-1 15,0 1 22-15,1 0 17 0,-4 0 3 0,0 1-1 16,0 1 1-16,-4-1-5 0,4 5-1 0,-3-4-12 15,0 0-13-15,-1 6-5 0,-2 0-5 0,6 1-11 16,-15 0-12-16,5 2 18 0,1 4-8 0,-3 0-3 16,-1 3-12-16,0 1 7 0,-1-1 3 15,4 3-13-15,-1 1 3 0,1 2-11 0,0-3-4 16,4 2 1-16,-2-2-1 0,4 2-14 0,-2 2 11 16,3-7-13-16,3 5 2 0,0-4-4 0,3 1 2 15,0-3-3-15,0 0 5 0,1 1-2 16,4-3 5-16,2-4-2 0,-1 4-6 0,2-6 0 15,-1 1-7-15,3-2 5 0,-2 0-10 0,2-4-1 16,-2 3-7-16,0-6-8 0,2 0 3 16,-3 1-5-16,0-1 4 0,-3 1 14 0,3 2 2 15,-2-2-8-15,-2 1 1 0,1 3-3 0,-4-3-16 16,1 4 9-16,-4 2-9 0,10-6 8 16,-6 5 3-16,-4 1-5 0,0 0 12 0,0 0 1 15,10 7-9-15,-7-5 6 0,3 4 0 0,-1-3 5 16,-2 3-3-16,1-4 1 0,2 4 10 15,-2 0-6-15,2-1-27 0,2-1-37 0,2 0-4 0,-1 1-39 16,-2-4-62-16,7 0-119 0,-7-1-477 16,7 0 77-16,-1-2 61 0,-3-3 54 0</inkml:trace>
  <inkml:trace contextRef="#ctx0" brushRef="#br0" timeOffset="56559.99">21568 6319 834 0,'1'17'320'15,"-1"-9"-31"-15,3 5-28 0,-3-2-23 16,4 7-99-16,-1-1-4 0,1 1-12 0,-1 3 5 16,0-2-10-16,1 5-31 0,2 0 0 0,-2-4-39 15,3 4-30-15,-4-1-69 0,1 1-131 0,2-3-319 16,-2-4-152-16,2 2 36 0,-6-8 51 15</inkml:trace>
  <inkml:trace contextRef="#ctx0" brushRef="#br0" timeOffset="57060.39">21500 6553 844 0,'4'-10'328'16,"2"1"-31"-16,-1 0-41 0,4-3-21 0,1 2-12 15,1 1-18-15,2 1-24 0,-2 0-19 0,3-1-93 16,-1 3-5-16,4 2-10 0,-4-1-1 16,-1 4-12-16,4 1 3 0,-2 0-6 0,-1 6-17 15,-2-4-1-15,3 5 11 0,-4 3-8 0,0-2-5 16,1 4 2-16,-1 0-4 0,-4 1 2 0,2-2-11 16,-2 1 16-16,-2 1-15 0,2-3 10 15,-2 3-5-15,-1-2 5 0,0-1 7 0,2 0-17 16,-2 0 7-16,3-1-7 0,-3-3-3 0,1 2 18 15,-1-1-8-15,1-1-4 0,3-4 9 16,-3 4-10-16,-4-6 11 0,13 0-1 0,-13 0 1 16,17-6-11-16,-10-2 3 0,3 1-5 0,-3-3-6 15,3-1-2-15,0-4 8 0,-3-1-1 0,1 1 1 16,-2 2 2-16,1-2-5 0,-1 0 11 16,-2 4 2-16,3-3 7 0,-4 6 14 0,-2-2-14 15,2 2 6-15,0 1-10 0,0 0-9 0,-2 2 6 16,-1 0-8-16,0 5-2 0,3-4 10 15,-3 4-5-15,0 0 10 0,0 0-18 0,0 0 8 16,-7 19-3-16,7-11-2 0,0 0 10 0,0 0-8 16,0 3-5-16,0-1-5 0,3 1 10 0,-2-1-2 15,5 1-16-15,-2 2 8 0,3-4 3 0,3 2 4 16,-3-1 1-16,7-2 0 0,-1 1-11 16,5-1-20-16,-2-1-2 0,2-1-55 0,2-6-17 15,0 2-28-15,-2-2-47 0,-1-2-79 0,-3 0-87 16,2-4-406-16,2-1 81 0,-5-1 35 15,1-2 53-15</inkml:trace>
  <inkml:trace contextRef="#ctx0" brushRef="#br0" timeOffset="57892.91">22325 6519 337 0,'6'15'151'16,"-6"-11"-30"-16,0 2-6 0,0 3-8 0,0-1 37 16,0-1-47-16,0 1-20 0,0 0 30 15,0 0-25-15,-3-2 5 0,3-1 5 0,0 2-15 16,0 0 38-16,0-3 16 0,-3 1 10 0,3-5 74 15,0 8-23-15,0-8 0 0,0 0-21 16,0 0-17-16,0 0-19 0,0 0 1 0,0 0-23 16,-4-23-6-16,4 16-89 0,0-1-3 0,4-2 6 15,-4 0-1-15,3 1 3 0,3-1 8 0,-3-1-13 16,1 1 3-16,0 2-1 0,0 1-5 16,-1-1 11-16,3 4-18 0,-2-2-3 0,-1 3 5 15,4-3 13-15,0 4-15 0,0-2-1 0,0 0-1 16,2 4 6-16,-1-5-1 0,-1 4-4 0,3-2-2 15,1-1-5-15,-1 1-5 0,0 2 23 16,4-5-2-16,-4 4-16 0,3-3 2 16,-2 1 6-16,-1-2 5 0,0 3-6 0,1-3 4 0,-2 0 4 15,1 2-15-15,-2-4 15 0,-2 2-2 16,-2 2-3-16,-1-2 3 0,1 1 8 0,-1 1-11 16,0 0 13-16,-3 4-15 0,4-4 7 0,-4 4-5 15,0 0 0-15,0 0 57 0,0 0-6 16,0 0-4-16,-21 9-6 0,15-2-10 0,2 2 2 15,0-1-2-15,-2 1-5 0,3 1-8 0,-1 0-10 16,1 3-2-16,3-5 1 0,-3 3 4 0,3-3 2 16,0 0-10-16,3 2 7 0,0-1-4 0,0-1 7 15,1-1-8-15,2 1-5 0,5-2 3 0,-1-4-3 16,0 4 3-16,4-5-3 0,0 1-2 16,0-4 5-16,2 1 0 0,-1 1 2 0,-2-6-13 15,1 3 11-15,2-4-15 0,-1-2-1 0,-2 0 6 16,1-3-26-16,-1 0 5 0,-6 2 2 0,4-5-17 15,-4 1 2-15,-1 3 16 0,1-2-3 16,-4 3-5-16,1 1 15 0,-4 0 6 0,4 1 2 16,-1 1 5-16,-3 0-18 0,3 3 6 0,-1-2 4 15,-1 4-10-15,-1 2 5 0,0 0-2 0,0 0 5 16,0 0 0-16,0 0 2 0,7 11-7 16,-3-3-3-16,2 2 6 0,-1 3 4 0,4-1 6 15,-2 2-14-15,0 2 11 0,4 0 0 0,-2 1 3 16,-2 0-6-16,4 1 1 0,-4-1 2 15,2 0-5-15,-5-1 18 0,-1 1-13 0,1 0 10 16,-4-2-8-16,0 1 16 0,-1-4 0 0,-5 3 0 16,2-1 3-16,-5-3 14 0,2 1-19 0,0-6 20 15,-3 1-6-15,3-1-4 0,-4-4 23 16,4 0-21-16,-2-2 15 0,9 0-2 0,-21-6-2 16,11 0-4-16,3 0-4 0,0-3-5 0,0 1-6 15,3-2 14-15,1 1-1 0,0 1-15 0,3-5-11 16,0 1-1-16,3 1 9 0,0-2-15 15,1 3 13-15,2-4-8 0,-1 3 2 0,4-1-12 16,-2 2 10-16,3-1-2 0,-2 4-21 0,-1-2-20 16,2 1-62-16,-2 1-46 0,1 5-66 15,-5-3-211-15,3 2-442 0,-2 2 89 0,-1-1 55 16,-3 2 68-16,4-6 72 0,-4 6 48 0</inkml:trace>
  <inkml:trace contextRef="#ctx0" brushRef="#br0" timeOffset="60060.55">26789 5600 719 0,'-3'-4'235'0,"3"4"-30"0,-7-4-10 16,7 4-21-16,-8-6-11 0,2 5-12 0,6 1-17 15,0 0-12-15,-7-3-14 0,7 3-1 0,-6-4-20 16,6 4-2-16,0 0-8 0,-11-2-11 0,11 2-12 16,0 0-5-16,0 0 2 0,0 0-8 15,-13 2 14-15,13-2-6 0,-7 7-2 0,4-4-9 16,-2 2-68-16,2 2 3 0,0 2 32 0,2-1-7 15,-2 3 23-15,0-1-20 0,0 5 87 16,3-1-14-16,0 3-12 0,-1 0 5 0,2 2-5 16,-1 3-5-16,0-3-2 0,3 6-19 0,3 0 16 15,-5 0-3-15,2 0-7 0,0 5-4 16,2 0-6-16,1 2-1 0,-2-1-10 0,-1 2 0 16,3-2 0-16,-3-4 10 0,1 5 1 15,0-5-1-15,0 6 0 0,-1-6 8 0,0 7-8 16,1-1 6-16,-1 0-70 0,0 1-7 0,1 4 7 15,-1-4 26-15,1 1 0 0,-1-1-13 0,0 1 15 16,-2 3-9-16,2-2 6 0,0 2 9 0,-1-1-6 16,0 1 9-16,1-1-4 0,0 2-7 0,0 11 2 15,-2-7 11-15,3-5-5 0,-1-2 2 16,1 1 8-16,-1 1-8 0,0-1-10 0,0 1 2 16,0-1 3-16,-2 1 3 0,2-3 2 0,2 3-3 15,-2-2 6-15,3 14-6 0,-6-7 6 16,4-4 0-16,-1-6-8 0,0 3 5 0,0 2 5 15,-2-3-12-15,2 1 12 0,0-3-8 0,4 5 1 16,-3-4-3-16,-1 1 0 0,0 0 0 16,-2-2 0-16,5 0 3 0,-3 5-3 0,-2-2 2 15,2-1-2-15,1-2-2 0,-1 5-6 0,-2-5 5 16,-1 1 6-16,3 0-1 0,0-1 4 0,-3 2-4 16,3-2-4-16,0 1-1 0,-2-3 6 15,-1 3-6-15,3-1 13 0,0 2 0 0,0-3 1 16,-2-1-4-16,-1 0-7 0,4 0 0 0,-1 1 6 15,0-4 55-15,-2 2-2 0,-1-1-8 0,3 2-7 16,0 1 2-16,0-4-8 0,-2 2-12 16,2 5 4-16,0-3 9 0,0 1-11 0,0 2 3 15,-1-3-3-15,1-4-3 0,0 2-4 0,0-3-14 16,-2 0 17-16,2 4-17 0,0-6 16 16,1 4-7-16,-1-2-1 0,0-1 3 0,0 0-5 15,-1 1-6-15,4 2 1 0,-3-3 0 0,1 2-6 16,-1 4 1-16,0-3 5 0,1-1-1 15,-1-3-7-15,-3 0-5 0,3 1 5 0,1-1 13 0,-3 0-5 16,2 0-6-16,0 0 3 0,-3 0-5 16,3 0 10-16,-2 0 1 0,-1 0-19 0,3 0 11 15,-3-1 4-15,0 1-7 0,3-1-2 0,-3-5-1 16,3 4 6-16,-3-3 7 0,0 2 3 0,2 1 0 16,-2-3-3-16,1 1-8 0,-1 0-2 15,1 1 5-15,-1-1-5 0,0 4 6 0,0-2-12 16,0 1 12-16,0-4-6 0,0 3-3 0,0 2 13 15,0-2-15-15,0-4 15 0,0 4-22 16,0-3 9-16,0 2 13 0,0-4-20 0,0 6 10 16,0-5 8-16,0 5-16 0,0-6 18 0,-1 3-2 15,1-2-16-15,0 5 3 0,0-6 0 16,-1 5 8-16,1-6-3 0,0 3-3 0,0 2 8 16,0-4-2-16,-2 2-1 0,4-1-4 0,-2 0 7 15,0-2-8-15,1 1 6 0,-1-3-8 0,0 3 2 16,1-1-5-16,-1-2 16 0,0 0 13 0,0-1-21 15,4-1-8-15,-4 2 5 0,0-1-2 16,3-2 44-16,-3 4-21 0,0-2-13 0,3 2 5 16,-2-2 8-16,-1 3-18 0,3-2-3 0,0 2 21 15,-3-2 13-15,4 2-11 0,-1-1-9 0,0-2 4 16,1-1-2-16,-4 2-8 0,7-1 13 16,-4-3-8-16,0 3-2 0,1-3-8 0,-1 0 7 15,0 2 1-15,-2-2 13 0,5-3-24 0,-6 2-5 16,5-2 8-16,-2 3-7 0,-3-7-4 0,3 5 6 15,0-4 13-15,-1 2-8 0,-1-4 0 16,0 4 3-16,-1-3-16 0,3 3 5 0,-3-2 8 16,3-2-2-16,0 4 2 0,-2-5 2 0,-1 5 1 15,3-2 2-15,-3-2-3 0,3 0-9 0,-3 2 14 16,4-3-14-16,-4 3 2 0,0-5 7 16,1 3-22-16,-1-3-55 0,0 0-42 0,0 0-96 15,0 0-680-15,0 0 51 0,-5-25 92 16,-1 8 53-16,-1-3 60 0,-3-11 69 0</inkml:trace>
  <inkml:trace contextRef="#ctx0" brushRef="#br0" timeOffset="62043.13">27455 4842 918 0,'-3'-6'200'0,"3"6"-8"0,-4-7-33 16,1 4-11-16,3 3-15 0,-3-5-17 15,3 5-12-15,0 0-17 0,-7-3-5 0,7 3-2 16,0 0-3-16,-11 10-16 0,8-4-10 0,0 2 5 16,-1 1-17-16,1 1 2 0,3 4 2 15,-3 3 3-15,2 0-2 0,0 2-6 0,-1 3 1 16,2 3-11-16,0 0 13 0,0 3 10 16,2-2-10-16,0 8-18 0,1 3 13 0,0-1 2 15,1 0 1-15,6 13 4 0,-3-3-7 0,3-4-13 16,-3-9 13-16,0 1 2 0,7 10-12 0,-5-5 66 15,2-6-5-15,-1 11 0 0,0 2-23 0,1-10 8 16,-4-1-11-16,1-3-5 0,0 1 11 16,0 2-11-16,-1-2-12 0,2-1-13 0,-2 1 4 15,0 0 1-15,0-6 0 0,-3-2-10 0,2 0-6 16,-2 0 8-16,3-2-10 0,-2-6 0 16,-3 1-2-16,1-1-1 0,0-3 0 0,0-4 13 15,-2 1-20-15,2 2 18 0,-3-5-6 0,3 0-7 16,-3-1 20-16,0-3-15 0,0-4-3 0,-3 6 1 15,3-6-3-15,-5 1 2 0,5-1 0 16,0 0-2-16,-19-7 0 0,15 0-10 0,-5 3 7 16,2-4-10-16,0 1 10 0,-1-2 8 15,-1 0-18-15,2 2 10 0,0-2-2 0,0 0 2 0,2 1-2 16,-3 0-11-16,4 1 8 0,-2 1 0 16,3 2-2-16,-2-2 2 0,2 1-10 0,3-1 5 15,-3 0 3-15,3 6-3 0,3-8 10 0,0 5 3 16,2-4-16-16,6 0 13 0,-3 5-12 15,2-4-6-15,5-1 0 0,-2 3 1 0,4-2 2 16,-3 2 12-16,3-2-78 0,-1 0 17 0,-1 3 8 16,1-3-11-16,-1 4 16 0,-2-4-5 15,-2 3 11-15,-1 1 6 0,0-3 1 0,1 4 3 16,-5-3-4-16,1 2 1 0,-7 2 10 0,10-2 0 16,-10 2-7-16,11 0-3 0,-11 0 7 0,6-2 11 15,-6 2-3-15,0 0-7 0,3 9 7 16,-6-4 3-16,3 2 5 0,-3 1 12 0,0 4-7 15,-1-1 0-15,-3 3 3 0,3-1 7 0,-2 4-28 16,2-1 13-16,-2 1 10 0,-1 0-5 0,0-2 5 16,0 1-2-16,2 0-1 0,0-5 1 15,0 4-3-15,-4 0-5 0,6-6 10 0,-1 1-8 16,1-1-32-16,0 0-47 0,2-2-80 0,-2 0-165 16,6-5-469-16,-2 2 92 0,-1-4 51 15,0 0 52-15,0 0 76 0</inkml:trace>
  <inkml:trace contextRef="#ctx0" brushRef="#br0" timeOffset="63209.15">26895 3901 1031 0,'-1'-5'338'0,"-2"1"-41"0,0 0-26 16,3 4-30-16,-5-3-26 0,5 3-28 0,0 0-18 15,-16 8-11-15,10 0-14 0,2 2-19 0,-2 4-2 16,2 3-18-16,-2 0-5 0,1 2-16 16,-1 3-2-16,2-1-13 0,-2 3-12 0,6-3 1 15,-3-3-14-15,3 1 2 0,-1-1 0 0,2 3-2 16,-1-3-9-16,3 0-70 0,0-3-4 0,2 1-7 16,0-4 23-16,1 1-5 0,-1-5 5 15,2 1 2-15,-1-1 6 0,1 0 7 0,3-4-2 16,-3 0 0-16,0-1 7 0,3 3-4 0,-2-6 2 15,-2 2 2-15,1-2-2 0,-4 5 5 16,4-4-8-16,-7-1-5 0,10 4 6 0,-9 0-14 16,5-3 6-16,-6-1 7 0,7 8-7 0,-4-6 12 15,2 4-4-15,1-3-6 0,0 2 8 0,-2-2 0 16,3 3 5-16,4-4-6 0,0 4-1 16,-3-3 25-16,6-2-31 0,-3 3 18 0,2-4-2 15,4 0-6-15,-3 0 11 0,0 0-8 16,-4 0 10-16,4-4-5 0,-4 1-5 0,0 2 18 0,-4-5-8 15,2 4-7-15,-2-4 10 0,-5-1-6 16,2 2-2-16,-6-2 6 0,2-2-14 0,-5 1 6 16,-2 0 4-16,1-1 21 0,-4-5-7 0,-2 6 2 15,0-2-3-15,0 1 6 0,2 0-3 16,1 0-8-16,0-3 14 0,-1 4-6 0,2-2 10 16,2 3-10-16,-1-1 5 0,2 3-10 0,2-2-8 15,1-1 0-15,0 0-2 0,3 2 5 16,0-2-11-16,3 4 1 0,3-4 10 0,1 1-13 15,4 1 2-15,-1 3 1 0,4-2-8 0,0 5 5 16,3-1 2-16,3 2-14 0,1 3-1 0,0-1-15 16,5 3 23-16,-2 2-16 0,3 0 11 0,-5 2-13 15,2 1 7-15,-4 2-2 0,3-2 3 16,-5 3-3-16,-2-3 0 0,-1 3 6 0,-2-5-9 16,-6 2 6-16,4 2-3 0,-2-5 5 0,-5 1 5 15,2-1-2-15,-2 0 7 0,-1-2-2 16,2-1 8-16,-2 1 5 0,-3-2-3 0,0-4 15 15,3 5-2-15,-3-5-5 0,0 0 10 0,0 0-13 16,0 0-2-16,-17-16 2 0,13 6 5 16,-3-4-12-16,-2-2 12 0,1-4 11 0,2-2-3 15,-1-3 0-15,3 1-2 0,-2 1-19 0,3 1 19 16,1 1-9-16,1 0 11 0,-1 4-5 0,4-4-5 16,-1 3-3-16,1 2-5 0,4-1 11 15,-2 2-29-15,2 2-13 0,4 1-32 0,-2 2-40 0,2 2-17 16,0 1-46-16,4 3-44 0,-4 1-64 15,3 0-148-15,4 4-292 0,-5 1 31 0,1 1 74 16,-3-2 58-16</inkml:trace>
  <inkml:trace contextRef="#ctx0" brushRef="#br0" timeOffset="63775.94">27640 4036 376 0,'0'7'240'0,"7"3"-25"15,-7 0-12-15,4 2-19 0,-1-2-5 0,0 0-18 16,3 1-17-16,-2 0-16 0,2 0-3 0,-4-2-112 15,4 0 7-15,-2 4 1 0,-1-6 2 16,0-2 2-16,0 2 6 0,-2 0 23 0,2 0 10 16,0-4 107-16,1 2-7 0,-4-5-10 0,2 3-8 15,-2-3-11-15,0 0-17 0,0 0-5 16,0 0-21-16,-6-19 3 0,6 6-13 0,-3 2-3 16,0-4-15-16,2-2-3 0,-2-1-2 0,0 0 3 15,3-3-16-15,-3 3-3 0,3 0-7 16,0 0-3-16,3 2 3 0,-3 0-15 0,3 1-3 15,1 4 5-15,-1-3-18 0,4 0-26 0,0 3-20 16,-1 2-46-16,1 1-30 0,0 1-24 0,4 3-46 16,-1 0-82-16,0 1-61 0,0 3-269 0,-3 1-26 15,3 4 42-15,1-1 132 0,-1 1 310 16,-3-1 70-16,3 3 50 0,-3-1 62 0,0 2 21 16,1-2 4-16,-3 1 39 0,2-2-25 15,-3 2-11-15,2-1 7 0,-2-1 12 0,-1 0 22 16,2-3 18-16,-3 1 99 0,5 1-27 0,-7-4-77 15,7 4 0-15,-7-4-11 0,10 0-12 0,-10 0-15 16,11-3-9-16,-5-2 1 0,-2 2 8 16,4-2-11-16,-6 1 13 0,1-2-28 0,4-2-3 15,-3 1 21-15,-1 0 15 0,-3 1 5 0,3 1-22 16,-2-2-1-16,-1 7 54 0,-1-7-26 16,1 7-17-16,-3-5 2 0,3 5-10 0,0 0-6 15,0 0-4-15,-17 9-1 0,15-2 3 16,-6-3-23-16,4 4 6 0,-2 4-22 0,1-3 6 15,-1 2 8-15,3-1-8 0,2 3-3 0,-2-4 3 16,3 2 5-16,0 2-23 0,0-2 7 0,3-1 6 16,1-2-13-16,2 5-5 0,2-6-6 0,2 2-30 15,0-5-33-15,7 3-44 0,-3-1-59 16,7-5-117-16,2 1-518 0,-2-1 39 0,3-4 90 16,3 1 45-16,-3-5 73 0</inkml:trace>
  <inkml:trace contextRef="#ctx0" brushRef="#br0" timeOffset="64027.13">28392 3875 906 0,'-10'0'253'0,"10"0"-20"0,0 0-21 16,-21 4-9-16,11 2-11 0,-1 1-23 16,0 2-11-16,1 1-12 0,-3 0-20 0,3 3-4 15,-1-2-14-15,2 3-13 0,-1-2-8 0,3 2-8 16,0-3-2-16,6 3-8 0,-2-3-15 0,0 2-3 15,3-4 8-15,0 1 0 0,5 0-11 16,-3-2-2-16,5 0-17 0,0 1 83 0,3-4-9 16,4-2-11-16,2 1-21 0,-1-3-25 0,5-2-5 15,0 1-61-15,3-4-36 0,-5 0-24 16,8-4-68-16,-4-1-65 0,1 0-132 0,-2-6-357 16,-3 2-4-16,-2-5 76 0,-1-1 49 0,-5 2 67 15</inkml:trace>
  <inkml:trace contextRef="#ctx0" brushRef="#br0" timeOffset="64209.67">28597 3711 883 0,'-1'-7'332'16,"-2"3"-50"-16,0-1-41 0,3 5-26 0,0-7-34 16,0 7-4-16,0 0-18 0,0 0-21 15,0 0 3-15,-4 16-21 0,3-7-2 0,2 3-8 16,0-2-16-16,2 5-12 0,-3-2 3 0,6 3-11 16,-4 1-10-16,1 0-8 0,2 4-2 0,0-4 0 15,1 3-21-15,-2 1-23 0,6 0-33 16,-3-3-25-16,0-3-91 0,-4 5-152 0,4-7-485 15,1 0 54-15,-5-2 108 0,0-4 58 16,-3-1 52-16</inkml:trace>
  <inkml:trace contextRef="#ctx0" brushRef="#br0" timeOffset="64392.86">28423 3893 1057 0,'0'0'371'0,"-4"-7"-33"15,4 7-36-15,1-8-39 0,-1 1-17 0,3 3-18 16,4-2-23-16,2-1-39 0,2 3-33 0,1-3-38 16,4 2-52-16,0 1-20 0,2-2-43 15,2-1-75-15,1 3-115 0,0 3-494 0,3-2-12 16,-4 0 83-16,4 2 81 0,-3-2 68 0</inkml:trace>
  <inkml:trace contextRef="#ctx0" brushRef="#br0" timeOffset="64675.91">29322 3546 1000 0,'0'0'308'0,"0"0"-19"0,0 0-23 15,0 0-36-15,3 18-12 0,0-5-16 0,1 2-18 0,0 2-15 16,1 1-15-16,0 5-18 0,0 2-14 16,0-4-4-16,1 4-13 0,-1 0-5 0,1 0-13 15,-2 4-8-15,2-4-7 0,-2 1-13 16,2-1-26-16,2 2-17 0,-5-2-47 0,4-2-61 16,2 1-82-16,-5-4-269 0,7 1-348 15,-4-8 89-15,2 0 73 0,-1-4 55 0</inkml:trace>
  <inkml:trace contextRef="#ctx0" brushRef="#br0" timeOffset="65459.7">29678 3843 1018 0,'-3'-5'315'15,"-2"1"-18"-15,2 1-33 0,3 3-29 0,-5-6-22 16,5 6-11-16,-12 0-31 0,12 0-27 0,-20 4 7 15,10 2-23-15,-1 1-23 0,1-3-13 0,0 4-3 16,-1 1-4-16,1-1-16 0,5 0-10 0,-3 1 0 16,0-1-8-16,2 0-20 0,2 1 12 15,1-4-12-15,0 2 7 0,2-1-10 0,0 1 1 16,1-7 4-16,2 8-8 0,1-4-2 0,-3-4 8 16,10 3 2-16,-3-2-22 0,0 1-1 15,-7-2-10-15,10 0 10 0,-3 3 11 0,-7-3-19 16,14 0-15-16,-14 0 3 0,10 1-5 0,-7 2-3 15,-3-3 15-15,11 4-15 0,-6-3 0 16,-3 2 21-16,4 2-26 0,-2-2 28 0,-1 3-7 16,5-3 9-16,-5 2-14 0,5-2 9 0,-3 2 1 15,1-2-11-15,-2 2 16 0,4-3-8 16,1 3 5-16,-2-4-3 0,3-1 1 0,-2 0-1 16,2 0-2-16,2 0-5 0,0-1 0 0,-2-4-13 15,4 3-7-15,-4-4-14 0,0-1 1 0,1-1-8 16,-1-2-26-16,1-1 18 0,-6 0-30 15,2-3-8-15,-6 0 12 0,2-4-7 0,-3 0 8 16,0-3 5-16,-3-4 15 0,-1 4 10 0,-3-3 24 16,5 0 22-16,-3 3 29 0,-1 3 2 0,5 1 28 15,-5 2-30-15,3 2-6 0,2 4-22 16,-3 0 7-16,1 2 3 0,0 6-6 0,3 1 11 16,0 0-16-16,0 0 8 0,-7 11 13 0,4-1-7 15,3 2-14-15,0-2 6 0,-1 1 2 16,1 3 15-16,0 1-17 0,-1-2 4 0,1 1 4 15,1 1-9-15,-1-3 6 0,1 1-5 0,-1-2 2 16,0-1 2-16,0-2-7 0,0 0 18 16,0 1-2-16,0-4 2 0,3 2 2 0,0-6-12 0,-3-1 22 15,4 2-14-15,-4-2-6 0,0 0 16 16,17-7-14-16,-10 3 6 0,1-2-15 0,1 1-8 16,-2 0 0-16,3 0 2 0,0 1-10 0,1-2 8 15,-1 4-8-15,0-3 42 0,1 4-40 16,2 1 6-16,-2 0-5 0,2 3-8 0,0 1-2 15,-2-1 9-15,2 2 4 0,1 3-9 0,-4 0 6 16,0 1 7-16,-2 1-7 0,-1 0 13 16,-4-2 4-16,3 5 9 0,-9-4 7 0,3 2-3 15,-6 2 19-15,2-2 2 0,-5-1-11 0,-3 2 22 16,2-3 12-16,-2-1-26 0,-3 0 3 0,1 1-13 16,4-5 8-16,0 0 0 0,-4-1 0 15,1-2-16-15,2 3-12 0,1-8-47 0,-1 3-48 16,-2-2-130-16,3-4-147 0,3 0-393 0,3-1 17 15,1-1 97-15,-1-2 73 0,4 2 50 16</inkml:trace>
  <inkml:trace contextRef="#ctx0" brushRef="#br0" timeOffset="66295.73">30081 3934 854 0,'0'0'272'0,"15"-6"-6"15,-10 3-23-15,6-2-25 0,-4 1-8 0,4-3-26 16,-5-1-28-16,4 0 5 0,-3 0-17 16,2-2-24-16,-4 1-10 0,3-4-74 0,-6 1 0 15,1-1 5-15,2 2-8 0,-4-3 3 0,-1 3-13 16,0 0 10-16,0 0 11 0,-1 4 71 0,-1-2-13 16,-1 1-15-16,0 4 0 0,3 4-25 0,-7-4 4 15,7 4-4-15,0 0-24 0,-21 8-5 16,14-2 11-16,-3 1 2 0,6 1-15 0,-5 1-6 15,5 1 3-15,1 0-2 0,0 3 2 16,3-4 3-16,0 2-8 0,0 2 10 0,0-1-7 16,6 1-3-16,-2-2-8 0,2 3 8 0,5-3-13 15,-1 2 16-15,0-4-3 0,4 0 8 0,1-2-16 16,-2-2 8-16,0 0 5 0,4-2-25 16,-4 2 7-16,1-5-2 0,0 0 10 0,1-5 7 15,-3 2-14-15,2-2 4 0,-3-3-10 0,2-2-5 16,-3-1 5-16,-1-2-7 0,-4-3-6 0,2-1-13 15,-4-4 11-15,2-8-3 0,-4 4-2 16,0-1-3-16,-1-1 3 0,0 2 15 0,0 3 0 16,-1 2 7-16,1 3 14 0,-1-3-1 0,-1 6 1 15,2 2-6-15,-3-1-5 0,3 2-20 16,0 3 8-16,-3 2 7 0,3 2-3 0,0 4 11 16,0 0-15-16,0 0 2 0,-7 14 0 15,7-6-11-15,0 5-1 0,0 2 24 0,-3 2 6 16,3 1-7-16,3 2-4 0,-3 0 1 0,6 2 5 15,-2 2-1-15,1-2-1 0,0 2-4 0,3-3-4 16,3 1 2-16,-3-2 8 0,3 0-3 0,-1 0 5 16,3-5-9-16,1 0-6 0,-3-2 20 15,3-5-17-15,-1 1 4 0,0-1 1 0,1-4 5 16,0-1-6-16,0-3-1 0,-1-3-6 0,4 0-6 16,-6-4-4-16,3-1 10 0,-1 1-18 15,-3-3 3-15,-2 2 0 0,0-1 2 0,-6 1 10 16,4 1 1-16,-1 2 4 0,-3-1-7 0,1 0 5 15,1 2 8-15,-1-1-1 0,-3 5-9 0,4-7-13 16,-4 3 12-16,0 4-2 0,6-5-3 0,-6 5 0 16,0 0-12-16,0 0 25 0,0 0-15 15,11 9 0-15,-7-4-6 0,2 3 14 0,-2 1 7 16,2-1-10-16,-2 2 0 0,5 3 7 0,-4-1 3 16,2 1 3-16,-1-1 7 0,-1 2-12 15,-3 0 7-15,-2-2 11 0,0 4-1 0,-1-4 1 16,-5 3-11-16,0-1 28 0,-4 2-28 0,-1-4 24 15,1 1 12-15,-4-4-15 0,4 0-52 16,-2-1-17-16,-4 0 17 0,6-5-4 0,-4 3 48 16,1-6-11-16,3 1-12 0,-1-1-5 0,-2-1-5 15,1 1 7-15,0-6-4 0,1 4-19 0,-3-3-56 16,1 2-92-16,-4 2-43 0,0-3-167 16,-7 4-400-16,0 0 1 0,-10 4 110 0,-10-3 59 15,-21 6 51-15</inkml:trace>
  <inkml:trace contextRef="#ctx0" brushRef="#br0" timeOffset="68341.75">18769 7315 540 0,'0'0'171'15,"0"0"6"-15,0 0-13 0,0 0-8 16,0 0-8-16,14-7-10 0,-14 7-7 0,13 0-11 15,-2-1 59-15,2 1-5 0,2-3-2 0,1 0-24 16,2 2-4-16,1 0-21 0,2-4-77 0,3 3 0 16,7 1-16-16,-3-4 9 0,3 2-19 15,2-2-2-15,1 3-2 0,4-3 4 0,2 1 3 16,-1 2-8-16,2-5 1 0,2 3-3 16,-1 1 15-16,-1-2-13 0,4 1-2 0,-4-2 7 15,0 3 1-15,3-2-3 0,0 1-3 0,11-3 1 16,-7 0 1-16,10 0 7 0,-10 4-7 0,7-5 6 15,-7 2-5-15,-3 4-7 0,16-6 1 16,0 0 9-16,-2 1-8 0,-2 3-1 0,1-3 4 16,-9 0 4-16,8 0-15 0,-9 3-2 0,-6-3 10 15,12-1-13-15,-3 2 23 0,4-1-23 0,0 2 2 16,-1-3 11-16,-3 2-10 0,5-3 12 0,2 2 0 16,3 3-9-16,-3-2-4 0,-3-2 11 15,3 3 5-15,0 0-13 0,0-2 3 0,0 1-3 16,-10-1 10-16,10 3 1 0,-3-3-24 15,3 0 16-15,-7 3-1 0,-10-2-7 0,18-1-5 16,-8 5 15-16,6-4 8 0,2 3-18 0,2-5 21 16,-3 2-6-16,-10 4 11 0,-7-4-16 15,4 3 0-15,-4-4 0 0,0 5 8 0,4-4-15 16,-1 0 7-16,11 0-5 0,-8 1-2 0,-2 2-6 16,10-5 13-16,-5 2-7 0,-8 1 17 0,18 1-17 15,-14-2 15-15,12-1-3 0,-6 4-20 0,-8 0 0 16,1-2 18-16,12 2-13 0,-9-2-3 0,-4 2 21 15,-2-1-23-15,2 1 5 0,-2 1 13 16,2-2 0-16,0 2-13 0,4 0 5 0,-4-2-3 16,4 2-12-16,-1 0 0 0,-2-2 12 0,-1 2-9 15,4 1 12-15,-3-3-13 0,0 1 13 16,-2 2-2-16,2-1 2 0,-1-2 5 0,-3 2-15 16,4-3 18-16,-4 4-13 0,1-2 10 0,0-1-5 15,-3 1-5-15,0 2 3 0,4-5-1 16,-2 5-12-16,-2-2 26 0,4-1-24 0,-5 1 3 15,3-1 7-15,0 1-7 0,-3 2 18 0,2-1-16 16,-1-2 6-16,-2 2 0 0,1 0-1 0,2-2-4 16,-9 1 12-16,3 1-15 0,1 0 17 15,-1-1-14-15,-3 1 4 0,0-3 4 0,0 4 1 16,2 0 1-16,-5-4-18 0,3 2 15 0,-1 2 0 16,-2-5-2-16,-1 4-1 0,0 0-10 0,0-3 11 15,1 4 2-15,-1-5-5 0,1 3 3 16,-1-1-6-16,1 0-2 0,-1-2 10 0,-1 4 0 15,2-4-7-15,0 3 12 0,-1-1-13 0,1 0 16 16,-1-2-18-16,3 4 0 0,-2-4 7 16,0 1-2-16,4 0 8 0,-3 0-10 0,-1 2 14 15,-2-3-17-15,2 2 0 0,-1-2 0 0,1 3 10 16,-1-3 8-16,0 0-5 0,-2 3-8 0,2-4 2 16,-1 5 3-16,-1-4 6 0,2 2-4 15,0-2 70-15,-2 3-16 0,2-3-9 0,1 0 9 0,-2 4-5 16,2-3-10-16,2 2 6 0,-4 0-19 15,0-2-10-15,1 3 8 0,-2-3 4 0,2 3-9 16,-4-3 2-16,4 4 11 0,-3-2-16 0,-2-1-8 16,0 1 16-16,0 2 10 0,1-3-18 15,-2 1 5-15,1 2-3 0,0-1 6 0,-1-2-10 16,-1 2 12-16,1 1-25 0,0-3 33 0,-1 2-26 16,1 0 26-16,-1 2-10 0,-3-1-13 15,1-4 15-15,-5 5-13 0,4 0-4 0,-4-2-9 16,-2 2-7-16,-4 0-10 0,-7 0-23 0,15 0-6 15,-13 0-66-15,-2 0-92 0,0 0-683 0,-24 2 17 16,-3 0 116-16,-11-2 92 0,-27-2 56 16,-7 0 66-16</inkml:trace>
  <inkml:trace contextRef="#ctx0" brushRef="#br0" timeOffset="72510.9">18807 6561 463 0,'-3'17'194'0,"3"-9"-27"0,3 4-16 15,0 0-3-15,-3 3-20 0,4-2 10 16,-1 3-25-16,0 1-13 0,1 2-11 0,2-2-12 16,-2-1 5-16,0 2-13 0,-1-2-7 0,1 0 2 15,2 1-3-15,-3-4-5 0,1-1-2 16,-1-2-10-16,1 0 7 0,-1-2-8 0,1 2 44 15,-4-4-10-15,3 1 8 0,0-5-6 0,-3-2-15 16,0 0 8-16,0 0-11 0,0 0-2 0,0 0 2 16,0 0-20-16,-9-24-2 0,5 14-3 0,0-5-1 15,-3-1-6-15,1-1-1 0,-1-2 10 16,1-2 52-16,-2 1-8 0,4-2-16 0,-2 2 3 16,2-1 0-16,-2 4-7 0,3-1-13 15,-2-1-14-15,5 2 9 0,-3 0-3 0,3 2 0 16,0-3-3-16,3 2-10 0,2 1 0 0,1 0 3 15,1 1-10-15,3-1-6 0,-2 2-7 16,2 1-3-16,3 2 15 0,1-1-4 0,-1 1-16 16,1 3-18-16,-4 3-18 0,4 0-36 15,0 1-35-15,-4 2-42 0,1 1-114 0,-1 2-431 16,-1 4-56-16,-2-3 64 0,1 4 77 0,-5 0 46 16</inkml:trace>
  <inkml:trace contextRef="#ctx0" brushRef="#br0" timeOffset="72708">18807 6725 839 0,'0'0'282'16,"0"0"-88"-16,0 0-25 0,0 0-15 0,0 0-6 16,0 0-10-16,0 0-20 0,20-8-26 0,-9 2 16 15,-1 4-21-15,3-7 5 0,5 2 41 16,-1 0 0-16,0 3-36 0,7-5-66 0,-4 3-77 15,0-2-128-15,1 3-499 0,-4 2 5 0,4 0 107 16,-4-2 49-16</inkml:trace>
  <inkml:trace contextRef="#ctx0" brushRef="#br0" timeOffset="72974.7">19193 6634 534 0,'0'7'221'16,"-3"0"-29"-16,3 2-11 0,0 1-19 15,0 1-14-15,3 3 3 0,0-2-8 0,0 5-12 16,-3-2-16-16,5 2-18 0,-2-1-12 0,3 1-6 16,-5-2-12-16,5 1 2 0,-2-1 5 0,-1-3-5 15,0 1-20-15,1-3 7 0,0 1-5 16,-1-3-22-16,0 2 1 0,0-3 4 0,-2 0-1 15,2 0-20-15,-3-1-1 0,3-3-22 0,-3-3-100 16,3 8-115-16,-2-8-300 0,-1 0-99 16,0 0 27-16,0 0 60 0</inkml:trace>
  <inkml:trace contextRef="#ctx0" brushRef="#br0" timeOffset="73857.95">19552 6034 560 0,'0'0'238'0,"0"0"-28"15,0 0-26-15,0 0-5 0,0 0-10 0,0 0-10 16,3 23-36-16,1-13 10 0,-1 5-7 16,0-1 4-16,5 3-10 0,-2 5 8 0,1 2-20 15,-3-1 2-15,5-1-33 0,-1 9-67 16,-1 1 10-16,2-1 1 0,-2 0 69 0,1 3-9 16,5 12-1-16,-6-5-3 0,4 1-11 0,2 2 3 15,-3 2 0-15,1 0-7 0,-1 2-3 16,-1 1-24-16,2-3 17 0,-1 0 4 0,-3 2-2 0,4-2-11 15,-1 3-4-15,-1 0-4 0,-1-1-68 16,-1-9 5-16,0 8 2 0,2 3-4 0,2-1 9 16,-7-8 8-16,6 8 16 0,0-2 2 15,0 2 0-15,0 1-5 0,0 0 5 0,1-2 6 16,-4 1-1-16,3-5 5 0,4 5 3 0,-4-1 5 16,0 2 57-16,-2-1-11 0,4-3-3 0,-5 1-2 15,4 1 5-15,-4-3-25 0,3 4 38 16,1 1-36-16,-1 0-3 0,-4-4 14 0,4 1-22 15,1 0-14-15,-4-1 12 0,3 1-2 0,-3 3-3 16,3 0-5-16,-3 0 3 0,-1-1-8 0,2-9-6 16,2 7 6-16,-3 2-5 0,-1-9 0 15,-3-1 20-15,2-3 0 0,1 14-15 0,1 3 13 16,0-4 0-16,-4-8 7 0,3-5-20 0,-1 2 10 16,1-5 0-16,-2 6-12 0,5 7 2 0,-2 2 2 15,1-8-4-15,2 4-6 0,0 5 3 16,0-5 2-16,-3-4-2 0,-3-4 10 0,2 1-10 15,2-2-8-15,-2 0 18 0,1 0-10 0,0 1-8 16,-1-1 0-16,2 9 2 0,2-2-9 16,-4-9-13-16,4 15 17 0,-2-11-2 0,-5-1 10 15,4-5-12-15,-1 2-1 0,-2-1 1 0,-1 1-6 16,4 2 11-16,-6-3 7 0,5 1 0 0,-3-3-10 16,1-2 0-16,2-1 8 0,-5 0-11 15,6-2 3-15,-3 0-10 0,5 5 15 0,-5-5 5 16,2 0-10-16,-1 0 13 0,1 0-10 0,-2 0-1 15,2 0-4-15,1-2 9 0,-1-1 1 0,-1-1-18 16,-2 2 20-16,4 0-30 0,-4-4 25 0,3-2-5 16,-2 0 0-16,-1 1 5 0,2-1-8 0,-2 1 13 15,3 1-15-15,-2-2 3 0,-1 2-3 16,3-2 7-16,-2 5-4 0,3-1 9 0,-3 3-2 16,2-6 3-16,-2 3 0 0,-1-5-6 15,0-2 1-15,-3 0-6 0,5-3 3 0,-5 1 3 16,3-2-11-16,0-1 6 0,-3-2-21 0,0-3-16 15,0 0-35-15,0-4-51 0,0 0-93 0,0 0-327 16,-17-21-333-16,13 7 112 0,-5-11 47 16,-3-22 72-16,-4-5 58 0</inkml:trace>
  <inkml:trace contextRef="#ctx0" brushRef="#br0" timeOffset="75341.95">23029 6375 711 0,'3'-8'230'16,"-3"1"-20"-16,0 0-23 0,3 2-13 15,0-1-18-15,-2 2-38 0,5 1 0 0,-6 3-11 16,11-6-22-16,-7 5 12 0,-4 1-15 0,16 4 0 16,-8 0-23-16,2 2-13 0,0 2 15 15,-4-1-4-15,2 3-4 0,1 1-4 0,-5 2-11 16,2-1 14-16,-5 2-17 0,2 1 70 0,-6-3-25 16,2 5 7-16,-2 0-10 0,-3-3-13 0,-1 3 0 15,0-5 2-15,-3 1-7 0,3-1 0 16,0-4 0-16,-1-1-18 0,-1 1 15 0,2-1-7 15,1 1 10-15,-1-6-13 0,2 0 5 0,-1 1-3 16,6-3-9-16,-10 1 2 0,10-1-13 16,0 0 0-16,-10 0 3 0,10 0 0 0,0 0-8 15,0 0 7-15,0 0-27 0,0 0 10 0,10-13 5 16,-10 13-6-16,16-1 1 0,-8 1-8 0,2-2 0 16,3 2-5-16,2 0 6 0,-2 0 1 15,1 2-9-15,-1-2 7 0,2 0-28 0,-2 1-21 16,1-1-27-16,-1 3-6 0,0-1-31 0,1-2-27 15,-4 0-45-15,2-2-60 0,-2-1-119 16,-1 2-370-16,5-2 38 0,-4-1 66 0,0 0 44 16</inkml:trace>
  <inkml:trace contextRef="#ctx0" brushRef="#br0" timeOffset="76191.98">23353 5684 540 0,'0'0'197'0,"0"0"-10"0,-3 16-24 16,3-5-27-16,0 3-3 0,3 4-20 15,0 6 17-15,5 1-27 0,-2 4-1 0,-2 3-10 16,6 3 8-16,1 11-21 0,-1 2 6 0,0-2-3 15,4 4-5-15,-1-3 4 0,1 3 58 0,-1 1-16 16,-3-1 2-16,5 2-25 0,-2-2-3 16,1 1-12-16,-1 4-4 0,2-4 7 0,-2 0-17 15,-3 1-4-15,7 2-14 0,-7-2-4 0,4 4 2 16,-4-5-7-16,5 1 12 0,-5-2-10 16,2 0-7-16,-1 0 2 0,0 1 0 0,-2-1-13 15,-2 0 8-15,1-1-11 0,-2 1-4 0,1 0-9 16,-1-9 17-16,-1-2-14 0,-2 11-10 15,2 3 18-15,-3-10 3 0,1-4-11 0,0-1 0 16,0-1-4-16,1 3 7 0,-1-2-11 0,-3-1 1 16,5 1 2-16,-5-1-5 0,3-1 5 0,0 3 6 15,0-1-1-15,-2-1-7 0,2-1-3 0,0 2 10 16,2-2 8-16,-3 2-10 0,4-1-5 16,-1 1 2-16,-2 12 8 0,3-7 2 0,-2-9 1 15,2 16-6-15,1-1-61 0,0-3-13 0,0 4 16 16,0-2-8-16,4 1 12 0,-4-2 11 15,4-1 3-15,-3 4 12 0,0-3-3 0,2-1 1 16,-3 1 2-16,6 1-2 0,-6-3 5 0,0-3 10 16,-1-7-5-16,1 15-3 0,1-2 5 15,-2-6 3-15,-2-4-7 0,-1 9 9 0,4 3-10 16,-4 3-2-16,1-9 5 0,0-6 0 0,-4 0 13 16,6 14-6-16,-2-2-4 0,-1-6 9 15,0-8-7-15,2 5 5 0,-2-5-5 0,0 4-5 0,4 10 5 16,-4 0 5-16,0-9 16 0,1-6-18 15,-1 0-1-15,0 1-7 0,0-1 0 0,-1-1 5 16,1 0 13-16,3-1-8 0,-3 2 2 0,-2-2-1 16,2 2-9-16,0-3 29 0,1 1-14 15,-1-1 1-15,0-4-8 0,2 2 11 0,-2-3-4 16,0 6 9-16,1-2-13 0,2-5-1 0,-3 2-2 16,1 4 1-16,-1-7 75 0,4 0-14 15,-3 0 5-15,2 8 25 0,-2-1-31 0,-1 1 6 16,1-2-13-16,3-3-13 0,0 3 3 0,-4-3-6 15,4 4-9-15,-1-7-1 0,2 0 3 0,-1-1-8 16,-1-3 18-16,1 1-21 0,-1 0-4 16,2-8-3-16,-5 1-3 0,4-1 8 0,-4-4-18 15,1 1 11-15,-1-4-3 0,0 3-6 0,1-3 11 16,-1 1-23-16,-2-2-10 0,-1-2-34 0,3 3 8 16,-3-3-15-16,3 0-18 0,-3 0-39 0,0-1-64 15,0-3-84-15,0 6-586 0,0-6 25 16,0 0 118-16,0 0 36 0,0 0 72 0,-3-21 53 15</inkml:trace>
  <inkml:trace contextRef="#ctx0" brushRef="#br0" timeOffset="77074.42">23715 6186 683 0,'4'15'243'0,"3"1"-23"16,0 2-35-16,3 4-11 0,-3-1-11 15,4 4-96-15,2 0-8 0,-3 1-13 0,1-2-5 16,-1-4 18-16,0 0 7 0,2 0-35 0,-4 1 7 16,-4-7-12-16,5-1 15 0,-4 1-18 15,-2-3 23-15,1-3 31 0,2 1-11 0,-3-1 16 16,0-2 59-16,-2 0-21 0,-1-6 3 0,0 3-13 16,0-3-15-16,0 0-3 0,0 0-25 0,-10-23 7 15,6 13-2-15,-2-4-6 0,-2-4-17 16,1-1-16-16,-2-2 23 0,1-2-9 0,1 0-7 15,1-2-11-15,-1 0 24 0,1 0-19 0,1 0 19 16,-1 1-7-16,5 1-10 0,-2 2 8 16,0 0-6-16,0 3-7 0,3 3 0 0,0-3-6 15,3 1-2-15,0 2 11 0,1 0-11 0,-1 2-13 16,5-1 0-16,2 3-2 0,-1-1-3 16,-2 2 3-16,7 1-11 0,-7 3-17 0,4 2-29 15,-1 2-15-15,0-1-51 0,-1 3-111 0,-1 5-158 16,-1-3-419-16,0 4 94 0,-4 2 71 0,0-4 50 15,-3 5 68-15</inkml:trace>
  <inkml:trace contextRef="#ctx0" brushRef="#br0" timeOffset="77241.7">23738 6325 811 0,'0'0'248'0,"0"0"-38"0,0 0-23 15,0 0-13-15,0 0-23 0,18-8-5 0,-7 4-16 16,2 1-22-16,2-3-36 0,-2 3-67 0,4 0-64 16,-3-2-141-16,3 4-196 0,-1-3-196 15,-1 2 32-15</inkml:trace>
  <inkml:trace contextRef="#ctx0" brushRef="#br0" timeOffset="77690.43">24036 6309 665 0,'-3'-18'233'0,"3"18"0"0,3-7-28 0,-3 7-24 15,2-6-27-15,1 3 0 0,3-1-24 16,-6 4-10-16,10-5-10 0,-3 2-25 0,1 1-6 16,2 2-15-16,-1 0 3 0,-9 0-6 0,15 2-12 15,-9 2-3-15,1-3 10 0,0 4-25 0,-4 0-5 16,4 1-6-16,-5 1 8 0,-1 2 0 15,-1-2-10-15,-3 2 3 0,0 0 7 0,-4 0-10 16,3-1 10-16,-2 0-13 0,2 1 8 0,-2-2 3 16,2-2-8-16,0 0-8 0,1 1 6 15,1-2-11-15,-3 2 10 0,5-6-15 0,-3 6-18 16,3-6 13-16,0 0 10 0,0 0 8 0,8 5-18 16,-8-5 10-16,9 0-18 0,-9 0 8 15,10 0 8-15,-3 1-1 0,0 2-4 0,0-1 2 16,3-1 2-16,-3 0-4 0,2 5-14 0,2-4 14 15,-4 4-4-15,0-2 81 0,3 3-9 0,-6-1-9 16,3 2-9-16,-1 1 14 0,-3-1-11 16,-2 1 3-16,-1 1-6 0,0-2 1 0,-4 2 12 15,1 2-15-15,-4-3-2 0,1 1-3 0,-5-1-5 16,4 0 0-16,-3-1-13 0,2-2 2 16,-1 2-4-16,-1-4-6 0,3 1-10 0,0-3-33 15,0 3-41-15,7-5-128 0,-10-5-187 0,6 3-371 16,4-4 35-16,-3-1 75 0,6-3 59 15</inkml:trace>
  <inkml:trace contextRef="#ctx0" brushRef="#br0" timeOffset="78674.45">24294 5657 657 0,'0'0'228'16,"0"0"-10"-16,0 0-34 0,0 0-10 0,0 0-10 0,9 18-16 15,-5-9-7-15,-1 4-21 0,5 1-9 16,-2 3-12-16,1 3 1 0,0 0 3 0,4 3-22 16,0 2 7-16,0 1-17 0,1 0 14 0,-2 6 4 15,10 4-15-15,-6-1-2 0,3 5-8 16,0 0 0-16,-3-6-8 0,5 7-4 0,-4 1 4 15,2 0-2-15,-3-1-6 0,2 1-4 16,-2 1-21-16,-4-4 8 0,0 5 2 0,1-4 3 16,-1 4-13-16,-3 4 7 0,3-7 1 0,-6-5 5 15,3 11-10-15,-1-5 7 0,-2-6 0 0,3 14-5 16,-3-7 21-16,2-5-29 0,-1-3 11 16,0 15-3-16,1-8 13 0,2 8-13 0,-4-1 1 15,5-9-14-15,-5-5 3 0,2-1-3 0,-1 4 11 16,5 9-8-16,-4 2 0 0,1 1 2 0,1-11-2 15,-5-3 13-15,6 1-16 0,-5-2 6 16,3 11-1-16,3 2-2 0,-6-6 10 0,3-7 3 16,-1 2-6-16,0-1-76 0,2 13 3 0,-1-9 12 15,0 5 0-15,-1 3 5 0,2-6-5 16,-5-9 8-16,4 2 21 0,-4 3-14 0,4-4-2 16,-4 2 23-16,4 1-13 0,-6 0 16 0,5 13-24 15,-1-10 11-15,-3-2 0 0,-2-1 10 0,3 1-5 16,-3-1-6-16,0 1 4 0,3 1 4 15,-1 0-4-15,-2-2 12 0,0 2 2 0,1-3-9 16,-1 4-14-16,0 2 29 0,-1-2-3 0,1-1-4 16,-2-3-4-16,-1 0-7 0,3 2 0 15,-3-2 10-15,3-3 10 0,3-1-15 0,-3 0 0 16,0-4 3-16,0 3 0 0,0-4 2 0,3 0-13 16,-1 1 16-16,-1-3-6 0,0-5-4 0,-1 3 2 15,3-4-3-15,-3 0-7 0,4 1 7 16,-1-2-2-16,-2 0-3 0,2 0 29 0,0-1-18 15,0 4 9-15,1-2-1 0,-1-4-22 0,2 5 19 16,-4 2 5-16,4 2-3 0,1-1-5 0,-2-1 23 16,-1 3-12-16,4 0-6 0,-1 0-5 15,-1 3 8-15,3 1-11 0,-3 1 6 0,2-3 2 16,4 3-2-16,-2 0-3 0,-2-4-2 16,0 5 7-16,3-5 0 0,-3 5 0 0,3-4 52 0,-3 7-8 15,4-5-11-15,-5 0 19 0,4 3-22 16,-2-2 9-16,-1 0 0 0,-1 3-16 0,1-2-7 15,-1 0 7-15,2-1-5 0,-2 2 0 0,-2-1 3 16,2-4 0-16,-2 5 2 0,-1-4-10 0,3-3-8 16,-1 8 8-16,1-3-18 0,-2-4 1 15,2 0 1-15,-2 6 14 0,0-6-8 0,3 1-11 16,-4-1 1-16,3 6 2 0,-2-1 2 0,2-5 9 16,-1 6-11-16,2 2 8 0,-4-3-8 15,0-3-3-15,1-3 6 0,-1 0 2 0,0 0-5 16,3 0-7-16,-4 0 12 0,1 0 3 0,0-1-8 15,0-5 18-15,-2-2-18 0,2 1 5 16,0-3-7-16,0 2-11 0,-2-4 3 0,2-1 10 16,-3-4-15-16,3 0 10 0,-3 2 0 0,4-3 13 15,-3 0-5-15,-1 1-6 0,3-2 1 0,-3-2-1 16,0 2 1-16,0-6 10 0,3 8-19 0,-3-8-11 16,0 0-86-16,0 0-137 0,0 0-664 0,0 0 29 15,-11-22 145-15,5 5 36 0,-5-8 72 16,-6-20 69-16</inkml:trace>
  <inkml:trace contextRef="#ctx0" brushRef="#br0" timeOffset="79340.97">24775 6236 670 0,'0'0'246'0,"0"0"-39"0,0 0-5 15,0 0-35-15,0 0-42 0,0 0-61 0,21-4-95 16,-11 4-102-16,1 0-463 0,-2 2 35 0</inkml:trace>
  <inkml:trace contextRef="#ctx0" brushRef="#br0" timeOffset="79490.42">25107 6221 624 0,'6'-2'174'0,"2"1"-61"0,-1 0-95 15,3 1-110-15,3-1-420 0</inkml:trace>
  <inkml:trace contextRef="#ctx0" brushRef="#br0" timeOffset="79807.64">25610 6117 872 0,'3'-4'249'16,"-3"4"-19"-16,4-3-51 0,-4 3-38 0,9-1-69 15,-9 1-72-15,7-5-93 0,0 4-408 16,-7 1-70-16,10-2 64 0</inkml:trace>
  <inkml:trace contextRef="#ctx0" brushRef="#br0" timeOffset="80957.09">25743 5538 796 0,'0'0'227'0,"0"0"-4"0,-4 19-21 16,5-15-17-16,-1 7-14 0,3 1-17 15,3 1-21-15,-2 1 13 0,3 3-87 0,0 5-21 16,0-1 8-16,-1 1 3 0,1 3-26 0,1 0 25 15,-2 7-20-15,1-4 26 0,2 4-20 16,-1 0 17-16,-1 1 8 0,0 1-3 0,-1-1-10 16,1 3-13-16,0-3 6 0,0 4 12 0,0 7-13 15,2-2-2-15,-4-9 66 0,5 13-2 16,-1-6-8-16,-5-7-12 0,3 2-3 0,-3 1-1 16,3-1-14-16,-1 1 7 0,-2-3-13 0,2 6 3 15,2-4 3-15,-2 14-6 0,-2-8-5 0,2-5 3 16,1 12-18-16,2 2-3 0,-4-9 5 15,0-5-4-15,-3 3 12 0,4-4-5 0,-2 4-11 16,0-4-7-16,-1 2-66 0,1 1 2 16,-1-3 10-16,0 3-2 0,2-2 5 0,-4 3-6 15,-1-3 22-15,0 0-4 0,0 2-7 0,0-2 8 16,-1 2 5-16,1-3 2 0,0 0-5 0,0 0 5 16,-2-5-2-16,2 1-3 0,-3-3-2 0,3 3 10 15,0-4 0-15,0 1 7 0,-3 1 4 0,3-1-6 16,0 1 10-16,0-3-10 0,0 2 7 15,0 4 4-15,0-4 4 0,0 2-5 0,0 4-7 16,0 0-1-16,0 5 27 0,3-1-19 0,-3-1-8 16,0-1 9-16,5 2 1 0,-3-2 1 15,-2 3-13-15,8-3 8 0,-5-1-13 0,6 13 12 16,-5-6-9-16,3-9 7 0,-1 2 62 0,2 3 2 16,0-4-16-16,-3 1 9 0,1 0-16 15,-2 2 5-15,4-3-7 0,-2 0 9 0,-1 1-17 16,0 0-5-16,1 3-3 0,2 11-2 0,-4-8 4 15,2-4 11-15,1-4-7 0,-1 16 12 0,2-6-18 16,-1 7 0-16,-1-3 8 0,1-5-11 0,0-6-12 16,0 14-10-16,-1-11-8 0,3 7 20 15,-4-6-12-15,3-2 20 0,-2-1-3 0,1 13-2 16,2-10-15-16,-1 8 9 0,-1-10 9 0,0-1 2 16,-1-2-3-16,2 0 6 0,-2-1-16 15,-2-1 0-15,5 2-10 0,-2 13 36 0,-2-6-25 16,1-9-9-16,-2 4 1 0,-1 0 17 0,3-4-22 15,-2 2 12-15,3-2-10 0,-3 4-3 0,2-1 14 16,-2-3-19-16,2 1 8 0,-2 0 5 16,6-1-2-16,-6 2-3 0,4-4-16 0,-6 1 14 15,4-4 7-15,2 4-5 0,-1-5-3 0,-1 5 3 16,0-7 5-16,-2 1-2 0,4-1 7 16,-5 0-10-16,3 0 13 0,-2 7-23 0,2-6 17 15,-2 8-2-15,3-3-12 0,-4-5 12 0,-2 0 3 16,2-1-16-16,2 0 21 0,-3 0-6 0,1 0-19 15,0-1 4-15,0-6 3 0,-2 4-3 0,-1-4-2 16,3 4 12-16,1-5-4 0,-1 1 2 16,-2-7 2-16,-1 6-2 0,0-3 3 0,3-3-8 15,-3 2 18-15,3-3-11 0,-3 0 11 0,0-3-10 16,3 3 4-16,-1-3-9 0,-2-1 17 0,1-1-10 16,0 2 8-16,-1-3-11 0,3 0-27 0,-3-4 20 15,0 7-13-15,0-7 8 0,0 0-75 16,0 6-61-16,0-6-84 0,0 0-669 0,-3-13 14 15,2 2 135-15,-2-7 54 0,-6-11 61 0,-6-21 66 16</inkml:trace>
  <inkml:trace contextRef="#ctx0" brushRef="#br0" timeOffset="81874.19">25999 5786 570 0,'3'14'215'0,"1"-1"-18"0,0 6-12 16,3 0-11-16,-1 5-13 0,1 1-28 0,3 1 10 16,-3 1-20-16,3 4-23 0,-3-6 8 15,3 2-14-15,0 0-7 0,-3-4-5 0,0 2-23 16,1-1 13-16,1-2-16 0,-2-1-15 0,0-1 0 16,0-5-20-16,0 1-11 0,-1-2-23 15,-5-3 21-15,5-2 7 0,-3-1-61 0,1-3-41 16,-3-2-51-16,-1-3-44 0,0 0-23 0,0 0 41 15,0 0-25-15,-11-12 28 0,4-1 22 16,0 1 17-16,-3-5 53 0,0-4 10 0,0 2 33 16,-1-3 44-16,4 1 59 0,-1 0 20 15,-1 0-2-15,-1-1 5 0,3 4 10 0,1-4-3 16,2 7-10-16,-2-5 6 0,5 3 58 0,-6-1-10 16,4 1-5-16,2 1-15 0,0-1-14 0,1 2-17 15,0 3-5-15,1-3-3 0,0 0-5 16,2 0-18-16,4 3-10 0,0-4-5 0,-3 5-8 15,6-1-5-15,0 1-8 0,-3 2 5 0,3 1-17 16,0 0-31-16,-2 2-24 0,3 3-53 16,-6-1-74-16,2 3-141 0,0 2-410 0,-7-1 49 15,0 0 39-15,14 4 76 0</inkml:trace>
  <inkml:trace contextRef="#ctx0" brushRef="#br0" timeOffset="82074.1">26028 6138 831 0,'0'0'238'0,"0"0"-12"0,8-13-29 16,-3 7-13-16,4 0-33 0,1 2-2 0,1-5-19 15,3 2-27-15,-1 0-27 0,1-1-58 0,-1 1-46 16,-2 3-64-16,3-3-110 0,-1 0-448 0,1 4 68 15,-1-5 60-15</inkml:trace>
  <inkml:trace contextRef="#ctx0" brushRef="#br0" timeOffset="82274.48">26331 6060 752 0,'3'18'269'0,"-3"-3"-18"16,5 1-39-16,-3-2-17 0,1-2-16 16,1 3-23-16,-1-4-18 0,1 6-10 0,-1-2-13 15,0 1-40-15,1-2-42 0,-1-1-48 0,1 1-78 16,-1-3-76-16,1-1-135 0,1 1-293 16,-3-5 16-16,1 2 54 0</inkml:trace>
  <inkml:trace contextRef="#ctx0" brushRef="#br0" timeOffset="82640.43">26300 6053 816 0,'0'-9'233'0,"-3"1"-8"15,3 1-15-15,0 3-23 0,-1-1-36 0,1 5-13 16,0 0-5-16,1-7-20 0,-1 7 7 0,0 0-20 16,0 0-15-16,21 12-4 0,-12-3-6 0,-2-1-11 15,3 3-16-15,4 3 11 0,-1 1-10 16,2 1-1-16,-2-3 1 0,1 4-11 0,2-3-2 15,-4 1 3-15,1-1-9 0,0-1-14 0,-2-3 15 16,-1 0-8-16,0 2 5 0,-2-5-8 16,-2-2 1-16,1 2 14 0,1 0 12 0,-2-5-12 15,-3 2-1-15,-3-4 4 0,10 2-12 0,-10-2 7 16,0 0-15-16,7-14 15 0,-4 6-12 16,-3-3-1-16,0-3 11 0,-3-3-21 0,0 0 11 15,2-2-9-15,-2 1 83 0,0-3-21 0,-4 1 3 16,4-3 31-16,-1 5-32 0,2-3-24 15,-3 3-60-15,2 0 3 0,3 3 2 0,0-2 3 16,0 6 0-16,0-4-13 0,6 3 3 0,-2-1 10 16,3 3-18-16,-3 1-18 0,6 2-28 0,-1 1-25 15,-1 1-49-15,2 2-57 0,0 4-327 16,4 3-236-16,-7-1 52 0,2 4 89 0,-1-4 56 16</inkml:trace>
  <inkml:trace contextRef="#ctx0" brushRef="#br0" timeOffset="85190.43">27001 6475 524 0,'0'0'149'0,"0"0"-9"0,0 0-19 15,-11 1-6-15,11-1 10 0,0 0 19 0,0 0-16 16,0 0 61-16,0 0-7 0,-7 0-16 0,7 0-20 16,0 0 5-16,0 0 10 0,0 0-15 0,0 0 0 15,0 0-10-15,0 0-3 0,0 0-13 0,28-1-20 16,-21-1-15-16,7 0 2 0,-1 0-3 16,1 1-10-16,3 0 1 0,3 0-19 0,0-2-2 15,1 1 5-15,3 1-3 0,-1 0-10 0,-1 1-3 16,5-6 3-16,3 6-2 0,-5-3-11 0,6-1 6 15,-4 1-14-15,1 1 6 0,4-3-3 16,-6 3-18-16,4-4 11 0,-6 3-6 0,6-1 13 16,-5 0-12-16,2 0-1 0,1 0 11 0,4-1-83 15,-6 2 9-15,5-2 14 0,-1 1-1 16,-2-2 17-16,3 4-10 0,-1-4 5 0,1 1 17 16,3-1-12-16,0 0 18 0,-3 4-10 0,6-4 5 15,-2 1 0-15,3 0 2 0,-7 3 1 0,3-3 10 16,0 3 2-16,-3 0-10 0,2-2 5 15,0 1 3-15,-1 3-16 0,-1-4 10 0,0 1-4 16,0 2 12-16,0 0-10 0,-1-4-8 0,1 4 8 16,-3 0-7-16,5-4 4 0,-5 4 6 15,0-2 4-15,-1 1-7 0,3-2 0 0,-6 2 11 16,5-2-9-16,-3 2-4 0,-2 0 4 0,0-3 3 16,4 2 13-16,-5 2-7 0,1-5-4 0,6 4 3 15,-5-4-4-15,2 4 1 0,0-3 6 16,1 2-18-16,-3 2 5 0,1-5 8 0,-2 4-6 15,-3 1-2-15,3-4 3 0,-4 4 7 0,1-2-7 16,-1 0-1-16,-3 2 8 0,-3-1-5 0,-1 1 3 16,-3 1-8-16,1 0 13 0,-4-2 2 15,-7 2-2-15,17 0-8 0,-10-2-5 0,0 0 18 16,-7 2-5-16,10-1-3 0,-10 1-20 0,11 0-11 16,-11 0-32-16,6-1-16 0,-2 1-128 0,-4 0-42 15,0 0-216-15,9 0-318 0,-9 0 69 16,0 0 79-16,0 0 44 0,0 0 90 0</inkml:trace>
  <inkml:trace contextRef="#ctx0" brushRef="#br0" timeOffset="90390.14">19046 1023 893 0,'-1'-6'284'0,"1"6"-36"0,0 0-23 16,0 0-30-16,0 0-3 0,0 0-20 0,-3 18 2 15,3-8-21-15,4 2-15 0,-4 4-15 16,7 3 8-16,-4 0-16 0,1 5-15 0,2-1-77 15,-2 2-8-15,2 3-2 0,2 2-8 0,-1 0 5 16,-1 1 3-16,1 2-8 0,1-1 3 16,-2-1-5-16,1-1-27 0,3-1-19 0,0-5-44 15,-3 0-62-15,0-3-163 0,3-1-384 0,-3-3 25 16,0-5 77-16,-1-2 70 0</inkml:trace>
  <inkml:trace contextRef="#ctx0" brushRef="#br0" timeOffset="90607.03">19084 1455 634 0,'3'-9'279'0,"-3"9"-25"0,7-8-26 0,-1 2-11 15,1-1-33-15,7-1-7 0,-4 1-8 0,5-1-33 16,1 0 2-16,1 0-31 0,-3 0-7 0,3 0-5 15,-3 1-34-15,3 0-27 0,-1-1-27 16,-1 2-45-16,-2-1-36 0,4-1-98 0,-6 1-61 16,-2 0-184-16,6-1-195 0,-5-1 16 0,0-1 81 15</inkml:trace>
  <inkml:trace contextRef="#ctx0" brushRef="#br0" timeOffset="90811.72">19299 1017 798 0,'-3'-3'200'15,"3"3"-44"-15,-4-4 8 0,4 4-29 0,0 0-17 16,0 0 15-16,0 0 0 0,-4 13-17 16,8-5-4-16,0 5-12 0,-1 0-16 0,4 3 14 15,-1 3-14-15,1 2-4 0,1 2-19 0,2 4 6 16,0 1-19-16,1 1-4 0,2-1 12 16,-3 1-2-16,4 1-21 0,-1-2-23 0,1 0-12 0,0-2-44 15,0-1-36-15,-1-1-31 0,4-6-46 16,-6-3-86-16,2 2-398 0,4-4 34 0,-4-3 38 15</inkml:trace>
  <inkml:trace contextRef="#ctx0" brushRef="#br0" timeOffset="92075.45">19638 1366 844 0,'0'0'310'0,"-4"-3"-34"0,4 3-27 16,0 0-24-16,-10 10-2 0,9-5-21 15,1 2-33-15,-3 0-23 0,3 1-11 0,3-1-7 16,-2 3-13-16,2-1-7 0,4 0-6 0,-3 0-4 16,2-1-27-16,1 0 11 0,3-1-8 15,-2-1 3-15,1 1-8 0,-2-4-12 0,4 2-9 16,-4-2 1-16,2 0-3 0,-2-2 31 16,-3 0-52-16,-4-1 1 0,13 0 2 0,-13 0-10 15,7-2 5-15,-7 2-5 0,0-8 10 0,0 3-12 16,0 5 1-16,-7-11-4 0,1 4 5 0,-2-1-8 15,-1-1 8-15,-1 1-2 0,3 0 7 16,-4-1-13-16,1-1 10 0,0 0-55 0,-1 0-9 16,1 0 13-16,4 2 8 0,-2-2 0 0,1 2 0 15,1-2 13-15,-1 0-3 0,4-2 3 0,0 2-8 16,3-1 23-16,0 0-20 0,3 1 5 16,0-1 2-16,4 1 5 0,0-2-4 0,-1 3-1 15,5 1-2-15,-1-2 0 0,0 5 2 0,1 0-2 16,2 1 10-16,1 0 0 0,-4 4-13 15,3 0 8-15,-2 3 0 0,2 2-6 0,-1 1-4 16,1 3 7-16,-3 3-7 0,1-2 18 0,-1 2-16 16,-1 1 2-16,-1 0 9 0,-1 1-6 15,2-1 13-15,-5-1-2 0,3 1-11 0,3-3 11 16,-6 0-6-16,2 1 8 0,-2-3-7 0,2 0 2 16,-1-1 0-16,4-1 5 0,-5-1 0 0,6 0-2 15,-3-3-1-15,0-1-2 0,3-1 0 0,-10 0 5 16,17-6-2-16,-7 1 5 0,-3-1-11 15,0-2 3-15,3-3 5 0,-3-1-2 0,-3 0 2 16,2-1-5-16,0-2-3 0,-4 3 3 0,1 1 8 16,0-1 5-16,0 2-16 0,-2 1 16 0,-1 1-13 15,0 0 0-15,0 1 0 0,3 3-5 16,-3 0 5-16,0 4 5 0,0-6 0 0,0 6-5 16,0 0 5-16,0 0-5 0,0 0 8 0,0 0-6 15,0 23 1-15,0-15-6 0,0 0 14 16,0 4-6-16,3-1 0 0,0-2 0 15,-2 1 3-15,5 0-13 0,-1 0 7 0,1 1 3 0,1-3-2 16,-1 0 2-16,5-1 3 0,-1-1 2 16,0-1 3-16,4-1-13 0,0-3 10 0,0 2 10 15,2-4-15-15,-1-2 1 0,1-1 1 0,2-3 1 16,-2 3-16-16,2-3 3 0,-5-1 3 0,1 0 2 16,-1-3 0-16,-3-1-8 0,-2 2-5 15,-1-3 8-15,-4 0-10 0,0-1-3 0,0 1 5 16,-3 1 8-16,-3-2-3 0,0 2 0 0,0 0 6 15,-1 0 4-15,1 4-9 0,0-2 9 0,-2 2 3 16,2 1-7-16,0-1-8 0,2 3-8 16,-2 0-8-16,3 5 6 0,0-6 12 0,0 6-13 15,0 0 4-15,0 0-1 0,18 7 2 0,-11 0 14 16,6 1-3-16,-2 1 5 0,2 2-6 16,-3 0 4-16,4 0-11 0,-1 3 0 0,2 1 6 15,-3-1-1-15,0 4 3 0,-6-2 7 0,1-1-20 16,-1 0 8-16,-5 0 23 0,2-2-13 15,-6 1 15-15,-1 1-22 0,-2-1-4 0,-1-3 6 16,-4 0 8-16,1-1 20 0,-3-3-15 16,2-1-3-16,1-2 18 0,-4-2 0 0,1-2-8 0,3 0-7 15,-1-1 0-15,-2-2-3 0,6 0 5 16,-4-1 3-16,4 0 5 0,1 1-8 0,-1 2 5 16,0-2-15-16,7 3 13 0,-7-5-8 0,7 5 0 15,0 0-15-15,-3-4 15 0,3 4-7 0,0 0 12 16,0 0-13-16,17-3 8 0,-10 1 0 15,3 2 8-15,4 0-8 0,-1-4 3 0,5 0 5 16,-2 1 5-16,5-4-5 0,0 0-13 16,2-1-3-16,-2 1 6 0,3-3 2 0,-4 0 0 15,1-1-8-15,-1 0 11 0,-3-1-8 0,1 1 0 16,-2-2 0-16,-2 2 8 0,-4 0-11 0,0-1 16 16,-2-1-8-16,-1 2 10 0,-1-2-10 0,0 2 1 15,-5 1-9-15,2 0 18 0,1 3-7 0,-4-1-13 16,3 0-3-16,-3 3 6 0,0 1-1 15,0 4-5-15,-7-5 11 0,7 5-6 0,0 0 1 16,0 0 4-16,-13 16-2 0,10-8-2 16,-1 0 2-16,1 2 0 0,3 1 2 0,0-1 9 15,0 1-11-15,0 1-5 0,3 1 5 0,1-3 7 16,-1 2 1-16,3-1-11 0,1 1 11 16,4 0 5-16,-1-1-21 0,0-1-7 0,4-1-41 15,4-1-34-15,1 0-71 0,2-3-121 0,3 0-302 16,3-1-165-16,-6-2 47 0,3-2 70 15,0-2 69-15</inkml:trace>
  <inkml:trace contextRef="#ctx0" brushRef="#br0" timeOffset="92524.19">21261 1176 591 0,'7'19'217'0,"0"-4"-12"0,-4 1-21 0,4-1-27 16,-1 0 58-16,-2 0-16 0,4 2-9 0,1 1-29 16,-2-1-13-16,4 2-4 0,-4 2-32 15,2-4-7-15,-2-1-20 0,-3-2 7 0,3-3-2 16,0 0-11-16,-4-1-5 0,3-2-10 0,-5-2 3 16,2-1-3-16,-3-3-16 0,0-2-2 15,0 0 8-15,0 0 2 0,-10-12-17 0,6 2 4 16,-5-4-15-16,-2-3 3 0,4-4 0 0,-6-4-3 15,-1-1-2-15,1-1-1 0,1-3 6 0,2 0 0 16,-2 0 15-16,4 1 0 0,1 0 5 16,1 5 3-16,2-1-6 0,1 3 6 0,0 1-15 15,2 3-9-15,1 1 9 0,0 1-3 0,1 2-1 16,-1 0-14-16,6 2 7 0,-2 1-10 16,-1 0 0-16,4 3-3 0,3 3-5 0,-3-1 3 15,0 5-3-15,3 1-12 0,-10 0-1 0,20 8 6 16,-10-2 12-16,-2 2-5 0,-1 3-2 15,2 3 2-15,-5-3 3 0,-1 6 3 0,0-2-4 16,-3 1 6-16,0 0 0 0,-6 0-10 0,3 0 0 16,2 0-16-16,-5-3-2 0,2 4-26 0,1-5-15 15,-4-1-29-15,6-1-25 0,-2 1-43 0,0-2-65 16,0-4-107-16,0 1-460 0,3-3 37 16,0-3 78-16,0 0 56 0,0 0 107 0</inkml:trace>
  <inkml:trace contextRef="#ctx0" brushRef="#br0" timeOffset="92942.96">21337 969 816 0,'6'-6'246'0,"1"1"-21"15,-1 2-7-15,2 0-24 0,-1 2-15 0,3 1-104 16,1 1 6-16,2 3 4 0,0 1-16 0,5 3 3 16,-5 1-19-16,4 2 11 0,-3 2-2 15,3 1-1-15,-4 1-7 0,1 0 8 0,-4 0-19 16,1 0 70-16,-4-2-8 0,0 1-18 0,-1 2 0 15,-2-4-13-15,-1 1-5 0,1-4-5 16,-4 1 10-16,3-2 6 0,-3 1-6 0,-3-3 5 16,3-1-5-16,0 0-63 0,-4-1-9 0,4-4 14 15,0 0-14-15,0 0 29 0,0 0-13 0,-17-9-8 16,14 3 0-16,-1-4-2 0,1-1 0 0,-1-2-6 16,4 0 8-16,0-4 3 0,0 2-8 15,4-2 16-15,0-1-11 0,2 3-5 0,-2-2-2 16,2 3-1-16,1 0 11 0,3-1-8 15,-3 5-2-15,3-1-11 0,-2 3 3 0,2 2 2 16,3 1-2-16,-2 1-2 0,-1 3-1 0,0 2 5 16,4 0-4-16,-4 4-6 0,0 1 0 15,1 1 3-15,2 4 10 0,-2-1 10 0,-1 0-15 16,-3 2-8-16,2 1 11 0,-1-1-4 0,-1 2 14 16,-1-1-3-16,1-1 11 0,-4-1-29 0,5 1 8 15,-5-2-39-15,3 0-45 0,-5-1-37 16,2-1-86-16,0-1-195 0,1-2-356 0,-1-2 97 15,1 0 44-15,-4-3 62 0</inkml:trace>
  <inkml:trace contextRef="#ctx0" brushRef="#br0" timeOffset="93523.56">22058 889 788 0,'3'-3'197'0,"0"-1"31"0,-3 4-6 0,4-6-12 15,-4 6 46-15,3-5-20 0,-3 5-21 0,0 0-28 16,0 0-23-16,0 0-8 0,0 0-21 15,0 0 9-15,-20 9-14 0,13-1-7 0,0 5-13 16,-3-1-20-16,0 2-8 0,6 1-6 0,-6 1 14 16,6-1-23-16,1 1-3 0,0 0-3 15,2-1-2-15,1-3-5 0,1 1-6 0,-1 0-12 16,3-1 2-16,4-1 6 0,0 2-3 16,0-5 10-16,6 1-10 0,1-1-5 0,0-4 7 15,3 0-12-15,0-1-5 0,0-2-3 0,4-2-10 16,-4-2 5-16,3-3-16 0,0 2 19 0,1-5-4 15,0-1-1-15,-2-2-1 0,-1-3 3 0,0 0-5 16,-2-3 2-16,-2 0-7 0,-3-1 10 16,1 1-21-16,-4 5 3 0,-1-1 8 0,0 2-54 15,-1 1-10-15,-3 3 2 0,1-1 5 0,-4 4 8 16,0 1-2-16,0 4 4 0,0 0 6 16,0 0 7-16,0 0-4 0,-17 13 7 0,14-6 18 15,-1 4-6-15,-3-1 14 0,4 2-6 0,-1-1-4 16,4 3 22-16,-3-3-23 0,3 4 8 15,0-3 11-15,3 0-1 0,0-1-8 0,-2 0-2 16,6-1 6-16,-3 0-19 0,2-1 18 0,1 0 15 16,0-3-7-16,0 0-3 0,3 0 8 0,-3-2-20 15,3 0 7-15,0 0-23 0,-3-2-54 0,3 1-40 16,-2-1-106-16,1-1-647 0,-5 1 105 16,-4-2 51-16,0 0 69 0,0 0 61 0</inkml:trace>
  <inkml:trace contextRef="#ctx0" brushRef="#br0" timeOffset="94322.96">23134 1092 706 0,'0'0'243'0,"0"0"-25"0,4 18-21 0,-1-8-10 15,4 5 0-15,-3 1-39 0,3 4 70 16,2 1-26-16,2 7-24 0,-1-2-11 0,0 1-19 16,4 1 5-16,-4-1-23 0,0 0-9 0,1-5-12 15,-1 1-9-15,-3-2-6 0,4 0-20 0,-2-2-5 16,-5-3-5-16,3-1-3 0,0-2-5 16,-4-2-5-16,1-1 18 0,-1-3-13 0,0-1-10 15,-3-1-8-15,0-5-23 0,0 0 13 0,0 0 13 16,0 0-11-16,-13-14-7 0,6 4 8 0,0-5-1 15,0-1-15-15,-3-3 8 0,-4-6-3 16,4-1 11-16,-4-4-11 0,4 2 0 0,0-2 16 16,2-1-6-16,2 1 6 0,-1-2 2 0,4 5-10 15,3-1-5-15,0 3-8 0,0 2 3 16,3 1-1-16,1 4 6 0,-1 0 0 0,3 2 0 16,-1 1-18-16,5 5 7 0,-1 0 1 15,-2 3 2-15,4 2-3 0,-1 4 1 0,0 1-6 16,1 0 1-16,-1 4-8 0,0 2 10 0,1 1-3 15,-1 1 11-15,-1 2-3 0,-1 2 3 0,-1-1-1 16,-4 3 1-16,0-3-3 0,-3 3 5 0,0-1 0 16,-3 2 11-16,-3-1 2 0,2 1 0 0,-7 0-13 15,4-1 3-15,-3 0 2 0,-3-3 8 16,3 1-12-16,-1 0 7 0,0-2-75 0,2-2 14 16,-1-2-3-16,2 1 7 0,-2-2-14 15,4-3-24-15,-1 0-38 0,0-1-70 0,7-1-104 16,-10-4-151-16,9 0-295 0,1-1 11 0,1-2 104 15,-1-2 55-15</inkml:trace>
  <inkml:trace contextRef="#ctx0" brushRef="#br0" timeOffset="95456.42">23513 1094 596 0,'11'12'197'16,"-4"-1"-23"-16,0 0-8 0,-1-1-9 15,2 0-12-15,-2-1-14 0,-2 1-18 0,2-1 4 16,-2 1-12-16,3-1-13 0,-3-1-28 0,2 2 6 16,-2-3-22-16,-1-1-2 0,0 0 100 0,1 0-13 15,-4-2-12-15,4 0 58 0,-4-4-36 0,3 4-12 16,-3-4-19-16,0 0-7 0,0 0-2 16,0 0 4-16,-11-19-15 0,8 9-10 0,0 0 0 15,2-3-13-15,-2 1 0 0,0-3-12 16,3 2 9-16,-3 1-4 0,3 1-21 0,0-3 5 15,0 6-3-15,3-3-7 0,-3 4-8 0,6 0-7 16,-2 1 4-16,2 0-12 0,2 1 5 0,-1 3 2 16,3-3-7-16,1 4 8 0,2-1-6 15,0 1-7-15,-2-2 10 0,2 2 5 16,4-2-3-16,-3 1-7 0,0-1-10 0,3 0 9 0,0-3-1 16,-1 2-4-16,-1-1 6 0,-2 0-10 0,4-1-8 15,-6-2 10-15,3-1 7 0,-4 2 6 16,0-2-20-16,1 0 7 0,-5 1 5 0,1-1-10 15,-1-1 13-15,-2 1-5 0,-1 0-3 0,3 2 8 16,-4-1-13-16,-2 2-3 0,0 1-7 16,3 0 7-16,-3 5-10 0,0 0 3 0,0 0 2 15,0 0 11-15,0 0-16 0,0 0 21 0,-11 20-3 16,11-9-10-16,0 2 2 16,0-1-2-16,0 2 3 0,0 0 4 0,6 1-2 0,-1-1-10 15,-2 3-3-15,4-3 11 0,3-1 2 0,-2 0 10 16,5 1 0-16,-3-3-7 0,7-1-3 0,1-2 0 15,-2-1 12-15,5-1-1 0,2-1-1 16,-2-2 3-16,3-3-13 0,2 0-8 0,-3-2 5 16,3-3-2-16,2 0 0 0,-4-2 8 0,0-2-19 15,-5-2 9-15,-1 0-6 0,-1-3-5 16,-6-2 16-16,-1-1-4 0,0 2-1 0,-3 0 2 16,-4 1 7-16,0 1-4 0,-2 2 7 15,-1 1-10-15,0 0 5 0,-1 4-3 0,-2 0-17 0,-3 1 25 16,6 5-18-16,-14 0 8 0,14 0-3 15,-14 5 6-15,7 2 7 0,-3-1-5 0,3 3-5 16,0-2 2-16,1 2 6 0,-2 1-14 16,2-1 14-16,4-1 2 0,-3 2-2 0,2-3 2 0,3 0-8 15,-3 1 3-15,3-2 3 0,3-1 2 16,-3 1 2-16,3-2-9 0,0 0 4 0,1-1 4 16,-4-3-4-16,14 3 8 0,-7-3 3 15,2 0-8-15,-9 0-2 0,18-6-3 0,-8 1 5 16,3-2 3-16,1 0 2 0,-4-2-10 0,5-2 0 15,-2 0 8-15,-3-3-16 0,4 0 8 0,-1-2-18 16,-5-2 10-16,2 0-10 0,-4-1-2 16,-2 2-13-16,2-2 12 0,-6 0 8 0,4-1-12 15,-8 0 7-15,1-4-18 0,0 1 18 0,-4-1 5 16,3 2 3-16,-5 0-8 0,1 2 10 0,1 0 24 16,1 3-3-16,-1 3 4 0,0 0-9 15,3 3 2-15,-2 1-15 0,3 3 5 0,-1 0-7 16,1 4 7-16,3 3 5 0,0 0 0 15,0 0 0-15,-7 18-18 0,7-8 13 0,3 5-2 16,-2 3 2-16,2 1 10 0,0 1-15 0,1 4 10 16,2 0-5-16,5-2 13 0,-4 1-13 15,3 4 0-15,0-4-11 0,4 1 19 0,-1-5 5 0,1 2 5 16,1-4 2-16,1 0-7 0,-3-1 0 16,5-5 0-16,-2 0-11 0,-1-2 8 0,1-2 1 15,1-2 2-15,-3-2 4 0,0-2-4 0,2-2-3 16,-1-3-25-16,-2-2 28 0,1-1-11 15,-1-1-4-15,-3-2 7 0,-2-1 5 0,2-3-5 16,-3 4 8-16,-1 0 8 0,-1 1-1 0,1 0 1 16,-3 2-16-16,1 1-5 0,-1 0-8 15,0 3 5-15,-3 3 9 0,0 0-4 0,0 0-2 16,0 0 0-16,11 10 3 0,-8-4-11 0,1 3 11 16,-4 0-1-16,6 1-4 0,-5 1-6 0,5 0 8 15,-3 0 2-15,1-3-4 0,3 4-3 0,-3-1-64 16,2-2-67-16,-2-1-146 0,2 1-562 15,1-2 37-15,-3-2 98 0,1-2 80 0,-3-2 63 16,-2-1 67-16</inkml:trace>
  <inkml:trace contextRef="#ctx0" brushRef="#br0" timeOffset="95605.45">24755 661 716 0,'0'0'192'0,"6"10"-82"0,-2-1-64 0,3-1-105 16,4 2-120-16,2 0-340 0</inkml:trace>
  <inkml:trace contextRef="#ctx0" brushRef="#br0" timeOffset="95905.77">25134 763 995 0,'0'0'307'0,"0"0"-17"15,-17 8-19-15,7-1-33 0,3 3-26 16,-3-2-9-16,2 4-24 0,-2 1-8 0,1 1-12 16,2-1-13-16,-1 2-18 0,2 2-10 0,-1-1-16 15,4-1-2-15,0 0-13 0,2-2-5 16,1 1-16-16,0-1 4 0,1 1 1 0,2-3 1 15,3 0-11-15,1 0-15 0,0-3 8 0,3-1-13 16,1 0-8-16,6-1-17 0,0-2-11 16,0-3-3-16,3 3-27 0,-2-4-16 0,-1-2-15 15,3-1-29-15,1-3-20 0,0-2-48 0,-1-2-65 16,0-1-125-16,-6-3-410 0,3-1 34 0,-7-3 84 16,1-1 70-16,-5-4 50 0</inkml:trace>
  <inkml:trace contextRef="#ctx0" brushRef="#br0" timeOffset="96072.84">25316 575 703 0,'0'-6'285'0,"-1"0"-42"0,1 6-23 0,-3-3-15 16,3 3-19-16,0 0-22 0,0 0-5 0,4 16-16 15,-1-6-15-15,0 2-10 0,3 3-21 0,-1 2-12 16,1-1 17-16,-2 5-17 0,3 0-6 16,-1 2-2-16,2-1-8 0,-2 2-10 0,1 0-3 15,-1-2-30-15,1 2-49 0,-2-3-49 0,1 1-110 16,1-4-522-16,-4-1 13 0,0-3 85 15,-1-3 48-15</inkml:trace>
  <inkml:trace contextRef="#ctx0" brushRef="#br0" timeOffset="96905.45">25278 919 1167 0,'0'-6'340'0,"-3"1"-107"15,3 5-18-15,3-12-20 0,-3 5-16 16,6-1-33-16,-2 0-5 0,3-2-8 0,4-1-21 15,2 0-22-15,1-2 7 0,-1 4-23 0,1-2 3 16,3-1-10-16,-4 4-6 0,2-3-7 16,1 3-6-16,-2-3 4 0,-1 4-1 0,1 0-15 15,-4 1 7-15,0-1-12 0,-2 3-8 0,2 0-31 16,-4 2 6-16,1 2 2 0,-7 0 13 16,14 5-6-16,-10 0-7 0,3 2 5 0,-4 1-5 15,4 2 5-15,-3 0 13 0,-1 1-10 0,0 0 0 16,1 1 2-16,2 1-7 0,-2-3 7 0,-1 2-5 15,4-1-3-15,-3 0 6 0,4 1-10 0,-3-3 14 16,1 1-4-16,2-3-5 0,-4 0-3 16,2-1 5-16,1-1 8 0,-1-1-1 0,2-1-9 15,-2-2 2-15,1-1-2 0,-7 0 4 16,14-4 1-16,-7 0-6 0,-2-2 6 0,0-1 8 16,-2-1-9-16,4-1-9 0,-3 1 4 0,-1 0 16 15,-2 2-18-15,2 0 8 0,0 1-11 0,0 1 1 16,-3 4-9-16,1-7 11 0,-1 7-7 15,0 0 2-15,0 0-6 0,0 0 14 0,11 13-6 16,-9-8 1-16,2 2 12 0,2 0-18 16,-2 2 8-16,3-1-7 0,-4-1 4 0,4 0 11 0,0-1 5 15,0 2-1-15,-1-3 4 0,-2 1-9 16,2-1 4-16,-1-1-4 0,1-1 1 0,-2 2 0 16,-1-3 2-16,-3-2 3 0,0 0-18 0,6 2 12 15,-6-2-4-15,0 0 25 0,0 0-10 16,-3-15-10-16,0 8-1 0,0-2 1 0,-1-2 0 15,-2-1 4-15,1-4 1 0,-1 1 8 0,2-2-3 16,-2 4 5-16,5-1-3 0,-2 0 1 16,0 1-3-16,3 2-6 0,0 0 4 0,0 1-6 15,0 0-5-15,3 1 0 0,1 1-5 0,-1 3 0 16,4 0 5-16,-1 3-12 0,2 1 7 0,-8 1 2 16,19 1-4-16,-8 4-9 0,-1 0 4 0,0 2 14 15,3 0-17-15,-5 1 8 0,2 2-3 0,1-2 7 16,-1 4-7-16,-3-1 0 0,3-3 15 15,-6 1-7-15,2 0-6 0,-2-2 16 0,2 1-11 16,-2-4 4-16,-1 2-6 0,1-1 12 0,0 0-1 16,-4-2-4-16,0-3 6 0,6 5 0 15,-6-5 0-15,0 0 2 0,0 0-5 0,0 0-2 16,0 0 0-16,4-18 7 0,-4 9-7 16,3-1 2-16,-3-2 3 0,3 0-6 0,1 1-14 15,-1 0 22-15,1 1-15 0,-1 1-3 0,1 0 6 16,-1 2-6-16,2 0 62 0,0 1-13 0,2 2 3 15,3 3 0-15,-6 0-6 0,-4 1-25 0,20 2 13 16,-10 2-11-16,0 2-2 0,1 1 5 16,-1 1 0-16,0 2 0 0,-3 2-5 0,4 1-2 15,-3 0-11-15,-3 2-23 0,1 0-46 0,-1 0-51 16,-2 3-82-16,-3 0-310 0,-3 0-366 0,-3-5 105 16,-2 0 72-16,1-6 46 0,-3-2 69 15</inkml:trace>
  <inkml:trace contextRef="#ctx0" brushRef="#br0" timeOffset="97072.88">25541 475 1034 0,'-4'-8'320'0,"1"2"-18"15,0 1-46-15,3 0-21 0,-3 0-53 0,3 5-75 16,-1-8-114-16,1 5-129 0,0 3-568 0,0 0 80 15,0 0 60-15</inkml:trace>
  <inkml:trace contextRef="#ctx0" brushRef="#br0" timeOffset="99922.13">2579 13089 749 0,'4'23'274'0,"2"-2"-20"16,-3-3-44-16,1-1-11 0,3-1-25 15,-3 1-15-15,-1-2-8 0,1 2-23 16,2 0-5-16,-2-2-21 0,2-3-7 0,-2 1 2 16,-1-3-10-16,1-2-12 0,-1 0 6 0,-3 2 4 15,3-5-16-15,-3-2-5 0,0-3-13 0,0 0 6 16,0 0-4-16,0 0-12 0,0 0 0 16,-17-13-13-16,10 0 11 0,-2-4-8 0,2-1-16 15,-4-4 18-15,1-3 3 0,-3-3 5 0,2 2 0 16,4 2 10-16,0 1-7 0,1-1-1 0,-1 0 11 15,3 3 0-15,4-2 4 0,-3 4-17 0,3-4 6 16,3 3-9-16,1-3 3 0,3 0-8 16,0 0-7-16,3 4-8 0,0-5 7 0,3 6 6 15,1 3-16-15,0-2-2 0,-1 6-28 16,2 2-26-16,-2 1-23 0,4 2-31 0,-6 2-48 16,2 1-116-16,1 3-524 0,-1 4 23 0,-2 0 76 15,-5 1 83-15,1 1 50 0</inkml:trace>
  <inkml:trace contextRef="#ctx0" brushRef="#br0" timeOffset="100121.88">2610 13141 880 0,'0'0'310'16,"0"0"-39"-16,0 0-28 0,17-8-23 0,-7 2-25 15,4 0-26-15,0 0-18 0,3-3-31 0,4 1-51 16,1 1-48-16,0-1-72 0,1 1-59 16,-1-3-126-16,-3 8-171 0,2-4-230 0,-3 0 56 15,-2 4 53-15</inkml:trace>
  <inkml:trace contextRef="#ctx0" brushRef="#br0" timeOffset="100304.88">3027 12998 913 0,'8'10'282'0,"-5"-3"-8"16,0 0-95-16,3 4-25 0,-2 2-3 15,2-1 0-15,2 5-23 0,-1-1-18 0,2 5-16 16,-2-2 1-16,1 1-3 0,2 0-7 0,-1-1-21 16,1-1-26-16,1 1-28 0,-1 0-38 15,0 0-46-15,1-3-87 0,-1 0-157 0,4-4-365 16,-4 2 74-16,0-4 48 0</inkml:trace>
  <inkml:trace contextRef="#ctx0" brushRef="#br0" timeOffset="100521.96">3710 12975 1167 0,'4'-4'356'0,"0"-1"-42"16,2-2-30-16,1 4-25 0,0-3-31 0,3-1-44 16,0 3-41-16,1-2-35 0,2 3-47 0,-2-2-58 15,2 1-41-15,-2-1-129 0,-1 5-166 16,1 0-373-16,-2 0 66 0,1 0 44 0,-6 0 66 16</inkml:trace>
  <inkml:trace contextRef="#ctx0" brushRef="#br0" timeOffset="100708.73">3745 13126 788 0,'0'0'276'0,"-4"4"-27"15,4-4-11-15,0 0-34 0,0 0 9 0,0 0-21 16,0 0-31-16,0 0-5 0,0 0-23 0,27-12-2 16,-16 9-26-16,2-4-3 0,-1 1-22 15,4 2 4-15,-3-3-7 0,1 0-23 0,-3 4-24 16,2-2-40-16,-3 0-46 0,1 0-98 15,0 3-35-15,-1-4-177 0,-1 6-343 0,-1-2 79 16,-1 2 44-16,-7 0 66 0</inkml:trace>
  <inkml:trace contextRef="#ctx0" brushRef="#br0" timeOffset="101988.83">4995 12568 726 0,'-3'-6'382'0,"0"-4"-57"0,0 4-33 16,-1-3-82-16,1 3-24 0,0-2-6 0,-2 1-24 0,-1-1-21 15,3 5-4-15,-1-2-16 0,-2 1-2 0,2-1-24 16,4 5-2-16,-17 5-15 0,7-1-3 16,-4 4-10-16,1 0 5 0,-2 9-8 0,-1 1-7 15,1 4-3-15,-1 2 3 0,-1-3-6 16,3 4-2-16,4-2-18 0,-1-2-5 0,5 0 0 15,-1-3 10-15,4 2-12 0,-1-2 14 0,4-2-19 16,0-3 1-16,1 2 1 0,5 0 8 0,1-1-24 16,3-3 3-16,4-1-2 0,-4-2 22 15,7 2-17-15,0-3-1 0,1 0 1 0,1-6 2 16,2 4 10-16,3-4-10 0,-3-1 3 0,2-4 0 16,-2 2-3-16,3-2 10 0,0-2-15 15,-4-2 10-15,1-1-10 0,-4-4-2 0,3 2 12 16,-5-3-15-16,-2 0 13 0,-3 2-1 0,1 1-2 15,-5-1-10-15,1 1 15 0,-4 3 1 0,1 1-9 16,-1 2-4-16,-3 0 12 0,0 5-2 16,0 0 17-16,-6-7-17 0,6 7-11 0,0 0 8 15,-17 7-10-15,9 2 16 0,1-4-1 0,1-1 8 16,-1 3-21-16,1-1 1 0,1-1-1 16,-1 1-7-16,2 1 10 0,1-6 2 0,0 6-9 15,3-7 4-15,-3 8-20 0,3-6-8 0,0-2-15 16,3 8 8-16,-3-8-3 0,6 5 10 0,-6-5-7 15,4 5 10-15,2-4 2 0,-2 3 1 0,0-2 1 16,2 2 4-16,-2-1-11 0,2-2 13 16,-2 4-5-16,3-3 11 0,0 1 12 0,-3 1-11 15,2-1 4-15,0-3 4 0,2 4 1 0,-1-2 4 16,0-1-7-16,3 0 20 0,1-2-7 16,1 0-5-16,3-4 12 0,-2 4-13 0,1-1 1 15,6-3-3-15,-5 0-13 0,1-1 0 16,1-1-2-16,-3-1-5 0,3-1-1 0,-4 1 11 15,-3 1-11-15,2-3-2 0,-3 2 5 0,1-4 1 16,-2-1-4-16,-2 3 8 0,1-4-7 16,-4 5 12-16,1-1 8 0,-1 0 8 0,1 1-3 15,-1 0 18-15,-2 2-5 0,2 2-18 0,-3-2 0 16,3 4-5-16,0 0-8 0,-3 3 3 0,0 0-3 16,0 0 8-16,10 11 2 0,-2-3-2 0,-4 2 15 15,2 0-12-15,1 4 4 0,2-3-9 16,-4 3 4-16,2-3 3 0,-1 3 5 0,0-4 0 15,-2-2-7-15,3 2 12 0,-6-1-5 0,5-2 0 16,-3 0 18-16,-2 0 5 0,2 0 1 16,0-4 19-16,-3 1 3 0,3-1-5 0,-3-3-5 15,0 0 16-15,0 0-16 0,0 0-8 0,-13-14-2 16,6 4-1-16,0 0 1 0,1-5-5 0,2 0-1 16,-3-5 3-16,1-3-10 0,1 2 0 0,2-1-2 15,0 0 4-15,-1 4-7 0,4-1 0 16,0 0-18-16,1 0 5 0,2 7-5 0,-3-4-8 15,6 2-33-15,-2 3-16 0,3 1-50 0,-3 1-57 16,3 3-44-16,2-1-168 0,-1 5-408 16,1-3 101-16,1 4 40 0,-2-2 80 0</inkml:trace>
  <inkml:trace contextRef="#ctx0" brushRef="#br0" timeOffset="102874.34">5810 12716 765 0,'7'21'271'0,"-1"0"-20"0,1-3-28 16,0-3-21-16,0 2-13 0,-1 1-12 15,1 2-113-15,0-2 10 0,0-2-2 0,0 4-21 16,-1-4 8-16,1 1-8 0,-3-4 5 0,3-1-20 16,-3 3 0-16,-1-5-3 0,0-2 11 0,1 3-6 15,-1-4 101-15,0 0 1 0,0 0-7 16,-3-4-7-16,0-3-8 0,0 0-16 0,0 0-20 15,0 0-8-15,-13-17 0 0,10 9-5 0,-4-9-5 16,-3-1-10-16,3-5-8 0,0-2 5 16,0-2 1-16,0 2-24 0,0-8 15 0,4 8 6 15,0 0-11-15,3 0 6 0,-1 0-1 0,1 0-9 16,0 7-9-16,4-4 3 0,-1 5-79 0,0-1 8 16,5 1 7-16,-4 6-10 0,5-3 23 15,-2 6-3-15,4 0 1 0,-1 1-4 0,0 5 4 16,4 1-3-16,-4 0 12 0,0 3-7 0,1 0 0 15,-2 3 3-15,1 2-1 0,-2 0 29 16,-1-1-13-16,-1 6-21 0,-2-2 24 0,-1 1-6 16,-3 0 8-16,-3 2-5 0,-1-4 5 0,1 5 5 15,-3-4-5-15,2 0 3 0,-3-1 12 16,3-2-7-16,-2 0-3 0,2 2 5 0,-2-4-5 16,2-2 10-16,0 1 6 0,4-4-8 0,-7 4 5 15,7-4 5-15,-3 2-16 0,3-2 6 0,0 0 8 16,0 0-3-16,0 0-11 0,0 0 11 15,0 0-15-15,15-10 4 0,-6 4 1 0,1 1 2 16,5-2-7-16,1-2 2 0,2-4-2 0,6 3 9 16,-5-2-7-16,6-1 1 0,-1-4 1 0,3 2-4 15,-7 3-6-15,-2-1 19 0,1 1-14 16,-1-1 3-16,-4 2 3 0,-3-2-11 0,1 2 1 16,-4 1-1-16,-1 0-12 0,-1 1 10 15,-3-1-8-15,1 1 5 0,-1 5-17 0,-3-2-1 16,0-1 13-16,0 7 13 0,-6-3-12 0,6 3 1 15,0 0 11-15,-14 8-10 0,4 0 2 0,3 0 1 16,0 3-4-16,0-1 9 0,0 5-8 16,1-2 10-16,5-1 7 0,-2 1-4 0,3-1-8 15,3 1-5-15,-2-1 4 0,5-4 14 0,2 7-21 16,2-5 16-16,3 0 5 0,4-3-1 0,-3 1-4 16,6-8-3-16,1 5 13 0,-1-5-11 0,4-3-12 15,0 1-8-15,4-2 5 0,-1-3-20 16,-2-2-13-16,1-4-8 0,-5 2-28 0,3-5 13 15,0 0-18-15,-8-8 8 0,-1 9-11 16,-5-5 8-16,0-3-2 0,-2 2 4 0,-2-4 1 16,-3 0 15-16,-2-3 8 0,1 2 28 0,-4 1 4 15,2 6 32-15,-1-4 25 0,1 5 14 16,-3 3 1-16,-1-2 1 0,2 6-21 0,0-3 5 16,-1 9-5-16,0 0 3 0,3 4-3 0,0 1 0 15,0 0-10-15,0 0 13 0,-10 13-5 16,10-1-8-16,0-1 7 0,0 3-4 0,0-1-1 0,3 5-7 15,0 2 13-15,-2 0-14 0,5 1 11 16,-1 3 0-16,1-4-5 0,0 5-5 0,1-2-36 16,0-4-33-16,0 4-29 0,0-4-56 0,0-3-173 15,-1-2-444-15,2-3 90 0,-5-1 31 16,1-3 61-16</inkml:trace>
  <inkml:trace contextRef="#ctx0" brushRef="#br0" timeOffset="103054.79">6571 12433 1052 0,'0'0'355'0,"0"-10"-35"0,0 3-20 15,5 5-31-15,-2-4-31 0,4-1-21 0,2 3-25 16,1-2-8-16,5 4-38 0,-2-4-18 0,4 0-69 16,4 2-69-16,-1 2-64 0,1-3-175 15,3 4-490-15,-1 0 22 0,5-5 67 0,-4 6 59 16</inkml:trace>
  <inkml:trace contextRef="#ctx0" brushRef="#br0" timeOffset="104321.96">7488 12222 901 0,'-17'4'302'15,"7"3"-26"-15,0-1 52 0,-4 2-44 0,3 3-26 16,-2-1-27-16,-4 5-19 0,3-1-25 0,0 0-8 16,1 1-94-16,6 0 7 0,-4 0-31 0,5 0-2 15,-1-3-5-15,4 5 7 0,0-5-7 16,3 1-21-16,0-4-5 0,3 3-30 0,0-2-1 16,4-2 14-16,-1-1 1 0,1-2 1 0,4-1 5 15,-1-1-10-15,-3-3 7 0,4-2 0 16,-1-2-2-16,-1 0 5 0,2-3-5 0,-1-1-3 15,-3-2-2-15,0-1-3 0,3 0 13 0,-3-1-10 16,-1 0 12-16,-5 1 8 0,5 3-7 0,-2 0-1 16,-4-1-15-16,3 4 13 0,-2 0-8 15,2 0-2-15,-3 5 28 0,0 0-36 0,3-3 10 16,-3 3 6-16,0 0-16 0,0 0 15 0,0 0-5 16,-3 18-2-16,3-11-8 0,0 0 5 0,3-3 8 15,0 3-11-15,1 2 1 0,-1-1 5 16,1-1-8-16,3-4-3 0,3 5-17 0,-3-3-3 15,2-3 12-15,2 2-9 0,3-2-16 16,0-1-5-16,-1-2-10 0,1-1 2 0,-4-2 6 16,1 1-14-16,6-4-9 0,-4 0-1 0,1-1-2 15,-4-2-8-15,0 1 29 0,1-3-6 16,-4 3 21-16,0 2 25 0,-1 1 11 0,1-1-3 16,-3 0-21-16,-1 6 3 0,0-3 3 0,-3 4-8 15,0 0 15-15,0 0-7 0,13 12 15 0,-9-5 2 16,0 3-14-16,-3 0 9 0,5 4-2 0,-3-2 0 15,0 3 15-15,-2-4-13 0,2 3 3 16,0 0 11-16,0-3-16 0,-2-1 5 0,2 3 7 16,-3-5 3-16,4 0 24 0,-1-1 14 0,-3-3 21 15,1 3-2-15,-1-7-3 0,0 7-18 16,0-7 8-16,0 0-8 0,0 0 3 0,0 0 2 16,0 0-26-16,-4-25 16 0,4 13-10 0,0 2-3 15,0-2-12-15,0-1-4 0,0-2 9 16,3 3 2-16,-2-3 2 0,5 4-2 0,-3-3-7 0,-2 4-9 15,5 0-4-15,0 0 23 0,-1 1-29 16,1 3 11-16,1 0-8 0,-1-1 5 0,2 1-5 16,2 2 0-16,0-1 13 0,0 3-8 15,1 0-5-15,2-4 15 0,2 4-10 0,-2-3-2 16,4 4-3-16,-3-3-8 0,3-1 6 0,-1 3-4 16,-1-4-1-16,1 0-1 0,-2 4 16 0,-3-5-8 15,1 4-3-15,0-4 1 0,-3 1-6 16,1 2 0-16,-2-3 11 0,-4 0-11 0,2 3 6 15,0-3-1-15,-5 0-2 0,2 2 5 16,0 2-18-16,-3-4 18 0,0 4-13 0,0 3 6 16,-6-7 1-16,6 7-9 0,-7 2 10 0,7-2-8 15,-13 9 13-15,8-3 13 0,-4 2-5 16,5 2 2-16,-3-2 3 0,1 6-3 0,-1-4 5 0,6 3-7 16,-2-1 7-16,0 1-7 0,3-1-3 0,3 2 16 15,0-3-9-15,-2 2-9 0,6-1-6 16,-1 1 19-16,4-1-6 0,-3-4 5 0,4 2-10 15,2-3 8-15,1 1-23 0,-4-3 25 16,3-3-12-16,2 1 7 0,1-3-7 0,-2 0-11 16,3-1 18-16,1-3-10 0,-2-1-7 0,2-2-1 15,-1 3 11-15,0-4-6 0,0 0-5 16,-3-5-2-16,3 1 2 0,-3-2 3 0,3-3 8 16,-7 6-8-16,0-5 15 0,-2 1-8 0,1 4-9 15,-2-3 12-15,-4 3-5 0,1-1 0 16,-1 2 2-16,1 3-17 0,-4-3 18 0,0 5-6 15,-4 2-2-15,0 0 5 0,-2-1-8 0,-1 4 8 16,-3 1-5-16,-1 3 3 0,-2-1 7 0,-1 4 5 16,1-1-2-16,-1 2-8 0,3-2 5 0,-1 4-3 15,1-1 1-15,1 0 10 0,3-2-21 16,1 2 13-16,1 0 8 0,-1-2-13 0,5-1 13 16,-2 0-13-16,3 2 2 0,0-2-2 0,3-2-7 15,-2 1-1-15,2-2 3 0,0 2 13 16,-3-5-8-16,11 2-3 0,-5-2 0 0,-6 0 6 15,0 0-6-15,18 0 6 0,-18 0-13 0,10-1 25 16,-10 1-17-16,10 0-1 0,-10 0-2 0,11 0 2 16,-11 0 3-16,0 0 5 0,10 1 3 15,-10-1-3-15,10 0 0 0,-4 2 3 0,2 2-5 16,-2-1 2-16,1-2 2 0,0 3-4 0,1-1 5 16,1-2 9-16,1 5-4 0,-3-5-10 0,4-1-13 15,-4 6-21-15,2-2-105 0,-1 0-51 16,-2-1-545-16,-2 4-41 0,-4-4 39 0,0-3 94 15,-17 12 64-15</inkml:trace>
  <inkml:trace contextRef="#ctx0" brushRef="#br0" timeOffset="105189.16">2671 13933 711 0,'4'14'302'0,"0"-5"-54"0,2 1-7 16,0 4-16-16,5-3-35 0,-1 7-19 15,1 3-12-15,3-3-13 0,-2 0-21 0,3 5-4 16,-2-4-17-16,1 1-1 0,-4-1-14 0,3 0-17 16,-1-2 5-16,-2 1-21 0,0-4-28 0,0-3-30 15,0 3-39-15,-6-5-28 0,5 0 12 0,-4-1-9 16,-2-6-85-16,1 2-31 0,-2-2-35 16,-2-2-11-16,0 0 15 0,0 0 37 0,-9-16 27 15,1 7 26-15,1-1 36 0,-5-3 16 16,0-4 55-16,2 4 55 0,-3-5 7 0,-1 2 33 15,1 0 26-15,2 0 20 0,1 2 11 0,0-1 2 16,3-2 3-16,-3 5-23 0,6-2 10 16,-3-3-3-16,4 4-12 0,0 0-3 0,0-1-31 15,3 2 14-15,3-5-12 0,0 3-17 0,4-3 3 16,-1 2-3-16,5 3 0 0,2-4-13 16,1 1-15-16,3 3 5 0,-3-1-8 0,3 4 3 15,-4 1-23-15,5 0-31 0,-5 1-15 0,1 3-80 16,-1 3-140-16,2 1-505 0,-2 1 75 0,-2 3 61 15,-4 1 61-15</inkml:trace>
  <inkml:trace contextRef="#ctx0" brushRef="#br0" timeOffset="105372.02">2924 14165 1136 0,'-3'3'289'0,"3"-3"-33"0,0 0-2 15,0 0-32-15,0 0-14 0,0 0-14 0,0 0-33 16,21-10-12-16,-11 5-39 0,0-1-10 16,4-1-85-16,-1 0-53 0,2-2-77 0,1-1-131 15,2 1-448-15,1 2 36 0,-1 0 49 0,-2-1 61 16</inkml:trace>
  <inkml:trace contextRef="#ctx0" brushRef="#br0" timeOffset="105754.59">3334 14001 1013 0,'11'0'300'0,"-11"0"-39"0,10 2-28 0,-4 1-26 0,1-1-10 15,4 5 0-15,-1-1-36 0,0-1-7 16,1 8 7-16,-1-3-28 0,0 0-17 0,-2 5-14 16,1 1-2-16,-5 0 0 0,2 2-16 0,-6 1-10 15,0 4-2-15,-3 2-11 0,-1-1-4 16,-2 1-1-16,-1-3-20 0,-4-1 13 0,1 2 2 15,1-6-13-15,-2 1 3 0,4-4-20 0,-3-3 17 16,-1-1-5-16,2-3-5 0,2 0 6 16,-3-6-9-16,2 3 6 0,-1-4 0 0,9 0-3 15,-15-8-13-15,9 2 6 0,2-2 2 0,-2 1 2 16,3-1-4-16,2 1-8 0,1-3 4 0,0 3 4 16,0 3-8-16,3-4-6 0,1 2-7 15,3-2 16-15,3 5-9 0,0-1 6 0,1 1-8 16,3 2-2-16,2 1 17 0,5 1-20 0,-1 2 3 15,1-1 12-15,6 3-7 0,1 2 0 16,2-1-3-16,1 1 2 0,0 2-19 0,3-1-37 16,-3 0-33-16,0-2-59 0,-1 1-104 0,1 0-367 15,-4-2-187-15,1-2 75 0,-4-1 87 16,-1-4 35-16,-2-3 80 0</inkml:trace>
  <inkml:trace contextRef="#ctx0" brushRef="#br0" timeOffset="105955.46">4380 13918 1105 0,'4'-2'313'0,"3"-5"-42"0,-3 6-18 15,3-6-33-15,2 3-28 0,2-2-46 16,2-1-51-16,-2 6-31 0,6-6-87 0,-1 4-61 15,-2-4-198-15,0 7-376 0,0 0 23 0,-7 0 75 16</inkml:trace>
  <inkml:trace contextRef="#ctx0" brushRef="#br0" timeOffset="106121.66">4466 14091 908 0,'-3'5'274'0,"3"-5"-31"16,0 0-2-16,-3 3-29 0,3-3-20 0,0 0-5 15,0 0-26-15,24-8-27 0,-11 1 6 16,4 3-40-16,0-4-54 0,4 1-41 0,-1-3-56 16,1 2-100-16,-1 1-215 0,-3 0-335 0,1 2 81 15,-2-1 60-15</inkml:trace>
  <inkml:trace contextRef="#ctx0" brushRef="#br0" timeOffset="106904.9">5256 13600 1011 0,'0'0'286'15,"-7"-7"-40"-15,7 7-21 0,0 0-15 0,0 0-15 16,-1 15-16-16,1-5-20 0,1 3 2 0,3 3-18 15,2 3-2-15,-3-2-16 0,1 8-4 0,0 0-91 16,2 0 1-16,-3 1-8 0,5 4 10 16,-2-3-15-16,-2-2 5 0,2 2-10 0,1-2-8 15,-2-2-18-15,1 2-20 0,0-4-18 0,1-2-51 16,0-3-75-16,0-4-122 0,-3 3-285 16,2-6-59-16,-2-1 27 0,-1-3 52 0</inkml:trace>
  <inkml:trace contextRef="#ctx0" brushRef="#br0" timeOffset="107288.19">5272 13774 806 0,'0'0'248'16,"0"0"-23"-16,0 0-28 0,15 2-7 0,-5 5-16 16,3 0-21-16,1 2-19 0,3 1-17 15,1 4 1-15,5 2-5 0,-2-2-19 0,6 1-7 16,-3 1-17-16,-3-1 11 0,-1-2-22 0,0-1-7 15,1-2 1-15,-4-1-7 0,0 1-7 0,-6-1-11 16,3-3 21-16,-4 0 4 0,-1 0 16 16,2-3 3-16,-4 1-59 0,-1-1 7 0,-6-3-4 15,10-1 7-15,-10 1-5 0,5-8-3 0,-2 0 11 16,-6-1-3-16,3-4 13 0,-5-4-19 16,-1 1 14-16,-1-3-5 0,-2-4-1 0,0 0-9 15,-3-4 22-15,-1-1-20 0,1 1 8 16,-1-3 9-16,-1 5-4 0,4-1 10 0,0 2-10 15,-1 5-3-15,4-2-8 0,1 4 1 0,0 1-1 16,2 1-14-16,4 3-22 0,-4 1 16 0,8-3-38 16,-1 4-13-16,4 1-26 0,0 1-64 0,2 2-5 15,2-1-94-15,0 3-106 0,3 3-389 16,-1 1 65-16,0 1 71 0,1 2 48 0</inkml:trace>
  <inkml:trace contextRef="#ctx0" brushRef="#br0" timeOffset="107587.45">5792 13753 719 0,'0'19'261'0,"0"-2"-23"15,0-3-82-15,0-1-31 0,0-1 1 16,3 1-16-16,-2-3 3 0,5 1-8 0,-2-1-8 16,0 1-2-16,2-3-6 0,1-1-7 0,3 1 0 15,-3-2-8-15,1-2-10 0,4 1 69 0,-1-3-18 16,-1-2-4-16,0-1 9 0,4-3-23 15,-3 2-5-15,-2-6 0 0,3-1 11 0,0 1-6 16,-5-5-20-16,4 1-8 0,-7-3-3 0,-1 1-4 16,0-5-1-16,-3 2 8 0,0-1-5 0,-3 0 11 15,-1 0-22-15,-2 1 4 0,-2 1-9 16,1 0 11-16,1 1-10 0,-1 5-8 0,-3-1-5 16,3 4-6-16,-3 2-1 0,0 1-6 15,2-1-3-15,-2 10-12 0,10-5-3 0,-20 5-46 16,13 2-36-16,1-1-25 0,2 1-39 0,4 0-51 15,0-2-105-15,4 3-484 0,5-1 16 16,-2-2 94-16,7 0 65 0,-1-5 73 0</inkml:trace>
  <inkml:trace contextRef="#ctx0" brushRef="#br0" timeOffset="108204.99">6605 13464 691 0,'-2'8'245'0,"2"1"-7"0,-1 1-28 16,1 0-31-16,0 1-15 0,0-1-23 15,0-1 2-15,0 0-17 0,3 1-8 0,2-2-6 16,-2 0-4-16,1-1-6 0,2 0-35 0,1-4-8 16,-1 3-1-16,2-4-4 0,2-2 0 0,0-1-13 15,1-2-8-15,-1-1 6 0,0-1-6 16,4-5-10-16,-4 1-3 0,1 1 11 0,-4-4-18 15,2-1 12-15,-5-1-7 0,-1 0 16 0,-3-1 4 16,0 4-5-16,-4-5-22 0,1 1-1 16,-4 2 13-16,-2 1 0 0,1 4 2 0,-2 0 1 15,0 1 0-15,-1 5-8 0,1 1 5 0,0 2 0 16,-4-1-23-16,4 5 10 0,-1-1 5 0,1 2-5 16,1-3 3-16,5 4 0 0,-2 2 5 15,2-1-3-15,3-1 6 0,2 0-11 0,1-1 3 16,6 0-3-16,-1 1 3 0,0-1-13 15,4-2 5-15,5-2 3 0,-3 0-13 0,4-2 5 16,4-2 0-16,-1-1-3 0,4-4 11 0,0 1-1 16,1-1 1-16,-5-2-3 0,4 0-2 15,-4-2 7-15,0 0-2 0,-5-3 7 0,1 3-10 16,-2-1 3-16,-7 0-3 0,0 1 5 0,0-3-5 16,-4 3-10-16,-2-3 5 0,-1 3 74 0,-3-3-25 15,2 4 0-15,-3 0-1 0,-2 1-9 16,2-1 4-16,-2 6-10 0,2-1 6 0,-3 3-19 15,7 2 3-15,-13 9 6 0,6-1-9 0,3 2 1 16,-2 6 7-16,3 6-3 0,1 3-7 16,4 2 10-16,4 6-5 0,-2 4 8 0,8 11-16 15,3 2 1-15,2-3 12 0,6 1 0 0,-1-3 0 16,2 5-17-16,-1-4 4 0,4-3 16 0,-3-5-21 16,-3 2-2-16,-5-8 9 0,-1-6-9 0,-2-2 0 15,-3-5 7-15,1 2-15 0,-7-8-8 16,2 2-4-16,-3-5-70 0,-3 0-87 0,-3-5-269 15,-3 2-401-15,-1-6 89 0,-7-2 64 16,3-5 43-16,-9 2 82 0</inkml:trace>
  <inkml:trace contextRef="#ctx0" brushRef="#br0" timeOffset="108371.17">6821 13858 1031 0,'0'0'289'0,"4"-11"-28"0,3 5-15 0,-1-2-16 0,4 1-40 16,2-3 12-16,4 0-38 0,5-5-10 15,6 4-14-15,-2-4-12 0,5-1-20 0,1 0-6 16,0 1-22-16,9-4-29 0,-5 3-46 0,-5-1-56 16,1 4-88-16,6-9-122 0,-3 6-471 15,-10-1 67-15,-2 2 50 0,-3-2 55 0</inkml:trace>
  <inkml:trace contextRef="#ctx0" brushRef="#br0" timeOffset="110971.18">7372 13201 721 0,'3'13'284'0,"1"0"-28"15,0 6-18-15,2 1-28 0,0 3-5 0,1-3-21 16,1 4-25-16,-1 1 0 0,2 0-13 16,-5-3-18-16,3-1-11 0,0 1-6 0,-1-4-14 15,-2-1-8-15,-1-2 1 0,1-1-23 0,-1-3 25 16,0-1-59-16,1-2 18 0,-3 2-10 15,2-5 10-15,0-3-10 0,-3-2 0 0,0 0-5 16,0 0-8-16,7-11-10 0,-1 3 3 16,-3 0 4-16,1-1-7 0,3-1 3 0,-3 3-14 15,3-2 9-15,2 3-1 0,-1-1 62 0,-1 0-11 16,2 3-4-16,1-2-6 0,-2 6-2 0,2-1 0 16,-3 1-16-16,-7 0 0 0,17 1-4 0,-10 4-4 15,-1 0 1-15,-2 2-3 0,-1 1-2 16,1 1 5-16,-4-1-11 0,-4 0-7 0,0 6 5 15,-2-3 2-15,-1 3 3 0,-2-3 0 16,-2 1-7-16,1-1-6 0,-1-2-5 0,1-1 13 16,0 0-5-16,3-4 2 0,-4 1 11 0,4 0 7 15,1 0 5-15,0-5-7 0,6 0-18 16,0 0 2-16,0 0 8 0,-11-7-7 0,11 7-1 16,7-11-15-16,-3 1 10 0,5-4 0 0,1 3 8 15,1-5-12-15,2-1-12 0,2-2 9 16,4-1 12-16,-1-4-2 0,2 4-8 0,-2-3 0 0,2-2-10 15,-3 5 13-15,1-1-13 0,-5 4 12 16,1 0 1-16,-4 2-10 0,-4 4-9 0,1-3-4 16,-2 4 5-16,1 3-3 0,-6 4-5 0,0-2 10 15,0 5-2-15,0 0-8 0,0 0 13 16,0 0-8-16,-24 11 8 0,17-5 0 0,1 6 0 16,-2-1-3-16,1 3 8 0,1-3-10 15,2 4 13-15,1-5 4 0,3 7 1 0,0-4-3 16,0-1 0-16,3 1 3 0,0-1-13 0,4 2-13 15,3-3 23-15,1-3-5 0,3 2-8 0,6-5-7 16,1-2 23-16,-1 0 7 0,4-1-13 0,4-7-4 16,2 2 17-16,4-6-10 0,0-1 8 15,1-1-15-15,10-7 4 0,-11 3-9 0,-4 2 1 16,-2-3 14-16,-1-1-13 0,-4 1-5 0,-5 1-11 16,-5-1 11-16,1-1-21 0,-4 6 8 15,-3-3 0-15,0 3-8 0,-3 1 24 0,-1 0-9 16,-3 6 1-16,0-3 10 0,0 7-18 0,-7 0 13 15,7 0 2-15,-17 5-2 0,10 0 7 16,-7 2 1-16,4 3-3 0,0 2-8 0,-1-1 8 16,1 0 7-16,4 3 3 0,-1-3-12 0,0 2 14 15,3-2-9-15,4 2-1 0,-3-4 11 0,6 1-11 16,-3-2 6-16,3 2-1 0,5-3 6 0,-5-1 0 16,4-4-3-16,0-2-3 0,0 2 1 15,3-2-6-15,0-2 11 0,0 0-3 0,1-4-7 16,-4-1-3-16,2-3 7 0,2 0-4 15,-4-5 4-15,0 4-7 0,-1-5 2 0,-2-2-27 16,-4-3-16-16,0-2 0 0,0-2 7 0,-3-1 11 16,-1 1 10-16,-2-8-13 0,2 5 11 0,-7-4-8 15,2 5 7-15,2 2 8 0,0 2 11 16,-1 4 7-16,2 1-2 0,-1 3-1 0,1 0 1 16,2 7-1-16,-6 2 9 0,6 5-9 0,4 1 8 15,0 0 1-15,-13 8-6 0,9 1 7 0,4 6-1 16,-3 0 2-16,6 3-3 0,-3 5-3 15,4-3-1-15,2 4-4 0,-2 1 6 0,6-2 5 16,1 4 2-16,2-8-5 0,1 2-2 0,0-3 0 16,6 0 7-16,-6-1-2 0,6-3-3 15,-3-3-2-15,4 0-6 0,3-5-4 0,-7 2 2 16,6-4-11-16,-5-3 17 0,-1-2-17 0,3-3-2 16,-2 1 8-16,-2-4 10 0,2-4-12 0,-2-3-11 15,-4 4-3-15,1-5 21 0,-3 0 8 16,4 3 2-16,-7-1-17 0,2 3-6 0,-1 2 18 15,-5 1-20-15,4-3-1 0,-4 9 1 0,1-2 2 16,2 0-2-16,-6 3 7 0,11 7-2 16,-7 0 2-16,2 3-2 0,0-2 0 0,1 3 10 15,1 3-8-15,-5 0 0 0,4-3 21 0,-1 4-10 16,-2-5 7-16,-1 4-5 0,1-4-2 16,-3 0-6-16,2-2 16 0,0 0-6 0,-3-1 27 15,3 0-9-15,-3-4 16 0,0 4 0 0,0-7 3 16,0 0-19-16,-3 3 14 0,3-3-1 0,0 0 1 15,-11-10-14-15,8 3-2 0,-1-4-71 0,1-3 4 16,0-4 1-16,0 1 4 0,2 1-4 16,-2-4 7-16,3-1 13 0,0 3-5 0,3 2-1 15,1-1 6-15,-1 0 3 0,4-1 22 16,0 3-17-16,0 0 0 0,3 5-1 0,0-5-4 16,-2 5 12-16,4 3 8 0,-2-3-13 0,1 8-2 15,-1-4 0-15,0 6 5 0,-2 0-11 0,2 0 6 16,0 1-1-16,1 6 6 15,-1-1 0-15,0 3 18 0,0 1-14 0,0 0-4 0,0 3 8 16,-2-1-1-16,2 1-5 0,-4-1 1 0,4 1 4 16,-2-2 1-16,2 1 7 0,-3-1-8 15,3-1 3-15,0-2-8 0,-3 2-2 0,3-3 13 16,-2 0-21-16,1-6 2 0,1 6 4 0,1-4-6 16,-1-2 10-16,-3-1 3 0,-7 0 2 0,17-2-2 15,-10-1 0-15,-4-3-10 0,1 2-8 16,-1-2 2-16,0-2 9 0,-6 1-17 0,0-3 11 15,-1 0 8-15,-3-3-10 0,-2 2 7 0,-2-2 3 16,1 4 10-16,0-1 10 0,-1 0 0 16,1-2 3-16,0 3 5 0,0 1-5 0,3 3 10 15,-3-2-3-15,6 1-2 0,-3-1 3 0,3 3-16 16,-2-2 15-16,3-1-17 0,3 4 12 0,0-2-7 16,3 0-1-16,3 0-7 0,1 3 0 0,1-4 0 15,2 4 3-15,-1-3 5 0,3 5 2 16,1-1-13-16,1 2-2 0,-1-1 5 0,0 1-10 15,1 5 0-15,0 0-3 0,0-2 5 0,0 5-2 16,3 1 7-16,-4 1 6 0,1-1 0 16,-1 0-6-16,-3 3 3 0,1-3-13 0,-1 1 11 15,0 2 4-15,1-3-7 0,-1-2 5 0,-3 0-2 16,0 2 7-16,0-3-8 0,-1 1-2 0,1-2 0 16,0-2 5-16,-3 1 10 0,0-3 3 15,2 2-5-15,-2 0-3 0,-4-4 2 0,0 0-4 16,0 0 2-16,17-8 5 0,-14 1-17 0,0 2 12 15,-2-2-5-15,-2-1-10 0,1-5-6 0,-3 3 11 16,0-7-5-16,-5 3 10 16,2 1-13-16,2-1 10 0,-5-2 19 0,1 4-6 0,1-2 11 15,0 3-9-15,-3-2-1 0,3 5 1 0,0-2 1 16,1 2 10-16,2 1-15 0,-2-1 12 16,2 4-4-16,0-2-3 0,-2 0-1 0,3 1-14 15,2-1 7-15,1 6 3 0,0-7-8 0,0 7 12 16,7-7-7-16,0 6 3 0,3 0 0 15,-10 1-6-15,17 0 4 0,-6 1-17 0,2-1 11 16,1 4-5-16,0-1-8 0,3 4 26 0,0 0-8 16,0 1-12-16,3 2 9 0,-3 1-4 0,4 2 12 15,-4-1-10-15,0 1-5 0,-3-1-6 16,0-1 1-16,-4 0 8 0,3-1-6 0,-5-2 8 16,-1 1-8-16,2-1 13 0,-2-1 3 0,0-4-8 15,-3 4-2-15,-1-2 12 0,1-2-5 0,2 1 33 16,-3-1-27-16,-3-3-11 0,0 0 5 15,0 0 13-15,0 0-1 0,0 0-9 0,8-14-5 16,-8 4 10-16,0 2-13 0,0-3-3 16,0-2 0-16,-4 2-2 0,4-3-2 0,4 3 17 15,-4 0 3-15,3 0-13 0,-2 0-8 0,5 2 0 16,-3 0-2-16,0 3 5 0,1-1-8 0,2 6 3 16,2-2-3-16,-4 0 3 0,-4 3 10 0,19 3-5 15,-11 0 7-15,2-2-4 0,0 6-14 16,0-5 22-16,0 5 1 0,-3-2-4 0,0-2-19 15,0 3 6-15,0-4 8 0,-3 3 2 0,2-1 7 16,0-3 1-16,-1 3 7 0,-5-4 21 16,7 3-31-16,-7-3 23 0,6 0-12 0,-6 0 7 15,0 0-3-15,0 0-20 0,7-8 18 0,-4-1 3 16,-3 2-6-16,3-1-5 0,-2-2-5 16,3-4 6-16,-1 3-6 0,0-4 5 0,1-2-5 15,2 5-13-15,-3-1 1 0,1 4-1 0,2 0 6 16,-1 1-1-16,1 1-2 0,-3 3 0 15,4 0 0-15,0 4 2 0,-7 0 3 0,14 5 0 16,-4-2-10-16,1 2 10 0,-1-2-8 0,0 4 16 16,1-5-8-16,2 5-10 0,0-2 15 0,1-2-5 15,-4 1 5-15,4 0-8 0,0-4 11 0,0 5-8 16,2-4 5-16,-5-1 0 0,3-1 0 16,2-2-2-16,-2 1 2 0,-3 0 0 0,2-4 8 15,-2 0-5-15,-1 0-8 0,1-1 2 0,-2-2 1 16,-5 0-1-16,5-4-12 0,-4 2 5 15,-5-3-8-15,3 4 0 0,-3 1 11 0,0 0-9 16,0 1-6-16,0 2-6 0,-3 2 10 0,-1 0 8 16,4 4-1-16,0 0-11 0,0 0 9 0,0 0-5 15,0 0 13-15,4 23-5 0,2-13 0 0,-2 1 0 16,3 3-3-16,3 3 13 0,3 0-10 16,-3-1-3-16,2 1 3 0,0 1 5 0,-1 3 0 15,3-3-2-15,-4 0 2 0,-1 0-5 0,-1-1 12 16,-1-1-4-16,-1 2 2 0,-6 1-3 15,1-3 19-15,-1-2-8 0,-1 0-11 0,-2-2 24 16,0 1-29-16,-1-5 3 0,-3 0 5 0,3-2 95 16,-2-2-15-16,-1 1 7 0,1-4-23 15,6-1-10-15,0 0 10 0,-18-6-2 0,15-1-1 16,-3 4-35-16,5-5 12 0,-2 1-14 0,3-1-6 16,0-2 2-16,3 1-9 0,-2-3 1 15,2 1-14-15,3 3 0 0,-3 1-32 0,-2-3-14 16,2 3-54-16,0 4-34 0,-3-2-43 0,0 5-72 15,-6-4-499-15,-1 4-58 0,-6 3 45 0,-8-1 85 16,-7 4 76-16,-23 7 85 0</inkml:trace>
  <inkml:trace contextRef="#ctx0" brushRef="#br0" timeOffset="111753.62">2758 15024 824 0,'0'0'340'0,"9"13"-63"0,-6-5-6 16,4 2-25-16,0 1-26 0,3 6-26 0,4-1-4 16,-3 1-32-16,2 1-73 0,0 4-34 0,-1-2 16 15,1-1-8-15,0 1-11 0,-2-2-4 16,2 0-6-16,-2 1 0 0,-2-3-27 0,1-3-4 15,-2 0-17-15,-1-2-13 0,-1-1 8 0,1-2 15 16,-4-1 15-16,0-4-17 0,-1 2-24 16,-2-5 8-16,0 0-8 0,0 0 6 0,0 0 15 15,-18-15-11-15,9 7 11 0,-3-2 5 0,-4-5 13 16,-1-2-10-16,3-1 17 0,0 1 3 0,-3-6 13 16,3 5 5-16,1-2 5 0,3-1 10 15,-1 2-15-15,4-3 16 0,-2 2-19 0,5-2-12 16,4 1-1-16,0-1 9 0,3-2-9 15,4 1 8-15,0 1-27 0,7-6 11 0,2 6 9 16,-3-1 2-16,8 1-18 0,-6 4-12 0,1 6-16 16,2-1-43-16,-2 5-21 0,-1 1-57 15,-2 4-91-15,1 2-75 0,-4 3-427 0,0 5 75 0,-2 0 50 16,-2 2 51-16</inkml:trace>
  <inkml:trace contextRef="#ctx0" brushRef="#br0" timeOffset="111937.47">2968 15204 908 0,'0'0'310'0,"0"0"-34"0,0 0-30 0,0 0-31 16,8-16-10-16,-4 8-34 0,5-2 1 16,1-2-29-16,1 0-35 0,2-3-65 0,2 0-43 15,1 3-84-15,5-1-141 0,-5 1-377 0,5-1-17 16,-6 5 22-16,1 1 62 0</inkml:trace>
  <inkml:trace contextRef="#ctx0" brushRef="#br0" timeOffset="112386.69">3314 15080 796 0,'0'0'279'0,"0"0"-23"0,0 0-39 0,0 0-12 16,0 0-31-16,4 3-23 0,-4-3-5 0,7 4-13 15,-4-1-20-15,0-2-21 0,1 6-3 0,-1-4-9 16,1 4-1-16,-1-2-23 0,0 3 34 16,-2 0-31-16,-1-4 2 0,3 4-22 0,-6 0 7 15,3-1-18-15,3-1 5 0,-3-2-7 0,0 3-19 16,0-1 9-16,0-6-14 0,0 5-20 16,0-5-7-16,3 7 12 0,-3-7-2 0,4 4 7 15,2-3 5-15,-6-1-17 0,14 3-1 0,-10-1 19 16,5-2-11-16,-2 3 8 0,4-1 2 15,-1 0-2-15,3 2-7 0,1 0 6 0,-4 1 1 16,4-2 5-16,0 6 0 0,0-5 8 0,-4 4 0 16,0-2 22-16,1 1-12 0,-4 1 3 15,-1-1 2-15,0 3 25 0,-2-2-14 0,-1 2 4 16,-3 0 11-16,-3 0 2 0,0 0-13 0,0 0 70 16,-1 0 4-16,-3-3 6 0,-4 1-31 0,-2 5 16 15,3-6-19-15,-4-2 11 0,-3 2-11 16,3-1 1-16,-2-4-19 0,1 0 11 0,2-2-18 15,-4 0-3-15,0-3 3 0,0-3-18 0,3-2-10 16,1 3-34-16,2-5-12 0,1 0-26 16,3 2-36-16,1-4-48 0,5 2-80 0,1-3-151 15,3 3-455-15,4-2 38 0,4-1 84 0,-1 1 70 16,4-3 73-16</inkml:trace>
  <inkml:trace contextRef="#ctx0" brushRef="#br0" timeOffset="112570.43">4247 14984 977 0,'7'-3'341'16,"0"-4"-26"-16,3 3-39 0,1-7-38 0,2 6-10 15,4-4-51-15,1-2-60 0,2 3-83 0,4-2-106 16,0 2-558-16,3 1-46 0,-6-3 103 15,-1 6 43-15</inkml:trace>
  <inkml:trace contextRef="#ctx0" brushRef="#br0" timeOffset="112737.59">4524 15134 711 0,'0'0'300'0,"0"0"-29"0,0 0-13 0,10 3-20 15,-10-3-33-15,18-7-23 0,-8 1-41 16,7-2-26-16,-3 1-61 0,7-1-36 0,-2-2-77 16,-1 3-141-16,2 3-381 0,-3-2-15 0,1-2 15 15</inkml:trace>
  <inkml:trace contextRef="#ctx0" brushRef="#br0" timeOffset="113823.08">5758 14648 371 0,'-3'-2'125'0,"3"2"26"0,-6-6-2 0,5 0 81 15,1 6-12-15,-7-4-19 0,4 0 3 0,3 4-12 16,-4-6-8-16,4 6-24 0,-6-5-17 0,6 5-13 16,0 0-13-16,0 0-12 0,0 0 2 15,0 0-72-15,-4 18-13 0,7-5 14 0,-2 3 40 16,2 2-51-16,3 3 10 0,-2 2-7 16,4 1-6-16,1 0 3 0,-2 3-13 0,-1-2 13 15,5-1-12-15,-4 1-9 0,0-1-30 0,3-5-21 16,0 6-38-16,-3-8-35 0,3 4-96 0,-5-9-97 15,4 3-358-15,-5-5 59 0,2-2 35 16</inkml:trace>
  <inkml:trace contextRef="#ctx0" brushRef="#br0" timeOffset="114153.47">5789 14701 645 0,'0'0'243'0,"17"11"-26"15,-7-3-12-15,1 1-18 0,3 2-21 0,5 3-25 16,-1-2-8-16,3 5-7 0,2 1-16 16,-2 1-10-16,0-5-8 0,-2 1-3 0,-1-1-15 15,-4-1-2-15,3-2 0 0,-7-2 23 0,1-1 22 16,-2-3 9-16,-2 2-67 0,0-2 7 0,0-3-2 16,-7-2-13-16,7-1-10 0,-7 1 8 15,0-13 0-15,0 5-9 0,-7-5-6 0,0-3 78 16,-3-5-2-16,-3-4-12 0,-1-3-93 0,-8-11 8 15,6 10 2-15,2 0 3 0,0 1-8 16,2 1-2-16,0 1 2 0,3 4-2 0,2 3 5 16,-1-2-6-16,2 4-2 0,2 2-17 0,1 4-24 15,3-3-44-15,3 4-22 0,1 2-39 16,-1 1-66-16,5-3-98 0,2 8-411 0,3-3 12 16,-2 4 92-16,2 1 38 0</inkml:trace>
  <inkml:trace contextRef="#ctx0" brushRef="#br0" timeOffset="114438.47">6227 14776 839 0,'6'15'220'15,"-1"2"0"-15,1-2-15 0,-3-5-21 0,0 2-2 16,4-3-15-16,-3-4-27 0,3 2 14 16,0 0-24-16,2-1-2 0,-1-2-12 0,2-4-4 15,0 0-7-15,0-2-8 0,5-3-17 0,-3-5-1 16,3 2-10-16,-2-2 0 0,-3-4-12 0,1 1-6 15,-4-2 23-15,2-1-76 0,-6-2 4 16,2 1 16-16,-5-4 20 0,0 3-7 0,0 3-3 16,-5 1 3-16,3 0 5 0,-2 3-11 0,1 0 1 15,-4 1-5-15,0 2-4 0,-3 5-6 16,3-3 12-16,0 4 0 0,-4 1-13 0,11 1-5 16,-13 2-5-16,6 1-36 0,1 1-38 0,-1-1-36 15,6 3-44-15,-2 0 3 0,3-6-128 0,6 10-314 16,2-6-91-16,-1 1 62 0,3-3 33 15,4-2 67-15</inkml:trace>
  <inkml:trace contextRef="#ctx0" brushRef="#br0" timeOffset="115186.35">7064 14539 798 0,'0'14'205'0,"0"-1"-18"0,3-5-18 16,1 1-21-16,0-3-33 0,3 0 18 0,2-2-20 15,2-2-18-15,-1 3-18 0,3-5-16 16,2 0-20-16,1-2-10 0,1-1-16 0,0-2-12 16,0-1-3-16,-3-1 10 0,0-2 3 0,-1 0-11 15,-2 0 8-15,-7-1 6 0,2-3-3 16,-6 3-6-16,-3-4-2 0,-1 2 24 0,1-2 6 15,-8 3 6-15,1-3 31 0,0 5-23 0,-3 1 4 16,5 0 4-16,-4 6-6 0,0-3-10 0,0 5-3 16,2 0 19-16,-2 2-27 0,2 1-4 15,4-1-6-15,-2 4 3 0,2-4 6 0,3 4-12 16,2-2 9-16,1-4-8 0,4 7 43 0,2-1-27 16,2-4-27-16,2-2 9 0,3 0 4 15,2 0 3-15,1 0-20 0,2-2-3 0,2-4 0 16,0 3 10-16,-3-5 0 0,3-2-2 0,1-1-13 15,-3 0-8-15,-1-5 8 0,0 0-3 16,-4-2 26-16,1-1-23 0,-3-1-13 0,-2 0 26 16,-1-3-21-16,-2 4 16 0,-2-4-11 0,-1 3 16 15,-3 0-6-15,0 2 6 0,-3-1 5 16,3 2-13-16,-4 3 0 0,4 3 2 0,-3 3-2 16,0 0-2-16,-1 5-1 0,4 3 0 0,0 0 9 15,0 0-4-15,-13 19 11 0,12-1 5 16,1 1 7-16,0 11-17 0,3 4 18 0,1 1 4 15,3 15 1-15,4 4-8 0,1-1-10 0,3-2 7 16,-2 3 16-16,2-4-8 0,1-4-7 0,2 3 5 16,1-5-19-16,-1 1 16 15,-1-4 3-15,0-10-16 0,-4-2-5 0,1-4 16 0,-7-4-14 16,3-1-14-16,-3-7 12 0,-3 4-5 0,-1-6-21 16,0-2-58-16,-6-4-69 0,0 0-80 15,-1-3-8-15,-6-4 3 0,3-3 41 0,-6-1 80 16,-2-6 68-16,-1 1 13 0,-1-3 49 0,3 3 13 15,-3-3 36-15,3-3-1 0,0 5 16 0,1-1 15 16,2 1-2-16,1-1 0 0,3-2 10 16,-2 3-18-16,4-3-10 0,2-1 61 0,0 4-8 15,3-1-4-15,3-4-21 0,4 0 0 0,0 1-16 16,3-1-17-16,4-1-13 0,-3 3-23 16,5-2-31-16,1 0-31 0,4-1-20 0,-4 3-36 15,3 0-25-15,2-3-75 0,0 1-112 0,-1 6-433 16,0-3 12-16,2-3 83 0,-5 1 41 15,-1-1 69-15</inkml:trace>
  <inkml:trace contextRef="#ctx0" brushRef="#br0" timeOffset="116071.83">7860 13964 813 0,'14'19'241'0,"-7"-11"-11"0,-3 9-25 0,6 1-28 15,0 3-13-15,1 0-11 0,1 7-4 0,3-3-29 16,-2 2 5-16,-2-2-20 0,2 1-7 16,-3-4-6-16,1-2-13 0,-4-3-5 0,2 1-10 15,-1-3-7-15,-4-3-9 0,2 0 16 0,-3-3 41 16,1 0-10-16,-1-3 0 0,0-4-13 16,-3-2-3-16,0 0 0 0,0 0-10 0,0 0-5 15,0-15-15-15,0 4 5 0,0-3-8 0,0 3-8 16,1-3-4-16,1 2 1 0,3-3-12 15,1 5 0-15,1-3-2 0,0 3-8 16,4 2 0-16,-2 1 10 0,2 2-21 0,3 0 11 0,-4 5-3 16,3 0-2-16,1 5-8 0,-4 0 5 0,4 3 5 15,-4 5 0-15,-3-2-10 0,0 5 3 16,0 1 17-16,-7 0-7 0,0 1-8 0,-3 1 6 16,-2 0-1-16,-1 0-2 0,-4-1 2 15,0-3 5-15,2 2-71 0,-2-9 2 0,1 2 39 16,1-2-8-16,-2-1-3 0,3-2 11 0,1-4 2 15,6-1-2-15,0 0-8 0,-11-8-3 0,11 0-12 16,3-2 20-16,1-3 0 0,6-4-5 16,0-1-11-16,8-4 4 0,-2-1-1 0,5-2 10 15,-3 2 4-15,12-9-6 0,-10 6-3 0,1 3 5 16,-4 2 6-16,3 1 10 0,-5 3 0 16,-2 4-3-16,-3 1 0 0,1 2 14 0,-5 1-1 15,1 2-21-15,-4 0 6 0,-2 5-3 16,-1 2 13-16,0 0 18 0,0 0-5 0,0 0 2 15,0 0 3-15,-11 18-7 0,8-9-11 0,-3-1 5 16,1 2 5-16,2-2-5 0,0 4 0 0,3-2 11 16,0 0-6-16,0 0 15 0,3-3-20 15,0 1 24-15,-2 2-24 0,6-3 0 0,-1 0 3 16,-2-6 9-16,2 4-1 0,1-3-16 0,1-1 2 16,-8-1-7-16,16-2 26 0,-9 1-26 15,-7 1 7-15,14-3 8 0,-14 3-4 0,10-2-12 16,-10 2 6-16,7 0-5 0,-7 0 3 0,10 2-6 15,-6 2 0-15,-4-4 6 0,10 4 10 0,-4 1-3 16,2-3-5-16,-2 2 15 0,1-1-15 0,3-2-3 16,-2 1 6-16,2 1-8 0,-1-2 13 15,2-1-11-15,-4 0 16 0,6-1-23 0,-2-4 2 16,-1 4-5-16,0-5 0 0,1 2-2 16,-1-3-8-16,0-1 10 0,1-2-10 0,-4-2 13 15,3 2-13-15,0-5-5 0,-3 0-16 0,-1-1-7 16,-2-3 0-16,2-1 10 0,-5 0-23 15,2 0 15-15,-3-4-7 0,0 4 20 0,-3-3 15 16,2 3 14-16,1 0 22 0,0 2 8 0,-3 1 5 16,3 6-17-16,-3-1-4 0,3 8 4 15,0-2-9-15,0 6 8 0,0 0 6 0,0 0 2 16,0 0-16-16,0 23 14 0,3-11-4 0,0 4-1 16,1 5 4-16,3 0-5 0,-3 4-10 0,2 0 8 15,1 0-11-15,0 4-33 0,4-1-22 16,-2-2-53-16,-2-2-57 0,0-1-114 0,0-3-453 15,-4-3 83-15,-2-2 25 0,2-5 92 0</inkml:trace>
  <inkml:trace contextRef="#ctx0" brushRef="#br0" timeOffset="116803.47">8626 14133 824 0,'-3'-10'343'0,"0"2"-41"16,6-1-18-16,0 1-36 0,1 0-17 15,2 1-24-15,2-5-13 0,2-1-27 0,3 3-21 16,1-5-8-16,3-2-10 0,0 2-13 0,4-3-10 15,-4 1-13-15,0 4-12 0,0-3-9 16,0 0-2-16,-4 3 0 0,-1-4-2 0,-2 6-23 16,-1-3 2-16,-1 3-21 0,-2-3 1 0,-2 6 2 15,-1-2 0-15,0 2-5 0,1 1-18 0,-4 0 3 16,3-1-3-16,-3 6-2 0,0 2 7 16,0 0-5-16,0 0 5 0,0 0-17 0,0 0 17 15,8 15-18-15,-5-5 16 0,-3 4-18 0,4 2 12 16,2 2 16-16,-3 1-13 0,4 3 3 15,0-1-1-15,-3 1-4 0,2 1 7 0,1-3 1 16,-4 4-9-16,0-6-7 0,1 0 8 16,0-3 4-16,-1 2 1 0,-3-7 10 0,1 3 28 15,2-3-10-15,-3-2-6 0,0-1 9 0,0-4-8 16,0-3-6-16,0 0-12 0,0 0-3 0,0 0 8 16,-11-12-13-16,11 2 13 0,-4-1-10 15,4 0-6-15,-2-1-7 0,2 0 8 0,0-1 4 16,2 1-27-16,-1 4 10 0,2-1 7 0,1 1 8 15,-1 6-7-15,4-3-11 0,-3 4 10 0,-4 1-2 16,17 0 0-16,-17 0-5 0,16 1 15 16,-5 4 0-16,2-3 5 0,-2 0-2 0,3 3-5 15,-1-2 2-15,-3-1 0 0,4 1-18 0,-1-1 13 16,1-2-8-16,0 0-7 0,0-2 7 16,-1-1-4-16,1 1 1 0,-3-2-4 0,2-2 10 15,-3 2-3-15,0-3-2 0,0-1 0 16,-2 1-1-16,-4-2 1 0,2 0 5 0,-2 1-5 0,2 0 7 15,-3 1-4-15,0-1-4 0,-2 6-17 0,3-3 23 16,-4 5-5-16,0 0 0 0,0 0-11 16,0 0 8-16,16 15-2 0,-12-6 2 0,-1-1 8 15,4 4 3-15,0 1 4 0,0-1-4 16,-1 1-1-16,1-1-7 0,-2 0 10 0,1-3-8 16,0 0 13-16,-2-1 8 0,2 2-8 0,-5-3-2 15,2 0 30-15,1-4 13 0,-1 2-3 0,-2-2-12 16,-1-3 8-16,0 0-14 0,0 0 3 15,0 0 1-15,0 0-1 0,-4-17 0 0,0 9-8 16,1-2 1-16,-1-5-11 0,1-3-64 0,-1 0 3 16,1-6 13-16,-3-1 4 0,2 0-7 0,0 0 3 15,1 0 5-15,-1 0-6 0,4 0-19 16,0 6 1-16,0 2-48 0,0 1-28 0,1 1-46 16,5 5-36-16,-2-3-100 0,3 5-414 0,-1 4 9 15,1-2 86-15,4-1 78 0,-4 4 29 16</inkml:trace>
  <inkml:trace contextRef="#ctx0" brushRef="#br0" timeOffset="118006.12">9580 13865 655 0,'3'13'220'16,"-3"0"-20"-16,0-3-14 0,1 1-9 0,-1-5-11 15,3 2-15-15,0-1-12 0,1 0-19 0,-3-4-10 16,2 3-13-16,3-2-17 0,-2 1 4 15,2-5-5-15,-2 4 9 0,-4-4-32 0,14 0 10 16,-14 0-4-16,13-4-14 0,-7 1 4 0,-1-1-17 16,-2-4-14-16,0 5 5 0,-3-4-3 0,0-3 2 15,-3 1-9-15,0-4-1 0,-2 3-5 16,2 0 11-16,-4-5 9 0,1 7 1 0,-1-7 20 16,0 5-12-16,0 0-9 0,4 1-1 0,-1 0 22 15,1-3-5-15,0 3-23 0,3 3 10 16,0-1-12-16,0 0 9 0,0 1-2 0,3-1-22 15,0 3 17-15,1-2-8 0,2 4-12 0,2-3-3 16,-1 4 7-16,-1 1 1 0,-6 0-3 16,14 4-5-16,-4 0 3 0,0 2-3 0,0 2 5 15,1 1 0-15,-1-1-5 0,0 3 7 0,4-1-12 16,-4 5 8-16,4-7-1 0,-3 9 4 0,1-9-4 16,3 6 1-16,-2-3-6 0,1-1 13 15,-1-2 1-15,-3 1-14 0,5 1 11 0,-6-5-3 16,2 2 10-16,-4-4-5 0,0 3 11 0,0-4-6 15,0 2 6-15,-7-4-1 0,6 0-4 16,-6 0-6-16,0 0 3 0,0-12-3 0,0 12 5 16,-13-10-10-16,6 0 6 0,-6-1-1 0,-2-3-2 15,-1-1 7-15,-2 0-13 0,5 2 6 16,-5-2-8-16,5-1 8 0,-1 6 5 0,4-3-1 16,0 2 4-16,2-1-1 0,2 2-7 0,0 0 5 15,5 3-11-15,-2-3 1 0,6 2-11 0,0 1 21 16,4-1 0-16,0 4-13 0,4-2 10 15,-1-1-10-15,4 5 5 0,-1 0-5 0,0 1 5 16,2 1 0-16,1 2-5 0,2 3 8 16,2 0-13-16,-3 3 7 0,4 2 1 0,-4 1-11 15,3 1 13-15,-2 3-5 0,-5-3 0 0,2 3-5 16,-3-3 8-16,-2 0 58 0,1-1-7 0,-4 2-8 16,3-4 3-16,-4 1-3 0,-1-2 0 15,1-1-3-15,-2 0-7 0,-1-4-8 0,1 4 13 16,-1-6-10-16,0 5 2 0,-3-6 1 0,4 2-1 15,-4-2-5-15,0 0-10 0,0 0 2 0,2-15-2 16,-4 9-5-16,2-6-5 0,-1 4-6 16,1-4 6-16,0-1-5 0,0 1 7 0,1-1-10 15,1 3 5-15,3-1-8 0,-2 0 3 0,0 1 8 16,1 3-8-16,-1 3-10 0,1-2 5 16,2 3 5-16,2-2 2 0,-2 5-7 0,-6 0 5 15,17 0-8-15,-9 2 6 0,1 3 4 0,-2 0-14 16,3 0-1-16,-3 1 8 0,0-2-3 15,0 4 11-15,-4-3-3 0,5-2 0 0,-5 3-6 0,3-5 17 16,-5 6 12-16,5-4 2 0,-3-1-2 16,-3-2-2-16,4 5-11 0,-4-5 8 0,0 0 0 15,0 0-8-15,0 0 6 0,3-17-4 16,-3 10 6-16,0-1-13 0,0-2 1 0,0-3-4 16,0-1-4-16,0-1 4 0,0-1-10 0,3-1 14 15,-3 4-14-15,2 1 10 0,1-1 1 0,0 1-16 16,0 4-12-16,-3 3 17 0,4 0 0 15,-1 0 1-15,3 3-4 0,-6 2 1 0,0 0 5 16,18 5 10-16,-11-3-18 0,-1 1 8 0,5 2-5 16,-1-3 12-16,3 2-9 0,-2 0 9 0,2-4-9 15,-1 5 14-15,1-4-9 0,0 0 9 16,4-1-4-16,-6 0 5 0,3-1-13 0,2-5 7 16,-5 5 11-16,2-6-5 0,0 2-8 0,-2-2 10 15,-1 0-5-15,-3-2 3 0,1 0-19 16,-5-3-1-16,3 4 14 0,-6-2-27 0,0 2-11 15,0-2 2-15,-3 3 1 0,0 3 8 0,-3 0-9 16,1 2 22-16,-1 2-14 0,6 0 11 16,-7 3 2-16,3 4-10 0,4 0 15 0,0 1-2 15,4 2 7-15,2 5-2 0,1 1 5 0,7 1 5 16,-1 0-5-16,5 3 13 0,2 2-3 16,1-4 3-16,-1 5 8 0,0-4-4 0,-2-1-1 0,-1-1 2 15,-3-2-3-15,-4-1-7 0,1-3 15 16,-2 3 5-16,-2-3 0 0,-3-3-74 0,-1-2 20 15,-3 2 26-15,-4-5-15 0,-2 4 2 0,-4-6 16 16,-4 5 10-16,0-5-13 0,-3 0-8 16,0 1-5-16,-4-2-58 0,-3 2-29 0,-3 1-36 15,-4-1-110-15,0-2-470 0,-9 8-52 0,-12-1 23 16,-10 3 97-16,-2-2 54 0</inkml:trace>
  <inkml:trace contextRef="#ctx0" brushRef="#br0" timeOffset="118858.9">3352 15870 729 0,'6'11'253'16,"-2"4"-27"-16,7 4-24 0,-1 1-10 0,3 3-21 15,1 2-17-15,0 2-8 0,3-1-18 16,-1-1-13-16,-1 2-10 0,1-2-23 0,1 0-5 16,-3-1 2-16,-3-5-10 0,2-2-7 0,-6-2-4 15,1-2-1-15,1-2 4 0,-2 0 1 16,-4-3 22-16,1-1-5 0,-1 0 3 0,-3-4-7 15,0-3-6-15,0 0-23 0,0 0 0 0,0 0 2 16,-20-10-4-16,9-1-1 0,-3-5-9 0,0 0 55 16,-5-6-7-16,1 0-5 0,-2-3-8 15,2 0 8-15,1 3-8 0,-3-3-31 0,3 1 21 16,1 0-7-16,4 4 1 0,2-1-17 0,1 1 18 16,2-1-11-16,-1 1-4 0,5 1-3 15,0 0-8-15,6 1-5 0,0-4 2 0,1 2 4 16,4 1-14-16,4-2-13 0,-1 4-12 0,3 1-23 15,2 4-16-15,-2 2-25 0,-1 0-18 0,5 4-26 16,-5 2-46-16,2 3-81 0,-6 2-262 16,6 4-266-16,-2 0 61 0,0 2 67 0,-5 1 67 15,-2 2 45-15</inkml:trace>
  <inkml:trace contextRef="#ctx0" brushRef="#br0" timeOffset="119170.47">3509 16124 793 0,'0'0'292'0,"0"0"-23"16,0 0-21-16,0 0-15 0,0 0-28 0,13 2-13 16,-13-2-13-16,14-6-28 0,-7 3-8 0,3-2-23 15,-2 1 3-15,2 0-13 0,-1-2-15 16,2 0-13-16,-4 2-3 0,3 1-7 0,-4-1-8 15,2 2 3-15,-4-3 7 0,2 4-8 0,0-2 3 16,-6 3-12-16,7-3 14 0,-7 3-7 16,8-4-2-16,-8 4-3 0,6-2-6 0,-6 2-6 15,0 0-71-15,0 0-1 0,7-3 2 16,-7 3 5-16,0 0 5 0,0 0-56 0,0 0-23 16,0 0-44-16,0 0-58 0,0 0-93 0,0 0-425 15,0 0 11-15,0 0 46 0,0 0 58 0,-10 15 91 16</inkml:trace>
  <inkml:trace contextRef="#ctx0" brushRef="#br0" timeOffset="120370.4">3799 16230 719 0,'-3'-4'222'0,"3"4"70"0,-3-3-26 0,3 3-20 15,0 0-18-15,0 0-39 0,0 0-20 0,-4-6-2 16,4 6-16-16,0 0-26 0,0 0 3 16,0 0-23-16,0 0-15 0,0 0 2 0,0 18 0 15,0-11-18-15,4 3-2 0,-1 0-8 16,0 2-5-16,2 0-3 0,1 0-7 0,0 2-11 16,1-2 1-16,0 1 1 0,1-2-11 0,1 1-22 15,-2-5 21-15,0 2-10 0,3-2 18 0,-3 0-18 16,3-5 8-16,-3 2-3 0,3-2-10 15,-2-2-1-15,4-3 17 0,-4-1-14 0,2-1 8 16,-3-1-5-16,1-3 5 0,1-1-13 16,-2-2 5-16,-4 1 3 0,1 0-5 0,-1-4-20 15,0 2 9-15,1 0 11 0,-3 1 12 0,-1 1-1 16,2 2-71-16,-1 0 6 0,-1 1 3 16,3 1 7-16,-3 0-12 0,0 1 4 0,0 6 4 15,3-2 4-15,-3 2 8 0,0 0-3 0,0 0 11 16,13 16 7-16,-5-6-5 0,-4 3-4 0,2 0 14 15,1 1 0-15,2 3-7 0,2 1 5 16,-4-3-8-16,3 2-10 0,4 0-31 0,-1-1-43 16,2-2-44-16,1-3-104 0,2 3-234 15,1-5-238-15,-1-5 65 0,3 0 83 0,-5-4 37 16</inkml:trace>
  <inkml:trace contextRef="#ctx0" brushRef="#br0" timeOffset="120603.18">4986 15999 1098 0,'0'-4'366'0,"3"-1"-34"0,1 0-30 0,2-4-28 16,1 0-33-16,3 2-16 0,1-4-38 0,2 0-51 15,1 2-31-15,3-3-82 0,0 1-46 0,1 1-67 16,1-1-122-16,-1 2-492 0,-1 3 31 16,-4 1 35-16,-2 1 70 0</inkml:trace>
  <inkml:trace contextRef="#ctx0" brushRef="#br0" timeOffset="120786.8">5160 16051 808 0,'-4'3'272'15,"4"-3"-4"-15,0 0-4 0,0 0 43 0,0 0-28 16,0 0-18-16,0 0-35 0,0 0-22 0,21-16-17 16,-7 7-13-16,-1-4-15 0,5-2-18 15,2 4-34-15,-2-3-15 0,1 3-33 0,2 0-2 16,-3-1-29-16,1 1-28 0,-1 3-46 0,-4 0-69 16,3-1-157-16,-4 4-529 0,2 0 84 15,-3 1 47-15,-1 2 96 0,-7-2 47 0</inkml:trace>
  <inkml:trace contextRef="#ctx0" brushRef="#br0" timeOffset="121990.86">6264 15601 678 0,'0'0'304'0,"-4"-5"-22"0,4 5-34 0,-3-5-28 15,3 5-15-15,0 0-26 0,0 0-17 0,0 0-9 16,0 0-12-16,7 22-5 0,-3-12-21 16,-1 3 0-16,1 2-10 0,-1 0-3 0,1 2-22 15,2-1-16-15,-3 1 0 0,1-2 7 0,3 0 1 16,-4-3-18-16,1 1-11 0,-1-3 3 0,0 0-5 16,1-2 5-16,-1-1-7 0,-3 0 9 15,3 0 32-15,-2-3-16 0,1 1-8 0,-2-5-2 16,0 0-6-16,0 0 1 0,0 0-16 0,0 0 11 15,-2-23 5-15,1 12-11 0,-2-5-7 16,0-2 7-16,-4-6-25 0,4-1 7 0,-4-6-2 16,-3-1-74-16,3-1-3 0,0-1 13 15,0 1 2-15,-3 0 6 0,6 8 2 0,-2 0 0 16,2 0 11-16,1 8 2 0,-1 1-3 0,1-1 18 16,3 7-15-16,0-1-5 0,3 4 18 0,1 2-13 15,2 2 0-15,1 2 23 0,-7 1-13 0,24 4 8 16,-11 4-26-16,5-1 47 0,-2 3-32 15,5 5 4-15,-3-5 12 0,6 8-11 0,-4-3-17 16,1 5-28-16,-5-5-26 0,2 0-67 16,0 2-48-16,1-2-141 0,-4 0-414 0,1-2 74 15,-5-1 45-15,-4-2 78 0</inkml:trace>
  <inkml:trace contextRef="#ctx0" brushRef="#br0" timeOffset="122602.99">6404 15613 803 0,'0'0'333'0,"-3"-5"-21"0,3 5-48 16,0-9-23-16,3 1-24 0,4 3-17 0,-3-7-24 16,6 1-4-16,0-4-29 0,3 0-7 0,2-3-87 15,1 1-16-15,-2-1-18 0,3-4 18 16,0 5-35-16,-6 2-1 0,3-3 3 0,-1 5 11 15,-2 1-17-15,-4 0 14 0,2 2-3 16,-2 0-10-16,-1 4-10 0,2-1-1 0,-5 2 1 16,1 5-8-16,-4 0 13 0,0 0 10 0,13 8 0 15,-6 0-10-15,1 6 4 0,1 2 12 0,1 4 9 16,4 4-5-16,4 2 3 0,5 11-5 16,1-2-8-16,0 2 2 0,4-4-2 0,-1 0-2 15,-4-6-9-15,5 5 24 0,-7-7-21 16,-1-2-2-16,-3-3 13 0,-2-1-3 0,-2-1 0 15,0-1 5-15,-6-6 10 0,0 4-4 0,-4-4 14 16,0 2-10-16,-2-6 11 0,-2 1 5 0,-2-4-11 16,0 2-12-16,-4-5 7 0,-3-1-4 15,10 0-1-15,-20-5 10 0,9 2 16 0,-2-5-13 16,2-1 5-16,0-2 3 0,-1-3 13 0,5-1-14 16,-1 4-4-16,5-6-8 0,-1-1 7 0,4-1-4 15,0-1-8-15,4-3 2 0,-1-2 5 0,5 0 1 16,-2 3-13-16,4-8 2 0,0 7-5 15,1-2-2-15,-4 0-1 0,3 5 13 0,-3-2-7 16,0 4 0-16,-1 1-3 0,-5 2 0 16,2 0-8-16,0 4 6 0,-3 1-3 0,0 0 0 15,0 2 0-15,0 1-5 0,0 0 2 0,-3 4 3 16,3 3 8-16,-4-4-11 0,4 4 6 0,0 0 10 16,-9 10 61-16,8-3-15 0,1 1 2 15,0 0-17-15,4 1 12 0,-1 4-23 0,1-1-9 16,2 1-9-16,5-1-25 0,-1 1 7 0,3-1-10 15,-2-4-12-15,3 5-16 0,3-5-41 0,3-4-56 16,-2 3-123-16,5-1-385 0,-3-4-111 16,4-2 112-16,-2-1 36 0,5-3 53 0</inkml:trace>
  <inkml:trace contextRef="#ctx0" brushRef="#br0" timeOffset="123168.96">7635 15174 985 0,'0'9'274'0,"3"-1"-34"0,-2 0-22 0,2 1-31 16,3-2-23-16,-5 1-11 0,6-1-14 16,-1 0-9-16,1-3-15 0,0 3-7 0,-1-4-11 15,2 1-18-15,-1-3-4 0,0 1 9 0,2-2-20 16,-9 0-2-16,11-2-6 0,-4 0 3 0,-4-3-16 15,-3 5-2-15,3-8-5 0,-3 8 0 16,-3-8-26-16,-4 1 13 0,1 1-10 0,2-1 2 16,-6 2-2-16,3-2 18 0,0 4-6 0,-3-4 14 15,3 6-11-15,3-5 5 0,-2 5-15 16,6 1 5-16,-10-2 0 0,10 2-5 0,-8-1-3 16,8 1 3-16,0 0 0 0,0 0-2 0,0 0-1 15,0 0 3-15,0 0 2 0,0 0-9 16,0 0 1-16,34 0 1 0,-20-4 5 0,0-1 0 15,3-1 3-15,0-1-1 0,0-3-5 0,1-1 3 16,-1-2-15-16,3-2-8 0,-3 2 18 16,-3-2 10-16,3 0-23 0,-6-2 18 0,-2 2-8 15,-2 2 0-15,0-2-10 0,-3 0 0 0,-1 0-5 16,-3 2 23-16,-3-1-8 0,-1-2-5 16,0 4 13-16,-2-1-77 0,2 3 3 0,1 2-8 15,0 1 0-15,0 0 15 0,-1 5 13 0,4 2 3 16,0 0-5-16,0 0 12 0,-7 21 3 15,10-8 3-15,1 5 7 0,3 7-3 0,0 4 6 0,3 0 13 16,7 13-1-16,0 3-2 0,3 0-5 16,1 2 8-16,-1-2-1 0,1 2-12 0,0-1 2 15,-1-6 14-15,1 5-6 0,0-5 5 16,-2 0 0-16,-4-8-3 0,-2-4-14 0,1-3-50 16,-4-3-84-16,-3-4-56 0,3-1-530 0,-3-2 41 15,-4-5 41-15,-3-2 69 0,0-8 58 0</inkml:trace>
  <inkml:trace contextRef="#ctx0" brushRef="#br0" timeOffset="123352.27">8035 15556 857 0,'3'-10'269'15,"1"-3"-26"-15,3 0-13 0,6-6-35 0,1 1-16 16,3-4-31-16,0-1 14 0,4 1-45 0,0 4-29 15,2-4-30-15,1 4-63 0,0-2-82 16,-6 5-266-16,12-2-315 0,-3 2 69 0,0-2 56 16</inkml:trace>
  <inkml:trace contextRef="#ctx0" brushRef="#br0" timeOffset="124319.11">8883 14915 721 0,'11'22'220'0,"1"-1"-15"0,-5-3-15 15,1-3-32-15,-1 2-4 0,2-4-21 0,-5-1-5 16,6 2-10-16,-6-3-11 0,-1-3-7 0,1 5-3 15,2-5 13-15,-3-4 8 0,-2 4-18 0,1-3 5 16,-2-5-18-16,0 0-20 0,0 0 7 16,0 0-20-16,0 0 2 0,-6-21 5 0,6 11-2 15,0 0-8-15,0-2-2 0,3 2-6 0,-2-2 1 16,2-1-13-16,4 3-1 0,0-1-7 0,0-1 1 16,3 2-14-16,1 2 5 0,1 1 8 15,-1 0-10-15,0 3 10 0,1 3-26 0,3 0 16 16,-5 1-10-16,0 2 7 0,4 2-2 15,-7 3 4-15,2 0 1 0,-1 1-8 0,-5 2 3 16,-2 4-3-16,-1 1-7 0,-1-1 20 0,-5 5-8 16,-2-6-8-16,1 5 32 0,-3-3-34 0,0 2 2 15,3-5 6-15,0-1-8 0,-3-1 2 0,3-2 14 16,1 1 4-16,2-4 3 0,1 2-10 16,-1-5-3-16,4-2-10 0,0 0-10 0,0 0-3 15,0 0 6-15,0 0 9 0,10-17-9 0,-6 7 1 16,6-4 1-16,0-1-8 0,-3-4-7 15,7-2 12-15,-4 3 3 0,0-7 10 0,-2 5-12 16,2-2 7-16,-1 2 23 0,2 0-13 16,-4 3-5-16,-3 4 8 0,2 0 0 0,-3 1-13 15,1 0-5-15,3 8-6 0,-6-2 1 0,1 3 5 16,-2 3 7-16,7-1 9 0,-7 1-1 0,0 0 0 16,7 13-5-16,-7-8-5 0,3 3 3 0,0 1 10 15,1 1-6-15,0-2 11 0,0 2-10 16,2-2-16-16,-2 0-2 0,5 1-5 0,-5-2 7 15,6-2 5-15,-3-1-9 0,0 1 14 16,3-4-9-16,0-1 1 0,0-1 1 0,2-4-10 16,0-3 17-16,2 4-7 0,-3-7 5 0,-1 1-5 15,0 2-2-15,0-4 7 0,-3 3 2 16,0 1 1-16,-1-1-3 0,-1 1-8 0,1 1 3 16,-2 0-13-16,2 0 8 0,-3 6-11 0,-3 1 8 15,4-6 1-15,-4 6-9 0,0 0 11 0,0 0 10 16,11 11-5-16,-8-7 5 0,0 3-8 0,1 0 16 15,-1 1-8-15,0 0 2 0,1-3-2 16,3 2 0-16,-3 3 3 0,2-3-21 0,1-2 18 16,-4 2-5-16,4-3 10 0,1 1-5 15,1-3-5-15,-2 0 2 0,4-2 6 0,-1 0-3 16,-1 0-5-16,3-3 7 0,-2-1-9 0,3 0 9 16,-3-2 3-16,0-1 0 0,1-1 3 0,0-2-10 15,1 0-1-15,-2-1 6 0,-2-1 9 16,2-1-12-16,-3-1 3 0,-1-1-1 0,2 3 4 15,-5-1 1-15,1 3 4 0,2 1 14 0,-3 1-10 16,-2 0 1-16,2 1-29 0,-3 3 8 0,3 0 7 16,-3 4-4-16,0 0-6 0,0 0 8 15,0 0 21-15,0 0-11 0,3 14-7 0,-1-10 7 16,1 3-3-16,-3 1 9 0,3 1-19 16,0-1 8-16,-2-1-7 0,2 1-3 0,0 1-52 15,0-2 6-15,0 1-38 0,1-5-55 0,0 5-27 16,-1-3-70-16,1-3-74 0,-1 1-391 15,1 1 53-15,-4-4 54 0,0 0 74 0</inkml:trace>
  <inkml:trace contextRef="#ctx0" brushRef="#br0" timeOffset="124719.27">9782 14248 819 0,'3'14'325'0,"1"2"-36"15,2 5-15-15,-2 3-31 0,2 1-97 0,5 5-5 16,-4 0-1-16,6 2-6 0,-2-1-9 0,-1-1-18 16,3 2-4-16,-2-6-19 0,2 5 8 0,-1-5-10 15,0-1-12-15,-2-1-14 0,1-5 3 0,-4 5-11 16,3-6-40-16,1 1-46 0,-4-5-70 15,2 1-127-15,-2 0-495 0,4-3 62 0,-5-1 46 16,4-3 61-16</inkml:trace>
  <inkml:trace contextRef="#ctx0" brushRef="#br0" timeOffset="125269.48">10206 14671 990 0,'-10'1'351'0,"10"-1"-52"0,-10 7-17 15,6-3-11-15,-4 3-48 0,2 0-11 0,3 2-22 16,-1 0-11-16,1 0-23 0,0 0-23 0,3 3-13 16,0-2-7-16,0-1-18 0,0 0-11 0,3-1-12 15,0 0-18-15,-3-2-1 0,4 0 6 0,-1-1-10 16,0-3-6-16,4-1 4 0,0 2 1 15,-7-3-15-15,0 0 11 0,14-4-18 0,-7-3 7 16,0 1-13-16,0-6-2 0,-1 3-8 0,-2-6 1 16,2 1 1-16,-3-5-4 0,-3 1-8 15,0-3-10-15,-3-4-3 0,0-3-7 0,-1 2 15 16,-2-3-8-16,2 3 23 0,-2 1 8 0,-2 3 7 16,2 0-9-16,2 8 25 0,-2-1-31 15,2 1 11-15,1 6-6 0,-1 5-5 0,0-1-7 16,4 4 2-16,0 0 10 0,0 0-7 0,-13 15 2 15,10-5 5-15,0 3-4 0,3-1-1 0,0 3 0 16,0 2 3-16,3 1-8 0,1 1 5 16,2-2-7-16,0 0 20 0,-2-1-15 0,7-3-3 15,-5 2 0-15,4-1-3 0,1-2 6 0,-4-2 5 16,6 1-21-16,-2-5 21 0,-1-2-10 0,3-1-3 16,-2-5-3-16,2 1 16 0,1-3-18 15,-4 1 15-15,0-4-10 0,1 6 2 0,-1-5 9 16,-3 5-6-16,4-2-3 0,-5-1-4 15,1 4-1-15,-7 0-7 0,10-3 13 0,-10 3 2 16,11 0-18-16,-11 0-5 0,10 6 5 0,-4-4-28 16,1 0-10-16,-2 4-36 0,1-4-33 0,0 3-31 15,-2-2-90-15,2 2-378 0,-2-3-177 16,3 0 102-16,-7-2 62 0,0 0 71 16,7 0 36-16</inkml:trace>
  <inkml:trace contextRef="#ctx0" brushRef="#br0" timeOffset="125935.48">10466 14558 611 0,'3'7'195'0,"4"-2"-19"0,-1-1-30 0,-3 2-15 16,5-2-3-16,-5 3-26 0,1-2-28 15,-1 0 8-15,0 0-2 0,1 1-1 0,-4-2 26 16,3 0 5-16,-3-4-2 0,3 4-1 0,-3-4-15 15,0 0-7-15,0 0-1 0,0 0-10 16,0 0-4-16,0 0-12 0,0 0-6 0,-6-16-1 16,6 9-8-16,-3 1 16 0,2 0 5 0,1 0-20 15,0-1 9-15,-3 1 17 0,3 1-12 16,0 5-4-16,0-7-21 0,0 7-12 0,3-9 12 16,-3 9 0-16,4-3-12 0,-4 3-13 0,0 0 15 15,14 0-8-15,-14 0 6 0,10 0-9 0,-10 0 4 16,17 1 7-16,-7-1-16 0,0-1 4 15,4 0-6-15,0-3 2 0,0 2 4 0,2-4 4 16,2 4-12-16,-2-5 4 0,-1-1 14 16,1 4-16-16,-1-5 3 0,-2 1-1 0,1-3-7 15,-1 3-5-15,-3-3 13 0,-2-3-8 0,-1 2 5 16,2-3 0-16,-5-1-13 0,2 4 6 0,-2-1 4 16,-4 2 19-16,4 1-3 0,-4-1-18 0,3 6 5 15,-3 0 5-15,0 5-18 0,0 0 21 16,0 0-5-16,0 0-3 0,4 23 3 0,2-9-1 15,-2 9-2-15,6 4 8 0,0 3 5 16,11 18 62-16,-1 1 9 0,1 4-22 0,9 18 12 16,1 1-7-16,0 1-6 0,0-6-17 0,-7 0 20 15,-1-17-77-15,1 0-10 0,0-2 3 16,-6 1-3-16,2-3 3 0,-3-2 2 0,-7-13 3 16,0-6 7-16,-5-3-2 0,-2-7 0 0,-7-5 2 15,0-2-2-15,-6-3-5 0,0-8 5 0,-7 1-10 16,-3-5 4-16,-1-4 14 0,-9-4-3 15,5 0 5-15,-5-3 8 0,-5-6-3 0,5 4 5 16,6 0 16-16,0-1 0 0,3-1 12 0,1-2-17 16,3 2 5-16,3-3 2 0,-2-3-10 0,8 7-5 15,1-2-8-15,1-1-12 0,5-1 7 16,2 0-23-16,5 0-13 0,1 5-2 0,0-2-29 16,0 3-14-16,-1 1-42 0,-2 3-15 0,2 1-113 15,-5 4-115-15,-1 3-404 0,-1 3 30 0,-2 0 93 16,-4 4 50-16,7 0 68 0</inkml:trace>
  <inkml:trace contextRef="#ctx0" brushRef="#br0" timeOffset="126552.78">5010 16676 1044 0,'-4'-3'279'0,"4"3"-26"0,0 0-30 0,0 0-13 15,0 0-21-15,0 0-22 0,0 0-14 0,21 6-38 16,-8-4-61-16,-2 2-13 0,2 1-38 16,4 0-42-16,-3 1-78 0,6-1-91 0,-2 2-429 15,2 0 15-15,-3 0 51 0,0-1 62 16</inkml:trace>
  <inkml:trace contextRef="#ctx0" brushRef="#br0" timeOffset="126669.48">5567 16835 412 0,'7'1'69'0,"2"0"-115"0,3 0-364 0</inkml:trace>
  <inkml:trace contextRef="#ctx0" brushRef="#br0" timeOffset="126801.86">5820 16812 468 0,'0'0'156'0,"0"0"-69"0,6-2-69 15,-6 2-26-15,0 0-17 0,0 0-124 0,11 0-342 16</inkml:trace>
  <inkml:trace contextRef="#ctx0" brushRef="#br0" timeOffset="127385.43">6299 16808 831 0,'13'16'297'0,"0"1"-33"16,-1-2-23-16,0 0-24 0,3 0-17 0,-2 1-24 15,1-1-27-15,0 3 2 0,3-4-23 0,-4 3-13 16,0-3-7-16,-2-2-11 0,-1 0-5 16,-3-1-18-16,-1-3-2 0,2 0 20 0,-1-2-5 15,-1-1 3-15,-3 1-3 0,1-2-5 0,-4-4-8 16,3 4 0-16,-3-4 0 0,0 0-17 0,0 0-4 15,-19-18-1-15,9 7 9 0,-4-5-17 16,3-3-75-16,-9-2 3 0,3-2 17 0,-1-1 1 16,1 1 18-16,0-1-16 0,3 1 8 15,1 2-8-15,3 0 6 0,2-1 4 0,2-1-7 16,2 2 18-16,1 1 0 0,3 0-13 0,3 0 3 16,1 1 2-16,-1 0-18 0,3 2-15 0,2 3-18 15,-1 2-13-15,3-1-8 0,1 4-43 16,-2 2-23-16,-1 2-28 0,5 1-8 0,-6 4-21 15,3 0 14-15,-3 4-103 0,3-1-26 0,0 4-7 16,-3 0-157-16,-3 1-76 0,3 2 136 16,-4 1 206-16,0 1 150 0,1 0 32 0,-4-1 70 15,0 0 46-15,0 2 40 0,0-2 11 0,-4 0 8 16,2 1 10-16,1-1 10 0,-5-1-69 16,2-1 17-16,3-1 19 0,-5 0 3 0,6-1 68 15,-4 0-2-15,4-1-10 0,-3-1-8 0,3-5 7 16,0 6-99-16,0-6-16 0,0 0-14 0,0 0-1 15,0 0-13-15,0 0-10 0,13-11 16 16,-8 5-19-16,2-2-10 0,3 1-38 0,2-2-26 16,0 0-45-16,1 1-57 0,4 0-105 15,-4 0-152-15,5 1-285 0,-1 2 30 0,3 0 69 16,-5-1 46-16</inkml:trace>
  <inkml:trace contextRef="#ctx0" brushRef="#br0" timeOffset="127535.24">6863 16858 596 0,'6'22'261'16,"1"-3"-23"-16,-1 2-23 0,-1-4-18 0,1 0-33 15,1 2 0-15,0 0-31 0,3 2-20 0,-3-3-29 16,-3 3-53-16,5 0-108 0,-2-6-420 0,0 1-122 16,-3-3 84-16</inkml:trace>
  <inkml:trace contextRef="#ctx0" brushRef="#br0" timeOffset="127888.71">6804 16842 767 0,'0'0'246'0,"17"6"-15"16,0 1-27-16,1 3-19 0,2 1-32 15,4 1 1-15,0 4-16 0,4-3-10 0,-1 5-3 16,1-2-20-16,-2-1-18 0,1 0 11 0,-3 0-14 15,-3-5-17-15,-1 1-1 0,-5-1-9 16,1-2 14-16,-2-1 16 0,-4-1 16 0,0-2-9 16,-2-1-12-16,-2-2-10 0,-6-1 0 0,0 0-6 15,7-7 1-15,-10 0-19 0,3 7-9 16,-7-16 4-16,-4 2 6 0,-5-3-11 0,-2-4-10 0,1 3 16 16,-4-5-1-16,1 1-73 15,0-2 17-15,-1 3 5 0,4 1 11 0,3 1 10 0,-2 3-13 16,1 0 10-16,5 2-13 0,0 0-7 15,0 3 28-15,6 0-21 0,-2-1 6 0,3 2 0 16,3-1-3-16,0 0 5 0,3 1-8 16,3 0-17-16,1 0 12 0,-3 1-46 0,9-1-23 15,-3 0-30-15,2 4-47 0,1 0-86 0,0 2-441 16,1 1-36-16,0 0 62 0,0 0 76 0,2 2 49 16</inkml:trace>
  <inkml:trace contextRef="#ctx0" brushRef="#br0" timeOffset="128101.86">7540 16645 1018 0,'3'-4'313'16,"0"-1"-34"-16,0 0-31 0,-2 0-36 0,2 0-35 0,3 0-47 15,2 0-40-15,-4 0-54 0,2 1-62 16,0 3-97-16,1-2-51 0,-2 3-115 0,-5 0-358 16,13 4 71-16,-7-1 46 0</inkml:trace>
  <inkml:trace contextRef="#ctx0" brushRef="#br0" timeOffset="128268.6">7672 16737 711 0,'0'0'279'0,"0"0"3"16,4 4-29-16,-4-4-20 0,0 0-28 0,0 0-6 15,0 0-27-15,20-10-8 0,-12 3-18 0,1 0-11 16,5 0-9-16,-4-2-24 0,4-1-20 16,0 0-10-16,-4 2-36 0,4 0-47 0,-4-1-42 15,1 5-42-15,-4-2-59 0,2 2-63 16,-6 2-80-16,1 0-392 0,-4 2 83 0,0 0 25 16</inkml:trace>
  <inkml:trace contextRef="#ctx0" brushRef="#br0" timeOffset="132168.75">8421 16442 645 0,'0'-5'207'0,"0"-1"-15"0,0-2-8 16,0 0-7-16,0-1-80 0,0 1 5 0,0 0-2 16,0-1 23-16,-3 1 69 0,2 0-8 15,-2-1-22-15,0 4-22 0,-1-4-4 0,1 4 10 16,0-1-26-16,0 1 6 0,-1 2-14 0,-3-3-14 15,7 6-6-15,-7-1-15 0,7 1-6 16,0 0 1-16,-16 8-8 0,11-1-3 0,2 3-12 16,0 1-3-16,0 2-10 0,2-1 2 0,1 3-10 15,0-1-7-15,0 0 12 0,4 1-10 16,-1-1 0-16,0 0-18 0,2-1 3 0,4-1 5 16,-5-2-8-16,3-2-15 0,3-1 7 15,-6 0 11-15,5-4-8 0,-2 0-3 0,4 0 6 16,-4-5-13-16,3-1 4 0,-4-1-9 0,5-3 23 15,-4-1-8-15,-1-5 7 0,1 2-9 0,1-5 2 16,-2-1-5-16,-2 0-5 0,-1-2 10 16,0-1-8-16,-3 1 8 0,-3-5-77 0,0-1-5 15,0 0 18-15,-1 0 10 0,-4 2-2 0,2-2 8 16,-4-3-4-16,3 4 19 0,-3 1 18 16,3 2-13-16,-3-1 7 0,3 4 8 0,0 2 3 15,3 4 15-15,-3 1-13 0,4 1-4 0,0 2 12 16,0 4-5-16,0 1 2 0,3 3-5 0,0 0 13 15,0 0-7-15,3 19-11 0,3-8 16 16,1 4-19-16,-1 4 16 0,5 2 8 0,-1-1-3 16,3 5-8-16,2 0 9 0,1 0-12 15,5-2 1-15,-3-1-5 0,-2-2 8 0,2-3-9 16,-2 0 4-16,-1-2-6 0,4-4 3 0,-4 0 10 16,1-4 5-16,-1 0-18 0,-2-5 8 0,1 0-3 15,-1-2-7-15,1-4-13 0,-3 2 5 0,1-6 2 16,0-2-7-16,-3 0 18 0,-2-1-8 15,0-2 8-15,-3 2-13 0,2 0 5 0,-5-2 10 16,2 4 10-16,0-1 4 0,-3 2-1 16,3-1-5-16,-2 4-18 0,2 2 5 0,-3 3 3 15,7-3 10-15,-7 3-5 0,0 0 2 0,10 11-7 16,-7-4-16-16,4 3-22 0,-3 2-34 0,6 1-77 16,-3 0-89-16,0-1-451 0,2 1 54 0,2-1 87 15,-4-5 28-15</inkml:trace>
  <inkml:trace contextRef="#ctx0" brushRef="#br0" timeOffset="132685.06">9033 15981 1087 0,'-6'6'302'16,"2"-1"-28"-16,-3 4-36 0,1-2-25 0,1 2-21 16,-1 3-23-16,2-3-11 0,1 1-24 0,0 2-40 15,-1-1-20-15,2-1-43 0,4 0 0 16,-2-3-16-16,4 3 8 0,-1-1 8 0,1-2-13 16,2 0-16-16,2 2-9 0,-1-4 12 0,2 1 13 15,1-1 2-15,1 1-9 0,-1-1-1 16,0 1 3-16,4 0-3 0,-4-2-2 0,4 3-6 15,-4 1-2-15,3-2 23 0,-1 1-15 0,0-1-11 16,-1 3 8-16,-4-2 16 0,3 2 17 0,-7 0 21 16,1 0-15-16,3-2 2 0,-7 5 0 15,3-3-16-15,-3 1 22 0,-2-2-11 0,1 2 2 16,-3 0-28-16,1-1 9 0,-4-2 1 0,4 2-10 16,-1-4-15-16,-2 2-23 0,-2 0-30 15,1-4-39-15,1-2-134 0,-1 1-542 0,7-2 44 16,-14-5 82-16,7-3 71 0,1-1 49 15</inkml:trace>
  <inkml:trace contextRef="#ctx0" brushRef="#br0" timeOffset="132902.15">9217 15808 581 0,'11'25'222'0,"-1"-2"70"0,0-3-41 16,1 2-23-16,-1 3-16 0,3 1-28 16,2 1-122-16,-2-2-29 0,4 3-23 0,-3-1-66 15,3-2-26-15,-4 0-146 0,-2-2-373 16,-1-4 53-16,-3-1 21 0</inkml:trace>
  <inkml:trace contextRef="#ctx0" brushRef="#br0" timeOffset="133335.06">9269 16126 934 0,'0'-6'256'15,"3"-1"-23"-15,4 0-11 0,0-1-35 0,3-2-10 16,0 1-18-16,5-3-16 0,1-1-13 16,2-1-7-16,1-2-25 0,2 3 1 0,-3-2-14 15,2 0-16-15,-3 1 0 0,0 1-10 0,0 0 13 16,-6 3-11-16,2 2-15 0,-3 0 8 0,-3-1-5 15,1 4-3-15,-2 0 5 0,1 0-15 0,-4 1 17 16,-3 4-9-16,7-2-1 0,-7 2-20 16,0 0 11-16,6 13-6 0,-6-6 0 0,0 4-2 15,0 2-1-15,0 0 6 0,2 1-11 16,1 3-81-16,-3 1 5 0,3-3 15 0,0 3 2 16,1-1 21-16,2-2-30 0,-2-1-11 0,3-1-8 15,0 0 3-15,-1-3 11 0,1-1 7 16,0-3-8-16,0-1 8 0,3 0 15 0,-3-3 11 15,4-4-29-15,-11 2-15 0,20-5 8 0,-13-1 2 16,3-3 5-16,-6-1 1 0,2-3-1 0,-2-2 8 16,-1 2 10-16,0-5 34 0,0 7 4 15,-1-3 42-15,1 3-5 0,-3 1 7 0,3 1-13 16,-3 2-4-16,3 0-14 0,-3 1 6 0,3 2-11 16,-3 4 3-16,7-2-16 0,-7 2 9 15,0 0 9-15,14 9-2 0,-7-5-3 0,0 3-9 16,-1 0-24-16,2 1-36 0,2 0-20 0,-3-1-44 15,3-1-115-15,1 3-481 0,1-2 74 0,-5-2 41 16,4-1 74-16</inkml:trace>
  <inkml:trace contextRef="#ctx0" brushRef="#br0" timeOffset="133684.97">10024 15996 476 0,'5'10'199'0,"1"-1"-17"0,-3-3-23 0,-2-1-21 15,2 0-2-15,0 0 22 0,-3-5-25 0,3 5 100 16,-3-5-20-16,0 0-8 0,0 0-24 0,0 0-32 16,0 0 4-16,0 0-17 0,0 0-21 15,-20-17-7-15,13 5-19 0,0-2-7 0,-3-1 10 16,3-2-20-16,0 0 0 0,0-1 7 0,4 3-12 15,-3 0-3-15,5 2-13 0,-2 1-5 16,3 2-8-16,0 0-2 0,3 3-26 0,1 0 16 16,2 3 0-16,-2-1-3 0,2 5-6 15,5-2 4-15,-11 2 7 0,17 5-13 0,-6-3 3 16,-2 2-7-16,2 2 1 0,0 1-14 0,2-1-11 16,1 3-25-16,-4 0-47 0,0-2-33 15,4-1-45-15,-4 3-147 0,3-2-450 0,-2-2 46 0,-1-1 84 16,0 0 44-16,-2-2 48 0</inkml:trace>
  <inkml:trace contextRef="#ctx0" brushRef="#br0" timeOffset="134103.07">10288 15648 985 0,'0'0'292'0,"0"0"-31"0,-10 13-15 0,6-3-21 15,-3 0-33-15,3 7-18 0,1-3-21 0,0 4 1 16,0-2-11-16,0 0-4 0,3 2-24 0,0-3-10 16,0 1-11-16,3-3-12 0,0 1-10 15,0-1-72-15,4 2 15 0,0-7-2 0,-3 3-8 16,6-4-10-16,0-1 21 0,1-3-6 0,2 0-20 16,4-3 15-16,-3-3-3 0,6 0-15 0,-3-3-2 15,4-3-5-15,0-1 9 0,-5-1-9 16,2-2-11-16,-2-3 26 0,-5 3 2 0,-1-3-4 15,0 0-6-15,-5 1 16 0,1 0-6 0,-3 5 21 16,0 0-8-16,-2 2 8 0,2-1-15 16,-3 3 22-16,-3-1-9 0,3 7-14 0,0 0 16 15,-4-2-8-15,4 2 3 0,0 0-8 16,-11 17-5-16,8-9 16 0,0 1-4 0,0 0 6 16,6 3-7-16,-3 0-9 0,3-2 8 0,0 2 6 15,2-1-3-15,1-1-8 0,1 5 0 0,3-4-10 16,1-2 12-16,2 1-22 0,1 0-29 0,3-1-2 15,0-3-36-15,3 0-33 0,1-2-31 16,3-2-99-16,0-2-111 0,3 0-299 0,0-6 17 16,4 2 37-16,-3-3 76 0</inkml:trace>
  <inkml:trace contextRef="#ctx0" brushRef="#br0" timeOffset="134718.13">11251 15490 806 0,'0'0'225'16,"0"0"-12"-16,-13 15-22 0,13-9-19 16,-3-1-21-16,3 5-15 0,0-3-8 0,0 1 5 15,0-1-33-15,0 0-1 0,3-4-9 0,0 5-8 16,-2-3-3-16,2 0-7 0,0-2-6 16,-3-3-2-16,11 3-5 0,-11-3-10 0,10-2-8 15,0-2 2-15,-4-1-7 0,5-1 0 0,-4-1-8 16,0-3 3-16,-1 0 0 0,-2-2 5 0,0 2-11 15,-4-5-7-15,0 4-10 0,-4-5 2 16,0 0 8-16,-2 4 7 0,-1-1-4 0,0 1-1 16,-3 2-12-16,3 3-3 0,0 1 90 15,-2-1-3-15,1 7-23 0,1 0-7 0,7 0 2 16,-19 8-13-16,14-1-5 0,-2-1-10 0,4 3 5 16,0-4 12-16,0 2-14 0,6 1-16 15,0 0-3-15,0 1-2 0,1-5 8 0,4 0 7 16,1 1-12-16,1-2-1 0,4-3-5 0,-1 0 11 15,5-3-5-15,-1-2-1 0,0-3-5 0,0 1-4 16,3-3 9-16,1-1-17 0,-1-6-1 0,-2 2 6 16,-1-2 0-16,3-3-1 0,-6 0 16 15,-3 2-20-15,1 0 2 0,-4-4 5 0,-1 4-7 16,-1-1 10-16,-5-1-16 0,-1 2-2 0,0 1 10 16,-1 2 0-16,1 4-13 0,-3 0-7 15,3-2 7-15,-3 5-4 0,-1 5 6 0,-3-1-4 16,7 4 5-16,0 0-5 0,-13 7 15 0,9 1-8 15,-2 7 9-15,3 1-4 0,2 3-4 16,2 6 7-16,2 0 7 0,3 10-9 0,4 9 5 16,5 1-1-16,4 1 4 0,2 1-4 0,0 0 1 15,2-1-8-15,2 1 20 0,2-4-9 0,-3-1 2 16,4 1-6-16,-1-3 9 0,0-2-4 0,0-1-4 16,-3-4-11-16,-3-6 14 0,-5-4-4 15,2 1-4-15,-5-6 0 0,-2-1-24 0,2-1-10 16,-6-2-15-16,1-1-8 0,1-3-45 15,-5-1-60-15,-4 0-210 0,3-5-445 0,-3 1 59 16,0-5 74-16,0 0 72 0,0 0 72 0</inkml:trace>
  <inkml:trace contextRef="#ctx0" brushRef="#br0" timeOffset="134901.99">11696 15908 1041 0,'-3'-7'348'16,"-4"2"-38"-16,6-1-31 0,1-1-23 0,0 0-31 15,0-2-25-15,1-2-23 0,3 1-8 0,2-3-24 16,-2 0-11-16,3-1-12 0,2-1-19 16,-1 3-3-16,-2-2-11 0,4 0-35 0,-3 3-3 15,-2 1-46-15,4 1-56 0,-6 0-31 0,4 1-61 16,-4 2-111-16,-2-1-129 0,6 2-337 0,-4 0 32 16,1 0 68-16,-4 5 65 0</inkml:trace>
  <inkml:trace contextRef="#ctx0" brushRef="#br0" timeOffset="136784.5">11279 15554 399 0,'0'-5'184'0,"0"5"-12"0,-4-4-6 0,4 4 62 16,-3-8-8-16,3 4-20 0,0 4-14 16,-3-9 1-16,0 5-23 0,3-1-15 0,0-2-21 15,3 0-16-15,-3-3-2 0,3 2-12 0,4-2-91 16,-1-5 6-16,2 3 2 0,5-4 11 0,1-1-13 15,0 0-8-15,3 1 5 0,0-1-5 16,0 2 11-16,0-2-9 0,0 2 4 0,-3 0-17 16,-3 5 6-16,-1-1 13 0,0 1-10 15,0 1 4-15,-3-1-1 0,-3 0 22 0,2 2-33 16,-3 4 15-16,0-2 10 0,-3-1 8 0,0 4-12 16,0 3 2-16,0 0 0 0,-9-4 2 0,9 4 1 15,-10 7-3-15,2 3-8 0,1-2 5 0,1 6 0 16,-1 1-9-16,1 2 14 0,1 1-20 15,-1-1-2-15,6 1 14 0,0 0-9 0,0 1 2 16,3-2 0-16,0 1 0 0,5-3-7 16,-1-2 4-16,2 2-4 0,2-5 12 0,3 2-15 15,-1-6 20-15,5 1 1 0,2-4-22 0,-3-3 9 16,4 0-6-16,-1-3-4 0,0-1-6 16,-2-1 3-16,-1 1-3 0,3-1 10 0,-6 1-12 15,0-1 2-15,-1 3 5 0,-2-3-7 16,-1 4 10-16,-3-1-15 0,3 1 7 0,-10 1 10 0,14 3-2 15,-5 0 0-15,-1 4 15 0,-1 1-15 16,3 2 8-16,-4 5-11 0,5 5 10 0,-4 2-2 16,3 3 0-16,-4 7-10 0,5-2 15 0,-4 1-12 15,0 1 4-15,4 1 1 0,-2-1 9 16,1 1-2-16,-3-2-12 0,7-1 7 0,-7 1 0 16,3-3 7-16,4 0-12 0,-1-3-10 0,-2-3 12 15,2-2 6-15,1-3-18 0,-3-1-1 16,2-4 14-16,1-2-6 0,-1-3 13 0,2 0-18 15,-2-5 0-15,4 1-12 0,-4-3 15 0,1-4 5 16,-3 0 10-16,2 0-5 0,-2-3-16 0,-2 2 24 16,1-3-5-16,-6 1-3 0,3 0 0 15,-3 0-21-15,-1 2-15 0,-3-1-46 0,0-1-33 16,0 7 13-16,-7-8-98 0,0 4-58 0,3 2-339 16,-5 0 6-16,9 2 46 0</inkml:trace>
  <inkml:trace contextRef="#ctx0" brushRef="#br0" timeOffset="137425.99">12158 14913 609 0,'0'-5'261'0,"0"5"-31"16,-3-4-28-16,3 4-20 0,0 0-5 16,0 0-16-16,9 12-7 0,-5 1-21 0,2-1-8 15,-2 10-5-15,7-2-10 0,-5 5-12 16,4 4-14-16,1 0 3 0,-1 2-23 0,-3 1 3 16,4-3-11-16,-2 3-18 0,1-2 9 0,1-2 4 15,0 0-15-15,-2-6 5 0,2 0-13 0,-1-2 2 16,0-2 1-16,-3-6-8 0,3-1 3 15,0-1-3-15,0-3 0 0,-2-4 2 0,2 0-12 16,0-3 15-16,-10 0-12 0,18-8 9 0,-9 3-17 16,-2-3-5-16,1 1 7 0,1 4 3 0,-5-4 2 15,2 4-12-15,-2-2-1 0,3 3 16 16,-3 0-13-16,-4 2-7 0,0 0-4 0,16 1 4 16,-16-1 17-16,11 6-22 0,-7-2 4 15,2-3 8-15,1 7-7 0,3-3 7 0,-3-1-13 16,0 1 11-16,0-2 4 0,3 2-2 0,-3-3-2 15,-1-1 2-15,1 1 5 0,0-2-2 0,-7 0-8 16,17-3 3-16,-10 0 7 0,0-2-5 16,3-2 8-16,-6 3-11 0,2-4 9 0,1 2 14 15,-4-1-15-15,2 0 13 0,-5 1-12 0,3-1-6 16,-3 2 8-16,-3-2-21 0,3 2-10 16,-5 0-5-16,2 0-39 0,-4 2-53 0,-2-1-87 15,-2 1-274-15,1 1-243 0,-4 2 51 0,-3-1 56 16,0 1 67-16</inkml:trace>
  <inkml:trace contextRef="#ctx0" brushRef="#br0" timeOffset="137668.01">12082 15265 839 0,'0'-9'282'0,"0"9"-37"0,8-11-19 0,-5 3-19 16,4 1-13-16,3-2-32 0,4-3-19 16,-1 4 0-16,1-2-17 0,0 2-16 0,3-2-13 15,-3 2 3-15,3 1-21 0,-4 0-30 0,-3 1-21 16,1-1-12-16,-1 2-27 0,-3 2-12 0,3-1-23 16,-6 4-23-16,-4 0-69 0,10-2-136 15,-10 2-435-15,6 5 74 0,-6-5 49 0,0 0 59 16</inkml:trace>
  <inkml:trace contextRef="#ctx0" brushRef="#br0" timeOffset="141300.34">13030 14766 752 0,'0'0'261'0,"0"0"-36"15,0 0-4-15,9 15-12 0,-6-6-14 0,2 0-21 16,1 6-2-16,1 0-19 0,3 2-17 16,-2 0-6-16,2 3-9 0,-1 1-24 0,2-2 0 15,-1-1-7-15,0 4-11 0,1-2 3 0,-1 2-10 16,0-3-31-16,-2 2-31 0,1-1-26 16,-2-2-40-16,3-2-56 0,-5 0-109 0,4-2-303 15,-5-2-170-15,2-2 64 0,-3-2 39 0</inkml:trace>
  <inkml:trace contextRef="#ctx0" brushRef="#br0" timeOffset="142016.97">13054 15101 834 0,'-1'-3'320'0,"1"3"-41"0,-6-7-28 16,6 3-23-16,0 4-11 0,3-13-33 0,4 5-17 15,-1 0-6-15,5-3-12 0,6-3-16 16,0 2-21-16,3-1-2 0,4-4-7 0,0 0-14 15,1 1-17-15,-2-1-5 0,1 2-1 0,0-3-4 16,-6 6-27-16,-2-1-4 0,-3-4 0 16,-1 9-11-16,-2-5-12 0,-1 1-8 0,-1 1 0 15,-5-3-8-15,0 3 6 0,-3-3-9 0,0 3 4 16,0-3 12-16,-3 3 3 0,0-3-3 0,-1 5 5 16,0 0 21-16,-2 0-6 0,6 2-4 15,-4-1-14-15,1 4 1 0,0 0 7 0,3 4 1 16,0 0-3-16,0 0-3 0,0 0 5 0,-7 15-2 15,7-5 5-15,3 2-15 0,1 1-3 16,2 2 12-16,-2 2-4 0,6-1-11 0,-3 1 16 16,0 0-3-16,0-2-2 0,3 0-8 15,-6-2 5-15,2 1 8 0,1-3-10 0,-4 1 9 16,1-2-12-16,3-3 6 0,-4 2 4 0,1-1 5 16,-1-4 13-16,0 0-5 0,-2 0 11 0,-1-4-6 15,0 0 0-15,12-1 0 0,-12 1-2 16,11-7 2-16,-4 7-10 0,-4-4-5 0,-3 4 2 15,10-6-2-15,-2 4-11 0,-2 1 6 0,-6 1 5 16,11 0-16-16,-11 0 1 0,17 2-1 16,-7 0 6-16,1 3-3 0,-1-1 0 0,0 0 0 15,1 0 12-15,2 1-1 0,-3-2-4 16,4 2 4-16,-1-1-4 0,1-4 6 0,0 4-82 16,-1-3 5-16,1 1 5 0,0-4 8 0,0-2 18 15,-1 3-6-15,4-2 3 0,-3-3 8 0,-3-2 3 16,2 1-9-16,-3 2 11 0,0-8 11 0,-3 5 4 15,-3-1-13-15,-1-2 14 0,0 2 66 16,0-4-1-16,-3 5 4 0,-3-1-60 0,3 1-4 16,-3 1 7-16,0 4-2 0,-1-2-1 15,4 5 6-15,-7 0-1 0,7 0-9 0,-14 7 10 16,8 1 2-16,-1 2-3 0,4 4-7 0,-1 1 8 16,-3 1-13-16,7-3 10 0,-3 4-18 15,3-2 24-15,3 0-6 0,-3-1-5 0,3-1 7 16,2 0-7-16,4-1 0 0,-2-4-5 0,3 2 3 15,4-3 12-15,0-3-7 0,6 0-6 0,-5-4 16 16,4 0-8-16,-1-1 0 0,-1-1-10 0,0-2-8 16,-4 3 0-16,1-2-17 0,0-1-22 0,-4 1-50 15,-3 2-62-15,-3-1-133 0,-4 2-522 16,0 0 90-16,0 0 86 0,0 0 65 0,-34 13 50 16</inkml:trace>
  <inkml:trace contextRef="#ctx0" brushRef="#br0" timeOffset="142834.46">8783 16981 765 0,'-3'-2'299'0,"3"2"-48"0,-6-3-20 0,6 3-14 15,0 0-10-15,0 0-27 0,9 14-11 0,-2-6-18 16,1 5-16-16,-1 0-12 0,2 3-8 16,2 0-10-16,-1 5-10 0,3-2-8 0,-2 0-10 15,-1-1-3-15,0 0-20 0,-2-2 0 16,-2-2 2-16,1-2-23 0,-1 1 11 0,1-3 9 16,-3-2 6-16,3-1 3 0,-4 2-1 0,1-3 13 15,-1-1-20-15,-3-1 5 0,0-4-3 16,0 0-25-16,0 0 2 0,0-15-5 0,0 2 13 15,-3-3-5-15,0-3-2 0,-1-5-6 0,1-2-3 16,-1 0-2-16,0 1-7 0,1 0-83 0,3 1 42 16,-3 5-11-16,2 1-16 0,1 0 14 15,0 5 7-15,0 1-4 0,1 2 9 0,2 0 3 16,4 4 0-16,-3 1 0 0,2 4 13 16,4 1-8-16,-10 0-13 0,18 5 10 0,-8 1 6 15,0 1-26-15,4 3-5 0,-1 2-44 0,1 1-20 16,0 2-66-16,3 0-55 0,-4 2-173 15,2-2-305-15,1 0 43 0,-5-4 75 0,-1 1 46 0</inkml:trace>
  <inkml:trace contextRef="#ctx0" brushRef="#br0" timeOffset="144416.97">9232 17152 837 0,'0'-10'235'15,"3"-1"-15"-15,-3 0-87 0,0-3-20 16,3-2-8-16,-3-1-3 0,1 0 1 0,1 1-6 15,-1 0-13-15,-1 0 8 0,-1 0 77 0,1 4-10 16,-3-3-8-16,0 1 0 0,0 1-31 0,0 2 8 16,2 1-15-16,-2-1 13 0,-1 4-27 15,0 0-9-15,1 2-3 0,0 3-10 0,3 2-11 16,-7-2 6-16,7 2-13 0,-9 8-11 0,4-1 9 16,2 1-14-16,0 3-9 0,2 3-6 15,1 1 5-15,0 0 0 0,0 1-15 0,4 2-2 16,-1-3 14-16,4 1-7 0,0-1-10 0,0-1 2 15,3-3 3-15,1-1-5 0,2-3 0 0,1 0-8 16,3-5 13-16,0-2-5 0,3-1-18 16,-2-3 12-16,6-2-9 0,0-4 4 0,-4-1-7 15,7-7-2-15,-6 2 7 0,-1-4 2 0,1 0 6 16,-4-1-8-16,-7 1 5 0,0-2-3 16,-2 1-7-16,-5 4 16 0,0-2-1 0,-3 2-2 15,0 4-1-15,1 0 3 0,-2 1 1 16,-2 2-6-16,0 1-3 0,-2 4 11 0,-1-1-3 15,2 6-2-15,4 0 7 0,-10 0-15 0,10 0-74 16,-10 6 18-16,6-1 2 0,-2 2 3 0,2 0 13 16,1 2 2-16,0-1 0 0,3-2-8 0,-3 2 14 15,3 0-1-15,0-1 13 0,3 1-5 16,-3-2-8-16,3 1 13 0,4-1 8 0,-4 0-3 16,4-3-10-16,1 1 21 0,-2 0-11 0,4-2 8 15,-3-1 0-15,3 2 2 0,0-3 3 16,-3 0 0-16,4 0-2 0,-1-1-1 0,-3-1-5 15,4 1 11-15,1 1-13 0,-2-6 7 0,1 5-12 16,0-2 7-16,1 0-7 0,-1-1-1 16,0 0-2-16,1 0 0 0,-1-2-7 0,-1 1-21 15,0-1 7-15,1 2-2 0,-1-2-5 0,-3 0 13 16,1-1 2-16,1 0-10 0,-5-2 6 16,2 3 9-16,-3-1-15 0,2-1 21 0,1 3 4 15,-6-1 11-15,4 1-5 0,-1 1 0 0,0 1-16 16,-3 3 16-16,4-7-6 0,-4 7 19 15,6-1-18-15,-6 1 20 0,0 0-13 0,15 8 3 16,-6-2 10-16,-2 1-13 0,1-1 3 0,2 3 3 16,-3 0-3-16,6-2-3 0,-3 5 5 0,-3-4 1 15,4 1 2-15,-5-1 10 0,1-2-10 0,0 1-8 16,-1-1 11-16,-1-2 40 0,1 0 14 16,-2 1-11-16,-1-1 5 0,-3-4-5 0,4 2-2 15,-4-2-6-15,0 0 3 0,0 0-8 0,0 0-7 16,0 0-1-16,0 0-2 0,-14-19-15 15,7 9 10-15,3 1 3 0,-3-5-4 0,-2-2 1 16,5 2 5-16,-3 0-7 0,3-1 7 16,1 1-10-16,0 3-3 0,3-3-5 0,-3 3-5 15,3 3 0-15,3-2 3 0,-3 3-1 0,3-1 1 16,4 1-6-16,0 1 8 0,0 2-12 0,0 0 4 16,3 0 3-16,1 4-3 0,1-3 6 0,0 0-3 15,1 3-5-15,-3-1 5 0,4 0 5 16,-1-1-2-16,-3 1-9 0,1-1 6 0,-1 0-12 15,1-1 12-15,-1 0 0 0,0-1 15 16,-3 1-7-16,3-2-1 0,-3-2-4 0,-1 1-3 16,1-1 2-16,-4-1-4 0,2 1 7 0,-5-3-15 15,3 1 12-15,-6-1-4 0,3 0 15 16,-5 0-24-16,5 2 9 0,-6 0 7 0,2 1-8 16,1 1 11-16,-3 2-11 0,2 2-2 0,4 2 5 15,0 0-7-15,-14 6 14 0,8 0-9 0,2 3 2 16,1 1 7-16,3 1-12 0,-3 0 18 15,6 3-15-15,0-1 2 0,0 2 2 0,1 0 3 16,2-1-5-16,2-3-7 0,-2 3 4 0,4-3 21 16,-3 0-10-16,7-4-11 0,-4 0 6 15,0-2-9-15,4-4 12 0,-1 0 6 0,2-2-9 16,1-5-16-16,-1 2 0 0,4-6 6 16,2-1 12-16,-3-3-5 0,-1-1-8 0,3-6 6 15,-2 1 4-15,-5 0 1 0,-3-1-11 0,1-1-2 16,-4 3 2-16,-1 0 6 0,-3 1 2 0,1 3-8 15,-4 3 5-15,3-1-7 0,0 2 2 0,-3 1-4 16,4 2-1-16,-3 1-10 0,2 1-5 16,0 2 5-16,-3 4 7 0,7-2 1 0,-7 2-8 15,0 0 23-15,21 8-5 0,-12-3 0 0,1 5 10 16,2-1-18-16,-2 1 13 0,2 0-8 16,-1 1-2-16,-1 3 13 0,0 1-11 0,-2-1 5 15,-2 0-7-15,-2 3 5 0,-4-2 2 0,0 2 6 16,-4-2-13-16,-2 2 7 0,0-1 8 0,-2 0 5 15,1-4-17-15,-3 1 17 0,-1-2-2 16,1-3 10-16,1 2-13 0,1-3 10 0,-2-3 16 16,3-1-11-16,1 0 6 0,-2-1-18 0,2 0 12 15,6-2-7-15,0 0 7 0,0 0-12 16,0 0 2-16,0 0-17 0,0 0 7 0,-1-10 0 16,1 10-3-16,12-7 8 0,0 0-2 0,-2 0 7 15,5-1 0-15,-2-2-7 0,4-2 15 16,3-2-13-16,-2 0 5 0,3-5-13 0,2-2 14 15,-2 1-4-15,-1-1-7 0,-3 2 0 0,1-2 8 16,-5 4-13-16,1-2 2 0,-4 1 6 0,0 1-3 16,-2-2 15-16,-2 3-15 0,-2-1-2 15,-1 0 4-15,0 0-2 0,-3-1-5 0,0 1 3 16,-3-2-14-16,-1 1 11 0,-2 1 3 16,-1 1-9-16,0 2 6 0,0 1 3 0,1 4 4 15,2-3 11-15,-3 5-18 0,0 1 7 0,3 1-7 16,1 4-2-16,3 1-4 0,0 0 14 0,0 0 0 15,-6 17 7-15,12-8 3 0,-3 4-3 16,4 2 8-16,4 4-21 0,-1 0 21 0,4 1 5 16,-1 1-10-16,1 3 0 0,3-2 5 0,1-1-13 15,-2 1-8-15,2-2 1 0,-2-2 12 0,2-2-31 16,-5 1-9-16,5-2-24 0,-5 0-48 16,1-1-29-16,-1-1-71 0,-3-5-75 0,-2 3-460 15,-1-2 66-15,-1-4 37 0,-3 0 60 16</inkml:trace>
  <inkml:trace contextRef="#ctx0" brushRef="#br0" timeOffset="144601">10675 16448 767 0,'0'0'244'0,"-1"-6"-24"15,1 6-23-15,4-7-13 0,2 2-23 0,4-2-17 16,1-1-16-16,2-1-3 0,1-1-20 0,6-1-5 15,1-1-46-15,3-5-36 0,0 3-72 16,0-1-43-16,0 4-154 0,3-3-384 0,1 0 26 16,-1 2 51-16</inkml:trace>
  <inkml:trace contextRef="#ctx0" brushRef="#br0" timeOffset="146366.91">11330 15996 852 0,'14'17'299'16,"-7"-7"-50"-16,3 3 1 0,-3 2-24 0,3 4-16 15,1 2-21-15,2 4-23 0,-2 1-15 16,2 3-5-16,0-2-18 0,-2 2-7 0,-1 0-6 15,4 0-20-15,-4-3-14 0,-3-4-1 0,0 1-1 16,3-3-15-16,-3-4-18 0,-4-2 11 0,4 1 1 16,-4-5 9-16,1 0 28 0,0-2-16 15,-1-1 0-15,-3-1-4 0,0-6-4 0,0 0-14 16,0 0-14-16,0 0 19 0,-3-20-32 0,-4 5 1 16,6 0-11-16,-2-2 14 0,0-2-16 0,3 1 2 15,0 2-2-15,0 1 5 0,0 1-10 16,0 2-11-16,0 1-73 0,3 0 9 0,0 2 3 15,5 0 11-15,-5 4 2 0,4 0 18 16,0 2-21-16,2 3 16 0,-9 0-3 0,21 1 20 16,-11 4-19-16,4 1 14 0,-3 0 3 0,6 1 3 15,-4 1 2-15,1-2 0 0,-1 3 1 16,-2-3-4-16,3 0 16 0,-4 1-2 0,4-2-4 16,-7-2 6-16,3 1 3 0,0-1-8 0,-3-2 7 15,0-1-2-15,-7 0-7 0,17-5 2 0,-10 2-6 16,0-3 14-16,-1 4 0 0,0-2-11 15,2-1 13-15,-4 4-10 0,2-2-3 0,-6 3-7 16,7-4-3-16,-7 4 13 0,0 0-5 0,14 4 30 16,-11 0-23-16,1 1-4 0,2 0-9 15,-2 2 4-15,2-1 9 0,2 1-7 0,-2-1 0 16,1 3 10-16,-1-4 0 0,2 2-3 16,-1-3 3-16,-1 2 5 0,1-2 3 0,0 0 12 15,0-4-17-15,0 4-8 0,-7-4 18 0,10-2-6 16,-10 2-2-16,14-6-2 0,-10 2 7 0,2-2-12 15,-3 2 7-15,0-3 2 0,-3-1 1 0,-3 1-5 16,0-3-19-16,0 0 6 0,-4 0 5 16,-1-2-3-16,-2 3 13 0,0 0 8 0,0 1-10 15,0 2-1-15,0 1 3 16,-1 1-12-16,1 2 2 0,0 2 15 0,-1 0-5 0,11 0 0 16,-16 2-2-16,12 2-8 0,-2 0-1 0,1 0-4 15,2-1 8-15,0 1-1 0,0 0 13 0,3-4-12 16,0 7-11-16,0-7 3 0,6 7 12 15,-6-7 3-15,11 1 0 0,-11-1-7 0,13-4 10 16,-3-1-16-16,1-1 10 0,-1 2-12 0,4-6 0 16,-4 1 10-16,4-1-5 0,3-3 5 15,-1-2-8-15,-1 0-10 0,-2 0 3 0,1-2 12 16,-4 0-17-16,0 3-3 0,-2 1 5 0,-2 0 18 16,1 1-13-16,-1 0-2 0,-2 3 15 0,0 2-16 15,-1-2-30-15,-2 5 0 0,2-1 21 16,0 3-9-16,-3 2-7 0,0 0 13 0,10 0 5 15,-10 0 0-15,11 9 18 0,-4-3 3 0,2 3-9 16,1 1 4-16,4 1-6 0,-3 5 5 16,6-2 6-16,-4 3-1 0,1 1 11 0,0-3-8 15,0 3-3-15,-1 0 6 0,-3 1-8 0,-2-1 2 16,1-5 18-16,-5 3-7 0,2-1 7 16,-5-2 1-16,2-1-6 0,-3 1-7 0,-4-3 7 15,1 0 8-15,0-1 2 0,-4-3-4 0,4-1-1 16,-5-2 11-16,-2-1-1 0,10-2-10 0,-13 0 11 15,13 0 0-15,-14-4 2 0,11 1 3 0,-4 0-14 16,4-2-6-16,-1 0 9 0,1-2-17 16,3 1 4-16,0-2-4 0,0-1-6 0,3-1-4 15,1 0 7-15,2-3 13 0,1 0-19 16,-1-2 1-16,5 0 5 0,-1-2 3 0,0 0-13 16,4 0 4-16,-3-1-4 0,6-1 10 0,-4 3 8 15,5 0-13-15,-5 1 12 0,4 1-12 16,-7 3 5-16,1-1-5 0,-1 3-5 0,0 2 0 15,-3 1 10-15,4 1-8 0,-4 4-2 0,2 1 5 16,-9 0 7-16,18 7 1 0,-8 1 10 0,4 3 2 16,-4 4 0-16,3 1 6 0,2 3-3 15,1 5-11-15,1 1-1 0,-3 1-6 0,3 1 10 16,0 2 3-16,-3-1-3 0,2-1 10 0,-1 1-17 16,-2 0-1-16,1-3 6 0,-1 0-18 15,-6-6 12-15,4 1-14 0,-4-5 1 0,2-1-9 16,-5-1 25-16,3-2-10 0,-6-3 7 15,2-2-32-15,0-4 2 0,-3-2 2 0,0 0-12 16,0 0 20-16,0 0-8 0,-18-19-2 0,8 5-3 16,-3-7 11-16,-1-4-14 0,-10-10-1 0,1-1 24 15,-1 0 1-15,3-1 8 0,4 6 4 0,0 6 19 16,3 0-9-16,3 4 17 0,-1 2-14 16,1-1 11-16,4 1-11 0,3 4 5 0,1 2 3 15,0-1-12-15,3 3-6 0,3-1 15 0,0 2-17 16,1 2 2-16,2-1 0 0,2 2 3 15,2 3-19-15,-3 0 14 0,4 1 12 0,-1 2-15 16,0 1 6-16,3 1-4 0,-3 2-10 0,0 2 8 16,-2 0-2-16,-1 0 15 0,2 4 5 0,-5-1-6 15,-1 0 9-15,0 3-6 0,-3-2 8 16,1 3-18-16,-2-1-10 0,-2 2 10 0,-3-1 0 16,2 1 8-16,-2-2-2 0,-1-3-1 0,0 3-15 15,0-4-3-15,0 0-7 0,0-1-1 16,-3-1-4-16,3-2 2 0,0 0-5 0,-2 0 30 15,4-2-32-15,5-1 7 0,-13 3-5 16,10-2 15-16,3-1-5 0,-7 2 1 0,7-2 1 16,0 0-6-16,0 0 6 0,0 0 6 0,0 0 10 15,0 0-7-15,0 0 2 0,0 0-5 16,27-6 12-16,-20 2-9 0,6-2-3 0,-2 2-1 0,2-3 14 16,-3-1-3-16,2 0-2 0,1-2-1 15,-3 0 1-15,1-2-13 0,-1 2-1 0,-1 0 22 16,2-2-11-16,-4 1 15 0,0-3-5 0,-1 1-2 15,-1 1 0-15,1-3 2 0,-3 0-2 16,-3-1-1-16,0 1-2 0,0-1 8 0,0 3-8 16,-3-3 13-16,0 2-5 0,3 3 0 15,-3-1 5-15,2 2 2 0,-3 2-4 0,1-1-14 0,3 4 6 16,-3 2-1-16,3 3 4 0,0 0-1 16,0 0 13-16,0 0-15 0,0 0-8 0,0 19 7 15,3-10-12-15,0 1 23 0,2 2-5 0,1-4-8 16,1 6 0-16,-1-3-7 0,1 3-3 15,1-3 5-15,1 0-3 0,-2 1 0 0,4-3-27 16,-5 1-9-16,1-3-43 0,3-1-23 16,-2-1-84-16,-5-1-262 0,4-1-314 0,-1-3 82 15,-6 0 86-15,0 0 47 0</inkml:trace>
  <inkml:trace contextRef="#ctx0" brushRef="#br0" timeOffset="146733.64">12820 15541 944 0,'1'17'292'0,"2"4"-23"0,1-2-24 16,0 6-9-16,2 0-21 0,1 6-23 0,-1-2-3 15,2 1-107-15,2-2-3 0,0 2-7 0,1-2-5 16,-1-1-11-16,0 1 8 0,0-6-13 15,0 0-12-15,0-3-4 0,1 2-35 0,-1-4-25 16,0-2-19-16,-3-4-50 0,4 0-106 0,-2-2-453 16,-2-2-12-16,1-3 58 0,-2-1 59 0</inkml:trace>
  <inkml:trace contextRef="#ctx0" brushRef="#br0" timeOffset="147517.47">12780 15936 903 0,'3'-7'312'15,"-3"1"-33"-15,3-4-28 0,4 3-18 0,1-1-23 16,-1-4-18-16,6 2-15 0,1 0-26 16,2-2-92-16,2-1-8 0,-1 1 0 0,6-1-10 15,2-2-13-15,-1 1 13 0,3 0-3 0,1-1 8 16,1 2-20-16,-1-1-11 0,-4 4 16 15,0 1-36-15,-3 1 15 0,2-1-7 0,-9 2 10 16,0 0-13-16,0 5-11 0,-4-1 6 0,-3 1 23 16,-7 2 5-16,11 5-7 0,-8-1 7 0,-3 4 0 15,-3 2 5-15,-1 2-5 0,-3 1 0 16,0 2-10-16,0 0 2 0,1 2 11 0,-2-3-1 16,2 3-4-16,2-1-6 0,-2-3 0 0,5 5-2 15,-2-3 5-15,3-1-13 0,-3-2 0 16,6 1-2-16,0-2 5 0,-2-1-11 0,2 1 18 15,3-2-7-15,1-4-8 0,1 2-5 16,-1-2 2-16,2-2 11 0,2-2 7 0,-1-2-7 0,0-2 0 16,1-2-1-16,-4 1 6 0,3-4 0 15,-1-2-5-15,2 0 5 0,-4 1-8 16,-1 2 30-16,-2-2-9 0,2 0-8 0,-1 4 8 0,-2-1-11 16,0 1-2-16,1 2-18 0,-4 3 2 15,6-3 3-15,-6 3 13 0,0 0-13 0,0 0 8 16,7 11 7-16,-4-4-7 0,2 1-11 15,1 1 0-15,1-1 3 0,-1 2 8 0,-2-2 0 16,3 2-3-16,0-2-5 0,3-1 5 0,-4 2 8 16,5-1 0-16,-4-5-1 0,3 2-6 0,-2 1 12 15,1-5-8-15,1 1-5 0,0-2 3 16,1-3-8-16,-1-3 0 0,0 1 2 0,4-4-2 16,-4-2-2-16,1-3 7 0,-4-4-16 0,0-2-4 15,-1-5-5-15,0-3-6 0,-4-7-20 16,-2 0-3-16,-5-5-7 0,-1-11-3 0,-4-2 5 15,-4 2 6-15,0-2 17 0,-3 7 18 0,3 0 26 16,-3 6-3-16,4 9 24 0,3 7 9 16,-1 4-2-16,1 2-13 0,3 8-5 0,-3 0 10 15,3 5-12-15,0 5 5 0,7 0-6 0,-10 12-10 16,7-1 13-16,-1 6-2 0,4 1 12 0,7 7-20 16,0 5 5-16,0 0 0 0,7 2-8 15,2 8-5-15,2-1 5 0,-2-10 31 0,2 1-23 16,-2-3-3-16,2-2 3 0,-1-3 11 0,3-2-9 15,-5-4 1-15,-2-1-11 0,0-3-8 16,-2-4 11-16,2 5-3 0,-3-6 1 0,-2-2 1 16,2 0-19-16,-4-3-14 0,1 1-17 0,-7-3-80 15,0 0-84-15,7-2-190 0,-7 2-386 0,0 0 64 16,0 0 69-16,-20-16 49 0,6 12 81 16</inkml:trace>
  <inkml:trace contextRef="#ctx0" brushRef="#br0" timeOffset="152166.01">19073 12011 801 0,'0'-10'222'0,"0"5"55"15,0-2-16-15,0-1-23 0,0 2-15 0,-3-3-19 16,0 1-19-16,-1 1-9 0,1 2-30 0,-1 0-5 16,-2-2-10-16,-2 6-11 0,1-6-10 15,-2 7-15-15,2 0-19 0,-7 0 6 0,4 7-15 16,-4 0 5-16,0 3-6 0,-3 4-12 0,4 3-5 15,-1 2 2-15,3 6 5 0,1 1-12 0,-3 0 12 16,6-1-8-16,4 0-19 0,-1 0 12 16,1 4-6-16,3-2 9 0,3-1-18 0,1 6-6 15,5 2 6-15,-1-1-14 0,-1-2 4 16,3 1-19-16,0-2-22 0,0 2-27 0,3-6-53 16,-2 5-74-16,-4-7-176 0,3-4-444 0,-3 4 34 15,0-9 112-15,-3-1 56 0,-1-3 57 16</inkml:trace>
  <inkml:trace contextRef="#ctx0" brushRef="#br0" timeOffset="152616.51">18835 12491 785 0,'-8'-4'254'15,"8"0"-6"-15,0 4-18 0,-3-6-35 0,3 6-13 16,-4-2 51-16,4 2-26 0,0 0-23 0,-3-9 1 15,3 9-29-15,0 0-23 0,-3-1-10 0,3 1-3 16,0 0-18-16,0 0-2 0,0 0-20 16,0 0-1-16,0-7 8 0,0 7-31 0,0 0-5 15,6-6 3-15,-6 6-8 0,0 0-12 0,4-2 9 16,-4 2-2-16,0 0-15 0,6-4-11 0,-6 4 26 16,0 0-21-16,8-3 6 0,-8 3-3 15,0 0-3-15,6-2-7 0,-6 2-5 0,0 0 2 16,0 0 6-16,0 0-1 0,0 0-2 15,0 0-6-15,7-1-2 0,-7 1-2 0,0 0 7 16,0 0-2-16,0 0 2 0,0 0-5 0,0 0-2 16,0 0 17-16,6-3-12 0,-6 3-3 0,0 0 5 15,0 0 6-15,0 0-14 0,0 0 3 0,0 0-2 16,0 0 2-16,0 0-2 0,0 0-8 16,0 0 2-16,0 0-2 0,0 0 13 0,1-4-14 15,-1 4 14-15,0 0 0 0,0 0-8 0,0 0-8 16,0 0-2-16,0 0-8 0,0 0 0 15,0 0-25-15,0 0-9 0,0 0-9 0,0 0-8 16,0 0-21-16,0 0-28 0,0 0-43 0,0 0-72 16,3 8-199-16,-3-8-341 0,4 0 89 15,-4 0 60-15,0 0 63 0</inkml:trace>
  <inkml:trace contextRef="#ctx0" brushRef="#br0" timeOffset="153733.22">18974 12602 491 0,'0'0'220'0,"0"0"-18"0,0 0-2 0,0 0-8 0,0 0 2 16,0 6-2-16,0-6 16 0,0 0-90 15,0 0-14-15,0 0-4 0,0 0-2 0,0 0-19 16,0 0-5-16,10-18 8 0,-6 11-13 0,0-1-10 15,2-2 61-15,1-4-4 0,0 3-22 16,3-3 6-16,-3-3-10 0,3 1-8 0,-3 0-21 16,3-2-2-16,0 0 0 0,-3-1 2 15,0 2-10-15,-3-1-2 0,2-1-11 0,-2 3-2 16,-1 3-2-16,0-1 6 0,1 3 12 0,-4-2-19 16,3 3 5-16,-3 3 1 0,0 4-9 0,0 3-9 15,0 0 7-15,0 0-13 0,0 0 1 0,-13 10 4 16,9 0-9-16,1 3-1 0,0 0-5 15,-1 3 10-15,0 2-12 0,4 1 12 0,0 1-20 16,0-4 13-16,5 2 7 0,-2 3-10 0,3-4-7 16,1 2 12-16,3-2 3 0,1-3-11 15,-1-3 6-15,4-1 0 0,-1-1-6 0,5-3 3 16,-2-2 6-16,2-1-1 0,-1-3-8 0,0-1 1 16,-1-5 12-16,-1-1-12 0,1-3 12 15,-2 2 3-15,-3-4-21 0,-2-1 11 0,-4-4-3 16,1 3 0-16,-6-4-2 0,0 2 15 0,-3-1-13 15,-5-4 5-15,-1-1-5 0,-1 5 0 16,-1 1-7-16,-2-1 15 0,2 6-11 0,-3 0 11 16,1 2-15-16,-4 4 9 0,0 1-12 0,0 2 5 15,3 2 8-15,-3 2-13 0,3 2 7 0,0 0 3 16,1 1-10-16,2 0 5 0,1 0-5 0,3 4 8 16,1-1-6-16,2-1 6 0,0-1-3 15,1-1 2-15,3 2-4 0,3-1-65 0,2-4 3 16,5 3 18-16,0-4-10 0,4-1 17 0,2-1 9 15,2-4 1-15,-2 3 6 0,8-6-7 16,1 2 17-16,-1-3-8 0,-1 1 11 0,1-3-10 16,3 0 9-16,-3 1-6 0,-2 0 11 15,1 3-1-15,-2 3-3 0,2-1-1 0,-6 2-7 16,-2 2 13-16,1 1-8 0,2 4-2 0,-2 1 15 0,2 4-5 16,-5-1-5-16,1 3 5 0,-1 3-3 15,2 0 0-15,-2 1-2 0,-3 0 15 0,0 2-7 16,-3-2-6-16,0-1 3 0,1 0 5 15,-2 1 5-15,0-1-13 0,-5-3 8 0,2-1-2 16,0-2 4-16,-3-1 8 0,0 2-7 0,0-3-3 16,-3-3 10-16,3-3 0 0,-7 3 1 0,7-3 9 15,0 0-17-15,-17-11 12 0,10 1 3 16,0 0-15-16,-2-5-3 0,-2-3 7 0,4-4 4 16,1 1-11-16,-1-4 15 0,3-3-7 0,0 2 4 15,1 0-12-15,3-1 13 0,0 5-15 16,0 2 4-16,3-3-2 0,0 6-2 0,-2 1-32 15,6-1-12-15,0 2-23 0,3 5-54 0,-4 3-56 16,5-1-102-16,-1 6-464 0,0 0 54 0,1-1 45 16,-4 3 76-16,3 0 58 0</inkml:trace>
  <inkml:trace contextRef="#ctx0" brushRef="#br0" timeOffset="154665.67">19853 12308 616 0,'7'14'177'15,"-4"-3"-18"-15,0 2-31 0,1-3 18 0,-1 0-3 16,3-1-23-16,-1-1-5 0,-2 0-17 16,1 2-4-16,-1-3-4 0,3 1-13 0,-5 1 0 15,2-3 30-15,4-3 65 0,-7 3 20 0,4-5-64 16,-4-1-21-16,0 0-12 0,0 0-8 16,0 0-13-16,0 0 3 0,0 0-11 0,0-19-2 15,0 6-10-15,-4 1-8 0,4-4-5 0,-4-1-2 16,4-6-4-16,-6 3 4 0,5-4-3 15,1 3-6-15,0 0-12 0,0-1 8 0,0 5-11 16,0-1 6-16,1 3-21 0,2 0-18 0,0 5-16 16,1-1-4-16,0 3 10 0,2 0-36 0,-2 3 5 15,2 1-13-15,1 0 1 0,1 2 2 16,1 2-3-16,1 0 13 0,1 2 10 0,-1 2-2 16,0 0-8-16,1 1 13 0,-1-3 13 0,0 5-5 15,1-1 12-15,-1-1 0 0,0-1-4 0,-3-1 9 16,0 3 14-16,0-4-4 0,-1 3 24 0,0-3 13 15,2 1 15-15,-4-2 18 0,-1 3-13 16,4-2 0-16,-7-2 2 0,14-3-4 0,-8-1 17 16,-2 1-22-16,5-4-1 0,-5 2 6 15,4-1-3-15,-2-2-8 0,-2 1 0 0,-1 0-2 16,3-3 12-16,-3 3-4 0,-2-1-3 0,-1 1-6 16,0 3-2-16,0-2 8 0,0 6-13 0,-4-2-5 15,4 2 0-15,0 0 5 0,-13 12-10 16,7-5 2-16,-5 6 3 0,4-1-8 0,0 5-2 15,1-2-5-15,1 0 7 0,-1-2 0 0,3 3 0 16,2 1-2-16,-2-2 2 0,3 0 1 0,3-3-11 16,-2 3 7-16,5 0-9 0,2-4 2 15,1 2 5-15,2-2-5 0,0-3-5 0,5-2-13 16,2-1-13-16,1 1-2 0,5-5-34 0,-2 1-20 16,2-4-28-16,-1 1-36 0,4-2-44 15,1-2-32-15,-1-4-22 0,0 1 52 0,-2-7 92 16,1 3 49-16,-5-3 23 0,-3 1 35 0,-2 1 47 15,-2-1 20-15,-4 0 8 0,0 4 15 0,-2-1 3 16,-5 1 5-16,0 1-11 0,0 2 3 0,-2 1 11 16,-5-1-16-16,1 4 2 0,-3 2-7 15,1 0 5-15,5 1-20 0,-16 4-1 0,6 1-2 16,2-1-2-16,-2 5 2 0,0 3-8 16,2-1 11-16,-1-1-19 0,5 3-4 0,1-1 2 15,0 1-13-15,3-1 5 0,0 2 6 0,3-3-8 16,3 2-21-16,-2-1 13 0,6 1 0 0,1-2-7 15,-1-3 2-15,4 0 10 0,3-1-15 16,0-3 0-16,0 0-3 0,4-2 6 0,-1-4-11 16,0 1-12-16,1-3-3 0,0-1-21 0,-1-2 11 15,1-5-11-15,-1 0 8 0,-3-2-25 0,0-4-4 16,-3-4-6-16,0 1-1 0,-7-5 3 16,3-5-3-16,-4 3-5 0,-3-1 13 0,1 3 20 15,-3-2 3-15,-1 3 21 0,0 3 4 0,-1 3 11 16,1-1 15-16,-4 5-7 0,4 2 2 0,-3 3-10 15,0 3-3-15,3 5 10 0,0 2-2 16,0 0-2-16,0 0 4 0,-7 12 1 0,4 2-1 16,3-3-10-16,0 6 8 0,0 4-5 0,0-2 2 15,3 0 3-15,0 5-10 0,-2 0-5 16,5-1-9-16,-3 0-19 0,2-3-24 0,1 5-53 16,-2-2-75-16,-1-4-214 0,3-4-380 0,-2 1 52 15,-1-4 66-15,1-4 57 0</inkml:trace>
  <inkml:trace contextRef="#ctx0" brushRef="#br0" timeOffset="154833">20776 12164 867 0,'0'-6'256'0,"0"-1"-25"0,3-1-39 16,-2 4-18-16,8-2-16 0,-2-1-17 15,4-1-26-15,5 5-7 0,-1-4-29 0,5 4-53 16,0-1-24-16,5-1-17 0,2 0-98 0,1 4-109 15,1-5-421-15,2 5 67 0,-3-2 31 0</inkml:trace>
  <inkml:trace contextRef="#ctx0" brushRef="#br0" timeOffset="155065.51">21661 11793 716 0,'0'12'297'0,"0"-1"-13"0,-3 6-20 16,3 1-21-16,0 3-15 0,0 4-28 0,0 3-14 15,3-2-24-15,-3 6-14 0,3 0-2 16,1 0-23-16,0-3-13 0,-1 3 0 0,0-6-20 16,1 4-26-16,2-1-16 0,1 3-58 0,1-5-54 15,1-3-82-15,1-2-292 0,1-2-286 16,-1-2 30-16,0-4 88 0,4-5 58 0</inkml:trace>
  <inkml:trace contextRef="#ctx0" brushRef="#br0" timeOffset="156265.49">22068 12116 962 0,'-11'-1'266'16,"1"0"-15"-16,-4 1-16 0,1 2-32 15,0-2 60-15,-5 9-30 0,-3-1-25 0,1 0-19 16,0 2-15-16,-1 4-8 0,4-3-30 0,0-1-13 16,3 4-3-16,0-5-89 0,1 4 13 0,6-2-19 15,-3 2 1-15,3-3-1 0,4-1-4 0,2 1-1 16,1-2 3-16,1-2-7 0,2 1 14 16,4-2-17-16,4 0-8 0,-1-3 6 0,-1-1-11 15,6 1 5-15,-2 1-3 0,-2-2-4 0,2-1 2 16,-3 1 2-16,1-1 1 0,-1 0-13 15,0 0 4-15,-3 2 4 0,3 2 2 0,-3-3 5 16,0 1-10-16,-7-2 10 0,14 2-5 0,-4 2 0 16,-4-2 5-16,2-2 0 0,2 1-7 15,-4 1-3-15,4 1 17 0,1-2-12 0,-4 0 5 16,3-1-10-16,1-1 8 0,2 1 10 0,-3-1-3 16,1-5-7-16,2 6-3 0,-2-6 2 15,-1 4 1-15,-3-7 4 0,2 2-9 0,2 0-1 16,-7-4 3-16,5 3 3 0,-5-7 2 0,3 2-3 15,-6-3-12-15,2-7-3 0,0 4-5 0,-3-6 6 16,0-1 7-16,-3 1-6 0,0 0 9 0,2 0-1 16,-3 5 8-16,1 2-7 0,3 1 2 15,-3 2-16-15,2 5 1 0,-2 3-5 0,0 6 9 16,3 1-1-16,0 0 9 0,0 0 3 0,-13 14-10 16,13-3 12-16,-1 2-2 0,1-1 5 15,-4 6-23-15,8-3 21 0,-3 5 0 0,2-4-6 16,0 3 24-16,0-4-11 0,1 0-13 0,-1 0 11 15,4 0-18-15,-4-5 7 0,2 0 11 16,-2 0-3-16,3-3 0 0,-2 0 0 0,2-5-7 16,1 2 9-16,1-4 1 0,-8 0 5 0,16-5-8 15,-5 1 0-15,-1-2 3 0,0 1-6 0,1 0 3 16,-1 0 0-16,0 1-2 0,1-2-3 0,2 6-13 16,-3-1 13-16,1 1 0 0,2 1 0 15,-3 1-7-15,0 5 4 0,-3 1-2 0,0-1-3 16,-4 1 0-16,1 2 6 0,-4 0 4 0,-1 5-4 15,-5-2 7-15,-1-1-10 0,0 3-3 16,-6-2 11-16,-1 2-11 0,0-1 13 0,1-4 5 16,0-2 6-16,1 0 2 0,-1 2 0 0,2-5 5 15,2-3-18-15,-1 2 20 0,-1-1-12 0,4-2 3 16,1-1 4-16,6 0-7 0,0 0 7 16,0 0-12-16,-4-8 5 0,4 8 2 0,10-10-2 15,1 3-3-15,-1-1 3 0,3-2-8 0,1 1-5 16,3-4 3-16,1 2 7 0,5-3-5 0,-2-4-13 15,2 1 13-15,-1-3-7 0,1 0-8 16,-6-1-6-16,4-3 11 0,-5 1-5 0,-1-2 5 16,-2 0 2-16,-2 8-4 0,-1-1 9 0,-3 3 6 15,-4 0-16-15,3 5 11 0,-6 2-8 16,-3-1-3-16,3 7 3 0,-6-3 5 0,6 5 15 16,-11 2 1-16,1 3-9 0,3 4-2 0,0-1 18 15,-2 5-7-15,1-1-14 0,1 5 11 16,4-2 5-16,0 1 2 0,-1 1-17 0,4-1 7 15,3 0-2-15,-2 0-8 0,2-3 3 0,4 4 9 16,4-3-7-16,-2-3 1 0,4 3-9 0,-1-6 0 16,4 0 9-16,2-3-6 0,-2 0-6 15,2-5 9-15,2 0-8 0,-3-1 7 0,4-6 6 16,0-1-21-16,2-6 8 0,-3 0 5 0,1-7-15 16,-4 0 10-16,1-7 12 0,-5 2-25 0,-2-4-7 15,-1-2 12-15,-4-2-5 0,-2-5 10 16,-4 6-17-16,0-7 10 0,-1 5 2 0,-5-1 0 15,3 3 3-15,-4 2 5 0,4 6-3 0,-5 0 5 16,5 10-2-16,-1-2 10 0,-2 9-5 16,-1-2-2-16,0 10 9 0,0 0 4 0,7 0-4 15,-16 10 4-15,8 5 4 0,5 0-2 0,-1 5-8 16,1 4 5-16,3 5 3 0,0 1 2 0,3 3-2 16,1 5 0-16,3-2-8 0,-3-3 5 15,6 2 3-15,1-3-16 0,-2 1 9 0,4-3-1 16,-2-3-3-16,3 0 6 0,-4-6 0 0,1-2 7 15,-1-1-15-15,1-5 5 0,-2-1-2 0,-2-4 27 16,0-1-30-16,-1 0-5 0,1-4-31 0,2-3-28 16,-7 0 0-16,4 0-38 0,-6 0-62 15,3-3-84-15,-3 3-251 0,0 0-254 0,-9-7 44 16,5 5 110-16,-6-3 46 0</inkml:trace>
  <inkml:trace contextRef="#ctx0" brushRef="#br0" timeOffset="159048.53">23593 12001 824 0,'-4'4'225'15,"4"-4"-33"-15,0 0-23 0,0 0 25 0,0 0-40 16,0 0-8-16,0 0-5 0,0 0-6 0,34-5-4 16,-16 1-21-16,1-1-8 0,6-3 1 0,2 1-3 15,1 3-13-15,3-3-16 0,3 0-12 0,-4 0-8 16,-2 2-10-16,2 0-18 0,-5-2-25 16,-2 6-32-16,-3 1-60 0,-2-2-114 0,-8 4-163 15,3-2-343-15,-5 3 77 0,-2 2 66 0</inkml:trace>
  <inkml:trace contextRef="#ctx0" brushRef="#br0" timeOffset="159298.51">23739 12241 1005 0,'0'0'236'0,"0"0"-13"16,0 0-11-16,0 0-28 0,25 0-25 0,-9-1-8 15,2-3-15-15,-1 1-8 0,7 0-13 16,-3-1-15-16,1 0 2 0,0 0-15 0,1 2-15 16,-6 0-8-16,1-4 2 0,-1 6-12 0,-4 0-18 15,0-3-18-15,-2 0-8 0,-4 2-18 0,3 1-4 16,-10 0-45-16,11 0-12 0,-11 0-25 16,0 0-40-16,7 1-63 0,-7-1-64 0,-1 6-107 15,1-6-288-15,0 0 75 0,0 0 41 0</inkml:trace>
  <inkml:trace contextRef="#ctx0" brushRef="#br0" timeOffset="161149.51">25011 11646 739 0,'-6'19'223'16,"6"-8"-13"-16,0 3 7 0,0 2-27 0,0 4-34 16,3 5-13-16,0 0 6 0,0 5-26 15,0 3-11-15,1 0-25 0,0 1 5 0,-1-7-7 16,-2 6-8-16,2-3-13 0,0-3 7 0,1 0-17 15,-4-4-8-15,3 1 0 0,-3-5-5 16,3-2 3-16,-3-2-16 0,0-2 0 0,0-1 5 16,0-2 8-16,3 0 28 0,-3-2 62 0,0-1-18 15,0-6-6-15,0-1-20 0,0 0-8 16,0 0-4-16,0 0-6 0,-9-23 0 0,9 10-8 16,0-4-7-16,0-3-3 0,0 0-7 0,3 1-3 15,-3-1-13-15,3 1 0 0,1 2-15 16,-1 2 18-16,4-2 2 0,-3 5-13 0,-1-2-7 15,4 6 13-15,-1-1-24 0,-2 1 3 0,7 1 1 16,-2 6 4-16,-2-1 0 0,7 2-10 0,-1 3-5 16,0 2 10-16,-1 3 0 0,5 0 3 15,-1 3 5-15,-1 3-19 0,2-3 19 0,0 4-8 16,0-4-2-16,0 5 0 0,-4-5 4 0,2 1 3 16,-2-2-7-16,1-2 5 0,-4 2-1 15,3-2 1-15,-5-1-13 0,2-1 2 0,0-2-4 16,1 0-4-16,-1-3 6 0,-1-1 0 0,2-4 15 15,-1 0-12-15,0-3-6 0,4-1 8 0,-4-4-2 16,0-1 2-16,1 3-3 0,-1-2 8 16,-3 2-10-16,-1 0 3 0,2 2 7 0,-2 1-8 15,-2 3-10-15,-1-2 3 0,0 5 15 0,-3 1-13 16,0 0 6-16,0 0-3 0,7 8 10 16,-3-5-13-16,-2 4 8 0,0 1-5 0,-2-1 5 15,3 1 0-15,3 1 5 0,-2-2-2 0,2 2-11 16,-2-4 8-16,4 2 0 0,1 1-8 15,-2-1 3-15,4-6 8 0,-1 5-1 0,3-5 4 16,-2-1-1-16,2 2-5 0,-3-4 2 0,4 2 1 16,-4-5 2-16,-3 2 18 0,1-4-20 0,1 2-1 15,-8-5 1-15,2 0-1 0,-3 0 1 0,0 0-3 16,-4-5 10-16,-2 5 0 0,-1-5-10 16,-4 4-5-16,1-3 15 0,-4 4-7 0,4-3 5 15,-6 3-8-15,2-1-6 0,0 0 19 0,0 1-15 16,4 2 9-16,0 1 1 0,-1 1 0 15,4-1 10-15,-2 0-18 0,7 5 7 0,-4-4-7 16,3-1 0-16,3 7 0 0,7-10-5 0,-3 5 3 16,2 2 7-16,1-4-8 0,3 6 13 15,4-3-10-15,-1-1-2 0,1 5 12 0,-3-1-15 16,6 1-10-16,-4 1 17 0,2-1-7 0,-2 5 10 16,4 0-7-16,-3 2-9 0,-1 1 9 0,-2 2-1 15,2 3 6-15,-2-2-8 0,-2 0 2 16,1 4-4-16,-3 0 14 0,1-5-7 0,-1 5 13 15,-1 2-16-15,1-7 6 0,3 5-6 0,-6-7 16 16,3 6-13-16,-1-5 5 0,-2-1-5 0,6 0-12 16,-3-2 12-16,0-1-8 0,3 1-2 15,0-2 12-15,-3-4-2 0,3 0 3 0,4 0-3 16,-4-4-5-16,6-2 10 0,-4 1-10 16,-3 0-3-16,2-1 0 0,-4-1 6 0,3 3 2 15,-3-2-3-15,0 4-17 0,0-3 17 0,-1 5-22 16,-6 0 25-16,10-1-13 0,-10 1 8 0,11 5 2 15,-7-2-5-15,2 3 6 0,-2-4-1 16,2 7 1-16,2-3-3 0,1-1 12 0,-2 0-2 16,0 2-7-16,4-3 4 0,-3 2-7 0,2 0 10 15,-1-4 0-15,1-2-12 0,-3 2 17 16,4-2-18-16,-1 0 16 0,0-2-3 0,4-3 5 16,-4 2-2-16,0-4-3 0,0-3 5 0,0 2 6 15,-3-2-14-15,-1-4-4 0,-1 5 12 0,-2-8-2 16,0 0 5-16,-2 2-13 0,-1-2-3 15,0-1-2-15,-1 2 10 0,1-1 0 0,0 2-10 16,0 3 10-16,0-3-5 0,-1 7-5 0,2-2-3 16,0 3 3-16,2-1-8 0,3 6 1 0,-2-3 12 15,-4 5-6-15,19 5-1 0,-9-3-9 0,-2 6 11 16,6-1-2-16,-1 3 7 0,-1 0-8 16,1 5 5-16,-3 3 6 0,1-4-3 0,-2 2-5 15,-2 0 10-15,-3 1-10 0,0-1 10 16,-4-3-10-16,-4 5 20 0,0-3-12 0,-2 0 4 15,-1-1-7-15,-3-3 3 0,-1-1 2 0,-2-2 3 16,2-1-6-16,1-2 9 0,-3-3 4 16,2-2-15-16,1-1 10 0,0-3-7 0,-1 2 10 15,5 0-13-15,2-4 10 0,-2 4-15 0,4-3 15 16,2 5-2-16,-5-10-6 0,5 8 1 0,0 2 2 16,7-8-5-16,-1 3-5 0,4 1 7 15,-2-2 3-15,5 4-7 0,4-4 9 0,0-1-7 16,4-1 6-16,-1 1-9 0,4-3 6 0,-3 2-3 15,6-1 10-15,-3 1-13 0,-4-2-4 0,4 2 7 16,-3-3 5-16,-4 0-8 0,3 1-2 16,-6 0 18-16,0 2-13 0,-4-4 15 0,0 0-7 15,-2 1-3-15,-2 2-2 0,1 0 2 0,-4-3-5 16,2 3 0-16,-4 1-3 0,-1 4 6 0,0-2-6 16,0 6 1-16,-6-7-4 0,6 7 19 15,-10 2-18-15,10-2 10 0,-14 10 0 0,10-5-2 16,-5 2-3-16,8 3-10 0,-5 2 20 0,3-1-15 15,3-1 12-15,0 3-4 0,3-1-3 16,3 2 8-16,-2 1-11 0,6-4 13 0,-2 6-7 16,5-3-16-16,4 0-12 0,-3 0-34 0,6-3-46 15,0 1-74-15,1-1-190 0,3-2-466 16,3-1 55-16,-2-1 99 0,-2-7 49 0,4 0 102 16</inkml:trace>
  <inkml:trace contextRef="#ctx0" brushRef="#br0" timeOffset="161581.93">27432 11947 993 0,'0'29'340'16,"0"3"-107"-16,0-7-23 0,3 1-18 0,0 4-15 15,-1-3-14-15,0 8-19 0,4-3-11 0,-2 1 56 16,3 2-20-16,0-3-15 0,-1 1-19 0,-2-8-4 15,-1 0-18-15,3-4-6 0,-5-3-15 16,6-5-10-16,-5 0 13 0,0-5-21 0,-2-6-7 16,0-2-9-16,0 0-9 0,0 0-5 0,0 0-9 15,-4-33-1-15,-3 16-6 0,3-8-3 0,-5-8 1 16,-1-16 0-16,-1-1-3 0,4 0-8 16,-3-1 6-16,4 1-1 0,1 8 3 0,2 6-10 15,0-1 5-15,3 2 2 0,0 8-7 0,0-3-3 16,3 5 3-16,0 0 2 0,2 7 3 0,1 0-18 15,0 1 21-15,3 2-13 0,0 4 7 16,1 3-7-16,0 2-16 0,1-1 21 0,2 6-16 16,-3 2 3-16,1-1-8 0,-1 7 21 15,-3 1-18-15,3 2 3 0,-6-2 4 0,-1 6 6 0,-3-3-16 16,0 5 11-16,-6-1 4 0,1 1-12 16,-3 3 15-16,-4-3-4 0,-2 1 4 0,1 1 0 15,-2-1-12-15,-1-1-4 0,2 1-22 0,1-4-23 16,3-2-36-16,-1-3-44 0,1 0-58 0,5 2-187 15,-3-6-474-15,7-1 97 0,1-3 78 16,0 0 45-16,0 0 87 0</inkml:trace>
  <inkml:trace contextRef="#ctx0" brushRef="#br0" timeOffset="161998.54">27660 11708 650 0,'10'3'230'0,"1"4"64"15,-1 1-35-15,6-1-29 0,-5 6-10 0,3-1-20 16,0 3-21-16,-1 1-2 0,-2 0-21 16,-1-3-20-16,0 5-21 0,-3-3-10 0,-3 0-10 15,-4 3-6-15,0-2-12 0,0-1-3 0,-3-4-10 16,1 3 3-16,-4-3-16 0,0-3 10 16,-1 4-15-16,0-7 23 0,0 0-15 0,3-3 0 15,-3-2-16-15,7 0 6 0,-12-7 7 0,8 3-12 16,0-4-6-16,1-5 3 0,3 1-21 0,0-9 18 15,3 4-20-15,4-8 2 0,0 4-7 0,3-1 0 16,-3-2 5-16,10 1-6 0,-7 4-4 16,6 0 12-16,-4 4-5 0,2 0 8 0,2 2-7 15,-1 1-6-15,-2 5 5 0,1 2 8 0,-1 0-5 16,1 5-3-16,0 0-5 0,-1 0 8 16,1 7-11-16,-1 1 3 0,0 1 3 0,-5 0-8 15,2 4 13-15,1-2 7 0,-4 4-7 16,1 1-5-16,-3-4-6 0,1 5 9 0,-5-1-4 15,6 1-7-15,-4-2 5 0,-2 2-25 0,2 1-6 16,-3-3-40-16,3 0-67 0,-3-5-85 0,3 7-360 16,-1-9-218-16,0 1 94 0,-2-4 47 0,3-2 69 15,-3-3 43-15</inkml:trace>
  <inkml:trace contextRef="#ctx0" brushRef="#br0" timeOffset="162115.51">28108 11568 685 0,'0'0'198'0,"0"0"-58"0,0 0-78 0,0 0-62 15,1 15-141-15,7-5-379 0</inkml:trace>
  <inkml:trace contextRef="#ctx0" brushRef="#br0" timeOffset="162582.26">28405 11668 675 0,'11'-7'274'0,"-7"1"-23"16,2-1 2-16,-3 5 55 0,-2-1-47 0,-1 3-16 16,3-4-27-16,-3 4-24 0,0 0-2 0,0 0-35 15,0 0-9-15,-17 17-10 0,8-7-15 16,-2 0-10-16,-1 7-19 0,-1-2 9 0,0 2-21 16,-1 1 2-16,7-3-20 0,-1 3 10 0,0-1-4 15,3 1-6-15,-1-3 5 0,6 2-18 16,0-2 0-16,3 2-23 0,0-1 0 0,2-6 24 15,4 5-22-15,0-5-4 0,3-3 2 0,1 1 0 16,1-3-2-16,3-4 5 0,-3 0-6 16,6-2-7-16,1-5-5 0,-4 1 10 0,7-5-13 15,4-1-66-15,-1-4-1 0,-3-4 14 0,-1-3 17 16,-2 2-7-16,0-3-8 0,-4 5 5 0,-3 1 13 16,-1 2 8-16,-2 4 7 0,-4-1-2 0,-1 3-5 15,-3 8 10-15,-3 1 2 0,0 0 6 16,0 0-3-16,-30 18 5 0,17-2-3 0,-5 7-2 15,1 1 3-15,-3 2 2 0,8 0-15 0,-1 4 12 16,0 0 1-16,6 2 20 0,0-4-13 16,7 2-7-16,-3-5 15 0,6 0-18 0,2 0 12 15,-3 0 1-15,5-1-3 0,0-6-10 0,2 0-2 16,1-3-19-16,-2 2 85 0,-1-9-10 0,3 6 7 16,0-5-12-16,-1-2 0 0,-4-2-16 15,2 2 0-15,4 0-12 0,-5-6-21 0,-1 4-36 16,-3-3-46-16,1 1-97 0,-3 1-103 0,0-4-575 15,-5 4 40-15,-3 1 101 0,1-5 50 0,-10 2 75 16,-1-2 46-16</inkml:trace>
  <inkml:trace contextRef="#ctx0" brushRef="#br0" timeOffset="166814.06">17531 7791 783 0,'-3'-8'266'0,"3"8"-107"16,-3-5-13-16,3 5 2 0,-3-3-12 0,3 3-16 16,0 0-5-16,-1-7-23 0,1 7 0 0,0 0-4 15,0 0-14-15,-3-3 13 0,3 3-8 0,0 0-5 16,0 0-5-16,0 0-5 0,0 0-15 16,-18 4 0-16,12 2-8 0,-1-3 0 0,-4 2-21 15,2 3 80-15,-1 1 2 0,-2-2-12 0,-1 2-11 16,3-1-15-16,-1 1 8 0,1 1-11 15,-2 0-4-15,1 2 2 0,1-2 2 0,0 1-10 16,-1 4 0-16,4 0 1 0,0 0-19 16,-2-2 8-16,-2 4 2 0,4 5-9 0,1-5-9 15,2 2 6-15,-3 2-16 0,6-3 8 0,1 5 0 16,0-3 0-16,1 5 3 0,6 2-6 0,-3 5-4 16,5 1-1-16,1-2 1 0,1-2-1 15,2 12-13-15,5 0 4 0,-2-1 14 0,2 1-7 16,-1-4 5-16,0 3-5 0,0 0-8 0,-3-5-64 15,-1-3 0-15,-2 0 5 0,5 10 29 0,-5-8 7 16,-4 1-5-16,0-3-13 0,-1-1 15 0,-2 3 3 16,-1-2 0-16,-3-4 13 0,0 3-5 15,0-4 10-15,-3 0 0 0,2 0 10 0,-5 1-5 16,0-3-5-16,2 0-2 0,-3-3 25 0,0 1-18 16,0-1 13-16,0-3-10 0,1-2 7 15,-2-2-10-15,5-5 18 0,-4 3 10 0,4-1-15 16,0-5 0-16,0 1-5 0,2 2 2 15,-2-6 21-15,0 0-5 0,3 3-16 0,0-7 16 0,-4 8 0 16,4-8-16-16,0 0-2 0,0 2 2 16,0-2-4-16,0 0 9 0,0 0-2 0,0 0-5 15,0 0-3-15,0 0 5 0,17 1 1 0,-17-1-14 16,7 3 6-16,-1 0-8 0,-1-2 5 0,4 4 3 16,-2-3-6-16,0 6-2 0,1 0 3 15,2 0 12-15,3 3-7 0,-2 2 2 0,2 0-12 16,1 4-6-16,-4-2 10 0,3 2 4 15,-2 2-4-15,2 1-4 0,-3-1 7 0,1 4-13 16,-1-3 18-16,0 4-20 0,-2 1 18 0,-2 0-8 16,1 0 2-16,-4 0-2 0,1 1 16 0,-1 4-16 15,-3-4 0-15,4 0 0 0,-4 4 7 16,3-3-2-16,-6 3-7 0,3-3 10 0,-4 1 4 16,1-3 11-16,2 0-12 0,-2 1-1 0,0 4-33 15,-4-1 100-15,4-1-6 0,-4 2 6 0,3-3-21 16,1 0-17-16,-1-1 12 0,-2 1-2 0,2-2-19 15,-2 0 4-15,3-2-1 0,-2 2-15 16,2-1 10-16,-1-1-10 0,-2 0 48 16,3 2-60-16,-1-2 27 0,1 1-49 0,0 1 16 0,-1 0 3 15,3 0 2-15,-2-1 16 0,0-5-32 16,3 6 19-16,-3-7-11 0,2 4 14 0,-2-5-6 16,0 1 10-16,0 0-17 0,3 3 9 0,-1-4-14 15,-2 1 12-15,3-2 8 0,-3 1-13 16,3 1 12-16,-4-3 11 0,4-1-17 0,0 0-9 15,0 1 16-15,-3 2-3 0,2-3-56 0,1-3-3 16,0 4 3-16,1-5 5 0,2 5 8 0,-3-5-3 16,4 4-5-16,-4-3-7 0,6 3 7 15,-5-3 10-15,5 2-10 0,-2-2 23 0,-1-3-10 0,3 2 18 16,-1-2-6-16,-2 2-7 0,4-3 0 16,-4 1-15-16,4-1 7 0,-1 0-15 0,2-4-31 15,-2 1 6-15,1-1-57 0,-3-3-175 0,6 1-549 16,-3 3 41-16,-1-4 122 0,-2 0 52 15,-4 0 69-15</inkml:trace>
  <inkml:trace contextRef="#ctx0" brushRef="#br0" timeOffset="168748.01">14678 9818 565 0,'-5'-5'215'0,"5"5"-18"16,0 0-23-16,0 0-7 0,0 0-16 0,0 0 61 16,11 25-4-16,-7-12-19 0,2 2-12 15,1 2-29-15,4 1-12 0,-5 6-6 0,4-5-15 16,1 5 3-16,-1 1-28 0,3 0-3 0,-2 0-5 15,-1 4-11-15,3-2-2 0,-2-1-15 16,-1-1-23-16,4-6-21 0,-4 5-33 0,3-8-74 16,-2 3-64-16,0-4-134 0,6 0-424 0,-4-5 15 15,0-2 118-15,2-6 54 0</inkml:trace>
  <inkml:trace contextRef="#ctx0" brushRef="#br0" timeOffset="169164.2">15060 9972 703 0,'0'6'218'0,"0"4"-13"16,0 2-16-16,0-4-20 0,0 6-18 0,3-3-20 16,0 6-8-16,1-4-8 0,3 0-21 0,-3 4-4 15,2-3 66-15,4-2-5 0,-3 2-33 16,7 0-11-16,-4-3-4 0,1-1-6 0,2-2-10 15,-3-2-20-15,4-2-1 0,-4 0-4 0,5-4-1 16,-2 0-2-16,0-7-5 0,-2 2-6 16,-1 1-9-16,4-5-3 0,-7-5-3 0,3 1 0 15,-4-1-7-15,-2-7 12 0,0 1-20 16,-4 2 3-16,0-4 2 0,-4-3-3 0,3 1 13 16,-5 2 6-16,0 1 20 0,2 3-13 0,-3 3-3 15,-3-2 1-15,3 7-11 0,-3-3 10 0,-1 4-9 16,4 5-9-16,-3-3 1 0,-4 6 0 0,4 1-9 15,0 1-1-15,-1 2-6 0,-2 4 8 16,3 1 0-16,-1 0 2 0,2 7-9 0,2-5-1 16,3 6 0-16,-3-3 8 0,4 0-23 0,3 4-5 15,0-4 5-15,7 3-44 0,0-4-7 16,0 4-39-16,6-1-38 0,1-5-92 0,3-1-331 16,7 1-230-16,-4-3 80 0,1-2 74 0,2-4 74 15</inkml:trace>
  <inkml:trace contextRef="#ctx0" brushRef="#br0" timeOffset="169980.51">15614 9710 742 0,'0'0'317'0,"0"0"-30"0,0 0-29 15,-10 16-30-15,7-6-23 0,2 4-10 0,-3-1-29 16,4 5-7-16,0 1-16 0,0-1-25 0,4 2-6 15,-3-1-2-15,2 0-23 0,3-2-5 0,-2 1 0 16,3-1-23-16,3-2-5 0,0 0 2 16,0-1-7-16,1-4 2 0,2 1-28 0,0-4 3 15,2-1 2-15,-2-4-13 0,4-1-2 0,-3-2-16 16,4 0 16-16,-2-5-13 0,1-2 3 16,-3 1-8-16,0-3-3 0,-4-3 16 0,-3 0-6 15,0-4-2-15,-4 2-2 0,-3-2 4 0,-3 0 8 16,3 1-2-16,-7 1 13 0,0 2-3 15,0-1 10-15,-3 4 5 0,-1 1-10 0,-2 1-8 16,-1 2 3-16,-3-2-7 0,0 5 9 0,3-3-17 16,-6 6 17-16,6-1-20 0,0-2 23 0,1 0-20 15,3 2 20-15,-4 1-8 0,7-2 5 0,-2 1 1 16,4-3-18-16,5 4 2 0,-10-3 5 16,10 3 0-16,3-7 0 0,-3 7 3 0,12-11-5 15,0 4 0-15,-1-1-14 0,6-1 12 16,0-1-6-16,3 1 2 0,1-2 6 0,-1 1 2 15,4 3-7-15,0 1 2 0,-3 1 0 0,-1 3-10 16,4-1-3-16,-3 3 13 0,-1 3 0 0,4-1-7 16,-3 6-3-16,3 1-6 0,-7 1 11 15,3 2-2-15,-3 2-6 0,0 1 11 0,-3 2-14 16,0-3 17-16,-1 3-4 0,1-5-4 0,-4 3 7 16,4-3 5-16,-4 0-13 0,0-2 8 0,2-1-7 15,1-2 2-15,0 0-3 0,1-4 3 16,2 1 0-16,-1-6-7 0,1-3 9 0,2-2 3 15,3-1 0-15,-1-4 8 0,0-1-3 0,-2-4 6 16,-2-1-16-16,-5 0 0 0,0-4 2 16,-2 1 4-16,-2-2-6 0,-4-1-77 0,0-1 13 15,-6 0 10-15,-3 1 3 0,2-1 23 0,-2 5-1 16,-1-3 17-16,-4 6-1 0,-2 1-2 16,-1 1 7-16,-3 4-2 0,-4 2-8 0,1 2 13 15,-1 5-16-15,-3 2 16 0,-6 2-3 0,2 2-2 16,-6 2 5-16,3 2 7 0,4 2-9 15,0 1-3-15,7-1 4 0,-1 1-4 0,0-3-10 16,8-1-14-16,3 3-17 0,-1-2-2 0,7-1-14 16,-2-2 0-16,6 0-17 0,0 1-24 0,3-4-22 15,4 0-29-15,-1 2 18 0,2-4 6 0,5 0 7 16,-3-1 28-16,1-2-10 0,-1 1 10 16,0 2 36-16,-2-2 31 0,1-3 15 0,-2 4 23 15,-3 1 31-15,-4 0 7 0,14-3-4 16,-11-1-6-16,-3 4-5 0,7-1 5 0,-4-1-4 15,-3 2-19-15,0 0 0 0,0 0-7 0,0 0-29 16,0 0-38-16,0 0-92 0,3 7-167 0,-3-4-294 16,0 3 36-16,0-6 59 0</inkml:trace>
  <inkml:trace contextRef="#ctx0" brushRef="#br0" timeOffset="172847.9">14247 10883 844 0,'-4'-3'195'0,"3"-1"-16"0,1 4-2 16,-3-7-34-16,3 7-7 0,0 0-19 0,0 0-4 15,0 0-16-15,4 21-2 0,3-6-8 16,3 4-18-16,0 6-2 0,4 2-9 0,3 13 14 15,4 0-23-15,0-2 10 0,2 2-13 0,-2 1-3 16,3-5-4-16,-8-4-1 0,2-7-2 0,-1 0-5 16,-3 0-3-16,3-2 2 0,-4-5-9 15,0-1-24-15,-2 1 24 0,-1-4-11 0,-3 0 13 16,0-3-2-16,0-1 2 0,-3-3 71 16,2-2-12-16,-3-2 0 0,-3-2-13 0,0-1 3 15,0 0-23-15,0 0 7 0,-6-16 0 0,-1 3-7 16,1-2-16-16,1-2 3 0,-2-5-5 0,-2 4-1 15,5-1 14-15,-2-1-8 0,1 6 0 16,2-2-8-16,3 3-10 0,0 1-13 0,-3-1-3 16,6 5 11-16,0 1 2 0,-2 3-15 0,6 2 11 15,0-2 4-15,-7 4-23 0,20 5 24 16,-10-3-19-16,4 5 8 0,3-3-5 0,-3 3 8 16,6 0 0-16,-6 3-3 0,6-3 0 0,-5-1-15 15,4 2 10-15,-4-4 5 0,1 1 5 0,-2-2-2 16,0 1-1-16,0-3-4 0,-1-1 5 15,0-1-1-15,1-4-17 0,-3-2 28 0,3-2-21 16,-4 1 11-16,0 0 0 0,0-2 10 0,-3 3-13 16,0-1 8-16,-1 4-11 0,-2-3 1 15,3 1 4-15,-3 6-1 0,-4 0-9 0,9-1 6 16,-9 1-11-16,15 1 8 0,-9 6-5 16,1 0 7-16,0-4-9 0,3 5 1 0,0-2 6 0,0-2-2 15,4 3 7-15,-4-2-15 0,1-2 12 16,3 2 1-16,-4-3-6 0,4-2 1 0,-1 0 7 15,0-1 5-15,1-1 6 0,-3-2-4 0,2-3 1 16,-3 3-23-16,-3-4 20 0,0 1-5 16,0 0-5-16,-3-3 5 0,-4 0 8 0,0 1-10 15,-3-4 4-15,-5 2-12 0,1-3 10 0,-3 3-5 16,0-3 3-16,-4 6 0 0,1-2 4 16,-2 3-2-16,-1-1-10 0,-1 4 3 0,3-2 2 15,-3-1 2-15,0 6 3 0,0-2 6 0,4-1 1 16,1 4 6-16,-1-3 10 0,2-1-12 15,1 2 7-15,4 1-8 0,-1 0-2 0,-1-1 0 0,2-2 2 16,0 1-7-16,5-2-3 0,-2 1 3 16,3-3 2-16,3 0-2 0,1 0-11 0,-1-3 6 15,4 2 4-15,0-1 1 0,3-1-3 16,-3-2 8-16,4 2-16 0,2 2 8 0,0 0-2 16,2-2-1-16,1 3-12 0,1-1 13 0,1 5-8 15,2-3 12-15,-2 5-14 0,-2 1 2 16,5 1-1-16,-4 5 9 0,0-3-6 0,0 5 3 15,0-2 11-15,0 3-6 0,-3-1-10 0,0 0 7 16,2 0 1-16,-4-1-8 0,1 2 5 16,0-1 2-16,-2-3 1 0,-1 2-3 0,0-2-3 15,1-2 8-15,-1 2-5 0,-1-4 0 0,2-1-10 16,-4 0 8-16,3-6 12 0,1 4-10 0,-4-4 7 16,2-2-4-16,2-2 7 0,-4 2-7 0,-1-6-3 15,1 2-5-15,-3-4 7 0,-1 1-4 16,1-2 9-16,-1 5-4 0,-3-2-3 0,3 0 8 15,-3 4-6-15,0 0 3 0,1 1-12 0,-1 3 7 16,0-2-8-16,0 8 8 0,0-3-8 16,0 3 6-16,0 0 2 0,0 0-3 0,0 0 6 15,10 15 2-15,-7-11-13 0,3 3 13 0,-1 1-7 16,1-1 2-16,-2 1-11 0,2-4 9 0,1 4 2 16,0-2-8-16,3-4-2 0,-3 4-51 0,3-3-3 15,1-3 7-15,-1 0 4 0,4 0 6 16,-1-4 12-16,0-3 4 0,2 0 8 0,-2 0-8 15,1-4 13-15,-1 1-12 0,-2-4 12 16,-1 0 2-16,-3 1 1 0,-1-2 7 0,2-1-7 16,-5-2 17-16,1 2-20 0,-1 0 8 0,0-1-3 15,-2 2 16-15,2 4-13 0,0-2-3 16,0 2 16-16,-3 3-14 0,4 1 1 0,0-2-5 16,-1 5-3-16,0 0 8 0,4 2 4 0,-7 2 9 15,13-2-11-15,-13 2 11 0,18 4-13 0,-8 2 7 16,1-2-5-16,-1 3 16 0,-1 1-23 0,-1-1 15 15,-1 3 0-15,-1-2 5 0,1 2-15 16,-4 3 15-16,0-3 0 0,-3 3 5 16,-3-2-13-16,0 3 9 0,0-3-6 0,-1 0 12 0,1 1-17 15,-4-2 8-15,0-1 2 0,0-3-8 16,1-3 9-16,-4 4-14 0,2-5 8 0,1-2 2 16,7 0-9-16,-16 0 12 0,5-4-10 0,1-2 10 15,3 3 0-15,1-2-10 0,-2-2 13 16,2 5-6-16,2-3-4 0,-2 2-1 0,3 0-5 15,3 3 1-15,-4-5 12 0,4 5-18 0,0 0 5 16,0 0 6-16,0 0-1 0,10-6 6 0,-10 6-1 16,0 0-4-16,17 7 7 0,-7-7-5 15,0 5-5-15,0-3 7 0,1-1-7 0,-1 1 8 16,4 2-8-16,-3-4 12 0,2 0-9 0,4-1 7 16,-4-4 5-16,5 3-13 0,-1-4 9 0,3-1 1 15,1-1-4-15,-4-2 5 0,4 0-11 16,-1-5 3-16,-3 2 10 0,0-3-2 0,-3-1-11 15,0-4 14-15,-4 5-22 0,0-5 19 0,0 0-3 16,-6 0 0-16,-1-1-7 0,-3 4 9 16,0 0 9-16,0 1-14 0,-3 0 1 0,0 1 5 15,2 2-14-15,-2 3 12 0,-1 0-4 0,1 1 3 16,0 2-10-16,-1 3 5 0,1 1 5 0,3 4-5 16,0 0 10-16,0 0-7 0,-13 15-3 15,12-6 3-15,-3 2 4 0,4 3-7 0,0 2 8 16,0 1-6-16,4-1-4 0,-3 2 2 0,5-2 2 15,1 0 4-15,-1-1-14 0,5-3 10 0,-4 4-7 16,6-7 21-16,-2 1-16 0,2 1 7 16,1-7-4-16,3 2-3 0,0-5-3 0,0-2 11 15,1-5-10-15,2 3 4 0,0-9 6 0,1 1-16 16,2-4 16-16,-2-3-3 0,0-1 0 0,-4-4-2 16,0-1-1-16,-7 5-4 0,1-3-1 15,-4-2 3-15,2 4-3 0,-8-3-7 0,2 4 20 16,0 0 3-16,-3 0-15 0,0 6 4 0,0 0-15 15,3 1 3-15,-3 0 10 0,0 2-2 0,0 2-3 16,0 4-1-16,0 4-1 0,1-4 12 16,-1 4-13-16,0 0 6 0,0 0-1 0,10 14-2 15,-3-6 0-15,0 3 2 0,4 1-7 0,-2 1 10 16,1 4-3-16,5-1 9 0,-2 1-17 16,1 4 16-16,-1-2-5 0,0-2 0 0,-1 1 11 15,1 5-16-15,-2-4 10 0,-1-3-3 0,-1 5-2 16,-5-7-2-16,3 3 9 0,-3-2 1 15,-4 0-5-15,0-5 4 0,0 5-4 0,-3-5 7 16,-2-2-10-16,2 1 8 0,-4-1-6 0,1-2-7 16,-4-2 5-16,2 0-5 0,1-1 3 0,1-3 7 15,6 0-3-15,-15-2 21 0,15 2-10 0,-13-7-8 16,10 6-2-16,-3-6-3 0,5 3 7 16,-2-2 4-16,3-2-16 0,0 1-1 0,3-1 1 15,1-2 0-15,-1 2 3 0,4 1-4 0,-1-3 1 16,2 3-7-16,-2 0-37 0,1 3-33 15,3-3-77-15,-2 5-133 0,1-3-496 0,-2 5 77 16,0 0 48-16,0 0 74 0,0-1 72 0</inkml:trace>
  <inkml:trace contextRef="#ctx0" brushRef="#br0" timeOffset="172949.02">16660 10630 808 0,'0'0'223'0,"3"3"-121"15,-3 4-278-15,4-4-372 0</inkml:trace>
  <inkml:trace contextRef="#ctx0" brushRef="#br0" timeOffset="175579.74">17808 7644 757 0,'3'12'256'0,"-2"0"-15"15,6-2-24-15,-4 3-40 0,1 2-3 0,2-2-33 16,1 3-49-16,0 0-69 0,0 1-44 0,-3-2-173 15,5 2-441-15,-5-1 67 0,2-4 38 0</inkml:trace>
  <inkml:trace contextRef="#ctx0" brushRef="#br0" timeOffset="175796.53">17784 7831 691 0,'0'0'279'0,"0"-12"-36"0,4 9-28 16,-3-3-13-16,5-1-25 0,1-2-21 0,3 1-15 15,1 0-8-15,2-2-16 0,1 2-1 0,-1-1-17 16,0 1-9-16,2-2-13 0,-2 2-6 0,-2 1-22 16,2-3 0-16,-3 5-47 0,-2-2-63 15,1 4-139-15,-5-4-150 0,-1 6-357 0,1-1 83 16,-1 0 50-16</inkml:trace>
  <inkml:trace contextRef="#ctx0" brushRef="#br0" timeOffset="176296.61">17808 7560 865 0,'-3'-7'276'16,"3"7"-38"-16,-3-7-25 0,3 7-14 0,0 0-30 15,0 0-8-15,0 0-12 0,0 0-21 16,0 0-5-16,3 22-8 0,0-11-15 0,1 4-5 15,-1 1-1-15,4 2-22 0,-3-3 10 0,2 7 56 16,1-2-18-16,-1 1-10 0,2-2-2 0,-4-1-16 16,5 5 5-16,-5-6-12 0,2 0-24 15,-1-1 11-15,1 0-67 0,1-2-18 0,-1 0 6 16,-2 0-11-16,-1-5 2 0,1 1-35 0,-3 0 0 16,5-2-23-16,-3 0-62 0,-3-1-56 15,0-2-266-15,0-3-297 0,0-2 58 0,0 0 83 16,0 0 59-16</inkml:trace>
  <inkml:trace contextRef="#ctx0" brushRef="#br0" timeOffset="176680.05">17901 7853 703 0,'-4'-2'249'16,"4"2"7"-16,0 0-52 0,-3-7-19 16,3 7-16-16,0 0-13 0,0-8-5 0,0 8-28 15,7-8-6-15,-1 5-4 0,2-4-31 16,2 0 8-16,0 3-14 0,0-3 9 0,0 0-26 15,0 0 2-15,-2 2-7 0,-1-1-11 0,3-1 1 16,-4-3-3-16,2 3-8 0,-2-1-5 0,1-2-17 16,-4 1 4-16,1-4-18 0,-1 2 6 0,-3-3 2 15,3 2-8-15,-6-5 1 0,3 1 7 16,-4-1-8-16,1 0 9 0,-3 2 27 0,2-1-10 16,1 5 31-16,0-1-3 0,-2 1 74 15,2 1-12-15,0 2-13 0,0-1-18 0,3 2 5 16,-1 2-18-16,1 5-10 0,-3-3 5 0,3 3-3 15,0 0-12-15,0 0-1 0,4 19-17 16,-1-9 2-16,0 4 1 0,1 1-1 0,3 2 0 0,0 0-2 16,2 1-16-16,-2 0 6 0,1 4-3 15,-1-4-13-15,2 0 15 0,-2 4 1 0,1-2-11 16,2 1-28-16,-4-2-13 0,1-4-20 0,4 2-79 16,-5-6-93-16,1 3-228 0,4 1-350 15,-4-5 51-15,2-4 62 0,-2-2 71 0,-4-3 89 16</inkml:trace>
  <inkml:trace contextRef="#ctx0" brushRef="#br0" timeOffset="176896.53">18215 7656 854 0,'0'0'323'0,"0"0"-31"0,0 0-13 0,0 0-23 16,0 20-16-16,4-11-14 0,-4 2-47 15,3 1-5-15,-3-1-13 0,4 3-15 0,-4-1-10 16,6 2-26-16,-3 2-8 0,1-2-12 0,-1 2-67 16,1-1 2-16,3 1-7 0,-3-2-2 15,2 2-39-15,-2 1-34 0,2-3-35 0,1 1-90 16,-6 0-260-16,5-3-329 0,-2 2 111 0,-1-2 22 16,-3-1 78-16</inkml:trace>
  <inkml:trace contextRef="#ctx0" brushRef="#br0" timeOffset="177212.95">17853 8268 862 0,'0'0'282'0,"3"18"-24"16,-2-8 54-16,2 2-35 0,0-1-11 16,4 5-35-16,-1 0-14 0,2 2-22 0,2 4-21 15,-3-5-10-15,3 3-21 0,-3 3-28 0,0 0-7 16,-1-4-14-16,1 4-89 0,1-2-23 15,-2 0-40-15,1-4-60 0,-4 1-107 0,1-3-579 16,3 1 105-16,-4-7 54 0,-3 1 33 0</inkml:trace>
  <inkml:trace contextRef="#ctx0" brushRef="#br0" timeOffset="177546.54">17931 8462 854 0,'7'-5'264'16,"1"-2"-16"-16,-2-2-35 0,4 0-16 0,1-2-15 16,-1 1-13-16,0 0-31 0,4 2 5 15,-4-3-23-15,3 0 6 0,-5 1 38 0,2-1-24 16,-3 2-4-16,-1-1-10 0,2-3-6 0,-2-2-13 16,-3 5-12-16,-2-2 0 0,2-1-16 0,-3 1 16 15,3-1-29-15,-3 5 14 0,0-1-93 16,0 1 18-16,0 1-7 0,0-1-1 0,0 5 13 15,0 3-15-15,3-7 0 0,-3 7 5 16,0 0-3-16,0 0 6 0,4 15-3 0,0-5 5 16,-1 0 8-16,1 5-11 0,-1-1-7 0,0 3 3 15,4 2 4-15,-4-4 9 0,5 8 1 16,-2-3-7-16,-2 3-17 0,5-4-24 0,-2 4-43 16,1-4-78-16,-2-1-255 0,1 3-394 0,-3-8 97 15,6 0 49-15,-7-2 71 0,1-4 64 0</inkml:trace>
  <inkml:trace contextRef="#ctx0" brushRef="#br0" timeOffset="177896.53">18270 8396 1167 0,'3'-5'322'0,"-3"5"-4"0,0 0-37 0,0 0-84 15,0 0-25-15,11 15-21 0,-8-3-13 16,0-4-18-16,-2 9-4 0,-1 0-12 0,0 1-19 15,0 4 7-15,-4 3-13 0,-2 0 65 0,-2 0-26 16,2-1 12-16,-1-1-22 0,0-2 4 0,-4 2 6 16,5-3-16-16,-1-5 6 0,1 2-31 0,2-4-3 15,-3-1 8-15,3-4-11 0,4-1-19 16,-3 1-1-16,0-2-77 0,3-6 6 0,3 4 10 16,-3-4 4-16,0 0-6 0,21-8 65 0,-12 6-35 15,6-6-33-15,-2 1-11 0,5-1 19 16,-2 1-1-16,8-3 5 0,-3 2 14 0,2-2 7 15,-2 2 5-15,6-5-26 0,-5 4 26 0,1 0 5 16,4 1-12-16,-6-2-22 0,3 2 14 0,-4 0 13 16,-2-1-14-16,-2 7-17 0,2-7-5 15,-5 2-49-15,-2-1-51 0,-1 1-336 0,0-1-412 16,1-1 52-16,-2-2 117 0,-5-5 60 0,-4-7 88 16,-3-3 50-16</inkml:trace>
  <inkml:trace contextRef="#ctx0" brushRef="#br0" timeOffset="183229.1">17877 9085 931 0,'0'0'328'0,"0"0"-34"0,10 12-33 0,-6-8-30 16,-1 7-16-16,0 1-16 0,4-3-22 0,0 5-16 15,0 0-15-15,0 1-31 0,-1 3 13 0,5 3-23 16,-4-3-10-16,0 2-16 0,2 2-22 15,-1-3-47-15,-1 5-77 0,-1-5-130 0,1 2-379 16,-1-4-163-16,-1 1 53 0,-2-10 92 0,1 3 46 16</inkml:trace>
  <inkml:trace contextRef="#ctx0" brushRef="#br0" timeOffset="183545.53">17931 9365 939 0,'0'-7'343'15,"0"7"-33"-15,0-8-31 0,3 1-23 16,-2 0-34-16,6-3-14 0,0 3-27 0,3-2-12 0,0 0-15 16,4 1-24-16,-4-3 1 0,4 1-24 15,-1-1 1-15,1 1-11 0,-4 0-7 0,0 0-13 16,1-3-13-16,-1 2 5 0,-3-3 0 0,-1 2-15 16,2-1-3-16,-2-4-10 0,-5 6-3 0,2-3-2 15,0 3-3-15,1-3-2 0,-4 6 5 16,3-2-8-16,-3 2-8 0,3 1-4 0,-3 4-1 15,0 3-2-15,3-5 7 0,-3 5-17 16,0 0 10-16,5 14 5 0,-2-7-11 0,0 5 14 16,-2-4-3-16,5 9-5 0,-3-3-6 0,1 3-7 15,2 0 18-15,-1 0-8 0,1 1-10 0,1 6-58 16,-1-6-4-16,1 1-22 0,1 2-9 16,1-1-70-16,1 1-114 0,-2-2-294 0,2-5-202 0,0-2 36 15,1 2 77-15,-1-6 69 0</inkml:trace>
  <inkml:trace contextRef="#ctx0" brushRef="#br0" timeOffset="183896.31">18284 9201 1090 0,'0'-7'328'0,"3"4"-29"15,-3-3-25-15,4 2-16 0,-1-1-40 0,0 3-21 16,-3 2-18-16,14-5-12 0,-14 5-19 15,14 6-12-15,-8-5-26 0,5 5-5 0,-4 2-5 16,-1-1-11-16,1 3-12 0,-4 1-13 0,0-1 10 16,-2 5-7-16,-1-5-19 0,-1 5-9 15,-2-5 4-15,0 3-9 0,0-3 7 0,3 0-11 16,-3-2 4-16,2-1-11 0,1 2-5 0,0-1 5 16,-3-2-18-16,3-2 18 0,3 1-18 15,-3 3 23-15,4-5-15 0,-1 3-8 0,0 0 0 16,5-1 10-16,-2 2-7 0,-2-1-5 0,3-4 9 15,-1 5-6-15,2 0 1 0,-2 0 14 16,-2-3-16-16,2 3 0 0,-2 3 15 0,-1-4-89 16,-3 1 26-16,-3 3-14 0,2-1 17 0,-5 3-14 15,-4 1-10-15,-1 3-31 0,1-1-105 0,-7-2-135 16,3 8-492-16,-3-4 93 0,4-2 55 16,-1-1 65-16,-3 1 51 0</inkml:trace>
  <inkml:trace contextRef="#ctx0" brushRef="#br0" timeOffset="184062.04">18181 9890 967 0,'0'0'292'16,"3"4"-41"-16,1 3-31 0,-4-1-18 0,4 2-43 15,-1 1-65-15,0 0-73 0,4 5-139 16,-4 2-496-16,1-1-13 0,-1 4 59 0</inkml:trace>
  <inkml:trace contextRef="#ctx0" brushRef="#br0" timeOffset="184362.89">18287 10451 652 0,'0'0'256'0,"0"0"-18"15,0 5-25-15,0-5-19 0,0 0-27 16,0 0-9-16,0 0-30 0,4 3-2 0,-4-3-19 16,0 0-10-16,0 6-20 0,0-6-31 0,0 0-48 15,0 7-34-15,0-7-33 0,0 4-115 16,0 3-14-16,0-7-32 0,0 10 10 0,0-9 13 16,0 6 30-16,3-3 16 0,-3-4 92 0,0 6 66 15,3-1 16-15,-3-5 53 0,0 6 4 0,0-6 32 16,3 4 16-16,-3-4 10 0,1 7-11 15,-1-7-7-15,0 0-7 0,0 7-24 0,0-7 3 16,3 3-8-16,-3-3-40 0,0 6-63 0,0-4-211 16,0 2-400-16,0-4 61 0</inkml:trace>
  <inkml:trace contextRef="#ctx0" brushRef="#br0" timeOffset="184945.51">17388 11339 783 0,'-4'-7'276'0,"1"1"60"0,3-1-27 16,-3 6-37-16,3 1-27 0,-1-10-27 0,1 10-13 16,0 0-18-16,0-7-24 0,0 7-7 0,0 0-25 15,0 0-8-15,4 22-3 0,-4-13-20 0,3 2-10 16,1 4-1-16,0 0-7 0,-1 3-3 16,0-1-12-16,1 1-3 0,-1 2-10 0,3-1-3 15,-2 0-105-15,0 5-12 0,0-6-34 0,2 2-56 16,-2 0-131-16,2-3-489 0,-3 0 39 15,5-3 46-15,-5-3 74 0,1-3 72 0</inkml:trace>
  <inkml:trace contextRef="#ctx0" brushRef="#br0" timeOffset="185278.87">17423 11576 865 0,'3'-4'309'0,"0"-2"-24"0,1-2-24 0,2 0-39 15,1-1-9-15,4-1-29 0,-1 0-10 0,4-2-23 16,2 0-15-16,2-1-6 0,-2 2-17 16,-1-4-6-16,1 4-12 0,-2-3-18 0,-1 3 0 15,-3-3-11-15,1 0-4 0,-4 2-6 0,0-2-2 16,-1-3-6-16,-1 5-1 0,-2-2-4 0,-3 0-12 16,3 3-1-16,-3 0 24 0,0-2-13 0,0 5 10 15,0-1-2-15,0 1-16 0,0 4-5 16,0 0 8-16,0 4-13 0,0 0 13 0,0 0-10 15,0 0 7-15,0 0-5 0,0 18-2 16,0-6-1-16,0-1-2 0,3 5-5 0,-3 0 3 16,1 1 12-16,2 1-5 0,0-1-23 0,0 4 16 15,-2-2 12-15,2-1-53 0,4-1-16 0,-3 6-33 16,2-5-62-16,-2-1-109 0,2 3-592 16,-2-5 28-16,3 0 95 0,0-1 89 0,-4-6 55 15</inkml:trace>
  <inkml:trace contextRef="#ctx0" brushRef="#br0" timeOffset="185513.31">17845 11511 936 0,'-16'12'274'0,"16"-5"-8"0,-3-1-38 16,3 5-23-16,0 0-16 0,0-1-25 0,0 5 64 15,0-1-39-15,0-2-2 0,0 5-25 0,3 0-19 16,0-2-10-16,-2 2-33 0,2-3-46 16,0-2-31-16,3 5-51 0,-1-9-100 0,-2 6-213 15,1-6-429-15,2 0 91 0,-3-5 62 0,1 2 82 16</inkml:trace>
  <inkml:trace contextRef="#ctx0" brushRef="#br0" timeOffset="186312.87">17942 11551 783 0,'-4'7'256'16,"4"1"-34"-16,0-1-14 0,0 3-24 0,0 0-18 16,4-2 3-16,-1 6-25 0,-2-3-9 0,2-1-14 15,3 2-11-15,1-2-23 0,0 3-5 16,0-3-3-16,3-1-12 0,-3-3-3 0,0-1 61 15,3 0-10-15,0-3-12 0,-3-2-1 0,1 0-18 16,-8 0-4-16,13-3-11 0,-7-1 3 0,-2-1-19 16,3-1 9-16,-7-1-1 0,3 0-12 15,-3-1-6-15,-3-1 11 0,-1 1-18 0,1 0 7 16,-1 1-12-16,-2 1 25 0,-1-2-17 16,1 1-1-16,-2-2-2 0,1 3 10 0,1-1-10 15,2 0 13-15,-2 4-14 0,2-4-1 0,0 3-1 16,1 0 3-16,0-3-5 0,3 4-13 0,0 3-3 15,0-11 10-15,3 7-12 0,0 0 5 0,0-2 3 16,2 3-14-16,1-1 4 0,-2 1-6 16,2 1 5-16,1-1-8 0,-7 3-7 0,14-2 5 15,-14 2 0-15,13 2 5 0,-6 1-7 0,1 1-3 16,-2 1 2-16,1-1 3 0,0 5 8 16,3-1 2-16,-3-1-20 0,-1 3 15 0,1-3 3 15,-3 1-8-15,3 2 13 0,0-2-90 0,-1-1 13 16,-2 3-5-16,2-3 7 0,-1-1 6 15,-2-1 7-15,3 0 8 0,-5 0 8 0,2-1 2 16,3-3 1-16,-6-1 9 0,4 4-7 0,-4-4 10 16,0 0-2-16,11-8 2 0,-11 4-3 0,3-5 16 15,-3 5-8-15,0-5-2 0,0-4-3 0,0 3 15 16,0-2-7-16,-3 1 13 0,3-3 4 16,0 3-7-16,0 0 11 0,0-2-9 0,0 5-7 15,0-2 10-15,0 3-5 0,0-1-5 0,3 1 8 16,-3 2-11-16,0 0 3 0,3 0 0 15,1 2-11-15,-4 3 11 0,9-3 5 0,-9 3 0 16,0 0 0-16,15 3 0 0,-12 2 3 0,4-2 2 16,2 4-8-16,-1 1-2 0,-1-1 8 15,0 3 2-15,2-3-8 0,2 3 3 0,-1-2-12 16,-3 2 19-16,4-3-7 0,-1-1-7 0,-1 2 22 16,-1-4-18-16,-1 3 8 0,-1-6-7 15,1 6 4-15,-1-6 6 0,-1 4 0 0,-5-5-11 16,10 1 8-16,-10-1 1 0,0 0 14 0,10-7-25 15,-10 0 13-15,3 3 2 0,-6-2-5 0,3-2-8 16,-3-3 21-16,-1 0-7 0,1 1-11 0,-4 0 10 16,0 0 10-16,3 0 14 0,-2 0-17 15,-1 4 4-15,0-2 5 0,-3 4-9 0,0 0-1 16,0-1 2-16,-1 4-21 0,-2 2-17 0,2 1-24 16,-6 3-33-16,4-3-66 0,-5 6-72 15,1-1-220-15,4 1-328 0,-1-2 23 0,-3-2 100 16,3 3 72-16,0-6 49 0</inkml:trace>
  <inkml:trace contextRef="#ctx0" brushRef="#br0" timeOffset="193360.87">18715 7474 798 0,'-3'-9'248'0,"3"9"-45"0,-1-7 4 16,1 7-33-16,0-5-20 0,0 5-8 0,0 0-16 15,0 0-10-15,0 0-2 0,0 0-16 0,0 0-4 16,0 0-4-16,0 25-9 0,0-13-29 16,1-1 21-16,-1 4-10 0,3-3-9 0,-3 4 4 15,3 1-13-15,-3 1-11 0,3 2 0 0,-3-3 11 16,4 0-8-16,-1 0-18 0,0 1-15 0,1-3-13 15,-1 2-36-15,1-2-46 0,3-4-54 16,-1 4-59-16,-2-6-120 0,2-1-353 0,2 2 30 16,-1-4 55-16,3-4 91 0</inkml:trace>
  <inkml:trace contextRef="#ctx0" brushRef="#br0" timeOffset="194194.97">18902 7751 414 0,'1'7'161'0,"-1"1"-35"0,0-3 86 0,0 5-20 16,3-5-18-16,0 8-23 0,-3-5-2 0,4 1-19 15,-1-1-9-15,0 0-11 0,5 0-13 16,-5-2-7-16,4-1-8 0,-1 2-6 0,-2-4-71 16,6 2-10-16,-6-3 16 0,3-1 12 0,-1 1-39 15,-6-2 26-15,14-2-7 0,-14 2 0 0,10-3 12 16,-6-2-13-16,-4 2 9 0,3-2 7 15,-3-2 0-15,0 1 5 0,-3-3-8 0,3-1 52 16,-4 0-19-16,1-1-7 0,-1 1 26 0,1-2 9 16,-4 2-9-16,4-2-16 0,2-1 8 15,-2 3-3-15,0 1-12 0,-1-4-1 0,4 3-2 16,0 2-7-16,-3-2 4 0,3 3-28 16,3-1 11-16,-3 1-6 0,4 2-7 0,-1 0 5 0,0 0-8 15,-3 5 5-15,11-3 3 0,-11 3 0 16,13 6 61-16,-6-4-18 0,0 4 6 0,1-2-11 15,1 6 10-15,1 0-22 0,1 2 4 0,-1-4-12 16,-3 2-3-16,4 4 0 0,-1-3 5 16,-1 2-7-16,2-4-8 0,-4 1 15 0,3 0-30 15,-3-2 15-15,0-1-8 0,0 1 5 0,-1-1 3 16,1-4-10-16,-4 4 5 0,1-1-1 16,3-5 4-16,-3 2-1 0,-4-3 8 0,0 0-13 15,0 0-2-15,13-4 7 0,-10-2-9 0,-3 6 11 16,3-10-9-16,-3 5 2 0,0-4-4 0,0 1 9 15,0 3-18-15,0-2 11 0,0-2 10 16,-3 0-16-16,3-1 11 0,-3 0-10 0,3 0 5 16,-3 2-3-16,3-4-3 0,0 0 8 0,0 1-12 15,0 3 12-15,0-2-7 0,3-2-1 16,0 2-7-16,0 0 10 0,1 2-2 0,0 1-3 16,-1-3-3-16,1 5 1 0,2-2-1 0,-2 3 11 15,2-2-11-15,2 3-4 0,-2 2 4 16,-6 1-2-16,10-3-5 0,-10 3-6 0,15 4 19 15,-9-1 2-15,1 4-10 0,2 1 0 0,-4 1 7 16,2-1-7-16,-1 2 8 0,-2 3-6 0,2-4 3 16,-2 2 0-16,3 2-5 0,-1-4 8 0,-5 1 4 15,5 3-4-15,-2-3-3 0,2-1-3 16,-1-1 8-16,-2 2-15 0,3-3 2 0,-2 1 1 16,2-5 4-16,-2 4 8 0,3-1 13 15,-3-4-23-15,5 0 23 0,-9-2-23 0,14 0 15 16,-3-3-12-16,-2 2 17 0,1-5-10 0,-2-1 5 15,2-1-5-15,-3-2-5 0,3 0-7 16,-3-4 25-16,-3 2-8 0,2-2-5 0,-3-1-7 0,-2 2 12 16,2-1-3-16,-3 4 11 0,3-3-15 15,-6 3 12-15,3 0-12 0,-3 3-3 0,-1-2 10 16,1 3-7-16,-4 2-3 0,-4-2 0 16,4 5-8-16,-6 1-15 0,-1 3-23 0,-2 2-34 15,1 2-24-15,-1-1-65 0,1 5-105 0,-1 0-489 16,2 4 5-16,1-2 75 0,3 2 84 15,-1 0 59-15</inkml:trace>
  <inkml:trace contextRef="#ctx0" brushRef="#br0" timeOffset="196978.05">21340 7360 647 0,'0'0'264'0,"-4"-7"-83"0,4 7-14 15,-3-3-11-15,3 3-13 0,0 0-20 0,-3-7-2 16,3 7-6-16,-4-7-10 0,4 7-11 15,0-4-12-15,0 4 23 0,-1-7-33 0,1-1 71 16,0 8-2-16,1-9-23 0,3 4-13 0,-4 1 2 16,3-3-7-16,1 0-10 0,-1 0-11 0,0 4-5 15,1-5-20-15,-1 2 7 0,3 3-4 16,-5-2-9-16,6 3-4 0,-7 2-6 0,7-2 6 16,-7 2-16-16,0 0 8 0,13 2-16 0,-5 1 3 15,-2 4 5-15,1 6-12 0,-1-4 2 16,1 7-5-16,0-4-6 0,-3 5 14 0,2-1-14 15,-2 5 6-15,-1-3 0 0,0 2 13 0,-2 2-6 16,2-3-10-16,-3 3 8 0,0-2-5 0,-4 2-8 16,1-2 0-16,-3 2-7 0,2-1 20 15,-2-2 7-15,-2-5 6 0,4 1 2 0,-5-1-5 16,2 2 0-16,0-5 16 0,-3 0-3 16,3-1-8-16,0-5 24 0,1 2-17 0,-2 0 9 0,2-6 2 15,-1 1-2-15,7-2-21 0,-14-2 3 16,14 2-11-16,-10-8 11 0,6 0-11 0,-2 1-9 15,3-2-1-15,2 1 5 0,-2 3 6 16,3-1-1-16,0-1-7 0,0 0 13 0,0 2-8 16,0-1-6-16,4 0-6 0,-4 6 6 0,9-4-1 15,-5 0-4-15,6 4-9 0,-10 0 20 0,20 4-11 16,-9-3 1-16,3 1 7 0,-1 1-2 0,5 4-13 16,-2-2-2-16,2-2 2 0,-1 4 2 15,-1 0 6-15,-1-4-13 0,1 4 10 0,-6-2-8 16,5-2 8-16,-6 3-5 0,5-4 3 0,-7 0-8 15,3 3 7-15,-3-3 6 0,0-1-3 16,0 3 0-16,0-1 0 0,-1-3 0 0,-6 0-15 16,11 3 10-16,-7 0 13 0,-4-3-13 0,9 0-56 15,-9 0 7-15,0 0 8 0,14-5-20 16,-14 5 35-16,0 0-12 0,7-3 10 0,-7 3 7 16,0 0-7-16,4-5 15 0,-4 5-7 0,0 0 9 15,6-3-4-15,-6 3 10 0,0 0-3 16,0 0-10-16,0 0 16 0,4-1-8 0,-4 1-19 15,0 0-22-15,0 0-23 0,0 0-18 0,0 0-59 16,6-1-64-16,-6 1-54 0,0 0-161 0,0 0-361 16,0 0 97-16,4 5 44 0,-4-5 59 0</inkml:trace>
  <inkml:trace contextRef="#ctx0" brushRef="#br0" timeOffset="199560.76">23952 7174 499 0,'-3'-7'202'0,"3"7"-13"0,-5-6 1 0,2 4-11 16,3 2-13-16,-3-8-10 0,3 3-7 0,0 5 2 15,-1-10-10-15,1 3-18 0,0 3-6 0,1-4-2 16,-1 2-84-16,3-2 10 0,-3 4 0 16,3-4-5-16,2 1 0 0,1-2-8 0,-1 2-15 15,-3 0 25-15,4 5-10 0,-2-4-15 16,-1 3 8-16,5-1-11 0,-5 1 0 0,-3 3 0 16,10-1-12-16,-10 1 22 0,11 4-15 0,-5 0 3 15,1 3 10-15,-4-3-5 0,1 4 5 16,-1 1-8-16,0-1-2 0,0 5 2 0,-1-3 3 15,-2-1-1-15,-2 2-1 0,-1 1 76 0,0-3-21 16,0 2 14-16,-1-1-19 0,1 1-18 0,-1-1 14 16,-2-2 2-16,3 1-11 0,0-1-7 15,-2-1-10-15,2-3 7 0,0 1-7 0,-1 2 10 16,4-4 5-16,-3 3 5 0,3-6-5 0,-3 4 6 16,3-4-14-16,0 0-10 0,0 0 5 15,0 0-4-15,0 0 4 0,0 0-8 0,0 0-7 16,21-11 5-16,-15 9-10 0,1-2 18 0,-1 1-13 15,4 2 2-15,-2-2-12 0,1 2 5 0,-9 1-3 16,17 1 3-16,-6 2-11 0,-1 0-9 16,0 2 14-16,1-2 6 0,-1 4-10 0,0 0-3 15,1 1-8-15,-2-2 8 0,-2 2 3 0,1 3 2 16,-1-1 0-16,-1-2 0 0,-1 1 0 0,-3 2-7 16,-2 1 7-16,0-2-5 0,0 0 2 15,-2 1-2-15,-3-3 3 0,-1 4-1 0,-4-2 11 16,-1-1 2-16,1-1-2 0,-1 0 3 0,1-1 4 15,0-4-22-15,-1 3 25 0,1-2 2 16,0 0-17-16,-1-4 17 0,1 1-19 0,0-1 14 16,10 0-5-16,-20-1-4 0,10 1 7 0,3-4-6 15,-1 1-4-15,-1 2 5 0,9 1-3 16,-11-2-2-16,4-2-11 0,7 4-22 0,-10-3-27 16,7 2-32-16,-1-2-13 0,4 3-36 0,-6-1-21 15,6 1-33-15,0 0-66 0,0 0-182 0,0 0-338 16,0 0 87-16,0 0 61 0,0 0 70 0</inkml:trace>
  <inkml:trace contextRef="#ctx0" brushRef="#br0" timeOffset="203511.18">26211 6809 642 0,'-3'-6'251'0,"3"6"-28"0,0 0-8 16,-2-5-26-16,2 5-28 0,0 0-15 0,0 0-20 16,0 0-16-16,0 0-5 0,0 0-11 0,0 0-9 15,-5 12-6-15,5-4 3 0,0 2-10 0,0 2-8 16,-3 1-11-16,3 1 4 0,0-2-6 15,0 3 0-15,-3 2-7 0,3 0-9 0,0-1-1 16,0 5-11-16,-1-4-3 0,1 1 11 0,-4-2-13 16,4 0-80-16,0-2 34 0,0 0-38 0,0 1-39 15,0-4-28-15,5 3-49 0,-2-4-64 16,0-1-30-16,0 1-124 0,1-3-198 0,2-1 45 16</inkml:trace>
  <inkml:trace contextRef="#ctx0" brushRef="#br0" timeOffset="203894.62">26313 6992 394 0,'0'0'130'0,"-3"19"21"16,3-12-30-16,0 1-1 0,3 0-5 16,1 0-13-16,-3 1-9 0,2 0-6 0,0-2-16 15,1 2-7-15,-1 0 77 0,5-1-3 0,-6 0-12 16,8 0-14-16,-6-1 4 0,6-4-4 15,-3 3-9-15,5-3-16 0,-4 3 2 0,2-6-9 16,1 1 7-16,2-1-6 0,-1-1-9 0,-3-4-3 16,1 4-7-16,0-6 2 0,1 2 5 0,-4-2-10 15,2-2 2-15,-5 0-2 0,3-4-8 16,-3 1-12-16,-1-3 7 0,-3 0-5 0,0 3-8 16,0-3-5-16,-3-2 18 0,3 3-2 0,-3 3 7 15,-1-2-82-15,0 2 18 0,1 2-12 16,-1 0 4-16,1 1 6 0,0 1-13 0,-4 1 12 15,4 3 4-15,-5 2-1 0,8 1-3 0,-13 0 4 16,13 0-1-16,-14 7-5 0,4-3 13 0,3 3-3 16,1 0 5-16,-1 2-9 0,3-1-9 15,0 1-25-15,-2 1-36 0,6 3-61 0,0-3-82 16,0-1-231-16,6 1-261 0,2 4 88 16,-1-6 76-16</inkml:trace>
  <inkml:trace contextRef="#ctx0" brushRef="#br0" timeOffset="211326.14">27288 6718 289 0,'3'-3'115'16,"-3"3"5"-16,4-6 13 0,-4 6-5 15,3-6-12-15,-3 6 4 0,3-3 79 0,-3 3-4 16,0 0-8-16,0-8-16 0,0 8-7 15,0 0-15-15,0 0-9 0,0 0-19 0,-3-6-6 16,3 6-2-16,0 0-19 0,0 0 4 0,0 0-17 16,0 0-14-16,-17 7 5 0,10 0-3 0,-3 2-18 15,0 0-8-15,0 5 1 0,-4 2 2 16,4 1-2-16,-4 2-6 0,4-3-5 0,-1 2-12 16,1 0 2-16,0 0 7 0,6 1-12 0,-2-6 5 15,3 5 3-15,-2-1-5 0,5-2-9 16,0 0 11-16,4 1 11 0,-3-4-16 0,5 2-1 15,1 0 9-15,1-3-13 0,1 0 5 16,1 0 2-16,0-2-4 0,6-5-4 0,-4 3 4 0,-1-1-3 16,2-5-8-16,0 1 7 0,-2 0-1 15,2-2-1-15,-3 0 5 0,1-2-2 0,-1 0-8 16,-3 1 5-16,3-4-2 0,-3 4-3 0,-1-2 11 16,-2-1-1-16,4 1-7 0,-5-3-6 15,0 4 1-15,1-4 10 0,-4 6-13 0,3-2-3 16,-3 2 6-16,3-8 12 0,-3 8-15 15,0-5 3-15,0 5-1 0,0 0-12 0,0-5 2 16,0 5 11-16,0 0-11 0,0 0-10 0,0-7 13 16,0 7-15-16,0 0 9 0,0 0-2 0,-3-6-2 15,3 6-3-15,0 0-2 0,0 0 9 16,0 0-4-16,-4-3 5 0,4 3-3 0,0 0 5 16,0 0 3-16,0 0-2 0,-9-1-1 0,9 1-5 15,0 0-10-15,0 0-15 0,0 0-16 16,0 0-54-16,-5-5-37 0,5 5-83 0,-3-1-97 15,3 1-377-15,0 0 29 0,0 0 56 0,0 0 85 16</inkml:trace>
  <inkml:trace contextRef="#ctx0" brushRef="#br0" timeOffset="211942.76">27260 7040 499 0,'7'-4'174'0,"1"2"-10"0,2-4-26 15,0 3 3-15,4-1-6 0,-4 0-32 0,3 3 2 16,1-4-16-16,1 3-17 0,-3 0 7 16,-1-1-15-16,3 2-5 0,-4 1 0 0,3 1-3 15,-2 2 6-15,-1-1-32 0,0 0 1 16,1 4 7-16,-5 2 3 0,4-4 0 0,-4 3 75 15,-1 1-17-15,0 1 1 0,-3 3-8 0,-2-2 13 16,0-1-13-16,0-1-5 0,-2 3-71 0,-7 2-1 16,2-1-2-16,0 1 13 0,-6-3-9 15,-1 0 4-15,4 0-16 0,-4 1 10 0,0-2-9 16,3 0 11-16,-5-2-17 0,3 1 8 0,2-5 10 16,1 4 0-16,0-4 0 0,3 1-21 15,0-3-38-15,7-1-20 0,-13-1-36 0,13 1-62 16,-8-7-89-16,5 0-354 0,3 0-20 0,3-1 26 15,4-5 61-15</inkml:trace>
  <inkml:trace contextRef="#ctx0" brushRef="#br0" timeOffset="212592.45">27244 6825 749 0,'-8'-2'300'0,"8"2"-29"0,-6-5-25 16,6 5-36-16,0 0-13 0,0 0-13 0,0 0-25 15,0 0-11-15,11-7-17 0,-2 5-16 0,3 0 0 16,4-2-7-16,1 1-19 0,5-4-4 0,1 0-6 16,1 3-7-16,2-3-13 0,1 0-8 15,-2 0 0-15,2 3 0 0,0-3-4 0,-5 1-78 16,1 3 0-16,-3-2 5 0,-3 3 1 15,-3-4 4-15,0 4-9 0,-1 1 4 0,-2-5 21 16,-1 4 5-16,0 2 20 0,-3-1-14 0,0-4 9 16,-7 5-10-16,11-1-2 0,-11 1 2 0,10-1-5 15,-10 1 10-15,0 0-5 0,10 0-15 16,-10 0 18-16,0 0 4 0,0 0-19 0,6 2 17 16,-6-2-2-16,0 10 2 0,-3-3 0 0,0 1-10 15,2 2 8-15,-5 3-8 0,3 3 2 16,-1 0-7-16,-2 2 10 0,-2 1-5 0,4 3-2 15,-2-5-6-15,3 1 8 0,0 0-5 0,2 0 7 16,-2 2-4-16,3-2-8 0,0-2-3 16,3 1 5-16,-2-2 1 0,5-3 12 0,0 3-5 15,-2-3-3-15,4-1 1 0,1-2 9 0,-2-4-22 16,3 2 5-16,1-1 17 0,-1-5-14 0,4 0 76 16,-4-2-8-16,3 0-2 0,-2-5-8 0,-1 2-2 15,3-4 5-15,-2-4-11 0,-4 0 1 16,0-2-21-16,-1-3 2 0,-2-1-2 0,-3 0 3 15,-1-4-3-15,-1 3 3 0,-3-5 2 0,-2 0 0 16,2 5-3-16,-3-2-4 0,-2 4 22 16,1 4-12-16,1-2-3 0,-2 5 3 0,-2-3-5 15,0 4-14-15,-1 6 9 0,0-2-6 16,1 5 3-16,-5 4-15 0,0-1 7 0,4 7 3 16,-4 2-6-16,3 1-4 0,-1 5-3 0,4 2 0 15,3 0 0-15,3-2-33 0,1 3-11 0,3 0-38 16,7 1-25-16,-1 2-49 0,4-1-59 0,5-2-64 15,3 3-482-15,1-2 24 0,7-4 61 16,-4-2 78-16,5-3 55 0</inkml:trace>
  <inkml:trace contextRef="#ctx0" brushRef="#br0" timeOffset="213342.87">28094 6541 616 0,'0'0'215'0,"-3"-6"-41"0,3 6-15 0,0 0 15 16,0 0-36-16,0 0-10 0,4 16-7 15,-1-6 7-15,0 4-31 0,3-1-13 0,-4 3 9 16,6 5-27-16,-6-2 6 0,4 5-6 16,-2 0 1-16,3 1-8 0,-3-1 2 0,-1 1-7 15,3 1-16-15,-2-2 8 0,-1 1-17 0,3-1-9 16,-1-3-35-16,-2 3-42 0,4-2-37 0,-4-4-103 15,0-1-177-15,4-2-299 0,1-3 71 16,0 3 67-16</inkml:trace>
  <inkml:trace contextRef="#ctx0" brushRef="#br0" timeOffset="213909.6">28481 6753 726 0,'-6'-3'267'0,"6"3"-37"0,-8-4-25 0,8 4-11 16,-10 0-22-16,10 0-16 0,-17 5-5 15,10-2-26-15,-3 3-7 0,0-1-10 0,2-1-19 16,-1 3 3-16,2 1-17 0,2-2-1 16,-4-2-13-16,2 3-7 0,4 1 2 0,-1-2-2 15,1-3-18-15,0 4-10 0,0-4 15 0,2 3-8 16,1-6 5-16,0 8-15 0,-4-4-5 0,4-4-2 15,4 7 9-15,-4-7-7 0,1 6-5 16,-1-6-3-16,3 6 11 0,-3-6 2 0,3 3-16 16,-3-3 3-16,5 7-10 0,-3-4 11 0,-2-3-4 15,9 6 1-15,-5-5 5 0,3 0-13 0,0 4 18 16,0-4-8-16,2 1-5 0,-1 0 5 16,-1 0-2-16,3 0-3 0,1-2 5 0,-1 0-12 15,0 1 2-15,1-1 8 0,-1-1-3 0,1 1-10 16,-2-2 5-16,3 0 10 0,-4-1 0 15,3 2-5-15,-4-1-2 0,3-4 7 0,-2 0 0 16,-2 3 0-16,1-5-10 0,-4 0 21 0,3 0-29 16,-2-2 8-16,-1-2 8 0,0 0-6 0,1-1 4 15,-3 1-9-15,-1-4 8 0,0 0 64 16,0-2-7-16,0 1-1 0,0-1-5 0,0 1-4 16,0 0-14-16,-2 1 13 0,2 1-15 0,-3 2 13 15,0 2-3-15,3 2-13 0,0 0-5 16,-3 2 0-16,3 0-10 0,0 7 0 0,0 0-5 15,0 0-3-15,0 0-2 0,0 0 10 0,0 0-13 16,0 30 5-16,3-18 3 0,-3 2 2 16,6 4-7-16,-5 0-11 0,3 4 11 0,1 1 7 15,-3-2-4-15,1 2-1 0,0 2-15 0,1-1-46 16,-1 0-41-16,4-3-54 0,-3 2-118 16,-1-3-412-16,3-1-115 0,-2-2 95 0,1-4 82 15,-3-5 40-15</inkml:trace>
  <inkml:trace contextRef="#ctx0" brushRef="#br0" timeOffset="-214637.68">28765 6678 1023 0,'-18'4'313'0,"8"-1"-34"0,2 3-23 16,-8 1-21-16,6 2-25 0,-3 0-23 0,-1 0-13 15,4 1-31-15,-1 1 1 0,1 2-22 0,3-4-11 16,0 5-4-16,0-4-15 0,4 1-12 0,-1 1-1 16,1-2-7-16,3-1-19 0,0-1 14 15,4 0-6-15,2-1 8 0,2 1-17 0,1-4-6 16,2 2-5-16,3-3-18 0,4-2 18 0,-2 2-13 16,4-3-5-16,0-3-8 0,1 2-17 0,2-4-27 15,0-1-1-15,-1-2-27 0,1-1 1 16,-2-1 10-16,-3-2-23 0,0-1 5 0,-5-2-5 15,1-1 15-15,-4-1-2 0,0 0 7 0,-7 1 3 16,1-3 5-16,0 0 13 0,-1-1 20 16,-3 3 16-16,0-4 30 0,-3 4 14 0,3 3-1 15,0-1 8-15,-4 5-6 0,4-3-24 0,-1 5 6 16,1 1 4-16,-3 3-3 0,3 4-11 16,0 0-4-16,0 0-6 0,0 0 3 0,-8 18 2 15,3-7-12-15,5 3 5 0,-3 3 5 0,3-1 13 16,-1 4-16-16,1 1-2 0,-1-2-8 15,2 2 5-15,-1 0-5 0,0-1 11 0,1-1-11 0,-1 0 5 16,0-1-10-16,0-3 13 0,3 0-16 16,-3-3 8-16,0 1 13 0,0-5 13 0,3 1 2 15,-1-1 3-15,-1-2-5 0,0-4-1 0,-1-2 1 16,0 0-8-16,0 0-5 0,14-10 3 16,-11 3-4-16,4 0 4 0,1 0-3 0,-3 0-10 15,2 3-8-15,-3-3-3 0,3 4 3 16,-1-1-8-16,1 3 13 0,-7 1 1 0,17 1-4 15,-10 3-10-15,0-2 11 0,4 2 0 0,0 1-9 16,1 3 19-16,-1-1-8 0,2-2-2 0,1 2-1 16,-1 0 4-16,2 0 6 0,-2 1-9 15,0-5 2-15,1 3-7 0,2-4 4 0,-1-2 11 16,1 0-11-16,-1 0 11 0,5-1 3 0,-6-2-22 16,6-4 12-16,-6-1 1 0,3 1 4 0,-3-2 1 15,0-1-14-15,-4-3 17 0,3 0-10 16,-2-2-2-16,-4 0 4 0,-1-2 9 0,1 3-1 15,-4 2-12-15,3-2 2 0,-4 3-10 0,1 3 23 16,0-3-16-16,-1 4-2 0,0 0-2 0,-2 1-3 16,0 1-1-16,0 5-6 0,3-5-1 15,-3 5 8-15,0 0-3 0,0 0 0 0,3 16 1 16,0-8-6-16,-2 3 15 0,2 3-2 0,4 1 0 16,-3 3 6-16,2 1-6 0,1 4 2 0,-1 0 6 15,-1-2-3-15,2 3-8 0,-1 0 3 16,-1-1-10-16,-4-4 8 0,0 1-4 0,-1 0 6 15,0-2-7-15,-2-2-3 0,-3 1 10 16,-2-5 5-16,1 1-13 0,0-2 16 0,-2-3-3 16,1-2 31-16,3 1 2 0,-2-6 0 0,6-1 6 15,-11 0-34-15,11 0 36 0,-8-10-48 16,3 2 35-16,2-3-7 0,3 0 22 0,-1 0-30 16,1-4 0-16,1 2 2 0,2-4 9 0,2 5-19 15,-3-4 8-15,4 1-3 0,1 4 0 16,2-3-2-16,-4 4-5 0,2 1-23 0,2 2 7 0,-1 0-36 15,2 2-45-15,-3 0-34 0,3 4-59 16,-3 1-97-16,0 2-371 0,-1 2-195 0,-2-1 116 16,-1 3 61-16,-3-2 66 0,0-4 39 0</inkml:trace>
  <inkml:trace contextRef="#ctx0" brushRef="#br0" timeOffset="-212987.58">19169 8549 726 0,'0'0'305'0,"0"0"-36"0,0 0-29 16,0 0-12-16,0 0-23 0,21 0-10 0,-21 0-21 16,24-6-21-16,-8 6-15 0,1-2-2 0,1-2-18 15,-1 2-8-15,4 0-5 0,-2-3-10 0,2 3-8 16,-3 1-16-16,-2-3 3 0,-1 1-10 15,-2 3 3-15,1-2-8 0,-1 1-13 0,-6-2-8 16,4 2 14-16,-4 0-6 0,2-1-13 0,-9 2-25 16,10 0-72-16,-2-1-46 0,-8 1-85 15,10 1-202-15,0 1-386 0,1-2 120 0,2-2 41 16,4 2 41-16</inkml:trace>
  <inkml:trace contextRef="#ctx0" brushRef="#br0" timeOffset="-212637.45">21870 8308 949 0,'0'0'259'0,"17"-5"-24"16,-17 5-25-16,13-2-21 0,-3 2-27 16,5-1 12-16,5 1-39 0,0-4-7 0,4 2-12 15,4 1-22-15,2-1 6 0,-2-2-5 0,-1 2-18 16,-3 0-13-16,-3 1 5 0,2 0-13 0,-6-2-2 15,1 1-13-15,-5 2-34 0,1-1-37 16,-4 1-50-16,-3 0-35 0,0 1-128 0,-3 1-515 16,-1 1 98-16,-3-3 64 0,0 0 35 0</inkml:trace>
  <inkml:trace contextRef="#ctx0" brushRef="#br0" timeOffset="-212070.73">24605 8078 1054 0,'-10'0'307'0,"10"0"-23"15,0 0-25-15,0 0-26 0,0 0-28 0,19-7-24 16,-8 4-1-16,2 3-37 0,5-3-48 0,2-1-44 16,4 3-69-16,4-2-92 0,5 2-254 0,5-4-327 15,4 4 18-15,12-6 74 0,4-3 72 16</inkml:trace>
  <inkml:trace contextRef="#ctx0" brushRef="#br0" timeOffset="-211638.02">26789 7856 665 0,'-10'0'259'0,"10"0"-14"15,0 0-27-15,-11 0-18 0,11 0-37 0,0 0-4 16,0 0-3-16,0 0-25 0,-10 0-6 16,10 0-10-16,0 0-15 0,0 0-10 0,0 0-1 15,0 0-14-15,-8 0 9 0,8 0-17 0,0 0-21 16,0 0 5-16,-10 1-23 0,10-1 13 0,0 0-8 15,-12 0 6-15,12 0-11 0,-10 1-8 0,10-1-35 16,-11 2-80-16,11-2-112 0,0 0-87 16,-2 0-423-16,2 0 79 0,0 0 52 0,0 0 41 15</inkml:trace>
  <inkml:trace contextRef="#ctx0" brushRef="#br0" timeOffset="-211321.16">28030 7707 977 0,'0'0'405'0,"0"0"-44"16,0 0-26-16,0 0-36 0,0 0-22 0,0 0-34 15,0 0-25-15,27-7-14 0,-11 6-22 0,2-2-23 16,3 1-26-16,-1 1-51 0,4 1-36 0,-3 0-43 16,0 0-57-16,-5 0-223 0,-6 0-511 15,1 3 33-15,-8 0 82 0,-3-3 94 0,0 0 39 16</inkml:trace>
  <inkml:trace contextRef="#ctx0" brushRef="#br0" timeOffset="-210504.88">19042 9350 683 0,'0'1'210'0,"0"-1"2"0,0 0-20 0,0 0-18 15,11 5 57-15,-11-5-6 0,20-5-23 0,-6 4-28 16,0-5 0-16,6 5-25 0,-3-6-3 15,4 4-29-15,-1-2-1 0,0 2-11 0,1 0-36 16,-3-1-31-16,2 2-41 0,0-2-45 0,-2 3-78 16,-1 0-142-16,0 1-477 0,0 1 79 0,-3 3 57 15,-1-1 56-15</inkml:trace>
  <inkml:trace contextRef="#ctx0" brushRef="#br0" timeOffset="-210138.66">19497 11201 652 0,'0'0'269'15,"0"0"-31"-15,14 0-26 0,-14 0-20 0,17-8-12 16,0 4-45-16,0-2-68 0,1-1-93 0,9-1-138 16,0 4-463-16,7-4 67 0,0-1 38 15</inkml:trace>
  <inkml:trace contextRef="#ctx0" brushRef="#br0" timeOffset="-209770.16">22072 10711 816 0,'0'0'340'16,"0"0"-35"-16,19-10-18 0,-7 9-29 0,4-6-32 0,8 0-32 15,0 1-48-15,4-2-54 0,-1 2-71 16,7-2-62-16,0 1-123 0,0-1-269 0,-3 5-222 16,3-5 23-16,-6 2 87 0</inkml:trace>
  <inkml:trace contextRef="#ctx0" brushRef="#br0" timeOffset="-209299.26">21948 8947 732 0,'28'-4'227'0,"-2"1"-60"0,2-1-90 15,0 1-188-15,2 3-454 0,4-1 45 0</inkml:trace>
  <inkml:trace contextRef="#ctx0" brushRef="#br0" timeOffset="-208888.39">23952 8956 691 0,'16'-5'276'0,"-16"5"-38"0,11-2-25 15,-1 0-16-15,0-2-46 0,4 4-41 0,-1 0-64 16,2 0-115-16,1 0-164 0,2 0-387 16,1 1 34-16</inkml:trace>
  <inkml:trace contextRef="#ctx0" brushRef="#br0" timeOffset="-208571.6">24553 10707 601 0,'0'0'241'0,"3"6"-3"0,-3-6-26 16,4 2-17-16,-4-2-29 0,17 1-48 15,-7-4-67-15,4 1-82 0,-1-1-186 0,2 2-413 16,1-1 75-16</inkml:trace>
  <inkml:trace contextRef="#ctx0" brushRef="#br0" timeOffset="-207788.23">26529 8524 929 0,'-7'-5'291'0,"7"5"-12"0,0 0-38 15,-3-1-23-15,3 1-19 0,0 0-9 0,14-7-34 16,-7 4-18-16,3 3-33 0,4 0-49 15,2 0-74-15,2 0-107 0,2 4-438 0,4 2-113 16,-3 1 87-16,3 0 44 0</inkml:trace>
  <inkml:trace contextRef="#ctx0" brushRef="#br0" timeOffset="-207538.94">26895 10481 560 0,'0'0'241'0,"3"3"-24"0,-3-3-38 16,14-1-48-16,-4-2-39 0,4-2-61 0,0-2-187 15,10-3-430-15,0 1 58 0</inkml:trace>
  <inkml:trace contextRef="#ctx0" brushRef="#br0" timeOffset="-206954.65">28251 8332 342 0,'18'0'-48'0</inkml:trace>
  <inkml:trace contextRef="#ctx0" brushRef="#br0" timeOffset="-206572.09">28429 10419 716 0,'0'0'274'0,"0"0"0"0,0 7 36 0,0-7-24 16,0 0-19-16,0 0-40 0,0 0-6 0,7 0-29 16,-7 0-24-16,0 0-14 0,16-7 0 15,-8 4-14-15,-1-5-22 0,7 1-87 0,-1 3 2 16,0-3-12-16,-1-1-19 0,1 0-2 0,1 2-43 16,-1-3-26-16,-5 3-49 0,2 2-205 0,-1-2-457 15,-5 6 96-15,3-3 44 0,-7 3 67 0</inkml:trace>
  <inkml:trace contextRef="#ctx0" brushRef="#br0" timeOffset="-198538.97">26656 2906 509 0,'-8'-6'148'0,"8"6"-20"16,0 0-12-16,0 0-9 0,0 0-15 0,0 0 3 15,-19 8-11-15,15-5-9 0,-3 0 1 0,3 4-27 16,-2-1 20-16,-1 0-23 0,1 3 5 15,-2-1-12-15,1 3-3 0,-1-1-11 16,0 2 8-16,0 1 8 0,1 1-10 0,-2 1 0 0,2-2 0 16,2 3-13-16,-1 1 15 0,1 0 3 15,-3-2 7-15,5 3-15 0,-5 0 21 0,5 6-8 16,-1-3 0-16,4-3 5 0,-3 5-10 16,3 2-11-16,0-4 24 0,0 4-18 0,0-1-1 15,0 2-9-15,3-1 10 0,0 4-13 0,-2-3 15 16,-1 0-8-16,3 1-4 0,1 0-6 15,-4 1-2-15,4-2 10 0,-1 0 5 0,0 1-5 16,2-2 0-16,-4 0 8 0,0 1-5 0,5 2-8 16,-3-3-16-16,-2 1 13 0,6 1-9 0,-4-1 6 15,1-1 6-15,-1 4-5 0,-3-4 8 16,4 0-6-16,-1 0 0 0,0-4 6 0,0 4-1 16,2-3 1-16,-2 2-9 0,2-3-1 15,-3 0 14-15,1-2-9 0,0-1 7 0,1 4 5 16,2 1-15-16,2-3 2 0,-5 3 3 0,4-3-3 15,-4 1-7-15,4-3 0 0,0 0-1 0,-3 5 4 16,2-4-9-16,-2-1 3 0,-1 3 6 16,3-2-11-16,-2-1 2 0,3 3 3 0,-3-3 3 15,-1 0 2-15,3 5-2 0,-2-3 5 0,3 2 2 16,-3-1-10-16,2-2-5 0,-2-1 18 16,-1-1-18-16,3-1 5 0,-2 2 3 0,2-3-1 15,-4 2-4-15,1-3 5 0,3 2 7 0,-2-2-5 16,-4 0-2-16,3-1-5 0,2 0-3 0,-3-1 0 15,1 3 17-15,1-1-9 0,-1 3-3 16,-2-6-5-16,2 3 8 0,3 2 2 0,-2 1-12 16,-1 0-68-16,1-1 1 0,3 1 16 0,-1 0 7 15,-2-4 15-15,2 3 0 0,-2-1-5 16,3 0 11-16,0 1-9 0,-3 0 6 0,2-3 13 16,-1 2-18-16,-3-1 10 0,4-2 7 15,-1 1 9-15,-2-2 9 0,0 2-10 0,1-3-9 16,-1 0 1-16,0 4 8 0,0-3 14 0,-2 0-14 0,2 2 5 15,-3-2 6-15,3 2-11 0,3-1 8 16,-5 1-5-16,0-1-5 0,-1 1 10 0,3-1 2 16,-3 1 6-16,3-2-8 0,-1 3-5 15,-1-2 10-15,-1 2 0 0,1-2 5 0,-1 1 8 16,0-2-18-16,3 2-7 0,-3-2 9 0,0 3 3 16,0-5-5-16,0 2 6 0,0 1-1 15,0-2 2-15,0-1-9 0,0-1-1 0,0 2 8 16,0-2 3-16,0 1-8 0,0-3 3 0,0 2-9 15,0-1 17-15,0-1-14 0,0 0 3 0,0 1-5 16,0-1 18-16,-3-1-18 0,3 2 7 16,0-1-4-16,0 1 9 0,0-7-14 0,3 10-1 15,-3-4 18-15,0-2-7 0,0 2-1 0,0 2-4 16,0-4-1-16,0 2 8 0,0 0-7 16,0-1 12-16,0 2-7 0,0-1-6 0,0 1 6 15,0-3 4-15,0 2-14 0,0 2 7 0,0-4 2 16,-3 3-7-16,3 1-3 0,0-2 13 15,-2 1-17-15,2-2 27 0,-5 2-15 0,5-1 10 16,-3 1-10-16,3-2 13 0,-2 2-18 0,-1-1-8 16,0 2 16-16,3 0-6 0,-3 1 13 0,0-1 3 15,2 0-15-15,-2-4 7 0,0 5-5 16,3-1 7-16,-3 0 1 0,-1-1-3 0,1 2-5 16,3-1 5-16,-3-2-2 0,1 2 5 0,-1 0-14 15,0-4 4-15,0 3-1 0,3-1 8 16,-1 2 1-16,0-1-14 0,-1-3 0 0,-1 3 24 15,3 0-9-15,-3 2-7 0,0-2-7 0,3 0 9 16,-1 2 8-16,-2 1-5 0,0-1 1 0,-1 1-9 16,3 0 0-16,-2 3 3 0,0-4 8 15,0 1 8-15,2 3-19 0,0-3 8 0,-4 2 0 16,5 0-12-16,-3-1 4 0,2 3 0 0,0-3-7 16,-1 3 0-16,2-1 10 0,-3 0 2 15,3 2-7-15,-4-3 10 0,4 2 1 0,-3-2-1 16,3 2-5-16,-1 0 13 0,-2 0-13 0,3 0 2 15,-3 1-17-15,3-4 17 0,-3 3-2 16,3 2-2-16,-1-4 7 0,1 1-5 0,-3-1 2 16,3 2-7-16,0-2 10 0,0 2 3 0,0 0-3 15,0-3-5-15,0 5 3 0,3-6 2 16,-3 5-5-16,1-3 0 0,-1 1-5 0,3-1 0 16,-3 1 7-16,3 1 8 0,-3-2 1 0,0 1-11 15,3-1 2-15,-2 3 8 0,-1-5-12 0,0 3 4 16,3-1-4-16,-3 1 12 0,0-2-10 15,4 1 5-15,-4 1 11 0,3-1-4 0,-1 1-4 16,-1-3-3-16,0 5 3 0,-1-5 0 0,3 5 4 16,2-3-1-16,-3 3-9 0,1 2 1 15,0-2 4-15,0 2-1 0,-2-2 1 0,3 1 9 16,-1 0-11-16,0-2 2 0,-2 1-19 0,2-1 19 16,0-3-7-16,0 6 5 0,-1-4-7 15,-1-1 7-15,0 2-10 0,2-3 10 0,-3 2-2 16,3-1 4-16,0 0-17 0,-3-2 20 0,2 1-10 15,1-1 3-15,-3 3-3 0,0-5-5 0,3 3 7 16,-3 1 26-16,3-2-38 0,-2 0 13 16,-1 1 2-16,0 2 64 0,0-5-8 0,0 3-12 15,0 2-3-15,0-3-5 0,0 0 3 16,0 3 2-16,0-3-13 0,0 0 5 0,0 0-28 16,0 3 24-16,0-4-11 0,0 1-5 0,0 0 2 15,0 1-4-15,0-1 7 0,0-2 0 0,0 2-16 16,0-1-2-16,0 0 1 0,0-1 6 0,-1 2-4 15,2-2 2-15,-1-1 1 0,0 3 9 16,0-3-20-16,0 1 10 0,0 0 0 0,0 1 1 16,0-4-11-16,0 4 0 0,0-2 0 0,0-3-5 15,0 3 10-15,3 0-3 0,-3 0 6 16,0-3-5-16,3 3 7 0,-3-1-5 0,0-1-3 16,3 0 6-16,-2 1 2 0,-1-2-5 0,0 2-12 15,0-6 9-15,3 9-2 0,-3-3 5 0,0-6 11 16,3 9-16-16,-3-7 10 0,0-2-2 15,0 8-6-15,0-2 3 0,0-6 11 0,0 4-16 16,3 2 7-16,-3-6 4 0,3 7-22 16,-3-7 14-16,0 4 2 0,1 1 3 0,-1-5-16 0,0 7 16 15,0-7 10-15,1 6-11 0,-1-6-4 16,0 7 0-16,0-2-6 0,3-2 11 0,-3 3-6 16,0 1 3-16,3-3-2 0,-3 1 5 15,0 2-8-15,0-3 5 0,0 2 2 0,2 1-4 16,-2-3-8-16,0 3 10 0,0 0-3 0,0 0-7 15,1-3 10-15,-1 3-5 0,0 0 6 16,0 0-6-16,0-3 5 0,0 3 2 0,0 0 1 0,1 1 0 16,-1-1-11-16,0-3 1 0,0 5 7 15,0-1-8-15,0-1 11 0,0 3-3 0,0-3-5 16,0 1 0-16,0-1-3 0,0 1-2 0,0 2 3 16,-1-4-3-16,2 2 10 0,-2-4-10 15,1 6-3-15,0-3 11 0,0 1-1 16,0-1 6-16,0 1-6 0,0-1 1 0,0 3-13 0,0-3 12 15,1 0 6-15,-1 1 0 0,0-2-6 16,0 1 3-16,0 1-15 0,0-1 10 0,3 1-3 16,-3-1 9-16,0 1-12 0,0 0 14 0,0-4-13 15,0 4 10-15,0 0-5 0,0-1 5 16,3 0-12-16,-3 3 4 0,0-3-2 0,0 0 7 16,0 1-7-16,0-2 13 0,0 4-16 0,0-5 13 15,0 3-5-15,0 1-2 0,0-1-6 0,0-1 6 16,-3 1 12-16,3 2-5 0,0-3 10 0,0 1-12 15,3 2-8-15,-3-3 15 0,0 1-10 16,3 2 13-16,-3 0-11 0,1 1 11 0,-1 0-8 16,3-3 6-16,-3 2-9 0,0 0 1 0,4 1 2 15,-4 0-5-15,0-3 2 0,3 2 6 16,-2 4-5-16,-1-6 4 0,0 3-4 0,3 2 10 16,-3-2-8-16,0-3 0 0,3 6-3 15,-3-4 6-15,0 1-10 0,0 2 9 0,0-4-2 16,0 2 0-16,3 2-5 0,-3-2-5 0,0-1 0 15,0 3 15-15,0-3-15 0,2 4 10 0,-2-4-2 16,0 2-11-16,1 1 8 0,-1-2 0 16,0 2-2-16,0-2 2 0,0 3 0 0,0-5 2 15,1 4 6-15,-1-1-16 0,0 4 11 0,0-5 7 16,0 3-7-16,0-3 7 0,3 3-10 0,-3-2 0 16,0 2 0-16,0 1 10 0,0-4-10 15,0 4 5-15,0-5 0 0,0 7-7 0,3-4-3 16,-3-1 15-16,0 3-5 0,3-1-13 0,-2-1 1 15,-1 2 7-15,0-3 2 0,4 2 3 16,-4 1-12-16,0-3 7 0,0 3 2 0,3 0-2 16,-3-1-7-16,0 0-1 0,0 1 8 0,0 0 2 15,0 0-2-15,0-2-5 0,0 3 3 0,0-1 2 16,0 1-5-16,-3 0 10 0,3 1 2 0,0-1 1 16,0-3-8-16,0 2-5 0,0 2 10 15,3-1 5-15,-6 1-10 0,3 1 11 0,0-3-1 16,0 2-2-16,0 0-8 0,0 1-6 0,0-2 12 15,0 5-4-15,0-4 1 0,0 1-3 16,3 0 7-16,-3 0-2 0,3 2 6 0,-3-1-14 16,0-1 3-16,0 0 0 0,1 2 5 0,-1-1-7 15,3-1 9-15,-3-3-14 0,3 3 2 16,-3 0 15-16,3 0-8 0,-2 1-2 0,-1-1-2 16,3-1-1-16,-3-1-2 0,3 2-5 0,0-2 18 15,-1 1-8-15,1 1-8 0,-3-1 10 0,3 1 9 16,0-1-6-16,0 2-13 0,-2-1 8 0,2-1-10 15,-3 0 20-15,3 0-12 0,1-1 12 16,-1 1-5-16,0-1-10 0,0-3 10 0,2 6-10 16,-2-5 15-16,0 1 0 0,-1 0-10 0,0 0-2 15,1-3-1-15,0 3 8 0,0-1-17 16,-2-2 14-16,2 4-7 0,0-1 2 0,1-4 19 16,-3 3-11-16,2-3-8 0,0 6-2 0,0-3 0 15,-2 1 8-15,5 1 9 0,-6-3-22 16,5 4 8-16,-3-2 7 0,2-4-8 0,-1 4-2 15,1 2 3-15,-1-2 4 0,3 1-7 0,-2-1 8 16,-1-1-3-16,1 1 2 0,0 2-12 0,4-2 15 16,-6 2-5-16,4-2 10 0,-3-2-7 15,1 3-8-15,-1 3 7 0,2-4 6 0,-2 1 2 16,3 3-12-16,-3-4-1 0,1 4 8 0,-1-3 0 16,0 3-5-16,-2-1 8 0,2 0-8 0,4-3-3 15,-3 3 14-15,-1-1-14 0,1 1 3 16,-1 1 10-16,3-2-10 0,-2 2 0 0,-1-2 3 15,4 1-11-15,-3-1 3 0,3 5 5 0,-4-1 10 16,4 1-7-16,0 1-6 0,0-3 1 0,-1 3 2 16,-2-3-3-16,2 4 6 0,2 1-14 15,-2 0 9-15,-2-2 2 0,2 2 8 0,-2 0-6 16,5 2 3-16,-4-2-10 0,1 0 15 0,-2 0-15 16,2 1 3-16,-2 2-1 0,5-2 6 0,-4-1-8 15,1 3 10-15,-2 1-10 0,3-2 10 16,0-2-3-16,-3 7-2 0,2-6 8 0,-1 0-11 15,-3 1 6-15,1 1-3 0,3 2-8 0,-4 2 8 16,1-1 0-16,3 1 8 0,-5-3-8 16,2-3-5-16,-3 6 0 0,3 1 18 0,0-3-11 15,-2 5 8-15,-1 0-7 0,0 0-11 0,3 0 16 16,-3 0 5-16,0 2-18 0,3-4 7 16,-3 1-2-16,3-1 8 0,-3-1-6 0,0-1-14 15,3 4 14-15,-3-5-7 0,-3 6 2 0,3 0 1 16,0-3 12-16,0 3-12 0,0 3 7 0,0-3-18 15,-3 3 8-15,3 0 18 0,3-3-3 0,-3 4-5 16,0-3 3-16,0 3-6 0,0-5 19 16,-3 5-9-16,3-5-14 0,0 3 7 0,0-1-5 15,0 3-10-15,0 0 35 0,-3 1-7 0,3-4 10 16,-3 3-10-16,3 2 8 0,0-3 0 16,0 1 4-16,0 0-17 0,0 1 5 0,3 14-3 15,-3-12 1-15,3-1 2 0,-3-4-6 0,7 13-1 16,-6-9-6-16,2-5 23 0,2 2-20 15,-3 12 2-15,4-1 21 0,-2 0-26 0,-1 5-3 16,4-2 1-16,-6-11 2 0,5 8 3 0,0 2 12 16,-2-2-12-16,3 0 17 0,0 3-12 15,-3-3 5-15,2-7-23 0,-2 7 23 0,2-8-10 16,-1-7 15-16,-3 4-21 0,5-3 8 0,-4 3 8 16,1-3-10-16,2 14 10 0,-2-8 5 0,-1-3 15 15,-3-2-33-15,5 5 3 0,-2 8 5 0,0 3-3 16,2-11-7-16,-3-5-1 0,1 2 3 0,0-3 13 15,0 3-10-15,-2-3 0 0,2 3-3 16,0-2-8-16,2 13 13 0,1-8-12 0,-3-9 17 16,-2 4-10-16,5-4 3 0,-3-1-8 0,0-3 3 15,-2-3 12-15,2-1-18 0,3 0 9 16,-4-4-6-16,-2 0 0 0,3-3 0 0,0-3 7 16,-3 2 1-16,0-4-13 0,3-1 10 0,-3 1-18 15,1-2-18-15,-2-2-2 0,1-1-62 0,-3-1 13 16,-3-5-133-16,2-2-281 0,4 0-428 15,-17-13 107-15,7-3 101 0,-4-14 55 16,-3-14 49-16,-4-10 75 0</inkml:trace>
  <inkml:trace contextRef="#ctx0" brushRef="#br0" timeOffset="-195805.66">26389 2960 877 0,'0'0'198'0,"0"0"-12"16,0 0-24-16,0 0-19 0,0 0-7 0,-4-4-16 16,4 4 3-16,0 0-13 0,0 0-28 0,0 0-18 15,0 0 10-15,0 0 3 0,21-6-3 16,-10 2 3-16,10 2-21 0,2-4-2 0,4 1 2 16,7-3-12-16,3-3 12 0,15-1-5 0,3-1-2 15,7 0 56-15,4 0-13 0,15-6 3 16,5 1-31-16,-2 0 10 0,5-2 8 0,0 3-13 15,-3-3-15-15,1 2-8 0,-1-1-3 0,0 1-9 16,-3 1-1-16,-15 5-5 0,0 1-2 16,-3 0-1-16,-1 1 8 0,-5 1-12 0,-1 0 5 15,-13 3-14-15,-5-1 19 0,-5 3-18 0,-1-2 0 16,-4 0-3-16,-2 1 5 0,1-1 1 16,-3 0-6-16,1 1-15 0,-2-3 18 0,1 1-6 0,-2 0 3 15,4-2-2-15,-1 0 0 0,4-3-1 16,0 2-14-16,1 1 9 0,-3 0 14 0,2-1-16 15,-4 1 2-15,-2 2-2 0,2-1 13 16,3 1-3-16,-3 0-12 0,0 0 7 0,1 1-13 16,0 1 13-16,4-2 0 0,-3 4-15 0,5-3 18 15,-3 2-3-15,0 0-5 0,0 0-5 16,-1 1 5-16,-2 2 0 0,-1-1 5 0,-1 1-13 16,-4-1 8-16,-5 0-2 0,4 0-3 0,-5 1 2 15,-1 0 6-15,-2 0-11 0,1 1 8 16,-4-1 8-16,0-1-21 0,1 2 13 0,-4-2-3 0,4 2-10 15,-11 0 13-15,13 2-5 0,-4 0 0 16,-9-2 0-16,11 2-13 0,-1 0 21 0,-6 2-11 16,4 1 8-16,-3 1 0 0,2 1-2 0,0 2 7 15,0 1-5-15,-1 3 5 0,1 0-5 16,0 2 0-16,-3 1 10 0,3 1-5 0,-1 2-7 16,1 4-1-16,2-1 3 0,-4 1 8 0,2 0-6 15,-1 1-7-15,1 1 5 0,2 5 13 0,-1 0-16 16,-1 2 1-16,0-1 4 0,4 1-2 15,0 1 3-15,1 11-3 0,-1 0-3 0,2 2 3 16,1-1 3-16,-1 1 2 0,1 1-10 16,-2-2-3-16,0 3 11 0,2 2 17 0,-1 3-17 15,-2-2-1-15,4 2-4 0,-2 1-1 0,0 0 11 16,-3 0-3-16,4 0-5 0,-4 2-2 0,4 1 4 16,-4-3 1-16,0 3 9 0,1 3-12 15,-1-3 0-15,0 1 13 0,4-1-20 0,-4 0 7 16,0 2-3-16,1 1 6 0,5 14-1 0,-2 0 1 15,-4-15-3-15,0 2 7 0,1 2-4 0,-1-2 10 16,0 12-21-16,1-13 8 0,-4 4-5 16,3-1 18-16,0 15-3 0,0-2-10 0,-3-9 10 15,-1-1-15-15,-2-3 15 0,4 2-5 0,-2 2-7 16,0-2 12-16,-2 1-10 0,3 0 13 16,-3 2-8-16,3 8 0 0,-4-9 3 0,7 9-13 15,-4-10 25-15,2 10-17 0,-1-12 10 0,1 1-8 16,0 11-3-16,0-10 8 0,1 9-7 15,-2-13-11-15,0 18 13 0,4-5 1 0,-1 0-4 16,0-13 6-16,1 11-8 0,-2-8 10 0,1 11 8 16,-2-12-13-16,2 12 0 0,0-15 5 0,1 18 11 15,-1-3-13-15,-1 0-6 0,2-1 8 16,-4-13-2-16,3 17 0 0,1-4 7 0,-4-8-20 16,3 8 13-16,0 1-6 0,0 0-2 0,-3-10-2 15,3 9 7-15,-2-11-10 0,2 10 5 0,0-12 2 16,2 14 8-16,-2-12-12 0,-2 11 7 15,3 2-23-15,-4-12 23 0,3 11 0 0,0-1-2 16,0-11-1-16,0 11 11 0,-3-14-13 0,4 14 8 16,-1 2-5-16,-3-12-1 0,-1-1 11 15,5 12-5-15,-4-9-1 0,1 11 6 0,-3 1-13 16,6-3 10-16,-2-12-2 0,0 14 12 0,0-15-9 16,-5 0-14-16,6 14-2 0,-4-12 10 15,2 1 0-15,1 11 3 0,1 0 7 0,0 0-7 16,-2-16-3-16,2 4 10 0,-3-5-9 0,7 15 4 15,-7-11-10-15,2 12 5 0,-2-11 5 16,1-2 8-16,2 15-15 0,0-2 2 0,-3-13 18 0,0 1-16 16,2 0 22-16,-2-2-24 0,-2 2 5 15,4-3-10-15,-2 3 8 0,-1-3-1 0,-2 2-14 16,4-1 14-16,0 5 19 0,-3-5-8 0,2-1-8 16,-1-1 5-16,2 0 1 0,-5 0-1 15,4-4-5-15,-4 0-4 0,3 2-4 0,-2 1 6 16,3-1-8-16,-6 0 13 0,5-1-8 0,0 1-3 15,-2-2-4-15,-1-2-1 0,0-2 3 0,2 3 5 16,-5-2-5-16,7 1 3 0,-4-1 2 16,2 3-10-16,0-5 10 0,-2 0-10 0,0-8 5 15,2-4-3-15,-2 2 8 0,2 10-5 0,-3-8-5 16,1 7 8-16,2-7 2 0,-3-5-8 16,1-1 8-16,-3 1-2 0,3-1 2 0,1 1 0 15,-3-1 0-15,2 18-2 0,0-3-6 0,-3-9 1 16,5-7 4-16,-3-1-2 0,1 1 3 15,3-3-6-15,-2 4 14 0,2-1-16 0,-1-2 7 16,1 1 3-16,1 13 0 0,-2-11-7 0,1-2 15 16,0-4-11-16,-2 1-2 0,2-7-5 0,-2 2 5 15,-1-2 15-15,0-2-20 0,2 2 8 16,-2-7-11-16,0 3 13 0,-1-4-7 0,0 0 9 16,-2-1-7-16,3-5 8 0,-3 4-8 0,3-5 13 15,-3 4-8-15,2-3-2 0,-2-1-9 16,1-2 14-16,-1 3-16 0,0-5 16 0,1 1-10 15,-1 1-1-15,0-1-2 0,0 0 10 0,-1-3 3 16,1 3-3-16,0-1 0 0,-1-2-13 0,1-4 11 16,-2 8 2-16,-1-1-13 0,3-3 8 15,-3 0 3-15,-1 1-3 0,-5-1 7 0,1 0-9 16,-5 0-11-16,1 0 18 0,-7 0-2 0,1 2 12 16,-1-3-10-16,-2 1 0 0,0 0 3 15,1 1-11-15,-1 0 9 0,-3 0-1 0,-3-2-3 16,-1 4 6-16,5 3-11 0,-11-2 21 0,-1 3-20 15,1-2 9-15,0-1-17 0,-14 6 10 16,-3-1 8-16,-4-3 2 0,-3 3-20 0,-4 1 15 0,-3-3 0 16,0 1 3-16,-3-2-3 0,5 3 5 15,-3-2-5-15,4-3-10 0,2 2 8 0,3 1-6 16,3-1 6-16,2 1 4 0,8-3-4 0,5 0-8 16,-14 2 5-16,1 3-3 0,1-2-7 15,-3 3 7-15,2-3 21 0,1 2-23 0,8-3 10 16,-6 4-5-16,0-1 8 0,6-5 5 0,6 5-11 15,-2-4-7-15,-8 4-13 0,5-1 11 0,5-2 7 16,2 0 2-16,-2 2 1 0,3-1-1 16,-15 3-12-16,9-1 20 0,6-1 1 0,3-2-19 15,-4 1 8-15,1 2 8 0,0-2-21 0,0 0 13 16,0 1 2-16,0-1-4 0,0-2 2 0,3 4 2 16,-3-1-2-16,3-4-7 0,2 5 12 15,-3-1 0-15,1-2-5 0,3 2-5 0,-2-1 10 16,2 1-10-16,4-2 7 0,-4 2-7 0,4-4 10 15,1 5-2-15,-1-4-11 0,0 1 8 16,0 0-5-16,1-2 5 0,0 0 0 0,-3 1 5 16,5-1-5-16,-2-1-2 0,5 0 2 0,-2-1 7 15,5-1-9-15,-4 3-14 0,2-2 24 16,0-3-13-16,7 4 5 0,-4-6 0 0,4 6-5 16,0-4 5-16,2 0 5 0,1-1 5 0,1 0-7 15,-1 1-11-15,1-1 6 0,1 1-1 0,5-3-2 16,-8 0 0-16,8 0 15 0,-8 7-13 15,8-7 6-15,-7 0-13 0,7 0 12 0,-8 3-7 16,8-3 13-16,0 0-6 0,-9 3 9 0,9-3-14 16,0 0 6-16,0 0 7 0,-7 2-15 0,7-2-5 15,0 0 20-15,0 0-5 0,0 0-10 16,-5 2 5-16,5-2 0 0,0 0-16 0,0 0-9 16,0 0-29-16,0 0-28 0,0 0-15 0,0 0-44 15,-5 0-18-15,5 0-35 0,0 0-93 0,0 0-550 16,0 0 62-16,23-2 81 0,-12-3 67 15,-1-5 61-15</inkml:trace>
  <inkml:trace contextRef="#ctx0" brushRef="#br0" timeOffset="-194673.75">27667 15776 952 0,'0'0'330'16,"0"0"-25"-16,-3 15-11 0,6-1-46 0,-3-3-7 15,7 9-95-15,-3-2-11 0,2 4-27 0,-2 1-3 16,6 7-16-16,0-3 68 0,-1 2-17 16,-1-1-19-16,3 1-24 0,-4 2-31 0,2-5-27 15,-2-1-31-15,1 2-60 0,-1-2-73 0,3-5-134 16,-4-1-521-16,2-5 83 0,-2-5 55 0,-3-1 69 15</inkml:trace>
  <inkml:trace contextRef="#ctx0" brushRef="#br0" timeOffset="-194272.66">27633 15826 947 0,'-3'-5'314'0,"3"0"-32"15,0 5-31-15,0 0-16 0,0 0-27 0,0 0-16 16,17 13-18-16,-10-9-21 0,3 8-20 15,4-1-10-15,2 0-13 0,-1 3-10 0,4 1-87 16,-4 0 2-16,4-3 8 0,-1 3-20 16,-2-2 7-16,-4 1 3 0,1-3 0 0,1-1 2 15,-4 0 0-15,0-2-9 0,1-1 14 0,-4-2 3 16,-1-1 3-16,1-1-1 0,0-3 1 16,-7 0 5-16,10-6-21 0,-6-1 15 0,-1-2-7 15,0-5-2-15,-3-3-1 0,4-7 0 0,-4-5-2 16,0 2-5-16,4-8 17 0,-4 0-14 15,3 1-4-15,0 4 16 0,-1 4-15 0,-2 1 10 16,1 3 8-16,-1 2-16 0,1 5 3 0,-1-2-3 16,0 6 10-16,0-3-20 0,3 6 3 0,-3 0-6 15,5 1 6-15,-3 6-13 0,-2 1 17 16,0 0-9-16,17 9 4 0,-10 4 11 0,2-1-10 16,3 5-3-16,-2 5-3 0,3 3 6 0,1 0 12 15,-1 1-23-15,2 1 21 0,-2 1-8 16,1-1-5-16,2 1 16 0,-1 1-19 0,1-1-7 15,-1-2-16-15,-2 1-12 0,4-2-62 0,0 0-56 16,-3-9-85-16,3 2-457 0,-3-4 4 16,-1-5 33-16,1-2 83 0,-4-5 38 0</inkml:trace>
  <inkml:trace contextRef="#ctx0" brushRef="#br0" timeOffset="-193556.72">28386 15737 734 0,'0'0'238'0,"3"21"-13"0,-3-13-17 0,3 7-32 15,0 2-7-15,1-2-13 0,2 3 54 16,-2-1-20-16,5 1-11 0,-4 2-18 0,5 0-23 16,-3 0-10-16,6-1-15 0,-3-2-5 0,2-3-6 15,-2 0-82-15,3-3 16 0,-2-1-20 0,2-4-11 16,1 0 0-16,-1-5-5 0,1-1 10 15,0-1-12-15,-1-5-1 0,3-1 6 0,-5-5-14 16,3-6 16-16,-7-1-5 0,0-5 21 0,0 0-26 16,-4 1 30-16,5-1 6 0,-5 0 0 15,0 5 28-15,0 2-11 0,-1 2-4 0,-1 3-3 16,0-1-3-16,2 3-12 0,0 5-1 0,-1 2 9 16,-2 3-14-16,0 0 8 0,0 0-10 15,0 0 0-15,0 0 0 0,11 17-8 0,-9-9 8 16,1 2-2-16,4 2-4 0,-4-1 1 0,6-1 8 15,-4 5-14-15,2-4-7 0,2 2 5 16,-2-3-2-16,4-1-3 0,-4 0-10 0,3 0 10 16,1-3 7-16,-1 1-12 0,1-4 3 0,1 0-19 15,-3-2 19-15,2-2-3 0,2 0 2 0,-3-3 6 16,2-1-1-16,-2 0-2 0,0-3-10 0,1-1 28 16,-1-4-21-16,-3 1 1 0,0-4-1 15,3 1 3-15,-6-2-8 0,4-1 6 0,-6 1-3 16,1 1 5-16,0-2 0 0,-3 4 2 15,0 2-2-15,0-1 0 0,0 2-10 0,0 0 0 16,0 1 5-16,0 5 0 0,-3-2 0 0,3 1-11 16,0-1 11-16,0 7-5 0,-3-4-11 15,3 4 1-15,0 0 12 0,0 0 13 0,0 0-25 16,0 0 12-16,17 12 0 0,-10-5-2 0,2 3 15 16,2 0-15-16,0 4 23 0,2 1-3 0,1 0-18 15,-1 1 21-15,2 2-5 0,-3-1-18 0,-1-1 17 16,-4 1-12-16,0-5 15 0,-1 5-10 15,-5-2 24-15,2-1-4 0,-6-3 13 0,2 2-2 16,-5-1-13-16,-1-4-5 0,-1 2 7 0,-2-2 8 16,-2-1-5-16,1-2 0 0,1-3-2 15,-1 0-1-15,-2-4-20 0,-1 1 21 0,3-5-1 16,-2 1-7-16,0-4-8 0,2 0-18 16,1-1-7-16,3 0-16 0,-3-2-59 0,3 2-20 15,4-1-36-15,-1-2-84 0,4 2-149 0,0 1-374 16,4-3 62-16,2 1 66 0,1-3 52 0</inkml:trace>
  <inkml:trace contextRef="#ctx0" brushRef="#br0" timeOffset="-193289.16">29260 15304 944 0,'-3'19'328'0,"3"-11"-37"15,0 2-24-15,0 7-19 0,3-1-20 16,1 6-16-16,2-2-17 0,-1 5-16 0,1 0-10 16,1 4-28-16,3-1-1 0,1 0-22 15,-2 1-3-15,1-3-17 0,-2-1 12 0,-1-2-28 16,2-3-13-16,-2-3 2 0,1 4-14 0,0-7-1 16,-3 0 3-16,1-5-18 0,-2 0 2 0,1-1 1 15,-2-1-19-15,3-4 1 0,1 1-28 0,-7-4-42 16,0 0-48-16,13-7-103 0,-9 0-212 15,-1-1-391-15,-2-2 48 0,2-2 64 0,-3-1 77 16,-3-2 43-16</inkml:trace>
  <inkml:trace contextRef="#ctx0" brushRef="#br0" timeOffset="-193089.65">29076 15574 1057 0,'-14'0'286'0,"14"0"-14"0,-10-1-27 15,10 1-12-15,-7-2-33 0,7 2-21 16,0 0-10-16,0 0-36 0,0 0 3 0,14-13-16 16,-4 10 0-16,5-1-25 0,4 1-18 15,2-4-46-15,2 3-29 0,1 0-32 0,0 4-55 16,4-3-53-16,1 2-118 0,-7-2-230 0,5 1-226 16,4 1 90-16,0-1 43 0</inkml:trace>
  <inkml:trace contextRef="#ctx0" brushRef="#br0" timeOffset="-192789.68">30419 15070 668 0,'0'-11'291'0,"0"3"14"0,0 3-34 16,-1 0-12-16,-4 1-26 0,1 0-18 0,3-3-13 15,1 7-30-15,-9-4-11 0,2 3-20 16,7 1-6-16,-14 0-12 0,14 0 5 0,-13 8-20 16,3-3-11-16,2 6-5 0,-2 0-2 0,4-1-6 15,-4 7-17-15,7-1 2 0,-5 5 2 16,4 0-12-16,1 3 0 0,0-1-79 0,0 2-6 16,3 3 6-16,3-3 12 0,-3 7-7 0,6 0-9 15,-2-1-47-15,-1 3-70 0,3-3-59 0,2 4-68 16,-4-5-219-16,5 2-245 0,-5-4 46 15,2-6 80-15,-2-4 45 0</inkml:trace>
  <inkml:trace contextRef="#ctx0" brushRef="#br0" timeOffset="-192123.83">30180 15571 1064 0,'-3'-5'287'0,"2"0"-3"0,-2 0-41 16,0 0-23-16,3 5-30 0,5-13-6 0,0 8-25 15,2-4-18-15,4 1-18 0,-1 0-11 0,6-2 1 16,2-1-21-16,4 0-10 0,-1-2 64 16,2 1-3-16,3 1-23 0,3-3-10 0,-6 4-10 15,0 2-28-15,-2 1 5 0,1 2-13 16,-7 0 2-16,2 4-17 0,-3-1-6 0,0 4 3 16,-4-1-12-16,0 4-1 0,1 0-10 0,-3 2 3 15,-3 1-1-15,4 0-2 0,-4 1 3 16,1-1-3-16,-2 5-5 0,2-5 0 0,-2 1-5 15,2 1 4-15,-1-1 1 0,3 0-15 0,-3 0 17 16,1-2-9-16,-2 1 4 0,4-2-2 0,0-2 12 16,-3 0-12-16,3-1-5 0,-3-2 7 15,-5-1 1-15,0 0-14 0,14-5 11 0,-11 2-5 16,-2-4-13-16,-1-3-6 0,-1 2-4 0,-5-5 5 16,2-2-3-16,-3-2 3 0,-3 0-1 0,3-3 1 15,-2 2 10-15,1 0 0 0,1 1 5 16,1 2 3-16,-1-2 0 0,4 2 2 0,0 2-10 15,0 1 2-15,3 2 1 0,0-1 7 0,3-3-10 16,0 6-5-16,3 1-8 0,1-3 13 16,0 6-7-16,4-2-1 0,2 1-2 0,4 3 0 15,-3 1-3-15,3 1 15 0,3 1-4 0,1 4 9 16,-1-1-32-16,1 3 20 0,1 2-11 0,-1 3 19 16,-3 0-13-16,0 1 10 0,-2 0-13 0,-2 1 26 15,0 2-24-15,-4-4-1 0,-3 1 4 16,0-1 13-16,-4-2 5 0,3 1 3 0,-5 0-5 15,-1-3 10-15,0-1-16 0,0 0 32 16,-1-1-40-16,-2-2 17 0,0-1-1 0,3-3 0 16,0 0 11-16,0 0-11 0,-17-10 10 0,10-1-12 15,3-3 0-15,-2-3-1 0,2-6-2 16,1 1 1-16,0-6-9 0,3 3 18 0,0-4 3 16,3 1-15-16,1-3 10 0,5-1-8 0,-2 2 5 15,4 3-2-15,2 0-3 0,0 2 13 16,-1 1-5-16,1 2-3 0,1 5-18 0,-1-1 16 0,5 3 5 15,-5-2-13-15,1 9-29 0,1-2-52 16,-2 3-32-16,0 4-56 0,-3-2-108 0,1 6-590 16,-2 5 50-16,-5-5 95 0,1 6 65 0,-4-1 73 15,-4-1 52-15</inkml:trace>
  <inkml:trace contextRef="#ctx0" brushRef="#br0" timeOffset="-190857.23">27596 16955 588 0,'6'-17'228'16,"-2"2"-13"-16,-1-2-20 0,1 3-19 0,-1 3-7 15,-3-3-8-15,2 3-27 0,-4 0-7 0,-1-3-22 16,-1 4-7-16,4 0 17 0,-4 0-18 15,1 1 3-15,0 3-18 0,0-1 2 0,-1 1-12 16,1 3-5-16,-1-1-11 0,4 4-5 16,-7-3-2-16,7 3-19 0,0 0 14 0,0 0-13 15,0 0-8-15,-3 14 15 0,10-6-17 0,-3 2-6 16,5 1 72-16,-2 4-3 0,4 2-4 16,-1 1-1-16,0 3-23 0,1 0 3 0,-4 2-7 15,-1-2-9-15,1 3 8 0,-4 0-2 0,0-2-11 16,0-1-2-16,-6-2 0 0,0-1 2 0,0-1-7 15,-1-2 5-15,-2 0-11 0,-1-3 1 16,-4-3 0-16,4-1-8 0,-3-5 5 0,-3-1-8 16,2-4 3-16,0-1 0 0,-5-5 7 0,3 0-17 15,2-2 5-15,-2-4-3 0,3 4 13 16,-4-3 5-16,7 3-15 0,-3-2 18 0,5 5-6 16,-4-2-17-16,6 1 0 0,-1 2-3 0,1 2 8 15,3 4-11-15,0-6 14 0,0 6-16 0,0 0 2 16,10-1 6-16,-10 1 2 0,17 3-15 15,-10-2 10-15,6 4 10 0,-2-3-15 16,4 3 11-16,-2-1-4 0,3-2-7 0,1 1 3 0,0-2-3 16,4 1 5-16,0-4-10 0,-1-2 15 15,1 3 8-15,3-5-10 0,-1-2-3 0,-2-2-15 16,-1-1-1-16,-3 1 11 0,1-5-2 0,-5 1-1 16,1-1 6-16,-4-2-1 0,0-1-2 15,-2 2-5-15,-5 0 5 0,3-2 5 0,-2 3 1 16,-4 1 14-16,3 2 6 0,0 1-14 0,-1 1-4 15,-1 0 5-15,0 2-13 0,-1 2 5 16,0 2 0-16,0 4-5 0,0 0 8 0,0 0-11 16,0 0 13-16,0 0-4 0,7 24 4 0,-4-14-74 15,-2 2-3-15,2 0 6 0,0 2 12 0,1 0 6 16,2 2 7-16,-2-3 0 0,3 0 3 16,0-1 15-16,1 1-5 0,0-2 10 0,3-1-25 15,-1-1 9-15,0-3-14 0,1-1 15 0,2-3-13 16,4-1 8-16,-3-1-3 0,0-1-10 15,3-5 0-15,0 0 5 0,-3-1-8 0,3-5 8 16,-4 1-8-16,1-3 3 0,-2 1 16 0,-2-5-6 16,-4 3 8-16,1 0 10 0,-1 0 15 15,-2 1 24-15,-1 3 4 0,0 1-2 0,0 2-2 16,1-2 4-16,-3 3-7 0,-1 2-18 0,0 5 31 16,0-5-21-16,0 5 3 0,0 0 5 0,0 0-5 15,0 0-11-15,-8 15 11 0,8-9 2 16,0 4-9-16,3 1 6 0,-3 0 9 0,4 2-16 15,-3-1 5-15,2 4-5 0,4-1 8 0,-1 0-5 16,1 1-6-16,4 0 6 0,2-1-28 16,-3 3-24-16,7-4-20 0,-3-1-23 0,6-2-26 15,-2-3-53-15,-1-1-64 0,6-3-62 0,-2-4-379 16,-1 0 11-16,1-2 63 0,0-7 42 16</inkml:trace>
  <inkml:trace contextRef="#ctx0" brushRef="#br0" timeOffset="-190657.77">28574 16810 647 0,'-18'14'243'16,"15"-2"-25"-16,1 3 5 0,-3 1-26 0,5 9 7 15,0 3-22-15,0 1-13 0,0 9-8 16,3 1-5-16,0 11-10 0,-2-6-15 0,2-6-13 16,4 10-8-16,3 2-13 0,-6-10-20 0,4-5 76 15,-3 0-14-15,1-2-22 0,-4-6-24 0,4-2-37 16,-2-2-46-16,-1-4 8 0,0-4-26 15,1-5-48-15,-4-4-118 0,3-4-126 0,-3-2-442 16,0 0 51-16,-4-16 59 0,1 1 66 0</inkml:trace>
  <inkml:trace contextRef="#ctx0" brushRef="#br0" timeOffset="-190423.77">28430 16915 747 0,'-10'-29'299'0,"3"3"-14"0,2 4-93 0,2 1-11 15,0 6-30-15,3 0 5 0,3-1-20 0,1 0-18 16,3 2-8-16,0 2-8 0,3 0-20 0,4 3-13 15,2 2 0-15,-4 4-2 0,4 3 0 0,2 1-11 16,1 6-15-16,-4 2 7 0,4 2 70 16,-1 5-5-16,-2 2-8 0,-4-1-8 0,-2 4-7 15,-4-2-3-15,2 0-13 0,-8 0-10 16,3-1 2-16,-6 0 11 0,-1-1-15 0,-3 1 2 16,0-2-3-16,-1 2-17 0,-5-4 2 0,3-1 0 15,-3-2-16-15,2-3-22 0,1-2 5 0,-3-3-57 16,5-2-68-16,-2-4-116 0,1 0-455 0,1-3-98 15,3-2 72-15,0-3 92 0,2-1 38 16</inkml:trace>
  <inkml:trace contextRef="#ctx0" brushRef="#br0" timeOffset="-189824.14">28820 16817 624 0,'13'-6'277'16,"-2"-3"-29"-16,-1-1-15 0,-2 3-21 0,0-2-12 15,0-4-24-15,-1 1-7 0,2-2-7 16,-2 0-16-16,0-3-24 0,-3 1-4 0,-1-1-3 16,1 0-5-16,-4 1-56 0,0 0 10 0,0 4 10 15,-1 1-2-15,-2 0-10 0,0 2-4 16,0 4-4-16,-5 2-10 0,8 3 2 0,-10 0 0 16,10 0-8-16,-16 10 1 0,8-1 76 0,4 3-28 15,-5 1-5-15,5 3 7 0,1 2-9 0,-4-2-6 16,7 3-13-16,0 1 6 0,4 0-93 15,-4 2 8-15,8-3 8 0,-3 2-3 0,2-3 3 16,4 0 5-16,-1-1 10 0,3-4-10 0,1-4 10 16,6-1-10-16,1-3 0 0,0-4-13 15,3-1 0-15,2-4-26 0,2-6-12 0,-1-1-23 16,1-4-16-16,-1-1-30 0,-3-4 7 0,-4-2-23 16,1-2 21-16,-7-1-3 0,-1 0 46 0,-3 1 16 15,1 6 30-15,-5 1 34 0,-2 1 9 0,2 2 9 16,-2 3-13-16,-1 1 12 0,2 2-7 15,-2 4-11-15,0 2 11 0,-3 2 0 0,0 0-3 16,7 11 13-16,-4-1-7 0,3 1-6 16,-2 3-5-16,2 1 5 0,-1 1-2 0,1-1 2 15,-2 0 3-15,-1 1 0 0,4-3-23 0,-3 0 22 16,1-3-19-16,-3 1 9 0,1-2 21 16,0-2 21-16,0 0 9 0,-3-1-14 0,0-3 12 15,0-3-18-15,0 0 3 0,0 0-3 0,0 0 3 16,-16-10-10-16,12 0 5 0,-3-4-6 0,1 0-9 15,2-8 12-15,-3 1 0 0,0-4-10 16,4 0 2-16,-1-1 1 0,1 0 9 0,3-1-19 16,3 2 17-16,-1 4-10 0,0 2 7 0,1-5-7 15,3 6 5-15,-1 3-12 0,1 1-17 16,1 3 1-16,0 1-30 0,2 5-68 0,-4 0-15 16,2 1-28-16,3 4-145 0,0 4-152 15,0-1-284-15,0 2 56 0,-2 1 57 0,2-1 97 0</inkml:trace>
  <inkml:trace contextRef="#ctx0" brushRef="#br0" timeOffset="-189389.72">29544 16546 867 0,'3'3'231'0,"1"2"-19"0,0-1 62 0,2 3-18 16,-2-1-15-16,4 2-19 0,-3-1-20 16,3-1-15-16,3 4-10 0,-3 0-21 0,3 1-7 15,-1-1-27-15,0-1 6 0,1 1-23 0,2 1-15 16,-3-1 2-16,1-3-10 0,-4 0-13 0,3-2 8 15,-1 1-13-15,-4 0-5 0,1-4 5 16,-2 0-5-16,-4-2-13 0,0 0 0 0,10-6-3 16,-6 2-15-16,-4-6 6 0,0-2-1 0,0-2 3 15,-4-3-8-15,2-2 8 0,-3 1 0 16,2 0 20-16,0 1-15 0,-1-2-80 0,4 2 19 16,-3 3-8-16,3 2 0 0,0-1 0 0,0 1 2 15,3 0 0-15,4 1 19 0,-1 2-4 0,2-3 4 16,5 3-3-16,0-1-3 0,2 0 8 15,5 1-8-15,0-3 3 0,3 3 2 0,-1-1 13 16,0-1-10-16,2 1-5 0,-3-1 5 0,1 1-1 16,-5 2 4-16,0 0-1 0,-3 1 6 15,-4 3-6-15,1-2 1 0,-1 3-16 0,-1-1 0 16,-4 3 15-16,-5 1 3 0,13 1-5 16,-7 3 3-16,-2 2 4 0,-1 4-9 0,1 2 22 15,-3 2-15-15,5 3 10 0,-3 0-5 0,0 0 5 16,-2 3 1-16,7 2-11 0,-3 0 5 0,3-1 5 15,-2 1-20-15,1-2-29 0,3 0-37 16,0-1-73-16,-3-6-56 0,0 3-194 16,4-4-410-16,-1-3 100 0,-1-3 28 0,-2-5 80 0,-2-1 61 15</inkml:trace>
  <inkml:trace contextRef="#ctx0" brushRef="#br0" timeOffset="-189256.96">30156 16056 606 0,'0'6'108'0,"0"2"-101"0,3-2-204 0,1 4-307 15</inkml:trace>
  <inkml:trace contextRef="#ctx0" brushRef="#br0" timeOffset="-188340.25">30341 16192 1116 0,'0'0'299'0,"-25"0"-17"0,25 0-21 16,-13 6-23-16,10-2-28 0,-4 0-29 0,4 1-17 15,-2-1-8-15,2 2-7 0,0 0-26 16,3 2-8-16,0-1-13 0,5 3-10 0,-3 0-10 16,5 1-5-16,-3-1 0 0,7 3-16 15,-3-1-10-15,0 3 1 0,2-2-14 0,0 0 6 16,0 3 2-16,-1-1-16 0,-4-3 4 0,2 4-9 15,0-1 1-15,-3 0-16 0,-1-1 13 0,-3-1-5 16,0 1-5-16,0-2 5 0,-3 1 15 0,-5-2-15 16,5-2 5-16,-4 2-13 0,3-4 13 15,-5-1-7-15,4-2 12 0,-4-2-5 0,9-2-5 16,0 0 5-16,-17-9-16 0,12 0 11 16,2-1-7-16,0-1-6 0,3 0 2 0,0-2 4 15,3 1-1-15,2-2-2 0,1 0-1 0,1 0 3 16,3 0-7-16,1-3 0 0,2 3-9 0,1-1 9 15,1 0 7-15,1 1-7 0,1-3 2 16,3 3-5-16,-3-1 0 0,4 1 10 16,-1-1-10-16,-3 2 3 0,1-1 2 0,1-1 5 0,-4 4-15 15,1-3 18-15,-5 6-13 0,-1-2 10 0,0 3-13 16,-2 0-2-16,-2 3-5 0,-2-1 10 16,-1 2 5-16,-3 3-5 0,0 0-2 0,0 0 9 15,0 0-2-15,0 0 13 0,-7 18-13 16,1-11-5-16,5 4-7 0,-3-3 4 0,1 3 8 15,3-1-10-15,0 1 5 0,3 2 18 0,1-2-5 16,0 0 0-16,3 1-16 0,-1-1 8 16,4-1 11-16,6-1-16 0,0-1 18 0,2-2-11 15,3-4 4-15,0 2-1 0,3-3-13 0,4-2 1 16,1-3-6-16,0 2-7 0,-1-4-6 0,6-1-30 16,0-1 2-16,-3-1-2 0,-4 1-8 15,-3-2 8-15,0 0-13 0,-7-1 8 0,3-1-13 16,-6-3-3-16,-3 5-2 0,-4-3 7 0,-1 2 24 15,0 2 15-15,-5-1 20 0,-1 1 16 0,0 1 2 16,-1 1-3-16,-5 2 16 0,0 2-10 16,-1 0 13-16,-4 4-1 0,-2 1-2 0,-1 4 8 15,2 0-13-15,-7 1 0 0,6 2 5 0,2 2-8 16,-3 0 3-16,4 1 0 0,1-1 0 16,1-1-8-16,5 0 8 0,-1 0-2 0,4-1 2 15,0-2-6-15,2 0-1 0,0 0-1 0,1-3 5 16,3-1-2-16,2-1-8 0,-8-2-7 15,17-4 7-15,-3-1-5 0,-4-2 2 0,3-1-2 16,1-3-7-16,0-3 1 0,-1-4 4 0,-2 1-6 16,3-3-5-16,-4-1-22 0,0-7-17 15,0 4-24-15,-3-6 9 0,-3-2 3 0,2-2-23 16,-3 2-5-16,-6-5 20 0,3 2 13 0,-3 3 8 16,-1 6 31-16,-2 1 17 0,-2 1 13 15,1 5 21-15,-2 5-13 0,-1 2 13 0,-1 2-8 0,4 7 18 16,-3 0 5-16,-4 4-10 0,6 2 7 15,-2 4 3-15,-1 3 8 0,3 4-13 0,1 1 18 16,1 1 2-16,6 3-7 0,0 0-13 16,0 5 5-16,6 1-8 0,1 0-2 0,3 3 0 15,1 2-10-15,2-3-21 0,1 2 5 0,6 8-36 16,-2 1-68-16,-2-5-24 0,-5-5-125 0,-1 3-571 16,-3-2 25-16,3 1 101 0,-7-5 61 0,-3-2 56 15</inkml:trace>
  <inkml:trace contextRef="#ctx0" brushRef="#br0" timeOffset="-187923.62">29097 17165 1021 0,'-1'8'333'0,"-2"0"-11"0,3 4-35 0,0 1-31 16,0 2-18-16,4 4-23 0,-1-1-21 16,0 5-104-16,4 2 2 0,1 2-18 0,-2 3-20 15,4 0-41-15,0 1-41 0,-2 0-116 0,5 1-452 16,-3-2-95-16,1-4 66 0,-1-3 49 0,-1-8 62 15</inkml:trace>
  <inkml:trace contextRef="#ctx0" brushRef="#br0" timeOffset="-187323.84">29419 17493 844 0,'9'-19'277'0,"-2"3"-24"0,-1 3-25 16,1-1-16-16,0 3-22 0,3-3-32 0,-6 1-12 16,3 0-18-16,-1 0-5 0,2 0-15 15,-5 1-3-15,1 0-18 0,-4 0-8 0,3 0-2 16,-3 4 2-16,3 0-2 0,-3-1-3 16,-3 2-20-16,3 3-8 0,-3 0 5 0,3 4-5 15,-7-4-7-15,7 4 9 0,0 0-4 0,-18 11-13 16,11-4 2-16,1 0-2 0,-2 2-6 0,2 0 1 15,1 1-1-15,0 1-2 0,2 0 11 0,1 0-9 16,2 1 11-16,0-1-21 0,1-1-7 16,0 2 79-16,2 0-2 0,4-1-6 0,-1-1-20 15,5-1 2-15,-1-1-17 0,5-2 2 16,1-1 2-16,2-3-22 0,1 2-3 0,2-3-2 16,-1-2-6-16,1 1-10 0,0-4-5 0,-2 2 0 15,-1-3-2-15,0-1-1 0,-2 0 6 16,0-1-9-16,-5-2 6 0,1-1-7 0,-3 1 12 15,-5 0-3-15,4 1 1 0,-6-1 20 0,1 3 0 16,-3-1-10-16,0 2-11 0,0 5 6 16,-3-7 2-16,3 7-2 0,-7-2 0 0,7 2-3 15,0 0 2-15,-18 7 4 0,12-3-11 0,2-1 7 16,-2 2-2-16,3 0-2 0,1-2-6 0,-4 1 1 16,6-4 20-16,0 6-23 0,0-6 10 15,0 0 3-15,6 6-11 0,-6-6 6 0,11 1-3 16,-11-1 12-16,14-1-7 0,-5 1 3 0,-9 0-10 15,15 0-1-15,-8 1 3 0,0 1-8 16,0-1 11-16,2 1-8 0,0 1 7 0,-3 0-2 16,4-1 13-16,-1 2-8 0,2-1-5 0,-2 0-2 15,-4 1-6-15,5-3-12 0,4 1-32 0,-4-1-7 16,4 1-17-16,-4-2-37 0,3-2-15 16,0 2-74-16,-2-1-13 0,0-2-64 0,-1-1-141 15,-3-1-151-15,3-1-87 0,-3-1 11 0,0-4 79 16,-4 0 38-16</inkml:trace>
  <inkml:trace contextRef="#ctx0" brushRef="#br0" timeOffset="-187053.6">29999 17193 670 0,'0'-3'210'0,"0"3"-18"0,0 0-3 0,0 0 67 15,0 0-46-15,0 0-2 0,10 16-27 16,-6-6-22-16,3 0 0 0,-1 2-21 0,1 1 0 16,1-1-30-16,-2 1 2 0,1-2-21 15,-1 0 4-15,-2-1-14 0,2-1-13 0,-1-2 16 16,-2 0 8-16,0 0 20 0,2-2-15 0,-4 0-77 15,-1-5-8-15,0 0 13 0,0 0-5 0,0 0 2 16,0 0-7-16,0-25-5 0,-3 8-6 16,-3-6 16-16,3-2-2 0,2-3-4 0,-6-4 1 15,4-1 15-15,3-1-12 0,-1 4-14 16,1 0 73-16,0 1 1 0,0 4-7 0,1 0-5 16,-1 6-12-16,0 2-6 0,3 3-26 0,0-1-28 15,1 5-27-15,-3 3-45 0,5 3-48 16,-1 0-164-16,-5 4-524 0,0 0 63 0,11 8 60 15,-7-5 109-15,0 4 34 0</inkml:trace>
  <inkml:trace contextRef="#ctx0" brushRef="#br0" timeOffset="-186507.35">30290 17190 893 0,'3'18'292'0,"-3"-2"-16"0,4 0-28 16,-1-2-27-16,0-3-30 0,-3 1-1 16,5-2-24-16,-3 1-4 0,-2 1-14 0,3-2-33 15,0-1-10-15,-1-2 8 0,-1-1 2 16,1 0-87-16,-2-2 10 0,0-4-2 0,0 0-15 16,0 0 17-16,0 0 3 0,0 0-13 0,-2-21-10 15,1 6 5-15,-1-5-2 0,-1-5-24 0,3-1 6 16,0-2 10-16,0 1 4 0,0-1-4 15,3 2 5-15,-1 1 92 0,1 2-10 0,0 2-26 16,0 6 1-16,-1 1-14 0,0 3-10 0,1 1 8 16,3 4-18-16,-2 1 0 0,2 5 5 15,-6 0-18-15,14 7 11 0,-10 1-11 0,3 2-5 16,3 4-3-16,-3 1 1 0,3 4-8 0,-3-2 7 16,4 0-5-16,-5 0 3 0,4-2 0 15,-2 0-2-15,1-2-4 0,0-1-4 0,-1-1-5 16,0-2 7-16,0-3-8 0,2 0-2 0,-2-3 8 15,3-3-18-15,-1-3-8 0,6-1 5 16,-4-3-10-16,2-3-3 0,2-5-7 0,-1 1-5 16,-2-2-1-16,0-2 14 0,-2 2 9 0,-1-3 4 15,0 2 12-15,0 2 12 0,-3 3 14 0,-3 0 12 16,2 1 1-16,-2 3-19 0,0 0-4 0,-1 1 4 16,0 3-7-16,0 1-5 0,-3 3 17 15,0 0-15-15,0 0 1 0,0 0-9 0,10 12 16 16,-9-5-8-16,5 3-2 0,-3 0-5 0,2 1-14 15,1 3-17-15,-2 0-43 0,4-2-14 16,0 2-79-16,0-3-127 0,2 0-511 0,0 0 29 16,0-4 95-16,-1-3 71 0,-4-1 31 0</inkml:trace>
  <inkml:trace contextRef="#ctx0" brushRef="#br0" timeOffset="-185841.27">30959 17048 606 0,'0'10'218'0,"0"2"-11"16,0-1-15-16,3 0-23 0,-1 1-13 15,-2-1-28-15,1-2-8 0,0-2-2 16,-1 3 0-16,0-3 5 0,0-1 74 0,4-2-13 0,-4-4-15 16,0 0-18-16,0 0-2 0,0 0-27 15,0 0-6-15,5-16-11 0,-5 5-18 0,2 1-5 16,-2-3-13-16,3 3-77 0,2-3-10 0,-4 2 21 15,3 0 4-15,-1 3-7 0,0-1-5 16,-1 3 5-16,1-1-10 0,5 4 10 0,-6-1-10 16,7 1 20-16,-2 3-8 0,1-2-2 0,2 2-15 15,-10 0 15-15,19 2 26 0,-7-2-34 16,-2 0 0-16,4 0 8 0,-4 1-10 0,4-2-5 16,-1-1 12-16,3-2-12 0,-4 3 5 0,1-5-1 15,4 0-7-15,-5 0 6 0,1-2-1 0,-2-1 5 16,-1-1-10-16,-1 0 5 0,-2-2-25 15,0 1 30-15,-1-3 1 0,-3 2-19 0,1-1 29 16,-3 2-6-16,2 0 11 0,-3 1-1 16,0 4 4-16,0-1 4 0,0 1-2 0,0 0-11 15,0 6 11-15,0 0-15 0,0 0 4 0,0 0-4 16,0 0 9-16,-8 19-9 0,12-7 9 0,-3 0-1 16,5 4 6-16,-2 0-7 0,6 5-5 15,-4 1 3-15,5-1-3 0,-4 4 10 0,3 2 6 16,0 1-14-16,-3 1 3 0,0-2 13 0,2 4-13 15,-1 2-15-15,-4 2 5 0,-1-2-3 16,3-1-4-16,-5-3 1 0,2-3 11 0,0 1 8 16,-3 0 0-16,0-1-3 0,-3-5 2 0,0-2 19 15,3-2-13-15,0 1 2 0,-1-3 24 16,0-3-21-16,1 0 92 0,-2-1-8 0,-1-4-15 16,0 0 13-16,3-2-11 0,-2-3-17 0,2-2-3 15,0 0-5-15,-16 0-28 0,16 0-8 0,-13-8-15 16,2 0 2-16,1-1 1 0,0-2-6 0,-4-3 10 15,0 0-14-15,-3-1 6 0,1 2-4 16,1-1 0-16,-1 0-3 0,1 2 0 16,-1-2 0-16,2 4 10 0,4 0-15 0,0 0-20 15,-1 0-75-15,6 1-17 0,-3 0-147 0,1 0-378 16,4 1-154-16,3-3 79 0,-4-1 59 0,4 0 52 16,-1 1 92-16</inkml:trace>
  <inkml:trace contextRef="#ctx0" brushRef="#br0" timeOffset="-185707.81">30750 16667 842 0,'-13'0'-497'0</inkml:trace>
  <inkml:trace contextRef="#ctx0" brushRef="#br0" timeOffset="55015.68">29004 5403 578 0,'0'0'151'0,"0"0"-8"0,0 0-12 0,0 0-26 15,0 0 0-15,0 0-28 0,0 0-6 0,0 0 16 16,0 0 41-16,0 0-69 0,0 0 3 0,4-11 2 16,2 11-6-16,-6 0-9 0,17-6 7 15,-6 6-22-15,-1-2-14 0,10-3 19 0,-2 2 4 16,-1-2-15-16,6 1 11 0,2-2-4 15,-2 2-14-15,1-3 12 0,4 0-17 0,-1 0 4 16,1 3 3-16,-1-3 69 0,7-1-7 0,0 1-14 16,0 0 1-16,3-1-13 0,-2 1-10 0,0 3-3 15,2-4-5-15,3 0-3 0,-5 1-7 16,6 5 15-16,-3-6-16 0,2 2-9 16,-2 2 10-16,2-2-13 0,-4 0 7 0,1 2-12 0,-3 0 15 15,0 0-13-15,-3-2 1 0,-3 4-11 16,4-4 10-16,-3 3-2 0,-1-4 5 0,-1 2-10 15,3 1-8-15,-5-2 15 0,6 3-5 0,-4-4-86 16,0 2 6-16,0 2 6 0,1-4-5 16,2 4 21-16,-2-4-1 0,9 2 23 0,-3 1 3 15,5-2-12-15,-2 0 9 0,2 1 0 16,-3-1 11-16,7 2 2 0,-7-2-5 0,1 2-2 0,1-1 12 16,-1 1-10-16,-2 0 11 0,4-2 7 15,-10 3-3-15,2-2-15 0,0 2 18 0,1-4-5 16,-3 4-8-16,2-1 3 0,0-2 5 0,-1 2 2 15,-2-1-2-15,3 1-3 0,-4-1-2 16,0 1 10-16,-3 1-5 0,5-1 10 0,-10 2-5 16,1-3 8-16,4 4-3 0,-6 0-18 15,2-5 6-15,0 4 12 0,-5 1-10 0,1-2 10 16,0 1-5-16,-4-1-8 0,1 3 0 0,1-4 11 16,-4 2-3-16,1 2 18 0,2-2-16 0,-6 2 14 15,4-2-16-15,-2 2 0 0,-2-3-11 0,3 2 32 16,-10 1-13-16,14 0-19 0,-7 0-1 0,-7 0 1 15,10 0 6-15,-10 0 18 0,14 0-23 16,-14 0 17-16,10 1-12 0,-3 4 0 0,2-5 13 16,-4 2-23-16,3 3 38 0,-3-4-29 15,3 3-11-15,2 1 17 0,-2 1-8 0,0-2 16 16,0 3-3-16,2 3-3 0,0-2 3 0,1 3 3 16,1 1-5-16,-2-3 2 0,1 5-5 15,-1-1 2-15,0 3 3 0,3 1-2 0,-3 0 2 16,2 1-2-16,1 3 15 0,-2-4-21 0,0 3 0 15,2 1 16-15,1-2-3 0,-1 6 3 0,-1-2 0 16,0-4-21-16,1 0 6 0,-1 1 9 16,-2-1-1-16,2 4-4 0,0-6 1 0,-2 3 4 15,0 1-9-15,4-2 10 0,-4 2-14 0,0-2 6 16,1 1-25-16,1 1 27 0,-1-2 14 0,-1 2-21 16,0 0-1-16,1 1 19 0,-1-1-10 15,0 1 2-15,3 3-2 0,-2 0-1 0,1 0-7 16,0 2 10-16,-3-5-2 0,-1-1 2 0,6 7 2 15,-4-2 1-15,3 0-10 0,-5-2-4 16,-1 0 19-16,3-2-13 0,0 1 8 0,0 1 0 16,-3 2-6-16,4-2-2 0,-4 0 8 0,3-4 2 15,-1 4-7-15,-1-1-3 0,2 1 5 0,-3-1 2 16,4-2-9-16,-2 3 7 0,3 4-13 0,-3-5 8 16,-2 1 5-16,3 2-15 0,0 5 2 15,0-3 6-15,-1-2-1 0,-4-1 1 0,2 0-8 16,0 0 2-16,0 5 8 0,-1-4-10 0,-2 0 17 15,2 5-9-15,-1-6 9 0,3 8 4 16,-6-4-4-16,6 2-4 0,-6-5 2 0,4 6 8 16,1-6-23-16,0 5 20 0,-3 1-18 0,5-3 18 15,1 3 1-15,-5 0-9 0,3-4-2 16,-3 4 8-16,2-1 12 0,2-1-15 0,-4 2-10 16,2 0-10-16,2 1 25 0,-4 2-2 0,3-3 7 15,-3 1 3-15,2 2-2 0,-1-2 7 0,-1 2-13 16,4 2 15-16,-5-3 9 0,6 15-21 15,-1-4 4-15,-4-3 14 0,2-5-8 0,-1 9 0 16,1-4-5-16,2-5-3 0,-7-1 6 0,7 13-26 16,-5-8 18-16,1-6-1 0,1 14-6 15,2-6 6-15,-3 7-4 0,0-10 2 0,-3-2-5 16,6-1 11-16,-5 1-9 0,5 9 6 0,-3-7-3 16,1-4 8-16,-2 2-15 0,5 11-3 0,-4-11 10 15,0 0-7-15,-3-2-3 0,6 14-5 16,-4-10 5-16,-3-5 0 0,6 3-3 0,-3-3-5 15,-1-1 14-15,2 1-12 0,-3-2 19 0,1 2-10 16,2-2 2-16,-3 0 3 0,2 1-6 16,2 3 8-16,-3-5-7 0,-2-4 2 0,5 4-2 0,-3-4-6 15,-2-1-5-15,5 4 19 0,-4-2-11 16,1-1 0-16,0-2-8 0,0 5 13 0,0-3 0 16,-2-2 8-16,2 3-18 0,0-3 5 0,3 1 2 15,-2-2-7-15,4 4 10 0,-2 0 1 0,-2-4-9 16,-1 0 13-16,4 0-10 0,0 0 0 15,-1-1-7-15,-2-2 12 0,2-1-5 0,1 4 10 16,-3-2-13-16,5-1 8 0,-4-2-2 0,1 0-8 16,-2-1 20-16,4-3-17 0,-2-1 2 15,-1 1 18-15,0 1-21 0,1-2 13 0,-2 2-15 16,5-2-3-16,-4-1 14 0,1-2-6 0,-2 4-6 16,2-3 4-16,2 0-1 0,-4-1 11 15,2 0-3-15,-1-3 0 0,-3 1-2 0,4 4-3 16,-2-4 5-16,3 4-5 0,-3-2-3 0,-1 2 6 15,4 2-1-15,-4-7-2 0,0 5 0 0,4-2-5 16,-3 5-7-16,-1-7 22 0,1 5-15 0,-1 0-11 16,2 0 19-16,-3-2-3 0,1 1 8 0,2 0-8 15,-2-2 2-15,0 5 3 0,0-5-5 16,0 1-7-16,0-1 12 0,-2 1-8 0,2-3 3 16,-3 3 10-16,5-4-17 0,-4 1 12 0,0 3-5 15,2-1 2-15,-3-4-7 0,0 0-2 16,4 1 12-16,-4-1 2 0,0-1-9 0,0 3-1 15,2-4-4-15,-2 1 7 0,-2-2 0 16,2 2 10-16,0-3-15 0,-4 0 7 0,1 3-4 16,1-2 2-16,-3 0-5 0,1 1 7 0,-5 0 3 15,3-3-2-15,-3 4-16 0,-1-4 23 16,0 4-10-16,-3-2 5 0,-1-2-2 0,-3 5 2 0,4-5 0 16,-5 4-10-16,3-1-5 0,-4-2 7 15,-2 3 8-15,4 0 3 0,-4-2 7 0,-2-1-17 16,2 5-1-16,-2-2 11 0,0-1-11 0,-3 1 6 15,3-2 7-15,-1 3-25 0,-1-1 25 0,0 0-18 16,-1 0 11-16,3-3-6 0,-4 4 6 16,4-1 5-16,-3 1-6 0,-1-2-12 0,3 0 10 15,-1 1 10-15,-4 0-15 0,4-2 3 0,-2-1 12 16,0 3-10-16,-1-4 0 0,0 4 2 16,-2-1-9-16,3-2 2 0,0 3 2 0,-1-6 8 15,-2 5-13-15,2-5 3 0,-2 4 8 0,2-3 2 16,-1 1-2-16,-3 1-3 0,4-1-3 0,-1-3 8 15,-3 6-5-15,1-4-15 0,0-2 15 16,2 6 2-16,-4-5 1 0,3 2-1 0,-1 2-7 16,2-3 8-16,-2-1-1 0,-1 4-2 0,4-3 6 15,-1 2-9-15,-3-1-12 0,4-2 15 16,-2 4 71-16,2-1 1 0,1-4-23 0,5 4-1 0,-2-1 1 16,1-2-11-16,2-1 1 0,-5 6-1 15,7-5-2-15,-4 0-13 0,2 5 0 0,0-3-8 16,-2-3 6-16,2 4-6 0,-3-1 8 15,3-2-13-15,-3-1 13 0,-2 5-7 0,3-3 4 16,-4-1-9-16,5 4-4 0,-8-4 6 0,6 2-13 16,-1-2 3-16,-1 2 7 0,2 0-5 0,0-2-3 15,0-1 9-15,1 4-6 0,1-3 0 16,-1 1-5-16,0-2-3 0,1 3 14 0,-2 1-4 16,3-1 6-16,0-3-13 0,-1 1 8 0,1 4-11 15,1-3 6-15,4-2-6 0,-4 5 6 16,1-3-6-16,4-2 1 0,-1 1-3 0,2 4 7 15,0-4-10-15,2 0 1 0,-3 1 2 0,2-1 7 16,-2 4 6-16,2-4-18 0,1 0 7 0,-3 3 3 16,4-2 3-16,-2-1 2 0,0 2-3 15,-1 0-12-15,4-1 13 0,-3 0 2 0,-2-2 8 16,1 0-3-16,0 0-5 0,-3 1-3 0,1 2-9 16,-2-3 20-16,-2 0-19 0,-4 0 9 0,3 0 2 15,-3 0-13-15,-2 0 16 0,-2 0-8 16,0-3-2-16,-2 3-1 0,-1 0 6 0,2 0-3 15,-3 0 5-15,1 0-10 0,0 3 10 0,4-3-5 16,4 0 5-16,-3 0-3 0,3 0-4 16,-1 2 2-16,3-4-23 0,0-1-39 0,3 2-81 15,-1-2-364-15,5-3-297 0,-3 2 65 0,4-4 60 16,2-6 91-16</inkml:trace>
  <inkml:trace contextRef="#ctx0" brushRef="#br0" timeOffset="76295.62">29312 6232 458 0,'0'0'174'0,"0"0"-5"0,0 0-18 16,0 0-11-16,0 0-22 0,0 0 15 0,0 0-28 0,0 0-13 16,0 0-10-16,0 0 13 0,31-3 13 15,-21 3-34-15,-10 0 64 0,17 0-7 0,-7 0-11 16,0 0-5-16,4-1-15 0,2 1-16 15,-1 0 8-15,1 0-2 0,2-2-13 0,3 1-13 16,-1 1-8-16,1-2 3 0,2-2-21 0,-3 3 9 16,4 0-4-16,-2 0 11 0,2-2-13 0,2 1 5 15,2 0-5-15,4 2 2 0,-3-5-2 16,-1 4-18-16,5-2 13 0,-2 1 0 0,0-2-5 16,0 2-6-16,-3 2-7 0,4-4 5 0,-3 2 3 15,-1 2-6-15,-1-1-15 0,-3 0 1 16,3 1 6-16,-4-2-4 0,2-1-5 0,-4 2 4 15,3 1-9-15,-1-2-67 0,1 2 15 16,2-1-2-16,-3 1 4 0,-1-2 4 0,3 0 2 16,-1 0 10-16,5 0 10 0,-6 2 11 0,7-1-3 15,-2-2-8-15,1 1 11 0,-5 2 0 0,4-2 15 16,0 2-11-16,2-2 6 0,-2-2-5 0,-4 4-5 16,6-3 22-16,-2 1-4 0,-1 0-13 15,0-1 15-15,-3 2-3 0,4-3 3 0,-4 2 3 16,3 0 0-16,-2-3 2 0,1 4 11 15,-2-2-4-15,0-1-4 0,0 1 0 0,-1 2 15 16,-2-5-18-16,4 4 8 0,-2 0-2 0,-2-2-9 16,2 1-4-16,-2 3 5 0,0-4-3 15,-1 1 8-15,1 2-19 0,0-3 14 0,-4 2 5 16,5 0 0-16,-4 0-16 0,0-2 31 0,2 4-7 16,0-3-8-16,-2 3-8 0,-1-4-5 0,5 2 5 15,-3 0 2-15,-2 1 1 0,3-4 5 0,-2 5-5 16,2-2 2-16,1 0-5 0,-1-2-8 15,0 4 9-15,-2-3 6 0,2 1-14 0,1-2 2 16,0 2 0-16,-2 1 5 0,2-4 3 0,-3 4-1 16,2 0 1-16,2-4 2 0,-1 2-12 15,-6 2-1-15,6-3 13 0,-1 1 3 0,-3 2 5 16,1-3-15-16,3 2 4 0,-5 0 3 0,1 0-2 16,0-1 5-16,0 2-21 0,-3-2 16 15,-1 1-13-15,4 0 10 0,-6-1 0 0,3 2-2 16,-1 0-3-16,1-2 71 0,-4 1-7 0,3 1-10 15,-2 0-8-15,1 1 8 0,-4-5-3 0,3 4-18 16,-1 1 3-16,0-2-3 0,-2 1-7 0,3 1 7 16,-3-4-7-16,0 3-6 0,-8 1-14 15,13-2 14-15,-9 1-2 0,-4 1-5 0,13 0 0 16,-13 0-11-16,9-1-17 0,-9 1-65 0,5-3-48 16,-5 3-61-16,5 4-231 0,-5-4-399 15,0 0 105-15,0 0 61 0,0 0 75 0,-23-6 76 16</inkml:trace>
  <inkml:trace contextRef="#ctx0" brushRef="#br0" timeOffset="116974.61">29008 5550 665 0,'0'0'228'0,"0"0"-100"0,0 0-13 15,9 20 3-15,-5-11-13 0,6 4-3 0,-1 2-23 16,-1 0-9-16,6 5 11 0,-1-3 58 16,-2 2-14-16,0-1-15 0,2 2-15 0,1-2-3 15,-1 1-10-15,-3-1 2 0,1-1-20 0,-4-2-2 16,3 0-3-16,-3 1-8 0,0-7-5 15,0 1 8-15,-1 0-3 0,-1 0 0 0,-3-4 8 16,2 0-5-16,-4-3-3 0,3 1 0 0,-3-4-15 16,0 0 5-16,0 0 8 0,0 0-3 0,-20-13-3 15,13 5-68-15,-4-3-19 0,1-3 16 16,-3-3-13-16,2-2 15 0,-2 0 6 0,3-9 10 16,-4 3 2-16,4-2 5 0,3 4-7 15,1-2 13-15,-2 0 2 0,6 0 8 0,0 0-1 16,-1 4-9-16,3 0 10 0,5 1 10 0,-3 3 10 15,4-6-20-15,2 8 0 0,-1 1-11 0,3 0-2 16,4 5-2-16,-4 0 4 0,6 2 16 16,0 5-5-16,-4 2-5 0,5 1-13 0,-1 2 5 15,-1 3 2-15,-2 2 8 0,1 0-5 0,-4 4-2 16,0 1 7-16,-2-1 0 0,-1 2 1 16,-4 2-19-16,0 0 8 0,-3 1 5 0,0 1 5 15,-6-2-10-15,2 1 3 0,-3 1 2 0,-3 3-8 16,0-7-30-16,3 0-10 0,-4 1-49 15,1-4-83-15,2 3-83 0,-2-3-451 0,4-4 64 16,-4 0 28-16,4-3 95 0</inkml:trace>
  <inkml:trace contextRef="#ctx0" brushRef="#br0" timeOffset="117408.38">29377 5609 837 0,'10'1'268'16,"1"0"-25"-16,-1 5-22 0,2-1-35 0,3 5-6 15,-2-1-101-15,3 0-7 0,-4 2-8 0,2 3-3 16,-1-3 8-16,2 6-15 0,-4-3-3 16,-3-3-5-16,-4 3-7 0,2 1 2 0,1-1-6 15,-6-1-6-15,-1-1-1 0,0 1 10 0,-1-4-15 16,0 1 13-16,-5-2-5 0,3-2 2 15,0 0 5-15,-1-3-4 0,4-3 1 0,-7 2-14 16,7-2 10-16,-12-8-3 0,7-1-3 0,0 1 4 16,-3-4-1-16,5-3-5 0,-1 0 7 15,1-1 11-15,3-1-18 0,0-1 18 0,3 0-15 16,-3 1-8-16,4-4 8 0,2 2-1 0,1 0-12 16,3-2 2-16,0 2 3 0,0 2-20 0,3-1 17 15,-1 2-5-15,1 1-2 0,1 2 12 16,-1 4-17-16,2 5 0 0,-2-2 7 0,4 4-8 15,-4 2-4-15,2 2 4 0,-2 4-14 0,5 1 17 16,-5-1 2-16,1 4-4 0,-1 0 2 16,0 1 10-16,-2-1-20 0,-1 3 3 0,0 2-1 15,-2-3 3-15,2 2-25 0,-2 1-9 0,-3-4-37 16,3 5-37-16,0-4-63 0,-3 1-85 0,2-1-215 16,3-4-238-16,-6 4 89 0,4-5 37 15</inkml:trace>
  <inkml:trace contextRef="#ctx0" brushRef="#br0" timeOffset="117991.17">30125 5525 565 0,'-6'3'328'0,"-1"3"-24"16,2-2-19-16,-4 4-24 0,2-1-16 15,3 1-24-15,-2 1-35 0,3 0-17 0,0 0-15 16,3 0-6-16,0 1-15 0,0-1-20 0,3 0-18 16,0 0-72-16,3-1 2 0,1 0-9 15,0-1 4-15,7-1 3 0,-1-1-2 0,1-2 4 16,3 1-4-16,0-4-6 0,0 0 8 0,1-3-10 16,3-1 0-16,-2 2-8 0,-1-5-8 0,-1 1 19 15,3-4-9-15,-5 1 6 0,-2 0-15 16,3-6 7-16,-5 1 13 0,1 0-16 0,-7-1 1 15,3 1-3-15,-2-3 13 0,-1 6 12 16,-3-3-7-16,1 4-13 0,0 0-2 0,-1 1 22 16,-2-1-9-16,0 5-6 0,-2-1-5 0,2 6-2 15,-6-2 17-15,6 2-10 0,0 0-7 0,-10 12 7 16,3-4 0-16,0 1 8 0,5 3 3 0,-6-1-13 16,7 3 4-16,-5 2-1 0,6-3-9 15,-3 3-2-15,3-2 72 0,3 2-1 0,-3-3-7 16,6 2 3-16,1 2-13 0,0-2-6 0,4 3-86 15,-1-3-6-15,7 1-22 0,-3-4-11 16,3 1-18-16,0-2-53 0,0-3-57 0,0-1-117 16,0 0-462-16,0-4 96 0,3 2 33 0,-5-5 97 15</inkml:trace>
  <inkml:trace contextRef="#ctx0" brushRef="#br0" timeOffset="118457.77">31130 5366 1149 0,'0'0'327'0,"-17"6"-42"0,10 1-17 16,-6 2-30-16,2 3-7 0,1-1-29 0,0 4-20 15,1 0-18-15,-2-3-13 0,4 3-29 16,3 1-76-16,-3 0-12 0,4-3-1 0,2 0 0 16,1 2-7-16,1-5 0 0,-1 2 2 0,6 0-5 15,-1-2-5-15,1-2 0 0,1 0-16 16,3 0 6-16,1-6-21 0,-1 3-2 0,0-4 7 16,0-1 5-16,2-4-2 0,-4 1-10 0,3-3 2 15,-4-1 13-15,3-4 0 0,0 1 3 0,-3-5-3 16,-3 4 2-16,-1-5-9 0,3 0 24 0,-5 7 4 15,2-4 2-15,0 2 13 0,-3 4-26 16,4-1 16-16,-2 1-19 0,-2 4 4 0,0 3 1 16,0 0 1-16,0 0 3 0,0 0-6 15,0 0-5-15,0 0 0 0,0 0 8 0,-6 18-18 16,6-12 7-16,0 1 3 0,4-1-5 0,-1 0 13 16,-2 1-8-16,7 0 23 0,-3 1-48 0,1-1-16 15,2-3-10-15,2 2-36 0,3-1-61 16,2-2-103-16,1 0-235 0,1-2-236 0,-3-1 36 15,6-1 72-15,-2-1 72 0</inkml:trace>
  <inkml:trace contextRef="#ctx0" brushRef="#br0" timeOffset="118675.45">31397 5232 916 0,'-4'6'284'15,"1"6"-2"-15,3-1-29 0,0 4-7 16,0 2-42-16,0 3-1 0,3 5-19 0,1 0-30 16,3 4-24-16,-1 0 1 0,3 3-11 0,-1-1-10 15,3 1-8-15,-1-1-17 0,4 0-21 16,0 9-67-16,-1-5-7 0,1-6-39 0,-4-2-7 16,4 0-49-16,-7-4-54 0,3-3-173 0,-1 2-400 15,-4 0 71-15,1-9 62 0,-5 1 41 16</inkml:trace>
  <inkml:trace contextRef="#ctx0" brushRef="#br0" timeOffset="118874.77">31353 5742 1057 0,'-4'-6'345'0,"4"6"-25"16,-3-8-36-16,3 3-20 0,0 5-29 15,0-12-32-15,6 5-14 0,-2 3-15 0,5-4-10 16,3 0-31-16,1-1-15 0,1 0-26 0,1 2-31 15,1-2-25-15,2-5-41 0,-2 6-26 16,4-3-63-16,0-2-52 0,-2 1-59 0,-1-2-187 16,-3-3-332-16,2 2 51 0,-3-3 74 0,-5-1 74 15</inkml:trace>
  <inkml:trace contextRef="#ctx0" brushRef="#br0" timeOffset="119024.51">31621 5218 847 0,'0'-7'274'0,"0"5"-44"0,0 2-12 0,0 0-24 16,0 0-2-16,0 0-15 0,0 0-6 15,0 0-15-15,2 25-17 0,-2-13 1 0,6 3-9 16,-2 8-26-16,-1-4-8 0,4 6-10 0,0 0-2 16,0 0-1-16,1 6-22 0,0-4-52 0,0 4-59 15,-2-5-102-15,1 3-594 0,-3-1 39 0,-1-7 56 16,0-1 61-16,1-2 82 0</inkml:trace>
  <inkml:trace contextRef="#ctx0" brushRef="#br0" timeOffset="119641.68">31602 5560 908 0,'0'-7'356'0,"0"1"-23"0,3 1-31 15,0-2-41-15,1 0-23 0,6-1-8 0,0-1-35 16,5-1-13-16,3 1-24 0,1-1-12 0,1-2-10 16,1 1-16-16,3-2-10 0,-3 2-18 15,-1 1-10-15,1-4 5 0,-1 6-2 0,-6-2-16 16,-1 1-10-16,3 0-13 0,-8 0 8 0,3 0-70 15,-4 2-7-15,1-2-5 0,-6 2 2 0,4 1 24 16,-4-1-21-16,-2 3 13 0,0 4-8 16,-5-7-8-16,5 7 24 0,-10-1-19 0,10 1 8 15,0 0 6-15,-21 7-9 0,14-3 6 16,-2 2-5-16,1 3 12 0,3-1-15 0,0 2-2 16,1 0 9-16,3 2 4 0,-1-1-3 0,2 3 4 15,2-3 6-15,0 0-12 0,6 2 12 0,-3-1-3 16,6 0-7-16,-1-3-11 0,4 1-2 0,2-2-20 15,2-1-16-15,-2 0-10 0,2-4-11 16,-1 3-25-16,4-5-25 0,-8 0-34 0,6-1 5 16,-7-1-61-16,5 0-2 0,-4-5 17 0,0 3 18 15,-5-4 44-15,2 0 40 0,-2 5 47 16,1-4 53-16,-5 3 14 0,3-2 4 0,-4 2-2 16,4 2-3-16,-7 1 5 0,0 0 6 0,0 0 15 15,0 0-3-15,7 9-2 0,-4-2-11 16,-3-3 8-16,2 5 11 0,-2-1-21 0,1-1 5 15,0 1 0-15,-1 0 13 0,0 0-3 0,0 0-5 16,3 0-2-16,-3-1 9 0,3-3 34 16,-3 2 13-16,0-6 31 0,2 9 2 0,-2-9-20 0,1 6 2 15,-1-6-5-15,0 0-10 0,0 0 3 16,0 0-16-16,0 0 2 0,-3-19-4 0,0 9-23 16,0-1 17-16,2-6-10 0,-2-1-7 0,-3-5-11 15,3-7 5-15,1-3 6 0,-4-2-13 16,3 2-1-16,3-2 11 0,-1 8-5 0,1-3 72 15,0 5-21-15,1 0-13 0,-1 6-8 0,0-1-2 16,0 7-10-16,0-3-3 0,0 5-17 16,3-1-19-16,1 3-18 0,-1 1-45 0,-2 5-19 15,5-1-76-15,-1 1-144 0,0 3-547 0,-5 0 40 16,17 3 103-16,-10-2 85 0,-7-1 47 0</inkml:trace>
  <inkml:trace contextRef="#ctx0" brushRef="#br0" timeOffset="119841.17">32535 4982 1059 0,'0'0'341'0,"8"10"-6"16,-5-2-123-16,-3 1-7 0,3-1-31 0,2 3-7 15,-4 6-19-15,0-1-17 0,5 2-16 0,-3 3 0 16,2 0-38-16,-2 0-13 0,1 4-64 0,2 0-59 15,-2-4-84-15,-1 2-226 0,7 0-340 0,-3-7 43 16,0-5 116-16,0-2 30 0</inkml:trace>
  <inkml:trace contextRef="#ctx0" brushRef="#br0" timeOffset="120159.08">32720 5066 885 0,'-2'9'320'0,"0"-5"-36"16,-4 5-35-16,5 3-24 0,1-5-20 16,-1 2-19-16,2 0-14 0,-1 0-21 0,4-1-10 15,-1 1-6-15,1 0-17 0,3-2-21 0,0 1 3 16,3-1 0-16,1-3-15 0,0 2-6 0,0-5-13 16,1-1 4-16,-3 0 6 0,1-1-14 15,1 0-6-15,-4-5-2 0,3-1-87 0,1-4 33 16,-3 1-8-16,-3-5 16 0,0-1 4 0,-3-1-4 15,1 0 20-15,-3 3 0 0,0 2-20 16,-3-3 12-16,1 0 9 0,-3 4-1 0,1-4-3 16,-5 5 1-16,3-4-6 0,-3 7-2 0,-1 0 0 15,-1 2 3-15,-1-1-11 0,0 5-10 0,-4 0-41 16,0 1-33-16,3 2-59 0,-2 0-98 16,1 3-283-16,4 2-257 0,5-4 55 0,0 3 89 15,1-4 66-15</inkml:trace>
  <inkml:trace contextRef="#ctx0" brushRef="#br0" timeOffset="120974.4">33089 5061 634 0,'0'6'279'0,"4"2"-41"0,-4-5-23 15,5 4-10-15,-3 0-18 0,1-2-18 0,3 2-21 16,-2-1-12-16,6 1-18 0,-3-4 2 16,3 2-10-16,0-2-7 0,1-2-14 0,2 2-7 15,0-3-8-15,-3-3-10 0,-2 2-5 16,3-2-5-16,-4-2-13 0,3-4-10 0,-4 1 7 16,-2-3-18-16,-4 1 6 0,4-2-5 0,-4 1 4 15,-4 2 3-15,4-3-7 0,0 6 7 0,-1-1-10 16,0 2-8-16,-4 2 13 0,5 3-13 15,0 0 8-15,0 0-5 0,-14 15-13 0,8-5 13 16,2 7-13-16,3-1-8 0,-2 9 21 0,0 0-10 16,3 3 2-16,0 3 5 0,0 3-5 15,3 1 3-15,-1 0 2 0,0-2-10 0,-2-3 18 16,4-3-16-16,-4 2 4 0,0-4 4 0,0-6-8 16,0 0-2-16,0-3 8 0,0-1 5 0,0-5 0 15,-4 1 2-15,0-4-7 0,-2-2-16 16,3-4-10-16,3-1 8 0,0 0 7 0,-18-10 11 15,15-2 5-15,-4 2-6 0,4-5 6 0,1 2-5 16,-3-3 15-16,5-2-5 0,0-2 2 0,3 2-7 16,0-1-5-16,1-4 2 0,3 3-7 0,4-8 9 15,2 3-4-15,1 3 5 0,2-3-16 16,-1 1 8-16,3-1 8 0,-2 1-8 0,2 3-7 16,-2-1 12-16,0 4-7 0,-2-1-1 0,-3 3 1 15,3 3-6-15,-4-3 19 0,0 7-19 16,-2-3 16-16,-2 3-16 0,-1 0-4 0,-3 5 19 15,1-1-19-15,-3 5 2 0,0 0 5 0,-13-3 0 16,13 3 2-16,-13 11-7 0,1-3-5 0,0 1-8 16,2 0 15-16,1 4-7 0,-1-2 0 0,5 2-6 15,-3-1 9-15,6 1 12 0,-3-3-28 16,5 0 18-16,0 4 7 0,3-4 1 0,0 0 2 16,1-2-5-16,6 2 2 0,1-3-9 0,5-1 14 15,2 0-7-15,3-3 3 0,2-2-26 16,1-1 10-16,0-1-5 0,0 0-2 0,1-7 12 15,-2 3-7-15,0-5 2 0,-3 2 5 0,-5-2-10 16,-1 2 16-16,2-2 10 0,-5 2-11 16,2 0-2-16,-6 0 10 0,-3 2-2 0,5 2-6 15,-7-3 0-15,1 2 3 0,-3 5 13 0,0-4-23 16,0 4 10-16,0 0 15 0,0 0-17 0,-24 3 4 16,17 1-7-16,-1-1-8 0,-1 0 11 15,5 2-1-15,-2-1 16 0,4 2-23 0,-3 0 15 16,5-2-10-16,0 1 0 0,3 2 0 0,0-3 15 15,1 2-18-15,2 1-2 0,3-2-34 0,0 1-53 16,-2 0-123-16,3-2-550 0,-2 3 60 16,-2-2 73-16,1-2 56 0</inkml:trace>
  <inkml:trace contextRef="#ctx0" brushRef="#br0" timeOffset="122873.78">28774 5416 591 0,'0'0'235'0,"-11"1"-25"0,11-1-8 16,0 0-15-16,-12 0-20 0,12 0-24 16,-10 0-2-16,10 0-24 0,0 0-12 0,0 0-2 15,-7 1-8-15,7-1-6 0,0 0-12 0,0 0-13 16,0 0 2-16,0 0 1 0,0 0-3 0,0 0 13 15,0 0-6-15,0 0 4 0,31-11-11 16,-11 4-16-16,3-1 6 0,9-2-39 0,16-5-112 16,6 1-645-16,1 3 43 0,-1-5 75 15,-2 1 65-15</inkml:trace>
  <inkml:trace contextRef="#ctx0" brushRef="#br0" timeOffset="158203.73">12924 5728 624 0,'-4'-3'271'0,"4"3"-30"0,-7-5-13 15,7 5-29-15,-4-4-19 0,1-1-22 16,3 5-14-16,0 0-21 0,-6-2-26 0,6 2 15 16,0 0-7-16,0 0-18 0,0 0-5 15,3 17 69-15,3-7-15 0,-2 4-75 0,4 2-27 16,1 2 14-16,1 1-7 0,-3 1 0 0,7 0 0 16,-4 3-18-16,4 2-7 0,-1 0 9 15,2 0-7-15,-2-3 0 0,0 1 5 0,5 1-25 16,-5-5-45-16,4 3-42 0,-3-4-37 0,0-1-176 15,-1-2-409-15,1-3 27 0,-4 0 93 0,0-5 41 16</inkml:trace>
  <inkml:trace contextRef="#ctx0" brushRef="#br0" timeOffset="159453.97">12954 5818 1118 0,'-3'-2'312'0,"3"2"-45"16,-4-7-17-16,4 7-24 0,-3-5-32 0,3 5-9 16,0 0-27-16,0 0-35 0,0 0-8 0,30 9 11 15,-19-5-11-15,-1 2-13 0,4 0-15 16,3 1-7-16,-4-1-6 0,5 2-5 0,-1 1-2 16,0-2-11-16,0 0 0 0,-3-1-12 15,3 1-11-15,-3-1-2 0,3 0-1 0,-7-1 9 16,0-1-9-16,1-1 1 0,-4 3 5 0,2-5-5 15,-2 2-6-15,0-3 4 0,-7 0-14 0,11-7 3 16,-5 3 20-16,-3-5-28 0,1-3 1 0,-4 2 1 16,4-7 6-16,-8 1-7 0,1-3 7 15,-1-4-16-15,-2-1 8 0,2-1-2 0,-6-3 2 16,2-1-10-16,-1 0-2 0,-1 4 14 0,2 2-1 16,2 0 7-16,-1 1-13 0,0 1 0 15,1 3 3-15,1 3 4 0,-1 1-1 16,2 0-9-16,1 5 14 0,0-3-9 0,-1 3-9 0,1 0 2 15,0 5 0-15,3 0-5 0,0 4 7 16,0 0 8-16,0 0-2 0,13 15-5 0,-3-4 4 16,1 3-17-16,-1 3 15 0,3 2-7 0,5 4 14 15,-1 0-4-15,0 1 0 0,0 1 10 16,3 0-6-16,-2-1-9 0,1 1 0 0,2-3 2 16,0 1-5-16,0 0 0 0,-1-4 10 0,1-1-2 15,-5-3-6-15,2 0-10 0,-2 0 16 0,2-5-13 16,-5 0 13-16,1-3-3 0,-1 0-8 15,-2-4 6-15,-1-2 10 0,-3 2-16 0,-7-3 1 16,17-7 9-16,-10-1-17 0,-3 0 5 0,2-5 2 16,-3 1 3-16,-3-4 0 0,0 2 3 15,0-2 5-15,0 1-1 0,-3-4-9 0,3 6-1 16,-3-2 8-16,3 0 11 0,-4 4-11 0,4-1 2 16,-3 2 4-16,0 0-14 0,3 3 11 0,-3-1-8 15,2 5-5-15,1-4-3 0,0 7 13 0,0-7 0 16,0 7-10-16,0 0 0 0,0 0 10 15,0 0-5-15,4 18-5 0,-1-11 5 0,0 2 0 16,1-1 2-16,2 0-7 0,-1 2 13 16,1 1-11-16,1-2 1 0,-1 0-72 0,5 0 2 15,-4-1 8-15,3 0 13 0,-3 1 2 0,3-7 6 16,0 4-6-16,0-3 6 0,1-2 4 0,-1-1-7 16,0-1-3-16,1-2 8 0,-4-3 11 15,3-1-1-15,-4-1 0 0,-1-2 8 0,1 0-5 16,-3 0 18-16,-3-5-13 0,1 2 2 0,-1 0 9 15,0-1-11-15,-1 3 20 0,1-1-2 0,0 2 0 16,-3-1 5-16,3 3 15 0,0 0-7 16,-3 0-6-16,3 1-2 0,0 3 3 0,-3-3-1 15,2 3-2-15,1 4-2 0,0-8 15 0,0 8-6 16,0 0-17-16,0 0 13 0,0 0-3 16,0 0-5-16,0 0 2 0,7 16-5 0,-4-10-4 15,-2 1 9-15,5-3 8 0,-2 3 0 0,2 0-10 16,2 0 8-16,1 1-11 0,-2-4-10 15,0 3 23-15,4 0-5 0,-2 0-2 0,1 0 7 16,-2-3-8-16,2 2 1 0,0-1 2 0,1-1-6 16,-4-1 12-16,2 2-4 0,-2-4-2 0,1 0-8 15,2-1 3-15,-10 0-5 0,17-2-31 16,-10-4-13-16,3 0-10 0,-4 0-7 0,2-3-37 16,-2-3-22-16,-2 1-21 0,-1-3-8 0,0-3-25 15,-3 0-13-15,0-1 79 0,-3 0 10 0,0 0 19 16,-1-3 2-16,-2 2 7 0,1-2 14 15,-4 1 20-15,2 1-5 0,0-2 30 0,-3 2-2 16,3 2 0-16,-3-1 28 0,-1-1 51 0,1 2-2 16,0-1-3-16,-1 1-2 0,1 6 10 15,1-4-10-15,2 5-11 0,-1-4 11 0,1 3-6 16,1 3 11-16,-1 0-8 0,4 0 15 0,-4 2 6 16,3-3 10-16,1 7-8 0,-1-4-5 0,1 3-10 15,0-2-3-15,3 5-10 0,-4-4 2 0,4 4 11 16,0 0 5-16,0 0 7 0,0 0-2 15,0 0 5-15,4 20-5 0,2-10-10 0,1 3 10 16,0 3-7-16,1 1 1 0,1 1-4 16,4 0 8-16,-2 4-6 0,-1-5-7 0,5 2-1 15,-2-2-9-15,4 2 2 0,-3 0-11 0,-1-3-2 16,4-2 6-16,-3 0 7 0,6 1-18 16,-5-4 7-16,1 3-12 0,-1-4 0 0,-2-2-8 0,0 0-17 15,-2 0-29-15,-1-1-46 0,0-3-31 16,1 1-117-16,-2-2-479 0,-2-3-59 0,1 1 92 15,-2-2 57-15,-6 1 63 0</inkml:trace>
  <inkml:trace contextRef="#ctx0" brushRef="#br0" timeOffset="159754.2">14011 4979 688 0,'0'0'241'0,"0"0"-14"15,0 0-19-15,0 21-16 0,6-10-16 16,1 6-17-16,4-2-21 0,2 3-17 0,1 6-11 15,3 0 5-15,0 1-5 0,0 0-18 0,10 8-10 16,-3 0-15-16,-3-5-16 0,-7-2-28 16,6-1-46-16,-3 0-80 0,0-1-45 0,-3-1-70 0,-4-6-153 15,0 0-258-15,0-2 19 0,-6-6 63 16</inkml:trace>
  <inkml:trace contextRef="#ctx0" brushRef="#br0" timeOffset="159986.73">14134 5347 883 0,'-7'-13'309'0,"-1"1"-27"0,5 1-95 16,0 1-23-16,0 1-13 0,6-4-8 0,-3 4-25 16,6-2-11-16,-1-5 3 0,2 5-25 0,6-5 7 15,1 0-13-15,-4 4-10 0,7-1 0 16,0-1-15-16,0 6-5 0,0-2 2 0,0 3-7 16,0 3-6-16,1 0-2 0,2 2 15 0,-3 2-10 15,1 2-18-15,1 2 8 0,2 0-16 16,-3 2 11-16,1 2 7 0,-1 1-28 0,2 2 18 15,-3 1 13-15,1-1-18 0,-2 5-3 16,2-4-33-16,-2 2-33 0,-4 2-90 0,4 0-207 0,-6-4-394 16,1 1 81-16,-4-5 52 0,-1-4 61 0</inkml:trace>
  <inkml:trace contextRef="#ctx0" brushRef="#br0" timeOffset="160403.7">14718 4551 870 0,'7'9'281'0,"0"1"-22"15,7 5-19-15,-1 1-32 0,4 3-19 0,0 2-10 0,1-1-20 16,3 3-18-16,1-1-13 0,-1 0-10 16,7 9-11-16,-4-5-2 0,-1-2-20 0,5 5-4 15,-7-4-22-15,2-2-10 0,-6 1-21 16,4 0-87-16,-3 1-71 0,1 0-195 0,-1-2-392 16,-2-2 26-16,-1-7 94 0,-5-2 68 0</inkml:trace>
  <inkml:trace contextRef="#ctx0" brushRef="#br0" timeOffset="161636.91">15299 4638 980 0,'-3'-2'389'16,"3"2"-38"-16,0 0-49 0,0 0-31 0,-21 14-12 15,15-5-27-15,-1 2-27 0,-4 3-18 16,5-1-28-16,-1 3-8 0,0-1-18 0,0 2-13 16,3-2-2-16,1 3-21 0,0-4-10 0,0 1-7 15,3-2-6-15,0 1-3 0,3-5 1 0,0 5-23 16,4-5-13-16,-4 0 10 0,8-5 0 0,-4 2-21 16,3-5-2-16,1-1-7 0,-1 0-9 15,3-2 1-15,-3-4-10 0,1 0 12 0,-2 0-8 16,2-1-2-16,-1-1-2 0,-3 3 7 15,0 0 5-15,0 0-7 0,-3 1 10 0,2 0-16 16,0 1-2-16,-2-2-3 0,-4 5 8 0,7-3 0 16,-7 3-10-16,10-1 0 0,-10 1 10 15,0 0-3-15,11 1-2 0,-11-1 0 0,13 0-8 16,-13 0 11-16,10 0 12 0,-10 0 3 0,11 0-8 16,-1-4-5-16,-3 2 15 0,0 0-23 0,4-4 13 15,-1 0-15-15,-1 1 5 0,2-2 0 16,-4 0-18-16,-1-3-13 0,-2 1-5 0,2-4 5 15,-5 1-17-15,-1-2-1 0,-1-3 0 0,-5 0 5 16,-1-3 9-16,-3-4 16 0,-7-1-1 16,4 0-3-16,-2 0 12 0,-5 0 37 0,6 0-8 15,1 8 10-15,-1 1 15 0,4 0-10 0,-1 4 3 16,4 1-8-16,1 2-13 0,2 2 3 0,1 4-3 16,0 2 3-16,3 1-8 0,0 0 13 15,0 0-15-15,6 17 7 0,1-6 3 0,-1-1-8 16,2 5-10-16,2-1 2 0,0 4 11 0,4 0-3 15,-1-1-5-15,-3 1 2 0,5 0 1 0,-5 1-16 16,1-6 0-16,-2 2 11 0,1-5 7 16,-3 2-8-16,0-2 1 0,0-3 10 0,-3 1-6 15,2-5-2-15,-3-2-5 0,-3-1 8 16,0 0-1-16,0 0-4 0,0-18 4 0,0 8 3 16,0 1-7-16,0-5 4 0,1 3-2 0,2 0-5 15,1 0 8-15,-1 1 2 0,-2 0-5 0,5 1 2 16,1-1-4-16,2 4-8 0,2-1 4 15,0 5-1-15,3-3 7 0,-1 5 18 0,0 0-18 16,4 5-3-16,-3 0 3 0,0 2-10 0,-1 3 25 16,1 3-7-16,-4 2 5 0,-3 3 0 0,-3-2-8 15,3 2-3-15,-7 0-2 0,-3 2 3 16,-1-1-3-16,0 2 5 0,-3-6 0 0,1 2-2 16,-4-3 4-16,2-3-4 0,-1-1 2 15,2-2 0-15,0-3 3 0,-1-2-1 0,-1 0 11 16,2-3-7-16,7 0-4 0,-11-7-9 0,8 2 7 15,3-2-10-15,0-2 20 0,0-2-18 0,7-3 11 16,-3-2-3-16,5-2 3 0,1-1-11 16,1-1-4-16,0-1 12 0,2 2-3 0,1-5 4 15,-4 3 6-15,4 0-12 0,-4 0 0 0,3 1-2 16,-2-1 15-16,-4 3-6 0,2 1 9 0,-5 5-16 16,3-3-6-16,-3 5 9 0,-1-2 0 15,0 4-9-15,1 0-1 0,-4 4-6 0,0-2 8 16,0 6 7-16,0 0 1 0,0 0-8 0,0 0 0 15,0 0 7-15,-7 18-2 0,4-5-2 16,3-2-3-16,0 3-3 0,0-2 8 0,3 3 8 16,0 2-13-16,1 0 5 0,2-1 15 0,2-1-13 15,5 1-7-15,-3 1 5 0,8-6 0 16,-2 3 8-16,5-6 0 0,-3-3-8 0,2-1 2 0,4-2 3 16,-3-4 16-16,2 1-14 0,-2-7-14 15,3 1 4-15,-4-3 3 0,0-4 0 0,-6 3-13 16,0-5 3-16,-8 0-10 0,2-2-8 15,-8-1-6-15,-3-6-4 0,-5-5-24 0,-9-11 11 16,-3-2 13-16,-5-3-29 0,-5 4 11 0,2 4 5 16,2 0 23-16,-2 5 28 0,7 8 15 15,1 5-7-15,6 4 7 0,-3 0 6 0,4 7-4 16,3 0 14-16,-1 1-13 0,4 4-8 0,1 2 6 16,-1 2-1-16,7 0-5 0,-8 14 3 0,8-5 8 15,0 2 2-15,4 4-11 0,3 3 6 0,0 4-2 16,6-1 9-16,1 4-2 0,3 0 3 15,7 10-3-15,4-5 0 0,5 1-3 16,-2-6-2-16,3 1-10 0,4-2-3 0,0 0 8 0,-4-9 0 16,-6-1-8-16,2 0-15 0,-2-5-31 15,-5 1-82-15,1 3-182 0,-6-4-545 0,-2 0 39 16,-9-2 84-16,1-3 62 0,-8-2 78 0</inkml:trace>
  <inkml:trace contextRef="#ctx0" brushRef="#br0" timeOffset="163419.07">14072 6700 862 0,'0'0'292'0,"-10"-14"-31"0,6 12-20 0,4-4-93 16,-3-1-20-16,3-3-10 0,0 3-13 15,0-4-8-15,-1 0-13 0,-2-3-14 0,3 3 17 16,0-5-26-16,-3-2-7 0,3 2 5 0,-3-3-11 15,-1 2 29-15,-2-1-10 0,-2-1 9 16,1-4-24-16,-2 3 12 0,2 0-29 0,-1 3 9 16,2 4 5-16,-1-2-3 0,1 5-21 15,2-2 29-15,-3 2-28 0,3 2 9 0,1 0-1 16,0 1-19-16,-1 2-7 0,4 0 2 0,0 5-2 16,4-7 2-16,-4 7 5 0,10 0-4 0,-10 0-4 15,24 7 1-15,-7-1-6 0,0 2-2 0,4 1 13 16,0-1-2-16,-1 3-17 0,3-3 12 15,-2 6 6-15,-1-3-9 0,-2 3-6 0,2-1 11 16,-6 2-5-16,3-1 7 16,-4 3-8-16,-6-3 14 0,1-1-21 0,-2 2 12 0,-2 1-12 15,-4-5 13-15,3 2-6 0,-6-3-7 0,-1 0 28 16,1-3-10-16,-5 1 0 0,-1 0-8 0,-1-6 10 16,-4 3-20-16,3-4 13 0,-2-1 5 15,-4-1-3-15,-1-4 8 0,-1 3-23 0,4-4 79 16,-1-1-7-16,-2 3 7 0,8-2-8 0,-4 4-14 15,4-4-4-15,0 3-15 0,-1-1 3 16,5 1-8-16,2 2 1 0,4 1-1 0,-7-4 0 16,7 4-13-16,0 0-7 0,0 0 10 0,0 0 2 15,0 0-7-15,25 5-3 0,-15-2 3 16,3 1-3-16,1-3-7 0,-1 1 7 0,2-2 11 16,1 0-14-16,-1 0 1 0,4 0 0 0,-1-2-8 15,2-1 7-15,-3-3 1 0,4 0 2 16,-5-1-7-16,2 1 5 0,0-6-8 0,-2 4-8 0,-2-4 13 15,0-1 3-15,-5 1-3 0,2-3-5 16,-4 0-10-16,0-3 17 0,-1 1-7 0,-6 0 3 16,0-4 4-16,0 0-7 0,-6-3-2 15,2 2-6-15,-5 1 6 0,1-1 12 0,1 4-5 16,1 1 10-16,-1 3 3 0,1 2-2 16,1 2-16-16,-1-1 15 0,2 1-10 0,1 8-5 0,0-4 3 15,3 6 7-15,0 0-10 0,0 0 0 16,0 0 10-16,9 22-17 0,-5-11 7 0,3 3 2 15,0-3-4-15,0 3-4 0,2-1 6 0,2 2-5 16,-1-5 0-16,3 3 0 0,-1-3 5 0,1 0 0 16,4-2 5-16,-3-1 3 0,3-1-13 15,-1-2 12-15,-1 0-17 0,1-4 8 0,-1-4 7 16,1 0-3-16,2-2-2 0,-2-1 8 16,-1-4-13-16,1 2 2 0,-5-4 8 0,2-1 11 15,-6-1-24-15,-3-1 8 0,0-1-10 0,-1-1 5 16,-6-2 5-16,2 0-8 0,-2 1 13 0,-4-2 0 15,3 4 6-15,1 1-4 0,-1-1 11 0,-2 6-26 16,3-3 11-16,-1 4-6 0,0 1 6 16,1 1-3-16,3-1-8 0,-3 4 6 0,3 5-1 15,0-4-7-15,0 4 10 0,0 0-3 0,0 0 1 16,17 9 4-16,-10-2-2 0,2-3 8 16,2 3-13-16,3 1-3 0,0 0 13 0,2-1-2 15,-1-2-3-15,4 2 3 0,-1-1 2 0,-1-4-5 16,3 3 5-16,-2-4-3 0,-1 0 9 15,0-1-14-15,-1-1-5 0,2-3 3 0,-5 0 8 16,5-2-13-16,-5-4 4 0,1 2 12 0,-7-2 4 16,3-4-20-16,-4 3 10 0,-5-3-11 0,-1 1 9 15,0-1-11-15,-4-3 8 0,-2 0 2 16,2 1 8-16,-2 0-23 0,-1 1 16 0,-1 4-1 16,-1-3 8-16,2 3 1 0,3 3-12 0,-6-1 9 15,6 1-13-15,1 2 2 0,0 4 11 16,3 2-16-16,-7-5-3 0,7 5 9 0,0 0 12 15,3 16-10-15,1-7 2 0,5 7 13 0,2 0 8 16,-1 5-20-16,4 4 7 0,6 0-5 16,4 10 5-16,1 1 3 0,2 3-11 0,0-3 6 15,0 3-1-15,4-3-2 0,-4-1 3 16,1 0-34-16,-1-1-41 0,1-5-4 0,-7-2-39 16,-2-4-65-16,-1-6-135 0,-2-2-496 0,-1 1 43 15,-2-7 90-15,-2 1 74 0,-4-6 48 0</inkml:trace>
  <inkml:trace contextRef="#ctx0" brushRef="#br0" timeOffset="163703.9">14800 5809 860 0,'-10'-14'327'0,"6"3"-43"0,1-3-30 0,3 4-19 16,0 1-27-16,3 0-11 0,4 2-31 15,1 0-12-15,2 0-1 0,0 3-15 0,7 0-35 16,-4 2-8-16,5 2-3 0,1 0-3 0,-1 6-12 16,3 0-5-16,-5-1 7 0,2 5-12 15,-1 5-11-15,0-1 0 0,-4 3 1 0,-2-1-9 16,-4 1 1-16,-1 0-8 0,-2 0-16 0,-1 0 1 16,-6 1-3-16,3 0 13 0,-4 1-11 15,1-1-9-15,-3 0 2 0,-1-4-29 0,-1-1-17 16,-1 1-54-16,2-5-97 0,0-5-156 0,-1 1-461 15,2-3 71-15,-1-4 50 0,7 2 63 0,-10-7 77 16</inkml:trace>
  <inkml:trace contextRef="#ctx0" brushRef="#br0" timeOffset="164419.74">15187 5903 685 0,'13'-11'313'0,"-3"-2"-96"0,-3 2-25 0,0 2 8 15,0-5-34-15,0 1-9 0,-4-2-12 0,4 1-4 16,-4-1-21-16,0 0-9 0,-2 1-24 0,-1-3 10 16,-1 0-10-16,-2 1-13 0,0-2 18 15,-4-1-15-15,1 4 2 0,-2 0 14 0,1 2-17 16,-2 1-4-16,2 4-13 0,-1-1 5 0,2 4 0 16,-1 2-10-16,1 2 2 0,6 1-23 15,-15 5 13-15,9 2-12 0,2 1-6 0,1 1-3 16,0 3-2-16,0-2 0 0,6 2-2 0,-3 1-3 15,6 2-11-15,1-2 17 0,-1 1-12 0,5-3 6 16,-1 3-13-16,5-6 0 0,-2 0 8 16,0-1-10-16,5-4 71 0,-1-2-2 0,-3-1-13 15,9-2-11-15,-6-4 6 0,7-1-23 0,0-3-1 16,-3 0 6-16,2-5-20 0,-2 1 7 16,-3 1-3-16,-5-4-5 0,0 0-9 0,-5 2-1 15,-2-2 5-15,1 0-5 0,-4 1 3 0,-3-1-1 16,1 3 11-16,-1 2-15 0,3-1 5 15,-3 4-14-15,0 0 1 0,0 1-13 0,3 5 11 16,-3-1-14-16,0 4 14 0,0 0 9 0,17 7-7 16,-7 0-8-16,-2 1 3 0,5 2 5 0,-3 3 0 15,4-3-11-15,0 2 6 0,0 1 10 16,-1-1 8-16,1 1-8 0,-1-3 0 0,-3 0 15 16,1 3-12-16,-4-5 2 0,0 0 5 15,2-1 3-15,-4-3-3 0,1 2 8 0,-2-2 0 16,-1 0 0-16,-3-4 2 0,0 0-4 0,0 0-1 15,0 0 13-15,0 0-15 0,0 0-5 0,-21-16 5 16,12 7-1-16,-1-3-4 0,-1 0 2 16,1-1-2-16,0 0 0 0,-1-1-11 0,1-2 11 15,0 0 5-15,2 4-8 0,-1-4 7 0,2 1-1 16,0 0-6-16,4 1 8 0,-2-2-8 0,2 3-3 16,3-2 3-16,0 2 1 0,0-1-4 15,3 3-4-15,-2-3 7 0,6 3-16 0,0-4 6 16,-1 1-2-16,4 2 9 0,1-1 6 0,-4 2-8 15,3 1 10-15,-2-2-7 0,1 3-19 16,-2 2-2-16,-1 1-10 0,2-1-10 0,-1 2-16 16,-4 2 11-16,1-1-16 0,2 2 13 0,-6 2 2 15,7-3 6-15,-7 3-8 0,10-1-16 16,-10 1-27-16,0 0-16 0,7 2-23 0,-7-2-64 0,3 4-110 16,-3 0-479-16,0-1 64 0,0 2 52 15,0-5 76-15,0 0 64 0</inkml:trace>
  <inkml:trace contextRef="#ctx0" brushRef="#br0" timeOffset="165885.74">15778 5210 721 0,'17'6'226'0,"-7"-4"-24"15,4 6-15-15,-1 2-21 0,2 4 0 16,4-3-32-16,-4 6-9 0,4-3-12 0,-1 3-11 16,-4-4-2-16,6 1-13 0,-6 1-31 0,3 0 6 15,0-3-14-15,-6-2 1 0,2-1-6 0,-2 1 1 16,-1-4-8-16,-1 1 17 0,-1-2 24 16,-1-2-31-16,-1-2-2 0,-2 2-8 0,-4-3 7 15,0 0-2-15,9-7-5 0,-9 0 15 0,0 0-15 16,-3-1 5-16,-3-3-8 0,-1-2 13 15,-3 1 0-15,2 2 8 0,-1-4 2 0,-1 3-9 16,-1-1 4-16,1 1 15 0,3-1-12 0,0 6-10 16,-3-3 9-16,6 2-4 0,-2-1-8 0,2 2-8 15,1-1-5-15,0 3 0 0,3-3 1 16,0 0-9-16,3-1-2 0,4 0 0 0,2-2 8 16,2 0-24-16,-1-4 11 0,4 0 2 0,0 2-2 15,-1-2-16-15,2 2 16 0,-2-1-2 16,1 3 1-16,-4-1-7 0,0 2 6 0,1 0-11 15,-2 2 7-15,-5-1 1 0,2 1-3 16,1 0 5-16,-3 1 11 0,0 1-36 0,-1 1 9 16,0 1 17-16,-3 3-11 0,4-3 2 0,-4 3 8 15,6-3-10-15,-6 3 0 0,7 9-10 16,-3-4 8-16,-1 3-6 0,4 0 3 0,-3 1 13 0,2 1-14 16,1-2 6-16,4 1-5 15,-2-1-5-15,1 0 10 0,1-2-8 0,-1 2 6 0,0-4 71 16,1 1-3-16,2-3-9 0,1 0 2 15,-3-2-29-15,2-2 9 0,4-2-11 0,1-3 8 16,-2-2-8-16,2-4 0 0,-2 2-5 0,-1-3-13 16,1-1 18-16,-2 2-15 0,-7-2 3 0,3 0-21 15,-3-1-1-15,-3 0 4 0,-1 3 4 16,-3-2-2-16,0 0-2 0,-3-1 12 0,-1 3-12 16,-3-2 2-16,4 5 2 0,-1-3 3 0,1 3-7 15,-3 2 4-15,5-1-7 0,-2 3-13 0,-1 2 3 16,4 4 7-16,0 0-5 0,7-6 1 15,-7 6 1-15,0 0-7 0,17 6 24 0,-6-2-6 16,2 2 0-16,0 2-8 0,2 0 5 16,1 0-2-16,5 2 0 0,-3 1 2 0,-2 2 3 15,2-2-5-15,-2 3 3 0,-2-5 2 0,-1 7-5 16,-3-5-6-16,-2 3 11 0,-5-3-2 0,1 3 10 16,-4-5-6-16,-3 2-7 0,-1 1 8 15,-4-3-6-15,2 0 3 0,-4-7 5 0,0 4 5 16,-1-3-2-16,-2-3 0 0,-1-2 5 0,4 1 2 15,-4-5-2-15,4 2-8 0,-1-2 8 16,2 1-8-16,-2 0 5 0,7-2-8 0,-2 1-2 16,3 3-2-16,2-2 7 0,1 5-8 15,0-9-7-15,0 9 5 0,4-7 0 0,2 6 8 16,1-2-1-16,1 0-2 0,2 1 0 0,0-1-5 16,4-1-3-16,-1 2 13 0,1 0 6 15,0-4-6-15,3 0 10 0,0 1-5 0,0-3-12 0,3-1 15 16,1 0-3-16,-1-4-2 0,-3 2-11 15,1-3-2-15,-2-1 5 0,-1 2-5 0,-2-3 10 16,-2-1 5-16,-2 3-10 0,-5-3 3 0,2 1-11 16,-5-1 5-16,-1-1-9 0,-1 0 14 15,-2 1 1-15,0-2-3 0,-1 5 10 0,-2-2-10 16,2 1 5-16,-3 7-10 0,4-3 0 0,-1 3 7 16,1 2-7-16,0 3 10 0,3 3-12 0,0 0-1 15,0 0 0-15,0 0 6 0,-3 17-3 16,6-9-3-16,3 3 8 0,1 0 5 15,1 2-13-15,2-1 1 0,0 0-6 0,4-1 8 16,-1-2-5-16,4 3 12 0,0-3-2 0,0-3 5 16,0-1 13-16,4 0-25 0,0-4 19 0,-1-1-12 15,4-4 5-15,0 1 1 0,3-6-9 0,4-1-10 16,0-5 11-16,-4-1 2 0,1-2 2 16,-5 1-2-16,1-4 10 0,-6 3-7 0,-5 0-6 15,-3 1-2-15,-2 1-13 0,-5-1 3 0,0 2 0 16,-3-2 2-16,0 6 3 0,-3-3-1 0,-1 6-9 15,1-2 7-15,-5 3-2 0,2 5-11 16,-1-3 13-16,7 5 6 0,-20 6 12 0,10 1-10 16,0 1-3-16,-1 3 13 0,1 3-10 0,3 2 15 15,-1-3-5-15,-1 3-5 0,5-1-7 0,1 0 7 16,3-4 2-16,0 3-14 0,0-3 9 16,3 0 8-16,1 1-10 0,2-5 10 0,-1-3 0 15,1 1-10-15,4-4 8 0,-3-2-1 16,4-2-7-16,2-2 3 0,0-3-9 0,1-4 9 15,-1-1-1-15,-1 0-12 0,1-2 17 0,-4 1-9 16,-1-2-1-16,-4 0-18 0,-4-2 16 16,0 1 10-16,-4-2-15 0,-2-2-1 0,-5-3-4 0,-3-1 5 15,-6 2 9-15,-8-11 6 0,1 1 3 16,-1 4 5-16,2 7 2 0,5 3 16 0,3 4 9 16,2 0-9-16,1 3 2 0,2 3-12 0,-1 0 1 15,7 3-11-15,1 2-1 0,-1 2-5 16,7 2 7-16,0 0-9 0,-6 13 7 0,9-5 5 15,0 3-5-15,1-1 8 0,2 5-10 16,4 2-3-16,1-2 0 0,2 3 5 0,1-1-8 16,3 1-17-16,1-1-29 0,2 1-48 0,4-3-98 15,3 6-258-15,0-7-379 0,-2 0 85 16,-5-6 74-16,0-1 89 0,-2-4 41 0</inkml:trace>
  <inkml:trace contextRef="#ctx0" brushRef="#br0" timeOffset="166269.2">17792 4356 760 0,'0'-10'284'0,"3"0"-23"0,-3 0-18 16,3-5-30-16,1 4-11 0,-1-5-26 0,0-2-19 15,-3-2-12-15,4 0-9 0,-4-2-21 0,0 2-15 16,-4-4 0-16,1-2-13 0,0-2-8 16,-4 0-4-16,0-4-19 0,-4 6 13 0,2-1-5 15,-1 5-10-15,-1 1-16 0,4 5 16 0,-3-1-16 16,3 3 6-16,0 3-16 0,0 3-15 0,1-1 15 16,2 2-13-16,1 6-2 0,3 1 2 15,0 0-2-15,-14 9 8 0,14-1-3 0,0 3-11 16,3 3-2-16,0 2 1 0,1 0 1 0,4 3 11 15,1 0-5-15,1 2-11 0,1 0 9 16,2 1 12-16,5 2-21 0,-2-3 9 0,-1-3-19 16,5 1-7-16,0-2-11 0,-2-3-36 0,2-2-63 15,1-2-62-15,0 0-133 0,1-2-402 16,-4-3 42-16,-1-2 55 0,0 3 62 0</inkml:trace>
  <inkml:trace contextRef="#ctx0" brushRef="#br0" timeOffset="167152.27">18130 4220 762 0,'4'-4'238'0,"-1"-1"-28"0,-3 5 18 0,3-8-36 16,-3 1-10-16,3 2-24 0,-3-2-4 0,3-6-11 15,-2 4-20-15,-1-2-20 0,3 1 7 0,-3-5-10 16,-3 2-8-16,3 0-8 0,0-2-5 0,-4 1 24 16,1 2-26-16,0-1 23 0,0 2-21 15,2 1 0-15,-5-2-15 0,2 5 5 0,3 1-33 16,-5-2 20-16,3 7-17 0,3 1 25 0,-10 0-36 15,10 0 8-15,-15 9-8 0,12 0-8 16,-3 0 6-16,2 2-8 0,-2 2 10 0,5-1-23 16,-2 2 0-16,3 2 11 0,0-4-14 0,4 1 16 15,-1-1-5-15,0 2 0 0,4-3 0 16,-1 2 66-16,5-4-10 0,-4-1-5 0,3 0-3 16,7-6-17-16,-3 3 5 0,3-4-8 0,0-5 0 15,4 1-13-15,3-4 13 0,0-1-11 0,2-3-1 16,2-5-12-16,-4 1 6 0,3-3 1 15,-6 0-19-15,-1-3 5 0,-3 4 0 0,-6-1-5 16,0-1 8-16,-2-2-3 0,-2 4 1 0,-4 4-1 16,1 0-5-16,-4 1 5 0,3-1-5 15,-3 3 0-15,-3 3-2 0,3-1-1 0,-4 5 6 16,1-1-5-16,3 4-3 0,-10 0 5 0,10 0-8 16,-17 8 3-16,10-1 0 0,0-1 0 0,1 2-2 15,1 1 12-15,-1-1-20 0,2 1 12 16,1 0-7-16,0 1 5 0,3-2 0 0,0-1-13 15,-3 0 6-15,6 1-1 0,-3-5 5 0,6 4 6 16,-2-4 7-16,-1 1-5 0,5-1 0 16,1-2-2-16,-2-1 0 0,3 0-1 0,-10 0-2 15,18 0-5-15,-9 0 8 0,2 0 4 0,-4-1-4 16,3-1-8-16,-3 1-3 0,3 1 16 16,-3-1-1-16,3-2-7 0,-2 3 3 0,2-3 5 15,-1 2-11-15,-2-2 6 0,4 0-1 0,-1 0 1 16,0-1 2-16,-2 0-13 0,2 0-2 15,0 0 0-15,-3-2-13 0,3-1 2 0,-3 3-10 16,-1-3 8-16,2 0-5 0,-2-3-5 0,-2 1 13 16,2 0-6-16,-5-3-5 0,2 2 6 0,0-1 9 15,-3 0 1-15,0 0-3 0,3 1 5 0,-3 1 13 16,0 1 10-16,0 1 1 0,0 0 4 16,0 3-10-16,0-3-10 0,4 5-3 0,-3-1 6 15,-1 3 7-15,3-3 3 0,-3 3-3 0,0 0-5 16,13 6 7-16,-6-4-4 0,0 5-3 15,3-3 0-15,-3 3 8 0,0-1 2 0,4 2-8 16,-2-4 6-16,-2 5-13 0,4-2 8 0,-4-1-3 16,3 2 7-16,-4-1-14 0,2-2 1 15,-2-1 17-15,-2 0 1 0,-1 1-6 0,3-1 14 16,-5 0 16-16,-1-4-18 0,6 4 13 0,-6-4-14 16,0 0 6-16,0 0-7 0,0 0 15 0,0 0-6 15,-17-12-7-15,8 3 0 0,-2 0-3 16,4-4-2-16,-6-2-8 0,-1-3 3 0,1-1 12 15,1-1-4-15,2 0-9 0,-3 1-1 0,3-2-6 16,3 3 5-16,0 3 5 0,1-2-20 16,1 2-1-16,2 2 27 0,3 4-21 0,-3-4-13 15,3 5-15-15,3-2-37 0,0 3-9 0,1 3-62 16,0 0-99-16,2 0-631 0,-2 1 45 16,3 0 111-16,-1 1 73 0,-6 2 58 0,11-1 47 15</inkml:trace>
  <inkml:trace contextRef="#ctx0" brushRef="#br0" timeOffset="167735.76">18899 3686 862 0,'10'14'279'0,"-3"-3"-87"16,4-1-26-16,-4 3-17 0,2-5-16 0,-2 0-2 15,1 2-21-15,1 0-5 0,1-1-21 0,-3 0 3 16,1-1-15-16,-2 2 5 0,1 0-19 15,-4-5-1-15,4 3-6 0,-3-2 21 0,0 0 12 16,-1-2 80-16,0 1-8 0,0-2-10 16,-3-3-21-16,0 0-4 0,0 0-6 0,0 0-15 15,0 0-11-15,-13-11-4 0,9 3-14 0,-3-5-4 16,1-2-8-16,-1-3-3 0,0-3-5 0,-3-3-5 16,6 1-2-16,-3-1 5 0,4 3-14 15,0 0-6-15,3 2-1 0,-3 1-3 0,3 3-9 16,0 1-4-16,3 2 1 0,-3-1 5 0,3 3-5 15,1 3-8-15,2-1-2 0,-2 5-3 0,2 2 5 16,2 1 8-16,-8 0-11 0,19 1 11 16,-7 2-8-16,0 2-10 0,-1 2 0 0,0-3 0 15,2 5 7-15,1-2-4 0,-1-1 12 16,1 2 3-16,-4-3-3 0,0-1 0 0,1 3-20 16,-1-4 0-16,0 3 15 0,-3-4 0 0,4 0 5 15,-2-2-17-15,-9 0 19 0,18-4-12 16,-11 1 5-16,2-2 3 0,-2-1-5 0,1-1-1 15,-2 0-15-15,-2-3-4 0,-1 0-6 0,-3-1 7 16,0-1 1-16,-3-1 12 0,2-1 8 0,-2-1 0 16,0 4 1-16,0-3 4 0,-1 6 5 0,0-3-7 15,1 4 7-15,0 0 3 0,2 3-18 16,-2-1 3-16,3 5-6 0,0 0 3 0,0 0 15 16,0 0-7-16,0 0 5 0,0 16 2 0,4-10-2 15,-1 2-5-15,0 0 7 0,1 1-7 16,3 0-6-16,-1 1 9 0,1-1-4 0,0 0-12 15,1 3 3-15,2-3-14 0,2-1-27 0,-4-4-49 16,2 3-75-16,3-1-191 0,1-4-507 0,-3 0 76 16,0-2 96-16,-1-2 71 0,-4 0 48 0</inkml:trace>
  <inkml:trace contextRef="#ctx0" brushRef="#br0" timeOffset="167869.19">19210 3275 811 0,'0'0'266'0,"0"0"-66"0,0 0-49 16,0 0-77-16,0 0-61 0,14 14-123 0,-8-9-95 15,2 1-243-15,2-2-38 0</inkml:trace>
  <inkml:trace contextRef="#ctx0" brushRef="#br0" timeOffset="168670.21">19419 3450 394 0,'6'13'161'0,"1"-1"23"16,-3-2 47-16,2 0-9 0,-2-1-32 0,0 0 2 15,-4-1 2-15,3 2-17 0,0-3-6 0,-3 1-17 16,1 0 10-16,2-1-85 0,-3-1 36 0,0-2-2 16,0-4 10-16,0 8 51 0,0-8-13 15,0 0-25-15,0 0-6 0,0 0-9 0,0 0-14 16,0 0-4-16,-15-19-19 0,9 9-10 0,2-5 3 16,1 0-16-16,-3-2-2 15,2 0-7-15,1-1-12 0,-4 0-1 0,6 2 2 0,-2-1-5 16,3 1-13-16,0 3 10 0,0 0-18 15,3 1 1-15,-3 3-4 0,4 1 12 0,0 0-4 0,3 4-5 16,2-2-4-16,-2 4 9 0,4 1-5 16,-1-3-4-16,3 4-4 0,1 0-9 0,-3-1 4 15,6 1 9-15,-4-1-1 0,2 1 0 0,1-2 0 16,-2 2-7-16,-1-3 12 0,1 2-15 16,-3-2 8-16,-1 2 5 0,1-6 7 0,-2 1-4 15,1 2-14-15,-3 0-17 0,-3-5 15 0,3 5-5 16,-4-7-6-16,0 3 6 0,-2-2-5 15,-1 2 5-15,-1-3 2 0,-2 1-9 0,0-3 6 16,-1 4 1-16,-3-1 5 0,0 1 3 0,4 0-3 16,-1 2-10-16,1 0-26 0,-3 4 33 15,3-1-15-15,3 4 11 0,0 0-4 0,0 0 1 16,0 0 0-16,-1 17 12 0,5-5-4 0,2 1 15 16,4 8-13-16,4-3 7 0,0 11-1 0,10 10 9 15,3 4 0-15,-2 3-10 0,8-4-20 16,2 13 7-16,-4-11-4 0,3-2 17 0,0 2-3 15,0-3-2-15,-4 0-2 0,1 1 4 0,0-6-2 16,-4 3-2-16,-2-3 2 0,-9-6 18 16,-2-3-24-16,-4-5 12 0,0-2-1 0,-5-4 2 15,-5-1 4-15,-2-3 6 0,-4 0-11 16,-1-6 1-16,-6 1-14 0,-4-3 25 0,0-3-8 0,-4-2 8 16,0-3 7-16,-6 0 6 0,2-2-28 15,-8-5 25-15,10-2 15 0,2 2 8 0,-4-4-10 16,4 4-2-16,2-3-16 0,1 2-72 15,2-1 3-15,1-2 8 0,5 2-1 0,1-2 9 16,5 0 4-16,0-2-2 0,8-1 7 0,-1 0 3 16,4-3-7-16,0 1 2 0,7-2-3 0,-4 3 6 15,7-3-6-15,0-2-5 0,4 3 8 16,-1 3 11-16,1-3-11 0,-1 3-8 0,-3 3-28 16,1 4 3-16,1-3-11 0,-4 6 13 0,-2-2 11 15,-2 2 12-15,-1 1-10 0,0 0-7 16,0 1 17-16,-3 1 3 0,0-1 2 0,-1 3 6 0,-2 1-6 15,3-5 16-15,-3 5 20 0,-1-2-5 16,3 0-2-16,-2 1 4 0,-4 3 9 0,6-5 2 16,-1 2 20-16,-5 3-15 0,3-6-13 0,0 2 31 15,-3 4 3-15,4-3 4 0,-1 2-9 16,-3 1-8-16,3-4-11 0,-3 4-12 0,0 0-106 16,0 0-22-16,0 0-302 0,0 0-426 0,-3 12 119 15,-1-6 61-15,-5 1 64 0,-2-2 64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5:33:38.32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4392 8296 680 0,'0'0'231'0,"-1"-3"-32"0,1 3-25 0,0 0-20 15,0 0-26-15,0 0 3 0,0 0-19 0,0 0 6 16,0 0-21-16,0 0 3 0,14 0-10 0,-14 0-11 16,0 0-2-16,20 0-11 0,-13 1-4 0,3-1-8 15,1 0 4-15,2 2-12 0,-3-4-2 16,5 2 5-16,1 0-11 0,1-1 3 0,0 1-13 15,1 0 5-15,5 0-2 0,-3-2 5 16,1 2-3-16,0-1-7 0,-1-2-8 0,4 3 7 16,-3-1-7-16,3 1 3 0,-4-1 2 0,1 1-3 15,3 0-4-15,-4 1 2 0,1-1-11 0,3 1-73 16,-4 2-1-16,1-2 11 0,0 1 12 16,2-2-15-16,-3 1 31 0,4 4 0 0,-3-4-3 15,3 0 1-15,-4 1 1 0,4 2-1 16,-2-3 7-16,0 1 0 0,2 0 12 0,4 2 4 15,-1-2-3-15,1 1-11 0,-1 1 1 0,1-3 2 16,-1-1 10-16,0 5 11 0,0-3 2 16,-2 1 2-16,-1-2-4 0,0 3-11 0,-1-2 11 0,1-2 7 15,0 3-7-15,1 1 2 0,-1-4-10 16,-2 1-1-16,3 4-1 0,-4-3 4 0,3 0 16 16,-1 0-18-16,-2 2 5 0,3-2-3 15,0-2 21-15,-1 3-31 0,1 1 1 0,0-4 14 16,4 1 3-16,-4 1-2 0,3 3-8 0,-3-5 12 15,3 2 1-15,-3 0 0 0,1-2 2 16,2 3-15-16,-1-3 15 0,2 0 8 0,3 0 0 16,-1-3-5-16,1 2 7 0,0 0 6 0,0-1-18 15,-1 1-6-15,1-3 13 0,-3 2-7 16,2 1 28-16,-2-3-21 0,0 1-4 0,2 1-1 16,-3-2 8-16,1 0-3 0,-5 4 13 0,2-5-5 15,2 3 67-15,0 0-8 0,-3-3-8 0,0 4 8 16,3-2 0-16,-6-1-23 0,3 1 7 15,-3 3-22-15,-5-5 4 0,2 3 1 0,-5 2-3 16,1-1 0-16,-3 1-5 0,1-1-5 16,-1-2-8-16,-4 1 0 0,3 1-7 0,-10 1 12 0,14 0-18 15,-7 0 3-15,-7 0-7 0,10 0-4 16,-10 0 1-16,11-2-34 0,-11 2-48 0,13 2-21 16,-6-2-107-16,3 3-312 0,0 0-259 0,1-2 115 15,-1-1 61-15,0 0 68 0</inkml:trace>
  <inkml:trace contextRef="#ctx0" brushRef="#br0" timeOffset="13084.5">5143 10233 678 0,'-6'-5'228'16,"6"5"-3"-16,0 0-8 0,0 0-37 0,-1-2-4 15,1 2-25-15,0 0-10 0,0 0-10 0,0 0-16 16,0 0-15-16,0 0-16 0,0 0-7 15,0 0-8-15,0 0-8 0,0 0-2 0,7-8 5 16,-7 8-10-16,0 0 2 0,10 0-4 0,-2 0 4 16,1-3-13-16,-9 3-7 0,17-2-8 15,-6 2 8-15,-1-4 3 0,4 4-6 0,-1 0 5 16,0-1-7-16,5 1-8 0,-4 0 0 0,6-1-2 16,-3 2-6-16,3-2-2 0,1 1-6 0,3 0 1 15,-4 0 5-15,1 0 0 0,3 0-6 0,0 0-2 16,-4 1 11-16,4-2-16 0,-2 2 10 15,1-1 0-15,0 0-5 0,2 0 8 0,-1 0-10 16,0 0-3-16,-4 0 2 0,4 1-2 0,0-1 64 16,-3 0 0-16,2 0-10 0,1 0-8 15,0 2 0-15,-3-2 5 0,2 0-15 0,-1 0-2 16,1 0-4-16,1 0-7 0,-4 2 5 0,2-2 3 16,1-2 0-16,-2 2-16 0,2-2 3 15,-1 2 5-15,1 2-2 0,-2-2-1 0,2-2-5 16,-1 4 1-16,1-4-8 0,0 2 12 0,2-1-5 15,-4 1-7-15,2 0 7 0,-2-1-7 0,0 1-3 16,-1-1 5-16,3-2 6 0,-5 3-9 16,-1-2 4-16,3 2-4 0,1 0 11 0,-1 0-2 15,1 0-4-15,0-1-4 0,-1 1-3 0,1 0 5 16,0-1 1-16,1 1 4 0,-1-2 0 0,3-1 1 16,-4 3-14-16,1-1 3 0,3 1 8 15,-3 0-18-15,-1-2 5 0,1 1 10 0,0-1 3 16,-2 0-5-16,2 0-6 0,0 1 6 15,-4 1-3-15,1-1-5 0,1-3 10 0,2 2-2 16,-3 2 0-16,1-1 2 0,2 0-7 0,0-5 12 16,-1 6-5-16,1-2-2 0,-1-1 0 0,0-1 4 15,1 3-14-15,-4-1 10 0,4-3-1 16,-1 5 1-16,0-2 10 0,-2 0-18 0,0-2 2 16,-2 4 3-16,1-2 1 0,-3 1-1 0,3-1-3 15,-4-2-2-15,2 3 0 0,-2 0 0 0,0 0 8 16,-2-2-16-16,2 1 11 0,-2 2-1 0,2-1-12 15,-6 1 13-15,4-3 9 0,-1 0-1 0,-3 2-11 16,2 1 2-16,-1-2 1 0,-8 2 5 16,14-3-14-16,-8 1 9 0,2 0 0 0,-8 2 9 15,10-1-7-15,-4 0-5 0,-6 1 31 0,10-4-18 16,-10 4-10-16,8-2 12 0,-8 2-2 16,7-4 5-16,-1 0 7 0,-6 4-2 0,6-5-10 15,-5 0 10-15,2 0 15 0,1 2-17 0,-4-4-1 16,3 0 6-16,-2-3-13 0,2 2 5 15,-3-2 5-15,0-1 2 0,3-3-17 0,-3 0 2 16,0 2 13-16,0-5-12 0,-3 2 6 0,3-3-11 16,0 1 1-16,0-1 1 0,-4-1 7 0,4 2-15 15,-3-1 8-15,-1 1 2 0,1-2-15 16,2 2 20-16,-2-1-15 0,0-3 13 0,-3 3-10 16,5 1 7-16,-5 0 0 0,2-4 8 0,-3 3-8 15,3 1 1-15,1-2-1 0,-3-2 0 0,2 4-7 16,1-1 7-16,-5 1 3 0,5-1-18 15,-3 3 5-15,5-3 10 0,-5 1 0 0,2 2-7 16,1-2 17-16,-5 3-25 0,5 1 0 0,-3-3 0 16,3 7 0-16,-1-4 12 0,0 2 1 0,1 1-8 15,0-2 10-15,-4 2-5 0,6 2-2 16,-5-1-3-16,3 1-5 0,-1 0 13 0,1-1-6 16,0 2-7-16,-1 0 10 0,0 2-2 15,1-2 2-15,0 0-3 0,2 1-2 0,-2 1 5 0,0-2-7 16,-1 1 7-16,1 3-2 0,0-5-9 15,-1 6 4-15,0-4 2 0,1 0-3 0,-1 3-2 16,1-2 3-16,-3 2 2 0,2-2 2 0,1 3-7 16,-4 0 8-16,3-3-11 0,-2 4 16 0,2-2-13 15,-5-1-1-15,5 1 4 0,-4 2 10 16,-2 0-14-16,1-4 12 0,-2 5-6 0,1-1-8 16,0 0 16-16,-5-1-6 0,2 2-2 0,-1-3-2 15,1 2-6-15,-2 1 16 0,2 0-3 16,-7 0 0-16,6-2-8 0,-6 2-2 0,3-1 10 15,-4-2 5-15,0 3-17 0,2-1 2 0,-2 0 15 16,7 1-15-16,-6-2-3 0,2 2 11 0,-2 0-11 16,2 0 11-16,-5 0 4 0,2-1-9 15,1 1-3-15,-4-1 7 0,4 1-15 0,-4 0 24 16,0 0-14-16,2-3-2 0,0 3 0 16,0 0-6-16,-1 0 9 0,1 0-8 0,0 0 10 15,0-2 2-15,-1 2-7 0,3 0 3 0,-1 0 14 16,0 0-24-16,1 0 17 0,-1 0-3 0,0 0-2 15,-2 0-2-15,2 0-6 0,0 0 8 0,-2 0-10 16,2 0 10-16,-2 0-5 0,1 0 10 16,-1 2-10-16,2 1 2 0,-3-3 8 0,3 1 0 15,-2-1 0-15,2 1-5 0,-2-1-7 0,3 0 7 16,-2 2 0-16,2-1 0 0,0-1 0 16,-1 1 2-16,0-1-2 0,1 0-2 0,0 0 2 15,2 3 7-15,1-3-4 0,0 0 0 0,0 0-9 16,0-3 22-16,0 6-16 0,0-3 0 0,0 0 2 15,3 0-2-15,-4 1 0 0,2-1-5 0,-2 2 13 16,2-2-11-16,-1 0 6 0,3 0-8 0,-6 0 0 16,6 0 0-16,-4 0 2 0,2 0 6 15,-2 1-1-15,1 2-2 0,1-3-5 0,1 2 5 16,-2-2 0-16,0 1 13 0,1-1-16 16,1 0 3-16,2 1 0 0,-4-1-7 0,3 0 9 15,0 2-4-15,1-2-1 0,-1 3 0 0,0-2 1 16,1-1-3-16,-1 1 0 0,1 1 12 15,-1-2-12-15,0 1 5 0,0 3-10 0,1-3 2 16,-4 1 11-16,6-2-6 0,-5 1 3 0,1 4-5 16,2-4 10-16,-1 0-5 0,1-1 3 0,2 2-3 15,-2 1 2-15,3-2 1 0,-1 0-8 16,4 1 23-16,-3-1-26 0,0 0 6 0,3 2-4 16,0-2 6-16,-2 1 0 0,5-2-2 0,-4 0 10 15,1 1-16-15,1 2 13 0,0-1-5 0,2-1 0 16,-4-1 0-16,2 1 8 0,0 1-16 0,2 1 11 15,-3-1 4-15,3-2-9 0,-3 3 7 16,4 1-8-16,-4-1-7 0,4-3 15 0,-4 4-10 16,3-1 2-16,-2-2-7 0,2 4 3 0,1-1-6 15,0 1 10-15,-1-2-7 0,-2 4 5 16,2-1 0-16,0-1 0 0,1 3 5 0,-1 1-11 16,1 0 19-16,0 3-18 0,0-3 7 0,0 2 11 15,2 2-13-15,-2-1 2 0,-1 2-7 16,4 0-5-16,-3-1 17 0,2 3-4 0,1 1 2 15,0 0-3-15,0-1 0 0,0 2 9 0,1 3-6 16,2-4-11-16,-3 2 9 0,4-1-3 0,-1 4 7 16,1 0-12-16,2 1 5 0,-3 1 0 0,1-1-5 15,0 2 7-15,3-1 3 0,-1 0 0 16,1-2-3-16,-1 1 6 0,-2 2-3 0,4-2-5 16,-2-3 13-16,1 4-21 0,-1 1 18 0,1-5 0 15,1 1-10-15,-1 3 10 0,2 0-8 16,-5-3 3-16,6 2-5 0,-6 2 3 0,2-1 9 15,1 0-1-15,-1-5-9 0,2 6-2 0,-4-7 7 16,2 4-2-16,-2-4 6 0,2 0-6 16,-2 1 5-16,3-4 2 0,-4 1-2 0,0 1-5 0,-2-2 6 15,5-1 14-15,-5-3-15 0,2 1 8 16,0 0 5-16,0-4-18 0,1 2-3 0,-3-2 19 16,2 0-11-16,0 1-5 0,-3-2 2 15,3-1-2-15,-2-3 0 0,-1 4 13 0,2-4-13 16,-1 3 3-16,2-5-8 0,-3 5 2 0,3-4 6 15,-3 2-1-15,0-4-2 0,1 5-8 0,1-4 8 16,-2-1-46-16,4 7 5 0,0-7-79 16,-3 5-56-16,5-3-283 0,0 1-452 0,1 1 123 15,-7-4 58-15,15-4 88 0,-6 0 71 0,-2-4 72 16</inkml:trace>
  <inkml:trace contextRef="#ctx0" brushRef="#br0" timeOffset="53493.8">14947 2888 877 0,'3'-5'292'0,"1"0"-28"15,-4 5-18-15,4-7-31 0,2 2-21 16,1-1-9-16,0-2-27 0,7 0-2 0,-1-3-23 16,5-1-17-16,1-1 6 0,5-6-1 0,1 0-19 15,12-9-5-15,5 0-10 0,-5-1-5 0,4-5-5 16,4 2 3-16,9-11-16 0,4 2-75 15,0-3-7-15,1 1 11 0,2 1-4 0,1 0 6 16,-1-1-5-16,1 5 5 0,2-3 13 16,1 2-21-16,0 0 8 0,-3 1 5 0,-4 3 2 0,0 0 21 15,-10 6-28-15,0 0 13 0,0 2-18 16,-1 0 10-16,-2-1-5 0,-4 0 5 0,0 1 7 16,0 1-12-16,-6 1 10 0,-1 0-7 0,-4 3-3 15,-5 5 7-15,-1-2 6 0,-1 2-3 16,-2 1-5-16,0 0 0 0,-5 2-3 0,2 2-4 15,-2-1 2-15,-2 2 5 0,-1 3 0 0,-1-2-3 16,-3 3 0-16,-2 0-2 0,3-1 13 16,-2 3-5-16,-2-1-6 0,-2 2-35 0,2 1 7 15,-3-1-20-15,-2 1-49 0,2 0-28 0,1 0-44 16,-4 3-109-16,0 0-177 0,0 0-195 0,0 0 10 16,-11-4 108-16,11 4 31 0</inkml:trace>
  <inkml:trace contextRef="#ctx0" brushRef="#br0" timeOffset="53810.53">16688 1457 883 0,'0'0'291'0,"-1"-5"-6"0,1 5-42 16,-3-6-33-16,3 6-11 0,0 0-22 0,7-5-8 15,-1 2-31-15,-6 3-10 0,18 0-13 0,-8 0-7 16,0 1-3-16,7 2-21 0,-3 1-15 16,3 2-2-16,1 2 4 0,-5 1-14 0,7 2-6 15,-6 3-2-15,0-1-6 0,-1 1-4 0,-6 3-4 16,0-2-9-16,-3 3 10 0,-4-1-13 16,0 1 8-16,-5 1-6 0,-4 2 3 0,-1-1-7 15,-1 2-1-15,-6-2-4 0,0 2-1 0,0-1 3 16,-4-2 0-16,0 0-8 0,2-1-7 15,1-2-21-15,5 0-46 0,-2 0-52 0,2-2-65 16,2-2-234-16,5-1-327 0,3-1 38 0,3-4 56 16,3-1 83-16</inkml:trace>
  <inkml:trace contextRef="#ctx0" brushRef="#br0" timeOffset="54697.33">17470 1371 514 0,'3'25'151'0,"0"-1"-13"16,-3 0-7-16,5-1-19 0,-5 1-14 0,3 2 2 16,-3 1-6-16,3-1-14 0,0-1-9 0,-2-1-4 15,2-1-6-15,0-2-10 0,0-2 6 0,-2 0-27 16,-1-3 9-16,0-2-1 0,3-1-2 15,-3-1 13-15,0-4 22 0,0 1 1 0,0-2 10 16,0-2-15-16,0-5-14 0,-3 3-4 16,3-3-6-16,0 0-7 0,-4-15 5 0,1 5 3 15,0-7-8-15,2-1-8 0,1-3 10 0,0-5-5 16,1-2 67-16,-1-5 0 0,6-2-13 16,-2 1-10-16,6 0 7 0,-3 0 6 0,6 2-11 15,-2 2-5-15,2 3 1 0,1 2-11 0,0 1-11 16,2 6-4-16,-1 2-3 0,1 1-5 0,2 5-5 15,-5 1-16-15,5 3 11 0,2 2-10 16,-6 3-3-16,3 2-1 0,0 2 1 0,0 2-2 16,-3 2-6-16,0 2 0 0,-1 2-5 0,-3 3 0 15,-3 0 3-15,-3 2-8 0,-4 1-2 0,-3 0-1 16,-1-1 6-16,-4 5 4 0,-2 0-4 0,-3-3-1 16,-1-1-4-16,-2-1 12 0,-2 0-5 15,1-1 11-15,3-3-9 0,-3-2 3 0,4-2 11 16,-1-1-16-16,0-3 13 0,1-2 0 0,2-2-8 15,-2 0 5-15,3-5-9 0,2 0 4 16,1-2-5-16,-2 0 3 0,5 0-8 0,1 0 2 16,-1-1-4-16,4 1 7 0,0 0-3 15,4 0-4-15,2 2-1 0,-2 0-4 0,2 0-11 0,1 4 28 16,4-1-5-16,-1 2 0 0,3 2-2 16,1 3-14-16,0-1 19 0,3 3-3 0,0 5 5 15,4 0 1-15,-4 0-16 0,3 2 17 0,-2 0-7 16,-2 1 6-16,2-1 2 0,-1 2-13 0,0 0 7 15,0 1-12-15,-3-2 0 0,3 1-31 16,-1 0-48-16,-4 0-49 0,-2 0-216 0,3 0-429 16,-3-3 39-16,-3-1 111 0,0-3 47 0,-1-3 54 15</inkml:trace>
  <inkml:trace contextRef="#ctx0" brushRef="#br0" timeOffset="55110.47">18102 1763 798 0,'4'-5'330'0,"3"0"-38"15,-1-2-21-15,2-1-25 0,2 0-28 16,0-1-26-16,4-1-18 0,-1-1-18 0,4-1-10 16,-3-1-18-16,3-1-13 0,-3-1-13 0,3 1-7 15,-3 1-18-15,3-3 12 0,-4 1-14 16,1 0-11-16,-1-1-5 0,-3 3-82 0,-2-1 17 15,-1 0-6-15,-1 1 1 0,-2-1 11 0,-1 2 0 16,0 2-5-16,0-1 5 0,-3 1 0 16,1 2 11-16,-2 2-17 0,-2 0 12 0,0 1-12 15,-3 3 12-15,6 2-9 0,-14-3 6 0,14 3-6 16,-21 4 13-16,11-1-10 0,-4 4 13 0,1 1-10 16,-1 2-6-16,1 2 34 0,1 3-24 0,-1-1 1 15,0 4 13-15,2 0-14 0,1 1-2 16,3 0 3-16,-3-4 0 0,6 3-6 0,-2-1-2 15,3-2 5-15,3 1-10 0,0-3 23 0,3 1-15 16,0 1 4-16,1-3 9 0,6 0-19 0,0-2 8 16,3-2-2-16,2 2 7 0,4-6-7 0,2 0-21 15,4 1-23-15,2-1-44 0,-3-3-40 16,2 0-62-16,-1-1-169 0,-1-1-353 0,0-2 16 16,0-4 86-16,-4 3 64 0</inkml:trace>
  <inkml:trace contextRef="#ctx0" brushRef="#br0" timeOffset="56777.15">18746 1471 752 0,'-4'-10'315'0,"0"5"-16"16,4 1-30-16,0 4-31 0,-10-6-102 15,10 6-21-15,-10 0 18 0,-1 0-30 0,1 2-9 16,-3 2 4-16,-4 1-9 0,3 1-17 0,-3 1 5 15,3 0-19-15,-3 1 4 0,4 1-11 16,-2-1 10-16,5 1-27 0,0 1 9 0,0-3-15 16,3 3 11-16,1-3-14 0,2 0 11 0,1-1-15 15,3 0-1-15,3 1 11 0,-3-2-5 16,4 0-16-16,2 0 10 0,1-2-7 0,4 2-5 0,-1-3 10 16,-1 3-6-16,2-3-6 0,-1 2 1 15,0 0 6-15,4 1-10 0,-4 0-9 0,3 4-1 16,-1 0 12-16,1 2-8 0,1 2-4 0,-1 1 9 15,1 3-4-15,0 2 2 0,-4 1 0 0,4 0-3 16,-4 2 13-16,0-1-15 0,1 3 13 16,-2-2-8-16,-5 2-3 0,-1 1 6 0,0 0-3 15,-2-3-5-15,-2 0 0 0,-2 1 5 0,-3 0-8 16,-1-1 8-16,0-2 3 0,-7 1 9 16,4-4-7-16,-4-1 11 0,0-2-14 0,-3-2 1 15,4-2 10-15,-5-3 2 0,2-4 3 0,1 0-3 16,-1-3 11-16,-1-5-8 0,0 0-8 0,0-3 6 15,0-5-1-15,3-1 13 0,0-3-8 16,4-1-7-16,3 5 0 0,0-6 0 16,7 1 0-16,0-1 2 0,4-2 0 0,2-2-17 15,8-2 20-15,3 0 0 0,7-10-18 0,4 4 7 16,2 0-2-16,4 3 3 0,0 1 5 0,1 2 0 16,-5 7-13-16,-2 1-5 0,-1 4 2 0,-3 3-2 15,0 1-3-15,-3 3 1 0,2 1-6 0,-2 3-15 16,-4 1 12-16,4 2 3 0,-1 3-4 0,-6-1 9 15,3 3-5-15,-3 1 0 0,0 3 0 16,-1-2 16-16,-3 3-8 0,1 0 2 0,-1-1-4 16,-3 2-16-16,3 0 25 0,-3-1-12 0,-4 0 0 15,1-1 5-15,2-1-3 0,-6 1-2 16,3-1 5-16,-2-1 2 0,-1-2 6 0,0 0-9 16,0-1 4-16,-4-2 17 0,4-3-2 0,-6 5-8 15,6-5 0-15,-13-3 18 0,5-2-2 0,1-4-3 16,1 1-13-16,-4-5 5 0,2-2-10 15,1-4 28-15,1-1-15 0,2 1-8 0,1 0 3 16,3-1 7-16,-3 2 1 0,3-1-1 0,3 0-10 16,0 1-2-16,1 2 2 0,2 0-13 0,1 1 13 15,4 0-2-15,-4 2-3 0,6 2 7 0,-2 2-12 16,-1 1 0-16,3 2 3 0,1 1 7 16,-1 1-5-16,2 4-13 0,1 0 13 0,-2 0-3 15,3 2 14-15,0 0-9 0,0 0-4 0,0 2-1 16,1 0-7-16,-1-1 10 0,-3 0 7 0,-1 0-7 15,0-1-12-15,1 0 19 0,-1 0-7 16,-1-1 3-16,-2 0-6 0,0-1 11 0,4 0-3 16,-5-1-5-16,2 0 3 0,-1-3 10 0,0 0-8 15,0 0-8-15,1-2 8 0,-1 0-2 16,-3-1-3-16,4-1-8 0,-5-2 8 0,1-2 5 16,0 3-12-16,-4-2-4 0,4 0 11 0,-3-1 3 15,-1 2-11-15,0 1 18 0,0-1-30 16,-2 3 10-16,-1-1-13 0,0 2 7 0,0 1-7 15,-1 2 5-15,1 3 16 0,0 0-8 0,0 0-6 16,-20 4-4-16,13 4 7 0,-3 2 8 0,3 1-5 16,-3 6 4-16,3-3 6 0,-3 5-2 15,4 1-11-15,-2 0 13 0,1 0 3 0,4-1-1 0,0 0-12 16,3 0 10-16,0-1 3 0,3-1-3 16,0-1-3-16,1 1 8 0,6-2 0 0,-3-1-5 15,3-3 8-15,4 0 7 0,-1-2-10 0,1-2 3 16,3 0-3-16,1-5-5 0,2-1 15 0,1-1 1 15,-1-3-11-15,0-1-2 0,4-3 4 16,-3-4-9-16,-1-1-3 0,1-1 12 0,-3-1-20 16,1-7-5-16,-4 4 6 0,-2-1 7 0,-3 1-3 15,1-1 10-15,-1 3-22 0,-4-2 7 16,-2 4 8-16,3-1 5 0,-4 1-8 0,-2 3 21 16,2 0-10-16,0 0-8 0,0 3 0 0,0-1 2 15,-2 2-5-15,-1-1 6 0,3 4-9 16,-3 3-4-16,8-3 5 0,-8 3 0 0,0 0 2 15,16 9-10-15,-9-3 21 0,4 4-19 0,-1 0 24 16,0 2-21-16,0 1 13 0,3 2-8 0,-2 3 6 16,3-1 2-16,-4 2 0 0,1-1 0 0,-1 3 0 15,-4-3-8-15,1 0 6 0,-4-1-11 0,2 0 10 16,-2-1-2-16,-3-1 3 0,0-1-1 16,-5-1 6-16,2-3-11 0,0 2 8 0,-1-2 2 15,-2-2 14-15,2 0-1 0,-2-2 18 0,-2-2-7 16,5 0 2-16,3-4-12 0,-10 0 9 0,10 0-9 15,-7-6 4-15,4 0-7 0,0-1-13 16,3-3 7-16,0 2-1 0,3-4-6 0,1-1-8 16,2-2 8-16,1-1-3 0,2-2-17 0,2 0 7 15,0-1 3-15,-2 0-3 0,5 2 11 0,-3-1 7 16,3 1-5-16,-4 0 2 0,4-1-12 16,-4 3-5-16,0 3 17 0,1-1-7 0,-1 1 18 15,-4-1-13-15,1 3 8 0,1 2-8 0,-5 1 10 16,3 1-15-16,-2 0-6 0,-1 0 4 0,0 1-4 15,1 0-1-15,-1 0 1 0,0 3 4 16,-3 2-6-16,0 0 0 0,5-4 0 0,-5 4 3 16,0 0-3-16,9 8 8 0,-8-5-2 15,5 4 1-15,1 0-17 0,0 3 34 0,3 1-17 16,0 1 6-16,4 2-5 0,0 2-13 0,0 0 8 16,2 2 8-16,-2 0-3 0,0 1 12 0,-1 0-7 15,1-1-5-15,-4 1 5 0,1 0-10 0,-1-1-3 16,-3-2 16-16,-1-1-16 0,-1-2 3 0,-5 0 17 15,3-1 6-15,-6 1 0 0,1-1 5 0,-1-4 18 16,-3 3-16-16,-4-1 6 0,0-1 17 16,-4-2-20-16,4-1 13 0,-4 1 8 0,0-5-19 15,0 1 3-15,1-3 0 0,0 0-2 0,-2-5-11 16,2 3 3-16,-4-4-13 0,6-2-7 16,-3-2-21-16,1 1 0 0,2-2-13 0,4 0-15 15,-2 0-39-15,5 2-17 0,-2 0-62 0,6-3-82 16,0 2-84-16,3 0-341 0,1 1 21 15,2-2 86-15,1-1 34 0</inkml:trace>
  <inkml:trace contextRef="#ctx0" brushRef="#br0" timeOffset="56993.35">20530 1382 698 0,'0'0'233'0,"0"0"-5"15,0 0-26-15,0 18-25 0,0-11-8 0,-3 3-26 16,3 1-5-16,0 0-10 0,0 3-15 0,0 0-11 16,0 1-4-16,3 1-9 0,-3 3-12 15,0 0-8-15,3 0-28 0,0 1-23 0,-2-1-46 16,2 0-82-16,3-1-144 0,-2-1-434 0,2-1 81 16,2-2 31-16</inkml:trace>
  <inkml:trace contextRef="#ctx0" brushRef="#br0" timeOffset="57609.8">20734 1521 716 0,'0'0'266'0,"0"0"-28"16,0 15-17-16,-3-6-27 0,3 2-15 0,0-1-15 15,0 2-13-15,0 1-10 0,3-1-23 16,-2 1 7-16,2 2-28 0,0 0-4 0,1-1-14 15,0-3-2-15,2 1-8 0,-2 1-3 0,2-2-7 16,1-1-18-16,4-2-13 0,-5-1-5 0,1-1 0 16,0 0 6-16,4-4-1 0,-5 0 0 15,1-2-3-15,-7 0-12 0,11-4 8 0,-5-4-6 16,-2-1-2-16,-1-4 10 0,0 1-15 0,0-2-3 16,-2-3 25-16,-1 1-4 0,0-1 2 0,0 0 8 15,0 3-13-15,3-1 18 0,-3 1 56 0,0 0 3 16,0 2-15-16,0-1-11 15,3 2 5-15,-3 2-15 0,0 0 3 0,5-1-19 0,-5 2-4 16,3-1-6-16,3 4 1 0,-2-2-6 0,2 3-5 16,-2 1-10-16,7 2-5 0,-11 1 12 0,16 0-14 15,-9 3-1-15,4 1-5 0,2 3-2 16,-2 2-1-16,-1 1 3 0,0 1 0 0,1 2-2 16,-2 0 2-16,1 2 0 0,-3 0 3 0,1 2 0 15,1-2-6-15,-5 1 3 0,2-1-7 16,-2-2-1-16,0 0-2 0,-1-1 2 0,0-1 6 15,-2-1-6-15,2-1 6 0,0-2 0 0,-3 0 9 16,3-1-7-16,-2 0 36 0,-1-3-7 16,0-3-14-16,0 0 3 0,0 0 5 0,0 0-10 15,0 0 10-15,6-22-25 0,-2 9 20 0,-4-4-23 16,7-3-10-16,-4-4 7 0,4 0-4 0,0-4 12 16,4-1-21-16,-1 2 16 0,3 0-7 0,-2 6 1 15,2 3-4-15,-3 3 10 0,1 2-10 0,-1 1 7 16,0 2-2-16,1 3-2 0,2 3-4 0,-2 3 11 15,2 1-5-15,4 3 5 0,-3 1-2 16,3 1-6-16,-4 5 0 0,1-2 11 16,3 7-6-16,1-1 8 0,-2 2-22 0,2 4-45 0,-5-1-33 15,-3 1-79-15,4 5-299 0,-7-4-382 16,-1-3 120-16,-2 0 42 0,-7-4 71 0,-1-2 56 16</inkml:trace>
  <inkml:trace contextRef="#ctx0" brushRef="#br0" timeOffset="57743.08">21230 1196 680 0,'-10'0'64'15,"0"6"-578"-15</inkml:trace>
  <inkml:trace contextRef="#ctx0" brushRef="#br0" timeOffset="58643.02">15402 3050 757 0,'0'0'213'0,"0"0"-16"0,0 0-10 16,3 1-11-16,-3-1-22 0,14 1-16 0,-7 1 67 15,6 0-16-15,8 0-17 0,0 1-16 16,9-1-13-16,-2 1-10 0,6 1-5 0,4-3-18 16,5 5-10-16,16 0 5 0,6-1-10 0,0 3-3 15,3-2-13-15,1 2-2 0,-1 1-5 16,3-3 7-16,2 2-15 0,2-2-13 0,17 1 11 0,-3 5-11 15,3-4 8-15,0 1-8 0,1 0-10 16,-19-5-10-16,-1 4 10 0,2-1-72 0,0 1-5 16,-3 0 0-16,-4-1 11 0,0 2-6 15,-2 0 21-15,-4 0-13 0,-8 1 7 0,-6-3-7 16,-11 0 0-16,-3 0-18 0,-6-2-30 0,-1 2-4 16,-6-2-63-16,-4 0-44 0,0-1-71 15,-4-1-93-15,-2 1-342 0,-4-2 7 0,-4-1 79 16,-3-1 75-16</inkml:trace>
  <inkml:trace contextRef="#ctx0" brushRef="#br0" timeOffset="58896.86">17436 3038 778 0,'6'-2'304'16,"-6"2"-17"-16,11-3-13 0,-4 3-46 0,-7 0-13 15,18 0-16-15,-5 3-9 0,0 0-24 16,1 4 3-16,3 1-13 0,0 4-30 0,0 1-6 16,3 2-7-16,-5 1-26 0,-2 1-6 0,0 2 4 15,-2 2-6-15,-1 0-15 0,-7 1-5 0,-3-1 0 16,-3 2-15-16,0 1-3 0,-7 4-31 16,-4 0-18-16,0 1-18 0,-10 4-35 0,0 2-13 15,-3-3-44-15,3-7-79 0,4-3-266 0,-4 2-264 16,3-6 36-16,4-2 61 0,-1-3 62 15</inkml:trace>
  <inkml:trace contextRef="#ctx0" brushRef="#br0" timeOffset="59460.03">18417 3017 1113 0,'-4'-4'282'0,"-2"2"-24"0,6 2-35 16,-11-3-24-16,11 3-14 0,-10 5-11 0,4-2-33 16,-1 2-11-16,-1 3-12 0,-1 4-18 0,5 0 10 15,-3 4-16-15,0 0-19 0,3 1-9 16,-2 1-2-16,3 0-2 0,3 0-6 0,0 1 0 16,0 0-5-16,3-2-15 0,3 0 0 0,-2 1 10 15,4-3-25-15,1 0 7 0,4 1 8 16,-1-2-16-16,4-1 16 0,2-3-16 0,3-1 6 15,2-2-5-15,1-1 4 0,-3-3-9 16,3 2-22-16,-1-5-9 0,1 0-31 0,0 0-59 0,-3-5-13 16,-1 2-87-16,-2-2-117 0,1-3-441 15,-1-2 80-15,-1-1 48 0,-4-2 82 0</inkml:trace>
  <inkml:trace contextRef="#ctx0" brushRef="#br0" timeOffset="59686.11">18765 2875 1069 0,'0'-5'272'0,"0"5"-34"16,0 0-5-16,0 0-28 0,0 0-8 0,0 0-21 15,0 0-20-15,8 25-5 0,-5-10-5 0,1 2-20 16,2 6-6-16,1 2-7 0,-1 0-24 16,2 3-4-16,-1 2-6 0,3 3-2 0,-4-3-8 15,5 2-8-15,-4 0-2 0,3 0-15 0,-3-3-1 16,3 2-12-16,0 1-18 0,1-3-44 15,-4 2-41-15,2-4-48 0,-2 3-179 0,4-10-485 16,-4-2 50-16,3-5 76 0,-4-2 64 16,5-7 69-16</inkml:trace>
  <inkml:trace contextRef="#ctx0" brushRef="#br0" timeOffset="60759.58">19210 3166 993 0,'0'-5'353'0,"0"5"-28"16,-3-7-33-16,3 7-34 0,-11-1-25 16,11 1-18-16,-10 7-23 0,0-1-18 0,-1 3-15 15,1 2-90-15,0 3 13 0,0-3-15 0,0 3-6 16,3-1-20-16,0 1-3 0,-3 1 3 16,6-1-7-16,-2 0-1 0,2-3 0 0,1 0-10 15,0 0-5-15,3-1 5 0,3-2-10 0,0 2-21 16,1-3 8-16,2-1 8 0,1-4-11 0,1-2 14 15,1 0 9-15,-9 0-15 0,24-4-15 0,-14-3 5 16,0-1-3-16,4 1-2 0,-7 0 2 16,3 0 6-16,-2 1 14 0,-2 0-19 0,1 0 14 15,-1 3-1-15,-5-1-12 0,5 1 9 16,-6 3-16-16,0 0 11 0,0 0 4 0,11 7 1 16,-11-7-6-16,0 10 3 0,3-5 5 0,-3 1 6 15,3 1-9-15,-2-1-4 0,2 0 4 0,0-3-4 16,1 4 2-16,3-4-13 0,-3 3 15 0,5-4 11 15,-2 2-5-15,4-3-3 0,-1-1-2 16,3-1 7-16,4-3-8 0,0-3 6 0,-2 2-3 16,5-4-2-16,0-3-8 0,-2 0 22 0,-2-1-19 15,2-4-1-15,-2 0 1 0,-1-1-3 16,-5-1 15-16,4-2-10 0,-4 2 8 0,-1 1-1 16,-5 0-7-16,3 2 5 0,0 2 6 0,-4-1-14 15,1 5 18-15,-1 0-7 0,0 1-10 0,1 2 2 16,0-1 0-16,-1 6-11 0,1-3 9 15,-1 4 7-15,3-1-10 0,-6 2 5 0,15 8-16 16,-5-5 16-16,-1 5-2 0,2 1-3 16,-1 0-3-16,0 3 0 0,1 0 8 0,-1 2-5 15,-3 2 0-15,2-3-3 0,-1 4 3 0,-1-2 3 16,-4 1-6-16,1 0 8 0,-4 0-15 0,3-3 15 16,-6 1 0-16,2 0 2 0,-2-3-2 0,-3-1 13 15,2 2-8-15,-3-6 11 0,0 1-9 0,1-1 19 16,2-4-8-16,-2 2 2 0,6-4 8 15,-12 0-7-15,12 0-6 0,-9-8 6 0,5 0-6 16,1 0-5-16,3-1 6 0,0-4-9 16,0 1-2-16,6-3 6 0,-2 1-9 0,3-3-7 15,3-1-3-15,0 0 6 0,0 0-6 0,5 1 6 16,-5-2-6-16,4 1 3 0,-1 1 7 0,0 2-17 16,1 3 2-16,-4-1 11 0,-3 3 4 15,4 0-12-15,-4 1 10 0,-1 2 0 0,-2 0-8 16,3 2-12-16,-4 0-1 0,1 2 9 15,-1-1-17-15,-3 4-1 0,7-4 2 0,-7 4 5 0,0 0 12 16,0 0-2-16,10 8 11 0,-6-4-6 16,-1 3-5-16,0 1 3 0,4-1 5 0,-1 3 3 15,1 0-9-15,1 4 1 0,2-3 15 0,0 4-5 16,4 0-8-16,-4 1 8 0,0 2-5 0,4-2 8 16,-4 2-1-16,1 1-4 0,-1-3-1 15,-4 1 1-15,1 0 17 0,-1-2-23 0,-1 1-4 16,-2-1 14-16,-3-3-2 0,0 3 0 0,-3-1-2 15,0-4 4-15,-2 1 14 0,-1-1-16 16,-1-2 20-16,0-1 16 0,-3 0-5 0,3-1-1 16,-3-4-9-16,0-2-3 0,10 0 2 0,-17-7 6 15,7 3-11-15,-1-8 11 0,4-1-16 16,0-1 10-16,1-2-7 0,3-1-2 0,3 0 1 16,0 0-12-16,3 0 5 0,3 1-2 0,1 0 0 15,0 0-1-15,4 4 1 0,-2-2-8 0,2 3 5 16,3 3 5-16,-1-1-8 0,1 4 3 0,3-1 3 15,-3 5 2-15,3-1-18 0,-3 2 8 16,6 2 2-16,0 4 3 0,-2 0 0 0,2 3-5 16,1 1-2-16,0 0 7 0,-5 6-6 0,2-1 12 15,-2 2-12-15,-2 2-12 0,-1 2-5 16,-6-3-20-16,1 3-36 0,-2-1-39 0,-2-2-59 16,-1-1-66-16,-3 0-525 0,0-3 69 0,0-4 49 15,0-2 67-15,0-4 50 0</inkml:trace>
  <inkml:trace contextRef="#ctx0" brushRef="#br0" timeOffset="61176.71">20721 2798 811 0,'0'0'297'0,"-14"2"-36"16,4 0-31-16,4 4-22 0,-4-1-14 0,-1 5-20 15,4 3-10-15,-3 1-23 0,2 5-16 16,-1 0-2-16,5 4-8 0,-2 1 3 0,5 2-21 0,-2 2-17 16,3 3-4-16,0 3-6 0,3 4-9 15,-2-1-2-15,8 12-8 0,-2 1 0 0,0 0 3 16,3-1-16-16,-3 1-22 0,0-2-24 15,1-6-58-15,-5-7-65 0,0-1-145 0,-3 1-495 16,0-4 90-16,0-4 39 0,-3-3 68 0</inkml:trace>
  <inkml:trace contextRef="#ctx0" brushRef="#br0" timeOffset="61476.82">20485 3395 1192 0,'7'-17'346'0,"4"2"-31"16,2 2-41-16,-2-1-21 0,2 3-23 0,3-3-30 15,2-1-80-15,0 4-25 0,1 1-10 0,2-2-1 16,3 0-25-16,-4 3-5 0,1 1-8 16,-3 1 7-16,1 1-19 0,-4 2-14 0,1 0-2 15,-1 2-10-15,-2 1-11 0,-3 2 19 0,4 1-11 16,-1-1 8-16,-2 5-6 0,2 1 1 0,1 2-6 15,-4 1 4-15,3 3-4 0,-1-1 6 0,-2 5-8 16,3-1 0-16,-3 1-16 0,0 4-22 16,-3-2-34-16,1 1-20 0,-2 0-46 0,-2-4-69 15,2 3-241-15,-2-4-282 0,-1-3 98 0,0 0 36 16,1-3 71-16</inkml:trace>
  <inkml:trace contextRef="#ctx0" brushRef="#br0" timeOffset="62142.74">21429 3160 1005 0,'0'0'351'16,"-14"-2"-23"-16,14 2-39 0,-20 5-15 16,6-1-33-16,0 4-34 0,-3-2 0 0,3 1-28 15,-6 5-17-15,3 1 4 0,0 0-15 0,3-1-23 16,-3 3-13-16,4 1-10 0,2 0-2 15,1-1-22-15,3-1 4 0,0 0-13 0,3 2-72 16,4-1-16-16,0-4 21 0,4 3-2 0,3-2-1 16,3 1-4-16,0-2 2 0,4-2 0 0,6 0 10 15,1-1-10-15,0-2-5 0,-1-2 0 0,1-1-5 16,3-2-6-16,0-1-2 0,-1-1-7 16,4-5 9-16,-2 3-7 0,2-5-7 0,-6 0 2 15,2-1 4-15,-2-3-6 0,-1 1 20 0,-6 3-11 16,0-2 8-16,-1 1 3 0,-6 1 7 15,1 0 1-15,1 1 25 0,-5 1-15 0,2 2-6 16,-5 0 11-16,-1 0-3 0,0 4 0 16,0 0-4-16,-7-8 4 0,7 8-5 0,-13 1-3 15,13-1-4-15,0 0-3 0,-15 4 7 0,9 0-7 16,2-1 3-16,-2 1 7 0,1 0-5 0,2 2-3 16,0 1 1-16,0-3-9 0,2 2 9 0,-2 0 7 15,3-3-2-15,0 4 2 0,0-7-10 0,3 11 12 16,-2-6 3-16,-1-2-2 0,6 3-3 15,-6-6 6-15,4 7 1 0,3-4-7 0,0 2 1 16,2-3 1-16,-2 0-9 0,4 3 9 16,2-4 11-16,-2 2-5 0,3 1-15 0,-4-3 2 15,7 2 5-15,-4 1-3 0,2-2-12 0,1 0-23 16,1 3-29-16,-3-1-27 0,3-4-21 0,-3 4-16 16,3-4-25-16,-1 0-51 0,-1 0-75 15,1 0-124-15,-1-3-273 0,5 2 22 0,-6-3 66 16,3-4 61-16</inkml:trace>
  <inkml:trace contextRef="#ctx0" brushRef="#br0" timeOffset="62376.57">22106 2906 847 0,'-7'8'309'0,"3"-1"-81"0,1 1 13 15,2 2-31-15,-2 3-23 0,0 1-8 16,3 3-15-16,0 2 7 0,0 0-30 0,3 6-26 16,1 0 0-16,-1 0-12 0,1 4-9 0,0-4-9 15,-1 6 4-15,3-3-25 0,-3 1-20 16,-2 0-31-16,2-1-26 0,-3 2-82 0,-3-5-153 16,3 1-502-16,-1-1 74 0,-2-6 36 0,-3-4 87 15</inkml:trace>
  <inkml:trace contextRef="#ctx0" brushRef="#br0" timeOffset="62693.39">21849 3319 1028 0,'0'-6'318'0,"0"2"-42"15,4-4-20-15,-1 2-20 0,1-1-21 0,2 0-33 16,4-3-11-16,4 3-7 0,0-1-34 0,6-2-4 15,1 2-6-15,2-1-17 0,1 1-6 0,1 1-10 16,-1 2-5-16,-1-4-13 0,1 3-15 16,0 0-1-16,-3 2-4 0,-4-1 0 0,4 1-6 15,0 0-10-15,-2 4-10 0,-4-1 8 0,1 1-5 16,1 0-6-16,-3 1-17 0,0 3-1 16,-1 0 6-16,-3 2 2 0,4-2-5 0,-4 7 1 15,-3-5 4-15,1 2-8 0,-2 3 1 0,-2-1-3 16,-1 0 8-16,0 1-11 0,-3 0-20 0,3-1-18 15,-2 1-18-15,-1-3-46 0,3 5-36 16,-3-3-89-16,0-2-295 0,4 1-204 0,-1-1 30 16,1-2 74-16,-1-4 49 0</inkml:trace>
  <inkml:trace contextRef="#ctx0" brushRef="#br0" timeOffset="63309.09">22519 3239 913 0,'0'0'307'0,"0"0"-40"0,0 0-19 0,0 0-25 16,0 0-11-16,-3 20-10 0,3-12-20 0,0 0-16 16,-1 1-9-16,2 2-27 0,-1-2-7 15,3 4-77-15,-3-3-13 0,3 1 13 0,1 1-15 16,0-3 5-16,2-1-16 0,-2 1-2 0,3-1 16 16,-4 0 7-16,0-4-18 0,4 2 12 15,-6-4 1-15,5 3 0 0,-6-5 0 0,7 0-18 16,-7 0 10-16,7-9-10 0,-7 3 8 0,3-4-6 15,-3-3-7-15,0 2-3 0,0-3 8 0,0 2 5 16,-3-5-8-16,-1 1-2 0,4 0 8 0,-3 0-11 16,0-1 18-16,3 3-15 0,-1-3 18 15,-2 6 2-15,3-3-8 0,0 4 14 0,0-1-21 16,3-1 76-16,-2 1-24 0,2 3 9 0,4-1-20 16,-1 1 2-16,2 2-4 0,2 1-24 15,0 2 8-15,1 1-16 0,2 1 11 0,-3 2-13 16,4 1-23-16,-1 2 10 0,1 4 11 0,0-2-11 15,-3 2-5-15,2 4 11 0,0 0 4 16,-2 1-7-16,-1 0-18 0,-2 1 20 0,1 2-10 16,-5-1 0-16,2-3 1 0,-2 3-6 0,-1-1 0 15,0-4 0-15,-3 0 5 0,3-1-8 0,-2 0 3 16,-1-1 13-16,0-1 7 0,0 0-12 0,0-4 5 16,0-3 2-16,0 0-5 0,0 0 6 15,0 0-16-15,0 0 2 0,0-21-9 16,0 4 12-16,4 1-5 0,-1-5 0 0,2-3-3 0,-3 4 3 15,4-3 3-15,1 4 2 0,1 3 15 0,-2 1-2 16,1 2 5-16,1 0-15 0,-3 3 5 16,2 1-16-16,-3 2 19 0,6 1-11 0,-3 1 5 15,5 5-5-15,-4 0 5 0,2 3-5 0,4 2-7 16,-1 4 7-16,-1-1 5 0,4 5-7 16,-2 4 2-16,-1-2-8 0,-2 3 19 0,3 3 4 15,-1 0-2-15,-2 4-2 0,-4-3-9 0,2 2-4 16,-5 1-13-16,-1-3-44 0,0 1-49 0,-6 4-109 15,-3-5-88-15,-1 2-560 0,0-1 21 16,-7-5 132-16,1-2 62 0,-1-8 72 0,-3-4 41 16</inkml:trace>
  <inkml:trace contextRef="#ctx0" brushRef="#br0" timeOffset="63509.08">22191 3031 893 0,'0'0'343'0,"-7"-3"-46"0,7 3-49 16,0 0-43-16,0 0-34 0,0 0-40 0,0 0-52 16,-7 10-63-16,4-4-124 0,0 2-547 0,-1 3 17 15,-2 1 93-15</inkml:trace>
  <inkml:trace contextRef="#ctx0" brushRef="#br0" timeOffset="69075.75">21983 905 990 0,'6'-3'328'0,"-2"-1"-36"16,6 1-16-16,1-3-38 0,2 2-23 15,1-3-23-15,3 2-8 0,3 1-22 0,-3-2-14 16,4 3-28-16,-4-2-22 0,3 1-27 0,-2-1-22 15,-2 4-44-15,-2-2-38 0,0 0-52 16,-3 2-76-16,-1 1-80 0,-4 0-112 0,1-3-102 16,0 3-193-16,-7 0 72 0,0 0 49 0</inkml:trace>
  <inkml:trace contextRef="#ctx0" brushRef="#br0" timeOffset="69391.98">22081 841 606 0,'-17'1'223'0,"1"2"-21"15,6-2-20-15,-1 3 5 0,1-2-13 0,0 2-57 16,2 0-4-16,-2 0-5 0,4 2-11 15,-1 1-10-15,0 2-3 0,3 1-15 0,-2 2-2 16,6 5 2-16,0-1-2 0,0 3-16 16,3 1 13-16,3 3 0 0,-2 1 20 0,3 2-30 15,0 4-3-15,0 1 80 0,3 3-1 0,1 13 1 16,-2-3-29-16,1 5 6 0,-2-11-21 16,2 9 5-16,0 1 0 0,0-2-2 0,-3 1-16 0,0-8-2 15,0-4-16-15,3-2 10 0,0 13 4 16,-3-7-4-16,4-6 3 0,-4-1-7 0,3-1-1 15,-1 0-10-15,-1-1-10 0,2-2-66 0,0 0 12 16,-2-1-23-16,4-4 21 0,-5-3 10 16,0-3-24-16,0-3 11 0,0-3 16 0,-3-1-1 15,5-1 1-15,2-1 20 0,-1-5-11 16,4-3-1-16,3-1 6 0,4-6-1 0,2 0-1 16,8-6-36-16,0-1-25 0,3-2-39 0,4-6-73 15,2-1-45-15,-9 3-281 0,-6 2-284 0,-1-2 44 16,-4-2 86-16,-3-1 67 0,-7 3 62 0</inkml:trace>
  <inkml:trace contextRef="#ctx0" brushRef="#br0" timeOffset="69858.95">22762 545 870 0,'-3'-7'302'0,"3"7"-36"0,0 0-20 0,0 0-26 15,0 0-13-15,0 0-33 0,6 14 13 0,-1-3-28 16,1 3-90-16,0 1 3 0,-2 4 4 16,2 0-22-16,-2 3 0 0,-1 2-5 0,0 1-19 15,-2-1 19-15,3 1-8 0,-4 1-5 0,0-1 15 16,3 0-31-16,-3-3 26 0,0 0-15 16,0-3-10-16,0 0-9 0,0 0 9 0,3-1-6 15,-3-3 3-15,2-2 5 0,0 2-10 0,-2-5 5 16,3 2 0-16,0-1-5 0,1-1-6 15,-1-2 14-15,0-1-6 0,5 2 13 0,-1-3-10 16,2-1 3-16,2 0 4 0,-1-1-4 0,4-2 4 16,0 1-7-16,2-2-13 0,-1 0-22 0,1 0-35 15,2-1-27-15,-2 0-52 0,2-1-58 16,2 0-34-16,-3 0-158 0,4-1-241 0,0 1-44 16,-5-3 85-16,5 2 46 0</inkml:trace>
  <inkml:trace contextRef="#ctx0" brushRef="#br0" timeOffset="70642.07">23381 888 870 0,'0'-5'325'0,"0"5"-23"0,0-8-18 0,-1 4-28 15,1 4-28-15,-3-7-16 0,3 7-22 16,0 0-21-16,-13 2-13 0,13-2-13 0,-14 9-17 16,4-3-14-16,0 1-2 0,-1 5-18 0,1-2-5 15,0 1-2-15,-1 1-8 0,1 0-24 0,3 0-1 16,-3 1 6-16,6-3-6 0,-2-1-4 15,3 2-14-15,2-1 1 0,-2-3-1 0,3 1-4 16,3-2 6-16,-2-1-15 0,2 0 4 0,3-2 3 16,1-1-2-16,1-2-8 0,-8 0-5 15,16-2 7-15,-5-1 6 0,-1 0-13 0,-3-3-3 16,3 1 3-16,-3 1 0 0,0 0 7 0,-1 1 0 16,-2 0-20-16,2 0 8 0,-1 0-16 15,-5 3-2-15,9-1-3 0,-9 1 3 0,0 0-3 16,0 0 11-16,11 7 2 0,-11-4 0 0,0-3-5 15,9 7-3-15,-4-4 5 0,-2 1-2 0,3-1 5 16,-2 2 13-16,-1-4-5 0,4 2-3 16,1-1 0-16,1-1-10 0,-9-1 18 0,21 0 2 15,-11-3-20-15,3 0 2 0,5-1 1 0,-5-3-19 16,5 0 6-16,-2 0 0 0,-1-1-3 0,-2-2 5 16,1-1-2-16,-1-1-19 0,-5-1 6 15,2-1 0-15,-4-2 2 0,-2-1-2 0,-4-1-2 16,3-1 9-16,-6-2-2 0,2-3 15 0,-5 0-10 15,3 0 6-15,-1 2 7 0,-2 0 17 16,2 6 4-16,0 1-1 0,1 3 8 0,0-1-31 16,2 3 11-16,-2 3 2 0,0 2-7 0,3 1 9 15,0 4 1-15,0 0 0 0,0 0-3 16,0 0-5-16,0 20-5 0,3-9 20 0,0-3-15 16,-2 6 2-16,5-1 9 0,-2 2-9 0,3-2 14 15,-1-1-1-15,-2 2-18 0,-1-3 11 16,1-1-3-16,2 0-5 0,-3-2 10 0,2 1-4 0,-2-3 4 15,-3-1 0-15,4 0 16 0,-1 0-6 16,0-3 1-16,-3-2-3 0,7 2-11 0,-7-2-9 16,11-5 20-16,-5 1-18 0,1 1 10 0,-1-2 10 15,1 2-17-15,1-1 7 0,1-1-12 16,-2 4-11-16,1 0 0 0,1-2 10 0,-2 3-2 16,3 0-2-16,-2 3-9 0,5-1 9 0,-3 3-1 15,1 1-2-15,-4 0 4 0,3 2 6 16,2 1-2-16,-4 0 2 0,-1 2-13 0,-1-1 28 0,-1 0-7 15,-2 0 5-15,-3-1 2 0,0 3 3 16,-3 0-2-16,-1-4-1 0,0 3 8 0,-2-1-5 16,-4 0-3-16,-1-1 8 0,1 0-10 0,0-2 8 15,-1-1-6-15,4-1 11 0,-3 2-6 16,-1-6-10-16,2 3-15 0,2-3-49 0,7-1-30 16,-17-5-36-16,13 3-85 0,-2-4-107 0,6 0-487 15,0-1 23-15,3-2 90 0,0 0 67 16,1 0 51-16</inkml:trace>
  <inkml:trace contextRef="#ctx0" brushRef="#br0" timeOffset="71458.07">23949 910 842 0,'13'-3'307'0,"-7"1"-102"0,1-1-19 16,1-3-14-16,2 2-16 0,-1 0-23 0,-1-4-2 15,2 1-16-15,-3-2 67 0,2 1-21 16,-1-2-13-16,-1 0 9 0,-1 1-22 0,-2-4-12 15,2 2-5-15,-1 0-6 0,-5-3-9 0,3 2-8 16,-3-2-75-16,0 3 13 0,0-2-10 16,0 2 11-16,0 2-9 0,0-1-4 0,0 3-9 15,0-1 1-15,-3 3-10 0,3 5 4 0,-5-2 6 16,5 2-2-16,0 0-4 0,-16 12-4 0,9-5-6 16,1 4 6-16,-2-1-3 0,4 2 13 15,-2 4-13-15,3-3 10 0,-1 1-10 0,1 3 2 16,3-4 11-16,0 0-8 0,3 1 0 0,1 2-5 15,2-4 0-15,1 1 6 0,7-4-4 0,-1 1-2 16,2-2 3-16,6-2-1 0,-2-2-2 16,2-2-5-16,2-2-3 0,1-1-4 0,1-3 4 15,-1-1 5-15,-1-1-7 0,1-1-5 0,-3-5-11 16,0 2 11-16,-5-5-3 0,-1 0-3 0,-2-1 1 16,-3-1 2-16,-3-3-8 0,0-2 16 15,-4 0-15-15,-3 0 14 0,0 2 4 0,0-3 9 16,-3 4 14-16,0-3-1 0,2 5-10 0,-2 0 10 15,-1 4-2-15,1 1-3 0,3 1-15 0,-4 2-2 16,4 4 9-16,-3 3 3 0,3 2-7 16,0 0 7-16,-10 9 5 0,4 1-2 0,1 4-8 15,2 3 0-15,0 2 5 0,-1 3-8 0,1-1 3 16,3 0-2-16,0 0 2 0,3 4 5 16,0 0 5-16,1-2-5 0,4 1 0 0,-2-2 6 15,4-1-1-15,0-2-8 0,1 0 6 0,2-1-3 16,1-4 13-16,-1-1-5 0,2-3-3 0,-2-3 0 15,5 0 6-15,-5-4-11 0,4-3 5 0,-3 0 11 16,3-3-3-16,0-3-11 0,-3-1-4 0,2 0 7 16,-6-4 3-16,4 0-5 0,-4 0-3 15,1-1-8-15,-4 1 3 0,-4 0-8 0,4 1 11 16,-4 1 2-16,1 2 0 0,-1 0-2 0,1 1-8 16,-1 0 5-16,-2 0-21 0,2 2 1 15,0 1-3-15,-3-1 7 0,0 4 6 0,0 0-8 16,0 0 18-16,13 7-8 0,-9 1 1 0,3 0-1 15,-3 0 13-15,5 3-12 0,-2 2 4 0,1-1-2 16,1 2 5-16,-2 0 0 0,-3 0-5 16,2 1-6-16,-1-2-1 0,1 0 19 0,-1 1-9 15,-4-3-1-15,0 0 16 0,-1 1-5 0,-1-4 5 16,-2 3 17-16,0-3-12 0,-3-1 5 16,1 0-5-16,-5-1 10 0,4-2 3 0,-4 1-3 15,-1-3-15-15,1-1 5 0,3 1 7 0,-4-2-12 16,3 0 8-16,-3-2 2 0,0 0 2 15,4 1-17-15,0-1 5 0,1 0-21 0,-2 1-10 0,2-3-30 16,2 1-37-16,-2 0-56 0,5-1-51 16,1 4-71-16,0-6-172 0,0 6-300 0,7-5 44 15,0 2 87-15,3-1 59 0</inkml:trace>
  <inkml:trace contextRef="#ctx0" brushRef="#br0" timeOffset="72207.73">25283 701 816 0,'1'-5'264'0,"-1"5"-31"0,0 0-18 15,0-5-29-15,0 5-4 0,0 0-3 16,0 0-15-16,0-6-13 0,0 6-2 0,0 0-80 16,0 0 0-16,0 0 8 0,0 0 7 0,0 0-7 15,0 0-3-15,1-5-12 0,-1 5-1 16,0 0-15-16,0 0 8 0,0 0-8 0,0 0-5 16,0 0-5-16,0 0 2 0,0 0 3 0,0 0-10 15,0 0 7-15,0 0-28 0,0 0 26 0,0 0-25 16,0 0 12-16,0 0-5 0,0 0 2 0,0 0-12 15,0 0 10-15,0-7 2 0,0 7-5 0,0 0 11 16,0 0-21-16,0 0 13 0,0 0 10 16,0 0-25-16,0 0 12 0,0 0 3 0,0 0-3 15,0 0 3-15,0 0 8 0,0 0-18 0,0 0 10 16,0 0-16-16,0 0 3 0,0 0 11 0,0 0-14 16,0 0 8-16,0 0-10 0,0 0 3 15,0 0-1-15,0 0-14 0,0 0 22 0,0 0-10 16,0 0 0-16,0 0 10 0,0 0 0 0,0 0-7 15,0 0 12-15,0 0-15 0,0 0 8 16,0 0-16-16,0 0 13 0,0 0-15 0,0 0 18 16,0 0 2-16,0 0-5 0,0 0-12 0,0 0 12 15,0 0-10-15,0 0-1 0,0 0-4 0,0 0 0 16,0 0-8-16,0 0 10 0,-1 18 8 0,2-9-5 16,2 2 10-16,-3 3-12 0,3 2 9 15,1 0-7-15,-1 2 5 0,1 1 3 0,0 0 2 16,2 3-8-16,-3-2 8 0,1 2-2 15,2-1-1-15,-2 1 4 0,0-4-1 0,2 1-8 0,-5 0-25 16,5-1-46-16,-3-1-26 0,-2-1-118 16,2-2-281-16,0-3-233 0,1 0 46 0,3-4 77 15,-4-2 59-15</inkml:trace>
  <inkml:trace contextRef="#ctx0" brushRef="#br0" timeOffset="72558.11">25466 921 844 0,'3'18'261'15,"0"-2"-28"-15,-2-4-15 0,2 1-13 16,-3-2-26-16,3-2-23 0,-3-1-5 0,0 1-13 16,0-1-20-16,3-2-8 0,-3 1 5 0,1-1-53 15,-1-2 53-15,0 1 64 0,0-5-15 0,0 5-26 16,0-5-5-16,0 0-10 0,0 0-3 15,0 0-10-15,0-20-28 0,4 8 3 0,-4-4-9 16,3-2-6-16,1-1-14 0,2-1-7 0,-1-1-75 16,-3 3 8-16,4 0 10 0,2 3-7 15,-2 1 2-15,-2 2 8 0,2 2-18 0,-2 1 18 16,6 4-3-16,-3 1-7 0,0 4 10 0,3 1 2 16,4 4 3-16,-1 3-2 0,1 2-6 15,0 2 8-15,0 2 5 0,-1 4-2 0,2 0-3 16,-2 0 0-16,0 2-26 0,4 2-46 0,-10-1-50 15,0-1-265-15,0 4-419 0,-3-6 104 0,-1-3 19 16,-6-1 74-16,2-5 63 0</inkml:trace>
  <inkml:trace contextRef="#ctx0" brushRef="#br0" timeOffset="72725.61">25278 489 921 0,'-3'-3'394'0,"0"-2"-48"0,3 5-65 0,-5-4-71 16,5 4-43-16,0 0-39 0,0 0-62 15,0 0-150-15,0 0-600 0,0 12 34 0,-3-6 77 16,3-1 84-16</inkml:trace>
  <inkml:trace contextRef="#ctx0" brushRef="#br0" timeOffset="73907.97">26587 583 880 0,'0'0'325'0,"-13"2"-43"0,3 1-34 0,-1 3-23 15,-2 2-10-15,2 3-28 0,-3 4-15 0,1 1-21 16,-1 1-18-16,1 0-23 0,2 1 8 16,1 2-16-16,0-1-12 0,-1 1-21 0,7-4 0 15,-2 1-3-15,0-2-4 0,6 1-6 0,-1-4-5 16,1 1-10-16,0-2 0 0,1 0 0 15,2-2-5-15,5-1-3 0,-3 0 3 0,3-3-5 16,2-1 2-16,0-2-5 0,4-1-2 0,-4-1 2 16,3-1 0-16,1 0-13 0,1 0 11 0,-3-1-8 15,-1 0-8-15,-2 2-17 0,-1 0-14 16,2 0 18-16,-3 2-2 0,-1 2 8 0,2 1-3 16,1 1-3-16,-5 2 1 0,3 1 2 0,0 0 0 15,0 0 0-15,-1 1 0 0,1 1 7 0,0-2-9 16,2 1 4-16,-1-2 6 0,-1 1-8 0,4-1 8 15,-1-2-6-15,3-2 9 0,1 0-11 16,-4-1 10-16,6-1-15 0,-5-2 10 0,0 0 10 16,3-1-7-16,-4-2-3 0,4 0 0 0,-7-2 0 15,4-2 11-15,-6 0-1 0,0-3-18 16,-2 2-4-16,-3-2 22 0,0-1-10 0,-3 1 5 16,-2-1-2-16,2 3 0 0,-1-3 5 0,-5 3-1 15,5-1-1-15,-4 1 4 0,2 1-7 0,1 0-3 16,-3 1 13-16,4 1-5 0,-3-1-1 15,4 2 4-15,-1 0-1 0,1 1-2 0,3 3-5 16,-7-8 4-16,7 4-7 0,0 4-7 0,-3-6-3 16,3 6 18-16,3-7-11 0,1 3 13 0,-1-1-7 15,4 0-5-15,3 0 2 0,-3 0-3 16,3 0 9-16,1 1-6 0,2 2 2 0,0-2 1 16,2 4-8-16,-2 0 10 0,6 0-20 0,-4 5 8 15,6 0 2-15,0 3 2 0,0 1-15 0,-2 3 13 16,-1-1-5-16,-2 3-2 0,-1-1-9 15,-2 0 19-15,-3-1-3 0,1 1-8 0,-1-1 13 16,-4 1-10-16,-2-3 5 0,0 0-5 0,-1 0 7 16,3-1-2-16,-5-1 0 0,-1 0 0 15,3-3 16-15,-3 2 2 0,3-2-18 0,-3-5 7 16,0 6-1-16,0-6-1 0,0 0 7 0,0 0-6 16,0 0 9-16,-6-16-18 0,5 6 1 15,1-3-1-15,0-2 3 0,0-3 0 0,1-3-2 0,2 3-6 16,4-4 3-16,-1 1-8 0,2 2 23 15,0-1-28-15,-3 6 21 0,2-1 0 0,-1 3-14 16,2 2 4-16,-1 3-9 0,-1 0 9 16,4 3-4-16,-2 3 9 0,2 2 4 0,0 2-7 15,3 3-2-15,-2 2 12 0,0 3-10 0,2 0-1 16,0 3 9-16,1 1-3 0,0 0 5 0,0 1-10 16,-1 2 10-16,1-2-20 0,-4 0-16 15,5 0-28-15,-6-3-43 0,1-1-34 0,0-2-161 16,1 1-476-16,-1-4 8 0,-3-2 87 0,4-3 63 15,-5-2 62-15</inkml:trace>
  <inkml:trace contextRef="#ctx0" brushRef="#br0" timeOffset="74091.45">27592 513 826 0,'0'0'236'0,"0"0"-29"0,3 18-20 0,-2-7 64 15,-1 2-34-15,3 3-14 0,-3 2-29 16,3 1-18-16,0 3-15 0,-2 3-11 0,2 1-10 16,1 1-22-16,-4 3-34 0,5-2-36 0,-3 1-64 15,1-1-102-15,-3 1-587 0,5-1 47 0,-4-3 100 16,-1-5 37-16</inkml:trace>
  <inkml:trace contextRef="#ctx0" brushRef="#br0" timeOffset="74358.59">27486 794 885 0,'4'-8'310'0,"2"-1"-18"0,-2 1-26 16,3 2-23-16,4-4-38 0,2 2-18 0,0 1-26 16,1-1-5-16,3 3-18 0,0 0-12 0,0 1-19 15,4 1-4-15,0 3-21 0,2 0-6 0,-3 1-1 16,-2 2-11-16,2 3-8 0,4 1-2 15,-3 2-3-15,0 2-18 0,-1 2 16 0,-3 0-29 16,0 0 8-16,0 4 6 0,-2-2-14 0,-2 3-2 16,-3-1 5-16,0 0-15 0,2 1-26 0,-4-2-44 15,-4-2-53-15,2 3-67 0,-1-3-258 16,1 0-317-16,-2-2 86 0,-1-2 59 0,0 0 41 16</inkml:trace>
  <inkml:trace contextRef="#ctx0" brushRef="#br0" timeOffset="74808.77">27895 425 1100 0,'0'0'307'0,"0"0"-51"0,0 0-38 15,0 0-57-15,0 0-69 0,0 0-112 0,0 0-559 16,5 13-50-16,-2-6 65 0</inkml:trace>
  <inkml:trace contextRef="#ctx0" brushRef="#br0" timeOffset="75658.07">28163 789 898 0,'4'7'297'16,"-1"3"-36"-16,1 1-28 0,2 2-16 0,-2 2-32 15,2 0-14-15,0 0-20 0,-1 1-7 0,0-1-14 16,-3-1-15-16,4 1-17 0,-3-4-1 15,-2 1-23-15,2-1 8 0,-3-2-18 0,3 1 5 16,-3-3-7-16,0-1 7 0,4 0 2 0,-4 0-19 16,0-6-6-16,-4 6 2 0,4-6-7 0,0 0 3 15,0 0-19-15,-10-14 6 0,4 5-3 0,6-2 0 16,-2-3 1-16,0-5-12 0,-1-1 1 16,6-1 0-16,0-2-13 0,1-2 11 15,2 0-16-15,1 1 7 0,1 2 4 0,1 1-11 0,0 2 7 16,-4 5-17-16,6-1 23 0,-2 5-21 15,1-1-7-15,0 5 12 0,-2 2 3 0,2 4-10 16,1 3 5-16,-1 2-5 0,3 2 5 0,-2 5 2 16,-1 1 3-16,0 3 8 0,1 3-1 0,2 0-7 15,-2 1 6-15,-1 1-12 0,0-2 17 16,1 2-11-16,-1-2 0 0,0 0-11 0,4-3-14 16,-4 1 20-16,-1-4-21 0,1-1-5 0,-5-2 3 15,2-1 15-15,2-3-7 0,-1 1 2 16,2-4-5-16,-3-1 8 0,2-2 4 0,2-4 4 15,-4 0-11-15,3-3 5 0,1-3 5 0,-4-2 3 16,3-3-3-16,2-3-4 0,-7-2 12 0,2-2-8 16,2 0-12-16,-1 2 30 0,-4 0-5 15,2 2-3-15,-3 5 21 0,1-1 1 0,-4 2 70 16,3 0-9-16,0 1-19 0,0 4-12 0,-3 1-13 16,1 3 8-16,-1 3-8 0,0 0-3 0,0 0-10 15,0 0 5-15,0 16 1 0,0-7-19 0,0 0 5 16,0 4-4-16,0 1 12 0,0 0-10 15,0 1 5-15,4 1-8 0,-4 0-2 0,5 1-5 16,-3-1-13-16,1-1-6 0,4-2-1 16,-1 0-17-16,2-1-1 0,1-4-4 0,-2 1 19 0,0-3-3 15,4-1 3-15,-1-4-24 0,0 2 14 16,4-6-1-16,-4 0 1 0,0-3 9 0,1-2 4 16,-1-4-9-16,0 0 8 0,2-6-7 0,-7 2 4 15,2 0 6-15,2-2 15 0,-7 2 13 0,4-1-5 16,-2 2 25-16,-1 1 11 0,0 3-3 15,0-1 5-15,0 3-15 0,-2 1-5 0,2 0-21 16,-3 2 5-16,0 2 8 0,4 2-2 0,-4 2-1 16,0 0-9-16,0 0 12 0,-4 15-13 0,4-5 10 15,-3 0-7-15,3 5-8 0,0 0 3 0,0 3 0 16,0-1 2-16,0 2 0 0,0 1-7 16,3 1 7-16,1-1-5 0,0 2-23 0,2-2-15 15,-3 0-46-15,4-2-14 0,0 6-262 0,-3-3-155 16,6 1-270-16,0-4 53 0,-3-5 82 0,4-2 74 15,0-5 33-15</inkml:trace>
  <inkml:trace contextRef="#ctx0" brushRef="#br0" timeOffset="76675.78">29223 738 1008 0,'0'0'323'15,"0"0"-37"-15,-14 15-40 0,12-5-3 0,-3 2-38 16,-1 2-11-16,2 3-17 0,1 0-26 0,0 2-5 16,3-1-13-16,-1 0-7 0,1 0-11 0,1 0-18 15,2 0-7-15,3 0-14 0,-2-2 6 16,5-1-2-16,-1-2-27 0,-1-1-1 0,3-2 6 16,1-1-14-16,-1-3-1 0,0-1 4 0,0-3 6 15,-3 1-7-15,0-5-10 0,-7 2-3 16,10-6-10-16,-7 0-2 0,1-4 15 0,-2-1-5 15,-8-1-3-15,3-4-5 0,-1 1 5 0,-2-2 0 16,-1 1 3-16,1-1 5 0,-2-1-8 16,3 1 8-16,-3 2-16 0,6 0 13 0,-6 2-74 15,4-1 0-15,3 3 11 0,-2-1-1 0,3 2 5 16,0 0-7-16,4 1 10 0,0 0-5 0,2 1 0 16,-2 2 15-16,5 1-8 0,-2 0 6 0,1 2 5 15,-1 2-11-15,4 1 14 0,-11 0-14 0,19 6 6 16,-9-2 5-16,1 2-6 0,-1 3 1 15,3 3 10-15,-2 0-11 0,-1 2 6 0,0-1 10 16,1 4-7-16,-1-3 4 0,-2 3-10 0,1-2 23 16,-2 0-15-16,-1-1 0 0,-2-1 3 15,3-3-14-15,0 0 6 0,-2-1-5 0,-3 0 17 16,4-3 1-16,-2 0-6 0,-1 0 3 0,2-4 5 16,-5-2-10-16,9 2 5 0,-9-2-2 15,15-4-6-15,-10-2 0 0,3-4-17 0,0-1 12 16,-3-1-8-16,2-4 1 0,-4 3 15 0,6-2-8 15,-4 2 3-15,0 3 7 0,-3-1 6 0,4 1-11 16,-3 1-2-16,-2 4 5 0,2 0-18 16,1 2 15-16,-4 3-5 0,0 0 8 0,0 0-10 15,0 0 7-15,7 13-2 0,-4-5 5 0,-3-1 2 16,3 3-4-16,0 1 4 0,-2-3 0 16,2 3 9-16,3-3-14 0,-5 2 16 0,6-2-8 15,-3 1 17-15,2-1-4 0,1-1-3 0,3-3 6 16,-3 0-16-16,0 0 13 0,6-3-3 0,-2 0-5 15,-1-2 3-15,6-2-6 0,-4 0 11 0,1-4-3 16,1 1-2-16,-1-3-8 0,-2 0 2 16,-1-2-7-16,0-1-13 0,-2-3 11 0,1 2-9 15,-5-4-1-15,4-2 9 0,-6 2-8 0,1 1 6 16,1-1 23-16,-1 3-5 0,-2 2 15 0,2 2-8 16,-3 0-5-16,5 0-7 0,-4 3-6 15,0 1 1-15,2 1-1 0,-3 5 3 0,7-1 8 16,-7 1-6-16,13 6-4 0,-6 2 12 0,3 1-20 15,-2 4 18-15,2 0-6 0,0 5 3 0,1 1-2 16,-1 3-6-16,-1-1 3 0,-2 1 3 16,0 1-1-16,-3-1-7 0,-4 0 13 0,3-3-3 15,-6 3-8-15,0 0 9 0,-5 0-9 0,-2-2 6 16,2-1-1-16,-5-2 1 0,0-1 2 0,0-5 23 16,2-1-15-16,-2-3-3 0,-1-2 5 0,4-2-7 15,-2-3 18-15,-1 0-6 0,0-2-20 16,4-1 13-16,-1-2 10 0,1 2-13 0,0-1 0 15,4 0-4-15,-1 1 1 0,1 0 11 0,0-1-15 16,2 0 10-16,3 4-1 0,-1-7 6 16,1 7-5-16,1-8-3 0,2 3 6 0,4 3-9 15,-1-3 6-15,5 0-13 0,-1 0 3 0,0 0-3 16,7-1 5-16,-3-1 2 0,6 1 9 0,3-1-1 16,-2-1-5-16,2 1 3 0,-1 0-10 15,-1 0-1-15,-4 2 1 0,1 0 2 0,-2 0-10 16,1 2-8-16,-6-2-30 0,0 3-29 0,-2-2-110 15,-2 3-38-15,-7 1-243 0,7 1-318 0,-7-1 46 16,0 0 111-16,0 0 38 0,3-6 74 16</inkml:trace>
  <inkml:trace contextRef="#ctx0" brushRef="#br0" timeOffset="78341.38">23949 1821 611 0,'9'17'251'15,"-2"-4"-18"-15,0-1-31 0,3 1-17 0,-3-1-9 16,-3-2-17-16,2 0-36 0,2 3 0 15,1-1-13-15,-5 0-18 0,3-2-5 0,-4-1-15 0,3 0-8 16,-1 1 7-16,-2-4-2 0,3 1 16 0,-5-2 68 16,2 0-2-16,0 0-7 0,0-3-9 15,-3-2-17-15,0 0 10 0,0 0-20 0,0 0-16 16,0 0-13-16,1-18 3 0,-1 6-8 0,0-1-5 16,3-6-15-16,-3-1 2 0,0-1-4 15,0-7-14-15,0 2-2 0,3-2 5 0,1 2-13 16,-3 0 3-16,2 2-1 0,0 2-17 15,1 3 10-15,-1 3-7 0,0 1-14 0,4 4 1 16,-4 2-3-16,5 2-3 0,-2 5-5 0,4 1 16 16,-10 1 0-16,18 8-11 0,-5 3 14 0,-2 1-11 15,2 3 2-15,0 3 1 0,1 0 4 16,-3 2-2-16,2-1-7 0,-2 1-1 0,2-1 1 16,-2-1 4-16,2 0-7 0,-2-1-5 0,2 0 13 15,0-3-6-15,-2-3 6 0,-1 0-6 0,0-1-5 16,1-1 16-16,-1-5-5 0,0 2-6 15,-2-5-7-15,5 1 7 0,-3-2 6 0,1-2-11 16,2-3 13-16,-2-3 8 0,2 0-10 0,-3-4-3 16,1-1 5-16,-1-4 0 0,-2-3-5 15,-3 1 2-15,3-2-4 0,-5 3 15 0,0-1-3 16,0 3-20-16,-2-1 30 0,-1 5-20 0,3-1 10 16,-3 2-10-16,3 4-2 0,-3 0-6 0,0 4 8 15,0 3-5-15,0 0 2 0,0 0 3 16,0 0 3-16,0 19-1 0,3-10-2 0,-2 4 0 15,-1-1-5-15,3 2 10 0,1-1-5 0,-1 2 6 16,1 0-1-16,2 0-3 0,-2-2 1 16,2 0-8-16,2-1 2 0,-1-2-10 0,2 0 13 15,-2-1-15-15,4-1 2 0,-1-3-2 0,0-2-3 16,1 2-3-16,2-5 1 0,-3 0 2 16,4 0-15-16,-4-5 15 0,1 2-8 0,-1-2 3 15,-3-3-2-15,5-1 2 0,-7 1 7 0,2-6-7 16,-4-1 5-16,0 1 5 0,1-2-2 15,-1 0 5-15,-3-1-16 0,0 3 13 0,-3-2 8 0,3 2-5 16,0 1 8-16,-1 0 7 0,1 3 2 16,-3-1-2-16,3 4 13 0,-3-1-12 0,3 1-14 15,0 1 8-15,0 6 10 0,-3-4-7 16,3 4-3-16,0 0 2 0,0 0-4 0,-4 11-9 16,1-5 11-16,3 3 6 0,3 0-6 0,-3 2 2 15,0 0 3-15,4 2 0 0,-1-1-10 16,0 3 10-16,1-1-7 0,2 1 7 0,2-1 3 15,1-1-19-15,-2 1 6 0,4 0 0 0,-1-2-28 16,3-1-21-16,1 1-33 0,-3 0-46 0,3-4-64 16,-1-1-151-16,0 1-425 0,1-3 71 0,-2-1 57 15,-3-3 69-15,1-1 46 0</inkml:trace>
  <inkml:trace contextRef="#ctx0" brushRef="#br0" timeOffset="78940.93">25005 1642 729 0,'0'0'248'0,"11"16"-10"15,-10-5-38-15,3 1-18 0,0 2-13 0,0 1-26 16,2 1-12-16,-2 0-6 0,-1 2-20 16,3-1-8-16,-2 0-15 0,0-1-5 0,1 0-5 15,-3-1-8-15,1-3-8 0,0 1 0 16,0-3 6-16,-2 0-3 0,2 0 15 0,-3-3-69 15,3 1 28-15,-3-3 6 0,0-1-16 0,0-4-11 16,0 0 11-16,0 0-2 0,0 0 4 0,0 0-9 16,0 0 2-16,-3-26 0 0,3 14-6 0,0-1 4 15,0 0 9-15,3-1-14 0,-3 0-9 16,3 2-4-16,-2-1-6 0,3 2 11 0,-1 1-1 16,1 1-10-16,-1 2 8 0,5 4-23 15,-3-2 23-15,2 4 13 0,-7 1-23 0,14 3 23 16,-4 0-31-16,1 3 10 0,-1 2 8 0,0 0 0 15,1-1 0-15,1 3 5 0,-2 1-10 0,-2-3 8 16,-1 2-6-16,0-2 6 0,-1 1-1 0,1 0-7 16,-3-3 10-16,-1 2 3 0,1-3-5 15,-1 0 25-15,0-1 5 0,0-1 0 0,-3-3 0 16,0 0 3-16,0 0-5 0,0 0-5 16,0 0-1-16,0 0-12 0,-6-18 8 0,3 6-11 15,3-2 10-15,-4-5-7 0,4-1 2 0,-3-2 1 16,3 0-1-16,0-1 67 0,3-1-13 15,-3 1-7-15,4 2-14 0,-1 2 6 0,0 0-11 16,1 3 4-16,-1 1-4 0,5 2-15 0,-2 1-10 16,1 0 0-16,-1 6 0 0,5 1 0 0,-1 3-8 15,0 2-2-15,1 2-13 0,2 3 12 0,0 4 11 16,2 0 0-16,-2 3-10 0,1 2 0 16,-1 3-6-16,1-1 3 0,-3 0-2 0,-1 0 2 15,2 0-5-15,-4 2-5 0,-1-2 12 16,4-1-7-16,-5-1-7 0,-2 3-16 0,4-2-31 15,-6 1-59-15,4-3-43 0,-1-1-123 0,-2-1-504 16,3-3 28-16,-2 0 102 0,2-3 49 16,-2-1 54-16</inkml:trace>
  <inkml:trace contextRef="#ctx0" brushRef="#br0" timeOffset="79724.09">25750 1775 778 0,'6'-8'325'16,"2"1"-46"-16,-2-3-8 0,-2 1-43 0,6-2-11 16,0 0-91-16,-3-2-24 0,0 1-10 0,2 0-2 15,-1-1-8-15,-1 0 7 0,-1 1 1 0,-2-2-5 16,-1 3 9-16,1-2-27 0,-1 2-1 16,-3 1 67-16,0 0-5 0,4 1-10 0,-4 1-10 15,0 2-14-15,-4 0-7 0,4 6-15 16,-4-2 2-16,4 2-10 0,0 0-12 0,-19 12-4 15,8-2 3-15,4 2-7 0,-3 1-8 0,4 2-8 16,-2 0 5-16,4 2-10 0,-2 0 3 0,3-1-3 16,3 1-8-16,0-3 6 0,3 0-9 15,0 1 1-15,4-1-10 0,1-3 10 0,2 0-3 16,2-2-18-16,0-3 3 0,4 0 18 0,1-3 2 16,0-2-5-16,1-2-7 0,3-2-3 15,-1-2 3-15,4-2-3 0,0-2 2 0,-4-1-2 16,-3-1-5-16,1-3 10 0,-5-1-10 0,0 0 0 15,-2 1-10-15,-4-3 2 0,-1 2 15 16,-2-3 6-16,-1 1-8 0,1 4-8 0,-4 1 3 16,3 1-5-16,-3-1 10 0,-3 5 0 0,3-1-5 15,-4 3 12-15,0 2-19 0,4 3 4 0,-9-4-5 16,9 4 3-16,0 0 5 0,0 0 10 16,-10 6-5-16,10-6-15 0,-1 8 30 0,1-8-28 15,1 6 18-15,-1-6-10 0,9 7 8 0,-5-5-1 16,3-1 1-16,4 0-3 0,2 0 2 0,1-2-2 15,-1 1 3-15,2-1-3 0,-2 0 3 16,0 1 7-16,1 1-13 0,-1-1 3 0,-2 1-15 16,2 3-3-16,-3 0 5 0,-2 2 13 15,2 3-8-15,-3-1-2 0,2 4 10 0,-4 0-5 16,3 1 5-16,-6 0-2 0,6 0-1 0,-6 2 6 16,4-1-1-16,-1-1 3 0,1 0 0 0,-3-1-15 15,1 0 10-15,2-1 10 0,-2-2-2 0,3 1-3 16,0-2 3-16,-1 0-8 0,1-2 10 15,0-1-10-15,4-1 0 0,-1-2 3 0,0-1-21 16,4-2 15-16,-1-2-10 0,5-2-7 0,-5-2 12 16,7-3 0-16,-2-2-7 0,-3-1 7 15,1-4-17-15,-3 1 12 0,0-3-13 16,0 0 9-16,-5-2-1 0,2 3 0 0,-2-2 0 0,0 4 18 16,-3 1 5-16,1 2 15 0,-2 2 11 15,0 2-10-15,-1 0-1 0,-2 2-5 0,2 4-7 16,0-1 13-16,-3 4-14 0,0 0-4 0,0 0 12 15,4 15-10-15,-4-7 6 0,0 1-6 0,3 2 2 16,-3 2 6-16,0 2-10 0,0-1-11 16,3 1-23-16,0 3-20 0,-1-1-67 0,-1-2-68 15,0 3-567-15,3-4-48 0,-1-3 112 0,0 0 47 16,-2-5 71-16</inkml:trace>
  <inkml:trace contextRef="#ctx0" brushRef="#br0" timeOffset="80607.7">27035 1438 967 0,'0'0'317'0,"0"0"-30"0,-21 10-33 0,14-3-19 15,-5 2-33-15,1 3 0 0,1 0-12 0,0 2-31 16,-1 3-26-16,4-3-21 0,0 1 11 15,1 0-5-15,-2 3-8 0,5-3-31 0,0 2 3 16,2-2 3-16,2-1-26 0,-1 0-3 0,6 0 8 16,-2-1-8-16,3 0-7 0,3-3-11 0,0 0 3 15,4-3-10-15,3 0 5 0,0-2-3 16,3-2-7-16,-2-3 9 0,6 0-11 0,0-2-14 16,-1-2 3-16,5-2 2 0,-4-1 3 0,3-1-5 15,-3-1-1-15,-4-1 9 0,1-1-8 16,-3 0-8-16,-5 1-5 0,-3-2 7 0,1 2 9 15,-3 0 2-15,-6 2-18 0,4 1 10 0,-6-1-13 16,0 1 9-16,-3 1 4 0,-2 2-3 16,-3-1-1-16,0 2-9 0,-2 1 8 0,3 1-10 15,-3 1 5-15,10 0 8 0,-23 3-13 0,13 0 5 16,-2 2-8-16,2-2 8 0,-3 2 8 0,6 2-11 16,0 0-7-16,0 0 17 0,-3 2-1 0,6-2 1 15,-2 2-12-15,3-1 8 0,-1-1 4 16,4-1-7-16,-3 1-5 0,3-1-5 0,0 0 2 15,3 0 6-15,-3 1 9 0,4-2-1 16,-1 1-6-16,0-1 0 0,3 1 2 0,-2-2-2 16,4 2-8-16,-2-1 3 0,1-1 5 0,0 1 0 15,3-2 8-15,-3-1-11 0,3 0 6 16,1 0 12-16,-1-2-4 0,3-2-6 0,4 0 0 16,-3 1-3-16,3-5-7 0,0 3-2 0,2-3-9 15,-3-3-2-15,1 2 0 0,5-2-10 0,-4-1 5 16,0-2 3-16,-1 0-11 0,0-2-2 0,0-1-13 15,-3 0 12-15,0-2-9 0,-4-1-8 16,-1 1 10-16,-2-2-8 0,-2-2-10 0,-2 0 13 16,-3 2 18-16,0-1 10 0,-3-5 23 0,-2 1 3 15,-1 1 12-15,-1 2-2 0,4 3 8 16,-4 2-8-16,4 3 2 0,-2-1 11 0,-1 4-23 16,3 1 15-16,-1 3-13 0,1 4 5 0,3 2-7 15,0 0-3-15,-10 12 8 0,6-2 0 0,3 4-3 16,0 4-13-16,2 3 24 0,0 2-11 15,3 4 11-15,3 4-3 0,-1 1-8 0,1 2 5 16,7 10 3-16,1-2-18 0,-2 2-3 0,3-2 3 16,0-9 6-16,-4-4-19 0,1-3-15 15,1 0-54-15,2 0-82 0,-1-1-118 0,-2-2-516 16,4-5 48-16,-3-4 64 0,-3-3 82 16,-1-5 38-16</inkml:trace>
  <inkml:trace contextRef="#ctx0" brushRef="#br0" timeOffset="81391.28">28122 1480 847 0,'10'14'266'16,"-2"-1"-15"-16,3 1-31 0,-6-2-15 0,2 1-26 15,3 4-8-15,-3-3-20 0,6 3-12 16,-2 0-29-16,-1-1 0 0,6 1-16 0,-5-3-27 16,0-1 18-16,0-2-32 0,2 1-12 0,1-4-2 15,2 1-16-15,-1-3-5 0,-2-2-16 16,4 0 8-16,-4-3 3 0,-2-1 0 0,3-1-10 15,-4-3-1-15,0 0 1 0,0-2 2 0,-6-3-10 16,2-1 0-16,-2-2 7 0,-4 1 11 0,3-2 10 16,-3 1 20-16,0-1-4 0,0 2 25 0,-3-1-16 15,3 2 22-15,0 0 1 0,0 2-9 16,-3-1-14-16,3 2-4 0,0 1-3 0,0 0-5 16,0 0-16-16,0 6 6 0,6-8 4 15,-2 3-12-15,3 2-2 0,0 0 2 0,3-1-3 0,4 2 8 16,-1 0-10-16,5-1 5 0,2 0-3 15,2 1-10-15,-3-1 3 0,4 0-3 0,-2 0 3 16,3 1-1-16,-3-2-4 0,-1 3 5 16,1-2-3-16,-2 0-5 0,-7 2 5 0,4 1-3 15,-5-2-2-15,2 1-7 0,-6 1-6 0,4 0 3 16,-11 0 2-16,10 1 3 0,-10-1-3 0,6 6 1 16,-6-6-1-16,-9 13 0 0,5-5 8 15,-4 2-5-15,-3 0 0 0,-4 2 2 0,1 1 26 16,0 0-20-16,0 2-6 0,-2-1 1 0,6-1 2 15,-1-1-10-15,1 1 12 0,0-3-4 0,2 2 2 16,-1-1 5-16,7-1-3 0,-3-2-7 16,1-1-10-16,3 2 10 0,1-3-11 0,1 0 4 15,3-2 4-15,3 1-5 0,3-3-10 0,1 0-3 16,5-4 3-16,1 1 5 0,-3-3 3 16,7 1 2-16,-5-3-5 0,2-2-5 0,1 0 3 15,-4-1 15-15,2-2-13 0,-4 0 20 0,-2 1-4 16,3-1 20-16,-5 3 7 0,1 1 3 15,-5-1-7-15,2 4-3 0,-1-2-8 0,0 1 3 16,-2 2-13-16,-4 3 18 0,8-2-18 0,-8 2 0 16,0 0 0-16,6 10 5 0,-6-7-2 0,3 2-6 15,-2 4 11-15,2-3 17 0,0 3-20 0,0-1-5 16,1 2-5-16,0-2-15 0,1 2-16 0,0 0-28 16,2-1-41-16,-1-1-54 0,2 0-94 15,2-1-451-15,3 0 26 0,1-2 22 0,-1-2 93 16,2-3 36-16</inkml:trace>
  <inkml:trace contextRef="#ctx0" brushRef="#br0" timeOffset="82009.89">29219 1251 821 0,'-1'16'231'0,"1"-7"-19"15,0 4-28-15,0 3-2 0,0 2-18 16,1 3-28-16,0 2-16 0,2 1 0 0,0 1-15 16,0 1 0-16,1 1-5 0,-1-1 0 0,5 0-24 15,0-2-6-15,-3 0-6 0,2-2-11 0,4 0 4 16,-2-3-9-16,-2 0-2 0,3-4-2 16,1-3-13-16,-1-1 4 0,0-2 9 0,0-2-13 15,1-4-13-15,-1 0 15 0,2-3-2 0,-1-3-11 16,0-2 6-16,-1-2-19 0,0-1 9 0,1-4 2 15,-1-3-18-15,-3-4 10 0,3-2 77 16,-1 1-10-16,-4 0-8 0,2-1 8 16,-4 5-16-16,3 0-58 0,-1 2 7 0,-2 2 0 15,0 1 3-15,-2 1-3 0,2 2-18 0,-3 2 16 16,3 2-8-16,-3 4 8 0,0 0-11 0,0 0 13 16,0 0-15-16,0 0 8 0,3 19-6 15,-3-10-2-15,0 1 5 0,0 2 8 0,2-2-3 16,-2 3 5-16,0-3-5 0,1 4 6 0,-1-3-11 15,1 1 20-15,-1 0-17 0,3-2-3 0,-3-2-3 16,3 0 11-16,1 1 5 0,-3-3 10 0,2 0-18 16,-3-2 2-16,0-4-2 0,7 4 8 15,-7-4-8-15,13-2 1 0,-6-2 6 0,0-2-9 16,-1-1 5-16,3-3-8 0,-4-3 5 0,3 1 2 16,1-3 6-16,-2 0-8 0,0 0 3 15,2 2 2-15,-7 1-7 0,4 2 2 0,-2 0-5 16,-1 0 15-16,0 3-15 0,2-1-2 0,-3 3 4 15,-1 0-15-15,2 1 13 0,-3 4-10 0,0 0 15 16,0 0-15-16,0 0 5 0,0 0 0 0,10 10 12 16,-10-2-12-16,0-2 5 0,3 3-12 0,-3-1 19 15,2 3-12-15,-1-2 10 0,0 4 3 16,2-1-6-16,-3 1 1 0,3 1-39 0,1-2-28 16,-3 3-28-16,5-1-69 0,-3 1-162 0,1-1-429 15,4-1 35-15,-3-3 80 0,3-2 58 16,-2-1 80-16</inkml:trace>
  <inkml:trace contextRef="#ctx0" brushRef="#br0" timeOffset="82656.6">29931 1610 801 0,'3'-4'315'0,"0"0"-49"0,0-2-26 16,-2 2-12-16,5-2-21 0,2 0-22 15,0-1-21-15,-3 0-6 0,1-1-17 0,2 0-18 16,-4-1-16-16,2 1 1 0,-1-2 71 0,-3 1-30 16,1 0-21-16,0 0 5 0,-1 4-13 0,-1-3-20 15,-1 2-13-15,-1 0-5 0,1 6-3 0,-8-5-20 16,1 3-3-16,7 2-12 0,-17 5-1 15,5-1-2-15,-4 4-5 0,3-1-3 0,0 3-2 16,1 2-13-16,0-1 8 0,1 3-8 16,4-3-1-16,-3 4 1 0,7-1 3 0,-1 0-11 15,1-1 13-15,6 1-2 0,-1-3-24 0,0 0 13 16,6-1 13-16,2 0-12 0,2-1-4 16,2-3-2-16,3 1-5 0,0-5 8 0,4 1-8 15,0-2 15-15,0-2-17 0,-2-2 12 0,5-2-2 16,-7-1-6-16,7-1 3 0,-6-1-2 0,3-2-6 15,-5 0 11-15,1-5-10 0,0 4-4 0,-7-1-1 16,1 2 22-16,-1 0-10 0,-1 2 0 16,1 1 0-16,-5 0-7 0,1 1-3 0,-2 2 5 15,2 0 0-15,-6 4-10 0,8 0 2 0,-8 0 10 16,10 6-4-16,-5 1 4 0,0 1-12 16,0 2 10-16,1 3-2 0,1 2 2 0,-1 1 0 15,0 0-3-15,-2 3-5 0,2-1 21 0,-1 0-15 16,0 0 4-16,-3 1-17 0,-2 1 7 15,3-2 13-15,-3-1-10 0,-3-1 8 0,2 1 4 16,-5-2 11-16,1-1 5 0,-1 0-2 0,1-4 2 16,-3 0 28-16,4-3-5 0,-6 1 0 0,3-3 5 15,2 1-22-15,-3-3 1 0,4 0 16 16,-3-3-20-16,7 0-3 0,0 0-3 0,-17-5 4 16,11 2-30-16,4-3-47 0,-4 0-40 0,3 0 4 15,3 0-60-15,-1-3-45 0,0 2-318 16,1-2-369-16,2-3 121 0,1 1 59 0,3-4 69 15,-4-2 68-15,6-2 45 0</inkml:trace>
  <inkml:trace contextRef="#ctx0" brushRef="#br0" timeOffset="83107.33">30413 1261 890 0,'3'-5'343'0,"-3"5"-51"0,4-8-15 16,-1 5-42-16,3-3-12 0,1 3-21 0,1-1-20 16,1 2-21-16,2-1-10 0,0 1-15 0,2 0-19 15,0 0-9-15,-2 2-11 0,2 0-20 0,4 2 2 16,-6 0-15-16,3 1-2 0,-1 0-24 16,5 4 21-16,-5 0-13 0,0 0-13 0,4 4-10 15,-4 2 11-15,-1 3-9 0,1 0-7 0,-2 4 3 16,-1 0 4-16,0 3-9 0,1 4 12 0,-1 1-23 15,-1 1 8-15,1 1-6 0,-2 1 16 0,2-1-12 16,-3 4-4-16,5-3 1 0,-4 2-3 16,-4-2 13-16,5-1 15 0,-1-2-15 0,-4-1-2 15,-1-1 4-15,0 1 3 0,-3-2 0 0,5-5 41 16,-5 0-59-16,0 0 36 0,0 1-31 16,-5-2 6-16,2 1 7 0,-1 0 23 0,-3-2-5 15,3-1 41-15,-5 0-44 0,2 1 6 0,0-2-16 16,-3-3-10-16,-1 4-5 0,2-3 15 15,-3-3 15-15,0 0-2 0,-1-2-18 0,-2 2 5 16,-3-1-7-16,-1 0-6 0,-2-2-20 0,0 2-33 16,-2-2 2-16,-2-1-51 0,-2 0-41 0,-1-1-26 15,-6 1-120-15,-20 3-192 0,13-2-368 16,-4-3 61-16,-12 1 105 0,-2 0 54 0,-5-3 76 16</inkml:trace>
  <inkml:trace contextRef="#ctx0" brushRef="#br0" timeOffset="84191.08">19186 3945 691 0,'-6'1'240'0,"6"-1"-15"0,0 0-73 15,0 0-9-15,0 0 3 0,0 0 5 0,0 0-16 16,0 0-14-16,0 0-4 0,0 0-9 16,0 0 7-16,0 0-5 0,0 0-25 0,0 0-1 15,23-11-12-15,-12 7 12 0,2-1-20 0,1-1-12 16,3 2 4-16,3-2-2 0,-2 0-37 0,2 3-6 15,-3-2-52-15,0 2-33 0,0 2-11 16,-4 0-69-16,-1-2-112 0,-2 3-56 0,-4-2-323 16,-6 2 51-16,7 2 38 0</inkml:trace>
  <inkml:trace contextRef="#ctx0" brushRef="#br0" timeOffset="84540.57">19230 3959 583 0,'-3'4'225'0,"-4"0"-40"0,4-1 7 0,-1 2-13 15,-2 1-8-15,3 1-7 0,3 1 3 0,-1 5-14 16,-3-4-84-16,4 7-25 0,4 1 22 16,-4 2-2-16,1 3 0 0,2 3-5 0,0 4 69 15,1 3-2-15,-1 3-9 0,0 3-2 0,1 14 1 16,2-1-24-16,-1 4 33 0,1-1-40 16,1 0-1-16,-1-1-15 0,1-2 6 0,0 3-11 15,-3-4-11-15,3 1 9 0,2-2-16 0,-1 1-8 16,-1 0 11-16,-1-3-13 0,1 2-3 0,0-2 5 15,3 3-2-15,-3 0-3 0,0-2 6 16,-1-10-8-16,-1-6-11 0,4 0 8 0,-5 0 0 16,5-4 11-16,-1-3-16 0,-1-3 0 0,0-2-13 15,2-2 5-15,-1-2 8 0,-1-3-12 16,2-1-4-16,1 1 16 0,-2-5-18 0,5-5 11 16,1-2-14-16,0-1 19 0,7-3-3 15,-1-3-23-15,4-3-18 0,6-5-41 0,-2 1-11 16,9-12-14-16,1 0-37 0,0 0-17 0,-1-5-77 15,-3 4-320-15,-3-2-228 0,0 0 51 0,-7 2 88 16,-7 2 53-16</inkml:trace>
  <inkml:trace contextRef="#ctx0" brushRef="#br0" timeOffset="85790.08">19730 3988 860 0,'0'0'256'15,"0"0"-21"-15,0 0-15 0,0 0 0 0,3 18-25 16,-3-6-16-16,3 4-20 0,-2 0-95 0,-1 2-8 15,3 2 0-15,-3 1-22 0,0-1 7 0,3 1 69 16,-3 0-8-16,0 0-10 0,0-2-2 16,-3 4-6-16,3-4-12 0,0-1-6 0,0 2 4 15,0-2-12-15,0-6-12 0,0 2 11 0,0-3-6 16,0 2-15-16,3-5 0 0,-3 0 0 0,0 1 15 16,4-2-18-16,-1-3 16 0,0 2-19 15,5-3 4-15,-2 2-6 0,4-3-5 0,-3 0 8 16,7-2-6-16,-4 3 3 0,7-3-20 0,-3-3-11 15,3 1-15-15,0 0-10 0,4-3-15 16,0 2-16-16,2-3-10 0,1 2-11 0,-3-3 4 16,3 1-11-16,-1-1 2 0,-5 2 3 0,3-2 18 15,-5 1 13-15,1-1-10 0,-3 2 25 0,-3-1 5 16,2-1 0-16,-6 0 26 0,2 3 15 16,-1-3 8-16,-5 0 18 0,1 0 13 0,-1 2 12 15,-3-2-2-15,3 1-8 0,-3-1 11 0,0 7-6 16,0-10-7-16,-3 8-1 0,3 2-9 15,-7-6-14-15,7 6 14 0,-9 1-11 0,9-1 5 16,-15 6-15-16,8 1 5 0,-2-3-13 0,1 4 11 16,-2 1-6-16,4-1 6 0,-1 0-3 15,-1 1-16-15,2-1 1 0,-1 0-1 0,4 1 9 16,0-2 4-16,2-1-5 0,-2-1 0 0,3 0-4 16,-4 1-4-16,4-6 6 0,4 8-11 15,0-5 6-15,-4-3-1 0,6 6-2 0,1-5-7 16,-1 0 7-16,-6-1 10 0,11 2-8 0,-4 1-4 15,0-2 4-15,-7-1 14 0,14 0-14 0,-8 1 3 16,-6-1-7-16,17 0 12 0,-9 0-7 16,1 0-3-16,1 0-3 0,0-1 6 0,4 1-3 15,-3-4 5-15,6 1 3 0,-4-1-14 0,5-2 9 16,-2-2 5-16,2 2-3 0,-2-2-3 16,2 1-12-16,2-3-5 0,-6 2 2 0,3-2-25 15,-3 1 17-15,0-4-22 0,-4 3 4 0,0-5-4 16,1 4 4-16,-2-4-2 0,-2 1-5 0,-3-1 13 15,-1-1 2-15,0-5 3 0,-3 3 10 16,0-1-5-16,-3-2 5 0,0 1 5 0,-1-3 13 16,1 5-5-16,0 0 15 0,-1 2 11 0,1 3 5 15,0 1-9-15,-2 3-11 0,5-2 17 0,-3 6-23 16,0 0 10-16,3 5 0 0,0 0-5 16,0 0-5-16,-3 14 5 0,2-4-5 0,1 1 13 15,1 3-15-15,-1 0 9 0,3 5-9 0,0-4 2 16,0 3 2-16,1-1 1 0,-3 1 7 0,2-3-10 15,0-1 8-15,1-2-3 0,-4 1-8 16,3-3 14-16,0-2-6 0,-3 2 2 0,3-4 11 16,-2 2 5-16,2-5 5 0,0 2-7 0,-3-5-6 15,8 0 3-15,-8 0-2 0,9-7 12 16,-5 2-5-16,2 1-13 0,-2-5-2 0,4 2-8 16,-2 0 5-16,1 0 8 0,-1 3-13 0,2-3-11 15,-1 2 9-15,2 3-1 0,-2 1-4 16,1 0 12-16,2 2-16 0,-1 0 4 0,-2 5 2 15,4-2 0-15,-4 3 10 0,2 0 7 0,-1 0-14 16,-1 2 20-16,-1 0-11 0,-2-1 1 16,-1 2 15-16,0-2-5 0,-3 2 15 0,0 3-12 15,-3-5-16-15,-3 3 15 0,-1-3 3 0,3 2 8 16,-7 3-10-16,2-5-3 0,-1 0 0 0,-1-4-6 16,1 3-12-16,0-2 5 0,-4-3-30 0,4 1-55 15,0-3-14-15,-1 0-78 0,1-3-248 16,4-2-342-16,-5 1 37 0,7-4 83 0,1-1 74 15,0-2 45-15</inkml:trace>
  <inkml:trace contextRef="#ctx0" brushRef="#br0" timeOffset="86606.66">20718 4220 627 0,'7'-3'276'0,"2"-1"-7"0,-2 0-36 16,1-2-8-16,1-1-28 0,-2 2-10 15,0-2-21-15,1-1-10 0,-2-1-17 0,1 1 2 16,-1-1-8-16,-2 0-8 0,0-3-7 0,-1 4 2 16,-3 0-12-16,0-1-11 0,0 1 5 15,0 4-17-15,-3-3-11 0,3 7-10 0,-4-7-10 16,0 5-1-16,4 2-12 0,0 0 3 0,-13 12-11 16,6-4 6-16,-3 5-9 0,3-1-2 0,0 4-12 15,4-2-1-15,-1 2 3 0,-3 1 8 16,7-1-3-16,-3 0-5 0,3-4-6 0,0 2 1 15,3 0-3-15,1-3 8 0,0 1 3 0,2 1-75 16,1-4 3-16,3 1-5 0,1-3 20 0,2 0 10 16,5-6 1-16,-2 1-4 0,2-4 9 15,6 1-3-15,-1-6-3 0,1 0-10 0,0-1 19 16,-3-3-6-16,2-3 10 0,-5 2-5 16,3-8 2-16,-2-1 6 0,-4-1-8 0,-5-3 0 15,0-2-2-15,0 2 7 0,-6-1 3 0,-1-3 2 16,-3 0 1-16,0 0-9 0,-3 0 11 0,0 1 0 15,2 1 7-15,-2 4 11 0,0 3 5 0,-1 1-8 16,4 3 1-16,-1 3-9 0,-2 4 8 16,0 5-25-16,3 0 20 0,0 4-10 0,0 0 10 15,0 0-5-15,-7 25-5 0,7-10 10 0,0 3 3 16,3 3-6-16,-2 4 14 0,2 0-16 16,0 0 0-16,1 0 7 0,3 0 1 0,0 0-10 15,2-4 12-15,2 1-2 0,-1 1-8 0,0-5 2 16,5-1-4-16,1-1 7 0,-1-4-10 15,4 1 10-15,-1-5-16 0,2-5 9 0,0 3 4 16,1-6-14-16,0 0-4 0,-1-6 9 0,1-1-4 16,3 2-1-16,-7-8-1 0,3 2 0 15,-6-2 3-15,3 1-16 0,-7-2 18 0,-3 2-4 0,4-1 7 16,-2 2-6-16,-5 3 4 0,2-1 12 16,-1 1-16-16,1 1 9 0,-2 0-11 0,-1 5 3 15,0-3 7-15,-3 5-9 0,0 0 6 0,0 0-6 16,15 10 4-16,-9-3 23 0,-2 0-25 15,5 2 7-15,-2 4 6 0,1-2-8 0,-2 2 7 16,1-1-19-16,0 2 9 0,0 0 5 0,-1 0 8 16,-5 0-7-16,-1-3 7 0,3 3-2 15,-6-3 2-15,-1 0-5 0,1 0 12 0,-4-2-4 16,0 1 13-16,-3-3 4 0,-1 1 11 0,1-3-5 16,0-1-3-16,-1-3 5 0,-2 1-7 0,3-4 10 15,-4 2 7-15,4-5-20 0,0 0 3 16,-4-3 5-16,4 0-6 0,-1-2 3 15,4 1-10-15,1-3-10 0,-1 4-11 0,1-2-27 0,1 3-16 16,2-1-18-16,0 3-3 0,3-2-7 0,3 1 0 16,-3 3-34-16,7-2-12 0,-3 2-36 15,2-1-16-15,1 3-69 0,0 0-63 0,4 1-354 16,2 2 18-16,1 1 82 0,-1-2 38 0</inkml:trace>
  <inkml:trace contextRef="#ctx0" brushRef="#br0" timeOffset="87807.4">22214 3903 657 0,'0'0'244'0,"0"0"-22"0,-6-2-30 0,6 2-8 16,0 0-17-16,-4 10-6 0,1-3 5 15,3 3-22-15,0 0-19 0,0 3-12 0,0 2 2 16,3-3-2-16,-2 5-13 0,-1-1-19 0,3 1 12 16,0 1-12-16,1-1-9 0,-1 1 54 0,1 1-1 15,3-1-23-15,-4 0 3 0,1-1-23 0,-1 1-18 16,3-3-10-16,-2 0-31 0,3 1-46 15,0-4-54-15,-1 1-81 0,-2-2-93 0,3-3-466 16,0 1 5-16,0-3 57 0,-1-3 64 0</inkml:trace>
  <inkml:trace contextRef="#ctx0" brushRef="#br0" timeOffset="88173.02">22413 4159 609 0,'0'7'192'0,"0"2"-16"0,-3 0-7 16,3-2-20-16,3 2-1 0,-3 0-17 16,-3-1 63-16,6 0-17 0,-6 1-21 0,3-5-13 15,3 3 3-15,-6-1-10 0,3 2 23 0,0-6-11 16,0-2 13-16,0 9-97 0,0-4-18 16,0-5 6-16,0 0-4 0,0 0 1 0,0 0-11 15,0 0 11-15,0 0-13 0,-3-25-3 16,6 11 0-16,0-1-2 0,-2-3-5 0,2-1 2 0,0-4 0 15,4-1-13-15,-1 3 1 0,-1-2 7 16,1 6-5-16,-2 1-6 0,2 1-1 0,-2 1-6 16,-1 4 2-16,4 2 1 0,-3-1 2 0,-1 6 1 15,4 2-1-15,-7 1-8 0,13 3 9 0,-5 4 1 16,1 0-1-16,-2 2-9 0,4 3 1 16,-1 0-1-16,-3 1 11 0,2 0-5 0,2 3-1 15,-4-2 1-15,3 1 10 0,-1 0-5 16,-4 0-11-16,2 0-37 0,-1-3-27 15,-2 2-38-15,3-3-51 0,-4 2-140 0,-2-3-495 0,-1 0 92 16,0 0 28-16,-4-3 91 0</inkml:trace>
  <inkml:trace contextRef="#ctx0" brushRef="#br0" timeOffset="88389.57">22023 3770 1049 0,'-3'-6'343'0,"3"6"-33"16,-3-4-67-16,3 4-59 0,0 0-15 0,0 0-64 16,0 0-59-16,0 0-82 0,0 0-263 0,0 0-392 15,0 0 94-15,3 15 62 0</inkml:trace>
  <inkml:trace contextRef="#ctx0" brushRef="#br0" timeOffset="89840.38">23818 3788 854 0,'-7'-2'233'0,"7"2"-5"0,-17 3-23 0,6 3-23 15,-1-1-26-15,2 5-13 0,-2 0-17 0,2 4-1 16,-4 2-17-16,4 0-14 0,0 2-4 0,0 1-13 16,0-1-6-16,3 2-14 0,1-2-9 15,1-2 3-15,2 1-10 0,3 0-2 0,-3-5 2 16,3 3-13-16,3-1 13 0,0-1 0 16,2-1-8-16,1-1 5 0,4-1 1 0,0 0 66 15,4-3 0-15,0 0-16 0,0-2-12 0,5-2-10 16,-1-2-1-16,-1 4-4 0,-3-5-1 0,5 0-5 15,-7 0 1-15,5 0-1 0,-2-3-25 16,-4 1-1-16,1 1-6 0,-2-1-17 0,3 1-17 16,-6-3-44-16,0 3-48 0,0-1-31 0,-1 1-182 15,-1-3-468-15,1 1 45 0,-1-3 91 0,-3 3 45 16,-2-3 78-16</inkml:trace>
  <inkml:trace contextRef="#ctx0" brushRef="#br0" timeOffset="90161.53">24067 3577 657 0,'0'0'231'0,"0"0"-27"0,0 0-1 0,-3 23-27 15,3-12-12-15,0 3-23 0,3 4-11 16,-3 0-9-16,5 2-21 0,-2 2 5 0,0 2-26 16,1 0 5-16,-1 1 1 0,0 0-16 0,3 0-5 15,-2-1-3-15,3 1-4 0,-3 0-4 0,2 0-17 16,-2-4 10-16,3 3-10 0,0-1-5 16,-1 0-3-16,1-3 8 0,-3 3 59 0,5-4-13 15,-4-4-18-15,2 1-29 0,-1 0-35 0,0-3-43 16,1 0-39-16,1-2-90 0,-1-2-242 0,3-1-267 15,0-1 23-15,0-2 54 0,0-3 46 16</inkml:trace>
  <inkml:trace contextRef="#ctx0" brushRef="#br0" timeOffset="91424.09">24522 3881 752 0,'-6'-5'358'15,"-1"0"-15"-15,4 4-35 0,3 1-47 0,-15 0-18 16,5 5-13-16,0-1-40 0,-4 5-19 16,1 3-22-16,-4 1-9 0,3 2-1 0,0-1-22 15,1 3-22-15,-1-1 5 0,7 0-21 0,0-3 8 16,1 1-18-16,2 2-10 0,-3-4-15 0,4 1 4 16,2-2-4-16,-2-2-8 0,6 3-70 15,1-7 6-15,-1 2 0 0,5-1 8 0,2-5 2 16,0 0 0-16,1-1-13 0,-1-1 21 0,3 0 7 15,1-5-9-15,-4 3 4 0,4-1-8 0,-4 0 6 16,0-2 15-16,1 4-7 0,-1-4-3 16,3-1-3-16,-2 3 5 0,-1 0 9 0,0 0-12 15,1-2 4-15,-1 3 10 0,-1-2-8 16,-1 1-8-16,5-2 21 0,1-3-8 0,0 1 0 16,6 0-3-16,-3-2 6 0,4-2-3 0,-4 2 0 15,3-1-2-15,-2-3 2 0,-1 3 0 16,0-2-7-16,0 1 2 0,-3-2 5 0,-1 3 2 15,-2-2-4-15,2 2-3 0,-6 2 0 0,4-4 13 16,-2 3-11-16,-5 2-7 0,3-2 5 0,-1 3-2 16,-1 2-9-16,-2-1 6 0,0 1-2 0,2-1-14 15,-3 5 11-15,-2 1 7 0,8-3-2 16,-8 3 3-16,0 0 7 0,12 7-5 0,-8-3-16 16,-1 4 19-16,4 1-6 0,-1-1 6 0,-2 5-6 15,3-5 9-15,-3 4-1 0,2 1 5 16,-2-1-15-16,-1 1-5 0,0-2 15 0,1 3-5 15,-4-3-13-15,4 2 0 0,-4-4 3 0,0 2 10 16,-4-1 8-16,4-3-8 0,0 1 2 0,-1-1-2 16,-2 0 23-16,3-3 5 0,0-4-12 15,0 9-4-15,0-9-4 0,0 0 0 0,0 0-6 16,0 0 6-16,0 0 2 0,0 0-5 0,4-25 8 16,0 15-10-16,4-1-6 0,-3-3 11 0,2 3 5 15,3-5 7-15,1 0-28 0,1 1-2 16,0-2 13-16,1 2-3 0,1-2 7 0,-4 2-7 15,3 1 0-15,-2 1 6 0,-1 2-19 0,-3 2 18 16,3 0-3-16,-3 1-12 0,-3 2-3 16,2-2-12-16,-2 5-3 0,2-2 0 0,-2 2 7 15,-4 3-5-15,7 0 6 0,-7 0-1 0,0 0-7 16,13 8 18-16,-9-4-8 0,6 3 13 16,-6 2 0-16,5-1-5 0,-2 3 5 0,1 1-6 15,2 0 9-15,-3 1-1 0,5 2 1 0,-4-3 4 16,-1 2-4-16,0 3-1 0,3-6 13 0,-3 3-15 15,-2-2 3-15,-3 2-9 0,1-3 6 0,0 2 0 16,-3-4-5-16,-3 2 0 0,0 2-1 16,1-4 9-16,-3 0 12 0,-1-1-15 0,-2 0 13 15,1 0-1-15,4-4 4 0,-4-1-9 16,4-2 8-16,3-1 1 0,-11 1-16 0,11-1 5 16,0 0 5-16,-6-7-10 0,5 2-3 0,1 5 8 15,4-14 2-15,2 6-4 0,2-5-3 0,-1 1-3 16,6-2 0-16,1-2 1 0,2 0 4 15,-1-1-5-15,1 0-2 0,2 1 3 0,-2-1 7 16,-1 0 0-16,1 1-3 0,-1 3 6 0,-3-1-1 16,-1 3-7-16,-4 0 10 0,3 3-2 15,-6 2-6-15,3-2-2 0,-1 4-10 0,-5 0 10 16,-1 4 2-16,0 0 3 0,0 0-10 0,0 0 17 16,-7 18-12-16,3-9-2 0,0 1 9 0,1 3-7 15,0-2-8-15,0 0 0 0,3 1 6 16,0 1 25-16,0-1-18 0,3-1-8 0,0 2 3 15,4-4 5-15,0 1 0 0,0-1 8 0,3-1-11 16,1-2 16-16,5-2-13 0,-1 0 2 16,-2-4-2-16,7 1 11 0,-3-2-11 0,4 0 5 15,0-4-10-15,-1 0 12 0,1-1-20 0,3-3 11 16,-4-3-3-16,1 1 2 0,-4 2-20 0,-1-5-2 16,-1 3 12-16,-2-3-3 0,-3 3 4 0,-2-2-6 15,2 2 13-15,-4 2 7 0,1 1 3 16,0 0-7-16,-3 1-3 0,-1 0-1 0,3 3-11 15,-2 0 4-15,-1 1 0 0,-3 3 0 0,0 0 3 16,0 0 2-16,18 7 1 0,-12-3-4 16,-2 3 11-16,2 3-12 0,2-2 1 0,-2 5 1 15,-2-4 0-15,2 4 2 0,-2-1 3 0,2 4 13 16,2-5-1-16,-5 3 4 0,1-2-1 16,-4 1 10-16,3-2 16 0,-3 0 5 0,-3 1-5 15,3-1 0-15,-4 1-5 0,1-2-11 0,0 0 0 16,2-1 1-16,-6-1-24 0,4 2-9 0,1-5-45 15,-3 2-73-15,-1-4-203 0,2 3-430 0,-3-4 126 16,3 0-3-16,4-2 92 0</inkml:trace>
  <inkml:trace contextRef="#ctx0" brushRef="#br0" timeOffset="91656.39">26344 4029 867 0,'0'9'261'16,"0"-1"-23"-16,0-1-28 0,0 6-23 0,-3-3-20 15,3 2-16-15,0 3-41 0,-2-2-105 16,-3 2-661-16,2 0 42 0,-1 1 74 0</inkml:trace>
  <inkml:trace contextRef="#ctx0" brushRef="#br0" timeOffset="92539.6">21607 4822 762 0,'-8'6'236'0,"2"2"-16"15,-4 6-31-15,3-3-17 0,0 6-21 0,3 6-10 0,-2 1-26 16,2 1-3-16,4 0-12 0,0 0-23 0,3 0 5 16,1 0-10-16,2 0 10 0,2-4-18 15,2 1 0-15,3-2-16 0,5 2-2 0,3-4 0 16,-1-4-18-16,3-5 6 0,-1 0-11 0,-3-3 5 16,2-5-10-16,0-1 13 0,-1 0 2 15,1-6-15-15,-1 2-3 0,0-6 0 0,-2-1 3 16,-1 0 8-16,-3-5-8 0,-4-2 87 0,0-2 0 15,-6-1-13-15,-1-3-8 0,0 1 9 0,-3-2 17 16,-3 0-5-16,-3 0-21 0,1 1 16 16,-2 4 0-16,-2-3 2 0,-1 4-23 0,-1 2 11 15,-2 2 0-15,-2 1-11 0,5 4-20 0,-7 2 5 16,3 5 0-16,-3-1-13 0,4 4 0 16,-5 1-17-16,2 5 6 0,1 0-22 0,-1 2-23 15,2 3-46-15,1 2-31 0,6-1-5 0,0 6-25 16,3-1-80-16,8 4-87 0,0-1-541 15,6 2 19-15,3-1 79 0,4 0 62 0,-3-4 74 16</inkml:trace>
  <inkml:trace contextRef="#ctx0" brushRef="#br0" timeOffset="92756.6">22399 5141 883 0,'0'9'276'0,"-3"0"-33"0,0 2-15 15,-1 3-26-15,1-1-23 0,0 1-25 0,-1 3-18 16,1-2-16-16,-1 2-41 0,1-1-27 0,-1 0-52 16,4 1-52-16,-3-5-78 0,3 2-247 0,0-3-268 15,0 0 57-15,0-2 71 0</inkml:trace>
  <inkml:trace contextRef="#ctx0" brushRef="#br0" timeOffset="93089.3">22771 4643 952 0,'0'0'353'16,"0"0"-48"-16,-9 16-14 0,6-7-37 0,6 4-24 16,-3 2-28-16,0 5-17 0,3-1-11 0,0 5-23 15,1 1-10-15,0 0-24 0,2 0-12 16,-2 0-8-16,2 0-20 0,-2 0-8 0,2-2-2 16,-1-1-6-16,3 2-4 0,-3-5-4 15,-2 1 1-15,1-3-15 0,2-1 4 0,-1 0-2 16,-2-4-8-16,0-2-10 0,1 2 3 0,-1-3-8 15,0 0 5-15,0-1-5 0,-1 0-5 0,-1-1-16 16,0-3-17-16,-1 2-16 0,3 0-56 16,1-3-34-16,-4 3-53 0,0-4-90 0,3 2-494 15,-2 2 24-15,2-2 83 0,-3-4 57 16,3 3 72-16</inkml:trace>
  <inkml:trace contextRef="#ctx0" brushRef="#br0" timeOffset="-213984.96">14390 14308 501 0,'-4'-9'200'15,"1"0"46"-15,0-1-13 0,3-4-24 16,-4 6-22-16,1-9-31 0,3 4-5 0,-3-3-5 0,-1-3-33 15,3 2 2-15,-2-1 0 0,0-3-12 16,3-1-11-16,0-3-87 0,0-1-5 0,0-1 8 16,0-2-8-16,3-3 25 0,1-3-30 15,3 6 13-15,-3-2-3 0,5-1-8 0,-2 1 9 16,4 3 11-16,-1-4-22 0,0 4 33 16,4-1-35-16,2 0 12 0,-1-2-3 0,5-2-4 0,0 1 7 15,-2 7 3-15,2 2-11 0,4-9 8 16,3 4-12-16,-6 8 12 0,2-2 5 0,-2 4-15 15,4-1 12-15,2 1-14 0,-3 2-9 0,3 2 19 16,0-1-18-16,0 5 20 0,-2 2-15 16,-1 0 10-16,3-1-3 0,-4 2-5 0,2 3 16 15,2-3-8-15,-3 0 13 0,0-1-13 0,-1 1 23 16,2 2-33-16,-1-2 12 0,-3-1-4 16,2-1 4-16,1-1-4 0,-3 0 9 0,3-1-7 15,-4 1-2-15,4-3 14 0,0 0-14 0,3-2 7 16,-2-2-8-16,-2 2 6 0,4-2-6 0,-3 1 16 15,-3-1-10-15,2-1-6 0,-2 0 1 16,0 1 12-16,-4 2-15 0,0-3 7 0,-3 1 6 16,3 1 7-16,4-7-15 0,-5 3-2 0,2-3-6 15,-2 1 3-15,2-2 5 0,-1 3 0 16,3-2 8-16,-2-2-1 0,-2 0 1 0,5 1-5 16,-4-1 9-16,1 3-17 0,2-1 3 0,-3-1 2 15,4 0-3-15,-1 1 6 0,3 2-6 0,-2 0 8 16,3 0-7-16,-4-1-1 0,1 4 6 15,3-1 7-15,0-1-2 0,-3 2-6 16,2 1-9-16,-2 2 9 0,-1 3-7 0,1-2-10 0,-3-2 15 16,1 5 0-16,-1-1 7 0,-1 2-4 15,0-1-6-15,-4 1 6 0,2 1 12 0,1-1-25 16,-2 1 0-16,0 3 7 0,0-4 11 0,2 4-13 16,-1-2-5-16,1 0 7 0,-2 0 6 15,0-1-1-15,3 1-12 0,-4-1 18 0,5 0-3 16,-5-1 0-16,4 1-5 0,-3-2 2 15,0 3 1-15,3-7-1 0,0 5-4 0,-3-5-8 0,3 3 20 16,-1-3-13-16,2 4 37 0,-1-3-45 0,-3-1 4 16,-1 5 2-16,1-1-8 0,-4-3 18 15,0 6 0-15,1-3 0 0,-4-2-13 0,3 5 11 16,-4-2 10-16,2 2-8 0,-2-2-2 16,1 2 4-16,-4 1 1 0,4-3 15 0,0 3-33 15,-3-1 7-15,2 1 1 0,-5-3 7 0,5 3-8 16,-3 3 6-16,1-3-1 0,0 0 6 15,-1 5-3-15,1-4 8 0,-1 3 12 0,-3 3-4 16,3-8-8-16,-3 2-6 0,0 6 11 0,0 0-2 16,-6-8 4-16,6 8-5 0,-7-7 6 0,-1 7-8 15,-1-3 69-15,-1 1-13 0,-5-1-3 16,2 2-14-16,-4 0 1 0,3 0 1 0,-7 0-18 16,0-2 5-16,-1 0 2 0,1 3-2 0,0 0-5 15,1-2-5-15,-1 1 7 0,0-3-7 16,5 4 2-16,1 0 3 0,-1-1-5 0,2-2 17 15,4 2 1-15,0-2-8 0,2 2-8 0,-2 1-12 16,4-2 4-16,6 2 4 0,-7-7-9 16,7 7-2-16,0 0 5 0,4-7-74 0,-4 7-3 15,13-1 16-15,-4-1-1 0,2 0 3 0,3-1 8 16,3 3 3-16,-4-3-4 0,8-1 1 0,-3 1 13 16,2 3-6-16,1-3 4 0,0-1 4 15,2 3-3-15,-2-2 11 0,2-1-8 0,-6 4-2 16,4 0 0-16,-5 0 5 0,2 0 2 0,-1 0 18 15,-3 0-12-15,0 0-6 0,-1 0 5 0,0 0-4 16,-1 4-4-16,1-1 6 0,-2 2-2 16,-1-1-4-16,-1 5 4 0,1-1 4 0,1 5 6 15,-4-1-6-15,0 3 11 0,3 2 10 0,-3 1-5 16,0 6-6-16,-1-1-2 0,-2 2 0 16,3 2 3-16,-4-1-3 0,1 3 13 0,2-1-10 15,-5-2-1-15,5 1-1 0,-3 1 4 0,2-6 3 16,-2 1 12-16,4 1-9 0,-4-6-4 15,0-1 17-15,4 1-22 0,-4-2 16 0,5 0 0 0,-5-1-15 16,4 2 20-16,-4-6-15 0,3 3 0 16,-2-5 5-16,3 3-16 0,-3-2 6 0,-1 0 7 15,3-1-20-15,-2-1 23 0,-1 0-20 0,1 2 17 16,0-3-13-16,-1 6-14 0,0-1-60 0,-2-2-74 16,2 5-197-16,-3 3-476 0,0 3 112 15,-4-2 45-15,-2-1 70 0,-8 3 75 0</inkml:trace>
  <inkml:trace contextRef="#ctx0" brushRef="#br0" timeOffset="-213088.23">12144 14991 877 0,'0'0'264'0,"11"21"-18"0,-5-9-13 15,1 2-21-15,3 4-10 0,1 0-33 0,2 3-76 16,1 4-6-16,3 0-18 0,-3 0-13 0,2 3 0 16,-1-3 6-16,-2 0-21 0,1 1-8 15,0-1-10-15,-1 0-46 0,1 0-102 0,-4-3-126 16,1-2-458-16,-1-3 89 0,-4-2 57 0</inkml:trace>
  <inkml:trace contextRef="#ctx0" brushRef="#br0" timeOffset="-212938.18">12185 14837 317 0,'-14'4'-33'0</inkml:trace>
  <inkml:trace contextRef="#ctx0" brushRef="#br0" timeOffset="-212538.05">12691 15204 447 0,'3'4'185'0,"-3"-4"-16"0,0 8 0 16,0-8 20-16,-3 7 49 0,3-7-18 0,0 0-25 15,-4 1-8-15,4-1-16 0,0 0-12 16,-13-9-6-16,6 2-17 0,0-3-21 0,0-4 0 15,-2 1-25-15,-2-4 0 0,4-4-24 16,0 0-2-16,1 0 3 0,-2 1-8 0,5 0 5 16,3 2-13-16,-3 1-3 0,3 2-4 0,0-2-3 15,3 5-3-15,0-2-7 0,0 4 5 0,5 0-8 16,-4 3-15-16,5 0-8 0,-2 4 13 0,1-2 0 16,1 9-3-16,1-2-2 0,1 2-3 15,2 3 0-15,-3 1-7 0,1 6 10 0,-1-3-6 16,0 3 14-16,1 1-16 0,2-2-2 15,-3 5-9-15,1-3 1 0,-1 0-23 0,4 1-20 16,-4-5-40-16,0 3-34 0,4-3-60 16,-3-3-82-16,2 0-301 0,1-1-137 0,-1-4 55 15,1 1 60-15,-7-4 65 0</inkml:trace>
  <inkml:trace contextRef="#ctx0" brushRef="#br0" timeOffset="-212087.31">13013 14845 601 0,'0'0'241'0,"13"13"-14"16,-9-5-12-16,5 9-28 0,2 1-8 0,2 7-27 15,2 3-17-15,5 9 3 0,4-2-10 0,-3 4-20 16,3-3-16-16,-1 0-18 0,-2-1 1 16,-4-6-22-16,-3-1 6 0,3-2 3 0,-1-2-6 15,-5-2-13-15,3 0-12 0,-4-4 2 0,-1-1 11 16,2-2-3-16,-4-5-18 0,0 2 15 15,-1-6-4-15,-2 1-9 0,0-4-4 0,-4-3 2 16,0 0-11-16,0 0 4 0,3-16-16 0,-9 4-5 16,-2-5 5-16,-2-3-3 0,0-10-2 15,-4 4 15-15,-6-16-10 0,2-1 0 0,2-3 8 16,5 11 5-16,1 2 10 0,0 1 0 0,2 3-3 16,2-2 1-16,0 6 9 0,5 0-4 15,-2 2-11-15,3 5 6 0,0 0-6 0,0 1-12 16,4 2 7-16,2 3 3 0,0-1-11 0,5 6 4 15,-4 2-1-15,3 0-3 0,1 5 11 16,2 0 0-16,-3 5-8 0,4 0 18 0,-1 2-13 16,-3 1-5-16,1 6 21 0,-4-3-11 0,0 6 11 15,3-3-11-15,-6 2-2 0,-4 2 5 16,0 0 0-16,0-1 2 0,-3 5-9 0,-2-2-1 16,-4 3 5-16,2-3-2 0,0 0-3 0,-1-1-12 15,-1-4-57-15,2 0-59 0,0-4-120 0,-3-1-532 16,6-3 53-16,-3-1 49 0,1-6 94 15,6 0 37-15</inkml:trace>
  <inkml:trace contextRef="#ctx0" brushRef="#br0" timeOffset="-211471.2">13478 14809 732 0,'3'12'268'0,"0"0"-24"15,0 0-27-15,1 1-22 0,2 1-19 16,-2-2-17-16,3 3-16 0,0-1-17 0,0-1-3 16,-1-2-29-16,-2 0 4 0,6-1-14 0,-6-2-7 15,3-2-3-15,2-2-13 0,-1-1 6 16,-1-3-6-16,2-5-4 0,1 1-11 0,1-4-10 16,-1-3-13-16,0 1 10 0,-2-5-10 0,-1-3 0 15,2 1 3-15,-5-4-16 0,3-1-69 0,-4 3 0 16,-3-2 16-16,1 3 4 0,2-1 16 15,-3 3 3-15,0 2 4 0,3 3 1 0,-3 2-3 16,0 3 8-16,0-1-11 0,0 7 16 0,0 0-10 16,0 0 7-16,0 0-2 0,0 0 0 15,7 21 0-15,-4-11 4 0,0 0 9 0,2 3-13 16,1 1 15-16,-2 0-3 0,5 0-9 0,-5-2-1 16,4 2 5-16,1-3 3 0,1-1 11 0,0 2-27 15,1-3 24-15,2-1-11 0,-2-4 6 16,2 2 12-16,-2-5-17 0,3-1 10 0,2 0 2 15,2-1-10-15,-2-6 7 0,2 3-17 16,-1-4 26-16,0-4-19 0,1 1 3 0,-2-4 3 16,-2-2-3-16,-1 2-13 0,-3-5 5 15,-2-3-2-15,-2 2-6 0,-5-2 4 0,2-2 1 0,-3-5-19 16,-3 4 22-16,-1 1 3 0,-2-3 18 16,1 3-13-16,-1 0 5 0,2 1 0 0,-5 2 3 15,5 4 12-15,-3 5 3 0,3-1 5 0,-2 3-17 16,2-1-6-16,1 8 18 0,0 0-18 15,3 4 5-15,0 0 0 0,0 0-7 0,-7 13 7 16,10-3 5-16,-3 0 1 0,4 7-3 0,3 3 17 16,2 0-9-16,2 2 12 0,-1-1-23 15,3 4 3-15,5-1-8 0,-1 1 3 0,0-1 2 16,4-4 8-16,-1 4 3 0,1-3-14 0,0-2 1 16,2-1 10-16,-3-1-8 0,-2-2-23 15,2-1-28-15,-3-2-41 0,-4-2-122 0,2 2-454 0,-5-3-10 16,1-5 30-16,-5 2 73 0</inkml:trace>
  <inkml:trace contextRef="#ctx0" brushRef="#br0" timeOffset="-211237.66">13912 14651 916 0,'-8'-3'294'0,"8"3"-25"0,0 0-23 15,4-7-16-15,-4 7-28 0,14-11-23 16,-4 3-15-16,7 0-15 0,-4-1-16 0,8-1-13 16,0-2-7-16,-4 1-13 0,4 1-8 0,-1-1-18 15,-3 1 13-15,0 3-26 0,-4 3-9 16,2-3-4-16,-5 0-9 0,0 6-29 0,-4-2-20 16,2 3-36-16,-8 0-75 0,3 4-199 0,-3 6-478 15,-3-3 109-15,-5 5 60 0,-2 1 73 0</inkml:trace>
  <inkml:trace contextRef="#ctx0" brushRef="#br0" timeOffset="-210687.32">11386 16798 450 0,'-8'3'192'16,"8"-3"-38"-16,-7 3-24 0,7-3 1 15,-6 2 7-15,6-2-8 0,0 0-22 0,0 0 5 16,0 0 84-16,0 0-13 0,0 0 5 16,0 0-22-16,10-14-16 0,0 9-21 0,1-3-2 15,6-1-13-15,-1-3-15 0,2 2-13 0,2-3 5 16,1 1-22-16,3 1-9 0,-4 0-28 0,0 0-25 15,1 1-52-15,-7 3-73 0,3-1-155 16,-4 4-455-16,1-1 52 0,-4 4 81 0,-3 0 44 16</inkml:trace>
  <inkml:trace contextRef="#ctx0" brushRef="#br0" timeOffset="-210422.02">11457 17036 565 0,'0'0'225'0,"0"0"-20"16,24-13-18-16,-14 5 0 0,4-2-23 0,0-3-11 16,3 0 52-16,3-3-10 0,-2 1-21 0,5-2-21 15,-2 1-7-15,2 0-18 0,-2 3-23 0,-4 1-18 16,0 1-2-16,-3 3-9 0,0-1-42 15,-4 1-27-15,0 1-37 0,1 5-24 0,-5-3-31 16,1 4-12-16,-4-1-110 0,-3 2-195 16,0 0-264-16,11 5 52 0,-11-5 66 0</inkml:trace>
  <inkml:trace contextRef="#ctx0" brushRef="#br0" timeOffset="-210187.54">11642 17135 849 0,'0'0'269'0,"10"-18"-33"15,-3 13 7-15,0-2-41 0,2-3-77 0,2 0-22 16,3-2-14-16,2-1-2 0,2-1-7 0,-1 1-21 16,0 1-8-16,0 1 69 0,0-1-5 0,1 1-5 15,-2 3-23-15,-2-4-10 0,-1 6-23 0,-1-3-34 16,4 2-22-16,-6 0-26 0,1 0-93 15,-1-1-124-15,0 2-434 0,0 0 32 0,0 1 48 16,-3-3 56-16</inkml:trace>
  <inkml:trace contextRef="#ctx0" brushRef="#br0" timeOffset="-209904.52">11949 16162 778 0,'0'0'248'0,"0"0"-25"16,14 17-21-16,-7-6-23 0,3 3 8 0,3 3-23 16,2 4-24-16,1 4-9 0,5 0 2 0,3 9-18 15,3 0-7-15,-3-2-21 0,-3-4 5 16,2-3-10-16,-5-3-10 0,2 2-8 15,-2-2-6-15,1 0 4 0,2-1-3 0,-3 0-21 0,1 0 3 16,-4-6 8-16,1 2-34 0,-1-2-38 16,1-2-28-16,-1 2-85 0,-2-7-207 0,1 2-386 15,-1-3 63-15,-3-4 80 0,1 0 36 0</inkml:trace>
  <inkml:trace contextRef="#ctx0" brushRef="#br0" timeOffset="-209118.63">12568 16274 824 0,'-4'-7'307'15,"-5"5"-28"-15,5-1-33 0,-3 1-11 0,7 2-22 16,-14 2-29-16,8 2-20 0,-5 3-3 0,1 1-28 16,0 6-2-16,2-1-19 0,-2 5-9 15,1 1-11-15,2-1-8 0,3 0-7 0,0 2 0 16,1-4-11-16,0 3-4 0,3-4-8 0,0 0-14 15,3-2-1-15,1 0-1 0,3 0 3 16,-1-3-7-16,1-2-4 0,0-2 6 0,4-4-13 16,-1 0 8-16,0-4 0 0,4 1-6 0,-4-5-4 15,0-1 9-15,4-4-25 0,-4 0 11 0,0-3-3 16,-3 0-3-16,0 3 3 0,0-3-6 16,-1 3 6-16,-3 3-3 0,2-2 1 0,1 3-9 15,-5 0-12-15,2 3 0 0,3 1 10 16,-2 1 7-16,-4 2-12 0,0 0-8 0,17 2 16 15,-10 2-3-15,0-1 0 0,3 3 3 0,-3-3-6 16,3 1 0-16,0 1 6 0,-2-1-3 16,2-1 10-16,-1-1-7 0,2-1 2 0,-1-1 3 15,0-1-3-15,1-2-3 0,2-3-2 0,-3 0-2 16,1-3 4-16,-1-1-15 0,0-2-66 0,-2-1-8 16,1-2-5-16,-5 0 23 0,2-5 0 15,-6 2 15-15,0-2-2 0,0-3-1 0,-6-2 4 16,2-1 12-16,-6-3 15 0,0-2 0 0,0 2-4 15,-3-1 4-15,1 2 1 0,2 3 1 16,-3 4 9-16,6 4 13 0,0 2-4 0,0 1 9 16,1 4-6-16,2 2-7 0,0 2-5 0,4 6 5 15,0 0 7-15,0 0 1 0,0 0-9 0,8 21-4 16,-5-10 12-16,4 5-2 0,-1 0 13 16,4 4-11-16,-2 0-4 0,-1 0 2 0,2 1 7 15,-2-2 3-15,4 1-10 0,-4 0 18 16,-4-4-8-16,4 1-10 0,0-4 0 0,-4 0 10 15,1-3-3-15,-1 1 6 0,0-2 8 0,-3-4-1 16,1 0-2-16,-1-2-8 0,0-3 5 0,0 0-10 16,0 0 0-16,0 0-5 0,-4-19 10 15,1 11 5-15,3-2 8 0,0 1-13 0,-3-1-7 16,6 4 7-16,-3-1-15 0,3-2 4 0,0 2 12 16,4 2-4-16,-3 2 3 0,6-1 0 0,-3 2-17 15,3 2 9-15,4 2 3 0,-1 1-18 16,-3 1 16-16,5 1-1 0,-2 5-2 0,1-3 5 15,-1 1-3-15,-2 2 1 0,-1 2 17 0,-4-2-12 16,-2 1 4-16,-1 0 9 0,0 2-14 16,-3-1 16-16,-3 2-15 0,0 0-6 0,-4-3 24 15,1 3-16-15,-5-3 13 0,4-1-21 0,-3-3 6 16,3 0-26-16,-6-4-16 0,6-1-48 16,-3-2-71-16,-1-4-75 0,4 0-105 0,-2-2-136 15,2-2-143-15,2 0 16 0,2-1 43 0</inkml:trace>
  <inkml:trace contextRef="#ctx0" brushRef="#br0" timeOffset="-208588.17">13053 16191 481 0,'14'-5'284'16,"-3"-1"-10"-16,-1-1-23 0,-1 0-21 0,2-1-15 16,-4-1-20-16,0 1-14 0,2-2-9 15,-1-1-34-15,-5-1 5 0,4 0-17 0,-4-3-1 16,1 4-28-16,-4-3-2 0,0-1-5 0,-3-2-1 15,2 1-9-15,-5 0-9 0,2 0 14 16,1 6-19-16,-4-1-76 0,3 1 10 0,1 2 3 16,-4 2-11-16,4 1 8 0,3 5 5 0,-10 3-15 15,10-3 18-15,-8 11-14 0,5-2 6 0,0 3 0 16,3 0-7-16,0 2 12 0,3 4-15 0,0-2 15 16,5 5 0-16,2-2-5 15,0-1-3-15,1-2-2 0,2 0 5 0,0-1 16 0,2-1-22 16,4-3 12-16,-1-1 4 0,-1-4-13 15,3 0 19-15,-2-5-14 0,-2 1 14 0,2-2-11 16,0-3 7-16,1-4-14 0,-1-1 7 0,-2-2-5 16,2-2-3-16,-5-3-4 0,-2-1-24 15,-1-3-5-15,-3-2-10 0,-1-2 8 0,-3-3 10 16,-6 0-8-16,0-6 10 0,-4-2-10 0,-6-10 0 16,-1 0 3-16,-3 3 18 0,3 8-6 15,1 4 1-15,-1 4-1 0,0 0 21 0,3 8-12 16,-2-1 6-16,4 3 24 0,2 2 5 0,-1 1-28 15,1 2-7-15,1 3 17 0,2 4 2 0,1 2 1 16,3 1-8-16,0 0 5 0,-7 12 21 16,11 0-16-16,-1 3 5 0,4 0 11 0,0 10 0 15,7 0 2-15,-4 4 2 0,6-1-9 0,-2 0-1 16,6 9 8-16,-2-8-7 0,-1-1-3 16,0-2 0-16,0 1-5 0,0-2-11 0,1 0-2 15,-2-3-41-15,1-1-43 0,0-4-80 0,-6 1-141 16,5-3-460-16,-5-5 112 0,-1-5 29 0,-3 0 73 15</inkml:trace>
  <inkml:trace contextRef="#ctx0" brushRef="#br0" timeOffset="-207889.09">13621 15938 793 0,'3'-7'297'0,"0"0"-33"0,-3 0-26 16,4 1-13-16,-3 0-33 0,2-4-13 0,3 1-7 15,-6-1-32-15,4 1-1 0,-1-2-22 0,-3 3-2 16,0-2-2-16,0 2 2 0,0-1-17 16,0 1-1-16,0 1-8 0,0 2-17 0,0 0 5 15,0 5-8-15,0-8-18 0,0 8-7 0,0 0-3 16,0 0 7-16,0 0-9 0,0 0-1 0,0 0-5 16,-6 18-10-16,6-12-2 0,3 2 4 15,0-2 4-15,0 4-22 0,1-1 6 0,3 0 0 16,-3-1 5-16,5 1 0 0,1 0-80 0,4-2 14 15,-3 1-4-15,3-2 17 0,2-1-4 16,2 0 11-16,-2-4 0 0,2 0 7 0,2-2-9 16,4-1 7-16,0-4-3 0,0 0 18 0,1-1-2 15,1-3-3-15,-2-4 6 0,0 3 7 16,-3-3-5-16,-4 1 7 0,0-3-12 0,-1 1 12 16,-5-3-7-16,-4 3 10 0,0-1-2 15,-1 0-13-15,-5 6 7 0,-1-2 6 0,0 0-16 16,-1 4 21-16,-2 0-16 0,0 4 0 0,-1-1 6 15,-2 4 4-15,6 1-17 0,-18 3 15 0,8 2 3 16,-4 4 4-16,4-1-4 0,0 2-1 0,1 3-2 16,1-1 18-16,1 1-13 0,0-1-7 15,4 3 2-15,0-2 0 0,-1-1 0 0,8-2-3 16,-4 2 1-16,3-2-3 0,0 0 2 16,1-2 13-16,2-1-15 0,1-1-5 0,4-1 12 15,-4-4 1-15,2 2 2 0,2-6 10 0,0 2-12 16,1-3 0-16,-1-2-3 0,-4-1 15 0,3-2 0 15,-3-2-4-15,0-5-4 0,-3 1-12 0,-1-3-13 16,-3-4-7-16,-4-3-24 0,-2 0 5 16,-5-3 6-16,-6-12 0 0,-3-2 7 0,-4 2 3 15,4 3-6-15,-5 3 14 0,2 5 20 0,9 9-8 16,0 2 13-16,1 3-2 0,2 1 5 16,1 3-11-16,3 4 3 0,1 0-5 0,-2 3 2 15,5 4 3-15,3 0-5 0,-7 8-2 0,7-2 9 16,0 6 3-16,3 1-2 0,1 2 5 0,2 7-14 15,2 1 22-15,5 2-3 0,1 1-13 16,0 2 15-16,10 5-12 0,0 2 12 0,-4-6 0 16,0-5-7-16,1-2-21 0,2 1-41 0,-2-3-17 15,4 2-32-15,2-4-53 0,0-1-79 16,0-1-323-16,0-2-110 0,1-1 43 0,-1-6 59 16</inkml:trace>
  <inkml:trace contextRef="#ctx0" brushRef="#br0" timeOffset="-207122.52">14722 15349 1018 0,'-7'-1'348'0,"0"1"-33"0,7 0-33 16,-17 1-21-16,7 5-38 0,2 0-26 0,-2 3-8 15,0 2-20-15,-1-1-10 0,2 7-16 0,2-2-10 16,0 2-25-16,-3 1-11 0,6 0-10 0,-2-3-5 16,2 5-8-16,4-5-10 0,-3 4-2 0,6-6-9 15,-3 2-7-15,3-5-10 0,1 2 5 16,2-2-5-16,2-3 2 0,-1-3-2 0,3 1 0 16,4-3-5-16,-1-5-6 0,0-1-20 0,1-1 1 15,0-2-6-15,0-6 0 0,2 1-3 16,-4-5-5-16,1 0-4 0,-4-4-17 0,-1-2-9 15,-5 1 2-15,-2-3-2 0,-1-3-6 0,-4 0 1 16,-3-4 9-16,-4-10-9 0,-5 1 2 16,-1 6 3-16,3 3 15 0,0 7 7 0,1-1 21 15,-1 2 0-15,1 4 6 0,2 4 1 0,4 2 24 16,-3 2-8-16,4-1-7 0,2 6-8 0,-4 6 7 16,5-1-4-16,3 2 4 0,-6 6-5 0,5 2-7 15,2 2 5-15,2 1-5 0,0 6-6 16,4-1 19-16,1 6-11 0,4-2-2 0,-1 5 9 15,6 0-9-15,1-3 2 0,-2 2 3 0,5-3-5 16,3 1 2-16,2-3 3 0,-1-2 7 16,5-2 1-16,1-1-8 0,3-3-3 0,0-5-10 15,1-2 13-15,-4 1-8 0,0-6 0 0,-4-3 0 16,3 1 3-16,-2-2 2 0,-1-4 0 16,-3 0-5-16,-3-2 11 0,-1-3-11 0,-3 0-5 15,-3-1 0-15,-3-5-5 0,-5 5 17 0,-2-3-17 16,-4 1-18-16,-1 0 23 0,-2 1-5 15,-3-1 8-15,-2 2-21 0,-2 5 26 0,3 0-6 16,-3 3 6-16,-4 4 5 0,1 2-1 0,-1 1-1 16,1 2-6-16,-1 2 15 0,3 0-12 0,-2-1 12 15,2 5-12-15,1-1-3 0,4 1 11 0,-2-1-16 16,1 1 7-16,1-3 3 0,3 2-15 16,0 1 5-16,2-3 5 0,1 0 1 0,0-5-6 15,4 7 7-15,2-3 3 0,-2 0-10 0,2-4 6 16,5 7-6-16,-4-4-6 0,3 0 9 15,1 1-3-15,2-1 8 0,-3-1-6 0,1 1 6 16,2 1 0-16,1-1-3 0,-1-2-8 0,2 1 1 16,-2-2 4-16,0 3 3 0,4-3 6 0,-6-3-17 15,3 3-12-15,2-2-38 0,-5-1-21 16,2-2-38-16,-2 0-49 0,2-1-69 0,-6-1-84 16,3 0-218-16,-5-3-230 0,1 0 81 0,-3-3 52 15,-3-4 61-15</inkml:trace>
  <inkml:trace contextRef="#ctx0" brushRef="#br0" timeOffset="-206954.68">15173 14774 670 0,'0'0'287'15,"0"0"-16"-15,-3 10-17 0,3-10-16 0,6 17-18 16,1-2-13-16,0 2-15 0,3 4-18 16,0 4-20-16,1 0-24 0,6 2-2 0,-4 0-13 15,2-2-12-15,1 4-37 0,1-1-45 0,-6-2-67 16,6 3-90-16,-10-2-189 0,6-2-389 15,-5-6 64-15,-2-1 35 0,-2-1 50 0</inkml:trace>
  <inkml:trace contextRef="#ctx0" brushRef="#br0" timeOffset="-206422.58">15193 15133 1103 0,'0'-4'325'0,"0"-3"-41"15,3 1-26-15,2-1-19 0,4 2-22 0,1-4-25 16,5-3-10-16,1 2-90 0,2-4-15 0,2 3 0 15,1-4-13-15,6-2-13 0,-3 0 2 0,3 1-1 16,1-2 53-16,-1 0-3 0,0 2-7 0,-3 0-13 16,-3-1-3-16,-1 2-12 0,-3 4 2 15,-4-3-8-15,-1 5-2 0,-2 1 5 0,-1 0-18 16,-1 1-8-16,-2 3-2 0,-2-2 0 0,-4 6 2 16,0 0-7-16,0 0 0 0,0 0 5 15,-10 22-11-15,2-9-7 0,2 1 0 0,-1 0 3 16,0 2-14-16,1-3 11 0,-2 5-15 15,2-3 2-15,2 2 10 0,1-2 3 0,0 0-2 16,3-2-14-16,0-1 6 0,0 1-11 0,3-2 3 16,0-1 3-16,1-2-11 0,2-1 8 0,-3-3 0 15,5 0 8-15,-1-3-6 0,3-1-9 16,-10 0 12-16,14-9-5 0,-4 2 10 0,-4-7-13 16,5 4 3-16,-7-5-2 0,2 3 7 0,1-2-2 15,-1 0 4-15,-2 4 6 0,0 0 8 0,-1 1-6 16,1 0-13-16,-1 4 4 0,-3 1-4 15,0 4 11-15,4-3 5 0,-4 3-5 0,0 0-8 16,6 15-5-16,-3-7 13 0,1 1 2 0,0-1 0 16,-1 2-15-16,1 1 11 0,2-1 4 15,1 1-7-15,-1-3-1 0,-1 0-4 0,4 1-3 16,-2-2 5-16,0-1-3 0,4-1 1 0,-1-2 15 16,0-1-10-16,4-2-6 0,-1 0 6 15,-2-2-6-15,2-1 9 0,0-2 7 0,-2 0-8 0,-1-2 10 16,0 3-12-16,1-2 0 0,-4 2-8 15,2-1-16-15,-5-1-27 0,3 5-54 0,-7 1-29 16,0 0-48-16,0 0-259 0,0 0-429 16,0 0 104-16,0 0 62 0,-14 18 64 0,5-11 61 15</inkml:trace>
  <inkml:trace contextRef="#ctx0" brushRef="#br0" timeOffset="-205638.82">12113 17776 678 0,'0'0'256'0,"0"0"-23"16,0 0-18-16,0 0-36 0,0 0-13 0,0 0-20 15,0 0 5-15,3-8-36 0,-3 8-7 16,8-7-1-16,-2 2-14 0,1 0-1 0,7 0-15 16,-1-3-14-16,1 0 1 0,3 1-2 0,1 0-19 15,2-3-14-15,0 5-27 0,-3-1-61 0,4 0-61 16,-3 3-133-16,1 0-423 0,-1 3 31 16,-5 0 59-16,-2 0 84 0</inkml:trace>
  <inkml:trace contextRef="#ctx0" brushRef="#br0" timeOffset="-205422.44">12205 17937 639 0,'0'0'256'0,"-3"4"-7"15,3-4-27-15,0 0-19 0,0 0-19 0,0 0-20 16,21-8-11-16,-11 5-20 0,4-4-2 0,2 1-26 15,5-3-5-15,0 0 5 0,2 2-16 16,1-4-40-16,-2 4-70 0,1-1-99 0,-3-2-213 16,4 5-337-16,-3-1 40 0,-4 0 62 15</inkml:trace>
  <inkml:trace contextRef="#ctx0" brushRef="#br0" timeOffset="-205222.46">12417 18002 701 0,'0'0'205'0,"-3"3"-24"0,3-3-12 15,0 0-30-15,0 0 6 0,0 0-11 0,0 0-27 16,0 0 8-16,17-10-15 0,-7 3-23 0,0 0 7 16,5-1 1-16,-2 1-16 0,4-1-18 15,-3 2-46-15,0-1-53 0,2 1-101 0,-5 3-148 16,2-2-322-16,-2 3 45 0,3-3 47 15</inkml:trace>
  <inkml:trace contextRef="#ctx0" brushRef="#br0" timeOffset="-204533.27">13931 17063 440 0,'12'33'202'0,"-2"-3"-10"0,2-1-3 0,-1 1-32 16,6 12-24-16,1 2 2 0,2 0-14 15,0 2 1-15,-2 1-22 0,2 0-2 0,0 0-19 16,1 0 3-16,-4 0-5 0,4 0 2 0,0-1-23 15,-2 0-2-15,-1-1 2 0,-1-2 1 0,3 1-16 16,-2 0-3-16,-1-1 11 0,0-10-19 16,-4-4-27-16,1-3-34 0,-4-5-7 0,0-3-62 15,4 0-130-15,-7-5-426 0,3-2 55 16,-2-4 56-16</inkml:trace>
  <inkml:trace contextRef="#ctx0" brushRef="#br0" timeOffset="-203138.93">13931 16996 442 0,'0'0'190'0,"0"0"-19"0,11-4-9 16,-7 2-11-16,-4 2-23 0,7-3-34 0,2 1 24 16,-1 0-28-16,-2 0-3 0,4 1 0 0,0-2-21 15,5 0 6-15,-2 0-8 0,4-1-5 16,4 0 7-16,-1-1-9 0,4 1-11 0,4-2-3 16,-1 0 19-16,4-1-19 0,3-1-2 15,0 2-13-15,3-3 13 0,-3 2-95 0,5 0 19 16,-2-3 1-16,-2 2 9 0,5 1-3 0,-2 0 10 15,3-1-3-15,-3 1 19 0,2 1-19 0,-1-1 3 16,4 0 0-16,-5 2 18 0,7-1 0 16,-4-1 0-16,14 0-18 0,-8-1 3 0,-9 2 15 15,3 1-3-15,0-2 14 0,13-2-24 0,-10 1 23 16,-2 1-18-16,-4 0-4 0,2 0-11 16,2 1 35-16,-4-1 1 0,2 1-15 0,-3-1 2 15,-1-1 10-15,1 2-13 0,0-1 1 16,-3-1 25-16,0 2-8 0,0-2 6 0,0-2-1 0,-2 3 8 15,6-1 13-15,-1-2 3 0,0 2 2 16,15-5-10-16,-11 2 10 0,-4 3-8 0,15-3-10 16,-8 1-5-16,-3 3 0 0,-3 0 6 15,2 0-6-15,-1 2-3 0,1 0-5 0,-2 0-2 16,0 0-3-16,3 0 8 0,0 1-5 0,-1 0 5 16,2 1-13-16,-1-1 8 0,0 0-3 15,4 0-2-15,-2 0 15 0,-1-1-21 0,-1-2-4 16,0 3 10-16,3-1-1 0,-3-1-4 0,0 2 5 15,-4-2-1-15,2 1-9 0,1-1 4 0,-5 2 78 16,5 0-4-16,-2-3-7 0,-3 3-22 16,2-2 6-16,0 2-4 0,1 0-11 0,0-2 1 15,0 2-9-15,2-1 6 0,-2 1-5 0,3-2 0 16,0 0-19-16,0 1 6 0,4-1 0 16,10-2 5-16,-8 2-12 0,-5 0 1 0,-2 1 1 15,1 0 0-15,-3-1 0 0,3 1 5 16,0 1-16-16,-1-1 9 0,2 0-11 0,-4 2 5 15,5-3-8-15,-1 2 11 0,-1 1-1 0,4-1-12 16,-1-1 13-16,-3 2-5 0,4-3-11 0,-1 4 16 16,1-2-11-16,-5-1 3 0,1 3 8 0,1-3-6 15,-2 2-2-15,1-1-5 0,-2 0 3 16,1 1 14-16,-2-1-12 0,-1 0-7 0,4 0 2 16,-6 1 7-16,2-2 11 0,1 1-5 15,-1-1-14-15,4 3-1 0,-6-3 25 0,5 1-18 16,-2-1 0-16,0 0 7 0,3 0 4 0,-1 2-22 15,-1-3 19-15,1 1-3 0,1 1 0 0,-3 0 3 16,3 0-13-16,0-1 0 0,-1 2 7 16,-1-2 9-16,2 1-88 0,-4-2 13 0,1 4-3 15,3-4 21-15,-3 3-15 0,-1-1 7 0,-6 0 5 16,0 2 6-16,2-2 10 0,-5 2 7 16,0-1-15-16,-1 0 18 0,-3 1 8 0,-4 1-8 15,4-2-1-15,-6 1-1 0,1-1 4 0,-1 2 11 16,0-2 5-16,-5 1-13 0,3 1 18 15,-2 0-15-15,-4-2 12 0,4 3-12 0,-3-2 10 16,-1 1-5-16,0 1 2 0,-3-2 0 0,-7 2 8 16,16-1-18-16,-8 1 13 0,-8 0-3 0,13-3 3 15,-13 3-5-15,10 3 8 0,-10-3-4 16,14 1 9-16,-7-1 7 0,-7 0-12 0,10 3 7 16,-2-1-15-16,1 2 4 0,-2-1 9 0,1 2-11 15,-1-1 8-15,2 2-5 0,-2 1 8 16,4 0-6-16,-4 1 6 0,3 1-6 0,-1 2-2 15,-1 0 5-15,-1 4 3 0,2 0 2 0,-2 0-3 16,4 5-20-16,-4 1 11 0,-1 2 12 16,1 0-8-16,4 6 11 0,-4 0 12 0,-1 1 1 15,2 0 2-15,-2 0-3 0,1 4 6 0,-1-1 7 16,-2 2-10-16,4 2 13 0,-2 9-21 0,1-4 9 16,-1-5 6-16,-2 10 11 0,6 3 5 15,-6-9-2-15,6 7-1 0,-4-6-20 0,1 6 23 16,1-9-2-16,2-4 2 0,-4-3-2 0,5 1-9 15,-4-3-4-15,6 0-3 0,-5-2-2 16,2-3 17-16,-4-3-4 0,1 0-6 0,4-1-5 16,-5-1-12-16,1-1 14 0,0-3-9 0,-1-1 2 15,2 0-13-15,-5-2-18 0,0-1-43 0,1 0-79 16,-4 1-229-16,0-3-427 0,-1 2 88 16,-5-2 55-16,-1-4 60 0</inkml:trace>
  <inkml:trace contextRef="#ctx0" brushRef="#br0" timeOffset="-200572.98">14396 18121 437 0,'0'0'205'16,"-3"-4"-3"-16,3 4-7 0,0 0-14 0,-7-3-9 15,7 3-11-15,0 0-23 0,-6-2-10 16,6 2-12-16,0 0-6 0,0 0-10 0,0 0-13 16,-7 11-16-16,4-4 1 0,3 0 0 0,0 4-14 15,0 2-70-15,0-1-4 0,3 4 9 0,-3 1-14 16,3 3 16-16,1 2 0 0,2 1 0 16,1 1 0-16,-3 1 10 0,3 0 5 0,0 3-2 15,2 1-6-15,-2-1 8 0,1-3-2 0,-1 0-5 16,2-1 4-16,-2-2-4 0,4 0-18 15,-5-1 22-15,4-2 11 0,-2-1-2 0,-1-1-9 16,-1-3 9-16,4 0-4 0,-2-2-1 16,-2-2-6-16,1 0 77 0,0-1-6 0,3 0-12 15,-3-4 6-15,0 2-9 0,0-1-2 0,3-2-13 16,3-1 3-16,-3-1-14 0,1 0-12 0,-1-1 21 16,3-1-24-16,2 2 6 0,-5-4-11 15,4 2 6-15,2-1 12 0,-1-1 3 0,-2 1-13 16,4-2-3-16,-3 2 4 0,3-3 1 15,0 1-27-15,4-1 14 0,-5 2-7 0,2-2-5 16,2 0 18-16,-3 0-12 0,4 1 1 0,-4-1 3 16,6 0-4-16,-2 0 4 0,0 2-8 0,-1-2 9 15,4 1-4-15,-3 0 9 0,2-1-11 0,1 1-8 16,-3 1 16-16,7-2-8 0,-1 2-10 16,-4 0 8-16,-2-1 2 0,6 0-8 0,-2 1 6 15,-1 0-6-15,3-1 8 0,3-1-25 16,-2 2 25-16,2-2-3 0,-2 0-2 0,3 0 11 15,-1 1-4-15,5-3-4 0,-1 0-1 0,4 0 6 16,-4 0-5-16,0-1 4 0,3 1 1 0,-3-1 2 16,4 1 3-16,-3 0-10 0,5 0 9 15,-5 0 1-15,2 2-10 0,0-2 2 0,2 1 5 16,-5-1 3-16,0 2-8 0,0 0 0 0,3-2-5 16,-2 1 8-16,3-1-3 0,-4-1-10 15,3 2 7-15,-2-2 4 0,2 0-14 0,0 0 8 16,2 0-3-16,-2-1 3 0,1 1 5 15,2-2-7-15,-2 2 17 0,0 1-15 0,3-3-2 16,0 1 14-16,-3 1-4 0,2 0 0 0,1 0-6 16,-3-1 9-16,3 2-9 0,-3-1 3 0,-1-1-7 15,4 1 12-15,-3 0-15 0,-1 0 7 0,1-1-2 16,0-1 6-16,-1 3-12 0,1 0 14 16,-1 0-8-16,2 1-8 0,-2-1 6 0,0 0 2 15,-3 0 2-15,4 3-4 0,-1-3-3 16,1 2 5-16,-3 0 7 0,2 0 1 0,-3 2-5 15,0-2-3-15,4 3 5 0,-3-2 2 16,-1 0-9-16,0 2 4 0,-3-4 6 0,9 1 0 0,-2 1-11 16,0-2-10-16,-7 3 8 0,6-4 0 15,1 1-10-15,-1 0 15 0,-3 0-5 0,7-1 12 16,-3 2 6-16,-1-3-8 0,1 1-5 0,0 1 8 16,0-2-11-16,-1 2 19 0,0-1-11 15,-2 0-5-15,-1 2 10 0,4-2-15 0,-7 2 13 16,-1 0-11-16,1-1 19 0,0 1-16 0,0-1 2 15,-1-1-7-15,4 0 2 0,0-1 1 16,-6 1 10-16,6 0-11 0,0-1 3 0,0 1 8 16,-6-1-8-16,2 2-3 0,-2-1 3 0,3 0 0 15,-1 2 0-15,-2 0 8 0,3-2 5 0,-4 1-13 16,4 1 2-16,-4 1-2 0,0-1 0 16,0 1 16-16,1 0-16 0,-1-1-13 0,-3-1 20 15,4 0-1-15,-8 3-6 0,4-1 10 16,-3 0-5-16,0-3-3 0,-1 2 4 0,3 1-1 15,-5-1 0-15,2 0-8 0,-2 0 21 0,1 1-13 16,2-1-5-16,-3 0 0 0,1 0 13 16,-1 0-15-16,-1-1-6 0,3 2 13 0,-5-1 8 15,4-1-13-15,-1 3-5 0,-1-3-6 0,0 2 17 16,0-1-6-16,3 1 0 0,-5-1-6 0,1 0 12 16,2 0 9-16,-2 1-13 0,2-1-7 15,-2 1 5-15,-1 0-12 0,-2 0 9 0,1-1 3 16,0 2-3-16,0-1-9 0,2 0 14 15,-3 0-4-15,2 0-1 0,-2 2 3 0,1-4 8 16,-1 3-6-16,1-2 9 0,0 0-17 0,3 1 1 16,-3 0 10-16,6-1-5 0,-6 1 0 0,3-1 11 15,0 0-19-15,0 2 11 0,-3-2-6 0,3 0 0 16,-4 1 11-16,2 0-13 16,-2 0 10-16,-2 1-5 0,2 0 8 0,0-1-6 0,-2 2-9 15,-1-3 4-15,4 3-2 0,-4-2 5 16,0 2-3-16,1-2 6 0,-4 3-3 0,3-3 5 15,-4 1-7-15,5 0 2 0,-4-1 7 0,2 1 3 16,-2 1-7-16,1-3-11 0,-2 4 13 0,1-2 1 16,3 0 4-16,-2-1-13 0,-2 2-2 15,1-2 5-15,4 0 0 0,-5 0-5 0,1 1 8 16,3 1 2-16,-2-2-8 0,1 1 11 16,-2 1-13-16,-1-2 5 0,1 2-5 0,-7 1 7 15,11-3-10-15,-4 1 21 0,-7 2-15 0,9-1 4 16,-9 1-9-16,8-3-1 0,-8 3 13 0,0 0-5 15,7-3 10-15,-7 3-10 0,0 0 13 16,7-2-16-16,-7 2 9 0,0 0-12 0,6-2 4 16,-6 2 4-16,0 0-7 0,7-4 8 0,-7 4-6 15,0 0-76-15,10-1 12 0,-10 1 6 0,4-3 7 16,-4 3 6-16,7-3-1 0,-7 3 5 16,6-1-12-16,-6 1-5 0,5-5 2 0,-5 5-3 15,3-5-43-15,-3 5-20 0,3-3-26 0,-3 3-46 16,0-6-46-16,0 6-13 0,0-6-51 15,0 6 33-15,0-9 15 0,0 9 21 0,-3-8-36 16,3 3-207-16</inkml:trace>
  <inkml:trace contextRef="#ctx0" brushRef="#br0" timeOffset="-200222.45">20550 17387 995 0,'0'0'272'0,"-3"-6"-29"0,3 6-28 0,0-5-21 16,0 5-20-16,0 0-10 0,0 0-15 0,0 0-9 15,0 0-22-15,17 11 5 0,-11-5-15 0,-2 2-4 16,3 1-88-16,4 2 4 0,-5-1-2 16,4 4 3-16,-3-1 4 0,3 2 11 0,-3-2 56 15,0 2-18-15,0 1 14 0,0 3-24 0,0-1 2 16,-4-2-2-16,0 0-8 0,1 0-7 15,-1-4 5-15,3 3-8 0,-4-3-10 0,1-1 2 16,0 0 0-16,-3-1-2 0,0-2 10 0,0-1-12 16,3 1 35-16,-3-2-8 0,0-2 3 15,0-4-10-15,-3 8 12 0,0-4-14 0,3-4-4 16,-8 3-12-16,8-3-10 0,0 0-6 0,-13 0-15 16,13 0-30-16,-10-1-80 0,10 1-56 0,-17-2-188 15,10 1-475-15,-4 0 69 0,11 1 74 16,-17-4 54-16,7 0 59 0</inkml:trace>
  <inkml:trace contextRef="#ctx0" brushRef="#br0" timeOffset="-198907.02">14294 17192 389 0,'0'0'153'16,"0"0"-25"-16,3-7-10 0,-3 7 15 0,0 0-5 15,0 0 10-15,0 0 6 0,12 8 81 16,-6 0-20-16,0 2-8 0,1 2-18 0,-3 2-31 16,6 1 14-16,0 3-29 0,0-1 7 0,1 1-12 15,-1 0-30-15,0 1-88 0,1 0 13 0,2 0-15 16,-3-1 20-16,-2 1-15 0,2-1-3 16,0-4-5-16,-3 0 3 0,0-1-3 0,-1-2 5 15,1 0 0-15,-4-3 3 0,1 0 79 0,0-1-7 16,-1-2 2-16,1-1-11 0,-4-4-14 15,0 0-6-15,0 0 1 0,0 0-14 0,0 0 8 16,0 0-10-16,-21-19-15 0,14 7 15 0,-3 0-16 16,-1-2 9-16,1-3 1 0,-4-1-4 15,4 0-13-15,-3-3-3 0,2 2 1 0,-2 0 2 16,3-1-11-16,2 2 22 0,-2-1-6 16,4 2-8-16,-1 1 3 0,0 0 0 0,3 1-8 15,4 1 8-15,-3 0-5 0,6 0-3 0,-3 1 0 16,3 1-5-16,5-3 8 0,-5 2-13 0,4 1 10 15,0 2 1-15,3 0-11 0,-3 3-5 16,3 0-8-16,-3 3-23 0,4 1-41 0,-5 1-76 16,4 2-88-16,-3 2-343 0,0 1-176 0,0 1 69 15,-3 3 84-15,-1 0 54 0</inkml:trace>
  <inkml:trace contextRef="#ctx0" brushRef="#br0" timeOffset="-198556">14411 17349 826 0,'-4'3'277'0,"4"-3"-24"0,0 0-12 0,0 0-26 15,0 0-26-15,0 0-12 0,13-12-39 0,-6 7-5 16,4-1-13-16,2-2-2 0,2 0-18 16,1 1-18-16,2-1-10 0,1 0-21 0,2-1-38 15,0 1-39-15,-1 0-46 0,4 1-48 0,-6 1-34 16,1 0-35-16,-1 1-11 0,0 0-22 0,-2 0 25 15,-6 1 22-15,4 0 58 0,-7 1 35 16,3-1 26-16,-3 0 58 0,-3 0 47 0,-1 2 12 16,-3 2 8-16,7-7 16 0,-4 6 17 0,-3 1 6 15,3-5-11-15,-3 5-2 0,0 0-3 16,0 0-23-16,0 0 15 0,0 0-2 0,8 12-20 16,-5-6 4-16,0 4 3 0,-2 0-12 15,2 1-11-15,3 1-8 0,-2 0 8 0,6 2-5 16,-3-2-5-16,-3 1-3 0,5 0 11 0,2 0-29 15,-4-2-15-15,3 3-51 0,0-3-105 16,-2 1-244-16,2-1-296 0,3-3 67 0,-3 0 86 16</inkml:trace>
  <inkml:trace contextRef="#ctx0" brushRef="#br0" timeOffset="-198138.85">15180 16752 767 0,'3'11'233'15,"1"5"-33"-15,5 3-11 0,-1 6-32 0,5 0 4 16,1 6-15-16,3 10-21 0,1 1-2 0,1 2-8 15,2 2 0-15,0 0-38 0,-1-2 23 16,-2 2-5-16,5 1-3 0,-2 1-18 0,3 2 69 0,3 13-9 16,0-1-22-16,1 1 1 0,3-1-8 15,-4 1-8-15,1 1 3 0,-2-1-8 0,1 0-13 16,-5-11-7-16,1-1-3 0,2 1 3 0,-5-2-18 16,4-3 10-16,0 2 5 0,-4-3-16 15,4 1 6-15,-3-4-5 0,3-2-16 0,-1 0 1 16,-2-1 2-16,6 0-3 0,-3-4-2 0,-7-8 2 15,0-3-9-15,-6-5-4 0,3-2-2 16,-1 0-7-16,-6-6 4 0,3 1 8 0,0-1-5 16,-6-3-18-16,2-2-12 0,-2-2-19 15,0-2-38-15,-4-3-18 0,0 0-54 0,0 0-55 0,0-14-176 16,-4 4-452-16,0-1 57 0,-2-6 81 16,-4-1 54-16,-5-7 79 0</inkml:trace>
  <inkml:trace contextRef="#ctx0" brushRef="#br0" timeOffset="-197706.18">15662 17121 575 0,'10'19'221'0,"0"-3"-27"0,1 1-17 0,-1-3-21 16,0 3-8-16,4-1-22 0,-4 0-16 0,0 0 5 15,1-2-33-15,-1 0 2 0,-1-2-4 16,-1 1-6-16,-4-3 0 0,2-1-7 0,-2-2-1 16,2 2 14-16,-3-3 2 0,1-1-16 15,-4-1-7-15,0-4-5 0,0 0-11 0,0 0 14 16,0 0 12-16,-17-14-31 0,10 3-2 0,-7-7 2 15,4-3-25-15,-7-4 36 0,4-3 45 0,-2 1 6 16,-5-11-13-16,3 7-10 0,4 5-62 16,-1 0-7-16,4 1-8 0,0 2 28 0,2 2-12 15,2 1-1-15,2 0-2 0,1 4 2 0,3-1-10 16,0 0 6-16,3 2-19 0,0 0 16 0,1 0-19 16,3 2 22-16,0 1-9 0,3 0 1 15,-3 4 17-15,3 0-22 0,0 4-24 0,-3-2-30 16,4 6-19-16,-5 0-42 0,-6 0-52 0,14 4-95 15,-7 2-368-15,0 2-31 0,0 0 43 16,-4 3 68-16</inkml:trace>
  <inkml:trace contextRef="#ctx0" brushRef="#br0" timeOffset="-197539.98">15696 17136 790 0,'0'0'241'16,"-7"4"-13"-16,7-4-46 0,0 0 25 0,0 0-48 15,0 0-16-15,0 0-10 0,17-14-20 0,-10 9-16 16,-1 0-61-16,5 0-41 0,2-1-103 0,-2 2-176 16,-1 1-348-16,4-4 56 0,0 3 43 15</inkml:trace>
  <inkml:trace contextRef="#ctx0" brushRef="#br0" timeOffset="-197273.22">15955 17013 811 0,'0'0'256'0,"7"-7"-46"0,-4 7-18 0,-3 0-11 0,11-1-17 15,-11 1-23-15,14 1-18 0,-3 3-10 16,-2 2-3-16,-2 1-11 0,0 1-11 0,0 2-4 16,-3 1-2-16,-1 2-21 0,-3 2-4 15,0 0 7-15,-3 0-3 0,2 1-7 0,-2 0 0 16,-1-3-8-16,1-1-3 0,-1 0-2 0,1-1-10 15,3-2 0-15,-3-2-6 0,3 2-4 0,0-3-11 16,0 0 3-16,3-2 12 0,1 0-12 0,6-2 5 16,-3-2-15-16,6-1-19 0,2-2-76 15,4-3-77-15,-1 2-184 0,6-7-364 0,-1 1 62 16,1-4 61-16,4-1 62 0</inkml:trace>
  <inkml:trace contextRef="#ctx0" brushRef="#br0" timeOffset="-196889.49">16311 16638 568 0,'0'0'245'16,"-3"16"-4"-16,6-8-18 0,1 3-34 15,-1 4 57-15,4 2-21 0,0 4-17 0,6 8-17 16,-2 1-19-16,6 9-11 0,-1 4-12 0,2 2-16 15,-1 1-8-15,4 2-2 0,-4 0-8 0,3 0-12 16,-2-1-6-16,4 0 8 0,-4 0-23 16,6 0 0-16,-3 0-3 0,2 2-15 0,-2 1 0 15,3-1-8-15,1-1-17 0,-2 0 20 0,4 2-6 16,0-2-7-16,-2 2 3 0,6 8-8 0,-4-9 3 16,0-2-3-16,-3 0-11 0,3 0 9 15,0 2 7-15,-2-2-5 0,-1-3-16 0,-4-1 3 16,4-4-5-16,-3-1 8 0,-2-7 0 15,-4-6-8-15,-2-1-3 0,-2-4 1 0,2-1-11 16,-3-2 11-16,-2-5-11 0,1 1-8 0,-2-5 14 16,-4 2-3-16,2-5-36 0,1-2-41 0,-6-3-54 15,0 0-69-15,0 0-192 0,3-12-476 0,-6 2 49 16,-3-1 115-16,1-1 58 0,-1-5 68 16,-4-3 45-16</inkml:trace>
  <inkml:trace contextRef="#ctx0" brushRef="#br0" timeOffset="-196606.15">17084 17110 622 0,'0'0'209'0,"3"-6"-22"0,-3 6-8 16,4-6-38-16,2 0-3 0,1 5-22 0,0-2-63 15,3 0-60-15,0-2-175 0,1 1-407 16,2 1 75-16</inkml:trace>
  <inkml:trace contextRef="#ctx0" brushRef="#br0" timeOffset="-196439.88">17651 16935 645 0,'10'-4'174'0,"1"2"-85"0,-1-3-176 16,4 1-412-16</inkml:trace>
  <inkml:trace contextRef="#ctx0" brushRef="#br0" timeOffset="-196289.93">18297 16767 396 0,'10'0'113'0,"-2"-2"-134"15,2 0-368-15</inkml:trace>
  <inkml:trace contextRef="#ctx0" brushRef="#br0" timeOffset="-196123.2">18776 16674 716 0,'0'0'97'0,"4"3"-342"0,-4-3-277 15</inkml:trace>
  <inkml:trace contextRef="#ctx0" brushRef="#br0" timeOffset="-195523.55">19391 16167 716 0,'0'0'259'0,"0"0"-19"0,0 0-17 15,-3 19-11-15,6-10-32 0,-2 2-4 0,5 4-9 16,-2 2-9-16,2 5-4 0,5 5-16 15,-1 1-10-15,0 2-5 0,8 10 13 0,-2 1-36 16,2 0 4-16,-2 0-11 0,2 0 12 0,3 2-29 16,-2 3 6-16,2 2-8 0,0-1 6 0,-1 3-11 15,0-2-2-15,-2 4-1 16,2-2-7-16,4 2-8 0,-3-1 8 0,-1-2-21 0,4-3 26 16,-3 2-18-16,-1-3-2 0,0-1-77 15,1 0-3-15,-1-1 10 0,-2 0-4 0,3-3 24 16,-5 1-1-16,2 1-3 0,1-2-1 0,-4-9 4 15,-2-5-4-15,-2 1 14 0,-1-8-3 16,0 3-5-16,1-4 20 0,-1-1-15 0,-4-3-5 16,1-1-5-16,1-3 2 0,-2-1-17 0,-2-2-45 15,2-2-55-15,-6-3-113 0,3-2-561 0,-3 0 54 16,0 0 77-16,0-15 62 0,-6 5 63 0</inkml:trace>
  <inkml:trace contextRef="#ctx0" brushRef="#br0" timeOffset="-195073.6">19815 16408 847 0,'4'12'276'0,"-4"-1"-30"0,6 6-11 16,-2 1-25-16,3 4-18 0,3 1-25 16,1 2-11-16,2 2-13 0,1 0-30 0,-4-1-3 15,3 0-10-15,-2-1-8 0,2-4-5 16,-6-1-21-16,1-4 1 0,-2 0-18 0,1-2 25 16,-4-5-23-16,3 1 3 0,-5-4-16 0,-1-4-15 15,0-2 3-15,0 0-1 0,0 0-2 0,-14-11-10 16,4-3 10-16,-4-1-10 0,1-9 8 0,-4-1-4 15,3 0 4-15,-3-4-8 0,4 1 2 16,1-1 0-16,-1 4-4 0,3 0-6 0,-1 2 36 16,2 1-11-16,2 2-1 0,4 2 4 15,-1 0 3-15,0 1-26 0,1 0 18 0,3 2-5 16,0 1-13-16,3 2 8 0,1-2-2 0,3 2-6 16,0-1 8-16,2 3-3 0,-1 2-12 15,2 1-3-15,0 1 0 0,1 1-23 0,-1 2-21 16,-1 2-38-16,-2 1-28 0,4 3-59 0,-4-1-87 15,-1 3-133-15,1 1-361 0,0 1 82 0,-3 2 54 16,-1 0 64-16</inkml:trace>
  <inkml:trace contextRef="#ctx0" brushRef="#br0" timeOffset="-194889.99">19876 16548 1005 0,'-3'6'343'16,"3"-6"-28"-16,0 0-43 0,0 0-22 0,0 0-11 0,0 0-30 15,0 0-11-15,0 0-24 0,0 0-18 16,18-3-100-16,-18 3-15 0,13-5 15 0,-2 1-7 16,-2 2-13-16,2-2-23 0,-1 1-65 0,0 0-91 15,0-1-200-15,4 1-402 0,-4 0 80 16,0-2 38-16,-2-2 69 0</inkml:trace>
  <inkml:trace contextRef="#ctx0" brushRef="#br0" timeOffset="-194373.68">20130 16512 1118 0,'3'21'323'0,"1"-2"-24"0,-1 0-33 0,3-3-17 16,-2 1-42-16,-1 0-13 0,2-1-27 0,1 2-3 15,-2 0-11-15,-1-1-22 0,3-1-21 16,-2 1-8-16,-1-3-12 0,0-3-13 0,2 1-21 15,-2-2-2-15,-3-3-21 0,3-3-23 0,-3 1-15 16,0-5-3-16,0 0-2 0,0 0 0 0,0 0 0 16,-17-21-8-16,10 5 8 0,0 2 15 15,1-8-8-15,-2 1 6 0,1 2 20 0,1 1 15 16,3 1-5-16,-1 0 8 0,1 2 0 0,0 4 3 16,-1-1-21-16,3 2-8 0,1 4 18 15,0 0 1-15,0 1-9 0,0 5-7 0,0 0 5 16,0 0-15-16,24 10 10 0,-17-3 5 0,4 3 0 15,2 3-8-15,-3-3 1 0,5 7 4 16,2-4-10-16,-1 2-2 0,-1-1 10 0,-2-2-13 16,0-1 5-16,1 0 1 0,-4-2 4 0,0 0 8 15,-2-2 8-15,-1 0-21 0,-1-1-43 0,1-3 17 16,0-1 3-16,-7-2 6 0,0 0-3 16,13-7 22-16,-12 1-7 0,2-3-5 0,-3-5-2 15,0 0 4-15,-3-5 6 0,2-6-5 0,-5-2 4 16,2-6 6-16,-6 0 0 0,6 1-8 15,-2 5 16-15,2 1-9 0,-2 1 4 0,2 1-16 16,-3 1 10-16,4 2-2 0,-1 4 2 0,1-1-5 16,0 5 0-16,0 0-15 0,-1 2 7 0,1 1-43 15,3 0-46-15,-3 2-59 0,3 2-72 16,0 1-158-16,3 1-441 0,0 2 95 0,-3 2 70 16,0 0 65-16,0 0 42 0</inkml:trace>
  <inkml:trace contextRef="#ctx0" brushRef="#br0" timeOffset="-191123.47">20721 16073 227 0,'3'-6'75'0,"-3"6"-9"0,1-5 8 15,-1 5 8-15,0 0-13 0,0-7 16 0,0 7 12 16,0 0-28-16,-4-7-5 0,4 7 13 16,-3-6-16-16,3 6-7 0,-4-4 0 0,4 4 15 15,-7-3-38-15,7 3 5 0,0 0-3 0,-4-4 0 16,4 4-5-16,0 0-5 0,-6-5 11 16,6 5-19-16,0 0 21 0,-6-2 12 0,6 2-25 15,0 0 16-15,-4-4-3 0,4 4 12 0,0 0 11 16,-3-4 3-16,3 4 7 0,0 0-8 0,0 0-10 15,-5-4-2-15,5 4 2 0,0 0-18 16,0 0-9-16,0 0-1 0,-6-2 0 0,6 2 7 16,0 0 6-16,0 0-5 0,0 0 66 15,0 0-10-15,6 16 3 0,-4-11-8 0,1 1-18 16,0 2 10-16,0 2-15 0,1 0 7 0,-1 1-22 16,3 0 4-16,-2 1 9 0,3 2-14 0,-3 2-7 15,3-3 10-15,-1 1-2 0,1 1 4 16,0 1-9-16,0-1-6 0,0 0 0 0,2 3 6 15,-1-1-29-15,-1-2 18 0,3 5-2 0,-4-1 2 16,5-1 8-16,-1 0 2 0,-3 2-10 16,3-1-5-16,-3 1 8 0,3-1-16 0,0 1 13 15,-2-2-4-15,2 1-9 0,-1-1-5 0,2 0 0 16,-4-2 8-16,3 3-10 0,-3-6 7 16,0 3-4-16,3-1 1 0,-3-1-7 0,-1 1 16 15,2 0-11-15,-1-3-5 0,-1 2 8 0,-2 0 5 16,2 0-13-16,2 1 0 0,-2-3 0 0,-2 2 3 15,2 3 2-15,-2-3-10 0,3 1-5 16,-3 0 5-16,2 1-2 0,1-1 4 0,-1 0 6 16,2 1-11-16,-5 0 16 0,4-3-8 0,-1 2 5 15,-2-1-12-15,3 1 4 0,0-1 4 16,-4 1-1-16,4-1-5 0,-1-1-3 0,-2 0 8 16,3 1 0-16,-3-1 0 0,3 1 3 0,-1-2-10 15,-2 2 12-15,2 0 3 0,2-1-8 0,-2-1-5 16,1 2-8-16,-1-1 8 0,-2-1 8 15,3-1 2-15,0-1 5 0,-1 1-30 0,-2 1 18 16,-1-2-9-16,5 1 9 0,-5-1 0 0,4 0 7 16,-4 0-5-16,0-1-10 0,4 1 10 15,-4-2 0-15,2 2 0 0,-2-2-2 0,0 1 2 16,1-1-3-16,-1 0 1 0,0-2 0 0,1 2-1 16,-4-2 1-16,3-1-3 0,0 4 2 15,1-3-2-15,-4 0-5 0,1 0 13 0,2 1-11 16,0 1 11-16,-3-2-3 0,0 1 5 0,0-1-12 15,3 1 17-15,-3 0-18 0,0-1-2 16,0 2 3-16,0-2 7 0,0-1-8 0,0 2 16 16,0 0-8-16,-3-3-10 0,3 3 5 0,0-2-5 15,0 1 5-15,0-6 5 0,0 10-5 0,0-6 3 16,0-4-1-16,0 10 1 0,0-5-1 0,0-5-2 16,0 8 3-16,0-8-6 0,0 7 9 15,0-7-4-15,0 5 1 0,0-5-3 0,0 5 5 16,0-5-5-16,0 0-5 0,0 8 10 0,0-8 0 15,0 0-3-15,0 4 4 0,0-4-9 16,0 0 11-16,0 5-6 0,0-5-4 0,0 0 4 16,0 0-2-16,0 0 10 0,0 5-7 0,0-5-6 15,0 0-2-15,0 0-2 0,0 0 4 0,0 0 3 16,7 2 10-16,-7-2-2 0,0 0-3 0,0 0-10 16,0 0 13-16,20-4-3 0,-20 4 0 15,10-3 5-15,-3 1 0 0,-1 1-7 0,2-1 2 16,-8 2-7-16,13-4 4 0,-6 2 11 0,1-1-3 15,-2 2 8-15,1-1-21 0,0-1 9 16,-1 2-6-16,2-2 0 0,2 2 2 0,-10 1 8 16,17-2-20-16,-10 1 15 0,3-3-5 0,0 4 3 15,1-2-1-15,-1 0-7 0,0 1-8 16,4-2 16-16,-1 3 0 0,-2-2-1 0,2 1 6 16,1-1 7-16,-1 0-12 0,-2 0-3 0,3 1-3 15,-1-1 6-15,1 1-1 0,-4-1-2 16,3 0-5-16,1 1 5 0,-3 0-5 0,3-1 5 15,-1 1-2-15,-3-1 4 0,4 1 8 0,-1 1-10 16,2-3-12-16,-2 1 9 0,1 1 8 0,-1 0-2 16,2-2-16-16,-2 2 18 0,0 0-5 15,4-2 3-15,-3 1-3 0,0 2 2 0,-1-2 6 16,4 0-3-16,-6-1-3 0,3 2-4 0,-4 1-3 16,0 0 7-16,1-2-2 0,-2 1 8 0,-2-1-11 15,-7 2 1-15,18-1-3 0,-12 0 10 16,-6 1-3-16,14-1 1 0,-7 1-3 0,-7 0 8 15,13-2-6-15,-13 2-15 0,10-2 26 16,-2 2-20-16,-8 0 19 0,10-3-12 0,-3 1-10 16,-7 2 15-16,10 0-10 0,-10 0 5 0,10 0-5 15,-10 0 2-15,0 0 11 0,10-2-8 0,-10 2 0 16,0 0 15-16,7-2-9 0,-7 2 12 0,0 0-18 16,8-1 15-16,-8 1 5 0,0 0-15 0,0 0 6 15,6-3-6-15,-6 3 0 0,0 0 8 16,0 0 0-16,0 0 7 0,3-6-7 0,-3 6-11 15,4-4-2-15,-4 4-5 0,3-3 18 16,-3 3-8-16,3-6 8 0,-3 1-10 0,0 5 2 16,3-7 13-16,-2 2-16 0,-1 5-10 0,0-10 21 15,0 6-10-15,0-3 5 0,0 1-8 0,0-2 0 16,-1 1-6-16,-2-3 4 0,3-1 15 16,-3 0-6-16,0-1-4 0,-1-3 2 0,1-1-2 15,0 0-1-15,0-2-2 0,-1 0 0 0,-3-2 5 16,0 2 0-16,3-4 11 0,-2 1-19 0,-1 1 6 15,-3 1-8-15,3 0 7 0,0-2 1 16,0 1-57-16,-3 3-15 0,0-2 10 0,3 0 5 16,-4 2 21-16,5-1-16 0,-4 0 21 0,3 1-10 15,-1-1 15-15,-1-1-8 0,-1-1 11 16,2 2 9-16,-2-3-17 0,4 2 13 0,-4-2-1 16,2 0 6-16,-2 1 5 0,3 0-3 15,-3-1 1-15,0-1-1 0,0 1 3 0,-1 0-3 0,1 2-2 16,0-1 7-16,-1 1-4 0,1 0 7 15,0 0 0-15,-1-1-5 0,1 1 2 0,0 0-2 16,-1 0 10-16,2 2-13 0,-1-1 6 0,3 3 15 16,-1-1-13-16,-2 3 5 0,4-1 8 15,-1-2-8-15,0 4-3 0,3-1 1 0,-3 1 4 16,1-1-7-16,3 2 3 0,-5 0 0 0,5-1-14 16,-1 1 14-16,-2-1 7 0,2 1-5 15,-2 3 0-15,3-3-10 0,-5 1-10 0,5-1 23 16,-1 1-8-16,-2 0 2 0,2 1-4 0,-2 1 7 15,2-1-10-15,-3 0 10 0,4-1 2 0,-1 4 4 16,-2-2-9-16,2 0-7 0,1 0 8 16,-1 0 12-16,1 1-10 0,-1-1-2 0,1 1-6 15,0 1 8-15,-1 0-10 0,1-2 10 0,0 2 0 16,2-1-7-16,-2 3 2 0,-1-2 0 16,1 0-5-16,3 1 0 0,-4-1 5 0,4 1 7 15,-3 0-7-15,3 5 3 0,-3-8-1 0,0 5 3 16,3 3-5-16,-1-9 3 0,1 9-11 15,-3-3 3-15,3 3 13 0,-3-7-18 0,3 7 5 16,-3-4 5-16,3 4 5 0,0-6-3 0,0 6 1 16,0 0-8-16,-1-5-3 0,1 5 16 0,0 0-3 15,-4-6 2-15,4 6 1 0,-3-4-13 0,3 4 5 16,0 0 3-16,0 0-9 0,-3-6-1 16,3 6-1-16,0 0 6 0,0 0 12 15,-4-5-13-15,4 5 1 0,0 0 12 0,-3-4-13 16,3 4 1-16,0 0 2 0,0 0-3 0,0 0 6 15,0 0 2-15,-4-3-10 0,4 3-8 0,0 0 21 16,0 0-11-16,0 0-2 0,0 0 0 16,0 0 7-16,-9-2-7 0,9 2 8 0,0 0-8 15,0 0 12-15,0 0 4 0,0 0-19 0,0 0-2 16,0 0 12-16,-14 2 3 0,14-2 6 0,-10 3 1 16,6 0-12-16,4-3-5 0,-14 2 0 0,7 2 13 15,-2-1-13-15,-2 1-3 0,1-1 16 16,0 0-11-16,-1 0 6 0,1 2-8 0,0 0 5 15,-1-1 5-15,-2 1-5 0,3-2 0 16,-4 0-8-16,1 2 13 0,2 0-18 0,1 0 24 16,-3 0-22-16,2-2 19 0,1 2-16 0,0-3 6 15,-1 3 12-15,1-1-15 0,0 1 10 16,-1-2-13-16,1 0 8 0,0 1-5 0,-1-1 10 16,1 1-5-16,0 0-5 0,-4 0 3 0,4-1 4 15,-1 0 6-15,1 0-11 0,-3-1 6 16,2 2-6-16,-2-1 3 0,3 0-2 0,-4 1 4 0,1-1-7 15,2-2 3-15,1 1-6 0,-3 2 11 16,2-3 2-16,1 3-5 0,0-2 10 16,-1 1-13-16,1-2 9 0,0 0-9 0,2 3 3 15,-1-2-5-15,2-2 2 0,7 0 6 0,-14 3-1 16,7 0 6-16,7-3-10 0,-10 2 4 0,4-2-4 16,6 0 2-16,-11 4-6 0,11-4 6 0,-10 2 11 15,6 1-16-15,4-3-1 0,-11 2 12 0,5 1 6 16,2 0-17-16,-2-2 10 0,-1 1-12 15,7-2 7-15,-11 5 0 0,5-1-16 0,2-3 11 16,4-1-3-16,-9 4 19 0,1-3-4 0,8-1-12 16,-7 1 8-16,7-1 7 0,-6 4-15 15,6-4-3-15,-7 2-5 0,7-2 3 0,0 0-28 16,-4 3-29-16,4-3-27 0,0 0-83 0,0 0-94 16,-7 0-346-16,7 0-115 0,0 0 61 15,0 0 54-15,0 0 64 0</inkml:trace>
  <inkml:trace contextRef="#ctx0" brushRef="#br0" timeOffset="-189940.99">21620 17456 619 0,'-3'-4'228'0,"0"0"-26"15,3 4-20-15,0-6-16 0,0 6-20 0,-4-6-21 16,4 6-7-16,0 0 0 0,0 0-8 0,0 0 0 15,0 0-2-15,0 0-9 0,4 19 6 0,-1-8-84 16,0 4-3-16,3 2 2 0,1 3-4 16,1 3 7-16,2 3-3 0,0 2 8 0,1 0-10 15,-1 1 15-15,3 0-7 0,1 1 5 16,-1-2-13-16,2 1 0 0,-2-1 5 0,4 0 5 16,-3 0-5-16,3-1-5 0,0-2-3 0,0-2 8 15,0-2-13-15,0 1-2 0,1-3 7 16,-2-2 16-16,-1 0-23 0,1-3 5 0,1 0-6 15,-6-3 6-15,2-2-10 0,1 0 12 0,-1-1-10 16,-2-1 16-16,-1-3-4 0,0 2-11 0,-2-2-9 16,2-2 16-16,-4 0 0 0,1-2-11 15,-7 0 8-15,14 0 3 0,-14 0-3 0,13-4 3 16,-9 0-2-16,-1 0-22 0,1-2 11 0,-1 0 3 16,-2 0-1-16,-1 0-2 0,0-1 3 15,0 0 5-15,0 0-13 0,0 0-1 0,-1 3 22 16,1-3-9-16,-3 2-12 0,3 5 0 0,0-10-5 15,-4 7-5-15,4 3-1 0,0 0-2 0,0 0 11 16,0 0 2-16,0 0 2 0,0 0 6 16,0 0-9-16,17 13-6 0,-13-4 9 0,5 0 11 15,-1 0-8-15,-4 1 5 0,6 1-15 16,-4 0 4-16,5 1 9 0,-4-2 5 0,-1 0-3 16,-2 2 3-16,-1 0-1 0,0-4 11 15,1 3 10-15,-3 1-17 0,-2-2-11 0,-3 2 10 16,1-1 20-16,-4 1-9 0,1 1-39 0,-4-1-20 15,2 0-44-15,-2-2-69 0,0-1-103 0,-1 0-427 16,1 1 36-16,-3-3 57 0,2 0 50 0</inkml:trace>
  <inkml:trace contextRef="#ctx0" brushRef="#br0" timeOffset="-189523.89">21626 18293 673 0,'-3'-4'263'0,"3"4"-30"16,-6-4-5-16,3 0-51 0,3 4-19 0,0 0-14 15,0 0-6-15,0 0-18 0,0 0 1 16,0 0-22-16,3 23 6 0,0-14-2 0,3 4-32 15,-2 0 1-15,3 3-10 0,0 2-11 0,-3-3-5 16,2 3-5-16,1-1 7 0,0 1-19 16,-3-1 6-16,2-1 1 0,1 2-13 0,-4-4-5 15,1 3 0-15,3-3 10 0,-3-2-20 0,2 0 7 16,-3-2 1-16,1-1-6 0,-1-2-5 0,0 1 3 16,0-2 10-16,-2-1-3 0,3 1 8 15,-1-1-10-15,0-2 15 0,1 0-10 0,-4-3 13 16,7 3-16-16,-1-2-2 0,-6-1 10 15,14-1-8-15,-4-1 6 0,0 1-11 0,1-2 3 16,2-1-1-16,-2 0 4 0,3 0-6 0,3 1 11 16,0-1-14-16,0 1-17 0,-1-1-41 15,-1 1-80-15,-2 0-143 0,1 1-465 0,0 1 35 16,-1-1 94-16,1 0 58 0</inkml:trace>
  <inkml:trace contextRef="#ctx0" brushRef="#br0" timeOffset="-188674.22">22170 18423 744 0,'-6'0'264'0,"6"0"-23"16,0 0-19-16,-14 1-27 0,7 2-13 0,1 1-24 15,-1 2-7-15,-1 1-18 0,2-2-15 16,-1 2-13-16,1 0-8 0,2 3-15 0,-3-3-10 15,3 0 2-15,1 0-12 0,0-2-9 0,3 2 16 16,0-1-20-16,0-1 0 0,0 1-8 0,0-6-5 16,6 6-13-16,-2-5 2 0,-4-1 6 15,11 0-21-15,-11 0 5 0,0 0 6 0,16-6-1 16,-13 5 6-16,5-2-3 0,-8 3-5 0,7-6 0 16,-1 4 2-16,-6 2-12 0,4-4 0 15,-4 4-3-15,6-3-13 0,-6 3-7 0,0 0 17 16,8-1 4-16,-8 1-4 0,0 0-7 15,0 0-3-15,13 2 16 0,-13-2-3 0,10 4-2 16,-2-3-3-16,-2 1 7 0,-6-2 1 0,13 1 5 16,-13-1-11-16,18-1 3 0,-8 0 8 0,0-3-20 15,1 2 4-15,-1-2-15 0,4 0-5 16,-4 0 10-16,0-3-12 0,4 1-11 0,-4-2 3 16,0-1 15-16,1 0-13 0,-1-1-2 15,-1 0 2-15,-5-2 8 0,3 0 0 0,-3-1-21 16,2-4 16-16,-6 2 5 0,0-3-10 0,0-1 12 15,-3-2 6-15,0-1 18 0,-4-2-11 16,3 1 8-16,0 5 8 0,-2 1 25 0,2 0-13 0,-2 3 14 16,3 1-6-16,2 1-8 0,-6 1-4 15,7 4 2-15,-3 0-6 0,2 4-7 0,1 3 6 16,0 0 2-16,0 0 10 0,0 0-16 16,0 0 14-16,4 19-14 0,0-9 4 0,0 2-6 15,-1 0 0-15,3 0-3 0,-2-1 1 16,-1-1-6-16,1 5 14 0,3-5-4 0,-4 2-2 15,1-1 6-15,-1-2-1 0,0 1-8 0,1-3 16 16,-1-1-2-16,0 0-3 0,-3 0 28 0,3-2-21 16,-3-4 8-16,1 4-18 0,-1-4 1 15,0 0 12-15,0 0-13 0,0 0 0 0,4-15 13 16,-4 15-10-16,0-11 10 0,0 5-20 0,0 2 9 16,3-2-17-16,-3 2 26 0,4 0-19 15,-1-1 6-15,0 2-8 0,-3 3-3 0,10-3 3 16,-3 1 6-16,-7 2-6 0,14 3-8 0,-7-1 8 15,3 1-10-15,-3 2 2 0,3-1 5 0,-3 0 1 16,3 3 2-16,-3-1 7 0,-1 0 1 16,-2 0 5-16,-1 3 2 0,0-2 72 0,-2-1-5 15,-2 3-5-15,-2-2-13 0,0-1 5 16,0 3-5-16,-1-3-2 0,-2 2-6 0,-1-2-7 16,-4 1-1-16,4-3-9 0,-3 2-11 0,-3-4 20 15,6 4-27-15,-3-4 10 0,-1 3 2 0,1-4-33 16,3 0 2-16,-3 1-27 0,10-2-32 0,-14-2-42 15,7 0-60-15,1-1-69 0,2-1-61 16,1-2-80-16,3 2-373 0,0 0 25 0,3-2 77 16,1 0 54-16,2 1 61 0</inkml:trace>
  <inkml:trace contextRef="#ctx0" brushRef="#br0" timeOffset="-188258.01">22577 18323 739 0,'10'-3'238'15,"-2"1"-25"-15,1-2 7 0,-2 1-33 16,0-2-16-16,1 1-17 0,1 0 2 0,-2-3-10 16,-1 2-5-16,-1-2-3 0,2-1-5 15,-1-1-18-15,-3 1-10 0,-2-1 0 0,2-3-10 16,-3 2 5-16,0 0-16 0,0 1 6 0,0-2-16 16,0 4-66-16,-3 0 2 0,3-1 5 0,-1 1-7 15,-2 3 5-15,0-1-6 0,3 5 4 0,-7-3 6 16,7 3-14-16,0 0 10 0,0 0-11 15,-14 11 4-15,11-3 4 0,-1 1-3 0,1 0-7 16,3 1 11-16,-3 2-6 0,3 0-5 16,0 0 7-16,3 1 1 0,2 0-3 0,-3 0-10 15,4 1 5-15,2-1 23 0,-1-1-10 0,-1-1 2 16,4 0-2-16,1-1-13 0,-1-1 0 16,0-1-5-16,1 0 0 0,-2-4 7 0,-2 3 9 15,4-2-1-15,-4-2 13 0,3 2-18 0,-2-3 5 16,-2 0 1-16,1-2 14 0,-7 0-20 0,13 0 3 15,-13 0-3-15,14-3-2 0,-8 0 4 16,-2-1-2-16,-4 4-5 0,10-3 11 0,-7-1-1 16,-3 4-10-16,8-4-38 0,-8 4-3 15,6-1-82-15,-6 1-49 0,0 0-2 0,0 0-54 16,0 0-130-16,0 0-341 0,0 0 52 0,0 0 45 16,0 0 75-16</inkml:trace>
  <inkml:trace contextRef="#ctx0" brushRef="#br0" timeOffset="-187573.51">22833 17821 921 0,'-3'-5'294'16,"3"5"-22"-16,0 0-29 0,0 0-28 16,0 0-10-16,3 15-26 0,2-3-15 0,1 3-39 15,-2 1 8-15,2 5-10 0,4 0-8 16,-2 1-5-16,2 2-20 0,-1 2 5 0,4 0-14 15,-5 1-4-15,2-5-2 0,1 4-4 0,-1-4-12 16,0-2-5-16,1 3 0 0,-1-4-6 0,-3-1-91 16,3-4 17-16,-3-1-7 0,0 0 10 15,2-3 7-15,-5-3 1 0,4 1 0 0,-2-2 22 16,1-2-22-16,2-3 12 0,-1-1 1 0,-8 0 7 16,17-5-5-16,-6-1-3 0,-1 1 9 15,0-4 1-15,1-2-4 0,1 1 7 0,-1-5-5 16,0 1 0-16,-1-4 0 0,2 0 8 0,-4 0-5 15,-1 0-3-15,0 0 3 0,-1 2-13 0,-2 1 12 16,-4 0 3-16,7 5 1 0,-7-3-14 16,3 4 3-16,-3 1 5 0,0 2-7 0,-3 1-1 15,0 1 13-15,3 4-10 0,-8-3 13 16,8 3-20-16,-13 1 14 0,13-1-4 0,-10 6-3 16,2-5 2-16,5 4-7 0,-3-2 13 0,2 1-11 15,1 1 3-15,3 1-2 0,0 0 4 0,0-6-4 16,3 10 7-16,1-3-8 0,5-1 8 15,-1 2-5-15,-1-1 3 0,3 0 0 0,0 1 4 16,4 2-20-16,-1-2 24 0,-2 2-4 0,2-2 1 16,-3 1-5-16,1 0-1 0,-1-2 14 15,-3 0-9-15,0 3 73 0,0-3 9 0,-4 0-20 16,0 0 8-16,-3 1 0 0,0-1-6 0,-3-1 4 16,0 0-11-16,-4 1-26 0,0-1-2 15,-3-2 2-15,0 2-2 0,-1-4-5 0,-2 0-18 16,-5-1-21-16,1-1-30 0,-3-1-57 0,-2-3-89 15,-8-2-236-15,4 1-427 0,1-4 89 16,-5-2 82-16,2-2 72 0,1-3 43 0</inkml:trace>
  <inkml:trace contextRef="#ctx0" brushRef="#br0" timeOffset="-184356.65">14284 17811 563 0,'3'-5'199'0,"-3"5"-4"0,0 0-24 16,4-2-2-16,-4 2-20 0,7-5-11 16,-1 4-89-16,-6 1-14 0,11-5 6 0,-8 3-7 15,4-1 7-15,-1 1 7 0,2 1-9 0,2-3-4 16,-3 3-6-16,3-2 6 0,1 2-14 16,2-2 2-16,-2 1 8 0,2-1-11 0,4 1-2 15,-3-2 67-15,6 2 2 0,-3-2-8 16,4 2-15-16,0-1-18 0,2 0 0 0,4-3 8 15,-2 2-6-15,5-3-12 0,-2 3-2 0,-1 0 12 16,1-2-23-16,2-1-3 0,-2 2 19 0,-2-2-16 16,2 1-11-16,2 0-9 0,-2 1 25 15,-1 0-7-15,1 0-1 0,-1 0-10 0,-3 1 8 16,4-2-8-16,-5 4 3 0,4-4-8 16,-6 4 11-16,4-3-1 0,-5 0-2 0,4 0-13 15,-4 3 10-15,5-4 5 0,-2-1-9 0,1 1 1 16,0-2-9-16,0 1 22 0,-1 0-2 15,1 0 0-15,1 0-5 0,2 1 2 0,0 0-5 16,-2 0-10-16,1 1 6 0,-2 0 9 16,0 1-10-16,-3 0 3 0,-1 2 5 0,1-3-3 15,0 4-15-15,-1-3 5 0,0 1-5 0,-2 0 5 16,2 0 12-16,1-1-7 0,-4 1 16 0,3-1-6 16,1-1-10-16,-1 2 13 0,4-3-7 0,-3 1 6 15,0-1-9-15,-1 4-3 0,1-3 5 16,2 1 1-16,-3 0 9 0,1 0-10 0,0 0-2 15,-1 2-5-15,1-2 7 0,-1 1-2 0,-3 2 2 16,4-1 0-16,0-1-10 0,-4 2 8 16,3-1-6-16,-3-1 3 0,3 1-2 0,-2-2-8 15,-1 3 2-15,0-3 11 0,0 1-13 0,3 0 7 16,-3-1 9-16,4 1-6 0,-3 0-5 16,1-1 0-16,-1 2 5 0,3-1 5 0,-2 0-10 15,-1 3 0-15,-1-3 5 0,4 0 6 0,-4 1-9 16,0 0-4-16,0 1 9 0,3-1 1 15,-2-2-8-15,2 3 8 0,-3-2-6 0,1 0-7 16,1 0-3-16,2 0 6 0,0 0-1 0,-4-1 1 16,4-1 7-16,-1 3 0 0,0-4 0 0,1 3-2 15,0-1 2-15,-1 0-8 0,0 2 11 16,0-3-16-16,-2 1 0 0,3 1 6 0,-1 0 20 16,0-1-18-16,1 1 7 0,-4 0 4 15,4-1 7-15,-1 0-21 0,-3 0 13 0,4-1-5 16,0 2 6-16,-2-2-9 0,2 0 6 0,-4-1-6 15,4 2 11-15,3-3-87 0,-3 2-3 16,-1 1 29-16,0-2-14 0,0 1 11 0,1 2 15 16,-3-2-2-16,2 0-1 0,0 1 16 15,-2-1-2-15,-2 1-3 0,2 0 12 0,-1 1-17 16,3-1 35-16,-6 0-17 0,6 0 7 0,-6-1 8 16,6 2-17-16,-5-1 6 0,1-1-2 0,-1 1 21 15,4-2-28-15,-4 2 15 0,4-1-1 0,-1-1 19 16,-1 1-13-16,3 0 5 0,1 0 0 15,-1 0-2-15,-2 0 0 0,3 0 4 0,-2 2-4 16,2-4-6-16,-3 3 3 0,2-2-5 16,0 4 8-16,-3-3 4 0,4 2-7 0,-4-2 8 15,0 1-16-15,4-2 19 0,-5 4-11 0,2-3 7 16,2 2-4-16,-6-2-1 0,6 0-2 0,-6 0 3 16,3 3 2-16,-3-3-5 0,0 4 0 15,-1-5-5-15,4 5-3 0,-3-2 13 0,0 2-15 16,-1-1 38-16,1 0-33 0,0 0-2 0,-1 2-1 15,4-1 10-15,-6 1-2 0,3-3-2 16,-1 3 4-16,1-1-4 0,-1-1-6 0,1 1 6 16,0-1 2-16,-1-2 5 0,1 3-8 0,0-2 6 15,6 1 7-15,-3-1-5 0,0 1-5 16,4-2-8-16,-4 1 8 0,4 2 6 0,0-1-12 16,-2 1 4-16,-1-2 7 0,2 3 0 0,1 0 0 15,-1 0 0-15,0-1-10 0,1 1 5 16,-3 0 5-16,-2 0-17 0,2 0 9 0,-2-1-7 15,2 1 12-15,-2-2-12 0,2 1 18 0,-1 0-16 16,0 0 6-16,1-3 9 0,-2 4-9 0,1 0 9 16,-3-1-9-16,3 0-3 0,-3 1 2 15,3-2 3-15,-4 2 5 0,2-1-7 0,1 1 9 16,-2 0 4-16,0 0 68 0,3 0-20 16,-1 0 2-16,-1 0-4 0,-2-2-14 0,4 2-5 15,-3-1-4-15,3-1-1 0,0 1 0 0,0-2-20 16,-3 3 10-16,3-1-2 0,0-2 12 15,0 2-25-15,0-1 9 0,0-2 4 0,1 3 5 16,2 0-11-16,-3-4 0 0,3 4-7 0,-2-1 7 16,2-2-2-16,-3 3-5 0,1-2-6 0,1 1 1 15,-1 1 10-15,0-3-8 0,1 3-8 0,-1-2 11 16,-2 2-6-16,5-2-2 0,-3 0-7 16,-2-1 20-16,5 0-8 0,-4 2-3 0,0-2 9 15,0 0-11-15,4 1 7 0,-4 0-7 16,3-1 0-16,-2 2-15 0,-2-1 20 0,5 1-2 15,-4 0-3-15,-3 0 2 0,3 0-2 0,-3-1 13 16,6 0-3-16,-6 1-5 0,0-2-12 16,2 4 17-16,-1-2-13 0,1-1 1 0,-2 2-1 15,0 0 3-15,0-3 3 0,-4 4 4 0,3-2-7 16,1 0 3-16,-4 1-1 0,4-2-12 0,-4 3 15 16,3-2-12-16,-2-2 2 0,2 4-8 15,-2-1 18-15,0-2-10 0,-1 2 10 0,2 0 8 16,0 0-1-16,-2-3-1 0,4 3-4 0,-4 0-9 15,3-2 27-15,1 0-14 0,-1 1-1 16,2-2 5-16,1 4-4 0,-2-2-4 0,0 0-2 16,0 1 11-16,-1 0-1 0,4-2-5 0,-6 1 3 15,6 2-8-15,-4-1 0 0,1 0-5 0,0-1 8 16,-1 1 5-16,4-1-11 0,-3 1 9 16,0-1 1-16,2 1-4 0,-1-2-5 0,-2 2 2 15,4-2 13-15,-3 2-18 0,0 0 0 16,2-2 5-16,-1 1-5 0,-2 1-3 0,0-2 11 15,4 2 0-15,-6-2-14 0,6 1 4 0,-4 1 2 16,2-2-5-16,-2 1 7 0,1-1-7 16,-1 1 13-16,2-2 0 0,-2 3-3 0,0 0-8 15,1-2-2-15,-1 0-3 0,1 1 16 0,-3-2-8 16,3 3 8-16,2-2-8 0,-2 1 0 0,0 1 0 16,-1-3-3-16,1 3 16 0,-1-2-13 0,-1 2-3 15,4-2 3-15,-2 1 5 0,-1-2-5 16,2 2-2-16,-2 0 4 0,4-1 4 0,-3-1-12 15,-1 3 6-15,4-2 3 0,-4-1-3 16,2 2-18-16,-2-2 18 0,4 2 5 0,-3-1 8 16,3-1-10-16,0 1 2 0,0-1-3 0,-6 1 1 15,6 0-3-15,-1-1 0 0,-1 0-5 0,1 0 18 16,2 0-21-16,-1-1 10 0,0 1-2 16,0 0 8-16,-3-1 0 0,3 0-1 0,-3 0-9 15,3 0-3-15,-1 0 12 0,-1 0-14 0,-2 0 9 16,4 0 3-16,-3 0-10 0,0-1 3 15,2 1 9-15,-5-1-7 0,6 0 8 0,-4 0 10 16,1 1-15-16,-4 1-6 0,5-2 6 0,-2 2 4 16,-3-2-12-16,1 0 8 0,-1 1-3 15,4-2-8-15,-1 3 18 0,-3-1 1 0,1 1-11 16,-1-2 15-16,3 0 3 0,-2 2 2 0,-1-1-7 16,4 0-5-16,-4 0 2 0,0 1 13 0,-3-1-10 15,4 0-6-15,1 1 1 0,-1-2-10 16,-1 4 9-16,-3-3 1 0,0 2-11 0,4-1 9 15,-5 0 4-15,1 2-13 0,0-1 11 0,0 0 10 16,0 2-16-16,-1-2 1 0,-6 3-1 16,10-5-4-16,-6 1 15 0,-4 4-8 0,10-1-5 15,-10 1 2-15,4-3 6 0,-4 3-10 0,0 0-4 16,7-2 17-16,-7 2-9 0,0 0-2 16,0 0 5-16,0 0 0 0,0 0-51 0,0 0-74 15,-10 15-266-15,6-10-451 0,-4 2 64 16,-2 1 89-16,-3 0 62 0,-11 0 69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5:44:00.0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23815 8193 294 0,'0'0'102'0,"-10"0"-12"0,10 0-16 16,-10-3-12-16,10 3 9 0,-11-4-9 16,11 4-9-16,-10-1-12 0,10 1 18 0,-13-2-23 15,5 2-3-15,8 0-7 0,-13 0 7 0,3-1 3 16,10 1 0-16,-18-4 5 0,11 2-5 15,-6 2 2-15,3-1 11 0,0 0-1 0,-2-2 6 16,0 0 10-16,2 3-5 0,-2-2 13 0,-1-3-6 16,2 2-2-16,1 2 3 0,-3-3 4 15,-1 1-7-15,4-1 11 0,-4 1-19 0,4 3 5 16,-3-7 1-16,2 6-11 0,-2-1-5 0,1 0 5 16,0-3 6-16,1 4-14 0,-3-3 1 15,1 2-1-15,3 1-10 0,-4 1 3 0,1-2-3 16,-1 1 3-16,4-3-2 0,-2 4 1 0,-1-3 1 15,3 3-77-15,-4-1 16 0,4 0-1 0,0-2 18 16,-1 1-7-16,2 1 5 0,-1 0 18 16,-1-2-26-16,4 0 20 0,-3 3 3 0,-1 0 0 15,1-2-7-15,0 1 15 0,-1-3-3 16,1 3-13-16,-3-1 19 0,2 1-16 0,-2 0 5 16,-1-4 0-16,1 5 3 0,-1-1 4 0,-6 0-7 15,2-4 1-15,1 4-14 0,-3-2 3 0,3-1 87 16,-4 1 2-16,1 1-27 0,0-3 12 15,-1 4-23-15,3-5 0 0,-2 5-5 0,0-2-5 16,-1-1-1-16,1 1 9 0,2-2-13 0,-2 2-8 16,0-1 5-16,-1 1-3 0,0 1-4 0,1-3-1 15,-1 2-7-15,4-2-8 0,-6 2-5 16,2 2 26-16,0-4-13 0,1 4-13 0,-1-1 12 16,0-3-6-16,1 4 9 0,-4-1-2 0,4 1-6 15,-1-3-7-15,-2 2 3 0,-2 1-3 16,1 0 13-16,1-4 0 0,-1 4-11 0,-3-1 1 15,2 1 2-15,1-3 8 0,-4 3-18 0,-2-1 2 16,3 1 6-16,-3 0-1 0,2-3 6 16,-2 3-18-16,2 0 4 0,-3 1 12 0,1 0-4 15,2-1-4-15,-3-2-1 0,1 3 0 0,-1-2 9 16,0 1 9-16,0 1-20 0,-3 0 10 0,3 0-3 16,1-2-9-16,-1 1 14 0,0-3-7 15,-3 4-2-15,3-1 7 0,-3-1 0 0,-1 2 0 16,4-1-2-16,-9-3 10 0,6 2-8 0,-1 2-18 15,1 0 15-15,0-1-4 0,-4 0-13 16,4 1 9-16,0-3 1 0,0 1 13 0,0 1 7 16,-1 1-15-16,-2 0 0 0,3 0 0 0,-5-3 0 15,6-1-2-15,-1 4-6 0,0-1 11 0,2-1 4 16,-2 2-7-16,0 0 5 0,1-2 1 16,-2 2-6-16,0 0-3 0,1-3 6 0,-3 3-1 15,-4 0-10-15,4 0 19 0,-5 0-11 0,8 0 0 16,-3 0 2-16,3 0-7 0,-1 0 3 0,-3 0 4 15,4 0 1-15,-3 0-6 0,3 0 8 16,0 0-5-16,0 0-2 0,-1-2 4 0,4 2-7 16,-3-1 5-16,-1 1-5 0,1 0-5 15,0 0 7-15,0 0-7 0,-3 0 13 0,3 0 2 16,0 0-3-16,-1 0-4 0,-3 1 4 0,4-1 8 16,-3 0-12-16,2 0 4 0,-2 2-12 0,3-2 13 15,0 0-6-15,-1 0 3 0,1 0-2 16,0 4 9-16,0-4-12 0,3 1 5 0,0 1 8 15,0-1-6-15,-2 4-2 0,2-3-2 0,3-2 12 16,-2 3-10-16,5 0-2 0,-2-1 2 0,1 0-8 16,1 2 10-16,-2-1-2 0,3-2 11 15,-4 4-6-15,1-3-5 0,4 5 5 0,-5-6-5 16,1 4-3-16,-1-1 11 0,1 1-5 0,-1-2 2 16,-2 3-5-16,-1-4-10 0,0 5 4 0,-3-4 6 15,-3 4 3-15,6-1-6 0,-3-2 6 16,3 1 7-16,3 3-7 0,-2-3 7 0,-1 0-18 15,3 1 1-15,1-2-4 0,-1 3 6 0,1 0 5 16,0 0 0-16,-1-3-10 0,2 4 13 0,1-1 4 16,-2 0-12-16,0 1-3 0,2 0 8 15,-2-1 0-15,0-2 3 0,3 5-6 0,0-3 14 16,-3 1-6-16,3 0-13 0,-1 1 11 16,5-1-6-16,-4 0-7 0,3 4 5 0,-1-3 5 15,1 1-3-15,3-2-2 0,-2 2 3 0,-1 3-4 16,1-1 14-16,3 1 0 0,-4-1-13 15,4 1 2-15,-3-1 3 0,2 3 10 0,-2 2-5 0,3-5-2 16,0 2 0-16,-3 3-9 0,2-2 12 16,2-2-4-16,1 1-2 0,-1 1-5 0,1 0-5 15,-1-2 5-15,5 2 5 0,-5 0 0 0,5 1-3 16,-3-3 1-16,4 1 12 0,-4 3-15 16,4-2 15-16,-3 2-13 0,2 1-7 0,1-3 8 15,3 3-9-15,-4-1 9 0,1 1-3 0,-2 2 2 16,4-1 6-16,-2-1 2 0,3-1-15 15,0 1 4-15,-3 4-1 0,3-3 4 0,0 5 3 16,1-5 3-16,-2 4 4 0,2 0-1 0,2 0-4 16,-2-1-10-16,-1 1 6 0,3 1 7 15,-3 1 0-15,1 0 5 0,2-3-7 0,-2 0-3 0,2 2 0 16,-3 1-3-16,0-2 16 0,0 1-13 16,1-2-5-16,-2 2 13 0,2 0-3 0,-1 1 2 15,0 0-4-15,1 5 2 0,-2-2-5 16,1 3 21-16,1-5-3 0,-1 0-8 0,1 1 5 15,1 3-2-15,-1 3-3 0,-1-5-7 0,4 4-1 16,-4 2 11-16,0-1 5 0,3 0-3 0,-2-2-7 16,-1 2-3-16,1-4-2 0,1 3-1 15,-1 0 6-15,2-6-5 0,-2 1-3 0,2 5 12 16,1 0-4-16,-5-4 10 0,5 3-8 16,-3 3-10-16,2-9 5 0,-2 8 6 0,2-1 4 0,1 0-10 15,-5-3-8-15,5 1-2 0,-3-1 10 16,2 0-2-16,1-3 7 0,-1 2-5 0,1 2 6 15,0-3-6-15,-1 2 0 0,0-1 13 0,1-2-18 16,3 3-5-16,-3-3 2 0,2 1 11 0,-2-2-1 16,3 1 4-16,-3 1 1 0,3 0-12 15,0 1-2-15,0-1-1 0,-3-1 8 0,3 4-10 16,0-3 10-16,0-2-2 0,-3 6 0 0,3-5-1 16,-1 5-2-16,1-4 8 0,0 0-6 15,-4-1-2-15,4 5 0 0,0-5 6 0,-3 5-6 16,3-4 7-16,0 5-9 0,-3-5 7 0,2 3 5 15,1-2-5-15,0-3 5 0,-3 5-12 16,3-4 7-16,0 0-13 0,0-1 16 0,0 3-11 16,0-3-2-16,0 3 5 0,3-1-7 0,-3 0 9 15,0 2 8-15,1-1-7 0,2-2-11 16,-3-1 11-16,3 4-8 0,-3-3 5 0,4 1 0 0,-4-2-3 16,1 0 8-16,2 0-2 0,-3 0 4 15,3 1-14-15,-3-1 2 0,0 2 2 0,0-2 1 16,0 0 9-16,0 0-7 0,0 0 8 0,-3-3 7 15,3 1-17-15,-3 2-1 0,2-1 8 16,1-3-2-16,-4 3 2 0,4-1-3 0,-3-3 1 16,0 3-3-16,2 2 3 0,-2-1 7 0,3 0-8 15,-3-2 1-15,0 1-11 0,2 1 3 16,-2 1 5-16,0 0 3 0,3 0 4 0,-3 0-9 16,-2 0-3-16,2 0 5 0,3 0 0 0,-3 0-11 15,0 0 17-15,2 0-4 0,-2 0 6 0,3 0 0 16,-3 0-3-16,3 0-3 0,-3 0 8 0,3 0-10 15,0 0 6-15,-1 0-12 0,-2 0 4 16,3-2 2-16,-3 2 0 0,3 0 8 0,0-4-14 16,-3 3 4-16,3 1 2 0,0 0 5 0,-5 0 0 15,5 0-7-15,0 1-9 0,-3-2 14 16,3 1-1-16,-3 1-7 0,3-3 10 0,0-1 8 16,0-1-10-16,0 2-3 0,0 0 5 0,0-3-5 15,0 4 8-15,0-2-8 0,0-1-6 16,0 1 4-16,0-2-1 0,3 3 6 0,-3 0-8 15,0 2 12-15,0-6-19 0,0 4 14 0,0-3-2 16,3 2 13-16,-3-4-13 0,0 6 3 0,-3-6 4 16,3 4-7-16,3-2-5 0,-3 1 10 0,-3-1 3 15,3 3-5-15,-3-4 9 0,3 4-19 16,0-3 7-16,-3 2-8 0,2-2 11 0,1 2 2 16,-3-3-3-16,3 3-2 0,-3-2 0 15,0 0 0-15,2 0 10 0,1-3-15 0,-3 3 3 16,3-1-3-16,-3-1 5 0,3 0 10 0,-4-2-10 15,4 1-3-15,-1-3 3 0,1-1-2 0,-3 2-6 16,3 0 6-16,0-1-1 0,0 0 3 16,0 1 0-16,3 0 8 0,-3-3-1 0,1 3-4 15,-1-2-8-15,4-1 12 0,-4 3-7 0,3-1 16 16,0 0-26-16,-2 1 10 0,2 2 5 16,0-1-3-16,0 0-4 0,1-5 12 0,-1 4-13 0,0 0-4 15,2-1 17-15,1-1 0 0,-3 0-7 16,1-1-8-16,-1 0 2 0,1-1 0 0,-1-1 3 15,3 0 0-15,-1 3 8 0,-2-3 2 0,4-1-10 16,-4-1 6-16,3 4-19 0,-2-3 13 16,-1 0 2-16,5-2-2 0,-5 2 3 0,4 0-1 15,-1 0-7-15,-2 0 8 0,3-2-8 0,0 2 2 16,-1 0 8-16,-2-1 11 0,2 1-19 16,2 1-12-16,-1-2 20 0,-1 2-13 0,1 1 11 15,-1-1 4-15,5 0 4 0,-4-1-4 0,0 0-9 16,3 4 17-16,-3-3-17 0,3 0-1 15,-3 3 3-15,3-3-3 0,-3 0 11 0,3-1-8 16,-2 4-8-16,1-3 3 0,-2 0 13 0,3 3-5 16,-2-3 4-16,2 0-9 0,-1-1-1 0,-2 3 3 15,1-3-2-15,-2 0 2 0,4 2-3 0,-3-2 3 16,4-1-3-16,-4 6-2 0,2-6 5 16,2 2 0-16,-4 0 5 0,0-2-12 0,2-1 2 15,-4 1 2-15,2-1 1 0,2 2 2 0,-2-1 2 16,4 0-4-16,-4 0 4 0,2 1 11 15,-2-2-13-15,1 1 2 0,1-2-4 0,-2 1-24 16,4 1 34-16,-1 2-8 0,0-3 5 0,-3 5-2 16,4-6 2-16,-2 1 8 0,1 1-6 0,1 2-9 15,-4-3 7-15,3 0-5 0,-2-1 7 16,2 2-1-16,2-3-12 0,-1 2 14 0,-4 0-5 0,3 0-3 16,-3-3 0-16,4 3-3 15,-1 0 3-15,-1 0 0 0,-1-3 10 0,2 3-7 16,0 1 2-16,1-1-5 0,-1-1 15 0,0-2-17 0,0 3 12 15,-3 0-18-15,3-4 11 0,-3 5-6 16,4-3 3-16,-1 0 6 0,0 2 6 0,0-2-12 16,0-2 11-16,0 4-11 0,-2-1-6 0,2-2 6 15,-3 1-2-15,4-2 4 0,1 4-2 16,-5 0 6-16,4-4-9 0,-1 5-2 0,0-3 5 16,1 0 5-16,-4 2 0 0,2-3 3 0,-2 0-6 15,4 1 1-15,-4-2-13 0,3 3-1 16,-4-3 1-16,5 2 15 0,-4-2-2 0,2 4 5 15,-1-4-8-15,-1 1 5 0,-1-1 2 0,1 2 1 16,0-2-5-16,0 1 7 0,0-1-8 0,-1 0-4 16,-2 2 2-16,2-3 5 0,-1 2 0 15,1 0-5-15,-2-4 0 0,-1 5 8 0,3-3-11 16,-6-2 8-16,7 6 0 0,-3-4 1 0,-4-2-1 16,7 2-5-16,-4 3 7 0,1-2-9 0,-4-3-3 15,7 5 0-15,-1-3 2 0,-2 1-5 16,-4-3 11-16,7 5-11 0,-1-3 6 0,-2 3-6 15,2-2 0-15,-2 2 1 0,3-2 7 0,-4 2 2 16,1-1 6-16,-1-1-16 0,1 1 0 16,2-3 16-16,-2 4-8 0,0-2 5 0,-4-3-5 15,7 7-2-15,-4-5 2 0,3 2 0 0,-6-4 0 16,7 4 7-16,-4 1-7 0,2-3-5 0,1 1 0 16,-2 0 3-16,2 1 7 0,1-4-13 15,0 3 13-15,-3 1-2 0,2-3-3 0,1 3 7 0,-1-1-14 16,2-2 9-16,-4 4-7 0,5-1-3 15,-2-1 14-15,-1-1-1 0,2 1-16 0,-4 1 11 16,5-1-5-16,-5-2 8 0,2 1 10 16,2 3-13-16,-2-3-3 0,-2 1-2 0,2-1-5 15,1 1 5-15,-3 1 5 0,3-1 2 0,-1-2-7 16,-2 1 0-16,2 2 5 0,-2-2-10 16,4 2 17-16,-2-2-9 0,-3 1 2 0,4 1 5 15,0-1-8-15,3 0 9 0,-3 1-12 0,3-1 14 16,-2 4-10-16,2-2 14 0,3-1-14 15,-2 2 9-15,2 0-7 0,1-1-2 0,0 3 4 16,-1-1 14-16,1-1-11 0,2 2-23 0,-4-2 18 16,1 1-5-16,1 1 5 0,-1 0 0 0,4-1 8 15,-3 2-11-15,0-1 6 0,-1 0-3 0,1-1 23 16,3 1-23-16,-4-3 0 0,2 2 5 16,-2 1-5-16,1-1 5 0,2 0-5 0,-1-1 2 15,-2-1-9-15,1 2 14 0,3-1-7 0,-3-2 0 16,2 3-5-16,-1-2-7 0,-2-1 4 0,5 1 5 15,-5-1-2-15,4 1 5 0,-3-1-5 16,3 2 2-16,0-3-7 0,0 2 8 0,0 1-6 16,-3-2 5-16,2 0-4 0,-1 0-1 0,1 1 6 15,-2-3-9-15,0 2-1 0,0-2-9 16,-1 2 8-16,1-3-2 0,-4 3 10 0,3-2-11 16,-2-1 4-16,-1 1-9 0,0 1 3 0,1-2 16 15,-4 0-14-15,3-1 6 0,0 0-3 16,-3 2-2-16,0-2 5 0,0 0-6 0,-1 0 16 0,-6 0-2 15,11 2 2-15,-5-2-3 0,-6 0 11 16,7 1 0-16,-7-1-3 0,7 0-3 16,-7 0-2-16,8 0 5 0,-8 0-10 0,9 1 5 0,-9-1-5 15,7-1 10-15,-7 1-7 0,7 0 2 16,-7 0-8-16,11 1 13 0,-5-2-7 0,-6 1 4 16,10 1 3-16,-6-1-2 0,-4 0 2 0,13-1-5 15,-13 1 10-15,11-1 8 0,-1-1-8 16,-3 2-5-16,0-2-2 0,-1 1 5 0,5 0 17 15,-4-2-17-15,3 1 5 0,-3 1-3 0,3-1-5 16,-3 1 3-16,3-2-8 0,-3 2 5 0,3 0 0 16,0-1-8-16,-3 0 3 0,4 2 6 15,-1-3-6-15,0 1 0 0,1 2-3 0,-2-1 0 16,-2 1 6-16,4-1-6 0,-1-2 9 0,-3 3-1 16,2-2 0-16,-1 1-3 0,-1 1 9 0,3-2-9 15,-4 1-7-15,5-2 0 0,-4 2 7 0,0 0-4 16,3-1 10-16,-3 0-6 0,3-1 1 15,0 3-3-15,1-2 5 0,-1 1-8 0,0-3 3 16,4 2 13-16,-1 1 2 0,1-2-22 0,-1 0 7 16,2 2 5-16,1-2 3 0,2 2-11 15,-1-3-12-15,3 4 12 0,1-2 13 0,-1 1 1 16,1 0-6-16,3-2-8 0,-4 3-2 0,4 0-5 16,0-2-6-16,0 1 22 0,-1 1 1 0,2 0-14 15,-1 0 4-15,3-2 0 0,-3-3-2 0,1 5 5 16,-2 0 11-16,1-3-11 0,0 2 7 15,0-3-14-15,-4 2-1 0,1 0 5 0,0-1 8 16,-2 0-2-16,-1 0-11 0,-1-1 11 0,3 1-3 16,1-2-8-16,-7 3 0 0,6-3 3 15,-3 2 5-15,0-4 0 0,0 6 5 0,1-6-7 16,-1 5 4-16,0-3 6 0,0 3 2 0,-1-2-15 16,-1 0 8-16,1 0-1 0,-1 0-4 15,1 1 7-15,2-1-8 0,-2-1-7 0,2 0 5 16,-2 2 8-16,2-2-11 0,2 2 8 0,-3-1 2 15,1 1-7-15,1-4 5 0,-1 4 3 16,3-2 2-16,-4 2 0 0,3-1-5 0,-3 1-10 16,4-4 2-16,-4 6 6 0,3-2 4 0,-2-1-4 15,2 2-3-15,-3-3 15 0,4 2-8 0,-1 1 6 16,0-3-13-16,1 4 2 0,-4-3 6 0,4-1 5 16,0 3-11-16,-1-4-5 0,0 3 19 0,1-1-1 15,-1-4-18-15,1 6 6 0,-3-3 4 16,4 2-10-16,-1-4 16 0,0 3-13 0,-4-1 10 15,4-1-5-15,0 3-5 0,-2-4 8 16,-1 4-1-16,-1-2 1 0,3 1-3 0,-2-1-13 16,1 1 10-16,-4-1 6 0,4-2-3 0,-1 3-10 15,-4-2 10-15,3-1-3 0,0-1 1 0,0 4 4 16,1-4 8-16,-2 0-12 0,2 1 2 16,-2-1 0-16,2 0-3 0,-2-1 8 0,-1 1 6 15,1 0-17-15,2-3 12 0,2 3-4 0,-3-2 1 16,1 0 2-16,1 0 3 0,2 0-11 0,-3-1-2 15,2-1 15-15,0 2-18 0,1-2 11 16,-4 0-18-16,4 0 17 0,-2 1-4 0,2-2 7 16,-3 1 2-16,-1-1 1 0,0 1-8 0,0-2 0 15,0 0 5-15,-4-1 5 0,2 3-12 0,-2-3 7 16,4 0-2-16,-4-2-3 0,-1 1-6 16,1-1 9-16,0 2 10 0,1-3-3 0,-4 1 0 15,1-1-10-15,2 1 5 0,-3-2 3 0,1-2-3 16,2 3 0-16,-3-1 6 0,-2-2-9 15,2 3-2-15,0-1-2 0,-3 2 2 0,0 0 7 16,3-4-2-16,-3 3-5 0,3 0 0 0,-3 2 0 16,-1-1-5-16,1-1 5 0,1 1-10 0,-1-4 13 15,2 9-1-15,-2-5-7 0,4-4 0 16,-4 4 5-16,3 1-3 0,4-5 1 0,-4 0 2 16,3 3-5-16,1-4-1 0,-1 1 9 0,1-1 5 15,-3 3-19-15,2-4 17 0,-2-2 1 0,2 4-4 16,-2-1-8-16,-2 0 7 0,2 1-4 0,-1-1-3 15,-3 1 7-15,3-1-2 0,1-2 0 16,-4 6-2-16,3-4-1 0,-1 1 11 0,-1-1-3 16,-1-2-10-16,2 4 2 0,-2-3 6 0,1 0-1 15,2 2-4-15,-4 0 4 0,1 1-7 16,1-2 5-16,1 3 3 0,-5 2-11 0,5-3-2 16,-1 4 12-16,-4 0-4 0,2 0 17 0,1 0-2 15,0 0-8-15,0 1 0 0,0-2-5 0,-1 6 0 16,1-3 5-16,1-1-10 0,-2-2 3 15,1 5-6-15,1-2 5 0,-3-3 1 0,3 6 2 16,2-4 0-16,-1 1 2 0,-1-3-7 0,-1 4 5 16,2-2 8-16,-2 0-8 0,1 0-3 0,-1 4 3 15,2-3 0-15,-2 2 8 0,1-1-3 16,-2 1-2-16,1-1-6 0,0 3 1 0,3 0-9 16,-3 0 9-16,0-3-6 0,3 3 11 0,-3 1-6 15,3-4 11-15,0 3-3 0,1 2-2 16,-1-3-14-16,0-2 14 0,1 4-3 0,-1-1 2 15,3 0-2-15,-2-4-2 0,2 6-8 0,-3-3 2 16,1-2 5-16,2 2 1 0,1 2 9 16,-4-4-9-16,3 3-3 0,1-1-3 0,-3-3 11 15,0 6 2-15,2-4-5 0,0 0 0 0,1 4 0 16,-1-3 5-16,1 1-13 0,-3-4 13 0,6 6-10 16,-4-2-2-16,2 1 1 0,4-4 4 15,-1 3 4-15,-2 0-9 0,-1 0 9 0,1 1 9 16,-1-2-9-16,1 1-7 0,-2 2 2 0,0 1 6 15,3-3 0-15,-4 2-6 0,2 1-2 0,-2-3 13 16,-3 6-1-16,4-3-9 0,-1 0 9 0,1 0 1 16,0-1-5-16,0 1-9 0,-1 2 12 15,0-1-9-15,-2-1 3 0,2 1-3 0,-2 2 3 16,3-3-5-16,-4 3 5 0,4 0 3 16,-4-2-6-16,4 4-2 0,-4-2 3 0,0-1-6 15,4 4 5-15,-4-5 3 0,3 5-7 0,-2-1 4 16,-1-2-4-16,1 3 12 0,2-2-3 15,-3 2-7-15,1-3 8 0,2 2-1 0,-3 2 1 16,1-1-6-16,-1 0-4 0,3-1 7 0,-2-1-3 16,-1 2 3-16,0 1 5 0,4-2-2 0,-4-2-1 15,4 3-2-15,-4 0-7 0,5-3 24 0,-3-1-19 16,-1 5-3-16,0-2 10 0,2-4 0 0,-3 6-5 16,4-3 0-16,-4-1-8 0,0 3 11 15,4-2-6-15,-4-1 3 0,1 2 3 0,-1 2-6 16,0-4-4-16,1 1-1 0,-2 2 8 0,-2 1 0 15,3-2 13-15,1-2-13 0,-1 3-8 16,-3 0 0-16,4-2 14 0,0 2 1 0,-3-4-4 16,3 5 4-16,-1-2-12 0,0-3 0 0,4 4 13 15,-4 1 0-15,0-3-8 0,1-1-6 16,-1 3 9-16,0-2-6 0,1-1 3 0,-1 2 0 16,0 2-2-16,-3 0 7 0,3-2-10 0,-3 0-5 15,0-1 17-15,3 2-2 0,-3 1 1 16,0-2-6-16,-1-2 2 0,2 3 3 0,-1 0-7 0,-1-2-3 15,1 2 2-15,3-4 0 0,-3 4 6 16,0-2 2-16,3-1-2 0,-1 2-1 0,-4-3 3 16,2 1-7-16,2-2 12 0,-1 5-7 0,-1-5 7 15,1 3-13-15,-3-2 1 0,3 0 12 0,1-1-7 16,-2-1 2-16,0 1-8 0,2 1 11 16,-4-1 2-16,5-2-7 0,-4 1-3 15,2-1-8-15,-1 2 0 0,1-1 11 0,-3-2 7 16,2 0-7-16,0-1-6 0,0 1 0 0,0 0-4 15,-1 1 7-15,2-2 0 0,-2 2-8 0,1-4 8 16,-1-1 3-16,-2 3 2 0,4-4-8 0,-2 5 3 16,-1-2-5-16,-3-2 3 0,4 2 7 15,-3-3 0-15,1 0 5 0,0 0-5 0,-1 0-5 16,-2 2-5-16,2-2 10 0,-3-1-5 0,3-1 0 16,-3 3 3-16,0-4-3 0,3 3 2 0,-3-3-2 15,0 2 0-15,-3-3 0 0,3 1 5 0,-3 1-5 16,3-3 0-16,-3-1-2 0,-1 5-1 15,-3-5 3-15,3 2 5 0,1 1-5 0,-2-3-2 16,-3 1-6-16,0 0 6 0,2 0 2 0,-1-4 7 16,0 5 1-16,0 0 5 0,-3-4-6 15,3 4-9-15,1-1-1 0,-1-1 8 0,-1 2 1 16,2 1-4-16,-1 2-7 0,1-3 8 0,-2 1 4 16,4 2-12-16,-2-2 13 0,-1 1-13 15,1 3 10-15,-2-3 0 0,2-1-5 0,-1 3 2 0,3-2-12 16,-2 0 18-16,-2-1-6 0,2 4-4 15,-1 0 2-15,1-2-3 0,2-2 1 0,-3 5 2 16,0-2-3-16,4-2-4 0,-4 3 1 16,3 0 12-16,-2-2-4 0,-1 2 1 0,3-1-6 15,1-1 1-15,-1 3 2 0,-2-1 7 0,3 1-7 16,-1-1 0-16,0 2 3 0,0-3 2 0,-2-1-3 16,3 2 9-16,0-1-14 0,-1-1 8 15,1 4 0-15,0-4-2 0,2 3-3 0,-6-1-10 16,7 1 15-16,-3-1-3 0,-1 0 9 0,1 1-6 15,3-5-10-15,-3 6-6 0,1-3 9 16,0 2 2-16,-1-2 2 0,3 0-7 0,-3 3 8 16,3-5-8-16,-4 4 2 0,4-2 3 0,-1-1-8 15,-2 3 16-15,3-1-10 0,0-4-83 0,0 6 24 16,-3-3 7-16,3-1 8 0,0 2 2 0,0-2-4 16,0 0 12-16,0 3 8 0,0-1-11 0,0-4 14 15,0 6 2-15,3-3-3 0,-3-1 11 16,0 3-3-16,3-3 0 0,-2 3 0 0,3-2 0 15,-1 0 5-15,-3 3 8 0,5-3-3 0,-3 2 1 16,1-2 12-16,0 2-13 0,1-1 1 16,-1 1-1-16,0-1 8 0,2 1 2 0,-2-1-2 15,0-4 3-15,1 6-8 0,-1-3 7 0,3-1-4 16,-2 3 15-16,-1-4-21 0,1 2 8 16,-1 3-5-16,-2-3 5 0,2 0 2 0,0 0-2 15,1-1 8-15,-4 0-8 0,3 3 5 0,0-4 8 16,-3 2-13-16,3 2 0 0,-2-2-3 0,2 2 9 15,-3-1-12-15,4-4 17 0,-1 4-14 16,-1 0-7-16,0-3 15 0,1 1 3 0,0 2 4 16,1 0-9-16,-1-4 0 0,0 2-1 0,5 1 8 15,-5-1-4-15,1 1-6 0,2-1-3 0,-3 2 18 16,1-1-12-16,-1 1 2 0,0 0-2 16,2-1-9-16,-2 2 14 0,0-3-8 0,1 3 13 15,-1-2-26-15,0 3 13 0,1-4 5 0,-1 1 3 16,0-3-6-16,4 4 9 0,-6-1-1 15,2-2-7-15,0 1-1 0,1-2-2 0,-1 2-2 16,3 1 17-16,-5-2-15 0,2 0 10 0,4-2-7 16,-6 2-1-16,2-2 3 0,0 2 13 0,2-3-7 15,-3 0-6-15,1 3-5 0,0-2 5 16,0-1 8-16,-2 1-11 0,-1-2 11 0,4 3-5 16,-1-2-8-16,-3 0 10 0,4-1-8 0,-4 3-4 15,3-3 9-15,-3-1-14 0,3 4 14 16,-3-4-4-16,3 0-3 0,-3 3-8 0,0-2 16 0,0 0-5 15,0 2 9-15,0-4-1 0,0 2-11 16,0 3 5-16,0-5-5 0,0 4 7 0,-3-1 6 16,3-1-8-16,0 1 0 0,0 1-5 0,-3 0 0 15,3-2 3-15,0 1 2 0,0 1-2 16,-3-1-3-16,3-1-3 0,-1 2 11 0,-2 0 7 16,0-1-12-16,3 0-6 0,-4 0 8 0,0 1 3 15,4 0-3-15,-3-2 0 0,-1 2 5 16,1 0-7-16,-3 0 7 0,3 1-17 0,-1-2-4 15,0 0 16-15,1 1-2 0,-4 1 5 0,4-1-6 16,-1 1-9-16,1 0 4 0,-2 0 13 0,-1-1-7 16,0 2-6-16,2 0 3 0,-2-2 0 0,-1 2-10 15,4 1 10-15,-5-2 0 0,3 2 8 16,-3-2-13-16,4 3 10 0,-2 2 2 0,-2-3-4 16,2-1 5-16,-1 4-6 0,0-2-4 0,-3-1 9 15,3 5 1-15,0-5 2 0,1 5-7 16,-2-5-13-16,3 5 15 0,-3-5-5 0,1 5-5 15,-4-5 5-15,4 5-8 0,-2-2 3 0,2-1 12 16,-4 3-7-16,1 1 13 0,4-4-18 16,-6 3 3-16,3 2 2 0,-1-2-11 0,-4 1 11 15,4 1 5-15,0-2-2 0,-1 4 0 0,4-1-11 16,-3-1 3-16,2 1-3 0,-4 3 8 0,5-2 3 16,-3-1-3-16,2 3-3 0,0-2-7 15,-3 1 2-15,3 2 6 0,-2 0-1 0,3-2 6 16,-1 1-6-16,-4-1 11 0,5 4-21 0,-3-5 10 15,2 5 11-15,-2-2-3 0,1-1 0 0,-1 1 3 16,-1-2-8-16,1 2-8 0,-1 2 16 16,1-5-8-16,-3 4 8 0,2-2-8 0,-2 0 0 15,3 2-3-15,-5-3 6 0,2 3-3 0,-1-4-11 16,1 4 11-16,-2-4 8 0,-1 3-10 0,2-3-11 16,0 1 13-16,-3 2-13 0,4-3 18 15,1 2 8-15,-4-1-18 0,3 2 7 0,-1-3 9 16,4 3-6-16,-5-3 5 0,-1-1-13 0,2 4 1 15,1-4 15-15,3 5-24 0,-3-3 16 16,1 2-7-16,-2-2 4 0,1 2-12 0,0-1 8 16,2 1-1-16,-2 3-5 0,-2-2 6 0,-1 1-6 15,-2-3-2-15,2 4 0 0,-5 4-13 0,0-3 0 16,-2 1-6-16,2-2-4 0,-6 0-18 16,-1 3-49-16,1 1 5 0,-8 3-56 0,-2-3-28 15,-18 6-202-15,11-5-410 0,6 2 113 0,-6 1 38 16,3-6 66-16</inkml:trace>
  <inkml:trace contextRef="#ctx0" brushRef="#br0" timeOffset="23761.12">25879 14840 854 0,'0'8'274'0,"0"2"-15"16,0 4-19-16,0-2-27 0,0 5-11 16,3-2-30-16,-2 6-26 0,3-2-16 0,-1-1-4 15,1-1-14-15,-1 4-9 0,0-2-14 0,2-1 60 16,-3-1-9-16,1 1-14 0,0 2-29 16,1-4-28-16,-3-2-25 0,-1 1-47 0,3-1-35 15,-3-3-31-15,3-1-36 0,-3 1-54 0,0-5-100 16,0 1-378-16,-3-7-51 0,3 4 63 15,0-4 72-15</inkml:trace>
  <inkml:trace contextRef="#ctx0" brushRef="#br0" timeOffset="23943.41">25795 14908 1041 0,'-5'-17'282'16,"2"2"-47"-16,0 2-9 0,3 1 53 0,0 1-11 16,3 0-35-16,-3-2-20 0,7-2-19 0,-3 1-17 15,3-1-18-15,5 1-13 0,-1-3-21 16,0 2-10-16,6 1-5 0,-4 0-84 0,5 0-13 15,-5 6 5-15,4-2-31 0,-3 2-18 16,3 1-38-16,-3 2-28 0,3 0-49 0,-2 4-92 16,-3-2-70-16,2 3-436 0,-4 3 78 0,1-2 21 15,-5 5 64-15</inkml:trace>
  <inkml:trace contextRef="#ctx0" brushRef="#br0" timeOffset="24143.96">25890 15071 1057 0,'0'0'266'0,"0"0"-18"0,0 0-17 0,0 0-16 16,7 3 10-16,-7-3 23 0,0 0-10 0,27-4-28 16,-17 0-31-16,8 1-35 0,-2-2-29 0,5 2-54 15,3-4-48-15,-1 0-54 0,2-1-77 0,2 1-166 16,-3 1-489-16,0 1 100 0,-1-2 56 15,-5 0 46-15</inkml:trace>
  <inkml:trace contextRef="#ctx0" brushRef="#br0" timeOffset="24627.05">26225 15137 941 0,'4'4'256'15,"-1"-4"-20"-15,3 6-16 0,1-4-15 16,0 0-21-16,2 1-12 0,-1-1-11 0,5 0-15 16,1-2-23-16,-3 0 5 0,3 0-23 0,4-2 2 15,-2-3-20-15,1 2-5 0,0 0-10 16,0-4-6-16,0 2 3 0,0-2-25 0,-3 1 7 16,-1-1-13-16,-2 0 3 0,2-1-23 0,-2 1 5 15,-4-1 6-15,2 1-4 0,-2 1 3 0,1-2-7 16,-1 0-6-16,-1 0 0 0,-2-1 11 15,-1 1-18-15,3-1 10 0,-3-2-16 0,-1 6 8 16,1-3 14-16,0 0-17 0,-1 3 11 0,0-2-15 16,-2 2 25-16,3 0-18 0,-3-2-7 15,0 7 12-15,3-5-7 0,0 0-3 0,-3 5 5 16,1-8-7-16,-1 8-9 0,0-4 6 0,0 4-10 16,3-4 15-16,-3 4-10 0,0 0 13 0,0-7 5 15,0 7 0-15,0 0-16 0,0 0 8 0,3-4-2 16,-3 4 12-16,0 0-15 0,0 0 15 15,0-6-4-15,0 6-9 0,0 0 1 0,0 0-11 16,0 0 3-16,0 0 2 0,0 0-2 16,0 0 0-16,0 0 10 0,0 18-7 0,0-11-1 15,-3 3 11-15,3-3-16 0,0 0 11 0,0 1 2 16,0 2-8-16,0-3-7 0,0 1-39 16,0 2-48-16,0-3-39 0,0 1-117 0,3 2-459 15,-3-2-9-15,0-1 35 0,0 1 97 16,0-5 44-16</inkml:trace>
  <inkml:trace contextRef="#ctx0" brushRef="#br0" timeOffset="25598.78">26851 15013 819 0,'-1'16'271'0,"-2"-4"-28"15,0-2-28-15,0 1-15 0,3-1-29 0,-3-1-2 16,1 0-31-16,-1-2-7 0,0 0-13 0,3-2-1 16,-1 2-12-16,0-1-18 0,1-6 0 15,-5 8 0-15,2-5-7 0,3-3-14 0,0 0-7 16,0 0 3-16,-10-17-3 0,10 9-8 0,-4-5-3 15,3-3-2-15,-2-4-15 0,3 2-5 16,3 0 10-16,-2 1-6 0,3-2 6 0,-1 3-5 16,0-1 0-16,1 1-6 0,-1 4 70 0,3-1-21 15,-2 4-2-15,4 0-8 0,-2 2-8 16,4 2 6-16,-3 5-19 0,3 0 3 0,0 0-5 16,0 7 0-16,2 0-15 0,0 1 12 0,-1 2-15 15,3 1 3-15,2 1 2 0,-1 1-5 0,1-1 5 16,1 1-13-16,-3-2 3 0,4 1 0 15,-1-3-8-15,-1-1 1 0,2 2-1 0,2-3 0 16,-1 0-5-16,-1-2 0 0,0-3-10 0,3-1 5 16,-5-1-5-16,2-1 5 0,3-5 3 15,-5 2-6-15,2-2 13 0,-5-3-4 0,6-5-17 16,-7 4 9-16,-2-5-16 0,1 4 10 0,-2-3 11 16,-5 3 7-16,4 1 0 0,-5 2-7 15,0-1 2-15,0 2 8 0,-3 2-29 0,0 5 27 0,-3-7-19 16,3 7 10-16,-11 0 4 0,11 0-9 15,-13 7-5-15,2-2 8 0,4 2-5 0,0-1 13 16,-2 2-6-16,5-1 1 0,-6 6-3 16,6-5 5-16,-2 1 13 0,5 0-15 0,-5-1 2 15,3 0-10-15,3 0 10 0,-1-3-3 0,0 2-2 16,2 1 5-16,0-1 0 0,2-1-10 0,3-2 5 16,-2 3 11-16,3 0-11 0,3-4-8 15,0 2 18-15,-3-2-10 0,7 2 8 0,-4-3-8 16,5-1-3-16,-2 1 1 0,0-2 4 0,1-3 1 15,2 1-1-15,-1-3 1 0,4-2 2 16,-4 2 5-16,3-3-5 0,-2-5-10 0,2 3-7 16,-2-5-12-16,1 2-1 0,-6-3-21 0,5-5-13 15,-5 3 10-15,2-9-2 0,-2 2 5 0,-1-5 8 16,-3 5-8-16,-4 0 15 0,3 1 10 16,-5 4 14-16,3-3 20 0,-1 8-3 0,-3-2 15 15,0 5-9-15,3-1 7 0,-3 5-10 0,-3 2-1 16,3 1 4-16,0 5 9 0,-7-3-2 15,7 3-7-15,0 0 2 0,-7 19-6 0,4-9 4 16,2 4-9-16,0 2 11 0,-1 3-7 0,2-1-1 16,0 4 8-16,0-1-3 0,3 4 6 15,-2 0-29-15,2-2-7 0,0 1-42 0,5 0-14 16,-5-1-80-16,4-3-157 0,2-1-503 0,2 2 43 16,-4-6 85-16,3-2 58 0,-3-5 67 0</inkml:trace>
  <inkml:trace contextRef="#ctx0" brushRef="#br0" timeOffset="25826.69">28140 14795 680 0,'0'21'272'16,"-1"3"-27"-16,-2-6-27 0,3 4 5 0,0-4-62 16,0 4-69-16,0-1-82 0,0-3-156 15,3 7-491-15,-3 0 48 0,0-1 77 0</inkml:trace>
  <inkml:trace contextRef="#ctx0" brushRef="#br0" timeOffset="26476.74">28040 14999 755 0,'-1'-3'322'0,"1"3"-12"0,0 0-29 16,8-5-43-16,-4 2-17 0,7 2-9 0,0-3-28 15,1 2-28-15,1-3 6 0,7 2-27 0,-2-4-12 16,5 0-13-16,-2-1-2 0,3 2-24 15,0-6 67-15,-1 3-12 0,1 0-24 0,-2-5-13 16,0 4-10-16,-4-5-2 0,0 2-11 0,-2 1-17 16,-2 1 7-16,-3 0-21 0,0-2 1 15,-5 5-5-15,1 4-16 0,-4-4 5 0,2 3-10 16,-5 5 3-16,0 0-8 0,0 0 7 0,0 0-15 16,0 0 3-16,-29 8 0 0,19 1 0 15,-1-1-3-15,4 2 5 0,-3 2-2 0,1 1-10 16,1 2 10-16,4-1 4 0,-2 1-9 0,3-2-10 15,3 2 14-15,0-1-4 0,3-2 7 16,2 2-7-16,0-1-5 0,3-1-6 0,4-1 3 16,-1-2 10-16,3-1-2 0,2-1-11 0,-1-4 1 15,1 0 2-15,2-2 5 0,2-5 18 16,0 1-18-16,-2-4-7 0,2-1 2 0,1-3 2 0,-1-3-12 16,-3 1 10-16,1-3-8 0,-5-5 1 15,1 4-4-15,-4-2 22 0,0 2-6 0,-2 0-13 16,-2 3-7-16,0-1 7 0,-2 5 0 0,-4 1 3 15,3 0-8-15,-3 2-7 0,0-1 12 0,0 6-5 16,0 2 16-16,0 0-3 0,0 0-8 16,0 0-12-16,0 0 4 0,0 0 14 0,0 0-3 15,2 23 5-15,0-12-3 0,7 0 19 16,-4 6-24-16,1-2 10 0,-2 2-4 0,5-1 4 16,-4 1-9-16,0 0 7 0,-3 1-5 0,4-3 5 15,-4 3 2-15,-1 2 8 0,-1-8 3 0,0 5 0 16,-3-2-3-16,-3-1 3 0,2 0 5 0,-3-2 8 15,-3-1-6-15,0-1-10 0,0 1 21 16,2-5-13-16,-2 1 18 0,-3-3-3 0,2-1-2 16,-2-2-13-16,2-2-8 0,-2-2-13 0,3-1-43 15,-1 0-30-15,1-5-4 0,3-2-58 0,-3 3-39 16,3-2-84-16,2-5-112 0,0 4-462 16,5-3 85-16,0 0 77 0,5-3 43 0,-3-2 59 15</inkml:trace>
  <inkml:trace contextRef="#ctx0" brushRef="#br0" timeOffset="26660.02">28802 14555 890 0,'0'0'292'0,"11"11"46"0,-11-1-36 0,3 3-31 16,-1-1-28-16,-1 7-15 0,-1 0-25 15,1 0-17-15,-1 6-19 0,0 0-14 0,3 0-9 16,-6 1-37-16,3 2-40 0,0 0-31 0,0-2-85 15,0-1-105-15,-2 0-163 0,0-3-461 0,-1 2 74 16,-1-6 64-16,2-1 67 0</inkml:trace>
  <inkml:trace contextRef="#ctx0" brushRef="#br0" timeOffset="26926.93">28734 14874 742 0,'6'-8'279'0,"-2"0"59"0,4-2-26 0,5 2-25 15,-3-1-54-15,4 0 2 0,2 1-33 16,2-5-2-16,3 3-23 0,-1 3-39 0,4 2 13 16,-3-2-31-16,2 1-7 0,1 4 4 15,-3-3-19-15,0 4-6 0,2 2-18 0,-2 2 0 16,-1 1-5-16,-3 2-7 0,1 1-3 0,-5 1-11 16,1 1 4-16,-4 3-6 0,0 0-5 0,-3 1-8 15,-3 1 0-15,-1-2-2 0,0 3-3 0,-6 1 16 16,3-1-24-16,-3 1-2 0,0-3-15 15,-2 4-34-15,-1-2-33 0,2-1-56 0,1-3-65 16,-7 4-242-16,7-6-420 0,-5-1 99 0,2-2 57 16,2-4 97-16,-2 0 28 0</inkml:trace>
  <inkml:trace contextRef="#ctx0" brushRef="#br0" timeOffset="27077.94">29260 14541 460 0,'-3'7'34'16,"3"1"-186"-16</inkml:trace>
  <inkml:trace contextRef="#ctx0" brushRef="#br0" timeOffset="27776.94">29363 14940 993 0,'0'0'299'0,"0"7"-7"0,0-7-31 16,-1 7-51-16,1-7-28 0,-3 4 5 0,3-4-24 15,0 0-12-15,0 0-23 0,0 0-10 0,8-17-18 16,-5 9 2-16,3-2-20 0,-2-1 10 15,1 0-17-15,0-2 65 0,2 1-30 0,0 1-2 16,-3 1-16-16,2 0 0 0,1 2-18 0,0 1-10 16,-3 0-7-16,2 0-11 0,-2 6 13 15,2 0-11-15,-6 1 4 0,16 0-19 0,-16 0 3 16,12 2-6-16,-3 3 4 0,-1-2-6 0,2 3-5 16,0-3 0-16,4 4-8 0,-1 0 16 15,1 0-13-15,0-3-5 0,0 3 5 0,1-2 0 16,-3-1-6-16,2 1-4 0,-1-1-5 0,-2-4 2 15,4 4 13-15,-3-4-11 0,-2 0 1 16,0 0-8-16,-3-4 3 0,4 2-6 0,-4-3 0 16,-1 0-12-16,1-4 7 0,0 1-2 0,-4-5 8 15,-2 2 2-15,-1-3-11 0,0 2 11 16,0-2-5-16,-1 0 15 0,0 4-12 0,-1-1-1 0,2 2-2 16,-3 3 5-16,-1-1 5 0,4 3-7 15,0 4 4-15,0 0-4 0,0 0 15 0,0 0-1 16,-13 12-9-16,13 1 7 0,-1-1 8 0,1 5-10 15,0 1 5-15,1 4-13 0,2 4 0 16,0 1 10-16,2 5 0 0,-3 1-7 0,5 2-1 16,-3 4 8-16,-1-3-2 0,2 1-3 0,-5 1-2 15,1-1-1-15,-1 1 3 0,-1-1 3 16,-7 12-13-16,4-7-3 0,-4-9-10 0,-1 0 16 16,-1-5-3-16,-4 0-8 0,4-5 15 0,-3-1 4 15,2-6-1-15,-1-2 2 0,-1-2-1 16,0-2 4-16,0-7 0 0,2 2 16 0,1-5 4 0,-4-1-22 15,4-3 12-15,0-2-2 0,-4-6 11 16,4 2-4-16,0-5-81 0,2-2 5 0,1-1 12 16,1 1 11-16,3-1-3 0,0-4 21 0,3 5-26 15,0-2 18-15,3 0 21 0,3-2-16 16,1-3 18-16,1 7-18 0,1-2 21 0,-2 0-8 16,7-1-2-16,-7 3-1 0,6 1-7 0,-2-1-11 15,-1 2 8-15,0 1-53 0,-3 3-11 16,4 0-64-16,-5-3-33 0,-2 4-228 0,-1 2-447 15,0-1 109-15,-6 1 36 0,0 4 79 0,-4-3 78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5:39:12.89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1441 989 949 0,'0'0'335'16,"-11"-1"-50"-16,11 1-24 0,-17 0-26 0,7 3-22 16,-1 1-19-16,-1 1-40 0,0 1 4 0,-4 2-19 15,-1 1-19-15,3 0 5 0,-3 3-22 16,3-1-11-16,-3-2-10 0,4 2-13 0,-1 0 0 15,3-1-18-15,-1 0-2 0,1-2 2 16,1 3-7-16,3-4-3 0,0 0-11 0,0 0-9 16,3 2-6-16,1-1 3 0,-1-4 5 0,2 2-10 15,2-1 5-15,0 0 2 0,3 0-10 16,3-1 11-16,-2 0-24 0,6 1 24 0,1 0-8 16,1 0 7-16,6 0-4 0,-4 0-4 0,6 0-9 15,1 0-3-15,-1 2 13 0,4 0-6 0,0 1-7 16,-3 0-64-16,2 1-5 0,-2 2-2 15,0-1 4-15,-5 0 8 0,2 2-2 0,-5-4 22 16,1 3-4-16,-4 1-6 0,-3-1 26 0,-3 0 10 16,0 0 3-16,-1 0 15 0,-7 1 16 15,1-1-16-15,-4 3-3 0,0-1 19 0,-3-1-13 16,-1 1-1-16,1-3 6 0,-7 5 7 0,1-5-4 16,5 2-8-16,-6-3 7 0,3 0-2 0,0-1 5 15,1 0-8-15,-4-1 8 0,4-1-16 16,1 0 1-16,2-2-13 0,0 0 2 15,-1-4-59-15,1 2-30 0,4-4-77 0,-1 1-79 0,3-5-47 16,1 2-53-16,3-5-343 0,3-1 74 0,4-5 43 16,1-3 44-16</inkml:trace>
  <inkml:trace contextRef="#ctx0" brushRef="#br0" timeOffset="215.14">1673 1014 680 0,'0'0'254'0,"0"0"-6"0,0 0-28 0,8 18-28 16,-6-6 10-16,2 2-38 0,-1 4-8 15,0 0 57-15,1 5-21 0,0 2-18 0,2 2-13 16,-2 4-23-16,3 0-22 0,-1 1-1 0,-2 1-8 16,3 1-38-16,0-1-41 0,-1-2-43 0,1 1-57 15,-3-1-224-15,2 0-480 0,1-6 95 16,0-3 44-16,-6-5 61 0</inkml:trace>
  <inkml:trace contextRef="#ctx0" brushRef="#br0" timeOffset="648.79">1660 1433 1098 0,'0'0'322'0,"-1"-5"-38"0,1 5-25 0,0 0-29 16,1-7-10-16,-1 7-20 0,9-4-23 16,-2 1-26-16,4 2-3 0,2-2-15 0,2-1-13 15,4 0-17-15,2 0-19 0,0 1-2 16,2-3-5-16,2 2-13 0,-1-1-10 0,3 0-8 16,-3-3-5-16,-1 2-8 0,-2 1-7 0,0-5 9 15,-5 5-22-15,2-3 13 0,-2 0-6 0,-1-1-2 16,-2 0 0-16,1-2 3 0,-3 1-3 15,2-1 0-15,-6 0-6 0,3 0-1 0,-6 3-1 16,2-2 5-16,-2 2-10 0,0 1 6 0,-1 0 6 16,0 0 1-16,0 2-10 0,-3 0-3 15,0 3 8-15,0 2-8 0,0 0 5 0,0 0-5 16,-17 4 3-16,10 3 0 0,-2-1-3 0,1 3 0 16,-2 2-2-16,3 0-6 0,-3 3 16 0,4 0-8 15,1 1-3-15,-1 0-4 0,5-1 12 16,-1 2-2-16,4-1-3 0,2 1-8 0,-1 1 9 15,5 0 1-15,2-1-4 0,3 1-13 0,1 0-19 16,3-4-24-16,3 0-63 0,1-2-1 16,0-2-42-16,2-4-133 0,1 2-107 0,-2-3-356 15,-2-3 33-15,1-2 56 0,-1-3 88 0</inkml:trace>
  <inkml:trace contextRef="#ctx0" brushRef="#br0" timeOffset="1098.62">2453 1288 796 0,'0'0'294'0,"0"0"-15"16,0 0-15-16,0 0-19 0,0 31-104 0,3-14-3 16,-3 4-12-16,3 4-11 0,1 7 0 0,2 4-15 15,-2 0-3-15,4 13-12 0,1-2-14 16,-2-8 6-16,-1-4-15 0,2 0-4 0,2 0 1 16,-4-3-13-16,1 1-5 0,1-4-2 0,-1-3-11 15,-1-2-15-15,-2-3 2 0,2-4 8 16,-3-2-10-16,0-2 2 0,2-3-2 0,-5-3-28 15,0-4 10-15,0-3-6 0,0 0-7 0,0 0 16 16,-11-20-8-16,1 0-3 0,0-7 18 0,-4-4-5 16,1-13-10-16,2-1 10 0,1-1 5 15,3 11 23-15,0 2-5 0,4-1 23 0,-4 2-15 16,4 6 5-16,2-1 12 0,1 1-12 0,1 1-3 16,2 1 6-16,0 4-3 0,1 0-6 15,0 4-9-15,2-1 2 0,4 2-8 0,-3 3-12 0,4 1 12 16,2 0-5-16,1 4 1 0,-4 3-1 15,3 2-10-15,1 2 5 0,0 2 10 16,-3 2-15-16,-1 2 5 0,3 2 1 0,-5 2 6 16,1 1-7-16,-5 2 6 0,-1-1 2 0,0 2-6 15,-3 1 1-15,-3 2 15 0,-3 0-21 0,2-1 19 16,-5 1-21-16,1-2 8 0,-2 3 2 16,0-1 8-16,-1-4-11 0,1-1-14 0,3 1-9 15,-4-4-35-15,2-2-64 0,2-3-118 0,-3 0-599 16,2-3 110-16,8-1 42 0,-10-7 70 0,7-1 57 15</inkml:trace>
  <inkml:trace contextRef="#ctx0" brushRef="#br0" timeOffset="1616.51">3187 1328 916 0,'5'-7'312'0,"1"0"-41"16,-3 1-17-16,0-2-34 0,1 0-18 0,-1 1-10 15,-2-2-18-15,2 0-23 0,1 3 0 16,-4-3-7-16,3 2-4 0,-3 0-24 0,0 0-4 16,0-1-4-16,0 2 4 0,0 0-14 15,0 0 1-15,0 6 4 0,0-9-19 0,0 4-17 16,0 5-1-16,0-8-17 0,0 8-3 0,0-5-10 15,0 5 0-15,0 0-5 0,0 0 7 0,0 0-5 16,0 0-2-16,3 27-8 0,-2-15 5 16,1 3 3-16,2 4-70 0,-1 0-12 0,1 3 8 15,-1 3 7-15,1 2 8 0,3-1 0 0,-3 0-6 16,2 5 24-16,-3-3-18 0,1-1 2 16,-1 1 3-16,0-2 10 0,0 1-2 0,-3-2 5 15,0-5-3-15,0 0 0 0,-3 0 11 0,0-2-11 16,2-2 3-16,-2-2 7 0,0 0 11 15,0-3-13-15,0-1 10 0,-1-2-8 0,-2 1 1 16,1-2-1-16,-1-1 29 0,2 0 2 0,1-2-15 16,-3 1 12-16,5-1-4 0,-2-1-6 0,0 2 0 15,3-5-7-15,-8 4 54 0,8-4-73 16,0 0 50-16,-3 6-19 0,3-6 8 0,0 0-12 16,0 0 4-16,17-2 3 0,-17 2-5 0,20-2 3 15,-6-1-16-15,-1 0 10 0,5 1-5 16,-4-1-5-16,3 1-17 0,-4-1-32 0,1 1-38 15,-1-1-7-15,-1 1-111 0,-5 2-117 0,2 2-513 16,-5 0 106-16,-4-2 25 0,0 0 100 0,0 0 51 16</inkml:trace>
  <inkml:trace contextRef="#ctx0" brushRef="#br0" timeOffset="2015.48">1088 2341 847 0,'35'-3'251'0,"2"0"-24"16,1-1-24-16,2-1-19 0,22-2 69 16,6-2-38-16,5 0-18 0,20-1-20 0,8 0 0 15,1 0-21-15,2 3-13 0,1-1-17 0,2 2-91 16,-5 0 12-16,4-2-22 0,7 3 6 0,0 0-6 16,-7 2 11-16,0 0-10 0,-4 2-3 0,-3 1 13 15,-17 1-21-15,-3-1 3 0,-1 0 13 16,-2 1-13-16,-4-1-8 0,-4 0 3 0,-10 0-3 15,-14 0-8-15,1 0 6 0,-10 0-10 16,-2 0-27-16,-8 0-14 0,-2-1-36 0,-3 0-93 16,-5-1-194-16,1 1-399 0,-9-2 79 0,0-2 71 15,-6-1 57-15</inkml:trace>
  <inkml:trace contextRef="#ctx0" brushRef="#br0" timeOffset="2949.96">5451 930 742 0,'-4'-9'353'0,"-3"1"-30"0,0 0-29 15,0-1-23-15,1 5-35 0,-1 0-14 16,-4-2-22-16,1 1-21 0,0 1-25 0,-4 2-6 0,1 2-15 16,-4 0-23-16,0 2-2 0,-4 3-3 15,-3 5-23-15,-4 2-10 0,2 4 4 0,-2 1-1 16,-6 11-19-16,-1 0-8 0,5 4 9 0,3-2-14 15,0 2 1-15,9-4-16 0,2-1-5 0,2-1 0 16,7-2 3-16,0 1-19 0,4 0 1 16,-1-2 10-16,8-2 5 0,-1 2-8 0,7 0-12 15,0-1 17-15,5 1-20 0,4-2 13 16,2-2-10-16,3-1-14 0,0-3-14 0,-4-3-3 16,1 1-6-16,0-4 9 0,-5-1-8 0,-2-1 12 15,0-2 6-15,-5-2-21 0,-1-1-8 0,-1-2-9 16,-7 0-9-16,0 0-2 0,3-9 18 15,-6 1 5-15,-4 1 16 0,-1-1 12 0,-1 1 13 16,-1-2 10-16,-4-2 8 0,1 3-3 16,2-3 8-16,-3 3 0 0,1 0 11 0,2-1 19 15,1 3-7-15,1-2-10 0,1 2 10 0,4 0-7 0,-3 0-8 16,4 0 2-16,0 0-5 0,3 0 3 16,3 0-6-16,0 1-15 0,4-1 14 0,4 2-22 15,-1 0 1-15,3 3 12 0,2 0-12 0,1 2 7 16,5 1-5-16,-3 3-8 0,4 4 14 15,0 0-19-15,-2 3 8 0,0 1 5 0,1 2-5 16,-4 1 0-16,-3 2-3 0,3 1 6 0,-7 0 10 16,0 1-11-16,1 2 14 0,-4 0-3 15,-1-1-3-15,-5 0-10 0,2-2 5 0,0 1-10 16,-3 0-3-16,0-2-28 0,0 0-5 0,0 0-66 16,3-4-49-16,-3 1-128 0,4-1-520 15,0-3 26-15,0-1 92 0,2-1 66 0,0-4 60 16</inkml:trace>
  <inkml:trace contextRef="#ctx0" brushRef="#br0" timeOffset="3364.93">5771 1298 972 0,'-6'-3'338'16,"-1"3"-15"-16,7 0-60 0,-17 1-7 0,7 3-28 15,0 2-26-15,-1 2-17 0,-2 4-19 0,-1 0-13 16,0 5-9-16,1-1-26 0,2 1-6 16,1 2-7-16,0-1-23 0,2-4 3 0,2 3-16 15,3-2-18-15,0 2 3 0,2-4-21 0,2-1-25 16,2 1-6-16,3-4-4 0,-3 0-14 16,5-1-2-16,2-3 0 0,-3-2 0 0,7-2 13 15,-4-1-10-15,0-3 20 0,1 0-10 0,2-6-3 16,1 2 6-16,-7-4-3 0,3-1 10 15,-3-2 13-15,3-2 2 0,-3 1 6 0,-3 0 7 16,2 4 18-16,-3-1 8 0,0 0-10 0,2 4-13 16,-2 0-65-16,-3 1-6 0,3 3 9 0,-3 4-5 15,1-5 3-15,-1 5 10 0,0 0-2 16,0 0 7-16,3 13-10 0,0-7 13 0,0 2-1 16,-2 1-1-16,5 1-1 0,-2-1 13 0,3 0-3 15,-1 1-17-15,4-2-21 0,1 2-10 0,2 0-16 16,1-5-51-16,0 2-48 0,3-2-64 15,3-2-254-15,-2-1-233 0,2-4 49 0,0-2 72 16,-2-1 61-16</inkml:trace>
  <inkml:trace contextRef="#ctx0" brushRef="#br0" timeOffset="3549.91">6103 977 706 0,'-3'-6'235'16,"3"6"-14"-16,-3 0-6 0,3 0-18 0,0 0-23 15,0 17-13-15,0-4-15 0,3 5-3 0,-3-1-10 16,3 4-17-16,-2 5 1 0,1 2 57 16,2 3-17-16,0 3-19 0,-1-2 0 0,1 5-25 15,2-4-29-15,1 3-17 0,-3 0-44 0,6-3-57 16,-3 3-68-16,-1-4-164 0,1 2-489 16,1-5 69-16,-5-5 59 0,0-5 71 0</inkml:trace>
  <inkml:trace contextRef="#ctx0" brushRef="#br0" timeOffset="4533.12">5967 1358 903 0,'0'-7'302'0,"0"7"-31"16,4-6-25-16,2 2-21 0,4 1-30 0,1-2-21 15,5 0-15-15,2-2-16 0,3 2 0 0,2-3-9 16,1 0-32-16,3 0-15 0,-2-2 5 15,2 1-7-15,-4-1-11 0,5-2 0 16,-7 0-18-16,3 0-4 0,-7-2 1 0,3 1-9 0,-2-4-16 16,-2 1 13-16,-3-1-5 0,-2-3-6 0,-4 0 4 15,-1-2-14-15,-2 4 11 0,0-2-8 16,-1 2 13-16,-3 0 12 0,0 4 4 0,1 0-11 16,-1 1 0-16,0 3-16 0,3 2-4 0,-6 1 4 15,3 7-17-15,0 0 7 0,0 0-2 16,0 0 15-16,-1 23-20 0,2-5 2 0,2 1-2 15,0 5 7-15,0 1-5 0,1 1 8 16,-1 5-13-16,3 1 1 0,2 0-9 0,-4 0 13 16,2-1-5-16,1-1 0 0,0 0 1 0,0-6-14 15,-3-1 23-15,2-1-17 0,-2-4 2 0,2-3-8 16,-3-1 13-16,0-4 0 0,-1-1 3 0,1-3 0 16,0-3-8-16,-3-3 2 0,0 0 1 0,0 0-1 15,13-20-12-15,-12 8 2 0,2-5 3 16,3 1 0-16,-2-1 13 0,0-1-24 0,2 3 16 15,-2-1 0-15,2 3 0 0,-2 1 11 16,0 4-19-16,2 0 0 0,1 4 6 0,0 2 15 16,0 2-11-16,-7 0 6 0,20 4-8 0,-10 1 5 15,1 1-13-15,2 1 6 0,1 2 4 0,3-1-7 16,1 0-64-16,-2 1-3 0,8 0 8 0,-3-2 13 16,2 0-3-16,1-1 19 0,-3-3 17 15,3-1-8-15,-4-2 3 0,4-2-5 0,-3-1 5 16,-1-3-8-16,4-1 23 0,-3-1 14 15,-4-2-14-15,0-3-20 0,-7 1 20 0,1-1 5 0,-4-1-12 16,-1-2 5-16,-3 1 10 0,1 2-3 16,-4 1 16-16,0 0-15 0,-3 2 7 0,2 1-5 15,-2 3-5-15,-3 3 7 0,-1 1-7 0,7 2 10 16,-20 6 0-16,10 0 8 0,-2 3-3 16,2 1-5-16,1 1-7 0,1 3 7 0,2-2-8 15,5 1 9-15,-2-1-6 0,0 2 5 0,3-1-5 16,3-1 7-16,4 4-14 0,0-4 17 15,3-2-15-15,3 1-8 0,-1-2 3 0,7-1-11 16,-1-2-9-16,3-1 1 0,2-3 1 0,-2-1-15 16,3-1 7-16,0-2 5 0,2-3-7 0,-5 0 2 15,0-2 10-15,-4 0 6 0,3 0-11 16,-7 1 13-16,2-3 13 0,-2 1 0 0,-2 2 2 16,-4 2-17-16,2 0-1 0,-2 2 4 0,1 2 4 15,-8 0 26-15,10 5-3 0,-4 0-10 0,-3 4-8 16,5 3 16-16,-1 1 5 0,-1 2-8 15,1 1-3-15,0 3-4 0,0 1 2 0,0 0-8 16,-3-2 18-16,2-1-20 0,0-1 15 0,-1 2-2 16,-2-2 4-16,1-2-12 0,-1-3 10 15,0-2-5-15,0 2 21 0,-2-4 4 0,1-1-9 16,-1-3 17-16,-1-3 3 0,0 0-21 0,0 0-2 16,0 0 18-16,-7-18 0 0,1 8-16 0,2-7 10 15,-4-3-9-15,2-5-1 0,-1 0-5 16,1-5 6-16,-1-2 7 0,3 6 0 0,1-1 13 15,2 1-3-15,-2 1-5 0,3 3-5 0,3 1-2 16,-3 2-6-16,1 1 8 0,2 1-13 0,4 2-7 16,-3 2-19-16,2 3-27 0,1 1-42 0,0 1-58 15,4 3-95-15,1 2-453 0,3 1-33 16,1 0 35-16,2 2 72 0,2-2 77 0</inkml:trace>
  <inkml:trace contextRef="#ctx0" brushRef="#br0" timeOffset="4815.64">8746 1017 1139 0,'0'11'317'0,"0"5"-38"0,0 1-13 16,0 3-30-16,0 0-16 0,3 4-28 0,-3 1-21 0,4 1-27 15,-1 1 2-15,0 6-26 0,-2-5-13 16,3 0-71-16,-1 0-44 0,3-2-73 0,-6 4-268 16,4-3-416-16,-1-2 71 0,0-1 72 0,-3-6 90 15</inkml:trace>
  <inkml:trace contextRef="#ctx0" brushRef="#br0" timeOffset="5598.24">8613 1371 829 0,'-3'-7'307'0,"3"7"36"16,3-6-26-16,-3 6-32 0,3-7-22 15,1 2-32-15,2 3-16 0,1-3-23 0,4 1-11 16,2 0-22-16,1 0-18 0,3-2-13 0,1 2-13 15,1 0-10-15,2-2-21 0,0 2 14 0,-1-1-32 16,4-1 3-16,0 0-20 0,-7 0-23 16,3-1-14-16,-2 1-9 0,-2-1-18 0,2-2-11 15,-5 0-5-15,1-2 6 0,-3 0-6 0,-2-3 3 16,2 0-8-16,-7-2 10 0,2-2 3 16,-3-1 18-16,1-4 15 0,-4 3 16 0,0 1-8 15,0-1 15-15,0 2-2 0,0 5 2 0,0 0 6 16,0 0-16-16,0 1-8 0,0 4-5 0,0-1-2 15,0 5 0-15,0 4-1 0,0 0-2 0,0 0 0 16,6 13 1-16,-1-4 6 0,-2 7 9 16,3 0-11-16,1 8 8 0,-3-2-5 0,2 3-3 15,2 4 0-15,-1 1 11 0,-1 1-16 0,1 1 3 16,0-1-8-16,-3 0 5 0,2-5 2 0,-3 2-2 16,1-2 8-16,-1-1-13 0,0-1 16 15,-2-4-19-15,2-1 8 0,-3-3-2 0,4-3 7 16,-4 0-5-16,3-3 18 0,-3-1-10 0,1-4-13 15,1-2 8-15,-2-3 10 0,0 0-6 16,0 0-4-16,10-21-5 0,-6 9-1 0,-1-2-7 16,0-1 5-16,5 0 3 0,-4 0-3 0,2 1 15 15,1 3-20-15,3-2 13 0,-3 3-8 16,3 3 5-16,-3 1-18 0,4 1 15 0,-1 1 1 16,3-1 0-16,1 5-6 0,-1 0 3 0,2 0-3 15,1 0 9-15,1 4-6 0,4-3 5 0,-1 1-8 16,-2 0 11-16,2-1-18 0,1 0 10 15,0-1 10-15,-2-1 0 0,5 0-7 0,-3-2 2 0,0-1-5 16,-4 1 5-16,3-3-3 0,-3 0 6 16,0 0 5-16,-3-1-6 0,0-2 1 0,-4-1-8 15,-4 0 3-15,2 0 7 0,-4 0 0 0,-1 0-5 16,-3 1 8-16,0 2-10 0,-3 0-8 0,2 2 5 16,-6 2-6-16,-3 0 14 0,10 3-18 15,-21 4 15-15,8 3 3 0,-2 0-6 0,2 3-7 16,0 4 8-16,-1-1 7 0,1 1-2 0,2 4 10 15,4-2-8-15,0 0-3 0,4 1-1 16,0-2 14-16,3-1 8 0,3 1-10 0,-3-1-3 16,7 3-4-16,-1-3 42 0,2-2-29 0,2 1 9 15,6 1-10-15,-1-3-5 0,1 0 0 16,-1-3-8-16,5 2 5 0,-3-3 6 0,0 0 4 16,-4-2-22-16,-2 0-3 0,0 0-8 0,-1-2-48 15,-1 0-44-15,-1 1-84 0,-5-1-344 16,-6 0-375-16,3-3 117 0,0 0 57 0,-18 4 68 15,5-7 78-15</inkml:trace>
  <inkml:trace contextRef="#ctx0" brushRef="#br0" timeOffset="6347.91">11241 820 901 0,'0'0'304'0,"0"0"-38"16,0 0-23-16,0 0-25 0,-6 18-21 0,6-5-2 15,3 5-21-15,-3 1-13 0,3 6-28 0,-2 1-13 16,5 5 11-16,-2 0-16 0,3 3-12 0,0-2-6 16,-1 2 0-16,4 1-12 0,1 7-85 15,-1-4-8-15,-3-8 13 0,3 2-2 0,0-2 2 16,-3 0 0-16,3 1 0 0,-2-4 0 0,1-2 8 16,-2-1 0-16,0-3-11 0,0-1-7 15,-3-4-31-15,2 1-12 0,-5-5-42 0,5-1-35 16,-3-1-103-16,0-2-530 0,-3-4 67 0,5 1 41 15,-2-5 107-15</inkml:trace>
  <inkml:trace contextRef="#ctx0" brushRef="#br0" timeOffset="6798.2">11707 1226 719 0,'-4'-3'366'0,"-2"1"-36"0,6 2-36 0,-15-1-22 16,15 1-29-16,-19 3-23 0,7 1-18 0,2 4-7 15,-3 1-39-15,-1 2-8 0,4 0-22 16,-4 3-3-16,4 2-18 0,0 1-11 0,-1 1 1 16,4-3-16-16,1 2-4 0,2-2-27 0,1 1 9 15,3-4-9-15,0 1-7 0,0-1-18 0,3-2-15 16,1-1-11-16,2-1 11 0,1-3-8 15,4 1-3-15,-1-4-2 0,0-2 8 0,1-1-3 16,-1-3 5-16,0-1 5 0,1-1 0 0,-2-3-2 16,1-2-5-16,-2 2 7 0,-4-3-8 15,2 3 4-15,0-1 12 0,-2 3-1 0,-1-3 27 16,0 3-3-16,2 0-13 0,-5 3-13 0,3-1-2 16,0 1 5-16,-3 4 3 0,0 0-9 0,0 0-4 15,0 0 0-15,10 10 15 0,-9-4-21 16,2 2 6-16,0 0 2 0,4 3-5 0,-3-2 13 15,2 1-15-15,-2 0 7 0,3-1 3 0,3 1 2 16,-3 0-35-16,3 1-1 0,0-3-15 0,1-1-4 16,5 0-4-16,-2-3-23 0,-3 1-25 15,6-3-20-15,-4-2-44 0,2 0-59 0,-2-2-154 16,4-3-386-16,-4-2 20 0,-2 1 75 0,2-6 53 16</inkml:trace>
  <inkml:trace contextRef="#ctx0" brushRef="#br0" timeOffset="7231.89">11932 956 813 0,'-4'-10'239'16,"1"5"-37"-16,3 0-23 0,-3 2-10 0,3 3-26 15,0 0-12-15,0 0-11 0,-3 15-5 0,3-2-15 16,3 3-13-16,-3 2 3 0,3 3-14 0,0 4-1 16,1 1-11-16,0 2-13 0,-1 4 67 15,1 1-21-15,2-1-5 0,-3-4-10 0,1-2 2 16,-1 3-4-16,0-3-29 0,2-2 3 15,-2-3-3-15,0-3-10 0,-3 1 2 0,1-2-4 16,2-4-1-16,-3-1 6 0,3-2-6 0,-3-4-12 16,3-1 4-16,-3-5 1 0,0 0-8 0,0 0-10 15,0 0 13-15,0 0-3 0,0-20-16 16,0 7-2-16,3 2 6 0,-3-2 4 0,1 1-2 16,2-1 7-16,0 1-15 0,1 2-7 0,0 0 7 15,2-1 0-15,-2 4 8 0,2 1-13 0,1 1 8 16,0 2 2-16,3 1-5 0,-3 2 0 0,-7 0-10 15,21 4-3-15,-11 1 16 0,1 1-11 16,-1 2 11-16,0 3 5 0,0 2-3 0,-3 0 8 16,-3 0 13-16,-1 1-1 0,0-1 6 15,-3 2-10-15,-3-2 2 0,-1 2 3 0,-2 0-8 16,2-1 5-16,-6-1-2 0,0 0-1 0,3-1-2 16,-7 0-5-16,7-2 5 0,-6-2 10 0,2-1-12 15,1-4-21-15,0 0-39 0,-1-2-22 16,1-2-64-16,-4-4-90 0,4 0-587 0,1-3 11 15,2 1 103-15,-1-5 71 0,5 1 51 0</inkml:trace>
  <inkml:trace contextRef="#ctx0" brushRef="#br0" timeOffset="7564.42">12305 1331 511 0,'10'-11'195'0,"3"1"-13"0,-5 0-11 16,-2-1-2-16,1 2-33 0,0 0-8 16,-4-2 10-16,1-1-20 0,0 2 5 0,-1-1 7 15,-3 0 1-15,3 1 12 0,-6 0-28 0,3 3-17 16,0 0-4-16,0 2-7 0,-3-1-15 16,3 6-3-16,-11-1-8 0,11 1-12 0,0 0-8 15,-20 8 8-15,12 0 4 0,2 2-9 0,-4 1-6 16,6 2-4-16,-3 0 71 0,3 4-11 15,-2-1 1-15,6 0-16 0,-3 0 8 0,3-1-23 16,0 2-5-16,3-1-5 0,0-2-16 0,1 1 3 16,6-2 5-16,-3 0-12 0,3-1-1 15,4-4-2-15,-1 2-6 0,5-2-17 0,-1-1-8 16,3-2-8-16,-3-1-38 0,4-3-38 0,0 0-44 16,-2-2-41-16,-1 0-159 0,3-2-437 0,-5-3 35 15,2-1 83-15,-2 0 58 0,-4-4 39 0</inkml:trace>
  <inkml:trace contextRef="#ctx0" brushRef="#br0" timeOffset="7798.44">12626 881 688 0,'0'0'230'0,"0"0"-17"0,0 0-8 15,-3 15-21-15,3-3 0 0,0 1-35 16,3 5-3-16,0 1-18 0,1 3 5 0,2 1-18 15,-1 2 5-15,1 2-15 0,-2-1-5 0,2 4-10 16,1 1-14-16,0-2-9 0,0 2-1 16,0-3-9-16,-1 2-11 0,1 1 2 0,0-6-9 15,0 1-29-15,-3-1-18 0,2-1-43 0,1-2-46 16,-3-3-77-16,-1-1-231 0,1-2-309 0,2-2 87 16,-3-6 46-16,1-2 69 0</inkml:trace>
  <inkml:trace contextRef="#ctx0" brushRef="#br0" timeOffset="8032.05">12783 869 616 0,'0'0'267'0,"7"22"-19"15,-4-8-25-15,1 2-14 0,-3 5-19 0,5 3-13 16,-3-1-14-16,4 9 37 0,-1-2-11 15,-2 1-9-15,3 1-19 0,0 0-13 0,-3 2-9 16,2-1-24-16,1 0-18 0,0-2-7 16,-3-3-57-16,2 2-43 0,-2-1-80 0,2-4-112 0,-3 0-548 15,5-1 28-15,-5-7 72 0,1-5 76 16</inkml:trace>
  <inkml:trace contextRef="#ctx0" brushRef="#br0" timeOffset="8798.06">13050 1369 1059 0,'3'-9'330'0,"4"1"-33"0,-3 0-30 0,2-1-35 15,2 0-11-15,2-3-24 0,-1 3-23 0,2-2-21 16,-1 0-2-16,0-1-15 0,-2 2-5 0,-2 0-14 16,1 0-27-16,-3 0 5 0,2 0 4 0,-3 2-27 15,2 0 5-15,-5 1-28 0,3 1 7 16,-3 2-18-16,0 4-4 0,-3-7 4 0,3 7-12 15,-11-1-6-15,11 1 8 0,0 0 11 16,-17 6-16-16,10 0-8 0,3 0-5 0,-2 2 0 16,-1-1 8-16,4 5 0 0,-1-2-13 0,1 1 16 15,-1 4-88-15,4 0 3 0,0-2 21 16,4 4 17-16,0-2-5 0,2 2-12 0,1-2 17 16,7 3 6-16,-1-1-1 0,0-3 1 0,5 0-3 15,3-2 5-15,2-1 18 0,4-2-10 0,-3 0-6 16,7-3-7-16,-3-3 3 0,2 0 7 0,1-3 8 15,-3-2-5-15,2-1-3 0,-5-1-5 0,1-3 13 16,1-2-5-16,-6-3-6 0,0 0 6 16,-4-3 7-16,0-1-17 0,-4 0 12 0,-2 0 19 15,-1 3-4-15,-3-3 3 0,0 4 16 0,-4 1-11 16,1 1 3-16,-1-2 11 0,-2 5-12 16,-2 1-14-16,1 0 12 0,-7 3 8 0,7 3-10 15,-10-3-10-15,10 3-1 0,-17 5 3 0,6 2-2 16,-2 0 15-16,2 4-10 0,1-1-1 15,0 3 3-15,1 1-2 0,1 0-8 0,2 2 10 16,2 0 6-16,1-1-11 0,3 1-3 0,0-1 4 16,3 0 6-16,0-2-1 0,1 0-9 15,5 0-2-15,-1-1 0 0,2-3-18 0,3 0 16 16,-2-4-3-16,-1 0-6 0,4-3 1 0,-3-4 15 0,2-2-2 16,4-2 12-16,1-3-10 0,-2-3-7 15,-3-5-1-15,2-1-7 0,-2-6 7 0,-2-3 3 16,-1-4-2-16,-4-4-14 0,-5-2-2 0,2-18 6 15,-7-3 1-15,-2-1-14 0,2 0 12 16,-6-1-7-16,0 2 12 0,0 4 10 0,0 7-4 16,-1 11 4-16,4 7 14 0,1 5 9 0,-1 4-12 15,4 4-3-15,-2 1 11 0,-1 3-13 16,2 5 4-16,-2 2-9 0,2 5 15 0,4 0-10 16,-11 9-6-16,5 1 3 0,3 4 8 0,-1 4-13 15,4 2 15-15,0 5-12 0,0 4 2 0,7 4 0 16,-4 2-2-16,4-2-3 0,1 2 18 15,5 8-8-15,1-1-5 0,2 1 5 0,-1-1 1 16,1-8-9-16,2 5 1 0,-2-7-3 0,-1-6-8 16,-2-1 8-16,4-1 10 0,-7-4-20 0,3 0-8 15,-2-2-15-15,-4-4-49 0,0-3-38 0,-1-1-101 16,-1-2-623-16,1-2 94 0,-6-5 79 16,0-1 59-16,0 0 70 0</inkml:trace>
  <inkml:trace contextRef="#ctx0" brushRef="#br0" timeOffset="9964.41">15327 1121 982 0,'-3'-8'377'15,"-2"-2"-45"-15,2 5-6 0,-3 1-40 0,5-2-30 16,1 6-20-16,-9-3-21 0,9 3-28 0,-11 1-6 15,1 2-22-15,0 4-26 0,-4 0-18 0,0 4-2 16,-3 2-8-16,0 2-21 0,0 0-4 16,3 3-4-16,-3-1-9 0,4 1-13 0,-2-1-13 15,5 2 0-15,1-2 0 0,5-2-11 0,-3 1-1 16,4-3-9-16,2 0 3 0,1-2-18 0,1 0 0 16,2-2 3-16,4 0 2 0,0-3 0 15,3-1-7-15,0-3-6 0,4-4 1 0,-1 1-14 16,1-3 6-16,0-4-5 0,3 0-18 0,-4-4-1 15,-1-3 6-15,1-1 10 0,-4-3 8 16,-1-2-16-16,-1-2 1 0,-1-5-3 0,-5-3 15 16,2-4 10-16,-3 1 6 0,0 0-13 0,-3 4 15 15,2 3 15-15,1-2-12 0,0 4 23 16,-3 6-3-16,3 0 3 0,-3 2-3 0,3 3-8 16,-3 1-4-16,2 2-4 0,1 2-12 0,0 3 21 15,0 0-24-15,0 6 6 0,0 0 4 0,0 0 4 16,0 0-6-16,10 20 5 0,-6-6-13 0,2 3 19 15,-2 3-6-15,3 3-10 0,0 1 13 16,0-1 2-16,3 5-5 0,3-1-10 0,-3 1-2 16,1-1 10-16,3 0-11 0,-1-2 8 0,4 1 3 15,1-2-80-15,-2-3 6 0,5-2-3 16,3 0-3-16,-4-6-5 0,4-1 16 0,1-4-16 16,-1-2 5-16,-1-1-2 0,1-4 12 0,0-2-9 15,-3-4 25-15,2-1-13 0,-2-2 13 0,0-4-3 16,-1-1 11-16,-6-4-1 0,2 1 14 15,-5-3 4-15,-1-2 1 0,0 2 33 0,-6 2-11 16,0-1 24-16,-1 2 12 0,0 3-5 0,-2 0-7 16,-1 1-11-16,-1 4 11 0,-2-1 5 0,3 5-16 15,-7 0-7-15,7 4 7 0,-10 0-12 16,10 0 7-16,-14 4-2 0,4 0 10 0,3 3-6 16,0 0-4-16,-2 0-3 0,4 1 5 0,-2-2-15 15,1 2 15-15,2-1-10 0,1 0 0 0,0 0 0 16,0-3 6-16,3 2-9 0,0-1-15 15,0-5 3-15,3 8 7 0,-3-5 0 0,6-1-2 16,-2 1 5-16,-4-3 2 0,7 5-4 0,-1-3-11 16,-1 0 8-16,1 1 12 0,1 0-20 15,-1 1 16-15,1-1-9 0,1 1 14 0,2 0 0 16,-1 2-3-16,2-2 7 0,-1 1-17 0,3-2 7 16,-2 2 6-16,2-3-6 0,-1 2-9 0,4-2-27 15,1-1-35-15,-3 1-41 0,3-2-85 16,-3-2-125-16,6 1-445 0,-3-3 94 0,1 1 31 0,-2-4 82 15</inkml:trace>
  <inkml:trace contextRef="#ctx0" brushRef="#br0" timeOffset="10148.08">16150 756 709 0,'0'0'302'0,"0"0"-18"16,-3 15-39-16,3-1-19 0,0 2-9 0,3 3-22 15,1 5-13-15,0 2-21 0,-1 0-18 0,4 4-12 16,-1 0-11-16,1 0-13 0,0 0-19 16,0 0-50-16,0 1-53 0,-1-2-42 0,2-3-84 15,-2 5-580-15,-2-6 22 0,-4-7 51 0,3-1 75 16</inkml:trace>
  <inkml:trace contextRef="#ctx0" brushRef="#br0" timeOffset="10697.39">16021 1102 788 0,'-1'-6'287'16,"1"6"-29"-16,1-8-22 0,5 5-9 0,1-2-42 15,0 1-14-15,3-2-25 0,8-1-3 0,-2 1-20 16,5-1-10-16,3-2 69 0,1-1-34 16,1 2-12-16,5-2-1 0,0-2-19 0,3-1-24 15,0 2 3-15,-3 0-8 0,3 0-8 0,0 1-5 16,-3-2-20-16,3 2-3 0,-9 1 8 0,2 2-13 15,-7 1-13-15,1 0 6 0,-4-1-11 16,-4 2 0-16,0 2-5 0,-2-1-8 0,-4 3 1 16,0 1-6-16,-7 0 8 0,11 3 0 0,-8 2-3 15,-3 1 1-15,-3 6-6 0,-1 0 5 16,0 3-2-16,1 3 2 0,-4-1-10 0,1 2 11 16,-1 1-1-16,2-1-10 0,-1 1 8 15,3-3-10-15,-1 1 4 0,1-2 1 0,3 0-5 16,-3-3 2-16,3 2-5 0,3-3-3 0,-3 0 1 15,3-2 4-15,1-2 3 0,2 0-10 0,2-3 3 16,2 0 2-16,0-3-6 0,4 0 17 0,-1-4-9 16,0 0 11-16,5-3-10 0,0-3 4 15,1-2-7-15,-1-2 13 0,-1-3-13 0,3-4 0 16,-2 2 10-16,-5-2-2 0,0 1 5 0,1 2-6 16,-4 0-4-16,1 5 10 0,-4 0-6 0,0 2 1 15,-1 0 2-15,2 2-4 0,-5 2-1 16,0 4-5-16,-3 1-3 0,0 0 13 0,0 0-5 15,0 0 6-15,14 8-14 0,-8-4 1 0,-3 1 17 16,2 0-13-16,2 1 6 0,-4-1 0 0,3 1-6 16,1 0 11-16,4-1-10 0,-4 1 2 15,-1-4-8-15,4 4 3 0,1-2-2 0,-1 0-16 16,1-1-21-16,-1 0-17 0,0 1-28 0,1-3-85 16,-5 3-141-16,1-1-522 0,-1 1 36 0,-5 0 115 15,-1-4 46-15,0 0 88 0</inkml:trace>
  <inkml:trace contextRef="#ctx0" brushRef="#br0" timeOffset="14064.56">1352 2900 803 0,'-17'0'310'15,"9"0"-23"-15,8 0-29 0,-16 2-17 16,5 0-29-16,1 2-20 0,-4 1-28 0,4 2-10 0,0-1-11 16,-1 1-15-16,2 1-5 0,2 1-23 15,0-3-21-15,-3 2-2 0,6-1-13 0,0 5-8 16,2-4-5-16,1 1-7 0,2-3-1 15,1 4-9-15,5-1 1 0,-3-1 4 0,6 1-1 16,1 0-5-16,6 0 3 0,-4 1-18 0,5-1 8 16,1 3-3-16,3-1 2 0,1 1-9 15,-3 1-1-15,5 1-2 0,2 1 5 0,-3 0-5 16,0 0-3-16,-7-1-5 0,1-1 8 0,-2 2-8 16,-2-1-8-16,-4-3 3 0,0 3 13 0,-3-3-3 15,-3 0 16-15,-1 1 5 0,-3 0-1 0,-3-4 14 16,-3 5 0-16,-2-3-11 15,1 0 5-15,-6 0 6 0,-1 1 4 0,0-2-9 0,-3-1 4 16,3-4 8-16,-3 2-7 0,0 1-8 16,3-3 2-16,-2-3 3 0,1 2-13 0,2-3-7 15,-1 0-16-15,4 0-38 0,0 0-47 0,-1-4-32 16,2 0-55-16,5-4-89 0,1 2-163 16,6-4-188-16,0 0-138 0,1-6 51 0,3 1 65 15,4-4 71-15</inkml:trace>
  <inkml:trace contextRef="#ctx0" brushRef="#br0" timeOffset="14248.57">1742 2942 890 0,'7'9'343'16,"-4"-2"-43"-16,1 2-21 0,2 3-13 0,-3 4-36 16,4 2-20-16,0 4-23 0,-3 4-31 0,3 2-5 15,-1 4-10-15,2-1-5 0,1 2-31 0,-2 1-13 16,-1-1-18-16,2 0-38 0,-1 1-69 15,-3-3-70-15,-2-3-214 0,5 3-454 0,-3-5 47 16,-1-5 92-16,1-6 69 0</inkml:trace>
  <inkml:trace contextRef="#ctx0" brushRef="#br0" timeOffset="14597.15">1776 3386 926 0,'0'0'277'0,"0"-7"-39"15,0 7-3-15,6-8-43 0,1 1 5 16,3 2-33-16,5-3-13 0,1-1-13 0,5 1-10 16,0-5-7-16,3 3-17 0,-1-1-14 15,1-1-11-15,-3 1-9 0,-1 1-17 0,0-4 1 16,-2 3 7-16,-2-2 1 0,-1 3-21 0,-2 0 10 16,-3-3-7-16,-2 1-6 0,-1 3-10 0,-1-3-2 15,-2 5-8-15,2-3 17 0,-2 5-12 16,-3-1 6-16,1 0-11 0,-1 3-6 0,-1 3 4 15,0 0 2-15,0 0-3 0,0 0 5 16,-15 12 1-16,8 0-3 0,1 1-13 0,-1 0 0 16,0 3 0-16,3-2 11 0,1 5-14 0,3-5 6 15,0 6-6-15,1-4-2 0,5 1 6 16,-3 0 1-16,8-1-17 0,-1-2 10 0,4 0-5 16,-1 0-5-16,8-4-21 0,-4 1-13 0,7-5-43 15,-3 0-59-15,2-6-51 0,1 0-30 16,1-5-145-16,2 2-347 0,3-5 187 0,-5-5-78 15,-2 2 58-15</inkml:trace>
  <inkml:trace contextRef="#ctx0" brushRef="#br0" timeOffset="14996.97">2546 3181 693 0,'2'-6'289'15,"-1"2"-30"-15,-1 4-21 0,0 0-31 0,0 0-25 16,0 0 2-16,-1 17-15 0,1-3-18 0,0 4-2 16,0 1-8-16,0 9-100 0,1 0-3 15,2 6 5-15,0 6-9 0,1 9-4 0,2 0 9 16,0-6-1-16,-1-7-17 0,1 2 2 15,2 5-5-15,1-3 7 0,-4-11 1 0,1-4-6 16,-2-1-12-16,2-6 15 0,-3 0-26 0,0-3 9 16,-2-2 22-16,2-5-15 0,-3-4-24 0,0 0-4 15,0-4 0-15,0 0-1 0,-6-16 19 16,2 0-21-16,-3-2 15 0,-2-12 8 0,1-2 52 16,-6-14 14-16,1-1 4 0,6-2-6 0,-3 3-21 15,3 7 4-15,4 6 12 0,-2 1-8 16,2 5 21-16,3 0-11 0,0 5-2 0,0-2-10 15,3 5-8-15,-2 1 0 0,6 1-7 0,-4 1-4 16,4 3 1-16,0 0-10 0,0 5-11 16,3 1 1-16,0 3-4 0,0 2 1 0,1 2 0 15,-1 5-11-15,0 0 16 0,1 6 0 0,-1-1-13 16,-4 5 16-16,-3-1-8 0,-2 6 5 0,-1-3 5 16,-3 2-5-16,-1 5 12 0,-3-1 1 15,-3 2 2-15,-3 0-12 0,2 0-14 0,-3 0 16 16,4-6 6-16,-3-1-14 0,2-1-18 0,4-2-27 15,-3-5-29-15,0 3-87 0,3-8-241 16,0 1-439-16,1-6 53 0,6 0 79 0,-7-9 54 16,3 1 64-16</inkml:trace>
  <inkml:trace contextRef="#ctx0" brushRef="#br0" timeOffset="15379.91">3078 3079 744 0,'14'9'269'0,"0"-1"-28"16,-4 0-19-16,-1 2-30 0,-1 2 11 0,-4 1-32 0,2 1-17 15,-3 3-11-15,-3 1-12 0,-3 0-16 16,-3 3-8-16,-1 2-4 0,-1-3-6 0,-2-1-18 16,-3 2 1-16,-1-3-14 0,1-2 14 15,-2-1-70-15,2-7 5 0,2 1-7 0,-2-1 15 16,0-7 8-16,2 0-11 0,1-3-2 0,0-4 5 15,2-1-3-15,2-1-2 0,2-2-2 16,1 1-11-16,3-1 8 0,0 1-8 0,3 1 2 16,-2 0 1-16,5-1 8 0,-2 4-16 0,3 2 5 15,3-1 13-15,-10 4-11 0,18 4-9 0,-6 0 4 16,2 4-7-16,3 2 10 0,-3 3 3 16,3 2 5-16,1-1-18 0,1 1 10 0,-1 2-3 15,-1-2-4-15,3 3 76 0,1 3-13 16,-4-4-12-16,0-1 10 0,-4-3-5 0,-1-1-13 15,1-3-21-15,-6-1-40 0,2 0-34 0,-4-2-212 16,1-1-543-16,-5-2 59 0,1 0 66 0,-2-3 75 16,0 0 51-16</inkml:trace>
  <inkml:trace contextRef="#ctx0" brushRef="#br0" timeOffset="15797.41">1324 4246 1052 0,'-3'7'404'0,"3"-7"-56"15,0 0-18-15,0 0-30 0,0 0-37 0,13 1-25 16,2-2-7-16,5-1-29 0,11 1-23 0,10-6-25 16,20 0-13-16,4 0-11 0,10-1-15 15,17-3-5-15,-2-3-2 0,5 2-8 0,-2-1-23 16,6-4 4-16,0 5-1 0,3-2-19 0,5 2-7 16,-2-1 0-16,-2-2-1 0,3 2-12 0,-7 1 0 15,-3 2-7-15,-4 2-4 0,-20-1 11 0,0 2-13 16,-11 4-4-16,-10-2 6 0,-12 4-17 15,-6-2 15-15,-5 2-7 0,-5-2-9 0,-2 3 9 16,0-2-11-16,-5 1-2 0,-2 0 2 0,0 1 3 16,-3 0 0-16,-2 0-11 0,-2 1 1 0,-4 2-29 15,1 0-79-15,-7 1-71 0,-1 4-149 16,-6 2-576-16,-1 2 28 0,-2-3 128 0,-7 2 72 16,0 0 76-16,-2-1 42 0</inkml:trace>
  <inkml:trace contextRef="#ctx0" brushRef="#br0" timeOffset="29412.28">5519 2833 622 0,'-4'-6'225'0,"4"6"-23"0,0 0-18 16,0 0-10-16,0 0-25 0,0 0-16 0,-3 14-8 15,3-4-9-15,0 2-17 0,0 3-12 0,0 3 6 16,3 5-17-16,-3 4-9 0,1 2-13 0,2 4 12 15,0 4-25-15,0-1 3 0,1-1 2 16,0 1 2-16,-1-2-25 0,1 0 11 0,2-1-1 16,-2 0-13-16,2 0-61 0,-1-7-40 15,-2-1-262-15,3-3-343 0,-2-3 69 0,-1-4 56 16</inkml:trace>
  <inkml:trace contextRef="#ctx0" brushRef="#br0" timeOffset="29780.01">5437 2931 949 0,'0'-6'282'0,"0"6"-34"0,4-6-28 0,2 3-28 16,-2 0-5-16,5 3-21 0,2 0-22 15,0 1-19-15,6 2-7 0,-1 1-18 0,2 2-11 16,2 3-2-16,0 1-15 0,2 2-5 0,1 6-16 16,4 1-15-16,-6 0 2 0,0 5 3 15,-2-1 2-15,-1 2-9 0,-4 2 4 0,-1-2-17 16,-5 3 7-16,1-5 2 0,-6 1 6 0,-3 1-2 16,0-3-1-16,-3 2-8 0,-3-2-2 15,-1 0 6-15,0 2-4 0,-4-5 1 0,1 2 7 16,-7-2-10-16,1-3-2 0,1 0 4 0,-2 0 6 15,0-4-3-15,0 1-7 0,3-5-1 0,-2 1 1 16,1-1-4-16,3-4 6 0,1 0-12 16,1-1-27-16,3-2-53 0,0-1-56 0,7 0-34 15,-6 0-89-15,6 0-264 0,0 0-233 16,0 0 77-16,16-11 59 0,-2 5 69 0</inkml:trace>
  <inkml:trace contextRef="#ctx0" brushRef="#br0" timeOffset="30198.36">6114 3184 775 0,'-11'0'343'0,"-2"4"-36"15,-1 0-23-15,0 0-43 0,0 2-36 16,1 3 10-16,0 0-33 0,2 2-14 0,1 0-34 15,0-1 1-15,-1 2-9 0,4 0-21 0,1 0-13 16,0 0 2-16,5-3-7 0,-3-1-15 16,4 0-16-16,0 1-4 0,4-5 1 0,0 3-9 15,2-2-11-15,4-4-15 0,-3 1-8 0,7-3-12 16,-1 0 4-16,-1-4 3 0,4 1-2 16,-2-2-3-16,-1-3-3 0,1-1-9 0,-3-3-1 15,1 3 13-15,-3-3 0 0,0 1 5 0,-2 2 21 16,-1-3 2-16,2 5 8 0,-5 1-11 15,0 1 6-15,1 0-8 0,-4 0-3 0,3 4 6 16,-3 2-16-16,0 0-2 0,0 0 0 0,0 0-1 16,0 0-2-16,3 20-2 0,-5-12 0 0,4 3-11 15,-1 0 18-15,2-1-5 0,0 3 0 16,0-5-5-16,2 1-18 0,1 1 11 0,-2-2-32 16,3-1-35-16,3 1-44 0,3-4-20 15,-3-3-105-15,4 2-302 0,0-3-218 0,3-3 77 16,-3-2 72-16,3-3 63 0</inkml:trace>
  <inkml:trace contextRef="#ctx0" brushRef="#br0" timeOffset="30378.43">6401 2883 606 0,'0'0'231'0,"0"0"-19"0,0 0-46 0,0 19 8 15,3-7-28-15,-2 5-10 0,2 2-11 16,0 0-7-16,0 4-8 0,0 4 0 0,2-1-15 15,-1 0-18-15,2 7 0 0,-3-1-24 16,4 1-37-16,-4-6-93 0,1-2-136 0,3 0-442 16,-4-1 49-16,-3-6 50 0</inkml:trace>
  <inkml:trace contextRef="#ctx0" brushRef="#br0" timeOffset="30878.52">6257 3188 714 0,'0'0'261'0,"0"-4"-10"0,0 4-26 16,7-7-31-16,0 5-17 0,4-2-8 16,2 2-26-16,7-3-12 0,1 1-6 0,4-2-4 15,5 2-11-15,4-5-16 0,0 1 11 16,1 1-30-16,2-2 65 0,0 2-19 0,0-2-11 16,2 0-21-16,-5 0-9 0,-6 2-1 0,-1 1-2 15,-4-1-3-15,-2 2 0 0,-4 1-20 0,-6 1 0 16,2 2-8-16,-2-4-3 0,-2 4-9 0,-2-1 7 15,-7 2 7-15,0 0-15 0,8 4-4 16,-8-4-11-16,-8 15 10 0,1-6-3 0,1 4-12 16,-5-1 8-16,1 1-6 0,3 4-2 0,-3-3 2 15,0 1 0-15,3 1-9 0,1 0-6 16,2-1 5-16,1-2 0 0,3 0-5 0,-3-1-5 16,6 0-3-16,0-3 5 0,1 0-17 15,5-3 15-15,1-3-16 0,1-2 11 0,2-1 8 0,1-2-16 16,3-4 0-16,0-2 20 0,0-1 3 15,-2-3-7-15,1-2-6 0,-2-1 8 0,-1-2 0 16,-2 0-5-16,-1 2 26 0,-3 3 12 0,0-2 10 16,0 4 8-16,-3 1-17 0,2 0-9 15,-3 1-20-15,-2 2 16 0,1 2-6 0,2 1 1 16,-4 3-6-16,0 0 13 0,0 0-8 16,0 0-10-16,8 13 8 0,-5-5-3 0,0 1 3 15,0-1 0-15,1 3 8 0,2 1-9 0,-2-2-7 16,4 1 1-16,1 3-22 0,4-3-17 0,-2 2-21 15,2-1-81-15,1 2-147 0,4-3-563 16,2 2 44-16,-3-5 77 0,-3 0 125 0,2-5 28 16,-1-2 69-16</inkml:trace>
  <inkml:trace contextRef="#ctx0" brushRef="#br0" timeOffset="31845.27">8106 2956 706 0,'0'0'246'0,"-3"-10"43"0,3 5-31 0,-3 0-2 16,-1 0-15-16,2 0-36 0,-2 0-13 15,1 1-28-15,-2 0 7 0,5 4-7 0,-6-5-26 16,2 1-10-16,4 4-10 0,-10-3-13 0,4 2-10 15,6 1-16-15,-14 1-5 0,14-1-5 16,-14 3-18-16,4 1 3 0,0 1-21 0,3-1 6 16,-4 4 2-16,4 0-3 0,-3 1-5 0,-3 3-2 15,2 1-3-15,1 3-5 0,-4 2-5 16,4 1 3-16,0-1-3 0,0 2 0 0,3-3-8 16,1 3 0-16,2-4 3 0,0 0 2 0,1 1-15 15,-1-3 8-15,4-2 0 0,0 2-16 0,0-4 5 16,0-1-4-16,4 1-1 0,-1-2 8 15,1-2-8-15,0-2 6 0,5-1-1 0,-2-2 8 16,1-1-7-16,-8 0 12 0,22-4-10 0,-10 0-8 16,1-2-2-16,1 2 0 0,-1-4 5 15,1 0 0-15,-4 1 5 0,3-2-13 0,-5 1 0 16,-1 0-2-16,0-1-8 0,-1 1-6 0,0 1-9 16,-1-2-62-16,-2 1-2 0,0 1-47 15,-3 2-43-15,0-1-56 0,0 0-72 0,-3 2-112 16,3-1-257-16,0 1 72 0,0 4 28 0,0-6 54 15</inkml:trace>
  <inkml:trace contextRef="#ctx0" brushRef="#br0" timeOffset="32111.73">8069 3056 721 0,'0'0'297'16,"0"0"-31"-16,0 0-25 0,0 0-23 0,0 0-16 15,0 0-23-15,0 0-23 0,-3 19-23 0,0-8 0 16,3 3-12-16,0 2-16 0,0 3-11 0,0 4-7 16,-1 3-2-16,2 3-8 0,-1 8-6 15,0-3-9-15,3 3-70 0,0 3-7 0,-3-1 17 16,4 13-7-16,-1-11-13 0,0-6 11 16,0 0 9-16,-3-2-12 0,0-3 7 0,1-2-2 15,3-1 3-15,-4 1 2 0,0-9-3 0,0-1 11 16,0 0-13-16,0-3 10 0,0-1 0 15,3-3-18-15,-3-2-79 0,0-5-182 0,0-1-468 16,0-3 74-16,0 0 51 0,3-17 72 0</inkml:trace>
  <inkml:trace contextRef="#ctx0" brushRef="#br0" timeOffset="33145.75">8271 3006 601 0,'0'0'246'0,"0"0"-31"16,3 19-21-16,1-11-12 0,-1 5-18 0,0 2-18 15,1 0-11-15,-1 1-14 0,1 2-9 0,3-1-12 16,0 0-13-16,-1-1 10 0,1 0-30 0,4 0 7 16,-4-2-12-16,3-1-3 0,0-3-11 15,3 0 3-15,-2 1-28 0,3-7 6 0,-1 1-1 16,1-4-5-16,-1-2-10 0,1-4 7 0,3 1-15 15,-4-4 5-15,1-3-7 0,0-3 10 16,0-3 5-16,-4 1-8 0,0-5 3 0,1 0-6 16,-1 0 9-16,-4 6 12 0,2 0 77 0,-2 0-8 15,-2 2-5-15,2 2-15 0,-5 1 0 16,2 1-11-16,0 3-7 0,0 4-2 0,-2-2-11 16,-1 4 7-16,0 0-4 0,0 0-18 0,10 12 15 15,-9-6-15-15,2 5-8 0,0-1 5 0,0 1-5 16,0 4-8-16,1-1 3 0,3-1-8 15,-3 1 3-15,2 1-5 0,4-1 2 0,1-1 0 16,-1-1-12-16,3-1 15 0,5-2-3 16,-2-1 0-16,2-4-2 0,6 0-1 0,0-2-14 15,-1-2 4-15,5-5-5 0,0 0-17 0,5-4 2 16,-5-2-18-16,-1-1 13 0,-2-2 2 16,-1-3 3-16,-8 0 8 0,2 1-1 0,-5-2 6 15,-3 0-8-15,1 4 26 0,-5 1 17 0,-2-2 6 16,-1 5 0-16,0-2-8 0,-2 7 3 0,-2-2-11 15,-2 2 13-15,3 5-20 0,-10-2 2 0,10 2 5 16,-17 2 11-16,10 4-13 0,-3 0 2 16,-1-1-25-16,1 1 18 0,0 1 12 0,4 0-17 15,-2 1 2-15,1-3-8 0,1 3 13 16,2-1-20-16,1-2 2 0,0 0 1 0,3 1 22 16,-4 0-15-16,4-1 0 0,0-5 0 0,4 12-2 15,-1-9 7-15,-2 4 0 0,2 2-10 16,0-2 5-16,3 0-3 0,-2 2-7 0,2-1 12 15,-1 0 1-15,1 0 2 0,1 1 0 0,0-5 5 16,3 3-2-16,-3-1-5 0,3-2 2 0,0 0-5 16,4-3 15-16,-1 0-17 0,2-2 7 0,1 0-13 15,2-4 0-15,-2-2 1 0,2 3-11 16,2-9 5-16,0 3-13 0,-2-1 1 0,-2-4 4 16,-1 0 1-16,1-3 7 0,-2-1 5 15,-4-1-7-15,1-2-3 0,-4 0-2 0,0-2-3 16,-1 0 7-16,1-1 6 0,-3-1 20 0,-1 0-7 15,-3 1 4-15,1 1 16 0,-1 2-15 0,-1 3 18 16,1 3 10-16,0 1-11 0,0 3 6 16,-3-1-8-16,3 4-10 0,0 3 7 0,-4 1-4 15,4 5 2-15,0 0-16 0,0 0 8 0,0 0-10 16,-10 18 3-16,10-4 10 0,-3-1-6 0,2 6 1 16,-1 0-11-16,4 1-2 0,-2 1 3 15,1 2 7-15,2-2-5 0,0 3 8 0,0 0-6 16,5-4-4-16,-1 2 9 0,0-2-7 15,3-1 5-15,3-2-5 0,1-1-7 0,-3-7-9 16,2 1 9-16,4-2-19 0,-3-4-10 0,3-2 6 16,0-2-9-16,1-3 1 0,-2-2-1 15,2-3 9-15,-2-1 7 0,-2-1 5 0,-1-1 0 16,1-1 0-16,-4 4 38 0,0-3 11 0,-2 5 2 16,-1-2-2-16,-4 3-13 0,1 1 2 0,2 1-4 15,-6 3-1-15,0 0 3 0,0 0 8 16,0 0-8-16,6 13-6 0,-6-6 6 0,0-1-5 15,0 5-3-15,0-3-2 0,0 0 5 0,1 3-16 16,3 0-4-16,-4-3-68 0,3 0-83 16,0 1-185-16,1-2-471 0,2-2 61 0,-2-3 80 15,2-1 69-15,-6-1 53 0</inkml:trace>
  <inkml:trace contextRef="#ctx0" brushRef="#br0" timeOffset="33428.44">9928 2721 852 0,'1'12'266'0,"-1"-1"-23"0,4 3-15 16,-4 4-77-16,3 1-41 0,-3 0-5 0,3 3-10 15,-3 2-8-15,1 1-5 0,2-2-5 0,0 4-11 16,0-4-43-16,-2 2-48 0,1-6-152 0,2 0-478 16,-4-1 45-16,3-4 40 0</inkml:trace>
  <inkml:trace contextRef="#ctx0" brushRef="#br0" timeOffset="33962.15">9874 2988 1131 0,'0'0'317'0,"0"-7"-30"15,0 7-29-15,0 0-27 0,4-5-16 16,-4 5-33-16,10-1-16 0,-3 1-7 0,-7 0-16 16,23 0-23-16,-13 0-17 0,5 0-3 0,-2 0 2 15,4-4-10-15,-3 4-15 0,3-1-5 16,-4 0-6-16,5-4-12 0,-2 2 7 0,2 0-20 15,-4-3-5-15,0 0 13 0,2 1-19 0,-2-1-4 16,-4 0-3-16,0 3 21 0,1-2-19 0,-4 3-15 16,-1-1-17-16,-2 0-9 0,-4 3 22 0,11 1-14 15,-11-1 3-15,9 6-8 0,-8-1 0 16,2-1 31-16,0 2-26 0,0 1 6 0,-2 1 7 16,3-2-10-16,-1 1 0 0,0-1-16 15,4 0-33-15,-4 0 1 0,4-2-9 0,-1 0-20 16,2-1-2-16,2 0-3 0,0-3 15 15,-2 0 13-15,5-1 8 0,0-4 10 0,-2 2 0 16,5-4 3-16,-4 3 2 0,0-5 8 0,0 1 5 16,1 0 10-16,-6-4 0 0,6 3 21 0,-6 1 15 15,0 0 5-15,0 3-5 0,-1-1-23 16,-2 4-8-16,3-2 21 0,-7 4 3 0,0 0-4 16,6 12 6-16,-6 0-7 0,0 4 17 0,1 4 0 15,2 7 0-15,-3 9 3 0,6 15 5 0,-5 6-8 16,2 4 5-16,-3 1-7 0,4 1 4 15,-4-5 1-15,4-1-8 0,-1 1-13 0,0-6 3 16,0-9 13-16,-3-7 2 0,0-7 5 16,0-4 6-16,-3 0 7 0,0-4 15 0,-1-3-15 15,-3-3 3-15,0-4 7 0,-3-2 8 0,0-3-23 16,-1-1-5-16,-2-2-67 0,2-3 11 0,-2 0-3 16,0-3 0-16,-1 0 7 0,1 0-38 15,1-5-15-15,2 0-128 0,0-5-133 0,0 5-487 16,3-2 78-16,1-4 50 0,2 1 80 0,-3-3 61 15</inkml:trace>
  <inkml:trace contextRef="#ctx0" brushRef="#br0" timeOffset="36012.01">11193 2941 929 0,'-3'-8'373'0,"0"3"-40"0,-1 2-26 16,1-2-35-16,3 5-16 0,-7-4-21 0,7 4-30 15,-17 5-29-15,7 0-19 0,0 2-14 0,-4 4-18 16,1 3-7-16,-2-1-8 0,2 4-13 0,-1-3-4 15,4 1-19-15,0 1-18 0,2-3-2 0,-1-1-11 16,5 1-9-16,-2-1-11 0,5-3-10 16,-2 1 7-16,3-2-7 0,0-2 0 0,3-2-3 15,-2 1-13-15,5-5-4 0,1 0 9 0,-7 0 8 16,17-4-4-16,-7 0 6 0,0 1-12 16,-2 0 3-16,2 0-8 0,-1-2 5 0,-1 3-5 15,-1 1-11-15,-1-3-2 0,1 3-2 0,-4 0 2 16,-3 1 0-16,11 0 16 0,-11 0-4 15,10 1 9-15,-6-1 0 0,-4 0-6 0,14 1-2 16,-8-1 5-16,1 0 28 0,-1 0-20 0,5 0 4 16,-1-2-9-16,4-3 12 0,0 2-2 15,3-2 8-15,3-1-16 0,1-3 18 0,-1-1-13 0,4-1 3 16,0 1 15-16,-3 0-25 0,-1-4-6 16,1 3 13-16,-5-4-2 0,-1 0 5 0,1-1 0 15,-5 3-8-15,-1 0-3 0,-4-1 16 0,2 2 0 16,-4 2-15-16,2 1 7 0,-3 1-2 15,1-3-8-15,-1 5 5 0,0 0-8 0,-2 0 6 16,2 4-3-16,1 0-18 0,-4 2 10 0,0 0 3 16,16 8-8-16,-9 0 8 0,4 0-3 15,-4 3 11-15,3 1-8 0,0 2 12 0,0 4 1 16,0-1-21-16,1 3 11 0,-4-2 4 0,-1-2 9 16,-2 2-4-16,-1-1 3 0,0 1 3 0,-3-3-13 15,-3 0 11-15,0-2-4 0,-1-1 3 16,1-1-12-16,-3-1 10 0,2-3-6 0,-3 0 1 15,3-4-1-15,1-3 6 0,3 0 5 0,0 0 10 16,-7-9-16-16,7 5-9 0,4-8 2 0,-1 2 10 16,4-2-7-16,3-3 4 0,1 0 4 15,2-2-6-15,4-1-3 0,-4 0-9 0,5-2 1 16,0-2 9-16,1 1 7 0,-4 3-5 0,-2 1 3 16,4-1 0-16,-6 2-3 0,1 0-3 15,-1 2-4-15,-4 3 12 0,3 1-5 0,-6 1-5 16,3 1-2-16,-4 3 2 0,1 0 10 0,-1 2-13 15,0 2 1-15,-3 1 9 0,0 0-9 0,0 0 4 16,0 0-4-16,0 0 7 0,0 0-8 16,-3 16-2-16,6-10 5 0,-3 3-5 0,3-1-10 15,1 3 7-15,-1-1 6 0,5 2 7 0,-1 1-10 16,2 0 2-16,-2 1-5 0,4-1 6 0,-4 1-1 16,2-1 8-16,2 2-2 0,-4-1-1 15,-1-1-7-15,1 2 5 0,-3 1 0 0,0-4 11 16,-1 2-1-16,-3-1-15 0,-3 0 5 0,-1-1 15 15,0 0-5-15,1-1-7 0,-4-1-3 16,0-1-3-16,1-1 11 0,-2-2 2 0,2 0 3 16,-1-1 0-16,0-5-8 0,0 0 5 0,7 0-10 15,-10-6 0-15,7 0-7 0,-1-1 19 16,4-3-9-16,1 2-11 0,2-4 13 0,3 0-7 16,-2 0 9-16,6-2-9 0,0 1 10 0,1-4-11 15,6 0 6-15,-1 2-3 0,-1-1 2 0,5 2 1 16,-3-1-14-16,4 1 6 0,-4 1 8 0,3 3-11 15,-2-1 8-15,-2 4-20 0,-1 2-3 16,-2 0 10-16,0 2 10 0,-2 3 1 0,-1 1-1 16,0 2 1-16,1 1-3 0,-4 3-1 0,2 1 12 15,-1 2-6-15,-2 0 2 0,1 1 3 16,-3 0 0-16,2 0 6 0,-2 3-11 0,3 0 5 16,-1-2 5-16,1 1-13 0,0-2 11 0,0-1-23 15,0 2 10-15,-3-4 2 0,5 0-7 0,-2-3 7 16,4 1-2-16,-1-2 3 0,4-2-4 15,-1-2 1-15,-3-2 5 0,4-2-2 0,0-2-1 16,3-2 3-16,-4-2-10 0,-2-1 18 0,-1-2-19 16,0 0 14-16,1 0-8 0,-4 1 20 0,-1 0 6 15,1 3-3-15,-4 0-1 0,1 1-4 16,0 1 5-16,-1-1-13 0,0 5 0 0,-2-1 1 16,-1 4-6-16,0 0-3 0,0 0 18 0,0 0-12 15,-7 13-1-15,7-7 6 0,-5 0-10 16,5 1-6-16,-3 1 21 0,3 0-11 0,0 1-2 15,0-1-5-15,3 2 8 0,-2-3-11 0,6 1 0 16,-3 0 6-16,2 1-11 0,1-3 0 16,3 0-7-16,-3-4-16 0,6 0-3 0,-2 0-14 15,2 0-4-15,1-4-9 0,-3-1 4 0,2 0 6 16,4-3 7-16,-7-2 1 0,5-2-1 16,-6-2 11-16,2-1-11 0,-1 0-17 0,0-6 20 0,-3 2 7 15,-1 3 14-15,-2-3 7 0,0 6 13 16,-1 1 33-16,-2-2-18 0,2 2 0 0,-3 3-2 15,3 2 7-15,-3 2-7 0,0 3 2 0,0 0 5 16,0 0-9-16,0 0-4 0,-3 20 1 16,0-8 4-16,3 1-4 0,0 0 5 0,0 5-1 15,0 1-2-15,0 1 6 0,3 2-6 16,-3-2-3-16,3-1 6 0,0 5-11 0,-2-4-2 16,2 0 16-16,0-2-6 0,0-1 5 0,-3-4 0 15,4-1-2-15,-4 0 15 0,4-2 28 0,-4-3-2 16,3-3 2-16,-3 1-8 0,0-5-4 0,0 0-6 15,0 0-7-15,7-13 7 0,-4 2-5 0,0-3-2 16,-2-3-13-16,5 0-3 0,-2-4 5 16,3-1 3-16,0 0-10 0,2 2 5 0,2-3-13 15,-4 4 2-15,3 2-7 0,4-1 2 0,-1 3 1 16,1 1 7-16,0 1-13 0,2 2 6 16,-1 3-6-16,1-2 6 0,5 3 7 0,0 3 0 15,6-3-13-15,-4 4 11 0,-1-2-6 0,1 2 3 16,-2-1 0-16,2 2 3 0,-5-1-6 15,-2 1 1-15,-1-1 12 0,-2 1 8 0,-2 1-11 16,-1-1 9-16,-3 0-6 0,-1 2-2 0,2-1 7 16,-8 1-12-16,0 0 4 0,0 0-7 0,0 0 13 15,-8 13-3-15,1-5-10 0,-6 2 0 16,-1 2 3-16,-2 2-8 0,1 1 2 0,-1 1 8 16,1 1-12-16,2-3 1 0,-1 3 1 0,7-3 10 15,-3-1-15-15,4 4 3 0,1-6-4 16,-1 3-7-16,3-6-7 0,3 3-11 15,0-3-5-15,3 0 0 0,0-2-10 0,5-2 0 0,-1 1-11 16,2-5 3-16,2 0 13 0,-1-4 5 0,0-1 16 16,1-1 9-16,-1-3-12 0,0-1 3 15,-3-3 12-15,4-1 10 0,-2 1 24 0,-2-2 2 16,1 4 23-16,-2-3 8 0,1 4 7 0,-4 1-12 16,1 0-11-16,-1 2-10 0,0 2 3 0,0 3-8 15,-3 2-3-15,0 0 6 0,0 0-3 0,12 6-2 16,-9-2-6-16,3 5-18 0,-3-1-7 15,1 2-33-15,0 1-39 0,-1-1-57 0,1 1-122 16,2 1-596-16,1-4 74 0,-3 1 81 0,6-1 65 16,-3-4 92-16</inkml:trace>
  <inkml:trace contextRef="#ctx0" brushRef="#br0" timeOffset="36528.24">13519 2989 483 0,'0'15'210'16,"3"-2"-18"-16,-3-1-15 0,0 0-11 0,-3-1-23 15,3-2 1-15,-1 1-24 0,1-3 3 16,-3 1 0-16,3 0 7 0,0-2 11 0,-3-3 15 16,3 2-7-16,0-5-6 0,0 0-35 0,0 0-9 15,0 0-6-15,0 0 4 0,0 0-18 0,0-25-10 16,3 11 70-16,0-3-19 0,1-2-20 15,-1-1-6-15,3-2-12 0,2 0-5 0,-1 3-10 16,0-2-8-16,2 5-11 0,2-1 3 0,-4 4-5 16,-1 1-17-16,4 4 1 0,-2-2-4 15,-1 5 7-15,2 1-17 0,-2 4 7 0,1 0-3 16,2 2 1-16,0 4-24 0,0 2 11 0,0 1 4 16,-3 1-4-16,4 0 13 0,-4 3-16 15,2-1 10-15,-2 1-5 0,1-2-5 0,-2 2-2 16,1-1 10-16,0 0-6 0,-1-4-4 15,-1 0 5-15,1 1-6 0,1-5 6 0,-1 3 10 0,-2-2-3 16,3-1-17-16,0-3 17 0,3 3 6 16,-3-3-16-16,4-2 0 0,1 1 0 0,-2 0 8 15,2-5-1-15,1 2-1 0,4-1-14 0,0-3 16 16,0 1-13-16,0-2 5 0,1-1 0 16,5-3-10-16,-3 1 3 0,-2-3 9 0,3 1-4 15,-2 0-3-15,-1-1 5 0,-4 0 0 0,3 1-10 16,-4 3 2-16,1-1 1 0,-4 1 2 15,-3 3-8-15,4-1-10 0,-5 2-59 0,1 0-51 16,-4 1 11-16,1 2-1 0,-1 0-46 0,1 1-51 16,-4 2-151-16,0 0-399 0,0 0 40 0,0 0 93 15,0 0 46-15,0 0 56 0</inkml:trace>
  <inkml:trace contextRef="#ctx0" brushRef="#br0" timeOffset="37012.01">14373 2754 742 0,'0'0'292'0,"-14"-2"-16"0,4 2-33 0,0 2-18 15,-4 2-15-15,-2 2-20 0,1 1 50 0,-1 3-17 16,-2 1-41-16,0 3-16 0,2 1-12 0,-1 2-13 15,6-2-11-15,2 3-4 0,-2-1-24 16,4-2 3-16,4 2-18 0,3-1-13 0,0-2 5 16,0 0-15-16,6 0 0 0,1 0-5 0,4-2-23 15,2-2 3-15,5 1 19 0,-2-5-22 0,5-1 21 16,0-3-27-16,-1-2 1 0,7 0 10 16,-2-5-8-16,2-1-12 0,0-2-3 0,1-5-77 15,2-1 5-15,-6-3-5 0,3-4 5 0,-6 0 1 16,0-1 17-16,-1-3-3 0,-3 0-4 15,-4 2 17-15,-1 4 8 0,-3 3 8 0,-2 1 8 16,-1 3-1-16,-1 2 0 0,-2 2-9 16,-3 1 9-16,-3 2 6 0,3 5-8 0,-8-2 5 15,8 2 7-15,0 0-7 0,-16 8-7 0,9-2 17 16,-1 2-3-16,2 2-7 0,2 2 3 0,1 2 7 16,-3 0-7-16,5 1 2 0,1-1-5 0,-3 1 3 15,6 0 4-15,-2-1-2 0,2 3 0 16,3-2 8-16,-2 0 0 0,6-1-13 0,1-1-13 15,-1-1-23-15,7-2-40 0,0 0-65 0,0-2-218 16,3-1-480-16,4-1 97 0,0-3 79 16,-3-2 51-16,2-2 46 0</inkml:trace>
  <inkml:trace contextRef="#ctx0" brushRef="#br0" timeOffset="37178.49">15258 3002 1021 0,'0'8'343'0,"-4"2"-23"0,1 1-28 0,0 3-16 16,-1 1-25-16,-2 1-36 0,-5 4-13 0,1 5-23 15,-6 4-17-15,1-4-9 0,2 0-43 16,-11 9-46-16,3-7-143 0,1-4-344 0,0 2-339 16,-1-6 45-16,4-3 80 0,-4-6 61 0</inkml:trace>
  <inkml:trace contextRef="#ctx0" brushRef="#br0" timeOffset="39894.48">16365 2602 829 0,'0'0'248'0,"0"0"-25"0,0 0-21 0,0 0-20 16,0 0-8-16,0 19-13 0,0-7-10 0,1 1-20 15,3 2-6-15,-1 2-17 0,-3 1-83 16,4 3-17-16,-1-2 5 0,-3-1 15 0,3 1-23 16,0 0 8-16,-3 0-8 0,0-3 5 0,3 1-7 15,-2-5 22-15,-1 1-9 0,0-3-4 0,0 0 11 16,3 1 36-16,-6-5-7 0,3 1 91 0,0-3-20 16,0-4-8-16,0 0-23 0,0 0 3 15,0 0-16-15,0 0-10 0,0 0 3 0,-4-21-16 16,4 11-7-16,3-1 17 0,-3-8-20 15,1 1-5-15,2-3 3 0,0-2-3 0,5 0-5 16,-2 2-6-16,-2 0-1 0,2 5-9 0,1-1-2 16,0 6-5-16,-3 1-6 0,2 2-1 15,-2 4 4-15,3 1-2 0,-7 3 2 0,14 3-18 16,-8 3 23-16,4 2-15 0,-6 1 13 0,6 1-10 16,-3 5 10-16,0-3-13 0,-1 3 15 0,-1-1-18 15,1 1 3-15,1 1-2 0,-1-3 7 0,1 1 8 16,1-1-21-16,-2-1 16 0,1-2-11 15,0-2-2-15,0 2 18 0,0-4-13 0,3-4 2 16,0 3 1-16,1-5 0 0,5 0 4 16,-2-5 1-16,0 3 0 0,3-4-1 0,-1-3 1 15,-1 3-3-15,-2-1-2 0,1 2 4 0,-1 0-2 16,-6 1-2-16,4-2-21 0,-4 6 13 0,-1-2-8 16,1 0 16-16,-7 2-1 0,14 2-2 15,-14-2-2-15,10 2-9 0,-3 0 22 0,3 1-6 16,-6-1-13-16,3-1 13 0,2 3-7 0,-1-2-1 15,-1-1 3-15,3 1-8 0,-1-2 16 0,-1 1-5 16,-8-1-3-16,17 0 12 0,-17 0 1 16,14-1 0-16,-8 1 8 0,-2-3-4 0,-4 3 1 15,7-4-7-15,-4 0 7 0,-3 4-3 16,0-7-15-16,0 7 20 0,-7-10-25 0,1 3 10 16,-1 0 13-16,-1-1-5 0,2 1-8 0,-4-3-5 15,3 3 31-15,-1-3-23 0,-1 0 4 0,2 1 6 16,1-1-5-16,2-1-3 0,0 1 1 15,0 2-9-15,4 0 14 0,0-3-11 0,4 3-13 16,0-1 5-16,3 1 6 0,3 1 0 0,0 0 2 16,4 4-3-16,-1-1 1 0,4 2-3 0,0 2-8 15,4 2-5-15,-3 2 11 0,5 2-3 16,1 1-3-16,-3 3 8 0,-2 2-3 0,2 1-7 16,-3 0 5-16,2 1 13 0,-3 1-8 15,-4-2-5-15,2 2-3 0,-2 2 8 0,-2-4 0 16,-5 0-10-16,1-1 12 0,0 0 8 0,-4-3 3 15,4 1-10-15,-3-1 12 0,-1-1-7 0,-3-1-70 16,3-3 16-16,-3 0 13 0,0-4-10 0,0 0 9 16,0 0 4-16,0 0 19 0,0 0-1 15,0 0 1-15,-14-13 9 0,8 1-16 16,2-1 15-16,1-3 6 0,0-1-3 0,0-4 2 0,3 3-9 16,-1-4 14-16,1 3-7 0,1 0 3 15,2 1-11-15,0-1 8 0,0 3-10 0,1 1 5 16,-1 1-3-16,5-1-15 0,-2 3-10 0,1 3-21 15,-1 1-10-15,5 0-15 0,-4 4-16 16,3-1-12-16,-3 0-32 0,7 3 6 0,-5 1-5 16,-2 1 8-16,4 0 19 0,-4 1 6 0,0 0-10 15,2 0 10-15,-1 2 23 0,-1-1 6 16,2 3 12-16,-2-1 18 0,1 0 2 0,1 4 26 16,-5 1 8-16,6 1 2 0,-2 2 21 0,1-1-3 15,-2 4 11-15,4-1 2 0,-4 0 23 0,2 1-8 16,-2 1-7-16,1-1 10 0,1 0 5 0,-5 1-13 15,3-3 11-15,-1 3-11 0,-1-3 11 16,-2-2 4-16,3-3-2 0,-5 3 23 0,2-4 3 16,0-1-16-16,0 1 16 0,-3-2 18 15,4-1-6-15,-4 0-10 0,0-4-15 0,0 0-2 16,0 0-6-16,0 0-5 0,0 0 2 0,3-18-12 16,1 9 15-16,-1-2-22 0,1 1-1 0,-1 0-3 15,1-3-2-15,2 1 6 0,-2 2-9 16,6-1-2-16,-3 2-13 0,0 2 5 0,2 1-2 15,-1 2 5-15,2 1-6 0,0 3-7 0,4 1 11 16,-4 5-11-16,4-3 13 0,-1 5-6 0,-3-1-2 16,2 1-7-16,1 4-1 0,-3-1 21 15,0-2-15-15,0 2 2 0,-6-2 2 0,2-1-17 16,-1 0 3-16,1-1 17 0,-3 0-10 0,1 0-3 16,-1-1 24-16,-3-2-16 0,3 1 3 15,-3-5 2-15,0 4 0 0,0-4 3 0,0 0 0 16,0 0-3-16,0 0 3 0,-9-13-13 0,9 3 7 15,-1-1-2-15,-2-1 1 0,3-7-12 0,0 1 6 16,3-3 6-16,1-3-4 0,-1-1 3 0,1 1-2 16,6 0-6-16,-6 4 3 0,5 0 0 15,-2 3-7-15,0 4-6 0,0 0 18 0,3 3-10 16,-3 3 0-16,7 5-16 0,-7 1 19 0,6 4 2 16,1 2 2-16,0 4-7 0,0 1-3 15,2 4 1-15,-1 3 14 0,1-2-12 0,-2 3 5 16,0-1 3-16,3 0-6 0,-4 0 3 0,2 1 13 15,1-2-13-15,-2 0 8 0,3-2-8 16,0 0-11-16,-3-1 11 0,3-4 8 0,-4-1-26 16,5-2 11-16,-1-1 1 0,3-3 1 0,-3-2 3 15,4-3-1-15,0-1 8 0,3-4 0 16,-4-2-2-16,3-1-8 0,-1-5 7 0,0-4-7 0,-7 0 8 16,1-3 7-16,-2 2 3 0,-7 2-11 15,3 0 4-15,-5 3-1 0,1 3 5 0,-3-1-7 16,-2 6-3-16,2 1 2 0,-6 3 11 0,3 4-18 15,0 0 12-15,0 0-4 0,-25 12 5 16,15-1-13-16,-4 0 7 0,4 1 6 0,0 1 2 16,2-1-15-16,-1 1 7 0,2-3 6 15,0 4-3-15,0-4-7 0,3-2-19 0,1 0 14 16,0 0 1-16,3-2-6 0,-3 0 12 0,3-2 0 16,0-4-8-16,6 6 11 0,-6-6-9 0,4 5 9 15,-4-5 0-15,3 2-11 0,-3-2-2 0,8 4-3 16,-8-4 10-16,3 6 1 0,3-3 9 15,-6-3-9-15,7 8-8 0,-1-6 10 0,2 3 5 16,-4-2 5-16,6 1-20 0,-1 1 10 0,-1-2 2 16,5 1-2-16,-3-3 3 0,4 3-1 15,0-3 3-15,3-1 3 0,0-1-8 0,0-3 0 16,4 2 8-16,-4-4 10 0,7-3-23 0,-4-1 12 16,0-1 1-16,-2-5-13 0,-1 0-3 15,0-6 3-15,1-1 5 0,-5-4-2 0,-3-2-4 16,1-2 12-16,-2-3-12 0,-2-3 9 0,-3-10 17 15,3 6-17-15,-4 4 2 0,-3 2-13 0,1-1 11 16,-2 5 10-16,1 6-3 0,0 2-5 0,0 3-2 16,-3 3 12-16,3 2-23 0,-4 7 16 15,4 1-5-15,0 3-3 0,0 4-13 0,0 0 10 16,-4 19 6-16,1-4-11 0,3 5 8 0,0 2 8 16,0 6-6-16,3 2 9 0,1 4-6 15,0 0-5-15,0 0-5 0,2-1 2 0,1 0 21 16,2-1-28-16,-1-2 12 0,2-2-2 0,3-2-13 15,-2-5 19-15,2-2-6 0,2-2-3 16,-2 0-7-16,4-5 7 0,-3-4-2 0,3-2-18 16,0-3-5-16,1-3-3 0,1-3-7 0,-1-4 20 15,2-4-15-15,-3-5 10 0,-3-1 10 16,-1-6 5-16,-2 0 0 0,-1 1 3 0,-3 2 8 16,0 2 5-16,-1 3 4 0,-1 2 14 0,1 1-16 15,-3 3-2-15,-2 5 10 0,-1 2-11 0,0 2-4 16,0 0 0-16,0 0 12 0,3 20-7 15,-3-7-6-15,0 0 14 0,0 3-14 0,0 2-10 16,0-2 6-16,0 1-16 0,0 1-36 16,3-1-61-16,-3-2-85 0,3 0-419 0,1 0-154 0,-1-5 54 15,1-4 74-15,-4-2 74 0</inkml:trace>
  <inkml:trace contextRef="#ctx0" brushRef="#br0" timeOffset="40061.17">19073 2211 719 0,'0'0'297'0,"0"0"-36"0,0 0-18 0,0 0-20 16,0 0-54-16,0 17-49 0,3-7-66 0,2 0-47 16,4 3-109-16,-2-1-141 0,0 3-151 15,4 0-203-15,-1 2 65 0</inkml:trace>
  <inkml:trace contextRef="#ctx0" brushRef="#br0" timeOffset="40728.08">19261 2488 780 0,'8'0'251'0,"-8"0"-28"0,0 0-18 15,13 0-14-15,-13 0-24 0,10-3-16 0,0 3 0 16,-10 0-13-16,17 0-15 0,-6 0-5 16,-1 1-18-16,3 1-16 0,1 1 11 0,-1 0-16 15,-1 1-2-15,1 1-11 0,-3 3 11 16,4 1-10-16,-4-1-16 0,1 3 3 0,-4 3 2 15,-1 0-2-15,0 2-8 0,-6-1 8 0,0 1-11 16,-3 3-2-16,-3-2-5 0,-1 2 66 0,-7 0-10 16,4 1 1-16,-4-2-24 0,1-2-5 0,-1 2-8 15,0-3-2-15,1-2-6 0,2-1-1 16,4-2-1-16,-3 0-3 0,4-3-15 0,-2-1-2 16,2-1 7-16,2-1 3 0,1 0 2 0,3-4-17 15,-4 2-57-15,4-2 5 0,0 0-2 16,0 0 5-16,0 0-5 0,0 0-1 0,0 0 19 15,0 0 0-15,0 0-1 0,25-9 1 0,-15 6 5 16,3 0-1-16,1-2 6 0,2 0 8 16,-1 1-1-16,5-1-4 0,1 1-6 0,3-3 0 15,0 0 6-15,3 2-3 0,0-1 2 0,3-2 6 16,1 0 2-16,-6 0-8 0,2 0 8 0,0 0-7 16,-2-1-1-16,-6 0 8 0,2 1 6 0,-3-3-11 15,1-1-5-15,-4 2 2 0,-5-1 3 16,0-1 8-16,1-3-3 0,-5 2 0 0,1-1 3 15,-4 3 4-15,-3-1-4 0,3 2 0 16,-3 1-8-16,-3 3 23 0,0 2-28 0,-1 1 15 16,-5 1-15-16,9 2-3 0,-21 7 8 0,8-1-5 15,-2 3 10-15,2 1 5 0,-1 2-7 0,1 1-6 16,3 1 16-16,-1-3-15 0,4 6-1 16,0-4 8-16,4-1-2 0,0 0-1 0,-1-1-9 15,4-1 9-15,4 2 8 0,-1-4-10 0,1-1 6 16,6-1-1-16,-1 1 2 0,2-4-12 0,2 0 8 15,-1-3-1-15,1-1 9 0,0-1-14 16,4 1-5-16,-6-1 16 0,3-1 5 0,-1 1-3 16,-2 0 3-16,-1 0-13 0,-4 2 5 0,4-2-5 15,-10 2 8-15,14-2 4 0,-14 2-12 16,10 0-2-16,-10 0 10 0,14 2-11 0,-14-2-17 16,7 3-6-16,0-2-23 0,-4 3 8 0,-3-4-46 15,11 3-2-15,-11-3-26 0,7 2-6 16,-1-1-68-16,-6-1-83 0,7 0-137 0,-7 0-328 15,7-3 41-15,0 0 50 0,-3-2 81 0</inkml:trace>
  <inkml:trace contextRef="#ctx0" brushRef="#br0" timeOffset="40927.87">20057 2295 911 0,'0'0'312'16,"0"0"-18"-16,4 26-9 0,0-8-19 0,-4 1-28 15,4 6-18-15,-1 2-18 0,3 4-15 16,-2 3-13-16,2-1-25 0,-2-3-11 0,3 2-13 0,0 1-17 16,-1 0-19-16,-2 0-22 0,-1-6-39 15,0-2-54-15,-2 2-58 0,-1-5-126 0,-4 0-228 16,1-6-314-16,0-1 22 0,-1-5 90 16,-2-4 57-16</inkml:trace>
  <inkml:trace contextRef="#ctx0" brushRef="#br0" timeOffset="41132.75">19952 2677 890 0,'0'-14'341'0,"0"2"-32"0,3 0-24 0,-3 2-27 0,4 2-17 16,2 0-19-16,2-2-25 0,2 2-20 0,3-2-11 15,-2 1-14-15,2 2-27 0,0 1-5 16,2 1-17-16,5-1-1 0,-6 2-5 0,3 2-10 16,-3 2-10-16,3 0 0 0,0 5-8 0,3-2-18 15,-3 4-7-15,1 3 12 0,-1 2-5 16,0 1-18-16,0 2-4 0,-4 1 9 0,2 1-2 15,-5 0-5-15,0 0-11 0,-1 0-15 0,-1 1 8 16,-2-3-36-16,-2 2-64 0,-1 1-123 16,1-3-645-16,-1-1 44 0,0-3 73 0,4-1 91 15,-3-3 50-15</inkml:trace>
  <inkml:trace contextRef="#ctx0" brushRef="#br0" timeOffset="41712.03">20574 2629 975 0,'0'0'379'16,"0"0"-44"-16,0 0-25 0,-7 19-39 0,4-9-23 15,3 2-10-15,0 1-33 0,0-2-18 16,0 3-23-16,3-1-13 0,0 4-10 0,-2-2-19 0,5 2-6 16,-2-2-17-16,2 0-19 0,-1-2-1 15,1-1-5-15,-2-2-15 0,-1-1-2 0,3-1-4 16,-2-2-9-16,-1-1-8 0,1-4 10 0,-4-1 5 15,0 0-100-15,0 0 11 0,7-12 2 16,-7 4 3-16,0-7 7 0,0-1 3 0,-3-5 3 16,2-4 12-16,-2 2 3 0,-1-2 0 0,1 0-3 15,2 0 11-15,-2 4 17 0,3 1-22 16,0 2 32-16,0 0-17 0,3 2 2 0,-2 3-2 16,2-2 5-16,1 5 0 0,0-2-3 15,-1 2-7-15,4 2 5 0,2 2-11 0,-1 2 4 16,-1 4 1-16,-7 0-9 0,21 6 2 0,-8 3 0 15,0 1 5-15,1 2-8 0,-1 4 8 16,-2 2 3-16,2-1 0 0,-6 1-3 0,4 1-3 0,-7-3 1 16,2 3 0-16,-3-4 2 0,1 1 10 15,-1-1-20-15,-3 0 7 0,0-3-2 0,3-1-5 16,-6-1 8-16,3-1 5 0,0-3-3 0,0 0 10 16,-3-1 6-16,3-5-19 0,-4 3 3 15,4-3 11-15,0 0-6 0,-9-18-18 0,9 1 29 16,-1-1-6-16,1-8-5 0,1-3-10 0,-1-3 3 15,9-1-6-15,-2 2 3 0,0 0-8 0,4 5 3 16,-1 2-7-16,-1 4 12 0,2 2 7 16,-4 2-7-16,0 5 3 0,4 1-11 0,1 3 6 15,-2 6-1-15,2 1 3 0,-2 1 0 0,7 6 5 16,-4 5-5-16,5 1 3 0,-2 4-1 0,2 3 1 16,-2 3 7-16,2 2-13 0,-2 2 1 15,-1 0-13-15,-2-1-49 0,-2 4-105 0,-1 2-205 16,-1-1-514-16,2-2 122 0,-4-6 52 0,3-3 59 15,-3-5 64-15</inkml:trace>
  <inkml:trace contextRef="#ctx0" brushRef="#br0" timeOffset="41910.68">21565 2763 980 0,'0'8'312'0,"0"4"-23"15,-3 1-28-15,0 4-12 0,-1-1-32 0,-2 6-37 16,-2 2-6-16,-2 4-29 0,0 2-40 16,-7 0-64-16,-3 8-97 0,2-6-231 0,-3 4-452 15,1-9 96-15,0-3 62 0,-4-8 51 16</inkml:trace>
  <inkml:trace contextRef="#ctx0" brushRef="#br0" timeOffset="42460.73">23162 2110 824 0,'-7'-7'284'0,"4"2"26"16,-4 2-11-16,3 0-48 0,4 3-21 0,-13-1-10 15,13 1-22-15,-13 7-22 0,1 3-25 16,2 3-20-16,-4 4-8 0,1 8-13 0,0 3 2 16,-2 14-20-16,3 2 6 0,4-4-27 15,1-4-4-15,4 3 2 0,3 0-2 0,0 0-3 16,3-1-11-16,1 12-2 0,7-2-12 0,-2-3-11 16,1-8-10-16,1-4-64 0,2-3-57 0,-3-2-112 15,1 1-337-15,-4-8-244 0,0-2 84 16,-4-4 85-16,0-3 53 0</inkml:trace>
  <inkml:trace contextRef="#ctx0" brushRef="#br0" timeOffset="43295.1">22745 2771 1072 0,'-7'-2'353'0,"7"2"-40"0,-4-5-22 15,4 5-17-15,0 0-20 0,4-10-34 0,3 7-26 16,3-3-17-16,6-1-18 0,5-3-16 0,4 1-10 15,9-2-8-15,10-6-14 0,1 1-4 16,2 1-15-16,-2-3-2 0,-1 2-8 0,-6 1-23 16,-7 0-1-16,-4 2-11 0,4-3-12 0,-4 1 6 15,-3-1-7-15,-3 0-11 0,-4-1 5 16,-3 2-15-16,-1 0 2 0,-6 2 5 0,0-1-9 16,0 1 9-16,-4 1-12 0,0 1 2 0,-3 1-5 15,0 1 8-15,0 1 5 0,-3 3 0 16,-3 2-3-16,2-1-5 0,4 4-7 0,-18 5 10 15,8 0-18-15,-3 3 2 0,3 5 6 0,-4 2-1 16,3 3 6-16,2 0-8 0,2 2 2 0,-1 2 9 16,5-4-11-16,0 2-11 0,2-3 17 15,2 2-6-15,2-2 2 0,5-1 3 0,1-1-10 16,1 1 10-16,5-3-15 0,1-1 13 16,2-1 4-16,6-4 3 0,-1 0-12 0,5-4 12 0,-4-1-20 15,9-4 7-15,-5-1-4 0,3-2 14 16,-4-2-7-16,4-1-2 0,-3-5 7 0,-1-2-3 15,-7-3-4-15,-2-1 2 0,-2 0 8 0,-5 3-3 16,-1-2-5-16,-4 2 2 0,-2 1 1 0,-1 3-1 16,1 2 4-16,-4 1-9 0,-4 2 3 15,1 2-5-15,-4 4 10 0,1 0-10 0,6 1 2 16,-22 6 6-16,9 0-1 0,-1 2 4 0,1 1-6 16,0 1-3-16,2 1-7 0,1-2-1 0,0 2 1 15,5-2-3-15,-4-1 19 0,6 0-17 16,-1-1 4-16,4-1 2 0,-3 0 5 0,3-1 2 15,0-5-7-15,3 7-3 0,0-4 3 16,-2 1 15-16,5 0-4 0,0-2-9 0,-1 3-5 16,2-1 8-16,3 0-7 0,-1 1 4 0,-1 0-5 15,2 0 13-15,3-2-2 0,-2 3-3 0,2-3 5 16,-3 1-5-16,5 0 0 0,1-2 8 16,5 1-8-16,-2-1-3 0,-1-2-7 0,3 0 10 15,0-2-26-15,-1-1-2 0,1 1-5 0,3-3-3 16,-5 0-15-16,3-3-5 0,-2-1-8 0,0 1-11 15,-2-3-4-15,2-3 18 16,-6 1-1-16,0-6-4 0,-1 0-3 0,0-1 17 0,-2-3 11 16,-1-3-5-16,-3-2 13 0,1-1-8 0,1-4 16 15,-5 1-14-15,-1 1 24 0,3 4 20 16,-5 2 23-16,2 5 31 0,-3 2 2 0,0-2-4 16,4 7-11-16,-4 1-10 0,0 1 2 0,0 5-12 15,0 1-1-15,0 5 1 0,0 0-3 16,0 0 2-16,0 0-7 0,0 30 8 0,3-13-8 15,-2 3 5-15,-1 5-13 0,3 2 13 0,-3 1-13 16,3 4 8-16,1 1-5 0,-1 2-10 0,0-3 2 16,1 0 2-16,-1 1-24 0,1-5-55 15,2-3-66-15,-5 0-103 0,2-3-169 0,-3-4-373 16,3-2 43-16,-3-4 67 0,-3-1 72 0,0-5 43 16</inkml:trace>
  <inkml:trace contextRef="#ctx0" brushRef="#br0" timeOffset="44260.74">24010 2508 962 0,'-3'-14'266'0,"1"1"-2"16,2 2-34-16,2-1-12 0,1 2-19 16,3 0-19-16,-2-2-19 0,6-1-18 0,4 1-20 15,2-1-13-15,-1 0 3 0,5 1-11 0,0-1-17 16,-2 2 55-16,-1 1-14 0,3 2-24 16,-3 4-15-16,-3 1-10 0,0 2 0 0,0 2-11 15,-1 4-7-15,1 1 5 0,1 2-7 0,-4 5-11 16,1 2-5-16,-2 2-3 0,-4 1 3 15,2 3-3-15,-2-3 3 0,-2 0-10 0,-4 0-5 16,3 0-6-16,0 1 6 0,1-2 2 16,-4-1-13-16,3-3 3 0,0 0 8 0,1-1-19 0,-3 0 11 15,2-3-20-15,0-1 7 0,4 0 20 0,-1-4-12 16,1-3 0-16,1-1 5 0,-8 0-5 16,21-7 5-16,-9-1-11 0,-2-6 11 0,1-2-10 15,2-6 2-15,-2-3-5 0,0-1 11 16,-1 0-1-16,1 3-2 0,-2 2 7 0,-5 1 16 15,2 3-13-15,-2 4 3 0,-1 1-6 0,0 2-15 16,0 2-5-16,-2 5 8 0,-1 3-13 0,0 0 0 16,0 0 2-16,0 0 19 0,3 19-11 15,1-10 2-15,-4 2-7 0,0 3 13 16,0-1-10-16,3 0-1 0,0 2 6 0,-2-3-3 0,5 1 0 16,-2 1 5-16,2-3-7 0,2-1-8 15,-1 2-5-15,4-3 12 0,-3-1-4 0,7-3-9 16,1 1-6-16,1-4-9 0,1-2 3 0,-1 0-8 15,3-2-5-15,0-4 0 0,1-1 1 16,0-3 14-16,-4-3-15 0,3-1-7 0,-6-3 4 16,0 1 11-16,-1 0 0 0,1 0 3 0,-7 3 22 15,0 0 13-15,-1 5-5 0,2-1-12 16,-5 2-4-16,2 3 6 0,-3 2-5 0,-2 2 0 16,0 0-6-16,0 0 16 0,6 19-7 0,-4-8-1 15,-2 3 6-15,0 2 2 0,0 1 5 0,0 2-3 16,1 0-7-16,-1-1-3 0,-1-1 3 0,1 1 5 15,0-1 16-15,-2-4-14 0,2 1-4 16,0-3 2-16,-3-1 25 0,3-2 11 0,3-1 10 16,-6 0 3-16,6-2 5 0,-3-5-19 0,0 0 9 15,0 0-21-15,0 0 13 0,4-16-13 16,-1 3-8-16,1-2 6 0,3-3 2 0,-4 1-5 16,4-2-3-16,-1 1 5 0,2 2-7 15,-1 0-10-15,-1 2-3 0,1 1 5 0,0 1 8 16,3 4-24-16,-3 3 11 0,0 0 0 0,4 2-2 15,-2 3 2-15,-2 0 0 0,3 2 5 0,1 0 3 16,-1 2-11-16,0 1 1 0,4-1-1 0,-4 0 8 16,4 1-7-16,-4 0 7 0,3-1-8 15,2-1 3-15,-2-2 16 0,4 1-1 0,-3-1 3 16,0-1 2-16,-1-3-15 0,4 2-5 0,-3-4 8 16,0-1-8-16,2-1 18 0,-4 0-10 15,1-4-3-15,-4 0-3 0,2-3-2 0,-4 1 0 16,-3 0 3-16,2 0 7 0,-3 0-15 0,0 2 2 15,-2 1 6-15,3 2-21 0,-4 3 18 16,0 5-10-16,-6-5-3 0,6 5 8 0,0 0-3 0,-25 14 11 16,14-4-8-16,3 3-3 0,-3 5 3 15,0 1 5-15,1-1-3 0,3 4-2 0,3-1 0 16,-3 0 13-16,4-2-3 0,3-2 5 16,0 1-7-16,0-1-1 0,3-1-9 0,3 0 14 15,-1-3 3-15,1 0-7 0,4-1 2 0,1-3 5 16,1-1 6-16,-1-4-16 0,1 0 7 0,1-1-12 15,1-1-25-15,-1-2-32 0,-3-2-50 16,1-1-137-16,-1-1-629 0,-4 1 54 0,-2-3 77 16,-4-1 73-16,-3-2 91 0,-4-1 40 0</inkml:trace>
  <inkml:trace contextRef="#ctx0" brushRef="#br0" timeOffset="44960.99">26266 2545 867 0,'0'-7'269'0,"0"2"-23"0,0-2-34 0,3-3-15 16,1 0-10-16,2-1-28 0,-2-1-11 0,8-2-17 16,-7-1 2-16,2 2-3 0,3-2-7 15,-3 2-25-15,-3-2 9 0,2 2-12 0,-1-2 7 16,-3 3 49-16,-2 0-13 0,3 2-2 0,-3 0-21 16,4 1-7-16,-8 2-16 0,4 0-5 15,0 0-10-15,-3 3-18 0,3 4 2 0,-10-3 1 16,10 3-1-16,-18 7-15 0,8 1 3 0,-3 5-16 15,-1 3 3-15,1 1-8 0,2 2-8 0,-2 0-4 16,6 1 9-16,-4 0 4 0,7-2-19 16,1 0-3-16,0 1 9 0,3-2-14 0,0 2-2 15,7-3 3-15,0 0-1 0,3 0 16 0,7 0-5 16,0-3-5-16,9-1-18 0,0-1-26 16,5-2-31-16,3-1-43 0,-3-5-41 0,-1-1-20 15,1-2-55-15,0-2-50 0,-4-4-75 0,-2 0-429 16,-3-2 78-16,-1-3 62 0,-4-3 49 15,-3-3 69-15</inkml:trace>
  <inkml:trace contextRef="#ctx0" brushRef="#br0" timeOffset="45295.05">26713 2410 601 0,'0'-14'315'16,"3"6"-36"-16,-3-1-36 0,0 5-20 15,0 4-21-15,0 0-15 0,0 0-18 0,0 0-26 16,0 0-15-16,-11 20 5 0,6-9-15 0,2 2-23 16,1 1-11-16,-3 3-10 0,2-3 3 15,-2 3-8-15,2-2-2 0,-3 0-11 0,5-3 6 16,-2 1-19-16,0-3 1 0,0 2-11 0,1-4 10 15,-3-1 9-15,5 1 29 0,-4-1 4 0,4-4-77 16,0-3-14-16,-2 4 9 0,2-4 10 16,0 0 2-16,0 0 6 0,-5-19-6 0,5 7-2 15,5-4-5-15,-3-3-3 0,2 1 7 0,2-5-6 16,-2 1-4-16,3 0 19 0,-1-1-11 16,2 4 5-16,0 3-7 0,-3 1 7 0,1 2-17 15,-2 3-6-15,2 1 0 0,-1 3 3 0,2 1 0 16,-1 3 3-16,-6 2-1 0,10 2 3 15,-10-2 5-15,17 8-2 0,-10 0-1 0,0 0-2 16,2 3 3-16,-4 1 7 0,2 2-7 0,2 0 4 16,-1 3-20-16,-1-2 16 0,1 1-31 0,-3-1-23 15,3 0-47-15,1 0-27 0,-5 0-13 16,6-1-98-16,-1-3-91 0,-1-1-411 0,-1 2 52 16,3-4 75-16,1-3 55 0</inkml:trace>
  <inkml:trace contextRef="#ctx0" brushRef="#br0" timeOffset="45911.34">27168 2263 847 0,'-3'-7'366'0,"3"2"-31"0,0-1-33 15,-3 0-38-15,3 2-24 0,-1-2-12 0,1 6-15 16,-6-4-37-16,3 0-17 0,3 4-13 15,0 0-18-15,-22 5-18 0,10-2-18 0,4 3-15 16,-5-2 12-16,6 2-7 0,-4 0-10 0,1 1-13 16,3-1-5-16,-3 1-3 0,3-1-10 0,4 0-10 15,-1-1-6-15,1 2-4 0,0-2-6 0,3 1 5 16,3 1 6-16,-3-1-11 0,4 2-4 16,2 3 7-16,5-1-6 0,-1 3-1 0,3 4-6 15,1 1 10-15,3 6-2 0,2 0-5 16,-4 1-11-16,9 8 18 0,-3 3 3 0,-4-7-15 15,0-2 2-15,-4-1 0 0,-2-1-2 0,-1-3 2 16,-3 2 5-16,2-2-10 0,-7-2 3 16,1-1-1-16,-3 0 6 0,-3-1 2 0,-5 1-5 15,3-1-5-15,-6-3 5 0,1 2 0 0,-1-5 6 16,-1-1-9-16,-4-1-4 0,0-1 7 16,1-6 23-16,2 2-18 0,-4-5 0 0,3 0 6 0,-3-4 2 15,4 0-8-15,-2-4-59 0,2-1 19 16,3 1-9-16,-1-4 16 0,2-1-2 0,5 1-1 15,1-1-2-15,0 1 7 0,3-3 21 16,6-2-10-16,1-1 0 0,7-1-13 0,3-4 18 16,6-2 5-16,8-5-11 0,3 2 6 0,1-2-5 15,2 0 0-15,0 2 10 0,2 1 0 16,-2 2-8-16,-9 5 8 0,-4 5-5 0,-1-2 2 16,-2 4-9-16,-1 1 17 0,-6 4-21 0,0-2 9 15,-4 3-11-15,0 0 5 0,1 4-7 0,-2 2-9 16,-2 1 4-16,-7 0 17 0,14 3 3 15,-7 3-5-15,0 1 2 0,-1 3-2 0,1-1 10 16,1 4-5-16,-2-1 5 0,1 1-8 0,0 0-20 16,3 1-28-16,-3-1-16 0,0 2-79 0,-1-2-95 15,2-1-312-15,-1 0-182 0,-1-4 44 16,1-2 84-16,-4-1 67 0</inkml:trace>
  <inkml:trace contextRef="#ctx0" brushRef="#br0" timeOffset="46043.61">27633 2126 340 0,'0'0'28'0,"0"0"-100"16</inkml:trace>
  <inkml:trace contextRef="#ctx0" brushRef="#br0" timeOffset="46393.74">27756 2438 460 0,'5'18'220'0,"-3"-3"-15"15,2-3-15-15,-4 1-21 0,3-3-18 16,0 0-16-16,-2 0 1 0,-1-1-6 0,0-2-2 16,0 1 3-16,3-2 12 0,-3 1-7 0,0-1 10 15,0-2-44-15,0-4-12 0,0 6 5 0,0-6-14 16,0 0-17-16,0 0-2 0,0 0-8 15,0 0-6-15,-3-25-9 0,3 12 4 0,3-3 1 16,0-5-11-16,0 0 16 0,1-4-16 0,-1 3-8 16,5-1 75-16,-2 1-8 0,1 2-5 15,-1 3-15-15,-2 1 5 0,4 3-31 0,-2 1 3 16,0 1-3-16,1 4-3 0,0 1 6 0,1 3-16 16,1 2 0-16,-9 1-2 0,18 6 2 15,-8-1-2-15,3 7 0 0,-2 0-6 0,4 3-14 16,-2 2-4-16,-3 2 14 0,3 2-6 0,1 3-5 15,-1 1 6-15,-2 0-16 0,-1-3-36 0,0-2-61 16,-3 0-70-16,4-2-137 0,0 0-500 16,-6-3 36-16,6-2 100 0,-5-4 51 0,-2-2 72 15</inkml:trace>
  <inkml:trace contextRef="#ctx0" brushRef="#br0" timeOffset="47527.62">28266 2523 701 0,'13'-12'217'0,"-2"1"62"0,-1-1-28 16,0 2-5-16,1-1-34 0,2 0-22 0,-3-1-21 16,1-1-8-16,-1-1 3 0,3-1-21 15,-2-2-86-15,-1-1 17 0,-2 3 13 0,-2 2-18 16,1 0 26-16,-4 1 43 0,2 2-2 0,-3 2-16 16,-2 0-10-16,0 3-18 0,0-1-13 15,0 6 3-15,-7-4 3 0,7 4-16 0,0 0-15 16,-24 12-3-16,14-3-3 0,-1 1-17 0,-2 6 10 15,3 2 3-15,-1 0-21 0,1 1 2 0,3 2 6 16,1-1-16-16,1-3 6 0,2 1-3 0,0 0 0 16,3-2 0-16,0-1-8 0,3-1 5 15,0 1-2-15,2 0 0 0,3-3 2 0,-3 1-5 16,5-1 6-16,1-2-11 0,2-1 0 16,1-1 10-16,0-3-2 0,3-1 5 0,-1 0 5 15,5-4-10-15,-1 0-3 0,1-2 3 0,0-3-3 16,3-1 8-16,2-1-10 0,-2 0-1 15,-2-4-1-15,1-1 4 0,-3-1-3 0,-2-3 1 16,-1-1-23-16,-3 0 2 0,2-6 10 0,-5 2-17 16,-1 3 15-16,-3-1 0 0,1 5 0 0,-2-3 12 15,-1 7-4-15,-4-3-3 0,0 3 0 16,-1 1-8-16,0 1 11 0,0 1-8 0,-2 1-6 16,-3 2 1-16,5 4-5 0,-11-2 10 0,11 2 0 15,-16 8-1-15,9-1 6 0,-1 3 11 0,-1 2-16 16,2 2 5-16,0 2-6 0,0 1 1 15,3 0 5-15,1 0-5 0,0 1 3 0,2 0-1 16,2-1 0-16,-1 1 16 0,3-1-8 16,3-2-5-16,-1 0 3 0,2-2 5 0,3 0 7 15,3-2-15-15,-3-3 8 0,1 0-3 0,6-3 0 16,-1 0 3-16,2-3 4 0,-1-2-1 0,3-2-14 16,1-3 24-16,4-2-11 0,-2 1-8 15,8-7 6-15,-4-1-3 0,2-4-13 0,4-7-9 16,-6 0-4-16,-9 1-7 0,3-1 10 0,-5 0-8 15,-3 0 11-15,-2 5 10 0,-4 1 2 0,2 2 1 16,-5 1 7-16,-1 2-3 0,1 3-2 16,-3 0 3-16,-1 0 2 0,0 2 0 0,0-1 0 15,0 3-5-15,-1-1 3 0,-3 1-6 16,-2 3-7-16,2 0-3 0,-2 0 8 0,-1 1 10 16,1 2-5-16,6 1 3 0,-15-2-16 0,15 2 8 15,-13 5 2-15,2-1-7 0,6 1 5 0,-3 1-5 16,4 1 2-16,-3 1 8 0,0 0 0 0,4 2-10 15,0-1-5-15,1 1 17 0,0-2-2 16,2-3-10-16,-3 5 5 0,3-3 0 0,5 0-11 16,-3 0 19-16,4-1-6 0,5-1 1 0,-1 1 2 15,5-4 15-15,-2 0-7 0,6 0-1 16,2-4-1-16,0 0 6 0,-4 1 4 0,4-3-9 16,1-1 1-16,-7-2-10 0,5 1 7 0,-6 0 2 15,0 0-9-15,-4-1 7 0,0 4 5 16,1-2-2-16,-4 1-13 0,-1 1 0 0,-2 2 10 15,-4 1 5-15,0 0-2 0,0 0-1 0,3 12-14 16,-10-4 9-16,0 5-10 0,-2 2 19 0,-2 2-16 16,1 1 2-16,0 2 6 0,2 2 4 15,2-2 4-15,-1 0-11 0,4-2 2 0,1 2-4 16,-3-3 2-16,5 0 5 0,3-4-8 0,0 1 6 16,-2-2-3-16,2 2 0 0,4-4 2 15,-1 0-7-15,5-2 13 0,-4-1-1 0,6-4-1 16,1 1 1-16,-1-4 1 0,1 0-13 0,3-3 0 15,0-1-6-15,0-5-17 0,1-1 3 0,2-5-1 16,-3-3 3-16,1-4-10 0,-2-3 15 16,-2-1-15-16,-1-4 20 0,-2 3-5 0,-1-2 8 15,-6 5 15-15,3 0 10 0,-4 8 16 0,4-2-3 16,-4 2-5-16,-2 4-8 0,2 1 3 0,0 1 0 16,-3 5-2-16,0 2-9 0,0 3 1 15,0 0 5-15,0 0-8 0,0 0 5 0,-14 16 11 16,11-6-14-16,0 3-9 0,2-1 14 15,-2 2-1-15,3 3-6 0,-3 1-3 0,3-4 16 16,0 1-36-16,0-1-33 0,3 1-31 0,-3 0-69 16,4-3-110-16,-1 0-520 0,0-2-20 0,4-3 74 15,-3-3 72-15,-1-2 77 0,-3-2 66 16</inkml:trace>
  <inkml:trace contextRef="#ctx0" brushRef="#br0" timeOffset="48360.75">29681 2604 437 0,'-3'12'151'0,"3"-3"-18"0,0-1 3 15,-3-3 28-15,3-1 97 0,0-4 5 0,0 8-87 16,0-8-12-16,0 0-14 0,0 0-2 16,0 0-18-16,0 0-7 0,0 0-26 0,-5-23-13 15,5 10 10-15,4 0-20 0,-3-3-8 16,-1-2-3-16,3 2 1 0,0 1-3 0,2 0 0 15,-3 4-13-15,1-3-5 0,0 6 0 0,0-3 11 16,-2 3-24-16,2 2-2 0,3 1-8 16,-1-1 2-16,-2 4 6 0,4-2-21 0,1 3 8 15,1 1 3-15,1-1 2 0,0-1-11 0,4 2 6 16,-1-1-2-16,2-1 7 0,4-1 5 0,2 0-8 16,2-1 8-16,3 0-4 0,-3 0-7 15,5-1 4-15,-1-1-8 0,0-1 2 0,-2 0-5 16,-1-1-10-16,-4-1-2 0,-3 1-6 0,-1-3 6 15,-1 1-9-15,-5-2 1 0,0-1 5 16,0-1-3-16,-6 1 1 0,2 1-4 0,-5 2 1 16,2 0 10-16,-3 0 3 0,0 2-6 15,0 4-2-15,0 4-3 0,-10-6-5 0,10 6 6 0,-15 8-6 16,3 4 8-16,2 3 2 0,-1 7-4 16,1 6 7-16,3 5-3 0,-4 12 6 0,4 4 4 15,4-7 4-15,3-1-17 0,0 12 9 0,2 0-3 16,0 2 10-16,1-1 3 0,5 1-13 15,-5 0 5-15,3-2 3 0,-2-1-3 0,-1-9 5 16,0-4-2-16,-3-1 0 0,-3-1-14 0,0-3 12 16,-1 0-1-16,-5-5-3 0,1-8 11 15,1 0 0-15,-3-5-13 0,-4-3 20 0,1-6-7 16,-2-2-3-16,-1-4 19 0,2-2 6 0,-3-7 19 16,0 1-8-16,-3-7-15 0,4 2 23 0,-2-5-16 15,4 1 18-15,-3-4 44 0,0 2 18 16,7-1-123-16,-1 0 25 0,7-2-2 0,-2 3-10 15,6-2 10-15,0 0-8 0,3 0-5 0,4-2-5 16,4 1 8-16,5-1 10 0,5-1-8 16,3 4-2-16,3 0-8 0,8-6 2 0,-5 8 8 15,-6 0 1-15,6 3-1 0,-5 1-2 0,-1 3 2 16,0 1 10-16,-4 0-9 0,0 1-11 16,-5 1 2-16,1 2-2 0,-1-1 21 0,-5 2-21 15,2 0-8-15,-2-2-13 0,-5 5 1 0,2 0 7 16,-7 1-20-16,10 0-36 0,-10 0-46 0,0 0-95 15,0 0-612-15,-20 14 39 0,5-9 46 16,-4 1 76-16,-9-2 72 0,-3 0 62 0</inkml:trace>
  <inkml:trace contextRef="#ctx0" brushRef="#br0" timeOffset="53159.88">1676 5416 816 0,'0'0'356'0,"0"-9"-39"0,4 5-20 15,-4 4-13-15,-4-8-33 0,4 8-18 0,0-7-13 16,0 7-25-16,-6-4-19 0,6 4-25 0,-7-2-5 16,7 2-25-16,0 0-1 0,-21 4-10 15,11 2-8-15,0-1-4 0,-4 2-27 0,4 5-9 16,-4-3 2-16,0 1 0 0,2-2-13 15,1 2-5-15,0 0-15 0,2 2 2 0,1-3 5 16,2-2-9-16,2 2-9 0,0 0-7 0,2-2 2 16,1 2-2-16,2-2-8 0,2 2 5 0,3 0-7 15,1 0 15-15,0-1-8 0,1 1-2 16,4 1-16-16,2 0-2 0,0 1 15 0,3-1-3 16,0 2-2-16,1 2 6 0,1 0-4 0,-1 0 6 15,2 0-16-15,-3 1 8 0,1-2 8 16,-5 2-11-16,1 0-10 0,-3 1 11 0,-2-2 4 15,-1-1 4-15,-2 1 1 0,-3-4 9 0,-2 1-1 16,-1 2 5-16,-1-4-4 0,-2 2-9 16,0 1 4-16,-5-3-1 0,2 1 0 0,-7-2-2 15,1 2 2-15,0-3-5 0,-1 0 8 0,-2-1 13 16,2-1-16-16,-2-4 0 0,2 4-10 16,-1-5 8-16,1 0 12 0,-1-5-22 0,3 2-9 15,1-3-9-15,0-3-31 0,0-1 0 0,4-5-8 16,2 4-23-16,1-5-23 0,6-2-15 0,0-2-65 15,1-1-32-15,5-1-21 0,2-5-8 16,2 2-46-16,2-1-25 0,-2-2-49 0,1 1 35 16,3-1 47-16,3-10 51 0,-3 9 72 0,-3 1 69 15,0 1 69-15,3 2 36 0,-7 5 38 16,0 2 16-16,1-1 35 0,-4 6-2 0,2-1 20 16,-2 4-20-16,-3 1-23 0,3 2-6 0,-3 0 19 15,2 5-13-15,1 1 2 0,-7 1-2 0,18 7-5 16,-6 2 2-16,-1 1 0 0,2 6-5 15,2 1 3-15,-2 0-8 0,1 7-16 0,3-3 6 16,0 4-3-16,-3 4-7 0,-1-4-1 0,4 3-9 16,-6 3-16-16,3-4-34 0,-2 4-48 15,0-5-97-15,-2 1-144 0,0-5-406 0,0-1 55 16,-6-5 55-16,2 0 58 0</inkml:trace>
  <inkml:trace contextRef="#ctx0" brushRef="#br0" timeOffset="53542.97">1940 5753 1049 0,'-6'-5'361'0,"6"5"-46"0,0-6-39 0,0 6-28 16,6-8-20-16,0 2-18 0,5-1-18 0,0 2-20 16,5-4-19-16,1 2-22 0,4-5-3 15,-4 2-18-15,7 0-15 0,-4 1-3 0,0-5-16 16,2 3 1-16,-1-2 0 0,1 1-16 15,-4-1-9-15,3 1-9 0,-5-2 6 0,-2-2-6 16,0 3-2-16,0-3 0 0,-4 2-7 0,-4 3-1 16,1-3 3-16,-3 6-1 0,0-3-6 15,2 4 4-15,-6 0-10 0,1 0-13 0,1 3 3 0,-2 4 2 16,-3-7-4-16,3 7 9 0,0 0-5 16,0 0-7-16,-17 15-8 0,13-6 13 0,-2 3 0 15,-1 2-11-15,4 1 3 0,-4 2-12 0,3 0 4 16,4-1 6-16,-3 1 2 0,3 1-8 15,3 0 13-15,0-1-4 0,1-1-12 0,3 2 6 16,3 3-5-16,0-4 5 0,4 0-7 16,0-5-1-16,6 1-41 0,-3-4-25 0,7-1 13 15,0 0-95-15,-3-7-36 0,2 0-108 0,-2-2-496 16,3 0 15-16,0-4 111 0,-3 1 48 16,2-5 59-16</inkml:trace>
  <inkml:trace contextRef="#ctx0" brushRef="#br0" timeOffset="53993.24">2685 5625 627 0,'0'25'258'15,"3"4"-74"-15,0 1-17 0,-2-3-21 0,3 7-13 16,3 14-13-16,-1 4 8 0,4-2-23 0,1 0-13 16,-1 1 18-16,0-1-35 0,4-4-4 15,-4 0-17-15,0-9 7 0,0-5-15 0,0-3-5 16,-3-5-33-16,1 0-23 0,-2-5-11 0,1-4-5 15,-4-4-17-15,0-2-14 0,-2-4-25 0,-2-2-23 16,1-3 8-16,0 0 17 0,-12-12-12 16,5-4 41-16,-4-1 2 0,-2-9 3 0,-2-3 20 15,-4-13 44-15,1-1 23 0,2 3 28 16,2 5 0-16,3-9 13 0,-3 9 12 0,5 4 6 16,2 1-3-16,0 1 28 0,3 0-35 0,1 2-3 15,2 2-11-15,1 5-2 0,3-5-17 0,2 0 17 16,1 1-28-16,1 2 5 0,3 2-3 15,1 4-9-15,2-1-4 0,0 3-9 0,2 3-8 16,-2 3 15-16,2 2-13 0,1 4 0 0,-2 2-2 16,0 2-8-16,3 4 21 0,-4 2-6 15,2 3-12-15,-2 3 0 0,0 3 10 0,-3 0-5 16,-3 2 2-16,0 2 3 0,-3-3 2 0,-4 1 3 16,0-1-2-16,-4 4-1 0,-3 2-2 0,-2-3 10 15,-3 2-2-15,2-2-8 0,-2 0-10 16,0-3-6-16,-1-1-43 0,0-1-59 0,2-3-79 15,1-2-323-15,3-4-199 0,0-4 69 16,3-3 61-16,4 0 49 0</inkml:trace>
  <inkml:trace contextRef="#ctx0" brushRef="#br0" timeOffset="54459.88">3177 5321 762 0,'4'-3'259'16,"2"2"-39"-16,-6 1-13 0,0 0-17 0,17 8-14 15,-10-4-22-15,1 3-13 0,1 7-18 0,-2-3-3 16,3 3-15-16,-5 2-8 0,1-3-7 0,-5 4 4 16,2-2-12-16,0 0-13 0,-3 0 0 0,0-3 11 15,0 2-26-15,-3-2-8 0,0 1 0 16,2-2 2-16,1-1 60 0,-3-1-1 0,3 1-7 15,-3-6 3-15,6 2-16 0,-3-1-21 16,0-5-2-16,0 0 5 0,3 4-10 0,-3-4-18 16,0 0 10-16,0 0-23 0,20-6 8 0,-13 3-5 15,1 2-16-15,1-4 6 0,5 5-8 0,-3 0-8 16,1 0-3-16,3 2 11 0,-2 2-10 0,2 0 7 16,1 1 8-16,1 3 2 0,-4 0-2 15,2 3-15-15,-2-1 2 0,-3 2 13 0,-2-1 0 16,1 4 5-16,-5-3-8 0,-1 3 21 15,0 0 0-15,-6 1 7 0,-4 0-78 0,-3 1 17 16,-4 0 0-16,-2-1 23 0,-2 0-3 0,-1-3-7 16,-3 0 10-16,2-2 16 0,0-1-8 15,-4 2 20-15,0-5-28 0,3-3 5 0,1 1-2 16,-1-4 2-16,0-1 3 0,2 0-13 0,1-1-33 16,-3-4-18-16,4 3-31 0,0-3-18 15,3 2-113-15,-3 2-206 0,1-3-413 0,1 3 87 16,-1-2 41-16,-2 2 74 0,-1-4 80 0</inkml:trace>
  <inkml:trace contextRef="#ctx0" brushRef="#br0" timeOffset="54876.48">1515 6461 806 0,'0'0'312'0,"0"7"-23"0,0-7-25 16,11 5-8-16,-3-3-31 0,7-2-5 0,6 0-20 16,10 0-26-16,7 0-15 0,10-2-13 15,20-4-21-15,1 0-5 0,6-2-4 0,17-2-1 16,-2 1-10-16,5-6-75 0,4 3-14 15,3-1 7-15,5 1 2 0,-1-2-7 0,0 0 3 16,-4 2 12-16,-3 2-18 0,3-3 1 0,-9 4-3 16,-1-1-3-16,-19 2 5 0,-5 1-10 0,-4 0 11 15,-6 2-9-15,-13-1 9 0,-10 5 9 16,-6-4 19-16,-5 4 48 0,-3 0-54 0,-4-1 26 16,1-2-20-16,-1 4-8 0,-4-2-11 0,-3 1 1 15,1 1-3-15,-1 0 28 0,-3-2-23 0,3 0 0 16,-3 0-5-16,-7 2-5 0,10 0-15 15,-10 0-26-15,0 0-59 0,10 2 10 0,-6 0-122 16,-4-2-152-16,0 6-514 0,0 0 110 0,0-6 39 16,-7 7 94-16,7-7 36 0</inkml:trace>
  <inkml:trace contextRef="#ctx0" brushRef="#br0" timeOffset="56026.34">6359 5353 778 0,'0'-7'225'0,"0"2"-2"15,0-2-29-15,0 1-2 0,0-1-33 16,0 2 0-16,-3-1-16 0,0 0-13 0,3 6-2 16,-4-8 0-16,1 4-25 0,-3 0 4 0,2 1-15 15,4 3-20-15,-11-6 10 0,5 5-13 16,-1 1-10-16,7 0-8 0,-21 1 0 0,11 4-5 15,-3-3-5-15,-4 4-7 0,3 2-1 0,-3 1-20 16,2-2-3-16,2-1 10 0,0 4-7 0,2-4-15 16,1 2 17-16,3-1-10 0,1 0 0 15,-1 0 6-15,3-2 1 0,4 1-9 0,0 2-3 16,0-2 15-16,3 3-12 0,1-1-13 0,4 0 15 16,4 1 20-16,3 1-12 0,-2 0-5 15,5 3-11-15,2-4 3 0,1 2 0 0,2 2 3 16,-2 2-6-16,3-1 3 0,-3-1 10 15,1 0-10-15,-4 1-5 0,0 0 0 0,-2-3 18 16,-1 4-18-16,-3-5-3 0,-2 4 8 0,-2-4 3 16,-1 1-3-16,-1 0 5 0,-5-1 0 0,-1 1-5 15,-1 2 23-15,-2-1 67 0,-4 2-11 16,-4 1 3-16,1-4-13 0,-3 5-2 0,-4 0 4 16,0-5-12-16,0 1-3 0,-1-1 14 15,2-3-22-15,1 1 11 0,-1-1-15 0,-2-6-6 16,5 4 16-16,-1-2-13 0,1 0-8 0,2-3 8 15,1-1-16-15,0 0-14 0,0 0-22 0,10 0-4 16,-14-1-39-16,10-3-43 0,4 4-49 0,-3-8-10 16,3 5-85-16,4 0-112 15,5-3-433-15,2 1 36 0,2-3 98 0,2 2 65 0,1-3 55 16</inkml:trace>
  <inkml:trace contextRef="#ctx0" brushRef="#br0" timeOffset="56276.45">6730 5367 1092 0,'3'11'305'0,"1"3"-23"16,2 4-24-16,0 6-33 0,1 1-25 0,1 4-13 15,-1 5-23-15,5 11-6 0,-1 4-12 0,0-4-25 16,1 3-1-16,0-4-10 0,-3-4-13 0,1 5-10 15,1-7-7-15,-1-5-14 0,3 0-2 16,-5-2-10-16,2-1-31 0,0-1-20 0,-2-7-85 16,1-1-28-16,-5-4-23 0,2-2-146 15,-2-5-459-15,3-2 16 0,-7-5 93 0,0 1 45 16,0-4 70-16</inkml:trace>
  <inkml:trace contextRef="#ctx0" brushRef="#br0" timeOffset="56542.14">6746 5509 793 0,'-3'-25'266'16,"0"7"-30"-16,3-1-11 0,3 6-15 16,0-3-13-16,1 2 41 0,2 2-31 0,2-1-12 15,2 4-24-15,0 0-22 0,4 1-26 0,-1 6-6 16,4 1-19-16,0 4-6 0,0 3-5 16,0 1-18-16,4 3 0 0,-3 5-5 0,-2 1-8 15,-2-1-7-15,-1 5 10 0,-6-1-18 16,0 4 8-16,0-4-1 0,-7 0-7 0,0 2 5 0,-7 2-13 15,3-3 11-15,-6 3 2 0,0-4 10 16,-3 0-99-16,2 1 2 0,-3-3 10 0,1-1-2 16,0-3 12-16,2-1-2 0,-2-1 8 15,3-2-11-15,-4-1-45 0,3-2-73 0,0-4-19 16,2 0-155-16,5 1-463 0,-5-6 90 0,4 1 31 16,5 2 71-16</inkml:trace>
  <inkml:trace contextRef="#ctx0" brushRef="#br0" timeOffset="57093.09">7259 5717 749 0,'7'-6'300'0,"-1"2"-24"0,1-3-27 0,4-5-11 16,-1 2-33-16,-3-1-21 0,3 1-13 15,0-5-25-15,0-2-10 0,1-4-18 0,-4 1-6 16,0-3-20-16,2-2-5 0,-1-4-2 0,-5 0-8 16,0 2-16-16,1 1 1 0,-4-2-14 0,3 3 3 15,-3 6 6-15,0 0 68 0,1 1-25 0,-2 2-5 16,1 2-1-16,0 3-12 0,0-1-13 16,0 3-23-16,-3 5 11 0,3-3-11 0,0 7 0 15,0 0 0-15,0 0 0 0,0 0 0 0,0 24-10 16,0-9 0-16,3 3-5 0,-3-1-21 15,3 2 5-15,1 4-7 0,2-3 2 0,-1 2-2 16,1-1 2-16,-2 0 13 0,3-1-10 0,2 1-6 16,-1-4 6-16,2-1-5 0,-3 2-8 15,4-6 3-15,-1 2-1 0,2-4-12 0,-1 1 20 16,2-5-10-16,2-1 0 0,-2-1-8 0,1-1 3 16,0-3 0-16,2-3-15 0,-2-1 2 15,-1-3 2-15,2-1 1 0,-2 0 0 0,-2-3-13 16,-1-1 15-16,0 1-5 0,-3 0 8 0,0 2 15 15,-1 0 8-15,-2 2 2 0,0 0-5 0,-1 2-7 16,0 2 4-16,0 0-17 0,-3 3 20 16,0 0-7-16,0 0 2 0,0 0 3 0,0 0-3 15,0 19-13-15,0-10 18 0,-3-2 1 16,3 4-9-16,0-3-4 0,3 3 2 0,-3 1 7 16,0-1-7-16,4-2-20 0,-3 4-36 0,2-4-60 15,3 1-96-15,-2-1-282 0,2 0-328 16,1-2 47-16,-3-1 91 0,0-2 57 0,2-3 59 15</inkml:trace>
  <inkml:trace contextRef="#ctx0" brushRef="#br0" timeOffset="57475.48">7953 5060 839 0,'0'0'323'0,"0"0"-26"0,6 11-34 0,-2-3-27 16,0 5-21-16,2 4-11 0,-2-1-14 0,2 5-21 15,-2 3-13-15,3 1-26 0,0 1-7 16,-3 3-2-16,5 0-6 0,-2 2-20 0,0-6-3 16,-3 1-26-16,2-1 8 0,-2 0 1 0,2-1-39 15,-3 0-54-15,2-4-77 0,-2 1-87 16,0-4-537-16,-3 0-49 0,0-5 102 0,-3-1 83 15,0-5 43-15</inkml:trace>
  <inkml:trace contextRef="#ctx0" brushRef="#br0" timeOffset="57675.67">7837 5461 1223 0,'-4'-2'353'0,"4"2"-48"16,-4-5 2-16,4 5-41 0,0 0-25 0,-2-4-8 0,2 4-36 15,0 0-21-15,13-8-14 0,-3 2-27 0,0 4 9 16,4-4-14-16,3-1-25 0,1 3-15 16,6-3-8-16,-1 0-28 0,4 1-26 0,-3 0-23 15,4-1-79-15,-1 1-60 0,1 0-101 16,0 2-402-16,2 2-149 0,1-4 84 0,-4 3 83 16,0-3 61-16</inkml:trace>
  <inkml:trace contextRef="#ctx0" brushRef="#br0" timeOffset="57926.42">9286 5042 847 0,'4'19'297'0,"2"4"-44"0,-5-4-25 0,5-1-18 16,-3 2-18-16,1 0-16 0,3 7-22 15,0 2-23-15,0 1-6 0,2 1-23 0,-5 0-56 16,4-2-94-16,-2-4-108 0,1 3-576 0,-4-6 94 16,0-1 37-16,0-4 63 0</inkml:trace>
  <inkml:trace contextRef="#ctx0" brushRef="#br0" timeOffset="58775.96">9136 5335 862 0,'-14'-1'294'0,"14"1"47"0,0 0-36 0,0 0-29 15,0 0-30-15,0 0-18 0,18-9-24 0,-6 6-17 16,3-1-13-16,1 2-20 0,5-4-16 16,3-1-23-16,4 4 0 0,-2-5-20 0,-1 2-8 15,5-1-23-15,-2 0-13 0,3-2-17 0,-4 0 7 16,4 0-21-16,-7 0-30 0,0 1-13 16,-4 0-21-16,1-2-7 0,-5 0-31 0,-2 1 18 15,-4-4-8-15,2 2 1 0,-3-3-6 0,-2 2 16 16,-4-4 7-16,1 0 18 0,-1-1-5 15,1 0 8-15,-4-1 10 0,3 2 28 0,-3-3 28 16,1 6 29-16,-1 0 17 0,-1 1-7 0,1 0-14 16,1 3-9-16,-2 0-13 0,1 2 15 15,0 2-15-15,0 5-8 0,0 0 10 0,0 0 3 16,0 0-12-16,0 0-1 0,4 28 2 0,-4-12-7 16,3 5-2-16,-3 0-1 0,3 2-2 0,-3 4 11 15,4-1-4-15,-1 4-17 0,0-4 7 16,0 0 8-16,2 4 3 0,-2-4-21 0,0-1 5 15,1 0-12-15,-4-6 27 0,3 2-9 16,0-6-11-16,-2-1 13 0,2 0-13 0,0-3 41 0,0 0 20 16,-3-4-30-16,1-1 10 0,6-5-2 15,-7-1-6-15,0 0-5 0,13-7 11 0,-9 0-16 16,5-2-5-16,-1 0 5 0,-2 1-7 16,1-2-8-16,0 3 2 0,1-1 5 0,1 3-2 15,-2-1-5-15,4 3-5 0,-4-1-1 0,2 4-1 16,1 1-4-16,1 4 1 0,2-3-8 0,-3 4 5 15,5-1 2-15,-2 2-2 0,4 0 0 16,-6 3-2-16,6-3 9 0,-1 1-7 0,-1-2-2 16,1 2 9-16,-1-5 6 0,4 3-5 15,-1-4-13-15,-1 3 10 0,0-4 0 0,0-2 3 0,3-2-13 16,-2 0-3-16,3-4-2 0,-2 1 15 16,-4 0 2-16,4-7-4 0,-1 1-11 0,-4-3 8 15,3-1-10-15,-4-2 15 0,-2 1-2 0,-1-4-3 16,-4 8-5-16,1-3-62 0,1 1 6 15,-5 5 12-15,0-4 5 0,1 6-2 0,-4 1 11 16,0 2 4-16,0 5-8 0,-3-5 9 0,3 5-4 16,0 0 14-16,-15 17 10 0,8-4-11 15,1 3 6-15,-1 2 5 0,-2 3 5 0,4 0 7 16,-1 0-12-16,5 0 0 0,-2-2-3 0,0 0 23 16,6 0-10-16,-3-1-2 0,3-5 17 0,-2 1-13 15,5 3 9-15,2-4-6 0,-2-4 5 0,4 1-2 16,4-2 10-16,0-1 0 0,3-3-8 15,0 1 0-15,4-4-10 0,-5 0 3 0,2-1-6 16,-2 0-5-16,-1 0-33 0,1-2-56 16,-2 0-92-16,-1-2-444 0,-5 1-165 0,-4-2 50 15,-1-2 73-15,-7 1 65 0,-3-6 70 0</inkml:trace>
  <inkml:trace contextRef="#ctx0" brushRef="#br0" timeOffset="59476.18">11758 5201 709 0,'-3'-15'294'0,"-1"4"34"0,0 2-3 15,1 2-11-15,-1-2-22 0,1 2-31 0,-3 5-30 16,2-4-34-16,-3 5-13 0,7 1-28 0,-20 2-12 16,6 4-4-16,0 3-17 0,-3 6-2 15,0-2-34-15,-3 8-8 0,3 1 0 0,2 1 6 16,-1 2-11-16,2-2-15 0,7 1-16 0,0-5-2 15,4-1 3-15,3 0-8 0,0-4-6 16,3 3 6-16,1-4-5 0,3-1 0 0,7-4-6 16,-4 1-20-16,6-4-5 0,2-2 5 0,-1-5-22 15,3 1-27-15,1-7 6 0,0-2 7 16,-1-2 3-16,0-4 5 0,-6 0-8 0,3-5 0 16,-3-4 8-16,0 0 3 0,-4-6-8 0,-1 4 7 15,-1-7 8-15,-4 1 16 0,2-2-18 0,-3-2 7 16,-3 2 5-16,0 3 21 0,0 4-13 15,0-1 13-15,-3 4 28 0,0 4-2 0,3 3-8 16,0 2 5-16,-3 1-16 0,2 5-2 0,1 1-2 16,-3 3 7-16,3 6-2 0,0 0-14 15,0 0 6-15,0 0-15 0,-3 21-11 0,-1-8 23 16,4 5-2-16,4 0-5 0,-4 3 12 0,3 4-17 16,0 1 5-16,4-1-3 0,-3 7 13 15,2 0-5-15,5-1-6 0,-4 1 1 0,2 1-44 16,2-2-33-16,0-2-87 0,1 0-159 0,3-3-560 15,1-2 61-15,2-7 84 0,-5-5 85 0,5-5 61 16</inkml:trace>
  <inkml:trace contextRef="#ctx0" brushRef="#br0" timeOffset="59858.78">12281 5057 1192 0,'-7'-3'328'0,"7"3"-16"0,-17 3-30 16,10 0-106-16,-7 3-14 0,4 0-19 16,-3 6-7-16,-1-3-21 0,1 2-13 0,1 6-7 15,-1-2-16-15,3 2 3 0,-1 0-13 16,2 1-7-16,5-2-3 0,-3 1-13 0,3-2 0 16,1 2-3-16,0-3-7 0,3-3-15 0,0 2 2 15,3-4 7-15,0 0-9 0,1-5-8 16,3 1 5-16,0-2-8 0,0-2 3 0,4 2-3 15,-2-3 3-15,1-3-3 0,1 2-8 0,-1 0-2 16,-3-1-5-16,2 1 13 0,-1 1-21 0,-8 0 13 16,13 0-5-16,-9 1-8 0,2 2 3 0,2 1 7 15,-2-1-17-15,1 1 15 0,0 0 5 16,0 2-3-16,0-3-2 0,0 2 5 0,2-1 0 16,2 2 0-16,-4 0 8 0,3-5-13 0,4 3-21 15,-4 0 1-15,4-3-50 0,3 1-24 16,0-2-47-16,0-2-75 0,1-2-116 0,2-1-355 15,0 1 27-15,1-2 53 0,-4-4 75 16</inkml:trace>
  <inkml:trace contextRef="#ctx0" brushRef="#br0" timeOffset="60043.57">12633 4892 959 0,'0'-7'313'15,"-3"1"-29"-15,3 6-41 0,0 0-20 0,0 0-13 16,0 0-18-16,0 0-24 0,0 21-22 15,3-10-84-15,0 6 2 0,-3 2-16 0,3 1 6 16,1 5-5-16,-3 0-6 0,5 1-7 0,-3 3 3 16,-3 3-4-16,4 2-6 0,2 0 1 0,-5 1-45 15,5-4-36-15,-2-2-90 0,-4-1-169 16,4-2-414-16,-1-4 63 0,0-2 73 0,0-5 50 16</inkml:trace>
  <inkml:trace contextRef="#ctx0" brushRef="#br0" timeOffset="60609.16">12599 5271 898 0,'0'-4'297'15,"-1"-2"-16"-15,1 6-17 0,-3-8-26 0,0 5-20 16,3 3-34-16,0-8 8 0,3 2-18 16,1 4-31-16,2-4 1 0,2 0 37 0,2 1-6 15,3-3-45-15,1 0-5 0,3 0 14 0,4 0-27 16,0-2-14-16,2-2-75 0,4 0-3 15,1-3-10-15,2 4 3 0,1-5 0 0,0 2 2 16,0 3-10-16,0-5-2 0,2 5 7 0,-2-3 0 16,-3 5-4-16,-1-3 6 0,-3 3-14 0,-3 3 2 15,-7-1 8-15,3 0-6 0,-4 5-10 0,-3-3 6 16,-2 3 7-16,1 2-8 0,-9 0-4 16,7 2-9-16,-7 4 16 0,0 2 5 0,-6 3-7 15,2 4 4-15,-7 2-7 0,2 1 16 0,2 0-11 16,0-1-6-16,-1-2 9 0,2 3 0 15,-1-1-6-15,1-2-5 0,3 0 1 0,2 1 4 16,-2-5-5-16,3 2-9 0,3-3 1 16,-3-1-7-16,4-2-5 0,2-2 18 0,1-1-6 15,4-2 4-15,-1-2-6 0,3-3 10 0,1-2-2 16,0-4 5-16,3 1-6 0,-1-3 6 0,-1-3-2 16,1-3 4-16,-2-1 6 0,-4 0-3 15,1 0 2-15,-1 2 11 0,0 0 20 0,-6 4-10 16,5 0-13-16,-4 3 3 0,-2 3 15 0,0 2-17 15,-3 4 12-15,1-3-8 0,-1 3-10 0,0 0-5 16,-1 17 10-16,1-10 6 0,-3 3-3 16,6 2-1-16,-3-2-6 0,0 1 1 0,4 2-4 15,-1-4-6-15,0 1 21 0,1 0-8 0,2 2-12 16,2-3 25-16,2-1-13 0,0 0-7 16,1-4 9-16,5 2-4 0,-2-3 0 0,0 1-11 15,3-4-2-15,-4 0-23 0,5-1-31 0,-5-4-20 16,2 3-126-16,-6-4-233 0,1 3-358 0,-2-5 74 15,-5 0 49-15,-3-1 74 0,-3 1 46 0</inkml:trace>
  <inkml:trace contextRef="#ctx0" brushRef="#br0" timeOffset="72941.48">14581 4666 888 0,'0'0'243'0,"0"0"-5"0,4 20-26 16,-4-6-15-16,0-3-22 0,0 4-9 16,3 2-36-16,-2 1-2 0,-1 5-17 0,3-4 47 15,-3 6-17-15,3-2-16 0,0-3-35 16,1 4-67-16,-1-1-38 0,1 0-106 0,-1-4-188 16,5 0-390-16,1-3 28 0,-5-7 83 0,2 3 29 15</inkml:trace>
  <inkml:trace contextRef="#ctx0" brushRef="#br0" timeOffset="73406.95">14780 4941 624 0,'0'13'197'0,"3"0"-2"16,-3-2-6-16,-3-3-12 0,3 1-3 0,0-1-90 16,0-1 1-16,-3 0 2 0,2 1-18 15,1-5 13-15,0 3-11 0,0 1 19 0,0-7 15 16,0 9 92-16,0-9 0 0,0 3-82 0,0-3 1 15,0 0-24-15,0 0 2 0,0 0-19 0,-10-17-1 16,9 7-2-16,1-3-8 0,-3 0-13 0,6-5 0 16,-3-3 0-16,1 5-10 0,3-3-10 0,-1 2 7 15,0-1-10-15,1-1-2 0,2 6-6 16,-2-3-2-16,-1 7-5 0,5-3-10 0,-2 3 2 16,1 5 10-16,-1-1-15 0,1 4 3 15,4 2 10-15,-1 4-1 0,0-1-9 0,4 4 10 16,-4 0-3-16,4 4-10 0,-4 0 8 0,3 2-3 15,2 1 8-15,-2 0-11 0,-2 4-15 16,-1-6-15-16,3 5-13 0,-2-2-38 0,2-1-36 16,-2 0-3-16,-1 1-56 0,3-5-80 0,-5 1-186 15,5-3-256-15,0-4 30 0,1-1 90 0,-4-3 59 16</inkml:trace>
  <inkml:trace contextRef="#ctx0" brushRef="#br0" timeOffset="73591">15364 4550 931 0,'4'18'279'0,"-4"-7"-28"0,0 3-21 16,0 4-15-16,3 0-20 0,0 4-21 0,-3 2-102 16,4 1 7-16,-1 1-10 0,1 1-7 0,-1 5-1 15,1-6-20-15,2 8 41 0,-5-1-56 16,5-7-75-16,-3 6-235 0,5-1-410 0,-1-6 46 15,-4-1 65-15</inkml:trace>
  <inkml:trace contextRef="#ctx0" brushRef="#br0" timeOffset="74045.23">15285 4857 959 0,'-3'-6'287'0,"3"6"-31"0,0-9-20 0,3 2-24 16,0 0-30-16,2 1-6 0,5 1-25 0,0-3-12 16,4 0-22-16,2 0-7 0,-1 1-2 0,5 3-6 15,0-2 47-15,5 1-6 0,-1 1-35 0,-4 4-1 16,7 0-17-16,1 1-19 0,2 3-2 16,-2 2 8-16,2 2-28 0,1 2 2 0,-3 3-10 15,2 0 3-15,-5 1-11 0,-2 3 5 16,1-2-12-16,0 2-6 0,-7-2 3 0,3-2-5 15,-5 2-2-15,1-1-4 0,2-3-4 0,-2 2-3 16,2-1 5-16,-5-4-4 0,5-1 6 16,-5 0-1-16,4-4 4 0,-3 1-7 0,3-4-1 15,-3-3 4-15,3 2-1 0,-4-6 8 0,1-3-8 16,-1 2 0-16,-3-3-7 0,-2-5 10 0,-1 0 2 16,-1-6-10-16,-5 1 16 0,-1 0-11 15,-1-5 23-15,-2 1-12 0,0 1 12 0,-7 3-15 16,2-1 30-16,-5 4-2 0,-1 1-15 0,-3 3 10 15,-4 5-13-15,2 5 3 0,-2-1-3 16,-3 4-10-16,-1 2-8 0,-2 5 11 0,0 2-11 16,0-2-5-16,6 5-23 0,-3 0-20 0,8 3-8 15,1 0-34-15,6 0-60 0,5 1-65 16,1 0-84-16,9 2-543 0,4 1 43 0,4-2 85 16,6 0 67-16,1-5 53 0</inkml:trace>
  <inkml:trace contextRef="#ctx0" brushRef="#br0" timeOffset="74507.13">17254 4491 819 0,'4'-5'299'0,"-4"5"-28"0,3-7-45 16,-3 7-9-16,8-1-32 0,-8 1-14 0,16 3-20 15,-9 1-18-15,7 3-2 0,-4 4-26 0,4 3-8 16,-4 3-10-16,3-1-18 0,-5 4 13 0,-1 1-5 16,-1-3-3-16,-3 1-20 0,-2 3 2 15,-2-4 8-15,-2 2-18 0,-3 3-5 0,-1 0-5 16,-1-4 2-16,-2 0-4 0,-3 1-9 0,2-3 8 15,-5-4 1-15,5 0 12 0,-2-3-10 0,2-1 17 16,-2-2-1-16,3 0-4 0,3-3 1 16,-4-1-11-16,4-6 6 0,7 3-14 0,-16-5 6 15,11-1 0-15,2-1-13 0,0 3 5 0,3-4-12 16,-3 2-1-16,3 6-2 0,3-10-3 16,0 5-2-16,0 1-8 0,-3 4-3 0,8-4 6 15,-1 4 12-15,-7 0-17 0,20 4 9 0,-10-3-9 16,4 6-3-16,3-3 22 0,4 5-27 15,-1-1-8-15,4 0-17 0,4 5-42 0,2-2-36 16,1-1-56-16,3 2-151 0,0-1-509 0,0 3 104 16,-3-5 60-16,0-1 56 0,-4-4 53 15</inkml:trace>
  <inkml:trace contextRef="#ctx0" brushRef="#br0" timeOffset="75024.48">18250 4588 895 0,'3'12'351'0,"0"5"-44"0,-2 2-18 0,2 6-25 16,-3 5-18-16,3 4-26 0,0 4-15 0,1 16-108 16,2 0-2-16,-1 3-8 0,1 0-8 15,-2 0-7-15,-1 1-16 0,3-5-2 0,-5-2-6 16,5-1-53-16,-2-4-15 0,-4-12-21 0,0-5-41 15,1-1-31-15,2-9-7 0,-3-1 18 0,0-4-3 16,0-3 20-16,-3-5-9 0,2-6 4 16,1 0 23-16,-7-14-2 0,0-3 10 0,1-8 31 15,-1-7 16-15,-4-14 27 0,1-7 5 0,-3 1 37 16,5 0 4-16,1 1 29 0,1 1-14 16,-1 0 17-16,4 9 4 0,3 6-2 0,0-2-6 15,0 9-2-15,0-2-5 0,3 2-8 0,1 3 1 16,-1 2-1-16,0 0-18 0,4 2-2 0,0 4-13 15,3 1-5-15,0 2 7 0,0 5-15 16,1 0 0-16,3 2 3 0,0 6-13 0,2-1 3 16,-1 4 2-16,4 4 0 0,-4 2 5 0,4 1-3 15,-1 6-14-15,0-2 9 0,-5 4 1 0,-3 0-1 16,0 1 1-16,-6 1 4 0,-1-2-9 16,-6 2 4-16,0-2 6 0,-8 5 2 0,1-5 13 15,-3 2-11-15,-5 4-7 0,5-7 13 16,-5 0-25-16,-3-3 9 0,5 1-7 0,-2-3 10 15,2-2-5-15,1-1 5 0,-1-1-10 0,5-1-39 16,1-5-38-16,0 0-31 0,3-1-68 0,7 0-9 16,0 0-40-16,0 0-16 0,-7-7-36 0,7 7-76 15,14-9-157-15,-4 5-133 0,3-3-4 0,2 1 86 16</inkml:trace>
  <inkml:trace contextRef="#ctx0" brushRef="#br0" timeOffset="75457.64">18762 4716 726 0,'3'-7'320'0,"-3"-1"-15"16,3 2-36-16,-3 3 66 0,0 3-51 0,-3-8-15 16,3 8-36-16,-6-3-13 0,6 3-18 15,-13 3-25-15,2-1-18 0,-3 4-14 0,-3 3-29 16,0 1 14-16,0 1-20 0,-3 2-2 16,2 2-19-16,1-2-7 0,0 2-25 0,0 2-6 15,4-1 8-15,2 1 0 0,1-3-13 0,3 1-8 16,1-2 3-16,5 1-3 0,-2-5 3 0,3 5-18 15,3-4 6-15,4 1-19 0,3-3 5 16,4 1-5-16,0-3 1 0,6 0-4 0,-3-4-12 16,0-2 8-16,4-2-8 0,-4-2-6 0,4-3 6 15,-5-3-10-15,5-1 12 0,-7-5-15 16,0-2 8-16,-1-2 10 0,-2-1 8 0,-1-1 20 16,-1 3-2-16,-1 2-14 0,-2 1 11 0,-2 1 8 15,-1 4-3-15,0 2 0 0,-2-3-15 0,-1 5 8 16,3 2 2-16,-3 1-5 0,0 4-13 15,0 0 20-15,0 0-7 0,0 0-5 0,-10 16-8 16,7-7-5-16,-1 3 16 0,1-3-6 0,3 2-13 16,0 1 11-16,0-2 0 0,0 2-8 15,3 1 2-15,1-1-4 0,2 2 7 0,-2 2-3 16,6-7-40-16,-3 5-34 0,3-4-28 16,4-2-33-16,3 1-41 0,0-5-71 0,0 1-421 15,0-2-156-15,0-3 47 0,0-4 76 0,-3-2 67 16,0-2 69-16</inkml:trace>
  <inkml:trace contextRef="#ctx0" brushRef="#br0" timeOffset="75790.22">19104 4718 558 0,'0'18'215'0,"-4"-1"-16"0,4-3-25 15,0 3-12-15,0-6-17 0,0 3-9 0,-3-2-16 16,3 2-10-16,0-2 13 0,3 0-38 0,-6-1 9 15,3-3 60-15,0 0 20 0,0 1-5 16,0-1-59-16,0-2-18 0,0-2 3 0,0-4 2 16,0 5-10-16,0-5-12 0,0 0 9 0,0 0-25 15,0 0 20-15,-3-22-7 0,3 12 10 16,0 0-18-16,0-3-5 0,0 1 25 0,0-1-17 16,3 1 2-16,-3-3 0 0,3 4-18 0,1-3-2 15,-4 3-6-15,3-3-4 0,2 3-11 16,-2-1 3-16,3 0-11 0,-2 3 3 0,2-2-3 15,1 2-4-15,0 0-3 0,0 0-3 0,3 5 0 16,-3-4 3-16,4 2-28 0,-2 4 9 0,1-1-4 16,4 0-28-16,-3 3-29 0,0 0-27 0,2 0-47 15,0 1-61-15,1 1-57 0,-1-2-89 16,1 3-397-16,0-2 23 0,0-2 90 0,-1 1 69 16</inkml:trace>
  <inkml:trace contextRef="#ctx0" brushRef="#br0" timeOffset="76006.67">19518 4384 1069 0,'0'-6'287'0,"0"6"-18"0,0 0-16 16,0 0-12-16,0 22-26 0,0-11-8 0,0 6-15 16,0 5-7-16,0 4-34 0,0 4-3 15,0-1-15-15,0 3-18 0,0 2-2 0,0 1-26 16,-3 1 0-16,3 1-8 0,0-3 1 15,-1 1-34-15,-2 0-51 0,-1-1-87 0,1 1-124 16,3-8-459-16,-4-1-103 0,1-8 94 0,0-1 83 16,0-5 45-16</inkml:trace>
  <inkml:trace contextRef="#ctx0" brushRef="#br0" timeOffset="76473.1">19392 4817 780 0,'0'-6'272'0,"3"2"-27"0,-3-3-19 0,6 0-9 15,-2 0-27-15,3-1-19 0,3-2-12 16,3 2-16-16,-2-2-18 0,6 2-7 0,1-6-13 16,-2 3-8-16,5-3-12 0,-1 3-6 0,4-6-7 15,-3 2 12-15,3-3-27 0,-4 2-1 0,-3 1-15 16,0 1 2-16,0 1-9 0,-7 4 9 0,4-3-7 16,-4 3-5-16,-6 2-13 0,3 2-3 15,-3-1-15-15,-1 4 0 0,0-4 18 0,-3 6-15 16,0 0 4-16,0 0-7 0,0 0 5 15,0 0-10-15,0 0 10 0,-17 13-17 0,17-8 17 16,-3 2-13-16,6 1 16 0,-3 1-11 0,3 2 3 16,0 4-5-16,5-1-3 0,-1 2-2 15,2 0 13-15,2 1-6 0,-1 2 6 0,3 0 9 16,-1 1-17-16,-2-1 5 0,3 1-5 0,-2 0-2 16,-1 0 81-16,0 1-18 0,-3-3 3 0,0-2 8 15,-1 1-14-15,-3 0 6 0,-2-2 8 0,-1-4-67 16,0 3 5-16,-4-3 10 0,-2 3 3 15,-1-4 33-15,-1-3-10 0,-5 2-7 0,0-3 6 16,-4-3 4-16,-1-2-6 0,1-1-4 0,-3-1-24 16,0-5 36-16,-4-1 5 0,-1-4-18 15,-2 0-10-15,0-5 3 0,2-5-11 0,2 3-2 16,2-2-8-16,4-4 16 0,4 7-6 0,2-6-22 16,1 4 17-16,3-1-38 0,4 2-16 15,3 0-53-15,3 2-70 0,0 2-60 0,4 0-155 16,4 3-411-16,2 0 25 0,2-3 105 0,1 1 61 15,2 4 60-15</inkml:trace>
  <inkml:trace contextRef="#ctx0" brushRef="#br0" timeOffset="76624.06">20294 4497 993 0,'0'0'412'0,"3"-5"-54"0,-3 5-28 15,3-4-69-15,-3 4-97 0,0 0-102 16,0 0-103-16,0 0-653 0,0 0 23 0,0 13 111 16,0-5 35-16</inkml:trace>
  <inkml:trace contextRef="#ctx0" brushRef="#br0" timeOffset="76807.48">20359 4928 1031 0,'0'0'376'16,"0"0"-25"-16,0 6-46 0,0-6 40 0,0 0-43 15,0 0-18-15,0 7-30 0,0-7-57 16,0 0-82-16,0 2-64 0,0-2-325 0,0 0-511 16,0 0 42-16,0 0 103 0,0 0 72 0,-21-11 46 15</inkml:trace>
  <inkml:trace contextRef="#ctx0" brushRef="#br0" timeOffset="77356.8">21494 4497 944 0,'-1'-5'333'0,"1"5"-36"0,0 0-31 15,0 0-10-15,-3 17-33 0,0-4-16 0,6 1-25 16,-3 9-16-16,3-1-28 0,-2 3-7 0,5 3-13 16,-3-1-8-16,1 4-16 0,3-3 1 0,-6-1-39 15,5 1 8-15,-3 0-20 0,1-3-47 16,-4 1-66-16,3-2-38 0,0-2-142 0,0-4-385 15,-3 0-109-15,0-4 60 0,-3-4 69 16,0-3 63-16</inkml:trace>
  <inkml:trace contextRef="#ctx0" brushRef="#br0" timeOffset="77591.06">21241 4706 683 0,'-8'-13'294'0,"2"4"8"0,-1 0 41 0,4 1-25 16,0 0-26-16,2 0-11 0,-2 2-33 15,3-3-15-15,0 4-23 0,3-4-25 0,1-2-9 16,2 3-15-16,4-3-17 0,5-3-21 0,1 2-3 16,5-1-20-16,6-4-23 0,1 6 10 0,2-3-13 15,-2 3-5-15,3-4-5 0,3 2-10 16,0 2-19-16,-3 3 12 0,3 1-27 0,-4 2-10 16,-5 0-30-16,-1 3-34 0,-1-3-48 0,-5 5-16 15,-1 0-41-15,0 5-99 0,-7-3-144 0,4 4-407 16,-4-3 36-16,0 3 102 0,-6 2 62 15,2-4 66-15</inkml:trace>
  <inkml:trace contextRef="#ctx0" brushRef="#br0" timeOffset="78291.64">21863 4966 642 0,'0'18'182'16,"0"-7"-3"-16,3 1-13 0,-3-2 1 0,0-1-29 15,3-1-2-15,-3-1 2 0,0-3-20 16,1 1 35-16,-1-5 6 0,0 9 76 0,0-9 29 16,0 2-29-16,0-2-30 0,0 0-13 15,0 0-10-15,0 0-26 0,-14-11-23 0,11-1 21 16,-2 0-31-16,-1-3-16 0,0-3-22 0,2 1-1 0,-2-2-7 16,5-2 0-16,-2 2-13 0,-1-1-11 15,4 1 9-15,4 2-19 0,-4-2 1 0,4 2-11 16,-1 1 0-16,3-1 1 0,1 0 7 15,7 1-18-15,-1-1-5 0,2 3-6 0,1 3-24 16,5-2-29-16,3 5-5 0,-1 0-41 0,2 4-6 16,2-2-45-16,-3 6-3 0,0-2-20 15,0 4-33-15,3-2-4 0,0 1-6 0,-2 4 14 16,-1-5 9-16,-4 1 12 0,1 0 59 0,2-1 38 16,-9 0 46-16,3 0 16 0,-3-1 41 0,0 0 2 15,-4 1 39-15,0-5 20 0,1 2 0 16,-1-1 5-16,-1 2-5 0,-1-1 13 0,-2-1 23 15,-2 1-15-15,2 2 2 0,-5-2 5 16,-1 3-33-16,6-3 3 0,-6 3-3 0,0 0 0 0,0 0-18 16,-13 7-2-16,6 0-3 0,-4 2-16 15,-2 1-12-15,-1 5 5 0,-2 1 0 0,1-2-15 16,-1 5-1-16,2-2-7 0,0 0 8 0,1-1-3 16,2 1-21-16,4 0 11 0,-2-4-8 15,5 1 6-15,0 1-6 0,1-3-3 0,3 0 11 16,3-1-15-16,1-2 7 0,3-1-3 0,0-1-9 15,2-1 17-15,5-4-26 0,-3 0 19 0,3-2 10 16,-1-3-16-16,0-1 11 0,5 0-13 16,-5-5 12-16,4-3-7 0,-3-1 6 0,0-3 6 15,-4-2-6-15,4-2 1 0,-4 0-2 0,-3 3 29 16,4-4-24-16,-5 8 21 0,-2-2 2 0,-1 5 5 16,3-4-10-16,-2 6-15 0,-1 1-3 15,-3 3 3-15,4-2-3 0,-4 6 13 0,0 0-12 16,0 0-9-16,0 0 3 0,0 17-2 0,0-9 17 15,0 1-14-15,0-1-6 0,0 5 10 16,3-3-5-16,-3 2-5 0,1 1 13 0,-1-1-24 16,3 1-14-16,3 2-42 0,-2-3-33 15,3 2-35-15,4-3-55 0,1-1-124 0,-1 2-567 16,6-5 49-16,0-3 80 0,-3 2 76 16,-1-6 69-16,4 0 44 0</inkml:trace>
  <inkml:trace contextRef="#ctx0" brushRef="#br0" timeOffset="78490.12">22830 4534 875 0,'0'0'238'0,"0"0"3"16,-7 16-47-16,4-7 13 0,3 2-27 0,0 3-17 16,0-1-14-16,3 3-13 0,0 0-11 0,-2 2-15 15,2-2-8-15,0 5-12 0,2-5-13 16,1 1 2-16,1 0-23 0,-1 2-12 0,1-2-34 15,1-1-43-15,1-1-80 0,-2 0-114 0,4-3-493 16,-4 1 75-16,3-4 59 0,-4-2 38 16</inkml:trace>
  <inkml:trace contextRef="#ctx0" brushRef="#br0" timeOffset="78656.59">22807 4363 939 0,'0'0'302'16,"0"0"-26"-16,0 0-71 0,0 0-56 15,0 0-75-15,13 16-100 0,-6-7-245 0,7 3-369 16,-4-1 85-16</inkml:trace>
  <inkml:trace contextRef="#ctx0" brushRef="#br0" timeOffset="79190.12">23107 4771 793 0,'3'15'246'0,"2"-1"5"0,-2-3-39 15,0-1-2-15,0 1-26 0,0-2-30 0,-2-3-13 16,2 0-3-16,-3 2-10 0,3-2 13 16,-3-1-3-16,0 1-61 0,0 0 22 0,0-6 83 15,3 4-26-15,-3-4 13 0,0 0-31 0,0 0-4 16,0 0-14-16,0 0-18 0,-6-20-4 0,6 9-4 15,0-5-27-15,3-4 4 0,-3-4 1 16,4 2-10-16,3-3-4 0,-3 0-6 0,2 3-9 16,-2 3-2-16,5-4 8 0,-1 9-16 0,-1 1-7 15,-1-1-1-15,1 3-15 0,4 2 6 16,-2 2 4-16,-2 5-9 0,3 2-1 0,1 1 8 16,-1 2-3-16,4 5-7 0,-1 0-3 0,-2 6 13 15,3-3-11-15,-1 4-1 0,1 1 6 16,-4-2-4-16,6 1-5 0,-5-2-3 0,-1-1 12 15,0 1-12-15,-2-2 0 0,-1-3-5 0,3 0-5 16,0-1 15-16,-3 0 3 0,3 0 2 0,1-5-7 16,-1 0-3-16,3-2-23 0,1 0 2 15,0-2 11-15,3-4-13 0,-4-2 5 0,2-2 5 16,1-4-5-16,-2-3-18 0,-1-2 21 0,-3-3-13 16,1 1 7-16,-4-1 6 0,0 2 2 15,-1 4 21-15,2-1 0 0,-5 4 12 0,0 2-15 16,-2 2 0-16,2 0-2 0,-3 2-3 0,3 5 8 15,-3 2 4-15,0 0-4 0,0 0-13 0,0 0 2 16,-6 18-2-16,6-7 26 0,0 0-14 16,-1 1-4-16,1 4 10 0,0-4-21 0,0 3 18 15,1-1 1-15,-1-1-19 0,3 2-2 0,0-1-19 16,3 0-50-16,-5-3-64 0,5 0-75 0,-1 2-161 16,4-4-458-16,-2-3 57 0,0-1 81 15,3-5 72-15,-3 0 61 0</inkml:trace>
  <inkml:trace contextRef="#ctx0" brushRef="#br0" timeOffset="79923.98">23897 4796 660 0,'-3'8'269'0,"3"-1"-3"16,-1 2-10-16,-2-4-41 0,3 2-3 0,0-3-81 16,-3 2 15-16,3-6-3 0,0 5-10 15,0-5-10-15,0 0-5 0,0 0-18 0,0 0 7 16,0 0-15-16,-3-21-17 0,3 11-9 15,3-5-2-15,0-2-2 0,0 0-9 0,-2 0-7 16,5 1-7-16,-2-1 17 0,-1 3-25 0,3 2-6 16,-1 0 4-16,1 3-14 0,-2 0 3 0,2 4 7 15,1 0-12-15,4 1 10 0,-3 2-15 0,0 0-3 16,3 2 5-16,-1 0 0 0,3 2 3 16,1-1 0-16,0 3-3 0,0-4-5 0,3 1-2 15,0-1 0-15,3 2-3 0,4-4-3 0,-3 1-10 16,3-3-2-16,-4 1-3 0,1-2 15 15,3 1-9-15,-7-4 4 0,0 2 0 0,0-3 3 16,0-1 10-16,-7 1 13 0,4-5-13 16,-4 3-10-16,-3-2 10 0,1 1 13 0,-5 4-8 15,3-1 8-15,-2 1 54 0,-1 1 7 0,0 1-12 16,-3 3-18-16,0 3 4 0,0 0-12 0,0 0-2 16,0 0-4-16,-3 20-9 0,0-5 0 15,3 8 15-15,3 4-6 0,0 7 1 0,-3 2-15 16,4 17 4-16,3 1-14 0,-3 3 12 0,5 1-3 15,-2 0-12-15,0 2 2 0,0 3 5 0,-3-5 1 16,2 0-3-16,-3-5 2 0,-2-10-5 16,-1-5 11-16,0-5-14 0,-4 0 4 0,-2-8-4 15,-1-4 3-15,-4-1 1 0,-2-7-9 16,-1-1 6-16,-3-6 0 0,0-3 22 0,0-3 9 0,-7-8 20 16,0 0-6-16,0-1 19 0,2 0-26 15,-7-4 41-15,8 1-46 0,3-1-33 0,-2 2 2 16,3-3-25-16,1 3 20 0,5-2-41 0,-2 1 44 15,6-2-16-15,3 2 0 0,-3-4 16 16,7 1-13-16,0-3 0 0,7 1 15 0,0-1-31 16,3-3 11-16,4 2-13 0,3-3-13 0,4 2-7 15,3-1-34-15,-1 3-7 0,1 4-106 16,-3 2-50-16,3-1-638 0,-4 1 74 0,1 2 74 16,-1-4 62-16,-3 3 72 0,-2-3 63 0</inkml:trace>
  <inkml:trace contextRef="#ctx0" brushRef="#br0" timeOffset="80407.03">25817 4528 888 0,'-3'-10'384'16,"0"3"-41"-16,-3 0-36 0,2 3-31 0,-2 0-27 15,-5 3-29-15,1-1-16 0,-5 4-24 16,-4 3-6-16,-5 4-23 0,3-1-21 0,-7 9-9 16,2-1-22-16,2 1 9 0,1 2-18 15,0-2-14-15,4 2-4 0,1 0-13 0,5-4 2 16,2 1-22-16,1-2-4 0,4 1-6 0,2-5 6 15,1 4-1-15,-1-4-9 0,4-3-4 0,4 2 2 16,2-1 2-16,1-4-17 0,3 0 5 0,1-1-5 16,2-3-3-16,3-3 10 0,-4-3-2 15,5-1-8-15,-1-1 3 0,-1-4 2 0,2-1 0 16,-3 1 16-16,-1 0-8 0,0 3-6 0,-2-1 14 16,-4 3-18-16,2 2-6 0,-1-1 6 15,-4 5 5-15,2-2-3 0,-6 3-5 0,0 0 3 16,16 7-8-16,-15 0 2 0,6 1 9 0,-3-1-1 15,2 1-5-15,-3 2 0 0,1 0 3 16,-1 2-8-16,1-2-16 0,3 0-30 0,-2 1-43 16,0 0-55-16,-2-2-65 0,4 1-209 0,0-1-432 15,0-1 83-15,0-2 88 0,3-5 68 0,0 0 47 16</inkml:trace>
  <inkml:trace contextRef="#ctx0" brushRef="#br0" timeOffset="81139.75">26051 4659 586 0,'0'8'235'0,"0"1"-25"0,-1 1-36 15,-2 0 8-15,0 0-26 0,3 1-10 0,-3 0-3 16,0-3-17-16,-2 3-14 0,2 1 3 0,1-5 3 16,-3-1 3-16,2 0 19 0,0 0 75 0,3-2-38 15,-4 0 12-15,4-4-27 0,0 0-6 16,0 0-18-16,0 0-5 0,0 0-18 0,0 0-23 15,7-24 1-15,1 12-19 0,0-3 8 0,0-4-8 16,2 1-8-16,3 0-12 0,1 0-8 16,-4 3-23-16,1 3 6 0,2-1-6 0,-3 3 10 15,1 3-15-15,-1 2 12 0,0 3-12 0,1 2 0 16,2 5-2-16,-3-1-4 0,4 4 9 0,-1 2-6 16,2 2-4-16,1 1-6 0,2 1 7 15,-1 0-1-15,0-2-4 0,1 1 1 0,1-2 2 16,2 0-5-16,0 0-7 0,-1-3 2 0,1 1 10 15,0-5-2-15,-1 1 2 0,3-1 5 16,-5-1-15-16,2 0 5 0,-2-3 8 0,-2-3 0 16,2 0 0-16,-2-2 5 0,1-1-11 0,-6-2 6 15,0-3-13-15,2-3-15 0,-5-1 25 0,-2 2-5 16,0-2 6-16,-5 2-14 0,2 1 3 16,-3 2 0-16,0 2-3 0,-3 0 3 0,-1 2 3 15,-5 3-16-15,-3 3 5 0,-1 1 11 0,-4 2-13 16,3 4 12-16,-3 3-4 0,1 3-21 0,-2-2 30 15,4 4-12-15,4-3 8 0,0 2-1 16,3 0-9-16,0-1-1 0,3-1 3 0,1-1 8 16,0 0-6-16,2 1 3 0,2-4 3 15,2 0-1-15,4 1 6 0,0-7-16 0,3 4 3 16,3-3 13-16,1-2 4 0,-3-1-17 0,6-1 8 16,-4-2-1-16,2-5-4 0,-2-1-8 15,4-5 5-15,-3-2 12 0,-2-3-17 0,0-7 2 16,-3 1 6-16,-2-7-3 0,1 0-8 0,-5 0 3 15,2-2 12-15,-4-1-15 0,-1 0 6 0,0 6 9 16,1 0 16-16,-2 4 0 0,1 3 18 0,0 3-21 16,0 3-7-16,0 1 12 0,-1 4-2 15,1 2-7-15,-5 4-4 0,5 5 6 0,-3-2-8 16,3 2 3-16,0 0-11 0,-11 20 3 0,8-8 10 16,2 1-12-16,1 5 12 0,-3 4-5 15,6 1 8-15,-2 4-5 0,5-1 10 0,-2 6-18 16,6 0 15-16,0 0-7 0,0-1-11 0,1-2 16 15,2-1-3-15,2 1-43 0,-5-4-21 0,3 0-94 16,-2-8-118-16,-1-1-636 0,0-3 58 16,-3-4 84-16,-3-5 68 0,2-2 73 0,-6-2 58 15</inkml:trace>
  <inkml:trace contextRef="#ctx0" brushRef="#br0" timeOffset="81723.48">28013 4336 755 0,'0'14'225'0,"-4"3"-15"16,4 2-23-16,-3 6-16 0,3 5-5 0,-1-4-14 15,-2 3-12-15,3 0-22 0,-3-1 2 0,3 0-20 16,3 0 5-16,-3-3-18 0,3 0-10 16,-2-5 5-16,2 1-5 0,4-4-11 0,-3 0 14 15,2-5-16-15,1 2-8 0,4-4 5 0,-1-1-17 16,3-2 20-16,5-1-8 0,-2-5-15 16,5-1 18-16,0-1-21 0,-1-5 1 0,4-1-34 15,-3-2-21-15,-1-1-24 0,-3 0-48 0,-3-5-29 16,-4 5-91-16,-4-4-140 0,-2 6-374 15,-4-3 70-15,-3 0 60 0,-4-2 57 0</inkml:trace>
  <inkml:trace contextRef="#ctx0" brushRef="#br0" timeOffset="82439.98">27722 4651 883 0,'0'0'307'0,"0"0"-33"15,-5 2-16-15,5-2 1 0,0 0-37 16,0 0-12-16,0 0-7 0,0 0-19 0,0 0-5 16,19 1-97-16,-6-2 0 0,0-2-26 0,5-1 0 15,0 0-4-15,5-3 4 0,4 0 0 0,1-3-15 16,6 1 3-16,0-3-16 0,4 1 8 0,10 0 5 16,-5-3-16-16,-7 6 9 0,-2-3-6 15,0 3 0-15,-3-4-5 0,-4 3 2 0,0 0-9 16,-4 2 2-16,-2 1 10 0,-3-1-13 15,-2-1 29-15,-1 0-34 0,-2 1 74 0,-3-1-9 16,1 2-9-16,-1 1 11 0,-1-1-16 0,-4 4 6 16,1-1-13-16,-2 0-3 0,1 0-5 0,-5 3-8 15,0 0 1-15,0 0 4 0,0 0-2 0,0 0-10 16,-19 17 0-16,9-8-8 0,-3 1-10 16,2 4 12-16,0-1-22 0,-2 2 10 0,2 2-8 15,2-2 7-15,-1 0-12 0,5 1-2 0,-1-1-3 16,3 0 0-16,2-1 7 0,-2-2-2 15,3 1-18-15,4-1 31 0,2 1-18 0,2-1 20 16,2 0-12-16,3-4 10 0,6 0-6 16,2-4 11-16,2 2-13 0,3-5 3 0,4 1-5 15,-2-2-1-15,3-3 1 0,-1 2-8 0,-2-7 10 16,-1 0-5-16,-2-1-10 0,-2-3 10 0,-2-1-16 16,-2-1 1-16,-4-2 2 0,2-2 3 15,-5 3-13-15,-4-3 0 0,0 3 2 0,-5 2-4 16,2-2 20-16,-7 2 2 0,2 2-18 0,-3 1 21 15,0 1-7-15,-1 1-6 0,-6 0-2 0,6 2-1 16,-4 2 14-16,0-1-19 0,0 3 3 16,8 2 8-16,-10 0-3 0,10 0-5 0,-10 8 0 15,7 0 6-15,-1 1 4 0,3 3-5 0,2 1 8 16,3 4-10-16,2 4-3 0,1 2 20 16,-3-1-14-16,8 3 19 0,-7-1-17 0,5-4 13 15,-3 5 2-15,3-2-8 0,-3-3 3 16,0 2 0-16,-4-5 8 0,3 1-6 0,-5-3 16 0,2 0-5 15,-3-3 10-15,0 1-5 0,0-3 8 16,-3 0-3-16,2 0-13 0,-5-3 18 0,-1 1-7 16,-2-2-4-16,-2-1 4 0,1-2-6 0,0-2 3 15,-1-1-10-15,1-1-18 0,0-2 5 16,-1-2-31-16,1-3-49 0,0-1-56 0,1-3-48 16,1-1-90-16,6-3-133 0,2-2-382 0,1-2 57 15,3-4 74-15,2-1 75 0,2-4 50 16</inkml:trace>
  <inkml:trace contextRef="#ctx0" brushRef="#br0" timeOffset="82640">29055 4276 696 0,'4'10'230'0,"-4"-1"-20"15,0 2-13-15,0 1-15 0,-4 4-18 0,4 1-11 16,0 2-17-16,0 3-3 0,0 2-23 0,0 2-10 15,0 0-5-15,0 3-11 0,0 0 1 0,0-2-4 16,0 4-34-16,0-4-60 0,-3 0-69 16,3 2-187-16,0-4-440 0,-1-6 82 0,1-1 46 15</inkml:trace>
  <inkml:trace contextRef="#ctx0" brushRef="#br0" timeOffset="82956.77">28830 4600 1113 0,'0'-8'379'0,"0"8"-49"0,3-8-38 0,4 2-26 16,0 3-20-16,3-4-26 0,6 0-26 0,-1 2-12 16,6 0-23-16,2 0-23 0,4 0-3 0,1-1-16 15,3 0-4-15,-1 3-23 0,-2 2-1 16,2-4-15-16,-2 2-4 0,-4 2-9 0,-4-2-18 15,4 1 1-15,-3 2-13 0,0-1 12 0,-1 1-17 16,1 1-8-16,1-1 2 0,-7 6-12 16,5-5 10-16,-6 6-18 0,3-3-8 0,-3 3-7 15,-3 0 2-15,-1 1-20 0,2 2-13 0,-2 1-26 16,-5 1 13-16,2 0-25 0,-4 1-24 0,0-1-61 16,1 1-36-16,-4-2-153 0,3 3-441 15,-3-3 93-15,0 0 69 0,0-1 48 0,0-4 64 16</inkml:trace>
  <inkml:trace contextRef="#ctx0" brushRef="#br0" timeOffset="83256.5">29534 4520 1075 0,'0'0'348'16,"0"0"-44"-16,0 0-25 0,7 14-28 15,-7-5-26-15,0 4-25 0,3 3-8 0,0 0-23 16,-3 5-8-16,6-5-30 0,-5 2-6 0,0 2-7 16,2 1-13-16,-3-2-18 0,3-1-5 15,-3 2-16-15,2-2-4 0,-2-6-1 0,1 3 6 16,-1-1-16-16,0-4-2 0,0 1-19 0,0 0 19 16,0-2-16-16,0-3-7 0,-1 1 2 15,-1 0 8-15,2 0-5 0,-3 0-6 0,3 0 6 16,-3-3-18-16,2 2-21 0,0-1-23 0,-5 1-17 15,6 0-55-15,0-6-25 0,-6 4-38 0,6 0-131 16,-1-3-509-16,1-1 43 0,-3 4 67 0,3-4 63 16,0 0 68-16</inkml:trace>
  <inkml:trace contextRef="#ctx0" brushRef="#br0" timeOffset="84073.05">29509 4756 547 0,'-1'-5'246'0,"1"5"-11"0,0-6-12 0,0 6-13 16,1-10-5-16,-1 10-8 0,1-9-10 15,-1 4-95-15,0 1 13 0,3-2-21 0,-3 1-2 16,0 5 0-16,3-9-5 0,-1 4-13 0,0-1-3 16,-1 4 3-16,-1-4-15 0,3 0-3 15,2 1 0-15,-3-1-7 0,4-1-6 0,-2 0-2 16,6 2-1-16,-6-2-7 0,4 0 16 15,-3 1-9-15,1 2-4 0,-2-1-13 0,0 2-5 16,0-1 2-16,2 1 10 0,-3 0-15 0,-3 3 0 16,7-7-5-16,-7 7-10 0,5-2 13 15,-5 2-6-15,2-5-12 0,-2 5 0 0,0 0-1 0,0 0-15 16,0 0-17-16,0 0-14 0,0 0-43 16,0 0-40-16,0 0-224 0,-10 9-338 0,10-9 73 15,0 0 63-15</inkml:trace>
  <inkml:trace contextRef="#ctx0" brushRef="#br0" timeOffset="85239.93">29814 4647 811 0,'0'9'315'16,"0"2"-31"-16,0 1-26 0,0 4-25 0,-3-1-30 15,6 3-27-15,-3-1 3 0,0 1-25 16,0 1-11-16,0-1-25 0,0-5-8 0,0 3-10 15,0-2-85-15,0 2 3 0,0-7-5 0,0 2 13 16,0 2-11-16,0-5 11 0,0-1 9 16,0-1 14-16,0 1 92 0,-3-2-26 0,3-5 10 15,0 7-22-15,0-7 2 0,0 0-3 16,0 0-28-16,0 0-7 0,0-19-6 0,3 9-4 0,0-2-9 16,1-4 9-16,3-8-6 0,-3 1-15 15,6-5 7-15,0-2-12 0,4 2-6 0,-1-1 9 16,-2 7-4-16,2-1-9 0,-3 6-8 0,1 1 10 15,-4 2-16-15,2 3 1 0,-2 2 0 16,1 3 2-16,2 3-5 0,-1 3 3 0,2 1-8 16,-1 6 13-16,0-3-13 0,1 8 2 0,-1-2-2 15,5 0-7-15,-3 4 19 0,-1 2-14 16,3-4 4-16,-4 1 9 0,3-3-19 0,1 0 18 16,-1 1-2-16,1-2-11 0,0 1 8 0,0-4-7 15,3 0 17-15,-3 0-12 0,5-4-1 16,-4-2-2-16,1 0 3 0,-1 0-6 0,1-5-4 15,-1 0-9-15,1-4 6 0,-2-2-18 0,-1-3 7 16,1-3 9-16,-4-4 6 0,-1 2-11 16,0 0 11-16,-5-2 9 0,2 4-8 0,-1 2 2 0,-3 3 8 15,-2 2 3-15,3-3-5 0,-3 6-3 16,0-1 7-16,0 5-12 0,0 3 5 0,0 0-7 16,0 0 4-16,-17 10-5 0,10 1 8 0,3 4 0 15,-2 5 8-15,3 2-11 0,-1 3 3 16,1 4 3-16,0 4 7 0,3-2-10 0,3 6-2 15,-3 2-3-15,5-1 5 0,-3 13-18 0,4-2 25 16,-2-8-20-16,-1-2 26 0,1-3-15 16,0 3-1-16,-1-4 13 0,-3 0-4 0,0-5-12 15,0-4 4-15,0 1 10 0,-3-4 7 0,-1-4-7 16,-3-3 2-16,5 1 3 0,-6-7-1 0,-2-1 1 16,2-3-3-16,-5-2 6 0,3-4-11 15,-5-3 23-15,2 2 5 0,-4-5-2 0,3 1 28 16,0-1-23-16,3 2 12 0,-1-3-25 0,-2-2 0 15,4 2 6-15,1-2-1 0,-1-5 23 16,5 6-28-16,1-3 23 0,3-2-7 0,1 1-14 16,1-5 6-16,3 1-13 0,2-1 2 0,3 0-2 15,0-1-5-15,6-1-5 0,-2 3 17 16,3 1-12-16,5-6-10 0,0 5 25 0,-2 0-15 16,2 4-8-16,-4-2 15 0,4-1 3 0,0 3-25 15,-2 2 7-15,-1-2 5 0,-3 3-7 0,-2 0 12 16,0 2-15-16,1 3 2 0,-4-4 11 0,-3 2-26 15,3 4 21-15,-6-4-23 0,4 3-16 16,-6 0-18-16,-2 3-12 0,6-4 23 0,-6 4-6 16,0 0-15-16,0 0 18 0,0 0-23 0,0 0 13 15,0 0 10-15,0 0 0 0,0 0-8 16,0 0 26-16,0 0-2 0,0 0-1 0,-7-7 1 16,7 7-1-16,0 0 13 0,0 0-10 0,0 0 3 15,0 0 4-15,0 0 1 0,0 0-8 0,0 0-44 16,0 0-91-16,1-2-219 0,-1 2-472 15,0 0 50-15,0 0 77 0,-15 0 69 0,15 0 52 16</inkml:trace>
  <inkml:trace contextRef="#ctx0" brushRef="#br0" timeOffset="88905.48">22044 5684 634 0,'0'0'277'0,"-6"-6"-24"16,6 6-28-16,0 0-102 0,0 0 0 15,-8-3-13-15,8 3-23 0,0 0 3 0,-3-3-13 16,3 3 5-16,0 0-6 0,0 0-12 0,-10 13-2 15,6-6 17-15,-2 4-10 0,2 2 80 16,-3 0-32-16,4 6-1 0,-4 3-14 0,0 0 5 16,0 3-2-16,3 0-23 0,1 1 3 0,0 1-8 15,0 1-6-15,2-1-4 0,1-2-6 16,-3 1-10-16,6-1-4 0,-2 0 14 0,2-1-12 16,0-6 2-16,1 2-18 0,-1 1 11 0,1-5-3 15,3 1-11-15,-4 0-2 0,3-3-2 0,-2-2 0 16,3-1 4-16,-3 2-12 0,2-5-2 15,-2 0-11-15,-1 1 10 0,3-2-28 0,-2-2 3 16,3 0-36-16,-3-2-31 0,3 2-48 16,-1-5-31-16,1 0-85 0,-7 0-189 0,14-6-325 15,-4-1 77-15,0-3 45 0,1 0 65 0</inkml:trace>
  <inkml:trace contextRef="#ctx0" brushRef="#br0" timeOffset="89572.61">22362 5936 199 0,'0'0'77'0,"0"0"13"0,0 0-6 15,0 0 31-15,0 0-15 0,0 0 92 0,0 0-18 16,0 0 3-16,0 0-19 0,0 0-12 16,0 0-8-16,0 0-2 0,0 0-16 0,-4-8-12 15,4 8-57-15,0 0-18 0,-9-3 14 0,9 3-9 16,-4-2 11-16,4 2 7 0,-7-5-10 0,7 5 0 16,-7-1 0-16,7 1 21 0,-6-6 7 0,6 6-25 15,-4-2 4-15,4 2-12 0,-7-6 8 16,3 4-1-16,4 2-7 0,-7-6 18 0,1 3 54 15,3-1 15-15,3 4 10 0,-7-9-23 16,4 6-15-16,-2 0 0 0,2-2-26 0,-3 3 0 16,6 2-58-16,-4-6-3 0,4 6-24 0,-6-6 24 15,6 6 0-15,-4-4-10 0,4 4 2 16,-3-4-3-16,3 4-4 0,0 0-9 0,-4-5 1 16,4 5 2-16,0 0 3 0,0 0 3 0,0 0-8 15,14-3 10-15,-14 3-13 0,0 0 10 0,17 4 1 16,-7-4 7-16,0 0-10 0,0 1 0 0,1-1-6 15,-1 0 4-15,0 0 7 0,4-1-6 16,-4 1-1-16,4-1 4 0,-4-4 3 0,0 4 3 16,4 0-3-16,-7-5 0 0,3 3 2 0,1-1 6 15,-1 0 2-15,-3-3-12 0,-1 1 7 16,2 2-3-16,-2-3 14 0,1 0-6 0,-4 5-7 16,1-4 2-16,-1 3 10 0,4-2-10 0,-6 2-7 15,2-3-4-15,-3 6 1 0,6-2-5 16,-6 2-5-16,0 0 12 0,0 0 3 0,4 17 0 15,-5-5-2-15,-2 4-1 0,3 3 6 16,-3 1-16-16,3 4 8 0,-6 2-6 0,5 2 6 0,-2 1 13 16,-1-1-11-16,1 1 11 0,-1 2-13 15,1-2 10-15,0-3-13 0,-1 4-15 0,1-3-15 16,0-2-21-16,2 0-59 0,-2-2-27 0,-1-4-30 16,4-2-78-16,0-1-523 0,-3 1 108 0,0-6 44 15,2-3 43-15</inkml:trace>
  <inkml:trace contextRef="#ctx0" brushRef="#br0" timeOffset="90139">22293 6185 627 0,'0'0'261'0,"-6"-6"-5"16,6 6-39-16,-3-4-12 0,3 4-23 15,0-8-16-15,0 8-12 0,6-8-3 0,-2 3-23 16,2 1-23-16,1-3 2 0,7 0 6 15,-1 0-26-15,2-1-3 0,1 0-2 0,5-2-20 16,3-1 7-16,4-3 54 0,2 3-1 0,1-3-22 16,0 2 0-16,13-9-18 0,0 4-8 0,-2-1-5 15,-5 4 3-15,-6 3-26 0,-1 1-2 16,-6 1-3-16,-3 0 2 0,-4 2-4 0,0 0-6 16,-6 5-10-16,1-4 0 0,-1 3-8 0,-1-1 1 15,-3 4 2-15,-7 0-6 0,11 1 4 16,-5 4 4-16,-5-1-15 0,-1 4-2 0,3 3 2 15,-3-1 8-15,-3 1-6 0,2 3-1 0,-2 3 19 16,0-1-15-16,-1 1 11 0,1 0-21 16,-1-1 0-16,1 1 0 0,0 0 20 0,3-5-30 15,-1 2 10-15,-2 1 8 0,3-4-1 0,0 3-7 16,3-4-2-16,-2-1 7 0,-1 1-5 0,3-3 15 16,0 1-4-16,4-2-1 0,2-2-10 15,-4 1 10-15,2-4-2 0,2 0-1 0,-1-1 11 16,2-2-2-16,0 0-16 0,-2-4 2 0,2-1 19 15,0 1-14-15,0-3 11 0,-3-1-5 0,3 0-3 16,-3-1-10-16,0-2-5 0,-3 1 13 16,-1 0-5-16,0-1-1 0,0 0 16 0,-3 1-21 15,0-1 9-15,0 3 6 0,-3-4-1 16,-3 4-4-16,2 0 21 0,-3-2-15 0,0 4 8 16,0-2-9-16,-3 2-6 0,-1 1-6 0,1 3 7 15,-4-2 11-15,4 2-18 0,-3 0 8 0,2 4-8 16,-2-2-8-16,3 4-10 0,-4-2-28 15,4 4-8-15,-1-1-10 0,4 0-38 0,-2 2-34 16,5 2-27-16,1-4-50 0,0 3-71 0,6-2-364 16,0 1-109-16,1 2 68 0,5-4 72 0,2-2 67 15</inkml:trace>
  <inkml:trace contextRef="#ctx0" brushRef="#br0" timeOffset="90755">23322 5828 532 0,'0'0'217'0,"-10"8"-22"0,7-2-31 16,-1 2-16-16,-2-1-2 0,2 2-13 0,0 0-15 16,1 0-8-16,0-1-10 0,0 3-28 15,3-3-6-15,0 2 11 0,0-3-10 0,0 1-11 16,0-2-2-16,3 2 7 0,0-4-10 0,0 2 0 15,1-3-5-15,3 1 18 0,-3-3-23 0,-4-1 8 16,13 0 2-16,-13 0-10 0,14-2 69 16,-10-3 8-16,2 3-13 0,-3-4-3 0,1 1-17 15,-4-5-11-15,3 0-25 0,-3-1 17 16,0-2-7-16,-3 1 5 0,2-1 0 0,-2 1 3 16,-3 2 2-16,3-2 0 0,-1 1-15 0,-3 2-1 15,3 1-12-15,1 1 0 0,-4 0-2 16,4 4-19-16,-4-2 13 0,0 2-7 0,7 3-8 15,-10-1-5-15,10 1-6 0,-7 0-1 0,7 0 9 16,0 0 0-16,-10 5-4 0,10-5-1 0,0 5-18 16,0-5 23-16,0 0-7 0,7 8-3 15,-1-6-2-15,1-2 10 0,4 0-6 0,-1 0-14 16,6 0-63-16,-1-2 12 0,4-4-6 0,-1 3 18 16,6-5-3-16,0 1 13 0,-4 0 8 0,4-3 2 15,-3 1 6-15,-1-2 12 0,1 1-20 16,-8 1 10-16,2 1 0 0,2-2 10 15,-7 2-7-15,0 2 13 0,1 1-11 0,-5-2 0 0,1 0 13 16,0 4-18-16,-1 0 3 0,-6 3 7 16,0 0-10-16,0 0 13 0,8 12-5 0,-8-3 10 15,-3 7-5-15,-2 3-11 0,2 6 26 0,-1 6-22 16,-2 3 14-16,-7 15 1 0,2 1 10 0,4 0-8 16,-3-1 20-16,2-2-9 0,-1 1 4 15,2-6-15-15,0 5 16 0,-3-9-3 0,6-1-6 16,-2-3-14-16,5 0 10 0,-2-1-3 0,0-2 8 15,0-3-13-15,3 3-44 0,0-5 21 0,-3 0-18 16,3-6-84-16,0 1-29 0,0-9-92 16,3 1-524-16,0-9 68 0,0 0 45 0,1-4 73 15</inkml:trace>
  <inkml:trace contextRef="#ctx0" brushRef="#br0" timeOffset="91055.12">23709 6267 550 0,'0'0'220'0,"0"11"-10"0,0-5-26 15,3-4-5-15,-3 4-38 0,3 0-10 0,-2-1-1 16,2-1-15-16,-3-4 1 0,7 4 1 0,0-2-9 16,0 1-1-16,-7-3 6 0,13-3-18 0,-5 1 7 15,1 0 6-15,-2-4-9 0,3 1 6 0,-2-2 0 16,-2 0-5-16,1-2-77 0,-4 0-10 15,1-3 28-15,2 4 10 0,0-2-7 0,-4 2-1 16,1-2-7-16,-3 3 2 0,3 0-12 16,-3 3 2-16,-3-3 3 0,0 0-13 0,2 5 2 15,-6-4-7-15,1 3-28 0,2-1-19 0,-3 1-53 16,-2 2-20-16,9 1-90 0,-13-1-156 16,5 2-395-16,1-1 90 0,7 0 59 0,0 0 62 15</inkml:trace>
  <inkml:trace contextRef="#ctx0" brushRef="#br0" timeOffset="91389.02">24095 5713 888 0,'7'12'261'0,"-3"4"-21"0,2 3-22 16,1 5-29-16,3 3-4 0,0 4-19 0,1 13-7 16,3 4-8-16,-1-3-10 0,-3 4-11 0,1-1-22 15,-4 1 7-15,-1-7-3 0,-2 8-7 16,-1-10 3-16,-3-5-3 0,0 1-57 0,-3-3-17 16,2 2-3-16,-5-3 13 0,-1 0 8 0,0-1-13 15,0-9-3-15,0 1 5 0,-2 0-15 16,-1-4 11-16,-1 1-1 0,4-2-5 0,-3-6 3 15,-1 2-13-15,4-3-3 0,-6-1 11 16,4 0-49-16,-2-5-26 0,1 1-61 0,-1-6-154 16,0 1-539-16,-1-1 71 0,1-3 61 0,1-3 87 15,0-4 39-15</inkml:trace>
  <inkml:trace contextRef="#ctx0" brushRef="#br0" timeOffset="92221.25">28517 5586 834 0,'0'0'238'0,"-10"6"-23"0,1 2-5 16,2 1-23-16,0 3-11 0,-2 8-7 16,1 0-10-16,-2 11-92 0,3 2 7 0,-3 1-10 15,3 10-13-15,0 4 0 0,1-7 18 0,4-1-17 16,-3-4 1-16,1 5-14 0,4-6 2 0,0 5-3 16,0-5-7-16,4 5-1 0,1-6 6 15,0 1 3-15,2-2-16 0,-1 0-18 0,2-1-46 16,2-4-26-16,3 0-66 0,-2-7-113 15,2-1-447-15,3-5 35 0,-4-2 56 0</inkml:trace>
  <inkml:trace contextRef="#ctx0" brushRef="#br0" timeOffset="92721.9">28618 5895 583 0,'3'-13'325'0,"0"-2"-20"0,1 5-34 16,0-1-20-16,4 1-28 0,0 0-29 16,-1 1-10-16,7 1-15 0,-4-1-33 0,4 1-3 15,-4 2-10-15,0 4-21 0,4 0-12 0,-4-1 0 16,0 3-21-16,-2 5-3 0,2-3-9 0,-2 4-14 16,-3 0 1-16,1 0-1 0,-4 1-10 0,1 3 11 15,0-2-16-15,-6 4 3 0,3-3-6 16,-3 2-4-16,1-1-3 0,-4 1-5 0,2-1-8 15,-2-2 15-15,2 1 1 0,-2-1 2 16,3 0-10-16,3-4-6 0,-3 3-20 0,3-1 24 16,-1 0-14-16,-3-1 8 0,8 1-2 0,-4 1 7 15,1-2-2-15,2 2-1 0,0 1-4 0,3 1 7 16,-2 0-5-16,3 0-2 0,2 3 2 16,-1-1-13-16,-1 3-5 0,2-4 19 0,1 3-12 15,0-1 1-15,-5-1 0 0,6 2 3 0,-3-3 2 16,-3 0 10-16,0-1-8 0,-3 1 9 0,1-1-9 15,-3 0 16-15,3-2-5 0,-3-1 5 16,-3 1-3-16,0 0 13 0,-4 1 16 0,3 0-16 16,-5-6-2-16,-2 4-1 0,-2-2 11 15,2 0-13-15,-2-1-5 0,3-3 8 0,-2 1-8 16,2-1 7-16,-2-1-7 0,0 1-5 0,2-2-3 16,0 1-12-16,0-5-52 0,3 4-18 15,1-4-61-15,4 4-49 0,0-6-107 0,-1 3-187 16,8 0-294-16,0-2 81 0,2-2 64 0,6-3 78 15</inkml:trace>
  <inkml:trace contextRef="#ctx0" brushRef="#br0" timeOffset="93088.34">29144 5934 888 0,'-20'16'253'0,"12"-7"-28"16,-2 0-38-16,1 7-8 0,-2-4-15 0,1 8-10 15,0-2-16-15,3 1-20 0,-4 1-13 16,5-1-26-16,4-2 3 0,-3 0-10 0,2-1 2 16,2-4-8-16,2 2 1 0,-1 2-3 0,3-7-8 15,4 1-5-15,2 3-4 0,2-4-17 16,2-2 14-16,2-3-1 0,2-2-17 0,0 2 7 16,0-4 0-16,5-4-12 0,-3 0 7 15,-2-2 5-15,2-3-7 0,-4-1 2 0,2-3 16 16,-5 1-6-16,-4-3-10 0,3 0 18 0,-4 2 21 15,-4-3-67-15,2 0-5 0,-3 1 25 0,-3 5-20 16,-2-5 16-16,-3 5-6 0,-1-3 0 16,0 1-2-16,-7 1 2 0,1 1 0 0,-4 1 0 15,3 3-4-15,-3 0-14 0,0 0 13 0,0 5-5 16,-1 0 5-16,5-1-28 0,0 2-10 16,-1 2-6-16,0-2-35 0,3 2-31 0,1 3-30 15,1-4-114-15,1 3-71 0,5 0-376 0,3-1 36 16,0-3 33-16,0 0 86 0</inkml:trace>
  <inkml:trace contextRef="#ctx0" brushRef="#br0" timeOffset="93754.99">29551 5723 826 0,'-17'2'292'0,"17"-2"-39"0,-7 7-27 16,1-4-16-16,-2 3-29 0,4 1-19 0,-2-2-16 16,3 3-21-16,0-2-10 0,-1 2-12 0,4-1 4 15,0-3-20-15,-3 3-2 0,6 0-11 16,-3 0-13-16,3-3 3 0,-2 2-7 0,5 0-22 16,0-3-14-16,-2-1 7 0,4 2-20 15,1-2 4-15,-9-2-12 0,11 0 6 0,1-2-1 16,-12 2-13-16,12-6 0 0,-4 1 13 0,-3 0-15 15,2-2 13-15,0-2-3 0,-4 1 2 0,1-5-9 16,-1 2 9-16,-3 0 14 0,3-3-1 0,-3 3 11 16,0-4-3-16,-3 2 10 0,3 1 10 15,-3-1-4-15,1 1-3 0,-3 4 5 0,2-4 0 16,-1 1-1-16,-3 4-9 0,4 0-5 0,-1 3 7 16,-2 2-7-16,-1-3-19 0,7 5 6 15,-11-1-5-15,11 1 10 0,0 0-16 0,-13 6 1 16,10-4 5-16,3-2 2 0,-2 8 0 0,2-2 3 15,0-6-11-15,2 10-4 0,4-6-1 16,-2 1 8-16,8 1 0 0,-4-3-10 0,2 0-10 16,1 1 0-16,5-3 12 0,-1 1-10 15,2-1 26-15,0-1-18 0,3 0-8 0,0-1 13 16,0-2-13-16,-2 2 8 0,0-4-2 0,-2 3 4 16,2-4-2-16,-5 3 10 0,1-5-2 0,-4 2-3 15,0-2-6-15,-2 1 17 0,2-1-9 0,-4 2 16 16,-2-1 0-16,3-1 13 0,-4 2-24 15,0-1 11-15,-2 3 3 0,2-1-11 0,-3 5 13 16,0-7-5-16,0 7-3 0,0 0-7 0,0 0 0 16,-14 12-1-16,7-5-4 0,0 4 0 15,-2 5 2-15,-2 3-8 0,1 3 16 0,0 4-21 16,-1 1 8-16,1 4 10 0,0-2-2 0,-1 4 2 16,3 0 3-16,-4 13-10 0,3-10-1 15,1-1 1-15,1-2 15 0,-1 1-5 0,-1 1-16 16,5-1 0-16,-2-3 11 0,2 2-8 0,-2-1 0 15,3-6 13-15,-2 4-21 0,2-5-35 0,0 1-44 16,1-1-59-16,0-6-143 0,2 5-474 0,0-6 3 16,2-1 76-16,0-2 83 0,1-7 45 15</inkml:trace>
  <inkml:trace contextRef="#ctx0" brushRef="#br0" timeOffset="94088.99">29995 6151 921 0,'-6'8'289'15,"3"0"-30"-15,-1 1-31 0,0 1-31 16,1 0-18-16,2 1-18 0,0-1-18 0,1-2-7 16,0 1-21-16,0-1-7 0,2 0-3 0,-2-4-3 15,7 2-20-15,-3 0 0 0,-1-4-10 16,6-1-8-16,-2 1-11 0,-7-2 4 0,18-2-4 15,-11 0 11-15,2-4-17 0,-1 2 11 0,-1-3 11 16,2-2-2-16,-5 0 10 0,3 0 5 0,-6-1-100 16,2 1 31-16,0 1 5 0,-3 0-6 15,0 2 11-15,-3-3-17 0,3 2 1 0,-3 0-9 16,-2-2 7-16,2 2 0 0,-2 0 13 16,0 0-18-16,1 3 0 0,-2-3-18 0,0 2-10 15,-2 1-13-15,4-1-62 0,-5 4-50 0,7-2-90 16,-11-1-208-16,10 2-314 0,3 2 89 0,-7-6 44 15,4 3 79-15</inkml:trace>
  <inkml:trace contextRef="#ctx0" brushRef="#br0" timeOffset="94405.5">30405 5591 609 0,'3'9'240'0,"2"2"-25"0,1 7-12 0,1 4-19 15,0 3-15-15,2 8-18 0,-1 0-21 16,2 11-7-16,-3-4-13 0,1-5-5 0,-5 4-18 16,0-4-7-16,-3 3 4 0,0-2-10 0,-3-3 3 15,-2 1-10-15,-1 0-1 0,-4-2-15 0,0-3 6 16,-4 0 12-16,1-1 0 0,0-3 5 15,-5-2-20-15,2 1-3 0,-3-6-12 0,-4 2 4 16,0 1 6-16,-3-5-3 0,-4 1 7 16,-1 0-45-16,-13 0-5 0,-1-1-29 0,4-5-66 15,-9 3-105-15,1-3-551 0,-3 2 39 0,8-6 54 16,0-4 72-16</inkml:trace>
  <inkml:trace contextRef="#ctx0" brushRef="#br0" timeOffset="96721.26">1957 8456 824 0,'-11'-10'286'16,"2"1"1"-16,2 4-23 0,-1-2-31 16,-1 1-23-16,2 3-18 0,0-2-11 0,-4 2-30 15,4 3-12-15,-2-1 12 0,-2 1-34 16,1 1-19-16,-4 1-14 0,0 6-10 0,1-1 3 15,-4 0-13-15,4 4-15 0,-2 2-8 0,-2 0 10 16,4 1-15-16,2 3-6 0,2-1-25 0,5-1 1 16,-3 0-6-16,4 1 7 0,3-2-12 0,6 4 8 15,-2 0-8-15,6 3 2 0,3-3-5 16,5 5-2-16,-1-4 2 0,7 3 3 0,3-4 3 16,-2 0-14-16,2 3 6 0,0-2 8 15,-3-2-1-15,-1 0 3 0,-2 1-20 0,-4-4 12 16,-3-2-5-16,-1 2 11 0,-5-3-6 0,-1 2 18 15,2-2-5-15,-6-1-2 0,-2 2 15 16,-1-2 0-16,-3-2 5 0,-1 2-16 0,-5-3 14 0,-2 1 2 16,0 2 10-16,-6-3-7 0,0-1-13 15,-3-1 2-15,3 2 13 0,-4-3-15 16,0-1 2-16,1-2 6 0,0 1-6 0,2 1-2 16,1-3-8-16,3 0-33 0,1-5-39 0,0 4-22 15,2-5-62-15,1 2-18 0,6-5-103 0,-2-3-114 16,6 1-349-16,4-6 80 0,2-5 69 15,4 2 48-15</inkml:trace>
  <inkml:trace contextRef="#ctx0" brushRef="#br0" timeOffset="96921.39">2288 8419 757 0,'3'13'292'0,"2"4"-13"0,1-1-92 0,-5 2-13 15,5 6-26-15,-3 0-17 0,4 1-13 16,-4 5 66-16,5 2-23 0,-5 0-10 0,1 1-20 16,2 2-13-16,-3-3-11 0,-2 1-33 0,1 2-51 15,-1-9-53-15,2 4-142 0,-3-4-532 0,0-1 10 16,4-3 72-16,-4-7 77 0</inkml:trace>
  <inkml:trace contextRef="#ctx0" brushRef="#br0" timeOffset="97288.5">2265 8900 911 0,'0'0'274'0,"3"-7"-16"0,0 1-40 0,1 2-13 16,6-4-19-16,1 1 40 0,2-3-16 15,4-4-11-15,0 3-32 0,1-3-22 0,1 2-4 16,2-2-15-16,-3-1-3 0,-1 2-26 0,0-2-15 15,-1 1 2-15,-1 2 8 0,-2-4-17 16,-3 1-6-16,1 0 5 0,-4 3-25 0,-1-3 7 16,-2 1-13-16,3 3 6 0,-4 1-13 15,-2 0-5-15,2 1 7 0,0 2-2 0,-3 0 0 0,0 0-6 16,0 7-7-16,-3-5 3 0,3 5 0 0,0 0-3 16,0 0-11-16,-15 14 9 0,9-6-16 15,2 6 8-15,-2-2 2 0,2 5-10 0,-3 0-10 16,4 2 8-16,0 0-8 0,2-2 5 15,2 1-13-15,1 3 10 0,2-2 3 0,3-2 8 16,0 3-13-16,3-1 0 0,1-1 2 0,2-5-15 16,3 2-2-16,5-7-29 0,4 2-28 0,2-3-40 15,4-3-50-15,3-4-122 0,-3 0-446 16,3-4-45-16,-6-2 91 0,5-5 93 0,-5-3 32 16</inkml:trace>
  <inkml:trace contextRef="#ctx0" brushRef="#br0" timeOffset="97755">3030 8644 721 0,'0'0'233'0,"0"0"-15"0,0 0-24 16,-6 24-2-16,5-11-36 0,1 5-12 0,0 1-6 15,0 7-25-15,0 5 4 0,0 2-17 0,3 2-13 16,-2 4-5-16,2-3 0 0,2 4-8 0,1 9-2 16,0-6-16-16,-2 6-2 0,2 1 0 15,2-8-3-15,-5-8-15 0,1-2-16 0,2-6 11 16,-3-1 0-16,1-1-6 0,-1-6-2 15,0 0-7-15,0-4-6 0,-1-3-2 0,-2-4-8 16,0-1-34-16,0-6 4 0,0 0 4 0,0 0 0 16,0 0 1-16,-11-31-3 0,4 12 20 15,-2-6-12-15,0-7 9 0,-4-16-1 0,1 0 1 16,0 2 27-16,2-3 4 0,-1 3 13 0,1 9 6 16,4 3-1-16,0 1-12 0,2 1 15 15,4 6-11-15,0 0-1 0,3 2-9 0,0-1 1 16,1 1-14-16,2 6 4 0,1 3 6 0,1-2-1 15,1 3-3-15,1 3-8 0,1 3-3 0,-1 0 8 16,0 4-15-16,1-1 16 0,-1 5-4 16,0 0 1-16,4 6 7 0,-4 2 6 0,-3 2-8 15,4 0 76-15,-4 5-4 0,-1 1 2 0,-3 1-5 16,-2 1 0-16,-2 3-6 0,-2 0-17 0,-1 2 3 16,-2-2-6-16,-5 0 0 0,2 2 6 15,-1-4-24-15,-1-1-2 0,0-3-3 0,1 1-2 16,4-7 15-16,-5 2-31 0,4-4 11 0,1 0-54 15,-2-3-54-15,1-1-56 0,7-3-47 16,-10-7-137-16,7-1-198 0,3 1-245 0,1-5 61 16,2-4 67-16,3-2 66 0</inkml:trace>
  <inkml:trace contextRef="#ctx0" brushRef="#br0" timeOffset="98137.5">3448 8503 901 0,'9'9'291'16,"-8"-3"-27"-16,-1 1-98 0,0 4-25 16,-1 2 0-16,1-1-8 0,-3 3 3 0,0 6-13 15,2 0 56-15,-2-6-13 0,3 5-30 0,0 1-13 16,0-4-1-16,0-2-17 0,0 3-5 0,0-5-10 16,3 0-21-16,-2 2 13 0,5-5-8 15,-3 0-10-15,5-2 5 0,-1 0-20 0,3-2 12 16,4-5-10-16,0-1-22 0,6-2-6 0,-3-4 7 15,4-3-12-15,0-6-13 0,-2 1 1 16,-1 1-6-16,-2-5-3 0,-2-2 11 0,-3 2 15 16,2 1 7-16,-5 6 19 0,1-3 7 0,-2 6-12 15,0-2 12-15,-4 2-20 0,1 1-3 16,-1 4-5-16,-3-1-7 0,0 4 2 0,0 0 13 0,0 0 0 16,4 14-8-16,-5-4 8 0,1 5-18 15,-2 3 5-15,1 1-5 0,-2 4 7 0,0 2 1 16,0 1-1-16,2 0-4 0,-3 5 2 15,1 1-8-15,-1 0-12 0,-2 1-11 0,0-1-28 16,2-3-33-16,-4 3-67 0,-1-4-94 0,2 2-563 16,-3-3-19-16,-4-9 83 0,0 2 76 15,-7-2 77-15,-3-5 49 0</inkml:trace>
  <inkml:trace contextRef="#ctx0" brushRef="#br0" timeOffset="98487.5">1796 9628 852 0,'-6'5'233'15,"5"-3"-13"-15,1-2-18 0,0 0-15 0,0 0 0 16,11 6-26-16,3-7 3 0,7-1-10 0,5-1-29 15,5 0-2-15,11-3-11 0,15-2-14 16,2-3 68-16,3 1 11 0,2-2-103 0,4 2-13 16,18-5 16-16,-1 4-5 0,7-6-21 15,4 1 5-15,0 1-2 0,-4 0 0 0,4 4-26 16,-3-3-5-16,-1 4 15 0,-4 2 1 0,-13 0-6 16,-6 5-15-16,-2-3-15 0,-12 5-21 0,-12 1-36 15,0-1-69-15,-12 1 0 0,-4 0-30 16,-3 1-24-16,-4-1-30 0,-2 1-3 0,-5 1-110 15,-2 3-341-15,-4-3 19 0,0 3 66 0,-1-2 61 16</inkml:trace>
  <inkml:trace contextRef="#ctx0" brushRef="#br0" timeOffset="98604.97">3697 9476 711 0,'0'6'182'0,"0"-6"17"0,0 0-14 0,3 3-3 16,-3-3-6-16,0 0-4 0,0 0-24 15,0 0-17-15,0 0-1 0,0 0-27 0,7 1-22 16,-7-1-47-16,0 0-52 0,0 0-113 0,14 4-544 15,-11-3 35-15,-3-1 61 0</inkml:trace>
  <inkml:trace contextRef="#ctx0" brushRef="#br0" timeOffset="99308.09">6025 8425 1131 0,'0'0'345'0,"-3"-7"-48"0,3 7-28 0,0 0-31 16,0 0-28-16,-8 15-8 0,8-4-15 16,0 6-33-16,0 3-11 0,1 5-10 0,6 1-7 15,-4 7-21-15,1-1-1 0,5-1-16 16,-2 2-19-16,1-1 10 0,2 0-15 0,3-4-5 15,1 2-3-15,-1-3-15 0,2-2 0 0,1-2-5 16,1 0-3-16,0-4-7 0,1-1-11 0,-2-8 16 16,2 2-6-16,-1-5-19 0,0-3 14 15,-3 1 16-15,0-5-11 0,3-5-12 16,-4 4 3-16,0-6-1 0,-2-4 18 0,-1-3-15 0,0-4 3 16,-2-1 2-16,-1-5-13 0,-1-7 5 15,-3 4 3-15,0-7-2 0,-3-3-1 0,0 2-5 16,0 0 8-16,-3-1-8 0,0 1 42 0,0 8-14 15,-1 0-7-15,1 2-8 0,0 2 7 16,-2 6-4-16,2-1 0 0,0 1-8 0,-1 2 10 16,1 5-5-16,0-2-26 0,0 3-30 0,2 5-16 15,-2-1 1-15,3 3-14 0,0 2-50 16,0 0-34-16,0 0-57 0,7 17-65 0,-1-10-188 0,6 3-376 16,0 1 108-16,2 0 45 0,0 0 101 15,3-3 22-15</inkml:trace>
  <inkml:trace contextRef="#ctx0" brushRef="#br0" timeOffset="99904.08">6790 8507 895 0,'0'0'246'0,"0"0"-21"16,0 0-22-16,0 0-27 0,0 0-7 0,0 0-28 15,-23 11 2-15,15-4-22 0,-1 1-4 16,2 0-30-16,1 1 6 0,2-1-14 0,-1 2-20 15,2 3-8-15,0-1 15 0,3-4-19 0,0 7-7 16,3 0 68-16,5 1-18 0,-4-2-1 16,5 1-15-16,-2 2 1 0,7 0-9 0,-4-1-7 15,0 2-21-15,4-1 6 0,-4-3 10 16,0 2-11-16,1-4-20 0,-4 3 8 0,2-5-3 16,-4 3 0-16,-2-4-2 0,1 1 0 0,-1-2-1 15,0 0 21-15,0-1-13 0,-6 1-2 0,3-5 0 16,-4 3 5-16,4-6-3 0,-6 3 26 0,6-3-23 15,-11-2-67-15,11 2 26 0,-10-7-10 16,3 4 12-16,4-3 3 0,-1 2-3 0,0-2 9 16,4-1-12-16,1-3-4 0,2 2 13 0,1-5-11 15,3 1 3-15,0-1 0 0,3 1-5 16,4-3 17-16,2-2-7 0,-1 2 5 0,4-1-10 16,2-3 10-16,0 1-5 0,-1 0 8 15,1-2 5-15,3 1-21 0,-4 1 3 0,-3 1 10 16,-2 2 5-16,-2 5 1 0,-3-2-6 0,1 1 15 15,-2 2-20-15,-2 2 10 0,-1 0 6 0,2 2 7 16,-5-1-5-16,1 1 7 0,-4 2-7 0,0 3 8 16,0 0-3-16,0 0-10 0,0 0 2 0,-17 13-5 15,10-7 26-15,3 6-28 0,-5-3-3 16,5 2-2-16,-4 3-1 0,2 0-4 0,3-1-1 16,2 1 0-16,1-2 6 0,0 2 0 0,1 1-11 15,5 1 8-15,-3-4-3 0,5 3 11 16,-1-4 10-16,3 3-21 0,0-4-7 0,4 0 10 15,-1-1 0-15,2 1-10 0,1-4-8 0,-2 2-28 16,-1-1-13-16,2 0-41 0,-2-4-20 16,-3 2-26-16,1-1-43 0,-1 2-134 0,-1-2-478 15,-1-1 92-15,-1-2 41 0,-1 1 51 0,-6-2 59 16</inkml:trace>
  <inkml:trace contextRef="#ctx0" brushRef="#br0" timeOffset="100354.18">8651 8268 670 0,'0'0'256'16,"0"0"-23"-16,6 25 0 0,-3-12-33 15,-3 2-11-15,4 4-12 0,-1 2-1 0,2 1-25 16,1 2-15-16,-3 1 0 0,4 1-3 16,-1-1 46-16,-2 7-26 0,3-6-12 0,-3 4-15 15,2 0-3-15,-2-3-24 0,2 1-42 0,2-3-47 16,-5 0-20-16,4-3-62 0,-4 0-66 0,1-4-172 15,-1-3-437-15,0-1 38 0,-3-3 76 16,0-3 78-16</inkml:trace>
  <inkml:trace contextRef="#ctx0" brushRef="#br0" timeOffset="101187.37">8472 8665 801 0,'0'-8'266'16,"0"0"-25"-16,4-1-21 0,2 1-18 0,2-2-23 15,5-2-10-15,5 2-33 0,-1-3-14 0,6 2-11 16,-1 3-14-16,5 1 3 0,-4 2-21 0,4 0-7 16,1 4-3-16,-1 1-3 0,1 0-7 15,2 3-15-15,-2 4 2 0,3 1-15 0,-1 5 4 16,-2-1 9-16,-1 3-13 0,-3 1-1 0,0 0-12 16,-3 1 8-16,-2-2-13 0,-4-1 10 15,-2 1-13-15,1 2 5 0,-4-7 8 0,-3 5-15 16,3-7 10-16,-3 2 5 0,-3 1-3 0,2-5 1 15,-3 3 15-15,1-3 0 0,-4 1-8 0,4-6 5 16,-4-1 0-16,0 0-10 0,-7 7-2 16,7-7 9-16,0 0-6 0,-11-15 68 0,5 5 0 15,-1-4 0-15,-1 1-23 0,2-8 0 0,0 2-15 16,2-4 2-16,1 5-10 0,0-4-2 16,3 2-8-16,0-1 15 0,3 2-15 0,0 1 0 15,1 0 2-15,2-3-10 0,4 3 3 16,1 1-11-16,-1 3 1 0,0 2-6 0,7 2-7 15,-4 1 10-15,5-1-18 0,3 5 7 0,-4-1-7 16,7 3 8-16,3-1-3 0,-3 2-2 0,0 2-24 16,3 0 26-16,0 0-5 0,1 2-12 15,-4 1 4-15,0-1-13 0,-4-2 32 0,1 2-22 16,-1 0 6-16,-6 1-5 0,0 0 0 16,-1-3 10-16,0 0 0 0,-2 1-5 0,-1-1 5 0,-3 2 13 15,1 1-3-15,-8-3 3 0,13-3 2 16,-13 3-10-16,7-3 18 0,-7 3-18 0,6-2 5 15,-6 2-12-15,4-5 10 0,-4 5 4 0,0 0-4 16,0 0-5-16,0 0 4 0,0 0-4 0,-27 7-1 16,16 0 1-16,-2 1-6 0,-5 3 1 15,2 3 15-15,1 3-1 0,-1 1-14 0,1-3 2 16,2 2-3-16,-1 1 16 0,4 0-18 16,0-1 8-16,4-1 4 0,-2 0-14 0,5 0 12 15,0-1-10-15,3-5-3 0,0 5 3 0,3-5 7 16,3 0-2-16,2-2 0 0,2-1-2 0,0 0 2 15,7-4 2-15,-4 1 1 0,5-4 2 16,-1-4-5-16,0 1 0 0,1-4 5 0,-2-1 0 16,2 0-7-16,-5-3 9 0,2-5 14 0,-2 1-13 15,0-3-1-15,-2 1 9 0,-4 2-14 0,2-2 26 16,-1 6-33-16,-2-4 28 0,-2 6-10 16,-1 0-8-16,0 1 5 0,1 0 3 0,-1 0-10 15,0 6-3-15,-3 2 0 0,3-5 15 0,-3 5-12 16,0 0-3-16,0 0 2 0,2 15 1 15,1-10 4-15,-3 2-7 0,0 2-2 0,0 0 4 16,3 1 4-16,0 2 4 0,-2-4-18 0,2 3 0 16,0 2 3-16,4-5-5 0,-1 2-5 15,2 3-44-15,-1-3-18 0,3-1-5 0,0-1-77 16,4 2-33-16,0-3-30 0,-1-6-147 0,0 5-445 16,1-5 39-16,0-1 73 0,-3-2 83 15,-1-3 38-15</inkml:trace>
  <inkml:trace contextRef="#ctx0" brushRef="#br0" timeOffset="101387.76">9956 8475 888 0,'0'0'307'0,"-3"-7"-43"0,3 7-26 16,-1-6-23-16,1 6-11 0,0 0-9 0,0 0-13 16,0 0-19-16,-3 21-17 0,3-13-20 0,0 2 7 15,1 1-97-15,1 2 5 0,2-1-8 0,-1 2-2 16,0 3 2-16,2-3 3 0,-2 3-6 0,4 0 4 15,-4 0-11-15,4 0 0 0,-1-2-46 16,-1 1-21-16,4-3-66 0,-5 1-110 0,3 2-525 16,-1-7 39-16,-1 1 58 0,-2-6 77 15</inkml:trace>
  <inkml:trace contextRef="#ctx0" brushRef="#br0" timeOffset="101537.53">9870 8143 591 0,'0'0'210'0,"0"0"-80"16,0 0-81-16,11 10-290 0,-4 2-299 16</inkml:trace>
  <inkml:trace contextRef="#ctx0" brushRef="#br0" timeOffset="102120.78">10216 8631 732 0,'3'16'250'0,"4"-1"29"0,-4-1-23 0,1 1-25 16,-4-5-19-16,3 1-33 0,0 2-7 0,-1-3-13 15,1-2-21-15,-3 0-3 0,0 1-9 0,0-1 4 16,3-1 39-16,-3-1-28 0,0-6-87 0,-3 5 5 16,3-5-13-16,0 0 10 0,0 0-10 15,0 0-15-15,-5-20-3 0,5 5 3 0,-3 0 0 16,3-3-16-16,-3-3 8 0,6-4-5 0,-3-3-8 16,3 2-5-16,-1 1 3 0,1 0 10 15,3 1-13-15,-5 5 8 0,5 1-3 0,-3 2-7 16,1 0-9-16,2 2-1 0,-1 4 4 0,1 2-2 15,1 2 0-15,3 2 0 0,0 4 0 0,0 0 7 16,0 3-7-16,1 4-8 0,2-1 8 16,-1 3-5-16,1 1 25 0,0-2-12 0,1 6-8 15,-4-3 5-15,4 0-5 0,-4 2 10 16,0-1 8-16,4 1-29 0,-4-3 16 0,0-1 0 16,4 4-18-16,-4-4 3 0,2-1 2 0,1-4-15 15,0 3-16-15,4-2-9 0,-4-2-24 0,2-3-5 16,-2 0-28-16,4-2 15 0,0-4-15 0,-2 2 10 15,1-5 8-15,1-2 3 0,-7 0 32 16,1-2-9-16,2-3 50 0,-6 2 4 0,4 0 45 16,-8-1 41-16,4 3 16 0,-1-1 22 15,-5 3-30-15,5 2-5 0,-3-2-5 0,-2 3-13 0,3 4 7 16,-4-4-12-16,0 7-8 0,3-1 0 16,-3 1-2-16,0 0 7 0,0 0-15 0,3 11-19 15,-3-4 12-15,0 1-9 0,1 2-2 0,2 0 3 16,0 3 4-16,0-3-12 0,-2 4-16 0,2-3-38 15,3 4-33-15,-2 0-44 0,3-2-107 16,-3 1-451-16,2 2-51 0,1-7 52 0,0-1 73 16,-3-5 60-16</inkml:trace>
  <inkml:trace contextRef="#ctx0" brushRef="#br0" timeOffset="102920.7">10985 8574 816 0,'1'4'241'16,"-1"1"-21"-16,0 2 0 0,0-7 10 15,0 7-79-15,0-7 8 0,0 4-8 0,0-4-3 16,0 0-9-16,0 0-29 0,0 0-3 0,0 0-7 16,3-16-13-16,0 7-2 0,-3-1-16 15,3-5 0-15,1-1-15 0,-1-1 2 0,1 0-13 16,3 2-7-16,-4-2-10 0,4 5 17 0,-4-1-27 15,1 4 9-15,2 0-27 0,-3 2 7 0,5 3 8 16,-4 0-6-16,2 3 9 0,1-1-9 16,-7 2 4-16,17 4 9 0,-7 0-15 0,0-2-5 15,1 5 13-15,2-6-16 0,1 6 11 16,0-3-5-16,3 2 2 0,3-3 0 0,1 1-8 16,-1-3 9-16,0-1-12 0,4 2 6 0,-2-4-15 15,2 2 20-15,-1-1-10 0,1-6 15 0,0 0-12 16,-3-1 7-16,-4-1-8 0,3-2 11 0,-7 3-3 15,-1-9 0-15,-2 3-12 0,-1 1 1 16,-5 0 19-16,3-2 15 0,-3 5-7 0,-1 0 12 16,3 2-20-16,-6 1-5 0,1 0 2 15,-1 4 0-15,0 3 5 0,0 0-4 0,0 0-11 16,-4 17 12-16,-2-2 6 0,5 3 8 0,-2 7 2 16,3 2 0-16,-4 12-12 0,4-1 7 15,4 18 69-15,-1 2-18 0,1 2-5 0,2 3-2 0,1 14-6 16,-4-10-5-16,1-7-7 15,0-2 0-15,-1-3-21 0,0-3 13 0,-2-13-16 0,-1-6 6 16,0-5 10-16,-1-2-18 0,-5-2 13 16,-1-6-13-16,0 2-10 0,0-8 15 0,-7-4-15 15,4-1 7-15,-6-7 3 0,1-1-5 0,-5-6 8 16,0-3-21-16,-4-5 10 0,2-7-68 16,-1 2 14-16,2-2 3 0,1 1 31 0,3-3-3 15,-1 1 26-15,5 2-15 0,-1-1 20 0,4 3-15 16,1-1 7-16,4 0-12 0,-1-3-11 15,5 5 5-15,1-4 75 0,4 0-18 0,3-1 5 16,0 0-21-16,3-4-15 0,7 4 23 0,0 0-20 16,4 2-36-16,0-2-1 0,13-2-30 0,-3 6-28 15,-1 3-18-15,-2 1-79 0,2 3-90 0,-3-1-589 16,0 5-2-16,-3-1 133 0,1 1 35 16,-4 0 83-16,-1-1 46 0</inkml:trace>
  <inkml:trace contextRef="#ctx0" brushRef="#br0" timeOffset="103687.79">12995 8326 1044 0,'-3'-7'312'0,"0"6"-10"0,3 1-43 0,-7-6-31 16,-1 6-3-16,8 0-41 0,-20 9 3 0,6 1-21 15,-2 2-20-15,1 2-2 0,-1 3-29 16,-2 2-3-16,-2 3-17 0,7-4 2 0,2 0-15 16,1 0-28-16,0 3 10 0,3-3 0 0,4-1-15 15,0 1-1-15,2-3 1 0,1-2-11 16,1 1-7-16,2 0-5 0,3-5 9 0,-2 1-17 15,6-2 0-15,-3-2 5 0,3-2-12 0,3-3 4 16,-2-1-15-16,2-4 5 0,-3 2-2 0,5-7-9 16,-5-2-4-16,4-6-5 0,-1-1 5 15,-3-2-8-15,-2-10-8 0,1 3 16 0,-2-7-8 16,0-5-8-16,-3 3 14 0,-1-3-1 0,1-12 3 16,-4 9-3-16,0 9 20 0,0 7-4 0,0-2 23 15,0 7-1-15,0 3 1 0,0 2-11 16,0 1-10-16,-3 5 18 0,2 2-12 0,-2 3 1 15,3 5-7-15,0 0 6 0,0 0 9 0,-11 18-5 16,5-4-4-16,5 2-9 0,-2 7 9 16,0-1 4-16,3 6 0 0,3-2-7 0,0 0-8 15,-2 1 15-15,5 5-17 0,1-1 27 0,4-3-12 16,-1 3-15-16,7-5 7 0,-3-1 5 16,3 0 8-16,3-2-18 0,1-4 2 0,3-4 4 15,3 2-12-15,-4-7 4 0,1-2-14 0,1-1 4 16,-4-6-6-16,-1-1 2 0,3-2-4 0,-5-4-1 15,2-5 16-15,-3-3-25 0,-3-3-6 0,0-2 5 16,-7-3 5-16,2 2 9 0,-5-2 6 16,0 4 1-16,-4 1 13 0,0 2 7 0,-4 3-10 15,0 0 10-15,-5 4-15 0,-1 3 10 0,-1-1 8 16,1 5-8-16,-5-2 3 0,2 6-19 16,0-2 17-16,2 0-1 0,-2 5-3 0,3-3-2 15,-1 5 8-15,4-5-5 0,1 2 7 0,-1 1-10 16,3-1-8-16,0 1 16 0,4-3-13 0,0 2 15 15,0 1-13-15,4-2 6 0,3 3 2 16,0 0 15-16,3-1-7 0,4 0-15 0,-1 1-3 16,-2 2 7-16,6 0-2 0,-4 0 5 0,5 2-5 15,-2 0-2-15,2-3-16 0,-1 6-21 0,0-4-35 16,0-2-54-16,0 2-51 0,0-3-31 16,0 1-476-16,1-4-56 0,2 2 46 0,-6-6 66 15,3 0 57-15</inkml:trace>
  <inkml:trace contextRef="#ctx0" brushRef="#br0" timeOffset="103904.52">13740 8011 972 0,'0'0'351'0,"-6"15"-103"0,2-5 0 15,1 7-38-15,3 5 5 0,-6 3-33 16,4 1-18-16,2 5-11 0,0 5-17 0,0-1-3 15,0 5-12-15,0-2-14 0,2-1 1 0,1 1-39 16,0-1-21-16,0-2-25 0,-3 5-41 16,1-7-46-16,2-3-48 0,-3-4-49 0,0-7-60 15,0 2-60-15,-3-6-259 0,2-3-105 16,-5-8 10-16,1 0 69 0</inkml:trace>
  <inkml:trace contextRef="#ctx0" brushRef="#br0" timeOffset="104321.08">13583 8433 819 0,'-3'-15'268'0,"-1"4"-12"0,4 0-12 0,-3 5-24 15,3-2-26-15,0 2-20 0,3 1-15 16,-2 2 2-16,5-4-30 0,1 4-11 0,4-4-10 16,2 6 0-16,5-5-30 0,4 5 60 0,0-6-19 15,8 4 9-15,1-2-20 0,3 1-25 0,3-2-3 16,2 0-8-16,1 1-10 0,-2-2 5 16,-1 0-8-16,-1 0-4 0,-7 3-9 0,-1-3 1 15,-1 1-21-15,-6 3 13 0,-4-2-8 0,3 2-12 16,-10 1 4-16,4-3-12 0,-7 5 13 15,-7 0-3-15,7 7-8 0,-7-7 21 0,-7 10-8 16,-3 3-2-16,-1-1 5 0,-5 1-11 0,2 0 13 16,0 3-17-16,1-1 4 0,2 0-15 15,1-4 18-15,3 3-7 0,0-3-11 0,0 4 18 16,4-6-21-16,0 2 1 0,3-1 7 0,0-3 0 16,3 1-10-16,3-1 18 0,2 0-2 15,2-6-6-15,0 4-8 0,1-4 9 0,-1-2-1 16,3-4-5-16,1 4 3 0,-1-3-8 0,-1 1 10 15,1-3-7-15,-3 2-9 0,0 2 19 16,-3-3-5-16,0 5 5 0,0-1-24 0,3 0 1 16,-10 1 0-16,10 0 10 0,-10 0-3 0,13 2-2 15,-2 3 8-15,-4-3 12 0,3 6-5 0,1-3-2 16,-1 5-13-16,0 0-39 0,7-1-22 16,-4-1-36-16,2 2-83 0,1 0-657 0,2 5 5 15,-2-8 85-15,2 1 63 0,-1-1 90 0,-3-4 54 16</inkml:trace>
  <inkml:trace contextRef="#ctx0" brushRef="#br0" timeOffset="104837.03">15288 8050 670 0,'-3'26'277'0,"0"-1"-11"0,3-1-26 0,-3 1-17 16,3 0-18-16,0 1-18 0,0 1-21 0,3 3-23 16,0 5-2-16,1-9-23 0,0 4-5 15,-1-4-14-15,1-1-9 0,2 0-16 0,-3-4-2 16,4-1-11-16,-4-5-2 0,5-2 5 0,-5 0-15 15,4-2-13-15,-1-4 12 0,1-4-7 0,4 0-10 16,-4-3-5-16,-7 0 4 0,21-6-7 16,-8 2 0-16,-3 1 8 0,0 0-3 0,-3-1-7 15,0 1-11-15,-1 2-2 0,2 0 4 16,-8 1-4-16,0 0 13 0,13 2-11 0,-9 2-8 16,-1 2 1-16,4 1 0 0,-6 0 12 0,5 1-18 15,-3-2 19-15,1 1-9 0,2 2 11 0,-2-2 0 16,6 0-10-16,-6 2 0 0,2-1 12 15,4-2 3-15,1-4-10 0,-1 4-3 0,3-5-2 16,2 2 17-16,-5-3 1 0,4-1-13 0,2-1-6 16,-4 0 14-16,1-4-3 0,4-1 7 0,-4-3-7 15,-3 2 8-15,1-2-6 0,-1-4-7 16,-6 3-3-16,2-3-7 0,-3 0-3 0,-2 2-3 16,-2-2-22-16,-5-3-21 0,-1 4-39 0,-3-6-86 15,-7 3-198-15,3 2-455 0,-3 0 120 16,0-3 31-16,-4-1 56 0,1 3 67 0</inkml:trace>
  <inkml:trace contextRef="#ctx0" brushRef="#br0" timeOffset="105054.19">15029 8221 1205 0,'0'0'425'0,"-6"-3"-59"0,6 3-41 0,-1-7-20 16,1 7-36-16,10-5-16 0,0-1-43 0,5 0-16 15,5 3-22-15,1-5 2 0,6 1-26 16,4-1-12-16,-1 5-21 0,-2-4-18 0,2 0 11 16,1 2-29-16,-3 2 6 0,-1-4-19 0,1 3-7 15,-5-2-46-15,-2 4-59 0,-4-3-62 0,-3 4-91 16,0 1-134-16,-4 0-530 0,-7 0 55 0,-3 0 83 16,0 0 60-16,0 0 81 0</inkml:trace>
  <inkml:trace contextRef="#ctx0" brushRef="#br0" timeOffset="105737.54">17217 8199 1069 0,'-3'-6'331'0,"3"6"-32"0,0 0-22 15,-7-2-24-15,7 2-18 0,0 0-37 0,-8 10 1 16,5 0-32-16,0 4-14 0,0 1-9 0,3 3-1 15,0 0-10-15,0 5-28 0,0 2 13 16,3-3-31-16,3 3 13 0,-1-2-21 0,5 1-2 16,0 2-11-16,1-2-4 0,2 1-3 0,4-3-83 15,-4-4 9-15,1-1 0 0,0-1 7 0,4-1-7 16,-5-3 12-16,0-2-15 0,1-1 0 16,-1-3 3-16,2 1 0 0,-2-4-26 0,-3 0-21 15,1-3-4-15,2-5-44 0,-2 4-29 0,-4-6 6 16,2-1-54-16,-2-1 1 0,1 1-17 15,-2-2-58-15,-6 1 0 0,3 0-394 0,-6-3 0 16,0 3 79-16,-5 2 56 0</inkml:trace>
  <inkml:trace contextRef="#ctx0" brushRef="#br0" timeOffset="106587">17091 8493 985 0,'-10'-2'264'0,"10"2"-19"16,-11-4-12-16,11 4-28 0,-3-4-31 0,3 4-10 15,0-8-13-15,6 2-18 0,-3-1-10 0,5 1-8 16,5-6-12-16,1 3-24 0,0-2 8 16,6-3-10-16,0 4-18 0,-2-3 5 0,6 2-8 15,-4 3 5-15,4 0-20 0,-3 4-2 0,-1-1-21 16,1 4 15-16,0 1-5 0,3 1-5 0,-1 4 5 16,4 0-5-16,-3 2-10 0,-3 1-5 15,2 3 25-15,-2 2-13 0,0-2-7 16,-4 3 3-16,3-3-16 0,-6 3 15 0,3-2-5 15,-7 1-20-15,1-2 13 0,-1-1 7 0,0 1-5 16,-3-2 0-16,-3 0-2 0,2-2 7 0,-2-2 0 16,2 1 3-16,-5 1 2 0,2-6-7 0,-3-1 0 15,0 7 12-15,0-7-5 0,0 0-4 16,0 0-4-16,0 0 11 0,-10-15-8 0,6 5 1 16,-2-2-1-16,3-2 3 0,-2-2-3 0,2-4 0 15,0 0 0-15,3 0 13 0,-1-3-5 16,2-2-12-16,2 2-4 0,4 0-7 0,-3 2 0 15,6-2 18-15,0 5-13 0,4 0 5 0,-1 1 0 16,2 1-13-16,4 0 1 0,2 7 17 16,0-4-13-16,2 5-4 0,1 4 9 0,1-2-15 15,2 6 18-15,0 0-12 0,1 0 4 0,-1 1-2 16,4 5 0-16,-5 0-5 0,-1-4 2 0,-5 5-2 16,4-4-6-16,-7 3-1 0,1-4 6 15,-2 4 9-15,-5-5-6 0,2 2-2 0,-3 1 10 16,1-1 10-16,-1-2 3 0,-3 1-5 0,0 1 2 15,-7-3 3-15,0 0-11 0,13-5 13 16,-13 5-2-16,0 0-8 0,4-3 82 0,-4 3-15 16,0 0-3-16,0 0-10 0,0 0-10 0,-14-8-3 15,14 8 0-15,-20 8-5 0,7-5-10 16,-2 6-14-16,-1 0 24 0,-5 4-23 0,3-1 13 16,-1 2-16-16,1 3 3 0,2-2 18 0,-2 2-26 15,5-1-10-15,-1-1 18 0,4-3-7 0,3 2-6 16,-1-3 7-16,2 2-9 0,3-1-3 0,3-5 15 15,0 1-7-15,3 2-11 0,3-3 16 16,2 0-8-16,2-3 6 0,0 1-1 0,4-3-20 16,-4-1 17-16,3 1-4 0,1-4 17 15,0 1-2-15,0-1-10 0,-1-4-11 0,1-3 21 16,-4 1-2-16,3-2-14 0,-5-2 3 0,2-2-2 16,-3 0 7-16,-1-4-12 0,2-1-4 15,-1 4-50-15,-1 0 28 0,-3 5-8 0,-2 0 16 0,2-2 2 16,-3 5 5-16,3 1-8 0,1 0 1 15,-4 2 10-15,0 4 7 0,0 0-7 0,0 0-5 16,0 0 20-16,0 0-18 0,0 23 8 16,0-14-5-16,-4 4 2 0,8-3 8 0,-4 5-8 15,3-5-5-15,-2 5 3 0,5 0 23 0,-2-2-18 16,2 1 0-16,5 2-8 0,-4-5-15 0,3 4-36 16,0-4-13-16,1 2-48 0,2-4-34 15,1 1-69-15,-1-2-74 0,1 1-335 0,0-3-98 16,-1-4 57-16,1-2 61 0,-1 0 54 0</inkml:trace>
  <inkml:trace contextRef="#ctx0" brushRef="#br0" timeOffset="106787.51">18435 8219 918 0,'0'-3'269'0,"-5"-2"-33"16,5 5-24-16,-3-3-25 0,3 3-8 0,0 0-18 15,0 0-12-15,0 0-11 0,-4 17-2 0,4-10-24 16,1 2 6-16,-1 0-15 0,3 2-11 15,0 3-10-15,5-2-3 0,-5 2-12 0,4 1 2 16,-1 0-23-16,1-2-8 0,1 3-46 16,1-1-43-16,-2-3-54 0,4 2-43 0,-1 0-62 0,0-4-138 15,1 0-382-15,2-2 90 0,0-1 62 16,-2-4 43-16</inkml:trace>
  <inkml:trace contextRef="#ctx0" brushRef="#br0" timeOffset="107136.99">18691 8311 737 0,'0'0'274'0,"0"0"-21"0,0 0-5 16,0 0-25-16,0 0-13 0,0 17-28 0,0-8-8 15,0 0-18-15,0 3-13 0,0-2-23 0,0 0-9 16,0 3-14-16,-1-3 3 0,-2 0 2 16,3-3-10-16,0 1-7 0,-3 1 14 0,3-1-68 15,0-5 20-15,0 2 3 0,-3 1 15 0,3-6-7 16,0 0-9-16,0 0 4 0,0 0-21 15,0 0 10-15,0 0 2 0,3-24-4 0,0 10-16 16,0 1 0-16,1-7 0 0,2 0-2 0,-2-3-6 16,7-1-4-16,-2 1 7 0,-2 2 54 0,4 3-3 15,-4 2-15-15,0 1-8 0,2 4 5 16,-1 3-20-16,-1 1-5 0,3 3 5 0,-1 1 2 16,-1 4-23-16,2 4 11 0,0-1-13 0,4 4 15 15,-4 2-8-15,0 2 1 0,4-1-8 16,-4 5-19-16,1 0 29 0,-1-1-23 0,0 2 3 15,-3-1-13-15,3-3-29 0,-3 1-27 16,-4 3-47-16,1-3-66 0,-1-3-151 0,0 2-507 16,-3-3 54-16,0-5 61 0,0 0 66 0,0-5 60 15</inkml:trace>
  <inkml:trace contextRef="#ctx0" brushRef="#br0" timeOffset="107269.8">18588 7966 527 0,'0'0'212'16,"0"0"-2"-16,0 0-43 0,0 0-60 15,17 2-74-15,-7 4-150 0,4 1-457 0,3-2 34 16</inkml:trace>
  <inkml:trace contextRef="#ctx0" brushRef="#br0" timeOffset="107536.97">19781 7857 916 0,'0'25'266'0,"3"0"-15"15,-3-4 33-15,4 3-23 0,0 0-28 0,-1 3-15 16,0 3-21-16,1 5-18 0,2-3-28 0,1 1-31 16,3 2-46-16,-6-3-63 0,3 1-80 15,-1-1-139-15,2-1-503 0,-2-6 25 0,-2-3 53 16,-4-4 65-16</inkml:trace>
  <inkml:trace contextRef="#ctx0" brushRef="#br0" timeOffset="108236.98">19634 8174 1105 0,'0'-6'364'0,"0"6"-47"0,-4-3-25 15,4 3-34-15,0 0-17 0,14-8-21 16,-7 7-28-16,7-2-20 0,3 0-8 0,4 3-31 16,-1-4-3-16,7 1-91 0,3 1 7 0,-2-4-23 15,0 3 10-15,2-4 3 0,4 0-11 16,-6 0 1-16,-1-3-23 0,1 2 4 0,-4 0 3 15,-4-1-10-15,1-1 6 0,-4-3-4 0,-4 3-4 16,0-1-4-16,-2-3-1 0,-4 2 4 0,0-1-2 16,-1-4 10-16,-1 2-7 0,-2-2 7 0,-3 5-5 15,0-2 13-15,0 2 5 0,0-1-11 16,0 3 6-16,0 2-18 0,0 1 0 0,0 4 5 16,0 3 7-16,0 0 1 0,0 0-5 0,-8 13 2 15,5 0 0-15,3 3 5 0,0 2-10 16,-3 1 0-16,3 5 5 0,0-2 0 0,0 4-5 15,3 1 11-15,-3-2-1 0,0 0-10 0,3 0 5 16,-2 0 3-16,3-3 7 0,-4-4-20 16,3 0 2-16,-3-1 16 0,3-2 0 0,-3-4 2 15,3 2 1-15,-2-2-14 0,-1-5 24 0,3-4 12 16,0 3-7-16,-3-5-3 0,0 0-10 0,0 0 0 16,18-13-5-16,-12 6 10 0,-2-1-10 15,5 1-3-15,-5 1-8 0,4-1-7 0,-2 0-2 16,1 5 7-16,0-4 2 0,0 6-10 0,3 0 3 15,-10 0 5-15,21 0-2 0,-11 6-1 0,3-4-2 16,1 3 0-16,3 0 2 0,0 2 3 16,0-1 0-16,3-4-2 0,-2 4 4 0,-1-3 1 15,4-1 2-15,2 2 0 0,-3-4 0 0,1-1 8 16,0-3-10-16,-1 1 9 0,1-4 1 16,0 5-8-16,-5-6 11 0,2 0-1 0,-2 0 0 15,-1-2-17-15,-2-4 12 0,-3 4-2 0,0-5-6 16,-3 0 9-16,-3 0-9 0,2 1 6 0,-6 1-8 15,3 2 8-15,-1 3 2 0,-4 1 3 0,-1 0-13 16,0 4 2-16,3 3 1 0,0 0-3 0,-17 8 20 16,7-3-22-16,3 5 4 0,0 2 3 15,0 1 3-15,0-1-8 0,3 2-3 0,1 0 9 16,0 0 1-16,3 1 3 0,3-4 19 16,0 4-17-16,1 2-1 0,0-4 17 0,3-1-5 15,3 1-3-15,-3-3-17 0,3-1 5 0,0-1-24 16,3 2-9-16,-1-3-34 0,1-6-59 15,-2 4-100-15,2-3-276 0,-6 0-361 0,3-4 111 16,0 1 65-16,-6-5 65 0,-1 1 48 0</inkml:trace>
  <inkml:trace contextRef="#ctx0" brushRef="#br0" timeOffset="108687.01">22092 8033 670 0,'3'-7'289'0,"-3"5"-107"0,0 2-3 0,4-8-40 16,-4 8-4-16,3-5 1 0,-3 5-11 15,0 0-7-15,1 21 10 0,2-10-20 0,0 7 4 16,-3 2-4-16,3 5-14 0,-3 1-4 0,3 0-11 16,-2 2-4-16,2 7-17 0,0 0 6 15,0-4-15-15,2 0 0 0,-2-6-39 0,0 3-56 16,1 1-13-16,-1-4-20 0,1-4-90 0,-1-2-87 16,0-2-418-16,0-6 65 0,-3 2 33 0,0-7 62 15</inkml:trace>
  <inkml:trace contextRef="#ctx0" brushRef="#br0" timeOffset="109170.01">21989 8100 785 0,'-3'-14'325'0,"3"6"-33"0,0 1-33 16,3 4-37-16,-3 3-12 0,4-2-30 0,-4 2-19 16,0 0-5-16,21 15-8 0,-12-3-15 15,1 1-17-15,4 0-22 0,-3 4 19 0,3 4-21 16,2-3-5-16,-1 6-20 0,-2-5 4 0,1-2-9 15,-1 1-3-15,0-2-13 0,-2 1 0 0,-4-3-5 16,3-3 2-16,-2 2-4 0,1-5 7 16,-5 0 13-16,2-5-13 0,1 3 0 0,0-5-3 15,-7-1 11-15,11-1-21 0,-5-5 1 16,1-4-1-16,3 1 0 0,-6-7-10 0,3 1 5 16,-1-7-2-16,-2 1-6 0,3-4 3 0,-4 0-7 15,1-1-6-15,-1-4 11 0,0 4-16 16,1-1 13-16,-1 2-16 0,0 2 11 0,-3 4 10 15,4 1-18-15,-3 2 13 0,2 1-21 0,-3 5 3 16,3-3-12-16,-3 5 4 0,4 5-12 0,-1-2 12 16,-3 5 0-16,0 0 3 0,13 13 10 0,-5-4-15 15,-2 4 12-15,1 7 16 0,3 0-18 16,0 2 0-16,-3 3 0 0,3 3 8 0,-2 2-3 16,-1-3-2-16,2 4 17 0,-2-4-25 0,1-2 8 15,-2-1 7-15,1 0-5 0,0-5-8 16,-4-1 16-16,0-3-2 0,4 2-9 0,-6-4 8 15,2-1 3-15,0-4-13 0,1 1 18 0,-1-1 0 16,-3-1-3-16,3 1-7 0,-3-1 10 0,0-4-13 16,3 4-28-16,-3-7-3 0,1 7-66 15,-1-7-54-15,3 3-23 0,-3-3-69 16,0 0-366-16,0 0-205 0,0 0 82 0,0 0 98 0,7-17 45 16,-3 7 59-16</inkml:trace>
  <inkml:trace contextRef="#ctx0" brushRef="#br0" timeOffset="109487">22694 7921 698 0,'0'-3'218'0,"0"3"-6"0,0 0-22 16,0 0-1-16,9 17-5 0,-8-3-22 0,2 2 50 16,0 1-7-16,2 4-23 0,-2 2-11 15,0 4-20-15,2 1 0 0,-4-1-25 0,3 6 4 16,-1 0-20-16,0-6 0 0,1 5-10 15,-4-4-15-15,4-2-9 0,-1-1 6 0,-2-1-20 16,2-3-6-16,0-3 8 0,0 0 0 0,-2-3-5 16,2-4-10-16,-3 3 12 0,3-4-20 15,0-2 2-15,0 1 9 0,2-1-1 0,1-1-8 16,1-4 3-16,3 2-10 0,1-2-10 0,5 1 7 16,-1-3 0-16,5 1-7 0,1-2-8 15,3 0 2-15,0 0-7 0,-1 0-23 0,1 0-21 16,0 0-38-16,0-2-38 0,-4 1-98 0,1-2-113 15,0 2-511-15,-1 0 31 0,-3-2 99 16,0-3 69-16,-3 1 62 0</inkml:trace>
  <inkml:trace contextRef="#ctx0" brushRef="#br0" timeOffset="110852.99">23630 8126 1100 0,'8'7'297'16,"-2"3"-26"-16,1 4-12 0,-1-2-36 0,1 4-13 15,4 2-29-15,-4 4-7 0,-1-4-25 0,1 5-6 16,0-4-23-16,-3-1-2 0,-1 0-21 16,0 1-10-16,1-3-7 0,-1-1 12 0,-3-3-23 15,3 1 0-15,-3-1 11 0,3-2 7 16,-2-3-13-16,-1 1 23 0,0-1-23 0,0-7 8 0,4 3-15 15,-4-3-8-15,0 0-18 0,0 0-3 16,6-24 3-16,-3 11 2 0,1-7-17 0,2-1 0 16,-2-3-1-16,4-1-2 0,2 2-2 15,-1-1-11-15,-2 5 3 0,4 0-3 0,-1 3-5 16,0 2 11-16,1 4-27 0,-1 2 22 0,0 1-9 16,1 6-4-16,2 2 4 0,1 4 1 0,-1 0-1 15,3 3 11-15,-4 5-10 0,1-1-6 16,1 4-2-16,-1 0 5 0,-2 1 5 0,-1-2-5 15,-3 1 3-15,1-4 7 0,-2 2 0 0,-3-4 11 16,1-1-11-16,-1 3 5 16,0-3-10-16,0-3-7 0,-3-1 25 0,0 1-16 0,0-6 9 15,-3 5-1-15,3-5-7 0,0 0-1 0,0 0-1 16,-7-12 6-16,4 2 1 0,0-4-5 16,0-4 0-16,3 1-3 0,-2-6-13 0,4-2 11 15,-2 0-6-15,3-7 3 0,0 7 0 0,1 0 3 16,2 0-6-16,-2 4 3 0,5-1 3 0,-4 4-21 15,3 3 13-15,-3 5-8 0,2 1 2 0,4 1 9 16,-5 7-8-16,4 1 7 0,-10 0-2 16,21 9-10-16,-11 0-6 0,0 2 21 0,4 4-10 15,-1 2 0-15,-2 1 7 0,-1 3 3 16,0-2 5-16,4 1-7 0,-4 2-9 0,0-4 11 16,1 3-2-16,2-3-1 0,-2-2 3 0,-1-4 0 15,0 3 3-15,1-7-3 0,-1 1-10 0,0-1 5 16,1-7-8-16,2 1 8 0,0-2 10 15,1-3 8-15,-1 1-13 0,2-7 0 16,-2 1-6-16,4-8 17 0,-3 4-9 0,-3-1-7 0,2 1-3 16,-3 2 11-16,-2 0-3 0,1 2-10 0,-2 1-1 15,-1 4 11-15,-2 1-17 0,-4 2 4 16,11 1 10-16,-11-1-2 0,10 8-3 0,-4-2 8 16,-2 1-5-16,3 5 5 0,-3-3-2 0,2 0-6 15,1 2 0-15,0 2 3 0,3-2 8 16,-3-3-6-16,-1 2 8 0,1-3 8 0,4 1-8 15,-4-1 6-15,0 0 4 0,5-4-7 0,-7-2 4 16,2 1-12-16,-7-2 5 0,10-2-2 0,-10 2 7 16,7-7 1-16,-4 1-6 0,-6-1 5 0,-1-6-2 15,0 1-14-15,-5-4 1 0,2-1 3 16,-4-3 15-16,-2 2 7 0,3-2-15 0,-4 3 11 16,7 1-70-16,0 1-5 0,-3 1 18 0,6 4-5 15,-2-1 20-15,2 4-4 0,4-3-1 16,-3 2 3-16,3 1 5 0,3 0-13 0,1 3 13 15,5-3 13-15,2 1-3 0,1 5 0 0,1-2 0 16,3-1 0-16,2 3-7 0,2-1-1 0,0 1 19 16,1 0-8-16,-1-2 4 0,1 1-4 15,3 1-3-15,-4 0 11 0,1-4-3 0,0 4 15 16,2 1-10-16,-3-3-3 0,1-1-2 16,-7 3 0-16,3-1 3 0,-2 2-27 0,-3 0 9 0,-2 0-6 15,0 2 6-15,-2 3 10 0,-1-2-3 16,-4 4 3-16,0 0-1 0,-3 4 9 0,-3-1-6 15,0 5 6-15,-1-1-4 0,-6 3 1 16,3 2 0-16,0-2 3 0,-3 1 4 0,3 4-4 16,0-4-9-16,1-1-4 0,5-1 15 0,-5 1-5 15,6-3-3-15,-3-2-5 0,3 1 11 0,0-2 2 16,0-1 2-16,3-1 4 0,0-2-4 16,1 0 3-16,2-2-5 0,1-3 3 0,3-2-1 15,-10 0 1-15,20-7 2 0,-9 2-2 0,-1-4 4 16,4-3-2-16,-3-3 3 0,2-2-16 0,1-7 16 15,-1-2-5-15,-2-1-6 0,2-6-10 0,0-7 11 16,-2 3-14-16,-4 2 6 0,0 0-5 16,-4-1 12-16,4 1-12 0,-3-4 15 0,-4-1-13 15,3 4 11-15,-3-3-1 0,0 2 6 0,0-1 2 16,0 2-3-16,0 2-4 0,-3 3 2 16,3 3 2-16,0-1-4 0,0 8-1 0,0-1 6 15,-3 3-8-15,3 3 7 0,0-1-4 16,-5 3-4-16,5 5 1 0,0 0-2 0,-3 7 1 15,0-3 6-15,3 5-7 0,0 0 4 0,-14 14 3 16,4-4 0-16,6 7 13 0,-6 5-5 0,4-1 7 16,-1 9-10-16,0 2 23 0,3-1-15 0,1 1 10 15,0 6-2-15,3-4 2 0,3 2-10 16,0 3 2-16,1-4 0 0,8 12 8 0,-7-10-2 16,2-3-8-16,3-2-3 0,7 8 3 0,0-8-6 15,-6-6-9-15,5-1-24 0,1 0-40 16,1-5-32-16,-2-4-76 0,-1 0-72 0,2-1-575 15,3-5 109-15,-6-2 11 0,-3-8 74 0,2 0 69 16</inkml:trace>
  <inkml:trace contextRef="#ctx0" brushRef="#br0" timeOffset="111487.21">25482 8201 975 0,'0'0'297'0,"0"0"-39"0,12-5-22 15,-9 2-29-15,5 0-7 0,0-4-26 16,0 0-16-16,2 2-24 0,3-5 1 0,-2 2-30 16,2-2-18-16,1 0 8 0,0-5 61 0,0 0-10 15,-4-2-23-15,3 0 2 0,-2-1-22 0,-4 0-11 16,-1 3-3-16,1-2-7 0,-4 2 0 16,1 4-13-16,-3 1 13 0,-2-2-26 15,-3 3 3-15,-2 5-13 0,-1-1-5 0,0 5 18 0,-7 1-10 16,1 7-13-16,-5 4 2 0,-1 0 6 0,4 3-11 15,-1 3 0-15,-2 5-2 0,8-4 7 16,-1 3-10-16,3-2-4 0,0 1-1 0,5-2 5 16,2-1-8-16,2-3-2 0,-1 2-8 15,6-1-5-15,-1-4 6 0,3 3 22 0,3-7-10 16,2 1-13-16,2-1 8 0,1-5-5 0,2 1 18 16,1-4-8-16,2-4-10 0,4 1 2 15,-1-7-5-15,3-2-5 0,0-2 5 0,0-3 1 16,4-13 9-16,0-2-25 0,-4-2-10 0,0-2-1 15,-5-4-4-15,-3-3 10 0,-1-1-29 0,-5-4 11 16,1-2 0-16,-4 0 7 0,-3 0 4 0,-3 10 6 16,1 3-9-16,-5-1 2 0,0 5 23 15,-5 2-25-15,1 5 7 0,1 1 13 0,-1 4 0 16,1 4-8-16,-4 2-12 0,1 5 9 0,-2 3 1 16,-2 6 13-16,0 2 2 0,-4 8-5 15,1 2 10-15,-1 10 0 0,0 4 6 0,1 4-9 16,2 3 24-16,1 15 5 0,7-5-5 15,-1 9-14-15,4-7 9 0,1 12-18 0,8-6 12 16,-2 1-10-16,7-1 1 0,-4-2-6 0,4-4-8 0,3-1 19 16,-4-10-9-16,2-2-2 0,-2-6 3 15,1 1 13-15,-4-6-11 0,0 0 0 0,1-5-7 16,-3-3-3-16,-3 2 18 0,2-3 2 16,-3-3-5-16,2 2-7 0,-5-3-10 0,2 1 2 15,0-1 7-15,0 0-7 0,-3-4-2 0,-3 5-19 16,0-2-7-16,-4-1-54 0,0 2-79 15,-5 0-116-15,-3 2-616 0,-2-1 33 0,-1-1 107 16,-8 0 85-16,1-3 49 0,-7 1 56 0</inkml:trace>
  <inkml:trace contextRef="#ctx0" brushRef="#br0" timeOffset="113336.5">10940 10593 522 0,'-3'20'179'0,"0"0"10"16,3-2-15-16,0 0-7 0,0 1-6 0,0 1-10 16,0 3-20-16,0 3-6 0,0 0-15 0,-3 6-8 15,3-3-22-15,3 8 14 0,-3 0-17 0,-3 0 0 16,3 1 0-16,-1 1 2 0,1-2-17 15,-3 3-1-15,3 1 0 0,-3-5-2 0,0 4-2 16,-2-1-4-16,2-3-6 0,0 3-4 16,0-3-2-16,2 2-5 0,-2-1 5 0,0 1-16 15,0-1 11-15,2 2-5 0,-2-3-8 0,0 4 18 16,3-1-21-16,-4-1 6 0,3 2 5 16,1 2-13-16,-3-1 5 0,0 9-11 0,0-7 14 15,3-2-8-15,0-7 8 0,-3 4-14 16,3-2 11-16,-1 2-15 0,1-1 20 0,0-4-18 0,0 9-68 15,0-3 1-15,-3 0 9 16,3 1 27-16,0-1-20 0,0-2 13 0,3 2-3 0,-3-3 1 16,0 3 14-16,0-4 21 0,0 3-17 0,1-4 1 15,2 1 4-15,-3 0-1 0,0 2-12 16,0-9 7-16,0 4 5 0,0-4 5 0,0 4 1 16,0-1 7-16,0-4-2 0,0 6 9 15,-3-6-4-15,3 5 0 0,0-5-6 0,0 4 6 16,0-2 5-16,0 6-8 0,0 1-8 0,0-3 3 15,0-2 16-15,3-2-6 0,-3 0-5 0,0-1 8 16,3-3-3-16,0 1 0 0,-3 2 3 16,3-6-10-16,2 2 7 0,-2 1-10 0,0-7 10 15,-2 3-5-15,2-3-2 0,0 0-1 0,1-1-2 16,-1-1 16-16,0 1-29 0,0-2 16 16,-2-1-34-16,3-3-25 0,-1-1-24 0,-3-2-63 15,3-2-88-15,0 0-516 0,-2-4 71 0,-1-2 82 16,0 0 59-16</inkml:trace>
  <inkml:trace contextRef="#ctx0" brushRef="#br0" timeOffset="115568.99">10941 10649 547 0,'0'0'146'16,"0"0"0"-16,0 0-13 0,-1-6-15 15,1 6-16-15,0 0-20 0,0 0 28 0,0 0-7 16,0 0-3-16,0 0-19 0,21 7 37 0,-14-6-38 16,7-1-9-16,-1 0 78 0,0 4-19 0,8-4-4 15,0 1-19-15,4 0-12 0,8-1 2 16,-2 1-28-16,4-1-5 0,8 1 10 0,2 1-25 16,-1 0 10-16,2-2-5 0,1 2-16 0,1-2 6 15,-4 0-6-15,1 0-18 0,-1 0 14 16,-3 0-4-16,4-2-12 0,-5 0 0 0,1-1-7 15,-3 3 12-15,3-3-8 0,0-1 0 0,0 2 3 16,3-4-8-16,12 1 11 0,2-1-16 16,3 0 0-16,-3 2 5 0,-10 0-7 0,-3 1 10 15,2-1-8-15,-2 1-3 0,-1 2 11 0,1 0 8 16,-4-4-16-16,3 5-3 0,-2 0 11 0,1-2-8 16,-2 0-2-16,-2 2 2 0,4-3-2 15,-2 2 7-15,1 1-8 0,-1 0-7 0,4-3 15 16,-1 1-4-16,4-2-17 0,-1 3 4 15,12-1 2-15,2-3 10 0,-10 4-10 0,-10-2-6 16,3-1 22-16,1 4-6 0,-4-5-13 0,-1 3 0 16,-1-1 13-16,2 2-10 0,-10 0-2 15,3-4 9-15,-1 5-2 0,-2 0 3 0,0-1 4 16,0 0-7-16,-1-4 6 0,-2 4-6 0,3 1 10 16,-4-2-23-16,-2 1 8 0,2-1 15 0,-4 0-10 15,1 0 8-15,0 1-16 0,-3 1 16 16,-1-1-8-16,-3 0-3 0,-6 0-4 0,6 1 7 15,-4-4-6-15,-2 4 4 0,-1 0 12 0,0 0-15 16,-10 0 0-16,18 0 7 0,-9 0-14 16,-9 0 17-16,11 0-8 0,-1 0 6 0,-10 0-1 15,10 4-7-15,-6-2-5 0,2-1 5 0,-6-1-11 16,8 8 9-16,-5-6 2 0,0 5 2 16,-3-1 1-16,1-1 4 0,2 2 8 0,-3 1-12 15,0 2-3-15,0 1 7 0,0 0 3 0,0 3 3 16,-3-3-5-16,2 5-6 0,1 0 8 15,0 1-5-15,-3 1 5 0,3 0-15 0,0-2 13 16,0 1 4-16,0 6-63 0,0-4-5 0,0 2 7 16,0-1 3-16,0 7 17 0,3 1-14 0,-3-2 17 15,0 2 3-15,0-2 18 0,0 6-19 0,0-3 22 16,0 0-11-16,0 6 15 0,-3 2-2 16,0-3 3-16,3-6-4 0,-3 4 6 0,2 1 3 15,-3-5 0-15,4 4-3 0,-3-6-3 16,3 3 8-16,0-1-7 0,-3 4 4 0,3-7 3 15,0 6 13-15,0-4-13 0,0 3 0 0,0-1 1 16,0-3-6-16,0 6 0 0,3-7 0 16,-3 3 15-16,0 1 16 0,0-1-13 0,0-4-29 15,0 5 14-15,0-2-6 0,-3 0 8 0,3-1 8 16,0 3-5-16,0-1-11 0,0-2 16 0,-4 4 26 16,4-3-42-16,0-2 3 0,-3 0 5 15,3 2-15-15,0-4 23 0,0 2-16 0,0-1 11 16,0-5 5-16,-3 5-16 0,3-2 11 0,0-2-16 15,3 1 8-15,-3-1-10 0,0 3 10 16,0 2 10-16,-3 1-23 0,3 0 18 0,0-3 0 16,0-4-2-16,-3 6 5 0,3-2-1 15,-1 2-4-15,2-4-6 0,-1 2 6 0,0-1-1 16,3 2-4-16,-3-2 20 0,3 1-23 0,-3 2 0 16,3 0 12-16,0 0 1 0,-2-2 0 0,2-4-6 15,-3 0-4-15,3 2 4 0,1-3 3 0,0-1 0 16,-1 1 3-16,0-1-5 0,1 2-6 15,-1-1 1-15,0-2 4 0,1-3 8 0,-1 4-2 16,4-2-11-16,-6 2 1 0,5-2 4 0,-3 1-2 16,1-4 0-16,-1-1 6 0,-3 2-1 15,3-1-8-15,1 2 16 0,0 1-11 0,-4-4-2 16,3 3-2-16,-2-3 2 0,2 2 0 16,0-2-8-16,-3 2 6 0,3-4 12 0,-3 1-31 0,4 3 29 15,-4-3-5-15,3 0-8 0,-3 0-1 16,0-2 22-16,3 4-16 0,-3-2 2 0,0-1-2 15,0-2 0-15,0 1 3 0,0-1 7 0,0-1-12 16,0 2 7-16,-3-1-10 0,3-1-6 16,-3-4 27-16,3 5-16 0,-4-3 23 0,1 2-28 15,-4 1 12-15,0-4-4 0,0 2 12 0,0 2-28 16,-3-4 11-16,-3 4 10 0,2-4-11 16,-3 4 6-16,-2-2 12 0,-2-2-13 0,1 3 4 15,-6-4 6-15,2 4 1 0,1-2-3 0,-5 1 1 16,-2-3-11-16,0 5 7 0,-1-6 11 0,-2 4-20 15,2-1 9-15,0-1-12 0,-2 2 5 16,-1-5 3-16,0 4-16 0,-3-1 18 0,-3-2-10 16,-4 4 8-16,1-4-3 0,1 2 10 0,-2-2-2 15,-2 1 7-15,1 0-10 0,1-1 0 16,-1 1 5-16,1-2-2 0,1 0-3 0,-1 1-10 16,6 2 10-16,1-1 5 0,-3-2 1 0,3 1-4 15,0 0-14-15,-1-1 4 0,1 0 8 16,-7 2 0-16,3 2 6 0,-3-3-14 0,-3 2 13 15,3-3-10-15,0 2-2 0,-1 0 2 16,-2-2-3-16,4 3-5 0,5-3 6 0,-2 0-1 0,5 0 3 16,-5 1 0-16,6-1-5 0,-2 3 5 15,5-1 8-15,-3-1-11 0,0 0-4 0,1-1-1 16,5 0 11-16,1 0-9 0,-2 2 12 0,2 1-17 16,0-3 16-16,-1 0-5 0,1 1 3 15,1 0-3-15,-1-1 15 0,0 2-25 0,3-2 13 16,-2 0 2-16,-1 1 0 0,3-1 0 0,1 2 0 15,-1-2 0-15,-3 3-5 0,3-1 3 16,1-2-11-16,-1 0 11 0,1 1 2 0,0 4 2 16,2-4-9-16,-2 0 10 0,-1-1-3 0,1 5-18 15,3-3 23-15,-4 1-12 0,0-1-1 0,1 1 3 16,0-1 5-16,-1-1-2 0,1 5-6 16,-1-5 1-16,0 1 7 0,2 2-18 0,1 0 21 15,-3-2-16-15,4 3 8 0,0-5 5 0,1 4-8 16,4-1-4-16,-4-2-1 0,6 1-7 15,-4 2 17-15,4-1 1 0,-1-2 5 0,1 4-14 16,0-3 4-16,-1 2-3 0,1 0 12 0,1-2-17 16,-2 5-3-16,4-2-10 0,-3-2-20 0,3 5-16 15,-4-2-18-15,2 0-2 0,-1-1-34 16,2 3-20-16,1-1-10 0,-3 0-8 0,1-3-87 16,1 3-5-16,-2 0-408 0,3-2 50 0,-4 0 33 15</inkml:trace>
  <inkml:trace contextRef="#ctx0" brushRef="#br0" timeOffset="115698.72">10934 13691 181 0</inkml:trace>
  <inkml:trace contextRef="#ctx0" brushRef="#br0" timeOffset="117718.47">11546 9707 726 0,'0'0'259'0,"0"0"-21"15,0 0-15-15,0 0-3 0,-7 11-5 0,4-1-8 16,3 5-17-16,0 3-11 0,0 4 0 16,0 1-33-16,0 4-10 0,0-1-1 0,3 6-99 15,-3-4 15-15,3 9-20 0,-2-2-16 0,2 0 13 16,-3-3-2-16,3 3-5 0,0-6 4 0,1 5-15 16,-1-7-20-16,0-2-54 0,2 0-23 15,-2-1-102-15,0-5-78 0,1-2-436 0,2-3 55 16,-3-3 34-16,-2-4 61 0</inkml:trace>
  <inkml:trace contextRef="#ctx0" brushRef="#br0" timeOffset="117936.56">11481 9872 773 0,'-3'-9'286'0,"3"3"-17"0,-3-1-23 0,2 0-8 15,1 0-31-15,1 2-10 0,2-1-23 0,0-3-20 16,4 0-6-16,2 1-22 0,3-3-11 0,1 1-18 16,4 1-2-16,-3 1-18 0,6 0-18 15,-6 2-26-15,6 2-33 0,-6-1-49 0,6 2-56 16,-6 1-56-16,3 4-31 0,-4-1-92 0,2 6-389 16,-2-1 48-16,-2-2 39 0,-4 4 43 15</inkml:trace>
  <inkml:trace contextRef="#ctx0" brushRef="#br0" timeOffset="118541.82">11659 10093 632 0,'0'6'284'0,"0"-6"-13"0,0 0-40 16,0 0 1-16,3 4-11 0,-3-4-11 15,10 0-26-15,-10 0-10 0,14-2-13 0,-4 1-18 16,1-5-20-16,2 5-7 0,1-6-6 0,3 2-3 15,-4-2-12-15,5-1-13 0,-5 0-59 0,1 0-21 16,3-1 9-16,-4-1-11 0,1-2 12 16,-3 4-7-16,3-2 29 0,-4 2-16 0,-1-3 2 15,-1 3-7-15,-4-1 28 0,2 0-26 16,-3 3 13-16,-2-1 11 0,2 0-19 0,-3 4-9 16,0 3 6-16,0 0 4 0,-4-7-13 0,4 7 10 15,0 0-1-15,-17 15-9 0,7-6 0 0,3-1-1 16,-3 3 17-16,0 3-12 0,3 0-4 15,0 0-5-15,1 1 12 0,1 2 0 0,2-2-25 16,0 2 15-16,3-2 3 0,3-4-24 0,1 6 6 16,3-2 8-16,0-4 2 0,2 3 5 15,3-4 0-15,1-2-3 0,4-1-7 0,-3 1 77 16,6-5-26-16,0 3-10 0,1-5 0 0,3-2 2 16,0 0-2-16,0-5 2 0,3 1-12 0,-3-1 0 15,0-2 7-15,-4-1-20 0,1-3-1 16,-4 2 6-16,-3-1-18 0,-5-2-5 0,2 2 5 15,-4 3-18-15,-4-1 11 0,1 0-1 0,-1 2 3 16,-3 0 2-16,-3 2 1 0,-1 0-3 16,4 5 2-16,-13 0-10 0,13 0 11 0,-20 5-6 15,10 0-5-15,-2-1 11 0,2 0-1 0,-2 3-10 16,1-2 3-16,1 0 8 0,3 2-4 16,-1-4-9-16,-1 3 5 0,5 1 7 0,-2-4-10 15,5 4-2-15,-2-2 0 0,3-2 4 0,0-3 4 16,3 10 2-16,1-3-6 0,-1-5 4 0,7 3-14 15,1 0 29-15,-1 0-13 0,0-5 7 16,4 4-9-16,-1-1 7 0,5-2-13 0,-2-1 3 16,-1 0-11-16,4 0-12 0,-1 0-8 0,0 0-31 15,1-1-45-15,2-2-40 0,-4-1-150 0,3 2-443 16,-2-3 31-16,-1 1 87 0,0-2 56 16,-4-2 56-16</inkml:trace>
  <inkml:trace contextRef="#ctx0" brushRef="#br0" timeOffset="118753.35">12527 9691 709 0,'0'0'302'0,"0"0"-23"0,-11 10-16 0,11 4-22 16,0-3-26-16,-3 6-15 0,6 3-14 0,-3 0-9 15,4 5-29-15,-3 0-9 0,2 3-19 16,0-1 0-16,1 3-30 0,-1 3-72 0,3 0-21 15,-2 1-4-15,-1-1-24 0,4-2-51 16,-3 2-15-16,-1-7-65 0,1-1-106 0,2 0-73 16,-3-5-352-16,1-5 76 0,0 0 59 15</inkml:trace>
  <inkml:trace contextRef="#ctx0" brushRef="#br0" timeOffset="120069.01">12397 10088 760 0,'-4'-10'317'0,"4"1"-25"0,0 3-36 16,5-1-13-16,1-2-23 0,1 0-23 16,2-3-20-16,2 4-8 0,0-4-28 0,6-1-11 15,0 2-4-15,0 3-14 0,-1-1-14 0,-1 1-6 16,1 2-21-16,-1-1-7 0,-5 6-2 0,3 1 2 16,1 0-11-16,-4 4-4 0,1 0 0 15,2 4-11-15,-6 2-5 0,4 4 1 0,-5-3-1 16,1 3-74-16,0 3 15 0,-1-1-12 0,2-1 20 15,-2 1-5-15,-2 0 0 0,2-3 10 16,1 4-15-16,0-3 5 0,0-2 15 0,0 1-2 16,-1-2-5-16,2-3 10 0,-1-1-13 0,2 1 15 15,-2-2 62-15,1-3 5 0,-2-2-18 0,4-1 3 16,-10 0-3-16,14-8-5 0,-7-1-8 16,3 1 3-16,-3-5 5 0,0-1-26 15,-4-3 13-15,1 1-7 0,2-1 7 0,-6-1 5 0,4 0-2 16,-4 5 20-16,0-3-2 0,0 7-26 15,3-3 13-15,-3 2-11 0,-3 4-9 0,3 0-4 16,0 6 6-16,-3-5-2 0,3 5-1 16,0 0-2-16,0 0 5 0,-7 15-5 0,7-9-3 15,0 3 10-15,0-1-17 0,-3 0 5 0,6 3-11 16,-3-3 6-16,3 2 2 0,1-2-16 0,-1 4 14 16,3-5 0-16,2 2-9 0,-1-5-4 15,2 3 3-15,1 0-6 0,1-4-10 0,2-2-3 16,-2 2-5-16,3-1-10 0,-1-4-2 0,1-1 2 15,-4 2-3-15,4-6-9 0,-1 3-9 0,-2-4 8 16,3-3 3-16,-7-1-10 0,2 1 7 16,-1-3 5-16,-2-4 16 0,-2 3-3 0,-1-2 3 15,0 2 15-15,-2 3 16 0,-1-3 20 0,3 6-3 16,-3 0-7-16,0 1-3 0,0 1-5 16,0 7 5-16,-3-1 0 0,3 1 3 0,0 0-3 15,-4 16 2-15,1-6 1 0,3 0 7 0,0 5-15 16,0-1 0-16,-3-1 11 0,6 6 7 0,-3-3-18 15,0-1 7-15,0 0-14 0,0 0 17 16,3 2-13-16,-3-4 3 0,0-1-2 0,0-1 4 16,0 0 16-16,0-2 3 0,0-2-1 0,0-2 1 15,0 1 14-15,0-6-6 0,0 0-6 16,0 0-16-16,0 0 16 0,0 0-7 0,-10-23-1 16,7 13 6-16,3-5-14 0,-3 2 16 0,3-1-15 15,3-4 5-15,-3 2-8 0,3 0 0 16,0-1-2-16,-3 3-1 0,4 4-15 0,-1 1 16 15,1 0-6-15,2 2 11 0,2 2-23 0,-2 3 15 16,1 2-5-16,-7 0 2 0,21 2-5 0,-11 2 13 16,4-2 1-16,-1 4-6 0,0-3 7 15,5 4-17-15,-2-4 5 0,2 2 7 0,-1-2-4 16,0 2 12-16,-3-3-12 0,3-2 12 0,-3 0-13 16,2 0 3-16,-1 0 18 0,1-2-20 15,-1-5 9-15,1 4-9 0,-2-3 17 0,-1-1-7 16,-2-4 2-16,0 1 0 0,-2-3 0 0,1 1 6 15,-2-2-6-15,-2-1 0 0,-2 0 11 16,-1 5-6-16,-3-2 8 0,3 0-18 0,-3 4 11 16,0 3-11-16,-3 0-3 0,3 5 11 0,-10-1-10 15,10 1 9-15,-14 8-14 0,4 2 7 0,0-2 0 16,-1 7-7-16,1-3 7 0,1 3-8 16,1 0 13-16,4-1-17 0,-2-2 14 0,3 5 1 15,2-5-11-15,1 1 19 0,0-3-8 0,1 3-8 16,2-4 0-16,3 1 0 0,-2-2 10 15,7 2-10-15,-5-3-5 0,4 0 10 0,1-4 0 16,2 1-5-16,0-3 8 0,2 0-1 0,1-2-14 16,-1 1 19-16,5-5-1 0,-3 2-11 15,1-4 12-15,1 0-9 0,-1-1 7 0,-5-1-2 16,4-1 5-16,-3 2-16 0,-3-5 1 0,-1 1-1 16,0-3 0-16,-3 1-2 0,0 0 3 0,-4-1-8 15,0 4-6-15,-2-3 3 0,2 4 1 16,-3 3 1-16,0-1 4 0,-4-1 2 0,4 7-8 15,-6-4 13-15,6 6-11 0,-7 0 14 0,7 0-11 16,0 0 6-16,-14 6-14 0,14-2 14 16,-3 3-3-16,3 0-8 0,3 1 16 0,-3 2-6 15,3 0 0-15,4 5-7 0,0-1 8 0,0 1-1 16,0 1 6-16,0 3 2 0,3 0-13 0,0-2 3 16,-3 3 2-16,-1-5-2 0,2 1 5 15,-5 1-7-15,1-2 12 0,-1 0-5 0,0-5 7 16,-3 5-7-16,-3-5 11 0,3 2-14 15,-6-3 31-15,5 0-20 0,-5-4 7 0,1 2 8 0,-1-3-5 16,2-1-2-16,4-3-11 0,-13-3 7 16,13 3 6-16,-14-7-5 0,8 0 0 0,2 0-10 15,1-1 9-15,-1-1-12 0,1 3 0 0,-1 0-12 16,4 0-35-16,-3-2-50 0,3 1-59 16,-1 3-95-16,1 0-578 0,0-1 38 0,0 5 92 15,-3-7 59-15,0 2 103 0</inkml:trace>
  <inkml:trace contextRef="#ctx0" brushRef="#br0" timeOffset="120185.42">13693 10099 803 0,'0'0'289'0,"0"0"-35"16,0 0-39-16,3-5-36 0,-3 5-41 0,0 0-69 16,0 0-84-16,4 12-243 0,-4-9-382 0,0 6 56 15</inkml:trace>
  <inkml:trace contextRef="#ctx0" brushRef="#br0" timeOffset="127667.53">12312 14268 596 0,'0'-4'197'16,"0"4"-10"-16,0 0-13 0,0-6-13 0,0 6-20 15,0 0-5-15,-3-7-31 0,3 7 15 0,0 0-25 16,0 0 4-16,0 0 9 0,0 0-39 0,0 0 82 16,0 0-15-16,-4 17-3 0,0-5-26 15,4-2-2-15,-3 1-13 0,2 4 11 0,1 2-19 16,-3-1 6-16,3 1-21 0,0 4 10 16,0 0-12-16,0-1-6 0,0 5-71 0,0 2 5 15,3 1 0-15,-3-3 0 0,1 1-8 16,2 6 0-16,-3-3 13 0,4 5-8 0,-4-1 6 0,3 1-1 15,-2 3 3-15,2-4 0 0,-3 6 5 16,0-3-5-16,3 2 11 0,-3-1-22 0,3 1 27 16,-3-1-3-16,-3 3-8 0,0 12 0 0,-1-2 0 15,1-7 8-15,-1-3-6 0,0 10 1 16,-2 0 2-16,0 0-5 0,-1 0 6 0,3 0 17 16,-3 0-13-16,0 0-5 0,4-8 8 15,-1-2-5-15,-2 10-10 0,-1-8 2 0,3-8 10 16,1 0-15-16,0 3 13 0,2-1-13 0,-2 0 13 15,-3-2-6-15,5 1 1 0,-2 0 2 0,0 0 3 16,3 0-10-16,-4 0 15 0,3 1-11 0,1 3 6 16,-3-3 10-16,0 0-13 0,3-1 3 15,-3-1-10-15,0 1 7 0,-1-1 5 0,4-5 3 16,0-2-2-16,-3 4-6 0,0-5 5 0,2 4-2 16,1-4-5-16,0 0-6 0,0 3 14 15,0-2-1-15,0-2-7 0,0 3-3 0,0-2-5 16,0 0-3-16,0 5-10 0,0-5 11 0,0 1 7 15,0-1 0-15,0-1-15 0,-3-4 20 0,3 4-12 16,0 0 14-16,-4 0-17 0,4-3 10 0,-3-1-5 16,2 0 6-16,1-2 4 0,0 2-13 15,-3-2 11-15,3-2 2 0,0 1-12 0,0-1-1 16,0-2 3-16,0-1-8 0,0 0 21 16,0 0-10-16,0-2-11 0,0 1 18 0,0-2-10 15,3 0-10-15,-3 0 10 0,0-1-8 0,1-2 16 16,-1 2-5-16,3-3 4 0,-3 1 3 0,4-2-7 15,-4 2-8-15,0-2 13 0,3-1-6 16,-3 1-12-16,0-1 7 0,0 1 11 0,0-6-21 16,4 8 11-16,-4-3 2 0,0-5-5 0,0 7-1 15,3-2 4-15,0-2 2 0,-3-3-10 0,0 7 2 16,0-7-2-16,4 7-1 0,-4-7 9 0,3 5 4 16,-3-5-4-16,3 4-3 0,-3-4 10 15,3 5-13-15,-3-5 1 0,0 0 4 0,1 4 13 16,-1-4-7-16,0 0-19 0,7 4 16 15,-7-4-7-15,0 0 7 0,3 4 0 0,-3-4 20 16,0 0-12-16,0 0 10 0,4 2-8 0,-4-2-10 16,0 0 18-16,10 3-18 0,-10-3 10 0,11 2-5 15,-2-2 6-15,-9 0-6 0,11 1-5 16,-1-1-3-16,0 2 8 0,-10-2 5 0,13 1-17 16,-5 1 14-16,-1-2 4 0,3 0 2 0,-10 0-13 15,17 1-6-15,-10-1 14 0,3 0 0 16,-10 0-6-16,18-1 11 0,-6 1-10 0,-1 0-3 15,-1 0-3-15,0-2 3 0,4 2-2 0,0-1-14 16,0 1 3-16,-1-2 19 0,0-1-9 0,2 2-7 16,1-2 10-16,-2 2 0 0,0-2-3 15,3 2 1-15,-4 0-6 0,5 0 8 0,-5-1-15 0,2 0 7 16,1 2 3-16,1 0 0 0,-3-1-8 16,3 0 21-16,-4-1-8 0,5 1 7 0,-2-1-2 15,2 1-5-15,0-1-5 0,-2 1 8 0,2-1-3 16,-2 0-5-16,2 1 10 0,-1-2-5 15,3 2-10-15,-2 0 7 0,2-3-2 0,-3 3 5 16,3-2 2-16,-2 0-9 0,2 2 17 0,-3-2-20 16,1 0 0-16,1 1 10 0,-5-1 12 15,0 1-12-15,3-2-5 0,-4 3-2 0,2-2 1 16,1 2 9-16,-1-2-3 0,1 0-5 16,1 1 2-16,-3 0 3 0,3-1-15 0,-3 2 17 15,3-1 1-15,-4-2-6 0,1 4-4 0,0-2-1 16,-3 0 13-16,2 1-5 0,-3-1 0 0,1 1-5 15,-4-1 0-15,2 2 10 0,1-1-2 0,-2-2-3 16,-1 3 0-16,2-1-5 0,-9 1 5 0,15-1 10 16,-6-1-5-16,1 1-5 0,1 0 0 15,-1 0-5-15,-3-1 5 0,4 0 2 0,-5 2-12 16,4-1 10-16,-3 0 3 0,1-1 7 0,-2 1 0 16,1 1-10-16,-7 0 0 0,10-3 5 15,-10 3-7-15,8 0 12 0,-8 0-2 0,9 0 4 16,-9 0-6-16,7-3 11 0,-7 3 12 0,6-3 12 15,-6 3-36-15,5-5 7 0,-5 5-4 16,6-6 0-16,-6 2 2 0,1-2 5 0,-1 1 1 16,3-3-6-16,-3 1-5 0,0-2 0 0,0-2 0 15,0-2 6-15,0 0-1 0,0-2 5 0,-4-2 6 16,4-1-11-16,-3-1-10 0,3-1 10 0,-3 0-5 16,-2-3 8-16,2 1 0 0,0 1 7 15,0-3-17-15,-1 1-6 0,1 1 29 0,3-2-26 16,-6 0 13-16,5 1-3 0,-3 0 8 0,4 1 0 15,0 0-10-15,-3-3 9 0,3-2-1 16,-3 1-6-16,2-3 0 0,1-1-2 0,-3-7 0 16,3 0 2-16,-3-2 3 0,3-3-3 0,-3 3-8 15,2 1 9-15,-2-1 4 0,0 0-7 16,3 3-11-16,-3 0-2 0,0-1 31 0,1 5-11 0,2 3-15 16,-3-4-10-16,0 2 0 0,-1 5 2 15,1-3 5-15,0-3 8 0,0-2-10 0,-1 0 8 16,1-2-8-16,0 0 23 0,1-3-6 15,-4 0-6-15,6-12 1 0,-3-2-7 0,0 0 0 16,2 6-2-16,1 9 7 0,0-2-3 0,0 1 1 16,-3-1-3-16,3 4 10 0,0 2-2 15,0 2-16-15,0 4 13 0,-3-2-12 0,3 4 9 16,0-1 1-16,0 1-1 0,-3 1-4 16,3 0 9-16,-1 0-1 0,1 0-14 0,0-3 16 15,0 3 4-15,0-1-19 0,-3 1 7 0,3 0 0 16,0-3 7-16,0-1-7 0,0 1 5 0,0 1-5 15,0-3-7-15,0 4-1 0,0-2 8 0,0 0-8 16,-3 2 16-16,3 2 0 0,-4 2-3 16,3-1-13-16,1 0 6 0,-3 4-1 0,0-2 13 15,-1 3-7-15,1-1-6 0,0-4 3 0,0 6 8 16,0-1-8-16,2-1 5 0,-2 2-2 16,-1-2-8-16,1 1 10 0,2 1-3 0,1-2 3 15,-3 2-12-15,3-1 19 0,0 1-9 0,0-2-6 16,0 5 3-16,0-1 0 0,0 1 6 15,0-3-14-15,0 7 10 0,0-5 6 0,0 5-5 16,0-5 2-16,3 7-15 0,-3-4 4 0,0-1 12 16,1 3 1-16,2-4-9 0,-3 4 12 0,4-2-10 15,-1 1 3-15,-2 0-3 0,2-3 2 16,-3 3 3-16,3-3 0 0,0 4-7 0,-3-1-8 16,0-3 12-16,3 6-7 0,-3 1 0 0,0-3 5 15,1 2-5-15,2 1 10 0,-3 2-8 16,0 0-2-16,0-3 5 0,0 8-13 0,0-7 16 15,0 2-11-15,0 5 24 0,0-7-29 16,0 7 13-16,0-8-5 0,0 8 5 0,0-5 2 0,0 5-4 16,0 0 7-16,0-10-8 0,0 10 13 0,0-2-10 15,0 2-7-15,0 0-3 0,-3-6 2 16,3 6 10-16,0 0-7 0,0 0-2 0,-7-3 2 16,7 3 15-16,0 0-5 0,-14 1-15 15,14-1 5-15,-14 2 5 0,4-2 0 0,0 1-3 16,0 2 6-16,-5 0-6 0,5-2 13 0,-3-1-12 15,-1 5-1-15,-2-3 6 0,1 1-3 16,-4 2 0-16,4-3 0 0,-4 2-5 0,4 0 5 16,-6-2-3-16,5 3 13 0,-2-2-2 0,-1 2-6 15,1-3 1-15,1 2 2 0,-3 0-5 0,2-2-8 16,1 3 6-16,0-2-8 0,0 2 12 0,-3-3-2 16,2 4 0-16,2-4-7 0,1 3 1 15,-4-3 1-15,1 1-2 0,4 1 14 0,-6-1-4 16,3-3-8-16,-3 6 5 0,2-4 5 15,1-2-3-15,-3 5-7 0,3-3 3 0,-1 1 7 16,-2-1-10-16,3 1 5 0,-4-1 5 0,4-1 0 16,-3 4 3-16,2-3-3 0,-2-2-3 0,3 5-2 15,-4-3 11-15,5-1-14 0,-2 1 13 16,1 2-10-16,3-3-7 0,-2 1 12 0,1-2-5 16,-1 0 7-16,2 1 6 0,0 2-23 0,0-1 20 15,1 0-12-15,0-2 9 0,2 0-14 0,-2 5-4 16,6-4 6-16,-4 0 5 0,1 2-2 15,0-1-3-15,2 1-3 0,-1-1-13 0,2 4-2 16,0-4-41-16,0 5-15 0,0 0-16 16,0-3-48-16,1 5-39 0,-2-1 6 0,-1 0-27 15,5 1-35-15,-3 1-92 0,1-4-264 0,1 1-89 16,-1-1 33-16,3-2 66 0</inkml:trace>
  <inkml:trace contextRef="#ctx0" brushRef="#br0" timeOffset="130135.35">11864 17608 793 0,'-1'-4'297'0,"-2"-1"-10"16,3 5-39-16,-3-7-33 0,3 7-26 0,-4-5-9 15,4 5-29-15,0 0-18 0,0 0-10 0,-6 11-6 16,3-3-19-16,-1 3 9 0,3 3-23 16,1 0-7-16,-3 2-8 0,3 2 1 0,-3-1-7 15,0 3-6-15,2 0-16 0,-2 0 0 16,0 0 12-16,0 0-12 0,2-2-15 0,-2 1 15 15,0-1-3-15,-1-2-17 0,3-2-6 0,-2-2 13 16,3 0-2-16,-3-3 7 0,3 0-5 0,0-3-10 16,-3-4 13-16,3-2 0 0,0 0-11 15,0 0-7-15,0 0 13 0,0 0-11 0,0 0 13 16,0 0-20-16,0 0-8 0,0 0 7 16,-7-13-1-16,7 13-9 0,0 0-2 0,0 0-3 15,0 0 3-15,0 0-5 0,0 0 10 0,0 0 8 16,16 9-6-16,-8-5-2 0,-1 3 5 0,6 0-20 15,-2-1 7-15,5-1 11 0,-1 2 10 16,1 0-11-16,2-3-12 0,-1 1 0 0,6-3-16 16,-2 2 11-16,-1-3-8 0,4-1-5 0,0-1 2 15,-3-3-2-15,-1 3-3 0,1-3 0 16,0-1-7-16,-5-2 15 0,-1 1 10 0,-2-3 3 16,-3-1-6-16,1 1 16 0,-5-4-7 0,-2 2 7 15,-1 1 2-15,0 0 9 0,-3 1 1 16,0 2 14-16,-3-1 0 0,0 2-14 0,0 1 1 15,-1 2 5-15,4 3-8 0,-10 0-10 0,10 0 11 16,-14 4-9-16,7 0 21 0,1 2-10 16,-2 2-5-16,1-2-3 0,1 1-10 0,2 1 5 15,1-1 2-15,0 0 6 0,0-1-8 16,2-1-8-16,1 2 11 0,-4-3-1 0,4 2-2 16,4 0-2-16,-3 1-1 0,2 1 8 0,3-1 8 15,-2 2-10-15,-1-2-14 0,4 2 11 0,0 0 6 16,0 0-6-16,3-1 0 0,0 0 2 0,4 1 3 15,-4-3-12-15,4 0 1 0,0-1-4 16,3-2 10-16,0 0-25 0,3-1 2 0,1-4-13 16,-1-2 10-16,4-1-15 0,-3 0 3 15,-1-3-1-15,1-4-9 0,0 0-1 0,-2-1 8 16,-1-1 0-16,-2-4-7 0,2-5 4 0,-5-1 6 16,-2-2 4-16,-1-1-1 0,-3-3 12 15,-4 5 5-15,4 0 7 0,-6 0 42 0,-1 4-5 16,3 0 17-16,-6 5-7 0,3-2 5 0,0 5-10 15,-1 1-18-15,1 2-3 0,-3 2 10 16,3 2-4-16,0 6 2 0,0 0-13 0,0 0 15 16,0 0-25-16,-7 20 25 0,4-8-9 0,3 2 4 15,3 0-10-15,-3 5 3 0,0 0 10 16,3 0-16-16,-3 0 11 0,0 1-3 0,4-1-15 16,-4-1 21-16,0 0-14 0,0-4-4 0,0 1 14 15,0-3-12-15,0 0 16 0,0-3-1 0,0-2-15 16,0-2 5-16,0-1-18 0,0-4-12 15,0 0 12-15,0 0 3 0,0 0-3 0,0 0 0 16,0 0-7-16,23-9 2 0,-19 6 13 16,-4 3-11-16,11-2-2 0,-2 2 8 0,-9 0-10 15,15 6-3-15,-9-2 12 0,4 1 4 0,-3 3-9 16,4-1 14-16,-4 3-3 0,2 0 5 0,-2 1 10 16,1-1-15-16,-5 0 5 0,0 1 18 15,0 1-11-15,-2-2 14 0,-1 0 7 0,-1-1-5 16,-2 1-8-16,-3-1-4 0,-2-1 17 0,1-1-10 15,-3 0 23-15,1-2-8 0,-6-3-7 16,2-1 12-16,-1 0-5 0,-3-2-2 0,-3-2 2 16,2-1 21-16,1 2-10 0,0-3 4 0,1 1-9 15,4 0 12-15,-1 1-8 0,3 1 8 16,-1-3-20-16,2 5-10 0,5-2-1 0,-3-1-17 16,7 3 2-16,-10-3 13 0,10 3-13 0,0 0 5 15,0 0 0-15,0 0 8 0,0 0-13 16,24-2 3-16,-14 2-3 0,4-1 8 0,-1-1-5 15,2 0-8-15,4-1-8 0,2-2 5 16,-3 2 9-16,1-4 14 0,6 1-30 0,-1-1-3 16,-3-2 0-16,-1 0-5 0,4-2 16 0,-4 3-9 15,0-2-4-15,-2 1 18 0,-5-2-3 0,1-1-13 16,-1 4-2-16,-2-4-6 0,-1 0 3 0,0 0-2 16,-3 1 9-16,0 1-4 0,-3 0-3 15,-1 2-2-15,0-2 2 0,-3 3 18 0,1 2-18 16,-1 0 15-16,0 5-15 0,-4-4 6 15,4 4 9-15,0 0-2 0,0 0-11 0,-17 10 6 16,13-2-3-16,-2 0 16 0,2 4-3 0,-2-1-8 16,2 4 8-16,4 2 0 0,-4-4-12 0,4 5 12 15,0-1 2-15,4 0-2 0,0 1-8 16,-1-1 11-16,4-1-18 0,-1 0 4 0,1-1 9 16,4-4 17-16,-1 0-12 0,4-4-6 15,-1 0-10-15,0-3 8 0,2-3 0 0,-2-2 0 16,4-4 8-16,0-2-16 0,0-4 23 15,1-2-7-15,-2-1-1 0,-5-4-17 0,0-1-11 0,2-5 16 16,-4-4-3-16,-4-5-12 0,-2 1-1 16,0-4 5-16,-3-1 11 0,0 2-8 0,-3 0 16 15,3 8 9-15,-3 1 9 0,-2 2 7 0,2 5 5 16,0 1-15-16,0 4-6 0,3 2 1 16,-4 1 13-16,1 5-19 0,0 5-4 0,3 1 9 15,0 0 14-15,-10 12-14 0,5 0 6 16,2 4 3-16,0 1-16 0,3 4 0 0,-3 1 20 15,3 3-15-15,3 1 3 0,0-1-8 0,0 2-3 16,2 0 3-16,2-4 5 0,2 0-2 16,-2 0 2-16,4-4-7 0,-1-3-1 0,3 0-5 15,1-7 3-15,0 0 0 0,3-5-5 0,-1-2 5 16,2-5 0-16,0-3-8 0,2-3 3 16,0-4 2-16,-3 0-2 0,1-4 2 0,-1 0 11 15,-4-1-9-15,-3 1 6 0,1-1 0 0,-4 5 3 16,-4-2 7-16,3 3-12 0,-2 2-9 0,-4-1 11 15,3 4-12-15,-3 0-1 0,0 1 5 0,0 6 8 16,-3-5-10-16,3 5 15 0,0 0-18 16,0 0 8-16,0 0 0 0,-4 17-5 0,4-10 7 15,4 2-4-15,-1 1 4 0,5 2 11 16,-2 1-16-16,4 0-2 0,-3 0 15 0,4 4-10 16,-4-1 5-16,2 0 7 0,-1 0-17 15,-1 1 8-15,-1 0 2 0,-3-1 5 0,-3 0 13 16,0-1-13-16,-3 1-5 0,0-3 10 0,-4 2-10 15,-3-5 3-15,-1 1 2 0,1-4 5 0,-7 0 0 16,4-5 8-16,-2 0-5 0,-1-2 25 16,2-2 8-16,0 0-7 0,0 1-6 0,1-2 5 15,3 0 1-15,-1 2 7 0,1-2 3 0,4 1-14 16,-2 0-4-16,1-1-5 0,7 3-8 0,-6-7 5 16,6 7-13-16,0-5-15 0,0 5-3 15,3-6-38-15,-3 6 8 0,7-6 2 0,-1 4-5 16,-6 2-10-16,11-4-6 0,-4 2 37 0,-1 1-11 15,2-2 0-15,-1 2-56 0,0-2-30 16,-7 3-75-16,13-2-121 0,-6 1-462 0,-3-1 61 16,-4 2 76-16,9-4 70 0,-9 4 64 15</inkml:trace>
  <inkml:trace contextRef="#ctx0" brushRef="#br0" timeOffset="134133.69">14872 11526 511 0,'-3'-1'238'0,"3"1"-25"0,-7-3-8 0,7 3-21 16,-7-4-20-16,7 4-13 0,0 0-18 0,-7-2 0 15,7 2-18-15,0 0 13 0,-7-2-20 16,7 2 12-16,0 0-38 0,-6-5 25 0,6 5-2 16,0 0-30-16,0 0-11 0,0 0-16 0,0 0 11 15,0 0-8-15,0 0 3 0,0 0-8 0,0 0-5 16,0 0 10-16,0 0-5 0,0 0-2 15,30 0-8-15,-23 0-3 0,6 2 11 0,1-2-9 16,0 0-4-16,3 0 2 0,0 3-20 0,4-3 15 16,-1-3-7-16,1 3-3 0,3 0 5 15,3 0-3-15,-3 0 3 0,3 0 3 0,1 0-90 16,3-2 33-16,-1 2-10 0,1-1-5 0,0 1 10 16,0 0-5-16,0 0 11 0,3-2-1 15,-3-3 13-15,3 5-15 0,0 0 12 0,3-1-2 16,-6-1 18-16,3 1-13 0,0-3 5 0,4 4 3 15,-4 0 5-15,0-2 0 0,1 1 0 16,-1 0-13-16,-3-2 13 0,2 3-8 0,1-2 8 16,-3 2 0-16,0-1-3 0,-3 1 5 0,-1 0 6 15,0 0 7-15,-2 0-17 0,2 0 1 16,-4 0 6-16,1 0 0 0,1 0-5 0,-1 0 13 16,3 0-3-16,-4-2-2 0,2 2 4 0,5-1-14 15,-2-3 9-15,2 4 6 0,1 0-8 0,0-1 13 16,0-1 0-16,0 1-8 0,-1 2-8 15,1-2 6-15,0 2 7 0,-1-1-8 0,-5 0 4 16,2 2-1-16,-4-2 0 0,2 0-8 0,-4 1 1 16,3-1 2-16,-1 0 12 0,-2 0-4 15,0 0-5-15,1 0-1 0,-1 0-7 0,0 0-8 16,-4 0 11-16,4 0 2 0,-1 0-5 0,0-1 5 16,-2 1-3-16,-2 0 18 0,2 0-22 0,-1 0 12 15,-3-2 0-15,0 2 3 0,-1 2-13 16,0-2 15-16,2 0 0 0,-2 0 0 0,-2 0 1 15,2 0-14-15,-3 1 6 0,4-1-3 0,-4 0 7 16,0 0-7-16,1 0 18 0,-1 0-23 16,1 0 5-16,-1 0-10 0,0 4 20 0,-1-4-10 15,-9 0 10-15,18 1-5 0,-11-1 0 0,-7 0 3 16,14 0 8-16,-8 2-29 0,-6-2 13 16,10 0 18-16,-10 0-16 0,0 0 8 0,7 0-2 15,-7 0 0-15,0 0 69 0,0 0-24 0,0 0 1 16,0 0-26-16,0 0-12 0,0 0-19 0,0 0-30 15,0 0-16-15,0 0-53 0,0 0-39 16,0 0-64-16,-23-7-58 0,19 7-390 0,-6 0-20 16,0-3 74-16,3-2 33 0</inkml:trace>
  <inkml:trace contextRef="#ctx0" brushRef="#br0" timeOffset="134733.67">16749 11166 860 0,'-7'-5'235'15,"0"2"-17"-15,3 1-14 0,4 2-40 0,-9-5-5 16,9 5-26-16,-4-1-10 0,4 1-23 0,0 0 5 16,0 0-23-16,0 0-1 0,0 0-6 15,0 0-27-15,0 11 14 0,7-4-1 0,-1-2-12 16,2 3-13-16,2 0 5 0,3 1 2 0,1 1 1 15,0 1-1-15,6 3-15 0,0 0 13 16,1-2-10-16,3 5-11 0,-3-3 4 0,-1-3-1 16,4 4-21-16,0-5 3 0,-7 4-15 0,4-4 15 15,-1-2-2-15,-6 2-8 0,0-3 15 16,-1-1-26-16,0-3 22 0,-2 4-14 0,-1-4 8 16,-3 4-5-16,4-7 5 0,-4 7-8 15,2-6 11-15,-2 4 2 0,0-3-3 0,-3 0 3 16,2-1 1-16,1 3-4 0,-7-4-7 0,8 3 8 15,-2 2-9-15,-2-3 1 0,-1 1-2 0,3 1 9 16,-2-1 8-16,-1 2-7 0,2-2 7 0,1 4-10 16,-3 0 3-16,1-1-6 0,-1-1 3 15,0 3 0-15,1 1-2 0,-1-1 14 0,-3 5-6 16,3-4-9-16,-3 1 16 0,0 3 2 0,0-1 65 16,0 2-22-16,-3 0 12 0,0 1-9 15,-4 2-7-15,1 1-13 0,-1 2 15 0,2-4-10 16,-4 3-2-16,-1-2 4 0,0 1-9 0,-1-1 4 15,1-1-2-15,3 0 3 0,-4-1-14 0,1-4 6 16,1 4-18-16,1-5 15 0,1 4-5 16,1-6-2-16,-1 2 2 0,1-2-7 0,1-2-6 15,2-2 21-15,-1 3 5 0,1 0 2 0,0-6 14 16,3 5-24-16,0-6 16 0,-4 4-6 16,4-4-17-16,-3 7 27 0,3-7-22 0,0 0-5 15,0 0-11-15,0 0-30 0,0 0-26 0,0 0-21 16,0 0-48-16,0 0-69 0,0 0-210 15,0 0-445-15,0 0 53 0,-11-11 97 0,-2 5 65 16,-8 1 58-16</inkml:trace>
  <inkml:trace contextRef="#ctx0" brushRef="#br0" timeOffset="140635.14">18612 10501 568 0,'-4'-7'166'0,"1"6"65"0,3 1-11 0,-10-5-8 15,7 1-22-15,3 4-32 0,-14-2-4 16,7 0-11-16,0-2-35 0,7 4 7 0,-17 0-18 16,7 0 5-16,0 0-14 0,-4 0-17 15,4 4-2-15,-5-3-7 0,2 1-14 0,-1-1 11 16,-3 6-15-16,0-5-3 0,0 5 7 0,0-2-17 16,0-2-13-16,0 5-72 0,0 0 11 0,0-1-1 15,-1 0 13-15,2 2-4 0,-5 0 12 0,1 3-18 16,2-4 12-16,-2 4 6 0,0 0 16 15,-1-1-14-15,3 3 8 0,-2-3 6 0,0 3 4 16,-1-1-10-16,1 0 1 0,-4 4 4 16,6-4-7-16,-2-1 20 0,-4 6-8 0,3-3 3 15,-2 3-10-15,2 3-8 0,1-3 26 0,0 0-11 16,-1 5 13-16,0-3-20 0,1 4 13 16,3-1 4-16,-1 1-9 0,-2 1 4 0,3 0 16 15,0 1 0-15,0 1-15 0,3-2 4 16,-3 1-14-16,0 3 35 0,3-2-15 0,1-1 15 0,-1 3-8 15,1-3 1-15,1 1-13 0,2-2 15 16,0 1 0-16,0-2 2 0,0 1 14 0,3 1-34 16,0-1 18-16,0 0-13 0,-3 7 16 0,4-2-19 15,2-4 11-15,-3 3-10 0,3 1 2 16,-2 0 11-16,5 0-11 0,-5 1 18 0,3-2-25 16,3 0 7-16,-1 5 3 0,1-6 4 0,1 3 1 15,-1 4 5-15,3-2-15 0,0 2 13 16,1-3-6-16,-1 1 0 0,4 2 3 0,0-3-8 15,-3 1 3-15,5-1 5 0,-2 0-8 0,1-1 1 16,1-1-4-16,1 4-4 0,1-1 7 0,-1-2 11 16,0-2-1-16,1 4-7 0,6 7-13 15,0 2 8-15,-4-10 2 0,2-6 5 0,-2 5-2 16,4-2 13-16,3 4-9 0,1-1-4 0,-3-7-5 16,-2 0-13-16,2 2 28 0,1 1-13 15,-1-6 0-15,-1 3 11 0,3-2-13 0,-2 2 7 16,2-2-7-16,-2 0-3 0,2-2 10 0,0 2 3 15,1-4 79-15,0 2-28 0,-1-1-2 16,0-3-6-16,1 2 3 0,-1 0-92 0,4-1 20 0,-3-1-7 16,2 0 13-16,1 0-4 0,1-2-6 15,-1 1 4-15,3-4-5 0,0 5 8 0,-3-3 5 16,3-2-8-16,-2 2 6 0,5-3 9 0,-2 2-7 16,-1-2-2-16,0-3 10 0,-3 2-16 15,0-1 16-15,3 1-6 0,-2-4 6 0,5 2-6 16,-6-1 27-16,4 1-37 0,-2-2 16 0,-1 2-6 15,-1-4-2-15,3 3 0 0,-3 0-10 16,0-2 2-16,-1 0 6 0,-2-1-1 0,4 0 6 16,-5-4-6-16,4 6-7 0,0-5 15 0,0 1 3 15,-1-1-6-15,4-1-4 0,-2-1 9 16,-1-1-9-16,3 0 12 0,1-3-10 0,2 3-3 16,-2-4-4-16,-2-1-1 0,2 2 21 0,2-1-16 15,-2-1 16-15,3-3-13 0,0 1 13 16,2-3 0-16,-2 1-8 0,0 0 0 0,0-3 0 0,0-1-5 15,0 1 5-15,-1-1-5 0,1-1 3 16,0 1-1-16,-1-1-12 0,-2-1 13 0,0-1-3 16,-1 0 2-16,0 2 6 0,1-1-6 0,-1-1-14 15,-3 2 22-15,3-2-8 0,0 2 9 16,-2 0-4-16,-1-2-7 0,0-1 3 0,-1 2-1 16,4-1 1-16,-3-3 0 0,-2 0-3 0,1 2 7 15,1-3-12-15,0-1 13 0,4-6 2 16,-1 3-13-16,-7 2 14 0,1 2-6 0,6-13 0 15,-3 10 0-15,-4 0-10 0,-2 0 18 0,5 0-18 16,-6 0 15-16,1 2-10 0,1-2-3 0,-4 4 8 16,1-4-2-16,-1 0-6 0,-2 1 6 0,1-1-8 15,-4 0 15-15,0 3-7 0,1-6-3 16,-1 1 7-16,-4 2-7 0,2-5 13 0,-1 0-8 16,-1 0 3-16,-3 1 0 0,1-2-6 0,-1 0 6 15,2-1 2-15,-2-1-2 0,0 4-13 16,0-1 15-16,-3-3-15 0,3 1 12 0,-2 6-4 15,-1-3-8-15,0-1 18 0,0 4-16 0,0 0 3 16,-1-2-8-16,-2 0 3 0,0 3 0 16,-3 1 13-16,1-1-3 0,-1 2-28 0,-4 2 20 15,3-1 11-15,-7-3-3 0,1 0-5 0,-2 0 5 16,-1 0-10-16,-5 0 15 0,-6-4-12 16,-4-2 2-16,7 6 8 0,-7-7-8 0,0 4 2 15,8 5 19-15,-8-8-9 0,4 6-4 0,6 6-3 16,-3-5-7-16,1 4 4 0,2-3-4 15,-3 6 17-15,3-5-15 0,-2 4 8 0,2 0-16 0,-3 0 11 16,4-3-1-16,-1 3-2 0,0 1 10 16,-3 1-10-16,7 3 8 0,-4-1-18 0,2-1 18 15,1 4-16-15,-3-3 10 0,4-1-4 0,-6 4-1 16,5-3 8-16,-2 4 11 0,2-2-9 16,-5-1-9-16,3 3 10 0,2 0-16 0,-2-2 18 15,-1 2-10-15,-3 2-2 0,3 0 2 0,1-2 0 16,-4 3 10-16,4 0-10 0,0 3-3 15,-1-3 6-15,3 5-3 0,-2-3 7 0,0 3 1 16,-1-4-8-16,4 6-2 0,-4-2-4 0,1 1 12 16,0 1-6-16,-1-2 2 0,4 4-2 0,-3-2 3 15,-1 0-6-15,4 0-2 0,0 0 15 0,0 1-15 16,0-1 3-16,3-1-4 0,-3 2 6 16,3-2-7-16,-3 1 7 0,4 0 0 0,-2 0 2 15,2-2-9-15,2 0 12 0,-2 0 0 0,3 1-5 16,-4 0 8-16,4 0-8 0,0 0 10 0,-1-3-8 15,-2 4-2-15,2 0 5 0,1 0-15 16,0 0 0-16,-1 0 18 0,1 0-13 0,-3 0 12 16,2 0-12-16,-2 4 5 0,-1-2 5 0,1-1-2 15,-1 2-3-15,0 2-8 0,-2-3 6 16,1 2-1-16,-1 0 18 0,-2 1-22 0,0-3 4 16,-1 5-5-16,1-4 3 0,2 3 8 0,-2-4-1 15,1 5-9-15,-3 0 12 0,-4-3-8 0,3 3-4 16,-2 3-1-16,-1 1 3 0,2 0-39 0,-8-1 3 15,3 5-30-15,3 3-16 0,-3-1-34 16,3 1-35-16,0 3-28 0,-1-2-136 0,6 4-468 16,-2-4 96-16,0 4 40 0,1-6 66 0</inkml:trace>
  <inkml:trace contextRef="#ctx0" brushRef="#br0" timeOffset="141582.84">17870 11543 683 0,'0'0'207'0,"0"0"-12"16,0 0-34-16,6 25 3 0,-1-12-21 0,-2 2-17 16,3 0-19-16,-2 4-10 0,2 2-2 15,-2 0-8-15,3 0-5 0,-3 1-8 0,-1-4-10 16,0 0-5-16,1 3-8 0,-1-3-10 0,-3-2 8 15,0-1 20-15,3-3-28 0,-3 2-5 0,0-3 25 16,0-3-2-16,0 2 3 0,0-3 14 0,0 0-7 16,-3-6-15-16,3-1 18 0,0 0-8 15,0 0-26-15,0 0 6 0,-13-8-8 16,9 0 7-16,0-6-10 0,-2 0 3 0,2-2-23 16,-2-1 8-16,2-1 4 0,1 2-12 0,0 0 10 15,-2-1-10-15,2 3 15 0,0 4-18 0,0-2-2 16,2 2-21-16,1 5 26 0,0-1-21 15,1 0 13-15,-1 6-5 0,0 0-2 0,0 0-3 16,0 0 5-16,20 14 0 0,-13-4 0 16,0 0 2-16,3 2-7 0,-3-1 13 0,3 3-21 0,-3-2 18 15,4 1 3-15,-2-1-1 0,-2 1-9 16,4-2 4-16,-4-1-14 0,-1 3 7 0,-2-6 10 16,2-2-5-16,-2 3-8 0,3-1 8 0,-4-2 13 15,1-1-6-15,2-3 4 0,-6-1-6 16,0 0 2-16,14-4 4 0,-10-2-4 0,2-2-7 15,-2 0 0-15,-1-6 11 0,4 0-11 0,-4-3-3 16,1-4 16-16,0 4-18 0,-1-7 5 16,0-1 5-16,0 0 0 0,-2 3 3 0,2 1-1 15,0-3-12-15,-3 6 5 0,3 1 3 0,-3-1 7 16,1 3-15-16,2 0 13 0,-3 3-14 0,0 2 17 16,4-3-22-16,-4 6-9 0,0 2 15 15,3 2-3-15,-3 3-12 0,0 0-3 0,0 0 33 16,0 0-13-16,17 15-4 0,-11-2 4 15,-1 2 13-15,1 7-2 0,1 0 71 0,-1-1-17 16,-2 4-3-16,4 0 2 0,-2 4-17 0,1-1-9 16,-1-2 14-16,1 6-8 0,1-5-18 15,-2 1 15-15,-2-6-9 0,2 1-11 0,-2 0-1 16,-1-4-4-16,4-4 18 0,-3 2-13 0,-1-6-5 16,0 4-8-16,0-5-8 0,-2-2-22 0,2 1-14 15,-3-1-89-15,0-1-238 0,0-6-450 0,0-1 66 16,0 0 71-16,0 0 60 0,0 0 53 15</inkml:trace>
  <inkml:trace contextRef="#ctx0" brushRef="#br0" timeOffset="141966.41">18342 11568 821 0,'0'-10'261'0,"0"10"-28"16,0-3-25-16,0 3-19 0,0 0-12 0,0 0-14 15,0 0-12-15,0 0-12 0,10 16-4 0,-7-7-101 16,1 4 19-16,-1-1 1 0,0 4-8 0,1 2 8 16,0-1-8-16,-1 2-8 0,0-1 16 15,1 7-21-15,-4-7 3 0,3 4 0 0,1-4-3 16,-1 3-15-16,0-2 16 0,0-1-6 15,2-1-18-15,-2 3 10 0,0-5 1 0,1 0 10 16,-1-2-3-16,3-2-5 0,-2-3 10 0,3 0-2 16,0-1 7-16,3-4-7 0,0 4-16 15,4-7 16-15,-1 0-13 0,2 0 10 0,-2 0 3 16,4 0-16-16,-3-2 8 0,0 1-10 0,2-3-3 16,-1 3-25-16,-2-1-16 0,1 0-20 0,-4-3-21 15,3 5-33-15,-2-2-30 0,2-1-50 16,-6 0-129-16,4 3-416 0,-1-3 77 0,0-1 62 15,-3 0 46-15</inkml:trace>
  <inkml:trace contextRef="#ctx0" brushRef="#br0" timeOffset="143682.54">18841 11676 867 0,'3'7'261'0,"1"6"-46"0,-1-1-15 16,0-2-26-16,1 5-10 0,-1 0-8 0,1 2-18 16,0 1-2-16,-1-1-26 0,0-1-10 15,0 1-11-15,-3 0-2 0,1-3 6 0,-1-2-27 16,3 1 6-16,-3-2-11 0,0-3 1 0,0 0 22 16,3 2-10-16,-3-5-2 0,0-2-3 0,0-3-20 15,0 0-3-15,0 0 10 0,0 0-12 16,0 0-3-16,-3-18-11 0,0 10-76 0,3-9 13 15,0 2-3-15,0 0 8 0,0 1-5 0,0-2-1 16,3 1 14-16,-3 0-8 0,3 3 10 16,0-1 3-16,1 4-24 0,3 0 16 0,-3 2 5 15,2 6 3-15,1-2-13 0,0 3 12 16,-7 0 4-16,20 4-17 0,-10 3 24 0,-2 1-5 16,2 2-10-16,3 0 14 0,-5 1-12 0,2 0 21 15,-1 3-3-15,-1-3 0 0,-1 2-3 0,-1-1 11 16,-2-4-28-16,-1 2 2 0,0-3 13 0,1 1 17 15,-4 1 19-15,4-4-13 0,-4-2 20 16,3 3 1-16,-3-6-16 0,0 0 3 0,0 0-1 16,0 0-15-16,0 0 21 0,0 0-10 0,-11-23 7 15,11 13 48-15,-3-5 9 0,0 0-24 16,3-3-2-16,0 0-2 0,3-1-22 0,-3-1 19 16,3 2-23-16,1-1-6 0,3 1 1 15,0 2-13-15,-1 1 5 0,1 1-3 0,1 4 6 16,1 2-9-16,-2 1 1 0,0 2-8 0,4 2 6 15,-2 3-4-15,-9 0-2 0,18 3-7 16,-8 2-1-16,-3 2 6 0,3 1-1 0,-3 2 6 0,0 0-3 16,0 5 0-16,2-2 6 0,-1-1-9 15,-2 5 8-15,-2-2 1 0,3-2-14 0,-1-1 11 16,-2 3 4-16,3-5-14 0,-4 3-1 0,1-4 6 16,-1 1 7-16,3-3-2 0,-2-3 0 15,0 3-3-15,0-6 7 0,2 1-9 0,-6-2-8 16,0 0 5-16,16-3 8 0,-11-4 2 0,2 2 3 15,-4-1-13-15,4-1 2 0,-1 0-2 16,-3 4 8-16,2-4-18 0,-2 7 15 0,-3 0-13 0,10-5-2 16,-10 5 5-16,10 3-13 0,-10-3 8 15,11 8 4-15,-5-4 1 0,-2 4 5 0,5 1-7 16,-5-1 7-16,7 6 2 0,-4-4 6 16,2-1-3-16,2 3-5 0,-1 0 3 0,-3-4-1 15,4 1 3-15,-4-1 5 0,2-1-7 0,1-4 0 16,-2 4 2-16,2-6-5 0,-4 3 0 15,1-3 5-15,-7-1 5 0,14-1 3 0,-7-3-8 16,-4 0 0-16,1-2-13 0,-4-2 21 0,0 1-10 16,0-3-8-16,-4-1 0 0,-2-3-8 15,-1-1 10-15,-4-2-2 0,-2 1-3 0,0-1-4 16,1 2 17-16,-1 1-16 0,3 0 22 0,0 3 1 16,0-2 1-16,3 5 8 0,-1 0-11 0,2-2-2 15,2 3-6-15,1 3-4 0,0 0-6 0,3-3 0 16,0 7 3-16,7-10 8 0,-1 7-11 15,5 1 11-15,-1-3-3 0,3 0 5 0,2 2-10 16,4-4 10-16,-1 7 5 0,-1-5-15 16,3 0 23-16,-2 0-21 0,2 2 1 0,0-4-1 15,1 3-2-15,3-3 5 0,-7 0 3 0,4 4 7 16,-5-1-8-16,2-1-9 0,-5 2 7 0,1 0-8 16,-1-1 0-16,-6 1 1 0,4 3-16 0,-11 0 10 15,10 0 0-15,-10 0 18 0,6 3-15 16,-6-3 5-16,-3 12 2 0,-3-2 1 0,2-2 2 15,-5 2-13-15,-2 7 10 0,1-2-2 0,-4 3-13 16,4-1 28-16,0-1-20 0,-1 1 15 16,1 3-5-16,3-7-12 0,0 4 14 0,0-2-4 15,4-1 4-15,-1-3 6 0,1 3-1 0,3-4-4 16,0 0-3-16,3-2 0 0,-3-2 8 16,4-4-6-16,3 4 9 0,0-5-9 0,-7-1 8 15,16-2-7-15,-5-3-3 0,-1-2 10 0,0-1-12 16,4-2 4-16,-4-5 8 0,4-3 3 0,-4 0-23 15,-3-4 10-15,0 1-8 0,0-3 11 16,-3-1-11-16,2-2 0 0,-2-1-12 0,-4 0 15 16,0-4 2-16,0 5-7 0,-1-3 5 0,-2 1-5 15,0 3 2-15,0 2 11 0,2 3-1 16,-2 3 8-16,-1 3-7 0,0-2-1 0,1 7-7 16,0 1 0-16,0 3 3 0,0 2-3 0,3 4 20 15,0 0-5-15,0 0-15 0,0 0 13 16,-7 19-3-16,7-9 3 0,0 5 4 0,3 2 4 15,-3 0-4-15,3 1 12 16,1 3-14-16,-1-1-3 0,0 4-12 0,4-1 8 0,0-3 7 0,-3 4-2 16,3-3-6-16,2-2 1 0,-1-1-8 15,-1-1 23-15,3-3-11 0,0-2 1 0,0 2 2 16,0-4 1-16,0-2-6 0,4 0 5 0,-4-6 5 16,1 2-17-16,3-3 22 0,-1-1-10 15,1-5 6-15,-1 3-6 0,2-6 0 0,-2 0-2 16,1-2 5-16,-1-4-16 0,0 4 8 0,-2-1-2 15,-4-1 17-15,3-1-17 0,-2 1 7 0,-2 2-12 16,-3 2 9-16,1 1-9 0,-1 0-14 16,-3 4 9-16,0 3 2 0,-3-7 10 0,3 7-8 15,0 0-12-15,0 0 10 0,-21 14 2 0,14-8 0 16,1 3 1-16,-1 1-1 0,1 1-4 0,1 2 9 16,-1-1-12-16,5 2 5 0,-2-3-5 15,3 4 17-15,0-5-4 0,0 5-3 0,3-5 5 16,-2 4 0-16,5-3 3 0,-3-4-16 0,5 2 8 15,-1 0-8-15,2-2 19 0,2-6-4 16,-1 4-7-16,3-4 8 0,-1-1 2 0,4-4 3 16,2 1-13-16,-2-4 21 0,-2 2-16 0,3-8 5 15,-3 3-8-15,0-5-9 0,0 0 7 16,-4-2-3-16,-1-3-12 0,-4-2 0 0,-2 2 2 16,0-5 0-16,-3 0-5 0,-3-5 5 0,0 4-5 15,-1-6 8-15,-3 2-5 0,3 2 10 0,-5 6-16 16,2-1 19-16,-1 1 7 0,2 7-10 15,-1 1-6-15,0 1 4 0,0 5 7 0,0 7 2 16,1-1-4-16,6 2 2 0,-13 3 2 0,5 4 3 16,4 3 8-16,-2 2-18 0,3 1 18 15,-1 2-11-15,4 2-27 0,-3 1-55 0,3 0-30 16,3 4-66-16,-6 3-195 0,10-2-420 0,-4-3 41 16,4 2 76-16,-1-5 70 0,2-2 51 0</inkml:trace>
  <inkml:trace contextRef="#ctx0" brushRef="#br0" timeOffset="143800.04">20485 11825 680 0,'0'6'154'0,"0"-6"-126"0,-3 9-422 0</inkml:trace>
  <inkml:trace contextRef="#ctx0" brushRef="#br0" timeOffset="146965.54">20592 11689 389 0,'0'0'138'0,"0"0"-8"0,0 0 6 15,0 0-8-15,0 0-15 0,0 0 2 0,0 0-10 16,0 0-18-16,0 0 10 0,0 0-18 0,0 0 6 15,0 0-11-15,10 4-18 0,-10-4-2 0,12 3 10 16,-4-2-20-16,-1 0 7 0,0-1-13 16,-7 0-2-16,23 0 2 0,-12 0 3 0,3 0-25 15,5-1 9-15,-1 0-7 0,6-2 3 0,3 1-3 16,4 0 0-16,3-4-3 0,1-1 3 16,6 6-3-16,2-6 8 0,9-2-2 0,-4 5-6 15,-7-3-7-15,0 2-13 0,14-5-8 16,-10 2 46-16,-8 1-20 0,0-2 2 0,-2 1 11 0,2 3 5 15,-3-5 2-15,4 0 3 0,-1 2 0 0,-2-2 10 16,-1 2-5-16,3-1-3 0,1 1 0 16,-4 0 1-16,-2 1-3 0,-2-2-3 0,-2 6 21 15,-2-2-47-15,-5 1 9 0,0 0-3 16,-5 2-1-16,2 1 9 0,-5-3-16 0,1 2-3 16,-4 2-12-16,0 0 3 0,1 0-27 0,-4 2 4 15,-7-2-34-15,17 3-26 0,-10-1-2 0,-4 0-36 16,4-2-51-16,-4 4-70 0,0-1-396 15,-3-3 54-15,1 1 28 0</inkml:trace>
  <inkml:trace contextRef="#ctx0" brushRef="#br0" timeOffset="147282.22">21870 11309 455 0,'0'0'210'0,"0"0"-31"15,14 0-15-15,-14 0-8 0,19 9-18 16,-7-2-17-16,4 1-9 0,2 2-14 0,-2 4-1 16,2 1 8-16,2-1-26 0,0 6-17 0,-5-3 4 15,-5 1-10-15,3-1 8 0,-3 5 54 16,-6-5-3-16,-4 2-10 0,-3-1 0 0,-1 6-15 15,-7-2 2-15,-2 3-31 0,-5-4 14 0,-1 4-22 16,-9 5-9-16,1-6-11 0,6-4-33 0,-3-2-23 16,4-2-54-16,2 1-89 0,-2-3-174 15,7-3-357-15,3-3 60 0,-1 1 61 0,1-2 56 16</inkml:trace>
  <inkml:trace contextRef="#ctx0" brushRef="#br0" timeOffset="151965.54">22516 10101 363 0,'0'0'156'0,"0"0"-10"0,0 0-10 15,0 0-8-15,0 0-16 0,0 0-9 16,-4-4-11-16,4 4 3 0,0 0-14 0,0 0 1 16,0 0-7-16,0 0-17 0,0 0 9 0,-6-4 2 15,6 4-5-15,0 0-8 0,0 0 14 0,0 0 11 16,0 0-22-16,-4-2-7 0,4 2-9 16,0 0 11-16,0 0-6 0,0 0-9 0,0 0 7 15,-11 10-3-15,8-5 14 0,0 2-6 0,0-1-8 16,-1 6-14-16,1 0 17 0,0-2-8 15,-1 5-2-15,-3 1 0 0,4 1 10 0,-1 4-21 16,1 0 9-16,0 2 2 0,2 1-1 0,-2 1 4 16,0 1-11-16,0 1-3 0,3-1 11 0,-1 4-2 15,1-3-1-15,-4 3 8 0,4-3-16 16,0 5 4-16,0-4-9 0,0 3 6 0,0 0-11 16,0-3 21-16,0 5-18 0,-3 2-82 15,3 3 10-15,0-2-2 0,0-3 15 0,0 3 5 16,0 2 23-16,0-2-18 0,0-3 6 15,0 5 7-15,0-5-8 0,0 2 24 0,0 1-3 0,0-3-13 16,0-2 13-16,3-2-11 0,-3 1 16 16,0-2-2-16,0 3-3 0,4-1 10 0,-4-2-10 15,0 0 7-15,1 2-17 0,-1-3 10 0,0 2 17 16,0-1-9-16,0-2-3 0,0 4-3 16,0-3 6-16,-1 1 0 0,-3 2 7 0,4-3-10 15,0 3 2-15,-3-2 1 0,3 2 7 16,-3-3-10-16,3 4 21 0,-1-4-1 0,-2 4-15 15,3-2-5-15,0 1-2 0,0-2 9 0,0 3-9 16,0-5 35-16,0 5-20 0,0-3-16 16,0-1 11-16,0 4-5 0,0-3-6 0,3 2 8 0,-2-3-20 15,-1 2 17-15,0-3 1 0,3-1-1 16,-3 3-7-16,3-3 10 0,-3 1-10 0,0-1 5 16,4 3-5-16,-3-3 15 0,-1 0-4 0,0-4-4 15,0 1-4-15,3-2-4 0,-3 3 12 16,0-5-4-16,0 4 11 0,0-3-18 0,0-3 15 15,0 5-15-15,0-3 7 0,0-1-2 0,0 1-2 16,0 0 4-16,0-1-4 0,-3-1 7 16,3 1-5-16,0-4-3 0,0 0-7 0,0 3 18 15,0-2-16-15,-1-2 18 0,1 3-10 0,0-4 13 16,-4 3-13-16,4-4-13 0,0 3 6 0,0-1 12 16,0-1 3-16,0-1-3 0,0 1 2 15,0 2-2-15,0-3-7 0,0 0 4 0,0 1 1 16,0 2 5-16,4-3-6 0,-3-1 3 15,-1 0-12-15,0 0 4 0,3-2 3 0,-3 5 0 16,3-6 3-16,-3 1-11 0,0 0 21 0,3 2-11 16,-2-3 9-16,-1 0-11 0,3-2 2 15,-3 5-12-15,0-3 15 0,3 0-7 0,-3-2 4 16,0 3-2-16,3-3 5 0,-2 2 5 16,-1 0-7-16,0-6-16 0,0 8 13 0,0-4 0 0,3 1 5 15,-3-5 0-15,0 8-5 0,0-8 11 0,0 4-9 16,0-4-7-16,0 7 3 0,0-7 12 15,0 0-15-15,3 6 10 0,-3-6 5 0,0 0 0 16,0 6-15-16,0-6 13 0,0 0-8 16,0 4 0-16,0-4 8 0,0 0-6 0,4 5 8 15,-4-5 8-15,0 0-10 0,0 0-6 0,0 5-4 16,0-5 28-16,3 4-19 0,-3-4-14 0,0 0 1 16,0 0 12-16,0 0-12 0,0 0 14 0,4 3-13 15,-4-3 10-15,0 0 16 0,6 1 60 16,-6-1-4-16,0 0-10 0,0 0-3 0,21-1-10 15,-14-1-8-15,0 1 0 0,2-2-18 0,2 2 3 16,-1 0-8-16,0-2 10 0,4 2-2 16,-3-4-8-16,3 5 7 0,-1-2-12 0,5-4 0 15,-2 4 0-15,2-3-8 0,3 2 8 0,-2-4-8 16,2 6 1-16,6-6 4 0,-3 4-5 16,0-2 3-16,6 1-3 0,-5-1-2 0,5-2-5 15,-2 6-6-15,0-5 18 0,-1 2 1 0,4-1-11 16,-4 3 0-16,0 2-5 0,0-1 10 15,-3-2-12-15,0 3-3 0,1-3 2 0,-2 3 0 0,1-1-7 16,0 1 18-16,0 0-16 0,0 0 21 16,0 0-23-16,0 0 10 0,3 0 5 0,-3 0-5 15,3-2 5-15,-6 1 0 0,3-2-5 0,0 2 5 16,0 1-7-16,-4-1-6 0,1-1 16 16,-1 2-21-16,-3-2 10 0,-3 2 3 0,3-3-2 15,-3 1 17-15,-1 2-7 0,2-1 2 16,-2-2-25-16,-3-1 10 0,4 4 2 0,-1-2 8 15,-3-2-10-15,4 3 13 0,-4-2-11 0,1 1 16 16,-1-3-18-16,0 5 7 0,1-2 1 0,-4-3 2 16,2 4-8-16,-2-2 9 0,1-1 1 0,-2 1-2 15,1 1-2-15,0-3-3 0,3-2 5 16,-3 4-7-16,0-2 9 0,-1-5-7 0,-2 3 8 16,6 0-3-16,-6-2 0 0,4-1-13 0,-3 0 8 15,-2-5 0-15,5 0 11 0,-2-1-4 16,-2-3 4-16,-1-5-11 0,1-1-3 0,-1-1 3 15,-3-5 18-15,3-3-15 0,-3-1-1 0,-3 0 8 16,3-1-7-16,-3 0 12 0,3 0-5 16,-4 1 6-16,1-2-24 0,0 2 18 0,-1 3 8 15,4-3-10-15,-3 2 7 0,0-3-2 0,1-2 0 16,-1 4 5-16,0-5-18 0,0 3 8 0,1-5-1 16,-6-7-4-16,5-2-3 0,-4 10 5 15,-1-9 5-15,1 2-2 0,-2-2-3 0,-2 3-3 16,4-1 4-16,-3 6-9 0,-1-5 11 0,3 1-1 15,-4-1 1-15,3 7-3 0,-2-9 3 0,4 11-13 16,0 2 18-16,-4-11-1 0,2 5-7 16,5 8-2-16,-2 0 10 0,-2-2-13 0,2 3 8 15,2-1 2-15,-2-1-5 0,2 1-5 0,1 8 8 16,-1-8-3-16,0 8-3 0,-2-3 6 16,5-1-11-16,-2 1 6 0,0 3-1 0,0-2 1 15,0 1 5-15,2-3-13 0,-2 4 15 0,0 0 0 16,0-1 0-16,-2 1-20 0,-1 0 8 15,5 1 2-15,-5-1 5 0,3 5 5 0,-1-3 3 16,-2-1-8-16,-2 5-5 0,2-3 10 0,2 5-10 16,-2-3 3-16,-1-3-1 0,2 5 8 0,-1 0 3 15,0 1-15-15,2-2 2 0,-2 1-6 0,1 1 14 16,-1-3 10-16,2 0-20 0,1 3-1 16,-1-1-2-16,-2 1 10 0,3 1-8 0,0-1 14 15,-2 4-14-15,2-1 11 0,0-2-11 16,2 5 1-16,-2-3-3 0,0 3 7 0,0-3 3 15,3 5-7-15,-4-6 12 0,1 6-5 0,3-3-10 16,-3 0 0-16,1 2-3 0,-1-3 16 0,3 3-6 16,-3 0 6-16,3 1-8 0,0 0 5 0,0 0-2 15,-3-3-8-15,3 6 12 0,0-1-7 16,0 1-7-16,0-1 9 0,0 0-4 0,-3 2 7 16,3-1 0-16,0 6-13 0,0-10 6 0,0 3-4 15,0 2 6-15,0 5-7 0,0-9 4 0,0 9 6 16,-1-6 4-16,1 6 1 0,-3-7-10 15,3 7-14-15,0-6 26 0,0 6-10 0,0-7-5 16,0 7 0-16,0 0 0 0,-3-7-5 0,3 7-8 16,0 0 10-16,-3-3 6 0,3 3-1 15,-11 1 1-15,11-1-6 0,-10 6 0 0,3-3-2 16,0-2 2-16,-4 5 21 0,1-3-15 0,-4 2-1 16,1 2 3-16,0-3-3 0,-2 3 11 0,-1 0 5 15,-1 0-11-15,0-3-2 0,-4 5 3 0,0-1 0 16,-3-1-3-16,1 1-11 0,-1 0 1 15,-3 1 8-15,2-1 14 0,-2 2-9 0,-1-2-1 16,2-1 6-16,-1 3-13 0,2-2 15 16,-2-1-15-16,3 3 3 0,-1-3-1 0,-1 1 3 15,2 0 8-15,-3 1-13 0,2-1 2 0,4-1 0 16,-2 1-7-16,-1-2 10 0,7-2 3 16,-3 3-8-16,2 1 0 0,2-5 10 0,-2 4-5 15,1-2-3-15,3-2 1 0,1 4-1 0,-1-5-10 16,1 4 11-16,2-4 4 0,1 3 8 0,-3-3-4 15,2 1-4-15,4 1 6 0,-3-3-8 16,3 1-3-16,0-1 3 0,-3 4 0 0,4-3 3 16,-2-2-3-16,1 2 2 0,0 2 6 0,1-3-5 15,-1 2-6-15,-3-1 3 0,10-2 0 0,-10 5 0 16,3-5 3-16,7 0-9 0,-8 4 14 16,2-1-18-16,2-2-8 0,1 1-15 0,-3 3-29 15,2 0-30-15,1 0-41 0,-2-1-59 0,-1 2-148 16,3 2-472-16,-4-1 42 0,3 1 94 15,-2-6 77-15,-1 2 59 0</inkml:trace>
  <inkml:trace contextRef="#ctx0" brushRef="#br0" timeOffset="152948.59">21726 9561 916 0,'-4'-3'274'0,"4"3"-23"0,0 0-34 15,0 0-25-15,0 0-15 0,-16 7-16 16,16 0-15-16,-3 3 2 0,2 1-25 0,-2 4-13 15,-1 3-18-15,4-1 11 0,-3 6-24 16,3 2-2-16,-1 2-18 0,1-2-3 0,-3 0 1 16,3 0-6-16,0-2-10 0,0-3 0 0,0 1 5 15,0-2-13-15,-3-2-7 0,3-2-1 0,0-4 8 16,0 3 8-16,0-4-18 0,0-2 31 0,0 0 8 16,0 1 4-16,0-5-2 0,0-4-20 15,0 0-3-15,0 0-6 0,0 0 6 0,0 0-2 16,-4-22-8-16,1 4-8 0,0-1 0 0,0-4-3 15,-1-4 6-15,0-3-1 0,1-2-20 16,0-6 24-16,2 0-24 0,-2-13 18 0,0 3-16 16,3 12 1-16,-3-4-3 0,3 1-5 0,0 3 10 15,0 2-7-15,3 4 10 0,-3 2-8 16,3 3 0-16,0 2-2 0,-2 6-6 0,2-1 0 16,0 1-9-16,4 2 17 0,-3 4-21 0,2 3 14 15,1 2-19-15,-3-1 3 0,3 6 8 0,0-1 5 16,-7 2-8-16,13 8 13 0,-6-2-15 15,-3 0 18-15,2 6-11 0,-5-2-5 0,-1 1 10 16,0 3-4-16,-1 4 2 0,-5-3 10 0,1 2-3 16,-4 1 1-16,2 4 12 0,-3-4-10 15,-1 0-5-15,-2-1 6 0,2 1 1 0,-2-3 1 16,3 2 0-16,-1-3-14 0,1-3-1 0,3 3-55 16,-3-3-35-16,3-3-54 0,0-1-77 0,1 1-445 15,2-2-95-15,1-4 90 0,3-2 69 0,0 0 51 16</inkml:trace>
  <inkml:trace contextRef="#ctx0" brushRef="#br0" timeOffset="154132.01">21815 9518 591 0,'7'14'210'0,"-3"-2"-21"0,2 2-17 16,-2 0-9-16,-1-3-22 0,0-1-10 0,0 0-8 15,0 2-18-15,-2-1 0 0,3-4-8 16,-1 3-8-16,0-2-14 0,-2-1-1 0,2 1 23 16,-3-2 21-16,3-2-11 0,-3 2 9 0,0-6-6 15,0 6-8-15,0-6-2 0,0 0-13 16,0 0-13-16,0 0 3 0,-3-19-11 0,3 10-94 16,-3-1 15-16,3-7 13 0,0 2-17 0,0-2 4 15,3-1 8-15,-3 1-8 0,3 0 0 16,1-1 3-16,2-1 7 0,-2 4 1 0,0 0 7 15,2 1-8-15,4-1-7 0,-3 5 15 0,4-1-33 16,-4 1 23-16,5 3-13 0,-1 0 20 0,0 0-12 16,-1 5 10-16,4-4-5 0,-4 4 8 15,4-2-3-15,-4 2 5 0,0 0-3 0,4 1-17 16,-4 0 20-16,0-2-7 0,1 1 4 16,-1 2 3-16,0-1-12 0,1-5 9 0,2 5 6 15,-3-2-6-15,4-2-2 0,-4 1 3 0,1-2-3 16,2-1 10-16,0-3-7 0,-2 3-6 0,-1-1 11 15,0-2-6-15,-2 3 1 0,-2-1 15 16,1-2-21-16,-4 2 11 0,3 1-8 0,-1-1 13 16,-2 1 7-16,-3 3-20 0,3-2-5 0,-3 6 13 15,0 0-6-15,0 0 21 0,0 0-12 16,-14 13-9-16,8-4-4 0,-1 2 4 0,-3 6-12 16,-1 0 10-16,4 4-3 0,-2-1-4 0,1 1-6 15,2 0 18-15,5-3-2 0,-2 2 9 16,3-2-9-16,3-1-3 0,1-1-5 0,-1-1-5 15,5-2 10-15,2 1 2 0,0-5 19 0,4 1-19 16,-1-3 6-16,5-1-6 0,-2-4 9 0,5-2-14 16,3-1 16-16,3-5 0 0,4-2 0 15,4-4-16-15,8-7 6 0,-1 0-1 0,-4-2 1 16,-1-1 2-16,-6 0 5 0,-10 4 3 0,1-1-8 16,-7 2 0-16,-2-4-5 0,-2 3-8 15,-4 2 1-15,-1 3 7 0,-2 0 0 0,-4 2 0 16,0 1-16-16,0 3 16 0,-4 0 0 0,-2 2 5 15,-4 3-12-15,-1 2 2 0,-2 2 7 16,-2 5 1-16,-1 1-1 0,-2 2-2 0,1 5 0 16,0 0 5-16,-4 3-10 0,8 3 0 0,-4-2 8 15,7 0-3-15,0-1 0 0,-1 1 5 0,4-4-13 16,4 1 16-16,0-1-16 0,2-1 1 16,1-3-1-16,1-3 3 0,2 1 2 0,4-1 16 15,0-4-3-15,6-2 0 0,-3-2-7 0,5-5 0 16,1 2 7-16,2-6-5 0,-2-1-10 15,2-4-3-15,2-1 21 0,-3-3 0 0,1-4-13 16,-2 1 2-16,-2-3 1 0,-4-1-3 16,0-2-10-16,-2-3 2 0,1 1 0 0,-8 0-5 0,2 2 13 15,-3-4-10-15,0 3 3 0,0-3 1 16,-3 5-4-16,1 1 8 0,-3 1 9 0,2 5-9 16,0 2 7-16,2 1-13 0,-3 3 3 0,-2 3 2 15,2 6-20-15,1 1 11 0,3 3 12 16,0 0 10-16,-13 14-10 0,10-3 13 0,-2 6-24 15,2 0 17-15,0 5-14 0,3 0 10 0,0 3 9 16,3 3-11-16,-3-3 5 0,6 1-3 16,-1 6 11-16,1-7-8 0,1 4 3 0,0-5-8 15,4 2 3-15,0-3-9 0,0-2 14 0,1-2-10 16,-2-3-4-16,3 0 14 0,4-5-16 16,-4 2 8-16,2-4 11 0,-2-5-9 0,4 2-2 15,-3-5 8-15,0-1-6 0,-4 0 4 0,4-1-22 16,-1-2 9-16,-3-1 7 0,-2-2-3 0,2 2-5 15,-1-3 19-15,-5 3-14 0,4 0 13 16,-2-2-12-16,-2 2 2 0,-1 2-8 0,3-3-7 16,-6 5 4-16,4-2-7 0,-4 2 18 15,10-2-33-15,-10 2 31 0,0 0-9 0,0 0 11 16,10 10-15-16,-9-7-3 0,2 5 18 0,0-4 3 16,1 0-1-16,-1 3-7 0,1 0 3 0,-1-3 2 15,-2 2 0-15,2 0 0 0,-3-2-3 0,3 2 0 16,-3-3 9-16,3 3-19 0,-3-6-5 15,3 8-36-15,-3-5 0 0,0-3-12 0,1 7-24 16,-1-7-71-16,0 0-103 0,0 0-411 0,0 0 27 16,0 0 69-16,0 0 65 0</inkml:trace>
  <inkml:trace contextRef="#ctx0" brushRef="#br0" timeOffset="155383.09">23359 9283 634 0,'0'0'185'16,"-13"0"-22"-16,13 0-4 0,-13 0-10 0,13 0-4 16,-17 8-22-16,7-5-7 0,-1 4-17 15,-2 3-14-15,3 1 15 0,-1 0-24 0,-2 0-4 16,3 3 0-16,-1 0-13 0,4-3-16 0,0 5 8 15,-3-4-15-15,6 1 0 0,1-2-5 16,0-2-1-16,3 4-4 0,0-2-3 0,3-4 8 0,0 1-3 16,1 2-5-16,3-4-2 0,0-4 4 15,3 4-4-15,4-5-1 0,-4-1-2 0,7 0-3 16,-3 0-7-16,6-2-13 0,0-3-5 0,-2-2-8 16,3 3-13-16,2-5 11 0,-2-3-21 15,0 3-18-15,-2-2 8 0,-1-5 15 0,-2 2-10 16,2-2-8-16,-5 0 0 0,1-2 0 15,-4 0-7-15,0 0 5 0,1-3 27 0,-4 2-4 16,-1-6 23-16,2 4-21 0,-5-1 8 0,1-3 3 16,-4 3-1-16,0 2 37 0,0 2 7 0,0-3 10 15,0 3 13-15,0 4 3 0,-1 2 9 16,-2-2-9-16,3 3-10 0,-3 4-11 0,3 1 0 16,-4 2-8-16,4 4 8 0,0 0 11 0,0 0-11 15,-10 20 8-15,7-5-11 0,2 0 16 0,-2 3-18 16,0 3-7-16,3 0 7 0,0 4-13 15,3 0 13-15,0 1-20 0,-2 4-3 0,5-3-34 16,-3 3-24-16,1 0-83 0,3 2-77 16,-3-7-365-16,2 1-62 0,-2-2 120 0</inkml:trace>
  <inkml:trace contextRef="#ctx0" brushRef="#br0" timeOffset="156165.04">23456 9368 575 0,'0'0'205'0,"0"-10"0"0,0 10-18 0,4-8-16 15,-1 2-15-15,4 3-10 0,2-3-13 16,2 2-17-16,-1-2-9 0,8-1-12 0,-2 4-13 16,2-5-5-16,6 1-8 0,-1 0 0 0,1-3-10 15,4 3-11-15,2-3-9 0,1 0 20 0,-3-2-13 16,3 1-13-16,-1 2-5 0,-2-5 8 15,-4 4-5-15,-1 0-3 0,-2-2-8 0,0 2-17 16,-8 2 33-16,0-1-21 0,1 1 16 0,-4 1 5 16,-3-1-16-16,1 5-10 0,-2-4-2 15,-2 5 10-15,-4 2 5 0,0 0-5 0,0 0 5 16,0 0-21-16,0 0-4 0,-14 17 15 0,3-6-3 16,4 2 5-16,-2-1-7 0,1 4-13 15,2-1 10-15,-1 3 0 0,4-3 0 0,-1 2-2 16,1 1-8-16,3-3 2 0,3 2 6 0,0-2-3 15,1-2 12-15,3 2-24 0,3-1 9 0,0-3-10 16,0-3 16-16,5 1 10 0,1-1-11 16,2-7-9-16,1 4 7 0,2-5 7 0,0-2-14 15,3-2 1-15,3-3 6 0,5-3 6 16,1 2 4-16,-6-4-5 0,1-3-5 0,-1-1-10 16,1-1 35-16,-5 2-20 0,-6-2 0 0,1 2 1 15,-5 3-6-15,-2-2 5 0,-4 4 5 0,2-3-7 16,-5 4 7-16,-4 6-20 0,0-4 12 0,0 7-10 15,-10-2 14-15,10 2-9 0,-17 2-2 16,0 5 2-16,4 0 6 0,-2 2 10 0,-1 0-11 16,-2 2-9-16,5 0 7 0,-1-1 0 15,1 1 5-15,2-3-8 0,4 3 13 0,0-1-7 16,0-1-3-16,0-3-8 0,4 0-10 0,0 1 18 16,3-1-10-16,0-6 15 0,3 5-10 15,-3-5 8-15,14 0-9 0,-14 0 9 0,17-5-16 16,-6-1 13-16,2-1 3 0,1-3 15 0,3-4-16 15,0 2-4-15,0-2-3 0,-3-4 20 0,-1-1-18 16,5-4 16-16,-5-2-15 0,-3 0 4 0,1 0-7 16,-1 0 10-16,-4 0-10 0,-2-1-13 15,0 1 10-15,-1-1-7 0,0 1 10 0,-3 2 2 16,0 6 21-16,0-2 0 0,-3 3-13 16,3 3 3-16,-3 2 5 0,-1 4 0 0,3 1-18 15,1 6 17-15,0 0-12 0,0 0 5 0,-16 16 3 16,9-4 0-16,4 3-11 0,-1 1 21 15,3 6-10-15,0-4-11 0,-1 5 26 0,4 2-23 16,-1-1 8-16,4 2-5 0,1-1-6 0,1 0 6 16,0-1-19-16,4 2-17 0,-1-1-11 0,3 0-63 15,1-1-21-15,1-6-41 0,-2 0-113 0,0-1-424 16,4-2 89-16,-3 1 39 0,0-7 48 16</inkml:trace>
  <inkml:trace contextRef="#ctx0" brushRef="#br0" timeOffset="157765.1">25018 8869 622 0,'-1'-4'258'15,"0"-1"-48"-15,1 5-31 0,0 0 0 0,0 0-15 16,0 0-18-16,0 0-21 0,0 0-4 16,-8 23-11-16,8-9-21 0,-3 4-4 0,3 0-6 15,-1 5-17-15,-2 2-11 0,3-3 15 0,0 6-14 16,0-3-1-16,0 0-15 0,0-5 5 16,0 4-3-16,0-2-7 0,0-1 2 0,0-3-7 15,0 2-1-15,0-7-17 0,3 1 12 0,-3 2 19 16,0-5-21-16,0 1 0 0,0-3 5 15,0 0 0-15,1-2-8 0,-1-1 28 0,0-1-27 16,0 2 15-16,0-4-3 0,0-3-10 0,0 7 15 16,0-7-7-16,3 7 2 0,-3-7-18 0,3 3 8 15,-3-3-3-15,3 5-2 0,-3-5-18 16,7 3 15-16,-7-3 5 0,8 0-15 0,-8 0 18 16,13 0-7-16,-6 1-6 0,-7-1 8 0,20-1-3 15,-10 1 3-15,4 0-1 0,0-3-9 16,3-1 2-16,0 1 5 0,0-2-12 0,4 2 12 15,-4-4-5-15,3 0-5 0,3-1 15 0,-8 2-17 16,3-1-1-16,-2-1 11 0,1 0-8 16,-3-1 8-16,-4-3-3 0,1 2 10 0,-1 0-15 15,-1-1 13-15,-1-1-5 0,-3 2-8 0,-3 1 7 16,4-1-12-16,-6 3-5 0,0 1 0 0,0-2 2 16,-3 5-15-16,3 3 10 0,-10-6 11 15,10 6-3-15,-17 6 10 0,7-3-5 0,-2 3-13 16,0 0 15-16,2 0-7 0,-2 2 0 0,2-1-3 15,1 1 1-15,1-1 7 0,2 1-8 0,-1 0 8 16,3-4-5-16,-2 3 8 0,3 1-14 16,3-4 4-16,-1 0 9 0,0 2-20 0,1-6 29 15,2 5-22-15,1 1 9 0,-3-6 2 16,7 1 2-16,-1 2 1 0,-6-3-3 0,15 0-3 16,-9 0 6-16,-6 0-1 0,17-3-9 0,-7 3 9 15,-3-1-4-15,-7 1-6 0,16 0 5 0,-8 0 9 16,-1-2 1-16,3 1-2 0,-3-2-10 0,6 1 31 15,-2 0-24-15,0 0 6 0,2-3-3 16,0 1-18-16,-2 0 11 0,2 1 4 0,3-4-2 16,-4 0-10-16,5 0 8 0,-7 0-21 0,3 1 0 15,1-3 0-15,-3-1-18 0,-1 1-8 16,0-1 3-16,-3-1-3 0,0-3 16 0,0 3-5 16,-3-3 2-16,2-3 5 0,-3 2 11 0,1 1-14 15,-1-2 9-15,-3 0 14 0,3 1 1 16,-3 2 18-16,0 1-6 0,0-1 4 0,0 2-1 0,3 3 0 15,-3 1-3-15,-3 4-7 0,3 3-2 16,0 0 22-16,0 0-5 0,0 0-5 16,-6 18 18-16,6-3-15 0,0-3 2 0,0 3-10 15,0 3 5-15,0 2-5 0,0-1-2 0,0 0 9 16,3 2-14-16,-3-3 7 0,3 0-3 0,-3-1 16 16,4 1-16-16,-4-4 1 0,4 1 15 15,-4-4-8-15,0-1 8 0,3 3 15 0,-3-6-21 16,0-1 32-16,3 0-16 0,-2 0 10 15,-1-6-5-15,6 2-7 0,-6-2-1 0,0 0 3 16,15-8 0-16,-9 1-10 0,0 2 10 0,1-2-10 16,0-2-5-16,1 0-3 0,1 3 18 0,-2-1-23 15,0-1-10-15,0 4-1 0,0-1-4 0,0 4 12 16,2 1-4-16,-9 0-1 0,15 6 0 16,-9-4 6-16,1 8-6 0,0-3 3 0,-3 1 13 15,2 2-21-15,-3 3 15 0,-2-1 4 0,-1 2-6 16,-2 1 0-16,-3 0-11 0,-2 1 16 15,-3-1-17-15,0 3 19 0,-1-3-9 0,-2 2-6 16,-1-4 29-16,0-3-4 0,4-1 24 0,-4-2-15 16,4-2-11-16,3 1 83 0,1-2-6 15,-2-2-5-15,2-1-18 0,6-1-5 0,0 0-3 0,-10-7-9 16,10 7-9-16,0-10 3 0,3 3-18 16,3 0 3-16,1 0 0 0,4-4 2 0,-1 3-10 15,3-2-2-15,-2-1 2 0,5-3 5 16,2 0-8-16,-1 2 1 0,0-2-6 0,1-3 0 15,-2 3-4-15,2-1 1 0,1-1-6 0,-4 0 6 16,2-2 9-16,0 2-11 0,-4 0 0 16,-2 0-2-16,-1 0-11 0,-3 2 11 0,-1 3-13 15,2 2 2-15,-5 0-7 0,0 2 0 0,-2 0 7 16,-1 6-2-16,0 1-10 0,0 0 7 0,0 0-2 16,-18 7 10-16,11-2 0 0,-2 5-8 0,2-1-17 15,2 1 12-15,-1 0-5 0,-1 5 18 16,1-3-8-16,5 3 3 0,-2-1 10 0,3-3-5 15,0 3-5-15,0-3 0 0,3-1 5 0,-2 3 8 16,5-4-3-16,1-2-8 0,0 1 14 16,4-5-11-16,1 3 7 0,0-5 6 0,4 0-8 15,0-1 3-15,2-1 2 0,0-5-7 0,2 3-1 16,4-6 1-16,-3 1 10 0,3-5-1 16,-1-4 1-16,1-1-15 0,-3 0 14 0,-1-5-12 15,-3-1-18-15,-2-1 1 0,-2-1-1 16,0-3-8-16,-2-1 11 0,-4-2-13 0,-4 0 10 0,0 1-11 15,0 1 9-15,-6 3-3 0,3 0 18 16,0 2-5-16,-3 3 15 0,0 5 5 0,-1 0 5 16,4 2-15-16,-3 7 0 0,-1-2 3 0,1 8-1 15,-4 2 6-15,7 0 10 0,-7 9-10 16,3 0-3-16,3 3 8 0,-4 3 5 0,5 6-6 16,0 0-4-16,-3 4 7 0,6 1-7 0,-3 5-8 15,3-5 18-15,0 8-13 0,-2-1 10 16,5-1-7-16,1 0-8 0,0-2-13 0,0 1-17 15,0-6-39-15,-1 0-8 0,2 0-21 0,-2-2-35 16,-2-2-84-16,2-1-154 0,-2-3-382 0,2-4 11 16,-5 0 79-16,3-5 59 0,-1 2 61 15</inkml:trace>
  <inkml:trace contextRef="#ctx0" brushRef="#br0" timeOffset="157864.31">26352 9412 506 0,'0'0'200'0,"0"0"-41"15,0 0-129-15,0 0-4 0,0 0-131 0,0 6-412 16</inkml:trace>
  <inkml:trace contextRef="#ctx0" brushRef="#br0" timeOffset="159897.56">26625 9069 862 0,'0'0'279'0,"0"-3"-25"0,0 3-37 16,0 0 1-16,0 0-29 0,-19 6-15 0,8-2-13 16,0 3-4-16,0 3-22 0,-3 0-9 0,-2 5-6 15,0 0-13-15,-2 2-14 0,3-1-11 16,-1 1-8-16,-1 0-5 0,3-1-5 0,0 0-8 15,4-1 8-15,3-2-100 0,-3 1 11 16,6-5 4-16,1 5-7 0,3-4 0 0,3 1 5 16,1-3 10-16,7 3 5 0,0 2 1 0,2-3 2 15,3 4-1-15,1-5 6 0,0 5-2 16,-2-3-6-16,1 0 1 0,2 3 7 0,-5-4-6 16,-2-2 17-16,-1 3-11 0,0 1 20 0,0-3-2 15,-6 1 13-15,-1-2-6 0,-3 1 19 0,-3-1-13 16,-1 5-11-16,-7-3 13 0,-5 0-7 0,-1 5 2 15,-4-5-2-15,-3 7 4 0,-3-4-30 16,-1-1-5-16,-2 3-30 0,2-1-73 0,-2-1-48 16,-1 2-92-16,0 0-461 0,0-2-1 15,1 2 83-15,-2-5 54 0</inkml:trace>
  <inkml:trace contextRef="#ctx0" brushRef="#br0" timeOffset="161064.59">9669 17392 604 0,'-3'-5'179'0,"3"1"0"0,0 4-38 16,-4-6-36-16,4 6 15 0,0 0-13 15,0 0 6-15,0 0 2 0,0 0 0 0,0 0 85 16,7 25-5-16,-4-12-24 0,1 2-17 0,2 3-16 15,2 4-2-15,-2 1-85 0,-2 2-18 0,3 3 11 16,-1 0-11-16,2 0-5 0,-2 1 8 16,1 0-13-16,0 0 20 0,0-4-9 0,0 0-9 15,-1 0-2-15,-2 0-28 0,2-1-20 16,-2 1-19-16,3-3-40 0,-4-1-29 0,1-1-99 16,2-4-428-16,-5-2 2 0,2-3 44 0,-3-4 49 15</inkml:trace>
  <inkml:trace contextRef="#ctx0" brushRef="#br0" timeOffset="161314.71">9410 17570 796 0,'0'-7'258'0,"0"7"-20"15,3-11-28-15,3 2-18 0,4 1-10 16,1-4-29-16,3 0-7 0,6-1-31 0,0-5-5 16,5 0-10-16,2-1-2 0,10-6-11 15,-9 6-16-15,0 5-7 0,2 0-33 0,-3-1-36 16,-2 7-57-16,-2-2-43 0,1 3-63 0,-3 2-96 16,0 2-304-16,-2 1-47 0,-1 2 60 0,-4 0 51 15</inkml:trace>
  <inkml:trace contextRef="#ctx0" brushRef="#br0" timeOffset="161814.34">10121 17885 627 0,'-8'-5'250'0,"8"5"-14"15,0 0-34-15,0 0-18 0,0 0-7 0,0 0-28 16,14 15-11-16,-7-9-15 0,-1 1-6 15,1 2 1-15,1 4-21 0,2-1 6 0,-4 2-16 16,5 1-16-16,-4 0 6 0,0 0-8 0,-1 1-2 16,2-2-11-16,-2 3-5 0,-3-3 1 15,1 0 1-15,-4-3-7 0,3 1 11 0,0-1-6 16,-3-3-2-16,0 1 30 0,-3-3-20 0,3-1 5 16,0-5-18-16,-7 4 3 0,7-4 4 15,0 0-14-15,-20-7 14 0,13-1-6 0,0-1 6 16,-4-3-12-16,2-1-2 0,2 0-4 0,-4-5 9 15,1-1-1-15,3 0 1 0,1 1 0 16,3-1-19-16,0 0 8 0,1-1-4 0,2-1 9 16,0-4-28-16,5 3-64 0,-2-2 1 15,4 3 4-15,2-1 13 0,-2 2 5 0,7 1-22 16,-4 1-4-16,4 4-30 0,-4 3-48 0,1 1-29 16,6 2-56-16,-1 1-113 0,-1 6-407 0,5-2 70 15,-6 2 53-15,3 1 64 0</inkml:trace>
  <inkml:trace contextRef="#ctx0" brushRef="#br0" timeOffset="162247.07">10541 17754 849 0,'0'0'310'0,"3"9"-44"16,-3-2-20-16,0 0-28 0,0 4-16 0,3 0-23 15,1 3-8-15,-4 0-7 0,4 2-20 0,-1 1-24 16,0 0 3-16,-3 1-21 0,4-1-10 0,-1 0 0 16,0 0-17-16,1-2 1 0,-1 0-19 15,4-2 7-15,-3-1-13 0,-1-3 3 0,0 1-3 16,4-3-5-16,-4-1-13 0,5-2 11 16,-1-2-1-16,2-3-2 0,-9 1-13 0,21-3 13 15,-11-2-20-15,4-4 10 0,-4 0-16 0,0-2 0 16,1-2 1-16,-1-1-6 0,-3 1 8 0,0-2 2 15,3 0-7-15,-6 1 5 0,2 2-5 16,-2 0 18-16,2 2-3 0,-3 1 5 0,-2 1 3 16,3 2-16-16,-1 0 11 0,0 0-23 15,-3 1 12-15,1 0-17 0,-1 5-1 0,3-3 8 16,-3 3 11-16,0 0-6 0,0 0-2 0,0 0-10 16,6 16 7-16,-6-9-13 0,0 1 1 15,1 2 22-15,2 0-12 0,-3 2 5 0,3-2-13 16,0 3 13-16,1 2-13 0,0 0-13 0,2 0-44 15,-2 0-50-15,2-1-65 0,1-1-158 16,1 0-504-16,-2-3 81 0,1 0 67 0,-1-5 74 16,-5-3 67-16</inkml:trace>
  <inkml:trace contextRef="#ctx0" brushRef="#br0" timeOffset="162597.44">10974 18011 952 0,'1'-5'348'0,"2"-2"-61"0,1 1-21 16,-1-2-21-16,4-3-24 0,-4 1-29 0,4 1-13 16,-1-4-23-16,2 1-3 0,-4-1-27 0,2 0 4 15,-2-2-22-15,2 3-11 0,-6-1-2 0,0 1 5 16,3 1-6-16,-6 1-65 0,3 0-17 16,-3 2-4-16,0 1-3 0,2 3 8 0,-5 1-13 15,6 3 3-15,-10 0 4 0,10 0 1 16,-14 7 2-16,7 0-2 0,0 3 0 0,0 2-6 15,3-1 11-15,-2 3-5 0,3-1-8 0,2 1 7 16,1 0 3-16,4 2 3 0,-1-2 0 16,0 3-5-16,5-3 5 0,-1-2-13 0,0 1 5 15,3-1-5-15,3-1 7 0,-3-3 1 0,5 1 2 16,1-1 16-16,-1-1-29 0,4-1 24 16,-1 1-19-16,6-1-7 0,-4 0-18 0,4 0-38 15,0 0-19-15,1 0-48 0,1-2-122 0,4 2-488 16,1-3 11-16,0 1 57 0,0-4 78 15,0-1 58-15</inkml:trace>
  <inkml:trace contextRef="#ctx0" brushRef="#br0" timeOffset="164396.88">24119 11234 445 0,'0'0'192'0,"0"0"-26"15,-7-1-4-15,7 1-17 0,0 0-19 16,0 0-8-16,-10-1-16 0,10 1-5 0,0 0-12 16,0 0 27-16,0 0-45 0,0 0 10 0,0 0-18 15,-7 4 10-15,7-4-8 0,0 0-7 16,0 0 12-16,0 0-30 0,0 0 8 0,0 0-19 15,0 0 11-15,3 7-10 0,-3-7-13 0,0 0 15 16,0 0 13-16,11 5-8 0,-11-5 0 0,7 3-23 16,-1-3 93-16,-6 0-11 0,17 0-5 15,-7 0-10-15,2 0-6 0,1 4-9 0,0-4-8 16,5 1 2-16,-2-1-10 0,5 0-8 16,0 0 1-16,3 0 2 0,-4 1 0 0,4-2-18 15,3 1 5-15,-2-1-2 0,5-3-3 0,1 4-5 16,0 0 7-16,3-3-15 0,6-2 13 15,-2 2-15-15,4-4 5 0,1 0 15 0,9-1-10 16,3-1-10-16,-1 0-8 0,-2-2 5 0,2-2-74 16,-3 2 7-16,1-3 14 0,0 6-9 0,-9-2 14 15,-8 2 12-15,3 1 8 0,-4-3 0 16,-6 7 0-16,-2-2 10 0,1-2 0 0,-6 5-5 16,0-3 3-16,-5 2 5 0,-1 2-6 0,-2-1 6 15,-3-2 0-15,4 4-3 0,-7-3 34 0,3 2-19 16,0-2-7-16,-3 2 5 0,-7 1-10 15,10 0 7-15,-10 0 3 0,11 0-20 0,-11 0 7 16,0 0-13-16,10 4-15 0,-10-4-35 16,0 0-55-16,0 4-115 0,0-4-437 0,-10 7 51 15,3-4 40-15,0 1 50 0</inkml:trace>
  <inkml:trace contextRef="#ctx0" brushRef="#br0" timeOffset="164747.15">25305 10855 499 0,'7'-4'153'0,"-7"4"-25"15,7-1-2-15,-7 1-4 0,0 0-11 16,17 1-4-16,-10 5-15 0,3-4-12 0,-3 7 1 16,0-2 9-16,3 1-16 0,0 3-17 0,1 4 4 15,2 2 16-15,-3 4-18 0,4 0-8 16,-4 0-20-16,4 4 15 0,-4 2-5 0,0 0 7 16,-2-2-12-16,-5 0 3 0,1 0-1 0,-4 1 0 15,0 2-12-15,-4-2 15 0,-4 2-10 16,-2 2-1-16,0-3 1 0,-7 1-8 0,4 0-43 15,-1-2-34-15,0-1-90 0,-3-1-160 0,7-5-367 16,3-2 77-16,1-2 65 0</inkml:trace>
  <inkml:trace contextRef="#ctx0" brushRef="#br0" timeOffset="167963.06">26813 10407 596 0,'-18'0'184'15,"9"0"-23"-15,2 1-12 0,7-1-6 0,-17 3-12 16,7-1-8-16,-1 0-13 0,1 1 13 0,0-2-13 16,-1 5-18-16,1-5 5 0,-3 5-23 15,-1-2 8-15,3 3-2 0,-3-3-22 0,-2 0 14 16,0 4-13-16,-2 1 5 0,3-2-18 0,-4 1 13 16,-2 2-5-16,0 2-6 0,1-2-2 0,-4 1 6 15,3 3 6-15,-6-3-11 0,3 6 1 16,0-2-2-16,-3 3-5 0,0-1 10 0,4-2-15 15,-3 3 10-15,-1 0-15 0,4 1 10 0,0 0-10 16,0 0-3-16,1 2 3 0,0 0 2 16,1 1-64-16,1-1-12 0,0 2-1 0,2 1-7 15,2 1 23-15,0 0-11 0,-2 3 19 16,4 1 2-16,2-1 5 0,-4 3 0 16,6-4 8-16,0 5-13 0,-1 3 23 0,2-3-12 0,-1 0 9 15,2 1-4-15,3-1-11 0,-3 1 0 0,4-2 18 16,-2 1-2-16,2 1-1 0,0-1-2 15,1 3 13-15,0-2-8 0,3-4-7 0,-1 5 9 16,-2 0-9-16,3-6-1 0,0 4 8 0,3 3-5 16,-2 2 0-16,2-1 8 0,0-1-8 0,1 0 5 15,3 2 11-15,0-2-9 0,1 0 4 16,0-2-1-16,3 12-10 0,3-8 7 0,-1-6 9 16,-2-2 12-16,2 3-20 0,7 4-8 0,1 1 7 15,-4-4-7-15,4 2-7 0,0-4 14 16,2 5-2-16,1-3 3 0,0 2 0 0,-3-5 7 15,6 3-23-15,-3 0 8 0,3-3 3 0,0 1 2 16,-4-2 8-16,3 0-5 0,1-4-1 16,-7 0-17-16,1-4 13 0,3 0-6 0,-4-2 6 15,4 2 2-15,-3-3 5 0,3 5-15 0,1-6 7 16,-2-1 1-16,1 1 12 0,0-4 3 0,-4 0-20 16,1-2-1-16,3 0 18 0,0-2 1 15,-1 0-1-15,4-5 1 0,1 3-22 0,2 0 24 16,1-3-7-16,0 2 7 0,0-6-21 15,3 4 8-15,5-1-2 0,-2-2 7 0,0-1-5 16,4-1 10-16,1 0-7 0,2-4 33 0,-1 4-28 0,2-2-8 16,-4-1 5-16,4-1-12 0,9-2 12 15,-6-1 0-15,-7 0-10 0,11-1 8 16,1-4-6-16,-11 3 1 0,-5 2 2 0,-2-2-5 16,13-5 15-16,-10 3-22 0,-5-1 14 0,9-4 9 15,-5 2-24-15,-6 3 21 0,0-4-3 0,10-6-7 16,-7 4-3-16,7 0 2 0,-8-1 1 15,3-5 7-15,1 2-7 0,0-2 4 0,-6 6 1 16,-4 0-3-16,8-7 23 0,-1 0-18 0,4 0 1 16,-11 1-6-16,0 6 0 0,0 0 5 0,7-11-7 15,-2 4-1-15,2-1-2 0,-1-3 3 16,-5-1 12-16,3-2-17 0,-1 3 14 0,-2-4-9 16,0-3 10-16,-1 1-11 0,-6 0-2 0,3-1 13 15,-7 6-15-15,-3 1 19 0,-1-1-4 16,5-10-2-16,-8 5-1 0,2 3-8 0,-1 3 21 15,-4-1-12-15,0-3 1 0,0 2 1 0,3 0-5 16,-3-1-11-16,-1 0 6 0,-2-1 5 16,2-2 7-16,-1 1-7 0,-2-4 4 0,1 5 4 15,-1-4-11-15,0-1-10 0,-3 3 7 0,0 0 11 16,0-4-10-16,0 6-8 0,-3 0 5 16,0-2 0-16,-1 3 10 0,1 0-18 0,-5 3 8 0,2-2 15 15,-4 4 1-15,3-4-14 0,-4 6-2 16,-2-1-2-16,2 0-11 0,-2-1 23 0,0 2-7 15,0-3-6-15,-5 3 6 0,2-1 15 0,-3 1-3 16,2 0-17-16,-7-10 7 0,3 8-3 16,3 2 6-16,-4 1 0 0,1 0-8 0,1 0 2 15,-1 3-7-15,0 1 8 0,1-4 4 16,-4 6-17-16,0-1 20 0,0 2-15 0,0-1 15 0,-3-3-12 16,3 6 2-16,-3-2 0 0,-1 5-5 15,1-2 10-15,7 2-8 0,-4 0 13 0,0 1-2 16,1 2-10-16,-2 0 71 0,1 0-10 0,0 2 2 15,0-1-15-15,0 1 0 0,0 4 3 16,-3-2-6-16,3 1-9 0,0 0 1 0,4 4-9 16,-4-3-11-16,0 3 11 0,3-2-11 0,-2 4-2 15,0-2-3-15,0 1 6 0,1 1-6 16,0-2 8-16,0 0 7 0,0 4-7 0,1-1-10 16,-3-2-8-16,-3 4 8 0,3-2 5 0,-3 3-13 15,2-3 12-15,-1 3-1 0,0-4-14 16,-3 5 8-16,1 0-10 0,1-4 18 0,-1 4-21 15,1-6 0-15,0 6 16 0,3-4-5 0,-3 4 12 16,3-3-17-16,3-1-1 0,1-2 6 0,1 5-1 16,-3-4-2-16,5 2 5 0,-4 1-2 15,5-5-3-15,-5 6 0 0,3-4-3 0,1 3 6 16,-3-3 4-16,2 5-12 0,0-4-7 0,-1 5 19 16,2-2-12-16,-3 0 3 0,3 0 12 15,0 3-8-15,2-1 1 0,-1 0-8 0,-2 4-3 16,-2-2 16-16,3 0-3 0,0 0-5 0,3 1 0 15,-3 0 8-15,0-1-11 0,4-2-5 0,-5 2 11 16,5-2-1-16,-2 4 4 0,2-3-6 16,-4 0 2-16,4-2-2 0,-2 2 3 0,-1-2-1 15,2 2-9-15,0 0 1 0,-3 0 14 0,-3 0-8 16,2 2-2-16,-2 3-11 0,0-3-28 0,-1 3-21 16,0 2-27-16,4-4-32 0,-3 3-37 15,3 0-42-15,0 0-51 0,0-3-156 0,3 3-404 16,1 1 81-16,-1-4 85 0,0 3 44 0,0-5 63 15</inkml:trace>
  <inkml:trace contextRef="#ctx0" brushRef="#br0" timeOffset="169930.07">26348 11151 406 0,'-7'-4'162'0,"7"4"-21"0,0 0-1 0,0 0-17 15,-17 4-3-15,10 3-15 0,-3 0 0 0,3 1-12 16,-3 2-19-16,2 5 0 0,-2 2 8 0,-1 0-3 16,0 2-12-16,0-1-11 0,4 4-5 0,0-4-5 15,0 3 0-15,5-4-2 0,-3 2-1 16,5-2-4-16,0 0-8 0,0 1 4 0,5-3-17 16,-3 2 80-16,8-3-11 0,-3-2-3 15,0-2-5-15,3 2-2 0,1-2-13 0,-2-3-5 16,1-1 8-16,3-2-8 0,-3-3 2 15,-2 3-23-15,3-3-4 0,-4-2 12 0,-7 1 0 0,20-4-13 16,-13 1 8-16,0 2-8 0,-1-3 21 16,-2 4-8-16,3-3 8 0,-7 3-5 0,7-4-16 15,-7 4 0-15,0 0-5 0,0 0 6 0,6 10-11 16,-6-5-3-16,0 2 3 0,0 3-2 16,0-2-14-16,1 5 11 0,2-1-5 0,0 1-5 15,1-1-3-15,3 3 0 0,0-1 3 0,2-1-1 16,2 0-12-16,-1-1 13 0,1-4 5 15,3 5 7-15,-1-6-12 0,4-2-3 0,-4 2 5 16,-2-6-10-16,3 1 5 0,-1-4 5 0,1 1 11 16,-1-2-85-16,-1-2 0 0,1-2 23 0,-3-3-13 15,1-1 16-15,-1-3 7 0,-1 2-18 16,-5-3 42-16,0 0-9 0,1-3-1 0,-5 0 6 16,-2-1-17-16,-5 1 20 0,5 1-9 15,-6 2 9-15,-2 2 10 0,-1-1-12 0,-2 6 13 16,0 0-14-16,-5 5 9 0,2-3-13 0,-2 5 4 15,3 1 6-15,-1 0 3 0,2 0-9 16,0 0 1-16,3 1 10 0,-1 4-2 0,2-3-6 0,0 0 11 16,5 1-14-16,-1-1 19 0,6-2-8 15,-7 3 3-15,7-3-6 0,0 0-10 0,0 0 21 16,0 0 0-16,24-5-3 0,-11 2 2 16,2-4-9-16,-2 2-3 0,5-1 5 0,-2-1 0 15,2 0-8-15,1 2 8 0,-1 0-3 0,0 1-2 16,1 0 5-16,-4 4 3 0,4 0-8 15,-1 4-16-15,-1 0 21 0,0 3-2 0,-1 1-11 16,-1 1 8-16,4-1-3 0,-7 5 13 0,1-3 8 16,-2 2-23-16,-1 0 2 0,0-1 8 15,0-1 3-15,-3 4-1 0,-1-3 11 0,-2-3-8 16,1 4-13-16,-2-3 14 0,0 0-19 0,0-2 18 16,-3-2 3-16,0 2 4 0,3-4-22 0,-3-3 10 15,0 0 21-15,-3 7-27 0,3-7 22 16,0 0-14-16,0 0 4 0,0 0-6 0,-6-18 5 15,9 11-8-15,-3-5-2 0,0-1 2 0,3 0 14 16,0-2-11-16,1 0 7 0,-1-1-9 16,1 5 2-16,2-1 5 0,1 2-13 0,0 2 26 15,0 1-13-15,0 4-23 0,4-4 18 0,-2 7 0 16,1 0-5-16,1 4 3 0,-4-1-6 16,6 4 11-16,-2 1-11 0,-1 2 8 0,0 0-3 15,-2 2 8-15,1-1-10 0,-2-1-2 0,0 5 9 16,-1-5-12-16,-2 3 18 0,0-4-14 0,-4 1 12 15,3-2-6-15,-3 1-3 0,0-3 13 16,0-1-12-16,0 2 15 0,-3-4-11 0,3-3 3 16,0 0-2-16,-8 2 2 0,8-2 10 0,0 0-22 15,-7-15 17-15,1 7-10 0,6-2 10 0,-3-4-15 16,1-3 5-16,2 1 10 0,0-2-23 16,0-6 8-16,0 3 5 0,2-3 8 0,1 1-11 15,3 1 8-15,-2 4-7 0,3 1 10 16,-3 2 2-16,3 4-18 0,-1 1 13 0,1 1-7 0,0 4 4 15,0 1-7-15,0 1-10 0,-7 3 2 16,14 7 5-16,-5 0 6 0,-2 3-1 0,0-2 8 16,1 7-12-16,1-1-1 0,-2-1 13 15,0 2-7-15,4 3 7 0,-1-1-8 0,3-2 3 16,1 3 21-16,-1-3-24 0,4 0-5 0,-3-3 16 16,4 3-21-16,1-5 8 0,-1-2 15 15,1-1-33-15,-4 0-2 0,3-4-6 0,-5 1 10 16,4-4-22-16,-3 0 17 0,0-4-2 0,-4 1-10 15,3-4-8-15,-2 0 20 0,-1-1 6 0,0-4 4 16,0-1 1-16,-6-4-8 0,3-1 18 0,-4 1-11 16,0-2-1-16,0-2 6 0,-1 3 1 15,-2 0 7-15,0 3 1 0,0-1 7 0,0 5-15 16,0 2 12-16,-2 2 6 0,-1 1-5 0,3 6-6 16,0 0 13-16,0 0-5 0,-10 17 8 15,10-4-5-15,-3-1 7 0,0 6-2 0,3 4 5 16,-1 1-15-16,-2 4 12 0,3-2 3 0,0 7-5 15,-4-4-8-15,8 9 0 0,-4-2 2 16,0-2 14-16,3-5-18 0,-2 7 2 0,2-5-5 16,0-4 5-16,1-1-8 0,-1-1 6 0,-3-4 7 15,3-1-7-15,0-3 2 0,-1-4 5 0,-1-4-18 16,-1 1 1-16,0-8-16 0,0-1 10 16,0 0 0-16,0 0-2 0,0 0 4 0,-12-25-12 15,8 8 8-15,-3-3 10 0,-3-11-5 0,3-1-11 16,2 2 8-16,-3-2 13 0,4-6 0 15,0 5 3-15,1-2 5 0,3 7 9 0,0-1-14 16,3 1 7-16,5-2 11 0,0 1-19 0,2-1 16 16,-1 4-8-16,4 8-4 0,1-4-1 15,3 2 2-15,-2 5-2 0,1 0-2 0,1 3 12 16,-3 3-22-16,3 2 17 0,-3 0 0 0,-1 5-7 16,1 1 2-16,-4 1-3 0,1 2-2 0,-1 2 0 15,-2 3 8-15,-3 1 7 0,-2 2 1 16,0 2-3-16,-9-1 10 0,3 6 2 0,-4 0-12 15,-3-2 2-15,-4 3-2 0,0 6 3 0,-3-3-6 16,1-2 13-16,1-1-8 0,-1-3-5 16,2 1 8-16,2-4 8 0,-1 3-21 0,3-5-5 15,0 0-25-15,0 1-24 0,3-3-48 0,1-2-24 16,5 1-53-16,1-4-61 0,0-1-226 16,0-2-215-16,10 0 72 0,-10 0 56 0</inkml:trace>
  <inkml:trace contextRef="#ctx0" brushRef="#br0" timeOffset="170317.84">27873 11193 813 0,'-4'-4'228'0,"-2"-1"-25"0,-2 4-19 0,8 1-18 16,-15 6-15-16,4-2-10 0,-1 4 2 0,-1 6-22 15,-4-3-9-15,4 6-7 0,1-1-15 0,-1 1-6 16,3 1-20-16,0-3 10 0,3 2-12 15,4 0-8-15,-1-3-6 0,1-2 4 0,6 2-6 16,-1-3-18-16,0 3 5 0,1-4 3 0,4-3-18 16,0 1-8-16,3-2 10 0,0-2-4 15,-3-4-8-15,4 4 2 0,-1-5-3 0,2-2 9 16,-2 3-19-16,-5-7 16 0,5 2-8 0,-2-4 8 16,-2-2-13-16,1-2-3 0,-4-2 6 0,3 0 12 15,-5-3-10-15,2 0-30 0,1 2 27 16,-4 0 9-16,0-1 14 0,3 6-7 0,-6-2-8 15,6 5-7-15,-3 0 10 0,0 4-3 16,0 4-2-16,-3-6 12 0,3 6-7 0,0 0 2 16,-7 15 6-16,6-6-31 0,-2 2 10 0,0 1 5 15,3 1 2-15,-3 1 1 0,3 1-13 16,0-3 5-16,0 5-3 0,0 0-17 0,0-3 10 16,3 2-72-16,-3 1-39 0,5-2-55 0,-3-2-98 15,1-5-397-15,1 5 29 0,0-5 53 16,-1-4 49-16</inkml:trace>
  <inkml:trace contextRef="#ctx0" brushRef="#br0" timeOffset="170730.28">27958 11158 803 0,'0'0'289'0,"20"10"-38"0,-6-3-15 15,0 1-34-15,-1 3-5 0,1 3-13 16,3 4-27-16,-3-1-6 0,0-1-13 0,-4 5-13 15,3-4-25-15,-5 2-5 0,0-3-13 0,-3 0 5 16,-2 1-16-16,-3-6-4 0,0 6-13 16,-3-5 10-16,0-1-3 0,-1-1-12 0,-2-2-8 15,2 1 10-15,-3-5-13 0,3-1-2 16,-5-2-8-16,9-1 13 0,-11-5-2 0,1-1-19 16,8-3-2-16,-3-4-3 0,2 0-2 0,0-6-5 15,6 1 10-15,0-7-8 0,4 0-2 16,3-3-13-16,0 2-1 0,4-2 14 0,0 3-5 15,3 5-6-15,0 1-7 0,-2 4 18 0,1 1-16 16,-3 3-7-16,3 4 12 0,-4 0 0 0,2 5 26 16,-1 2-10-16,1 2-10 0,-1 6 5 15,-1-1 9-15,-1 4-4 0,-3 3 5 0,2 4-10 16,-2 3 20-16,1-2-28 0,-5-2 20 16,1 1-22-16,-3 0 20 0,1 3-18 0,4-4 0 15,-6 2 0-15,2-2 13 0,0-2-21 0,-3-1-7 16,3-3-26-16,-1 0-36 0,-1 3-49 0,0-6-60 15,-1-1-608-15,3-4 54 0,-3 2 82 16,0-5 47-16,0 0 65 0</inkml:trace>
  <inkml:trace contextRef="#ctx0" brushRef="#br0" timeOffset="171612.74">28419 11093 248 0,'1'5'118'0,"2"2"2"0,0-3-5 0,0 5 16 16,-2-1-11-16,2 2-25 0,0 1 25 0,1 0-2 16,0-1-6-16,4 5-20 0,-6-1 24 15,6-2-24-15,-3 5 5 0,3-2-7 0,1 0-6 16,-5-2-5-16,5 2-15 0,-1 2-2 0,-1 0-1 15,0-3 14-15,-4 1-35 0,4-1 12 16,-4 1-14-16,1 0 13 0,-4-1-7 0,0-1-8 16,-4-1 2-16,1-1 6 0,-4-1-11 0,3 3-13 15,-5-5 85-15,5 0-15 0,-5-2-1 0,1 1 1 16,1-7-21-16,0 4 3 0,0-3-3 16,7-1 3-16,-10 0-16 0,10 0-10 0,0 0 0 15,-4-9 5-15,5 3-18 0,5-1-4 16,1-1-4-16,1-2 14 0,5-1-14 0,0-3-7 15,4-1 5-15,1-2 10 0,-1-1-15 16,4 0-23-16,1-3 15 0,-4 3 1 0,0 3 4 0,-2 2 8 16,-5 1-5-16,-1 2-10 0,0 2 2 15,-3-1-5-15,2 6-5 0,-7-2 5 0,-2 5-2 16,0 0-6-16,0 0 11 0,0 0-13 0,-1 17 20 16,-2-9-15-16,-4 5 21 0,6-4-21 15,-2 1 10-15,-3 4-18 0,5-3 16 0,0 0 0 16,-1 2 4-16,2-2-7 0,0 1-5 0,0-2 3 15,3 0-3-15,-2-2 8 0,5 2-1 16,-2-5 11-16,5 2-13 0,-1-4-5 0,-4 0 8 16,5 0 2-16,-1-3 1 0,-8 0 1 15,15-5-4-15,-13 4 5 0,4-6 2 0,-1 0-7 16,-2-1-6-16,0-2 9 0,-3 2 12 0,0-4-11 16,0-1-4-16,-3 1-10 0,0-1 7 0,-2-4 5 15,-1 6 10-15,5-3-9 0,-5 6-6 0,6-5 13 16,-3 1-85-16,2 3 6 0,1 1 4 15,-1 0 4-15,2 1 9 0,0 2 1 0,2 0 9 16,2-2-9-16,-3 6 12 0,-2 1 3 0,14 0 2 16,-14 0-9-16,10 5 19 0,-1-2-4 15,-5 5-1-15,7 1 1 0,-5-1 4 0,-2 5-2 16,4-4-2-16,-6 1 5 0,2 1-3 0,1 2 15 16,-4-2 13-16,0 1-15 0,-1-3 0 15,0-1-10-15,0 1 25 0,0-4-5 0,-1 2 8 16,0 0-5-16,-1-2-3 0,2-5 10 0,-7 3-12 15,7-3 7-15,0 0 13 0,0 0-15 16,-7-15-3-16,4 4 5 0,3-3 0 0,3-3-2 16,0-1-8-16,0 0 5 0,2-4 8 0,2 2-16 15,-1 3 19-15,1 2-14 0,-1 0 11 16,2 3-8-16,-1-1 13 0,3 6-13 0,1 4 8 16,-1 2-3-16,2 1-10 0,0 3 8 15,1 5 10-15,4 0-8 0,-3 9 5 0,3 0-4 0,-2 5-1 16,1 3-28-16,-6 3-8 0,-3-2-27 15,-4 3-40-15,0-1-78 0,-6 7-85 0,-10 13-515 16,0 1 73-16,-8-6 73 0,-7-1 62 0</inkml:trace>
  <inkml:trace contextRef="#ctx0" brushRef="#br0" timeOffset="177229.19">13826 16262 273 0,'10'3'139'0,"-2"-2"-22"15,2 0-12-15,3 3-23 0,1 1 13 0,-1 0-3 16,2 0-28-16,4 0 18 0,-1 0-5 16,1 1 0-16,2 2-3 0,3-1-5 0,1-1-8 15,2 2 3-15,-3-2-2 0,6-1 2 16,1 1-13-16,7 1-20 0,-4-2 15 0,1 1-5 0,5-1 12 16,-2-2-12-16,3 3-10 0,3-3-3 15,1 0 6-15,12 2-19 0,2 0 3 16,-8 0 10-16,8-1 3 0,2-1-19 0,-3 1 27 15,-7-1-11-15,-6-1-5 0,2-2-5 0,-2 0 18 16,2 0-21-16,-2-1 29 0,17 0-44 16,-10-2 48-16,12 1-20 0,1-2 8 0,0 4-20 15,0-2 20-15,0-1-11 0,3 1-2 0,4 4-7 16,0-2 7-16,-1 0 0 0,2 1-13 0,1 1 10 16,-5-1-12-16,6 0 7 0,-3 1-7 15,0 0 0-15,6 0-11 0,-3-1 6 0,1 2 12 16,2-2-2-16,1 3 0 0,-4-2-1 15,1-1 1-15,-2 4-10 0,2-3 4 0,-4 2-4 16,4-1-6-16,-2 1 1 0,-2 0 4 0,3-1 14 16,0 3-19-16,1-5 8 0,-4 4-2 0,2-3 12 15,2 1-20-15,-5-2 18 0,-2-1-8 16,0-1 3-16,-1-2-13 0,0 1 10 0,0-3-5 16,4 1 2-16,-3 0-4 0,-1 1 2 0,0-1 2 15,-6 1-17-15,2 2 25 0,-9 0-5 16,-10 0 0-16,-1-1-7 0,4 2-1 0,-3 0 16 15,-1 2-21-15,1-2 11 0,-1 0-6 16,1-2-2-16,-1 0 16 0,4 1-17 0,10-5 14 16,4 2-13-16,-4-3 10 0,3 0-5 0,-4 2 10 15,-1-1-2-15,2 1-5 0,-7 2-1 0,-7-1-4 16,1 2 7-16,-1 0-10 0,2-1-6 16,1 1 19-16,1 1-10 0,-1-1-11 0,-2 1 15 15,17-2-4-15,-8 3 7 0,-6-2 5 0,13-1-12 16,-9 2-1-16,-5 0-7 0,-1-1 7 15,-2 0 3-15,17 0 3 0,0-3 4 0,-9 4 1 16,-8-2-3-16,4 0-7 0,-3 3 9 0,16-2-14 16,-6 0 9-16,-8 1-7 0,1 1 8 0,-3-1 2 15,3 1-3-15,3-1-7 0,-6 1 5 16,3-4 13-16,-1 4-13 0,1-1 3 0,-3 0-3 16,16-4 5-16,-10 4 10 0,-7-1-10 15,-2-2 0-15,2 4-5 0,1-2 69 0,-1 0-2 16,0-1-6-16,1-1 1 0,2 3-14 15,12-3-1-15,2 1-4 0,-9 0-7 0,10 0 0 0,-1 1-8 16,-3-1 5-16,-6 1-2 0,-8-2 2 16,0 3-12-16,17-3-3 0,-9 1 2 0,-7 0 0 15,16-4 6-15,-3 2 2 0,3 1 6 0,-2-2-1 16,-1 0-13-16,-7 4-12 0,8-2 7 16,2-1-2-16,-10 3 5 0,-3-1-8 0,10-2 6 15,-10 1-4-15,10-1-1 0,-7 1 4 0,-7 1-7 16,-2-3 2-16,16-1-54 0,-4 2-14 15,4-2-9-15,-9 3 29 0,6-5 9 0,-5 3-1 16,-8 1 2-16,-1 0 15 0,3 2-5 0,11-4 28 16,3 1-18-16,-10 1 1 0,-7 1-1 15,0-1-2-15,4 1 33 0,-1 0-26 0,1 2 1 16,13-4-1-16,-8 2 6 0,-5 1-6 0,-1-3-12 16,0 5 10-16,4-3 5 0,8 0 2 15,-6 1 11-15,-5-1-16 0,15-1 6 0,-3 0-13 16,-10 0 17-16,1 0-7 0,-4 4 3 0,11-6-13 15,-3 1 28-15,-11 4-11 0,5-2-9 16,-2-1-3-16,1 3 18 0,11-4-13 0,-5 0 0 16,-10 5-3-16,4-3 11 0,-1 0 7 0,1 1 3 15,12-4-13-15,-8 1 13 0,-5 5-5 0,1-3-16 16,-1 2 11-16,0-2 7 0,0-1-10 0,1 2 8 16,-1-3-3-16,1 4-2 0,-4-3 0 15,19 0-3-15,-11 1-5 0,-4 1 10 0,-1-3-5 16,1 4 5-16,-4-1 6 0,4-1-3 0,-1 2-8 15,0-3 5-15,1 3-2 0,-1 1-1 16,0-2 6-16,-1 0 0 0,-4 1-18 0,3 0 7 16,-2 0 3-16,-2 1 8 0,-4-3 3 0,1 3-4 15,-1-3 1-15,0 2-8 0,0 1 0 16,0-2 3-16,0 0-5 0,-3-1-3 0,3 3 2 16,0-1 3-16,5-2 1 0,-5 2-6 0,-3-1 7 15,3 0 3-15,-4 3 6 0,1-3-16 0,0 0 10 16,-4 2-2-16,1-2-13 0,1-2 25 15,-5 3-15-15,-2 1-2 0,0-3-6 0,-4 1 3 16,0 0 8-16,1 0 0 0,-4-2-3 0,4 1-8 16,-4 0 6-16,-2-2 9 0,4-1-12 15,-6 2 6-15,3-2 6 0,-4-2-1 0,4 0 1 16,-7-3-6-16,3 3 17 0,3-5-6 0,-4 3 1 16,-4-3-12-16,2 0 1 0,4 0 3 15,-5-3-7-15,1 2 10 0,2-2-3 0,-1 1-5 16,-4-4 5-16,6 2 3 0,-4-3-13 0,1 1-2 15,2-1 7-15,-4-1 2 0,2-1 6 0,-1 1 0 16,2-3-3-16,0 0-2 0,-3 0 5 0,2 0-3 16,-1-1-10-16,5-3 5 0,-4 1-2 15,3-4-11-15,0 2 5 0,-3 0 9 0,3-3-4 16,1 4-7-16,-1-3-3 0,-3 1 16 16,2-1 0-16,-1 4-11 0,-1-4-2 0,2-1 10 15,-5 1 59-15,4 3-2 0,-2-4-6 0,1 1-8 16,0 0-1-16,-1 0-14 0,0 1 5 15,-1-2-4-15,2 2-11 0,-1-2 15 0,1 1-7 16,0-1-8-16,0-2 0 0,-1 2-5 0,-2-1 0 16,2 0-1-16,-1 1-9 0,-2-1-3 0,1 1 6 15,-1 0 6-15,0-1 1 0,0 0-15 0,-2 0 5 16,-1 5-78-16,0-6 12 0,3 3 12 16,-3-1 2-16,3 1-2 0,-3 2 2 0,0 0 21 15,0 1-10-15,3 0 2 0,-3 1 16 0,3-1-5 16,-2 1 7-16,-1 1 0 0,1-3-8 15,-1 5 6-15,0-2 0 0,3 0-1 0,-3-1 9 16,0 2-4-16,0 1 4 0,3 4-6 0,-6 0 3 16,6-4 17-16,-3 6-12 0,0-2 5 0,2 1-2 15,-1-2-6-15,-1 4 8 0,1-5-2 16,-1 6-6-16,0-3 3 0,0 1-3 0,0-2 6 16,0 6 7-16,0-3-8 0,0 1 3 0,0 1-13 15,0-1 8-15,0 2-5 0,-1 2 12 0,1-1-2 16,0-1-2-16,-1 3-1 0,-1-1 3 15,2-1 0-15,-3 0 8 0,3 0-11 0,0 3 11 16,-3-3-8-16,3 3-8 0,-2-3 1 0,-1 2 9 16,0-2 6-16,0 3-11 0,0-2 11 0,-1 2-18 15,1 0 5-15,0 0 0 0,2 0 10 16,-2 1-10-16,0 1 12 0,-2-3-7 0,2 5 0 16,0 1 11-16,0 1-14 0,3-3 0 0,-2 5 6 15,0-4-3-15,-1 0 0 0,3 7-3 16,-3-7-2-16,3 7 10 0,0-4-2 0,0 4-16 0,-4-4 13 15,4 4-7-15,0 0 12 0,0 0 10 16,-17 7-20-16,13 1-3 0,-5 1 3 0,1-1 0 16,-2 5 13-16,0-1-6 0,3 3-2 0,-4 2-2 15,-1-1 7-15,1 1-8 0,1 1 8 16,0-1-10-16,-1 1-2 0,1 2 1 0,0-4-4 16,-1-2 18-16,1 1-3 0,3 2-10 0,-2-4 5 15,1-1 5-15,-2 1 0 0,5-1 0 16,-3-4-15-16,0 3 20 0,2-1-7 0,-1-1-6 15,2-3 6-15,0 0-8 0,0 2 5 0,-1-2-3 16,3-2 8-16,0 1 5 0,3-5 3 16,-4 3-8-16,1 2-10 0,3-5 16 0,0 0-11 15,0 0 12-15,0 0-9 0,0 0-6 0,7-17-2 16,-1 9 13-16,1-4-6 0,0 1-4 16,3 0-3-16,-3-3 7 0,7-1 1 0,1-3 2 15,-2 1-8-15,3 2 11 0,5-3-3 0,-4 1-7 16,0 2 4-16,0 1-7 0,5 0-3 0,-6-1 1 15,1 3 7-15,3-1 2 0,-3 2-4 0,3-2-3 16,-5 5-6-16,-2-2 17 0,3 3-17 16,-4 3 16-16,1 0-10 0,1 0-5 0,-4 0 7 15,0 4-2-15,4 3 0 0,-4-1 5 0,4 5-2 16,-4 0-3-16,0 4 2 0,1-1 0 0,-1 7 6 16,0-1-3-16,-2 2 0 0,2 3-10 15,1-1 15-15,-2-2-10 0,-2 3 2 0,0-2-4 16,3-1 9-16,-3-3-4 0,0 2-6 0,2-2 18 15,-2-1-7-15,1-1-3 0,-1-4 2 16,-1 4 1-16,-1-4-3 0,0-1 13 0,1-1-6 16,-4-2 3-16,1 2-12 0,3-1 7 0,-5-4 18 15,2 4-18-15,0-3 0 0,1-1-7 0,-4-2 9 16,3 6-4-16,-3-6 0 0,0 0-11 16,0 0 18-16,0 0-15 0,0 0-5 0,0 0-18 15,0 0-54-15,0 0-23 0,0 0-59 0,0 0-56 16,0 0-113-16,-3 4-458 0,3-4 69 0,0 0 77 15,0 0 72-15,-7 4 81 0</inkml:trace>
  <inkml:trace contextRef="#ctx0" brushRef="#br0" timeOffset="181444.96">29196 11225 470 0,'-7'0'136'0,"7"0"-26"16,-11-2-7-16,11 2 4 0,-10 2-10 0,10-2-12 15,-13 1-13-15,5-1-26 0,1 0 12 0,-2 4-6 16,2-3-1-16,7-1 10 0,-17 2-10 0,10-1-4 15,-3 1-17-15,2 2 6 0,0-3 5 16,-3 1-13-16,0-1 0 0,1 3 1 0,3-1-6 16,-4-3 7-16,4 4-4 0,-2-2-6 15,2-1 9-15,7-1 11 0,-11 3 19 0,6 1-25 16,5-4 7-16,-11 1-8 0,11-1-20 0,-7 2 15 16,7-2 10-16,0 0-22 0,-8 1 30 0,8-1-16 15,0 0 9-15,0 0-3 0,0 0 7 16,0 0-10-16,0 0-4 0,0 0-12 0,28 0 14 15,-14 0-8-15,-1-1 5 0,5 1-2 0,2 0-16 16,4 0 11-16,0 0-6 0,6-2 16 16,-2 1-8-16,0-3 0 0,4 1-8 0,-3 1 8 15,2-3 57-15,-1 5-6 0,-6-4-5 16,7 1-18-16,-4 2-7 0,-3-1 7 0,0 1-8 16,0 0 1-16,-2-2-19 0,0 1 1 0,1 1 5 15,-5 1 10-15,3-1-13 0,0 0 0 0,3-4-8 16,-4 5 1-16,1-3 5 0,3-2-6 15,-1 5-5-15,4-4 3 0,-2-2 5 0,7 3-5 16,-6-1-10-16,5 1 18 0,-1-1-11 0,1 3 5 16,-3-2 3-16,5-3-17 0,-5 5 1 15,3 0-4-15,-2-1 12 0,-3-2-10 0,4 3 0 16,-2-1 3-16,-5-3 2 0,3 5-7 16,-3-3 2-16,0-3 3 0,-2 5-6 0,6-6-2 0,0 6 0 15,-2-6 0-15,2 5 8 0,1-3-16 16,-1 2 16-16,-1 0-8 0,-1-1 10 0,2 0-15 15,0 0 8-15,-4 2 7 0,0 0-3 0,-1-3 4 16,-1 4-9-16,-1-1 1 0,1-3 7 16,0 4-12-16,-4-2 4 0,5-1-4 0,-1 4 14 15,-6-3-9-15,5-3 5 0,-3 4-6 16,1 0-4-16,2-2 4 0,-3 1-7 0,1-2 2 16,-2 3 6-16,2-5 0 0,3 4 2 0,-5-2 2 15,2 1-12-15,1 0 5 0,-1 0 3 0,-2-2-3 16,-1 3-5-16,4-1 10 0,-4 0-5 0,-2 0 2 15,3 2 11-15,-4 0-79 0,2-4 2 16,-1 5-3-16,1-1 8 0,-1-2 8 0,1 4 5 16,-3-1 10-16,2 0-15 0,-2-4 38 15,2 4-15-15,-3 1 2 0,1-3 3 0,-1 3 5 16,0-4-10-16,1 2 8 0,-2 2 10 0,-2-1-1 16,-7 1 9-16,17 0-1 0,-10-1-10 0,-7 1 3 15,14-1 13-15,-14 1-6 0,10-5 1 16,-10 5 2-16,7 0-13 0,-7 0 8 0,7 0 7 15,-7 0 8-15,0 0-4 0,11-1-17 0,-11 1 22 16,0 0-24-16,6-1-23 0,-6 1-13 0,0 0-15 16,0 0 8-16,0 0-34 0,0 0-7 15,0 0-18-15,0 0-3 0,0 0-10 0,0 0-13 16,0 0-7-16,0 0 12 0,0 0-4 0,-28 1 14 16,19-2-12-16,1-1-8 0,-2-2 38 15,0 2 21-15,-4-3-10 0,1 2 23 0,-1-4 33 16,2 5-23-16,-3-6 36 0,-2 0-28 0,3 0 53 15,-3-1 0-15,4 0 14 0,-2 1 4 16,-1-1 29-16,1 0 9 0,-1 0 27 0,2 1 7 16,0-1-8-16,-3 1 5 0,4 1 21 0,-1-1-18 15,4 2-2-15,0-2 4 0,-1 5 1 0,4-4-18 16,1 5-13-16,-1-3-16 0,2 4 1 16,-1-5 12-16,6 6-10 0,-6-1-13 0,6 1 8 15,0 0-10-15,0 0-16 0,0 0 11 0,0 0 0 16,0 0-14-16,17 15 11 0,-10-7-2 15,2-2-8-15,-2 4 2 0,7-1 0 0,-4 1 3 16,3 0 16-16,-1 1-29 0,1-1 5 16,1 1 0-16,3-3-5 0,3 6 6 0,-2-4-6 15,0-1-3-15,-2 4-15 0,1-5 36 0,0 1-15 0,-1-1-5 16,-4 0-6-16,4-4 3 0,-5 5 0 16,-1-3-2-16,-3 0 7 0,5-3-16 0,-7 5 19 15,1-5-16-15,-5 4 16 0,2 0 13 0,-3 0-16 16,0 0 15-16,0 1 1 0,-4-2-6 15,-2 5 13-15,2-2 5 0,-6 3-17 0,0 0 4 16,0-1 21-16,-5 3-25 0,-1-1-11 16,-3 3 2-16,-3 1 4 0,0 4 1 0,-4 0-9 15,-12 4 15-15,4 0-10 0,0 1-6 0,3 2-15 16,-3-3-25-16,0 1-18 0,6-5-36 16,1 1-44-16,-8 5-179 0,5-2-368 0,6-7 81 15,-1 2 80-15</inkml:trace>
  <inkml:trace contextRef="#ctx0" brushRef="#br0" timeOffset="182044.77">29476 12076 427 0,'0'0'177'0,"0"0"-1"16,8 4-15-16,-8-4 1 0,0 0-11 0,0 0-10 15,19-9 71-15,-12 3-23 0,3-1-12 0,-1 0-21 16,3-3-18-16,2 0-5 0,-1-5-15 16,5 0 3-16,-5 0-27 0,7 0 1 0,-6-1-13 15,5 0-5-15,-7-2 10 0,2-2-18 0,-1 2-18 16,-3 1-5-16,1 1 10 0,-5-1-22 0,-2 6 4 15,-1-3 0-15,0 6-9 0,-1-2 6 16,-4 3-9-16,-1-1 2 0,0 1-61 0,-4 5-5 16,0 0-3-16,-3-1 12 0,10 3 14 0,-20 5-3 15,6 0 18-15,3 0-5 0,-1 3 8 16,-3 1-11-16,2 6 13 0,-1-2 3 0,4-1-3 16,-1 5-8-16,-2-1 26 0,6-1-25 0,2 1 15 15,-4 1-3-15,6-5-8 0,-1 3 9 16,4 2-9-16,-3-7 8 0,6 5 8 0,0-7 3 15,1 2-6-15,6 4-5 0,0-4-5 0,1-2 1 16,3 0-4-16,2-1-2 0,2 1-10 0,3-5-26 16,-1 4-25-16,7 0-19 0,-3 0-50 0,4-4-16 15,-4 0-87-15,-1 2-41 0,1-5-253 16,-3 0-121-16,-1-1 65 0,0-3 58 16</inkml:trace>
  <inkml:trace contextRef="#ctx0" brushRef="#br0" timeOffset="182361.48">30002 11901 606 0,'0'0'195'0,"0"0"-16"0,0 0-18 16,0 0 8-16,0 0-28 0,6 22 0 0,-5-11-24 15,6 5-4-15,-3 0 12 0,5 2-20 16,-2 4-7-16,1-2-9 0,1 0-12 0,0 0-8 16,-1 0 0-16,0 0-2 0,1 0-13 0,0-5-11 15,-4 0 1-15,3 0-80 0,-2-3 0 0,-2-4 13 16,-1 2 18-16,3-2 30 0,-2 1 11 15,0-2 72-15,-4-5-24 0,0-2 1 0,5 4-9 16,-5-4-1-16,0 0 1 0,0 0-6 0,-5-23-17 16,0 8-7-16,-1-2-2 0,0-4 2 15,-1-3-3-15,-4-6-2 0,6-3-7 16,-4-1-1-16,0 1-10 0,6 3 8 0,-2-2-6 16,2 2 3-16,0 4 3 0,2 1-8 0,1 3-2 15,1 2 4-15,2 2-4 0,0 3-14 0,2-2-17 16,1 2-23-16,1 7-31 0,1-2-33 0,-3 3-47 15,6 3-63-15,-1 0-98 0,0 4-396 0,0 0 15 16,0 0 62-16,-3 3 60 0</inkml:trace>
  <inkml:trace contextRef="#ctx0" brushRef="#br0" timeOffset="182694.58">30334 11958 376 0,'3'22'151'0,"-3"-5"-26"0,4-3 6 16,-1 1-24-16,-3-2 8 0,3-1-10 15,0-2-33-15,0 2 10 0,-2-2-5 0,0 0-16 16,2 2-7-16,-3-3 2 0,3-5 6 16,-3 4 20-16,2-1 2 0,-1-4 6 0,-1-3-8 15,0 0-8-15,0 0-23 0,0 0-5 0,0 0 18 16,0 0-23-16,-11-20 13 0,5 9-18 0,3-4 5 15,0-4 12-15,-1-1-19 0,1 0-16 16,3-3 5-16,-3 1-6 0,3 1 12 0,0-3 60 16,3-1 6-16,-3 7-18 0,3-4-11 0,1-3 11 15,2 7-46-15,2 1 23 0,-2 1-8 16,1 0-21-16,0 4-22 0,4-2-31 0,1 6-36 16,-2-1-52-16,2 1-29 0,-2 1-76 0,1 4-134 15,2-2-293-15,0 5 36 0,1-3 52 16</inkml:trace>
  <inkml:trace contextRef="#ctx0" brushRef="#br0" timeOffset="183310.87">30669 11792 419 0,'-4'16'185'16,"-3"-1"-27"-16,3-2-7 0,1 1-15 0,0-3-16 15,0 1 19-15,3-1-29 0,0 5-8 0,0-5-15 16,3 4 13-16,2-1-26 0,-3 1 5 0,8-4-12 15,-3 4-13-15,0-5 2 0,4 0-10 16,2 0 3-16,-3-3-11 0,1 0 8 0,-1-2 3 16,0-2 10-16,1-3-13 0,-2 1-10 15,-9-1 12-15,14-1 1 0,-7-6-34 0,-4 3 13 16,-2-2-2-16,-1-2-18 0,0-4 17 0,-4-1-12 16,-3-4 15-16,3 2-15 0,-5-5 7 0,-1-2-9 15,-1 2 68-15,4-3 3 0,-1 4-5 16,0-2 0-16,0 3-6 0,3 1-7 0,-3-1 3 15,7 3-13-15,0 4 2 0,-1-3-15 0,5 3 0 16,-2-2 0-16,8 4-5 0,1-2-1 16,2-2-4-16,1 5-13 0,6 1 0 0,-1-3-3 15,0 6 3-15,3 0 3 0,0 0-16 0,0-1 13 16,-2 5-13-16,1 2 3 0,0 3 2 0,0 1-5 16,-2 3-10-16,3 1 5 0,-3 0 15 15,1 7-7-15,-4-2-6 0,1 2-7 0,0 1 5 16,-5 0 8-16,0 1-8 0,1 1 0 0,-2-4 2 15,-5 2-2-15,0-1 8 0,-3-2-5 16,2 0-11-16,-4-5 13 0,3 4 8 0,-6-3-5 16,3-1 12-16,-4-3-5 0,4 1 14 15,-1-1-17-15,-2-4 14 0,-3 2 0 0,4-3-3 16,2-2 2-16,0 0-2 0,0 0-7 0,-19-7 7 16,16 3-13-16,-1-3 3 0,4-3 10 15,-3-4-10-15,3-1 7 0,3-3-12 0,0 0-1 16,-2-6 1-16,6-1 2 0,0 1-10 0,-1-1 5 15,1 1-2-15,0 3 0 0,3-1-1 0,-3-2 1 16,0 6-6-16,4-1 3 0,-2-2 0 16,-2 4-5-16,0 2 10 0,4 2-2 0,-5-1-1 15,1 3-12-15,-2 3-10 0,0-1-27 0,2 3-17 16,-3-1-25-16,4 3-47 0,-3-1-58 16,1 4-65-16,-1 1-296 0,-5 0-180 0,13 1 57 15,-13-1 66-15,18 0 72 0</inkml:trace>
  <inkml:trace contextRef="#ctx0" brushRef="#br0" timeOffset="186244.46">31096 10781 363 0,'2'-5'141'16,"-2"5"10"-16,0 0-28 0,2-8 12 15,-2 8-4-15,0 0-19 0,0-4-4 0,0 4 20 16,0 0-10-16,-1-7-8 0,1 7 0 0,-1-6-5 16,1 6 66-16,0 0-7 0,-5-7-26 15,5 7 1-15,0-3-11 0,0 3-11 0,-4-7-14 16,4 7-1-16,0 0-7 0,-3-8-6 0,3 8-20 16,-1-2 6-16,1 2-4 0,-3-9-17 0,0 3 8 15,3 6-16-15,-3-8 10 0,3 6-15 16,-1-4 2-16,0-1-9 0,1 7 4 0,-2-10-15 15,-1 2 0-15,0 1 3 0,2 2-1 0,0-4 11 16,-5 0-10-16,3 1 5 0,2 0-19 16,0-3 19-16,-4 1-16 0,2 2 3 0,0-3 5 15,2-2 3-15,-2 2-16 0,0 2 8 0,3-6-3 16,-3 3-53-16,1-3-16 0,-1 1 6 0,0-3 14 16,0 6-9-16,3-3 25 0,-1-3-13 15,0 5 1-15,-1-2 12 0,-1 0-3 0,0 3 3 16,2-3-2-16,0 3 15 0,-1-3-11 0,-1 3-2 15,0 2 8-15,0-4-10 0,1 3 20 16,-1 2 5-16,0-3-21 0,0 1 11 0,2-1-18 16,-2 1 26-16,0 2 10 0,0-2-11 15,1 2-7-15,0 1 0 0,-1-3 2 0,-1 3-2 16,3-1 5-16,0-1-7 0,-4 1 17 0,5 4-13 0,-3-2 13 16,0-2-17-16,3 1-6 0,-1 3 10 15,-2-2 6-15,0-1 7 0,3 1-15 0,-3 3 10 16,3-4-7-16,-2 4 22 0,0-4-12 15,-2 0-11-15,4 7 1 0,-3-8-3 0,2 5 17 16,1-4-14-16,-1 2-1 0,1 5 6 0,-5-10-13 16,5 5 4-16,-3-1-6 0,3 0 7 15,0-2 5-15,-1 3-13 0,-2-2 15 0,3 1-4 16,-3-3-1-16,0 1-10 0,0-1 24 0,2-2-24 16,-3-1 18-16,1 4-20 0,0-3 12 15,1-2 13-15,-3 2-12 0,2-4 15 0,1 3-11 16,-3-1 3-16,2-2 3 0,1 5 2 0,-4-2-5 15,3-1-12-15,0 3 17 0,3-1-10 0,-2 0-8 16,0 1 13-16,-1 2 13 0,0-2-13 16,3 2-15-16,-1-1 10 0,0-1 3 0,-1 3-3 15,-1-2 0-15,3 1 2 0,-3 1-2 0,3 0 0 16,0-3 10-16,-2 3-2 0,1 0-3 16,-1 3-10-16,-1-3 3 0,3 0 7 0,0 3-16 15,-3-2 14-15,3 0-16 0,0 6 26 0,0-9-23 16,-1 5 5-16,1 4 7 0,-1-7-10 15,-1 2 19-15,2 5-19 0,-3-9 5 0,3 9 9 16,0-4-9-16,0 4 16 0,-3-6-8 0,3 6 0 16,-3-6-15-16,3 6 7 0,-1-7 3 0,0 5 11 15,1 2-11-15,-6-7 0 0,6 7-3 0,-3-6 6 16,1 3 2-16,2 3 5 0,-5-4-23 16,5 4 31-16,-3-5-10 0,3 5 2 0,-4-7 3 15,4 7-11-15,-3-1 8 0,3 1-15 16,-3-7 10-16,3 7-5 0,-4-4 11 0,4 4-6 15,-7-6 3-15,7 6-16 0,-3-4 13 0,3 4 5 16,-4-6-12-16,4 6 2 0,-6-6 2 0,6 6 3 16,-2-4-2-16,-3-1-6 0,5 5-2 0,-5-2-5 15,-1-3 25-15,6 5-17 0,-7-4 2 16,1-1-8-16,2 2 21 0,-2-3 0 0,1 5-24 16,-1-5 17-16,1 5 4 0,-3-7-8 0,1 4 3 15,0-2 1-15,-3-1-1 0,3-1-5 16,0-1 10-16,-4 5-10 0,2-3-3 0,-1-1 3 15,2 1 6-15,1 0 4 0,-1 0-13 16,0 2-4-16,-3-1 7 0,7-1 10 0,-5 1 0 16,2 1-2-16,1-2-16 0,-2 0 3 0,3 1 18 15,-3 1-21-15,1-2 5 0,1 0 6 0,-2 0-13 16,1 2 17-16,1-1-7 0,1-1 3 0,-1 4 2 16,2-2 3-16,-2 1-13 0,2-1 5 15,-2 3-3-15,3-4-2 0,-2 4 5 0,-1-3-10 16,4 2 7-16,-3-2-2 0,5 5 10 0,-10-4-15 15,7-1 18-15,-2 4-6 0,5 1-7 16,-9-8 0-16,2 5 18 0,4-1-11 0,3 4-4 16,-11-3-6-16,9-3 6 0,-3 5 4 0,5 1-7 15,-7-3 0-15,1-1 13 0,6 4-19 0,-7-3 11 16,7 3 0-16,-7-2 8 0,7 2-5 16,-2-5-3-16,2 5 5 0,0 0-3 0,-8-1 1 15,8 1-11-15,0 0 8 0,0 0 5 0,-7-3-10 16,7 3 3-16,0 0-1 0,0 0-5 0,-4-4 19 15,4 4-11-15,0 0 7 0,0 0-17 16,0 0 10-16,0 0 10 0,-7-3-12 0,7 3-3 16,0 0 7-16,0 0-7 0,0 0 8 15,-6-4-1-15,6 4-7 0,0 0-5 0,0 0 7 16,-7-3 6-16,7 3-3 0,0 0 0 0,-7-2-3 16,7 2 6-16,-6-5 2 0,6 5-3 0,-8 0 1 15,8 0 2-15,-10-1-5 0,10 1-2 16,-7-3 7-16,7 3-10 0,-10-4 10 0,10 4-10 15,-7 0 5-15,7 0 2 0,-10-6 8 0,10 6-12 16,-5-2-1-16,5 2 6 0,-9-3-3 16,9 3 2-16,-7-4 1 0,1 2 2 0,6 2-10 15,-7-4-8-15,7 4 23 0,-7-4-12 0,0 4-1 16,7 0 1-16,-7-6 4 0,7 6 1 0,-6-2-8 16,6 2 0-16,-7-3 15 0,7 3-5 15,-5-4-3-15,5 4 6 0,0 0-8 0,-6-2 3 16,6 2-1-16,0 0 1 0,0 0-1 0,-5-2-9 15,5 2 4-15,0 0 6 0,0 0-3 0,-8-5-3 16,8 5 11-16,0 0-3 0,0 0-20 16,-4-1 17-16,4 1-4 0,0 0-1 0,0 0-2 15,0 0 13-15,-6-6-3 0,6 6 5 0,0 0-2 16,0 0-6-16,-8-4 1 0,8 4 4 16,0 0 6-16,0 0-15 0,-3-2 4 0,3 2-2 15,0 0 3-15,-5-5-3 0,5 5 5 0,0 0-8 16,-8-4 11-16,8 4 5 0,0 0-16 15,-2-4 3-15,2 4-2 0,0 0-1 0,-5-2-5 16,5 2 6-16,0 0 2 0,-5-5 0 0,5 5-8 16,0 0 6-16,0 0 7 0,0 0-21 0,-6-4 11 15,6 4 0-15,0 0-8 0,0 0-2 0,0 0 12 16,0 0 19-16,-3-6-24 0,3 6 6 16,0 0 4-16,0 0 6 0,0 0-3 0,0 0-3 15,0 0-7-15,0 0 8 0,0 0 5 16,0 0-6-16,0 0 6 0,-4-1-18 0,4 1 15 15,0 0-10-15,0 0 2 0,0 0 13 0,0 0-17 16,0 0 9-16,0 0-4 0,0 0 4 0,0 0-12 16,0 0 5-16,0 0 5 0,0 0 0 15,0 0-8-15,0 0 0 0,0 0 11 0,0 0-3 16,0 0-3-16,0 0 3 0,0 0 11 0,0 0-4 16,0 0 1-16,0 0-16 0,0 0 8 0,0 0 0 15,0 0-28-15,0 0-3 0,0 0-22 16,0 0-37-16,0 0-10 0,0 0-28 0,0 0-15 15,0 0-46-15,0 0-190 0,0 0-356 16,12 11 85-16,-12-11 56 0,0 0 51 0</inkml:trace>
  <inkml:trace contextRef="#ctx0" brushRef="#br1" timeOffset="197426.6">31038 10882 481 0,'0'0'164'0,"-6"-6"-16"0,4 6-10 0,2 0-25 16,0 0 7-16,-9-7-17 0,9 7 9 0,-4-1-38 15,4 1-10-15,0 0 11 0,-6-4-24 16,6 4 20-16,0 0-12 0,-4-6 3 0,4 6-34 16,-6-2 5-16,6 2 6 0,0 0-16 0,-3-5 20 15,3 5-15-15,0 0 13 0,-8-4 13 16,8 4-10-16,-3-4 12 0,3 4 3 0,-2-7 2 16,2 7 8-16,-5-5-18 0,5 0 3 0,0 5 0 15,-4-8-5-15,3 6 9 0,1 2-14 0,-5-9 5 16,1 3 4-16,4 4 1 0,0 2 2 15,-2-10-4-15,0 3 1 0,-1 0-7 0,3 0-12 16,0-2 9-16,0 1 8 0,0 1 21 0,0-1-18 16,0-2-13-16,0 2 13 0,3-2-13 15,-3 2-3-15,2-2-5 0,0-4 11 0,2 6-14 16,-1-3 11-16,1-2-10 0,-4 2 2 16,6 2 1-16,-2-4 50 0,-1 3-4 0,3-5-6 15,-1 5 0-15,1-5-28 0,-2 3 21 0,-1-3 14 16,4 3-22-16,-4-2-13 0,3-1-2 0,-4 3 5 15,1-1 7-15,0 1-23 0,1-1 21 16,-1-2-11-16,-3 3-2 0,3-3-18 0,0 0 11 16,-1 1-75-16,-1-2-3 0,0 3 6 0,-1-4 12 15,0 0-2-15,0 2 13 0,3 2-3 0,-6 0 15 16,6-4-10-16,-6 4 1 0,3-1 1 16,0-2 1-16,0 2 0 0,-1 2 0 0,0-2 17 15,-1 2-4-15,-1-1-8 0,3-2-3 0,-3 5 6 16,3-5 9-16,-3 5-4 0,3-5 2 15,-4 5-13-15,4-5 13 0,-3 5 1 0,0-2 1 16,2-1-7-16,-3 2 0 0,1-3-5 0,0 4 18 16,-1-1 2-16,1-2-20 0,0 4 13 0,-1-1-1 15,1-2 1-15,-3 2-8 0,1 0 3 16,-1 2-1-16,4-2 3 0,-3 1-5 0,1 0 8 16,-2-2-16-16,1 1 14 0,-1 2-6 0,0-2 0 15,-1 3-6-15,3-3 4 0,-3 1 10 0,3-1 12 16,-2 1-23-16,2-1-4 0,-2 1 20 15,0 0-3-15,-2 0-8 0,4 1 3 0,-2-2-5 16,-1 3-2-16,0-1-1 0,-3-2 6 0,3 1 5 16,-1 0-14-16,-2 0 14 0,1 0-18 15,-1 0 7-15,-1-3 3 0,1 4 3 0,0-2 2 16,-4 1-5-16,4-2-3 0,0-1 11 0,-1 4 0 16,-2-2 2-16,3-1-15 0,-1 0 7 15,-2 1-9-15,3 0 4 0,-4-3 3 0,3 3 0 16,-1-2-2-16,0-1 9 0,-2 3 1 0,1-4-3 15,3 3 0-15,-1 2-12 0,-2-3 4 0,3 1 6 16,-4 1-3-16,1-3 10 0,1 3-15 0,1 0 5 16,-2-1-11-16,0-1 11 0,0 2 3 15,2 1-6-15,-2 0 6 0,3-1 5 0,-1-1-11 16,-2 1 16-16,3 2-13 0,-1 0-3 0,1-1-2 16,0 1-5-16,-4 0 5 0,4 1-3 15,2 3-2-15,-2-4 18 0,1 2-13 0,-1-1 2 16,-1 3 6-16,1-2-11 0,0-2 3 0,-1 4-3 15,1-2 8-15,0-1 3 0,-4-1-3 0,4 1 2 16,-1 3 1-16,1-2-3 0,3-1 0 16,-2 2-3-16,-2-1 3 0,4-1-5 0,0 4-3 15,-3-4 14-15,3 0-9 0,-3 5-2 0,0-4 7 16,-1 0 1-16,4 1-11 0,-3-1 6 0,0 2 9 16,0-2-7-16,0-2-10 0,2 3 15 0,0 2-5 15,-1-4 3-15,0 1-1 0,-2 1-2 16,4-2 0-16,0 0-2 0,-3 0-6 0,0 2 6 15,3-2 4-15,0-1-9 0,-3 0 7 16,3 3 2-16,0 1-4 0,1-2-6 0,-5 0-2 16,4 2 4-16,0-1 12 0,-2 2-12 0,-2 2 1 15,1-4-2-15,3 4 9 0,-4-2 1 16,1 0-8-16,-3 1-3 0,2 0 5 0,1 0 3 16,-4-3 0-16,4 5 6 0,0-1-14 0,-4-2-2 15,1-1 10-15,3 4 2 0,-4-2 3 16,0 1-2-16,-3-2 2 0,4 2-18 0,-2-2 8 15,-1 3 0-15,1-1 8 0,-1 0-3 0,-1-4-3 0,3 5 18 16,-4-1-12-16,2 1 5 0,-2 0-8 16,1-1 0-16,-1-1-3 0,-2-1-5 0,-3 2 1 15,6 1 9-15,-4 0 6 0,3-2-16 0,-4 1 16 16,1-3-13-16,1 4 5 0,-1-1-8 16,0-1 13-16,1 2-7 0,-4-1 12 0,0 0-5 15,0-2-10-15,4 3-3 0,-4-2 8 16,3 2 0-16,0 0-2 0,-2 0 2 0,-1 0 0 15,3 0 0-15,-3 0 2 0,4 0-4 0,-1 0 2 16,4 0-3-16,-3 0 6 0,2 2 9 16,2-2-22-16,-5-2 5 0,6 2 8 0,-4 0-3 0,1 0 7 15,1 0-17-15,-3 0 13 0,5 0-3 0,-4 0-3 16,2 0 8-16,-4 0-7 0,0 0 9 16,1 0-4-16,0 0 2 0,5 0-5 0,-1 0-3 15,-1 0 3-15,0 0-2 0,0 0-3 0,3 0 10 16,-3 0-18-16,3 0 21 0,-3 0-3 15,3 0-13-15,-3 0 8 0,4 0-2 0,-2 0-3 16,-1 0 5-16,-1-1 12 0,3 2 6 0,-3-1-13 16,2-1-5-16,-1 1 3 0,0 0-11 15,1 0 6-15,-1 0 9 0,-2 1-9 0,1-2-3 16,0 2 0-16,-1-1 10 0,2 0-13 0,-1-1 5 16,0 1 3-16,0 0 0 0,0 0 0 15,0 0-7-15,0 0 2 0,-1 0 0 0,-2 0-6 16,6 0 24-16,-6-1-10 0,3 1-11 0,-1 0 11 15,-3 0-9-15,2-2 9 0,-2 2 0 0,0 0-11 16,4-3 10-16,-4 3-4 0,2-1-1 0,-2 1 3 16,0 0 0-16,1-2-10 0,-1 1-5 15,0-2 17-15,0 2-15 0,-2 0 3 0,1-1 3 16,-4 1 4-16,2 0-5 0,-3-4 3 0,-3 5 3 16,2-1-6-16,-2 0 10 0,-1-1 1 15,3-1-3-15,-2 2 0 0,2 1-3 0,-1-2 1 16,0-2-1-16,2 3-4 0,-1 0 7 15,4-1 0-15,-1 1-8 0,-1-3 5 0,-1 2 3 16,1 1-2-16,0 0-8 0,2-4 7 0,1 4 1 16,-1 1-4-16,3-3 14 0,-2-1-16 0,-1 3 8 15,3 1 0-15,-3-2-10 0,4 1 15 0,-4 0-5 16,3 1-2-16,1-3 7 0,-1 3-5 0,-3-2 8 16,3 2-14-16,1 0 12 0,2-1-17 15,-5 1 6-15,6 0 10 0,-1-1-2 0,-1 1-19 16,-2-5 19-16,3 4-13 0,0 1 5 0,-4 0 12 15,5 0-4-15,-1 0-3 0,-2 0-3 16,0 0 3-16,-1-2 0 0,0 2-2 0,1 2 2 16,1-4-8-16,-3 2 0 0,5 0 11 0,-4 0-8 15,5-1-3-15,-5 1 1 0,0-3-9 0,1 2 8 16,-1 0 11-16,3-1-6 0,-1 2 6 16,-2-2-11-16,0-1 11 0,3 1-3 0,-4 2-15 15,4-1 7-15,1 1 0 0,-4 0 3 0,2-3 8 16,1 3-14-16,1-4 11 0,0 4-2 0,0 0 7 15,3 0-15-15,-3-2 17 0,0 1-14 16,0-2 7-16,0 2 0 0,0 0-5 0,0-2 15 16,-1 3-10-16,-2-6 0 0,3 6-3 0,-1-1 6 15,-1 0-8-15,1-1-3 0,1-1 3 16,0 3 5-16,-2-1-8 0,1 1 3 0,-3-2-5 16,4 2 7-16,0 0 8 0,1-1-10 0,-5-2 16 15,3 3-6-15,1-1-10 0,-3 1 2 0,-1-1-5 16,1-1-2-16,4 2 15 0,-6 0-15 15,2-1 5-15,-1 1 7 0,0-1-14 0,1 1 19 16,-1-3 1-16,-3 3-18 0,4-2 0 16,-1 2 4-16,-3 0 12 0,0-1-19 0,4 1 10 0,-4 0-2 15,3 0 5-15,-3 1-13 0,4-2 11 16,-4 1-11-16,3 0 10 0,-2 0 1 0,-1 0 2 16,3 0 7-16,-3 0-14 0,1 0 2 0,-1 0 0 15,0 0 10-15,1 0 7 0,-3 0-14 16,3 0 17-16,-4 0-12 0,3 0-11 0,1 1 11 15,-3-1-3-15,3 0-5 0,-4 2 10 0,3 1-16 16,-1-2 14-16,1 0-3 0,1-1 3 16,-1 0-11-16,0 3 5 0,0-2 1 0,3-1 20 15,-3 4-26-15,2-2 11 0,-1-2-3 0,2 0 7 16,-1 0 3-16,0 1-17 0,3 2 7 0,-2-3 2 16,4 2-12-16,-3-1 23 0,7 0-16 15,-5-1 14-15,3 0-17 0,-1 5 1 0,2-4 10 16,0 0-2-16,-3-1-8 0,4 2 7 0,-1-1-12 15,2-1 23-15,-3 1-16 0,4 2 3 0,-2-2-5 16,-1 1 0-16,1-2 23 0,3 0-26 16,-3 4 8-16,-2-2 0 0,1-1-10 0,1-1 13 15,-1 0-11-15,3 1 8 0,-6 1-5 0,4 1 5 16,-1-2 3-16,-3 0-6 0,1-1-2 16,-2 2 15-16,0 0-12 0,-1 1-4 0,-2 0 4 15,0-3-8-15,1 0 2 0,2 1 16 0,-3 2-6 16,-1-1-4-16,1-1 7 0,-3 0-10 0,4-1 0 15,-4 2-1-15,3 1 12 0,1-3-12 16,-4 1-9-16,3 0 30 0,-3-1-25 0,4 2 8 16,-4-2 4-16,3 1-4 0,1 0 2 0,-4-1 2 15,3 0 14-15,0 3-29 0,-2-3 15 16,2 1-7-16,-3-1-5 0,0 2 18 0,1-2-11 16,-1 0 3-16,-1 1-10 0,-5 2 7 0,2-1 11 15,-3-1-3-15,1 0-8 0,-1 1 1 0,0 2 7 16,0-3-2-16,0-1-1 0,1 3-4 15,-1-2-4-15,0 2 6 0,0 0-7 0,1-3 9 16,2 1-4-16,-2 2-3 0,-1-1 5 0,3-1 7 16,-2 0-4-16,3-1-3 0,-4 2-5 15,1 2 2-15,2-3 16 0,0 1-10 0,-2 0 2 16,2 2-8-16,-2-2 6 0,2-1-11 0,0 4 16 16,-2-4-13-16,-1 0 7 0,3 4 3 15,-5-4 0-15,2 0-7 0,-3 3-1 0,3 0 6 0,-3-2-11 16,3-1 8-16,0 5 5 0,-3-5-10 15,4 1 10-15,2 2-10 0,-3-3 5 0,1 2 3 16,2 1-11-16,1-1 11 0,-1-2 2 0,0 4-10 16,1-3-1-16,-3 0 9 0,6 3-11 15,-3-3 8-15,-1 3-7 0,1-2-1 0,0 1 0 16,-1-1 16-16,1-2-13 0,-1 6 0 0,2-4 7 16,-2 2 9-16,0-3-9 0,-2 4-4 15,-1-4 12-15,3 4-10 0,-5-3 0 0,2 3-3 16,-3-3-4-16,-5 3 12 0,5 0-10 0,-3-2 5 15,6 1 5-15,-6-2 2 0,0 3-17 0,6-4 8 16,0 3-6-16,0-3 8 0,0 1 0 0,-3 1-10 16,4-1-1-16,-1 1 24 0,0-1-10 15,-4-2 2-15,4 5-23 0,-6-2 18 0,3 3 0 16,0-6-5-16,3 5 5 0,-6-5 0 0,-1 5 0 16,0-3-5-16,7-1 10 0,-3 4-10 15,3-6 2-15,-3 4 6 0,3-1 2 0,-3-2-3 16,3 1-4-16,0 2 7 0,-2-3-10 0,2 2 2 15,0 2 16-15,0-3-15 0,1 2-4 16,-1-1 4-16,0-2 7 0,0 6-8 0,1-4-2 16,2 2-5-16,-3-2 10 0,0 3-3 0,0-3-2 15,-2 2 16-15,2-1-19 0,0 2-2 16,-3 0 12-16,3-4 3 0,-3 5-7 0,3-3 7 16,1 2-10-16,-5 0-5 0,5-4 20 0,-1 5-20 15,4-3 15-15,-4 2-16 0,3 0 9 0,1-4 7 16,-1 4-8-16,1-2 9 0,-1 1-4 0,1-2-2 15,4 4 3-15,-5-2-1 0,1 0 1 16,0 2-1-16,6-6-9 0,1 5 4 0,-4-3-2 16,3 2 5-16,1-2-8 0,2 2-2 0,-3-2 8 15,-1 3 7-15,4-3-8 0,0 2 3 0,-2 2 3 16,0-4 4-16,3 1-9 0,-1-1 4 16,-2 0-12-16,3 2 13 0,0-1-11 0,0 2 11 15,-1-5-6-15,-2 5 0 0,3-5 3 0,0 6 0 16,0-4 0-16,0 2 3 0,0-3-6 0,0 4 3 15,0-4-7-15,-4 4 12 0,4-2-3 16,0 1 1-16,0-3-3 0,3 4-5 0,-3-4 2 16,3 3 8-16,-3-3-17 0,1 2 12 0,1 2 2 15,2-5-4-15,-4 5 7 0,3-3-10 16,-3 2 2-16,3-1 6 0,-3 2-6 0,3-2-10 16,-3 0-5-16,1 3-2 0,-2-3-6 0,2 2 8 15,-2-2 11-15,0-1 12 0,5 3-13 16,0-4 6-16,-1 1-6 0,1 2-2 0,2-3-13 15,0 2 20-15,-1-1-7 0,1-2-6 0,4 1 14 16,0 1-8-16,-4-2 5 0,11-1-3 0,-13 3 10 16,7-2-9-16,2 3 2 0,4-4-1 0,-11 3-1 15,8-3 14-15,3 0 1 0,-10 4-10 16,4-1 2-16,6-3-6 0,-8 6-1 0,4-4 17 16,-2 3-13-16,3 0 6 0,-1-1-8 15,1 0 0-15,-1 3 5 0,-3 3-8 0,4-3 0 16,-1 1 11-16,-2 2-11 0,3 0 16 0,-1 3-11 15,1-3 3-15,0 4 0 0,2-3-5 0,-6 6 8 16,4-2 2-16,2 1-10 0,-2 0 2 16,0-3 1-16,0 3 2 0,0 1 2 0,3-2-4 15,-1 2-1-15,-2-2 6 0,3 2-1 0,0 1 3 16,-3-3-7-16,3 3-3 0,-4-1 2 0,4-1-7 16,0 1 13-16,-1 0-1 0,-2 1 6 15,3-1-11-15,-3 2 13 0,3-1-20 0,-3-2 18 16,3 0-13-16,-1 0 5 0,-2-3-5 0,3 4 0 15,-3-1-3-15,3 1 18 0,-3 0-2 0,3-1-1 16,0 1 16-16,-1 0-17 0,1-2-4 16,-3 3-10-16,3-1 3 0,0-3 8 0,0 1-6 15,0-3 3-15,-3 5 3 0,3-2-8 0,0 0 12 16,0-3-7-16,0 3 3 0,0 1-3 16,-4-4-5-16,4 2 13 0,0-1-19 0,0 0 14 15,0-1-1-15,0 0 1 0,0-1-3 0,-3 0-3 16,2 0-4-16,1-1 12 0,0-2-8 15,0 0 14-15,0 1-19 0,0-1 10 0,0 0-2 16,0 1-10-16,0-1-3 0,0-2 13 0,0 2-7 16,0-4 7-16,0 3-8 0,0 0 8 0,0 0 3 15,0-4-3-15,0 4-3 0,0-2 3 0,0-2-2 16,0 2 7-16,0-5-5 0,0 6 7 16,0-1 4-16,0-5-6 0,0 6 0 0,0-6 10 15,0 3-15-15,0-3 10 0,-3 3-2 0,3-3 0 16,0 0 2-16,-3 4-7 0,3-4 9 15,0 0-9-15,-4 1-8 0,4-1 7 0,0 0 6 16,0 0-5-16,-13-5-11 0,13 5 8 0,-7-3 5 16,3 2-8-16,-2 0-7 0,2-4 13 0,-2 4-1 15,2-2 9-15,-3-1-9 0,0 2-7 0,-2-5 20 16,2 5-17-16,-1-4 12 0,-2-1-2 16,3 4-8-16,-3-4-3 0,0 4 6 15,0-2 4-15,3-2-12 0,-4 4 5 0,-2-4 5 0,2 4-5 16,1-2 21-16,0 3-19 0,-1-4-12 15,-2 4 18-15,3-5-18 0,-1 5 10 0,-2-4-3 16,3 4 6-16,-1-4-8 0,1 3 12 0,0-4 1 16,-1 5-8-16,2-3-8 0,-1-2 8 15,2 4 3-15,1-4-1 0,-2 4-7 0,2-2 3 16,3 3 2-16,-3-4-8 0,3 4 13 0,-2-3 5 16,0 2-17-16,2 0 12 0,-3-1 0 0,6 3-3 15,-5-2 1-15,3-1-3 0,3 4-8 16,-7-3 13-16,4-1 3 0,3 4-10 0,-4-3 4 15,0 2-12-15,4 1 5 0,-3-4 12 0,3 4-12 16,0 0 5-16,-4-2-10 0,4 2-3 0,0 0 11 16,0-4-1-16,0 4-12 0,0 0 2 15,0 0 0-15,0 0 0 0,4-7 1 0,-1 5 1 16,-3 2 4-16,7-5 4 0,-6 4 6 0,5-3 2 16,-2 2-3-16,5 1-4 0,-1-2-14 15,2-1 16-15,0 2 3 0,1-3 0 0,2 2-1 16,5-2 1-16,-2 3-1 0,2-5 11 0,2 3-23 15,0-3 2-15,1 5 6 0,-4-3 4 16,4-3-4-16,-1 6 7 0,0-5-3 0,-2 4-7 16,-2-2 8-16,2 1-8 0,-2 0 2 0,-4 1 11 15,1-1-16-15,1 1 3 0,-1-4 0 0,1 6-5 16,-4-2 10-16,3-1 5 0,-2 2-8 16,-1-1 3-16,0-2-8 0,1 4 1 0,-1-5 2 15,0 6 15-15,1-4-13 0,-1 0 1 0,-3 4-14 16,3-3 19-16,0 1-8 0,-3-2 18 0,3 3-16 15,-2 1-2-15,1-1 0 0,1 0 2 16,-2-2-7-16,2 3 7 0,-10 0-14 0,16-2 6 16,-8 2 22-16,-8 0-17 0,13 0 6 0,-6-1-10 15,-7 1 8-15,11 0-3 0,-11 0 5 16,10 0-6-16,-10 0-4 0,0 0 0 0,10-1-5 0,-10 1 4 16,0 0 1-16,11 0 2 0,-11 0 1 15,0 0 4-15,0 0 3 0,0 0-7 0,0 0 4 16,9 0 6-16,-9 0 4 0,0 0 1 0,0 0-11 15,0 0 11-15,0 0-21 0,0 0 13 16,0 0-5-16,0 0 5 0,0 0 5 0,10 0-10 16,-10 0 15-16,0 0-15 0,0 0 8 15,0 0-8-15,0 0 2 0,0 0 3 0,-10 10 3 16,7-3-1-16,0-4-15 0,0 4 13 0,-1 0-2 16,-3 3 4-16,3-2-4 0,1 0 7 15,0 2-15-15,-1 2 15 0,1-2-10 0,0 0-3 0,-1 0 11 16,0 1-9-16,-2 0 6 0,2-1-2 15,-2 3 7-15,2-1-5 0,1-4 3 0,-1 4-6 16,-3-1 3-16,1-2 0 0,2 1 5 0,-2-2-15 16,2 2 23-16,-3-2-6 0,0 4-19 15,3-3 14-15,-5-2 14 0,2 2-16 16,0-2-6-16,0 2 9 0,0-1 10 0,0-4-8 0,-3 5-8 16,3-3 3-16,1-4 5 0,-1 5 3 15,-1-2 0-15,2 0 2 0,2-5 0 0,-2 6 1 16,-1-4 14-16,0-2-7 0,3 0 0 0,-2 4-8 15,6-4 0-15,-10 1 21 0,3-1-28 0,7 0 15 16,-11 0 0-16,11 0-6 0,-7-1-9 16,7 1 2-16,-9 0 10 0,9 0-10 0,-8-4-10 15,8 4-13-15,0 0-43 0,0 0-18 0,-10 4-19 16,10-4-73-16,0 3-83 0,0 2-424 0,0-5-26 16,3 5 44-16,-3-5 86 0</inkml:trace>
  <inkml:trace contextRef="#ctx0" brushRef="#br1" timeOffset="213507.86">21176 12251 148 0,'3'1'49'16,"-3"-1"-55"-16,10 6-4 0,-6-5-41 0,2 1-26 15</inkml:trace>
  <inkml:trace contextRef="#ctx0" brushRef="#br1" timeOffset="-209655.44">21726 10724 598 0,'0'0'249'0,"0"0"-19"0,0 0-15 0,0 0-10 16,-7-5-18-16,7 5 48 0,0 0-33 0,0 0-7 15,0 0-23-15,0 0-27 0,0 0-9 16,0 0-13-16,0 0-5 0,0 0-21 0,0 0-5 15,0 0-13-15,21 7-12 0,-14-7-3 16,2 4 8-16,2-3-19 0,-1 0 4 0,5-1-11 0,-2 1-10 16,7-2 5-16,0 0 0 0,8-4 0 15,3 4-3-15,6-6-10 0,5-3-2 16,13-4-6-16,-1 0 3 0,4-7 3 0,0 2 2 16,14-12-13-16,3 2 6 0,-3-8-3 0,4 1-6 15,-2-3-1-15,5-3 4 0,-4-1-23 0,1 0 21 16,-1 0 3-16,-4-1-16 0,-6 4 12 0,1 3-4 15,-9 1 0-15,-9 7-3 0,-7 2 0 16,1 6-2-16,-9 1 7 0,-8 5-8 0,-2 3 11 16,-5-1-18-16,1 3 15 0,-4 0-12 0,-2 3 2 15,1-1 0-15,-4 1 0 0,-3 3 7 16,4-2 4-16,-5-1-19 0,1 6-7 0,-1-4-24 16,-1 1-7-16,-5 4 3 0,10-1-16 0,-10 1-26 15,0 0-48-15,6 10-161 0,-9-4-490 0,3-2 32 16,-3 2 61-16,-4 3 79 0,-1-3 49 15</inkml:trace>
  <inkml:trace contextRef="#ctx0" brushRef="#br0" timeOffset="-201539.72">9721 11118 302 0,'0'0'138'0,"0"0"-8"16,0 0-12-16,0 0-8 0,6 18-2 16,-3-11-1-16,1 1-4 0,-1 5-4 0,0-2-14 15,1 3 4-15,3-2-17 0,-3 5 7 0,2-1-12 16,4 1 5-16,-2 4-8 0,-1-2-23 16,2-2 12-16,1 5-12 0,-2-5 3 0,2 2-8 15,0-2 15-15,1 0-13 0,-1-2-12 16,-1-4 12-16,2 4-12 0,0-5 12 0,-1 0-4 15,4 0-4-15,2-5 9 0,-2 2-6 0,3-1 13 16,0-4-23-16,0-2 10 0,4 0 3 16,0-5-13-16,3 2-87 0,2-4 33 0,2-4-10 15,6-3 18-15,8-7-15 0,5-3 38 0,-2-1-20 16,5-5 17-16,9-7 3 0,-1-2 3 16,3-2 9-16,-2 4 1 0,-1-3-8 0,-3 1 100 15,-8 10-18-15,-2-2-2 0,-1 3-19 0,1 3-9 16,-8 1 4-16,-3 4-2 0,-6 8-16 0,-8-3 6 15,4 6-11-15,-6 0-9 0,1-1 4 16,-4 3-5-16,1 1 0 0,-5-1 5 0,-1 3-15 16,0-2 3-16,1 2-8 0,-4 0 7 0,2 2-15 15,-5-3 8-15,3 2-10 0,0 2-6 16,-7 1 6-16,10-6-19 0,-10 6 1 0,7 0 2 16,-7 0-10-16,10 5-10 0,-10-5-49 15,4 8-59-15,-1-4-105 0,-3 4-450 0,3-1 54 16,-3 1 48-16,-3 1 59 0</inkml:trace>
  <inkml:trace contextRef="#ctx0" brushRef="#br0" timeOffset="-200173.44">11013 15406 342 0,'0'5'118'16,"3"0"-15"-16,0 0-9 0,1 0-12 0,-1 2-28 16,0 0 28-16,1 1 0 0,-1 2-23 15,1-2-6-15,0 2 4 0,-1 0-6 0,1 0-13 16,-1-1 11-16,3 1-3 0,-3-1 13 15,1 0-18-15,3-1 8 0,-3-1-6 0,2 1-15 16,-2-1 13-16,2 0 36 0,1-1-41 0,0-1 12 16,0-3-19-16,3 3 12 0,1-2-6 15,-1-3-12-15,3 0 0 0,2 0-7 0,1 0 12 16,5-1 0-16,0-3-15 0,6-3 15 0,7-2 3 16,0-3-16-16,13-5 3 0,-2-1 3 0,3-6 7 15,3 1-5-15,-2-2 0 0,1 0-8 16,-1 0 6-16,-2 4-6 0,1-1 0 0,-4 4 1 15,-10 4-1-15,1 1 0 0,-8 1-9 16,0 2-6-16,-3 5 2 0,-3-2 16 0,-1-1-13 16,-5 2 5-16,1-1-10 0,1 3 0 0,-3-2 5 15,-3-1-2-15,2 4 10 0,-2-2-8 0,-1 2 5 16,-3-1-23-16,2-1 26 0,2 0-13 16,-4 2 13-16,-1-2-13 0,1 3 13 0,1 0-18 15,-2-3 17-15,-3 4-6 0,4-6 1 16,-4 7-4-16,-3 0-8 0,11-4 10 0,-7 0 2 15,-4 4-22-15,6-3-3 0,-6 3 21 0,4-4 2 16,-4 4 0-16,6-2 5 0,-6 2-10 0,0 0-5 16,4-3 3-16,-4 3 4 0,0 0 6 0,4-5-11 15,-4 5 1-15,0 0-19 0,0 0 16 16,0 0 10-16,6-1-15 0,-6 1-16 0,0 0-17 16,0 0-39-16,0 0 3 0,0 0-126 15,0 0-82-15,4 6-314 0,-4-6 30 0</inkml:trace>
  <inkml:trace contextRef="#ctx0" brushRef="#br0" timeOffset="-166072.6">30309 11157 112 0,'0'0'39'0,"0"0"14"15,0 0-25-15,0 0-20 0,0 16-23 0,-1-13-1 16,1-3-7-16,-2 14-15 0,-1-7-44 0</inkml:trace>
  <inkml:trace contextRef="#ctx0" brushRef="#br0" timeOffset="-59400.93">18653 10401 652 0,'0'0'215'0,"-7"0"-25"0,7 0-14 0,0 0-14 16,0 0-29-16,0 0-5 0,-4-4-11 16,4 4-9-16,0 0-31 0,0 0 10 0,0 0-3 15,0 0-2-15,0 0-20 0,0 0 7 0,-3-4-3 16,3 4-4-16,0 0-21 0,0 0 15 15,0 0-5-15,0 0 0 0,0 0 3 0,0 0-18 16,0 0-3-16,0 0 6 0,0 0-9 0,0 0 4 16,0 0-4-16,0 0 1 0,-10 8 7 15,7-2 3-15,0 2 0 0,2 2 5 0,-2 1 0 16,-1 4-2-16,1 3-8 0,3 3 5 0,-1-2-5 16,-2 6-72-16,3 2 5 0,0 2 11 15,0-1 9-15,0-2 11 0,4 5-10 0,-4-5 74 16,7 6 0-16,-4-4-13 0,1 1 0 0,-1 0 1 15,4-1-6-15,-4-3-8 0,4-3 3 16,-3 2-3-16,3-2 3 0,-4-5 11 0,3 0-19 16,-2-5 3-16,-1 2-3 0,0-5 3 0,2 1 2 15,-2 1-2-15,0-2 8 0,0-4 2 0,-2 2 5 16,-1 0 0-16,3 0-10 0,-3-4-5 0,3 1-11 16,-3-4 4-16,4 4-24 0,-4-4-26 15,3 5-89-15,-3-5-133 0,3 3-579 0,-3 2 31 16,0-5 103-16,0 0 86 0,0 0 57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5:45:26.7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2081 1392 798 0,'0'0'330'15,"6"16"-25"-15,-3-5-36 0,-2 3-29 16,2 4-27-16,3 4-14 0,1 3-30 0,0 5-13 16,0-1-2-16,0 2-29 0,2 2 11 0,-1-2-33 15,2 2-9-15,-3-2-9 0,0-1-32 0,3 2-58 16,-3-2-28-16,-3 0-113 0,2-7-138 0,-2 2-448 15,3-3 38-15,-1-4 70 16,-6-5 71-16</inkml:trace>
  <inkml:trace contextRef="#ctx0" brushRef="#br0" timeOffset="315.81">2050 1496 837 0,'3'-8'279'16,"0"0"-26"-16,0-1-33 0,4 4-18 0,0-1-15 16,3 1-38-16,0 1 7 0,4 1-21 0,3 3-4 15,1 3-18-15,2 2-29 0,1 2 3 16,3 3-10-16,-1 5-3 0,4 0-7 0,-3 3 17 16,-2 3-40-16,1 1 9 0,-3 2 68 0,-6 1-19 15,0 0-5-15,-7-3-12 0,3 1-3 0,-9 1-5 16,1 0-16-16,-4 0 6 0,-2-1-14 15,-4 1 9-15,-4 2-11 0,1-1-10 0,-6-1 5 16,3-1-18-16,-3-2 10 0,-1-1-4 0,2-3-11 16,1-4-16-16,-1 2-19 0,-1-1-24 15,3-3-33-15,1-2-18 0,2-2-67 0,2-1-71 16,2-1-164-16,3-4-407 0,4 1 84 0,0-2 62 16,0 0 66-16,0 0 70 0</inkml:trace>
  <inkml:trace contextRef="#ctx0" brushRef="#br0" timeOffset="716.83">2736 1663 747 0,'-11'0'289'0,"11"0"-10"16,-16 7-41-16,3 0-15 0,-2 4-26 0,-1 2-15 15,2 2-36-15,-3 0 5 0,0 0-21 0,3 3 3 16,0-1 41-16,1-2-20 0,-1 2-21 15,7-2 0-15,-2-1-10 0,5 0-33 0,-3-1-3 16,6-2-8-16,1-2-7 0,0 0-36 16,3-1-1-16,2-1-1 0,2-3 4 0,2 0-20 15,1-4 2-15,2 0 1 0,4-5-3 0,1 0-13 16,0-3 0-16,0-3-2 0,1-4 2 0,-4 1 5 16,3-3-7-16,-4-1 2 0,-3 1 13 15,1 2 20-15,-5 1-2 0,1 2 2 0,-1 2 6 16,-2 0-1-16,1 1-7 0,-2 1-3 0,0 3-10 15,0 3 6-15,-3 2-12 0,0 0 9 16,0 0-13-16,7 10 7 0,-4-4 1 0,0 4 2 16,-3 1-13-16,4-3-5 0,0 4 5 15,-1-1-4-15,1 0-6 0,2 0 0 0,1 0-3 16,4 0-20-16,-1-3-28 0,3-1-13 0,1 1-13 16,0-5-10-16,3 0-44 0,-1-4-86 0,2-2-175 15,3-2-401-15,-1-3 91 0,0-3 45 0,0-2 47 16,-2-3 73-16</inkml:trace>
  <inkml:trace contextRef="#ctx0" brushRef="#br0" timeOffset="899.76">3078 1295 796 0,'-3'-13'281'0,"-1"6"-30"0,2 1-21 16,1 1-15-16,1 5-15 0,0 0-26 0,0 0-15 16,0 0-24-16,0 25-1 0,0-8 55 15,1 3-38-15,2 5 3 0,3 2-19 0,-3 6-12 16,1 2-21-16,2 14 3 0,2-8-15 15,2 5-57-15,-4-7-28 0,-2-3-51 0,4-1-143 16,-2-2-134-16,0-1-452 0,1-1 91 0,-4-6 55 16,1-6 78-16</inkml:trace>
  <inkml:trace contextRef="#ctx0" brushRef="#br0" timeOffset="1316.16">3014 1750 911 0,'-1'-4'302'15,"1"4"-49"-15,0-7-15 0,0 7-15 16,1-7-29-16,5 3-19 0,4-1-12 0,7-2-12 16,1 1-20-16,2-3-6 0,11-1-15 0,3-1 44 15,3 0-21-15,11-6 3 0,4 3-13 0,-1-3-24 16,0 1-12-16,-2-1-2 0,-2 2-3 0,-10 3-8 16,-6 2-5-16,-7 0-7 0,0 1-16 15,-7 3 2-15,0 0 4 0,-4 0-1 0,-2 3-10 16,-1-1 7-16,-3 2-2 0,1 0-5 15,-8 2-18-15,0 0 6 0,3 10-1 0,-11-2-10 16,1 4 7-16,-5 3-9 0,0 1 1 0,-1 2 12 16,0 1-11-16,-1 0-3 0,0-1-2 0,0 1 0 15,4 0-16-15,-4-1-2 0,7-2 7 16,1-3 11-16,-1 2-3 0,4-5-15 0,0 2-2 16,3-3 9-16,0-3-2 0,3 0 0 0,3-2-7 15,1-3-4-15,3-2 14 0,4-2 2 16,0-2-2-16,3-1 2 0,0-1-3 0,0 1 3 15,-2 0-10-15,1 0 3 0,-1-1-1 0,-3 4 13 16,-1-1-22-16,3 2 6 0,-4 0 4 16,0 2-3-16,4 2 0 0,-5 0-3 0,1 4-7 15,2-2-42-15,1 4-9 0,-2-1-60 0,2 2-50 16,-3-4-201-16,4 6-437 0,2-2 26 0,2-2 105 16,-5 1 68-16,5-1 65 0</inkml:trace>
  <inkml:trace contextRef="#ctx0" brushRef="#br0" timeOffset="1735.68">4534 1670 1034 0,'11'-15'297'0,"-4"-1"-24"0,-1 4-22 0,-2-1-33 15,2 4-13-15,-3-1-24 0,2 0 52 16,-2 1-18-16,0-1-28 0,-2 2-20 0,-1 1-4 15,0 1-17-15,0-1-20 0,0 7-16 0,-1-10-10 16,-2 5-8-16,0 2-13 0,3 3-5 16,-8-6 1-16,8 6-29 0,-6-1-16 0,6 1 4 15,0 0-6-15,0 0-10 0,0 0-6 0,0 0 1 16,0 0 10-16,17 14-7 0,-7-9 12 0,3 2-23 16,2 2 13-16,5 3 0 0,0-1-13 15,4 6-3-15,-2 0 19 0,1-1-11 0,0 4-5 16,-1-1 8-16,-2 1-8 0,-3-4 0 0,-3 1-2 15,-1 0-3-15,-6-1 23 0,0 1-5 16,0-3 13-16,-4-2-8 0,-6 1 25 0,0-1-2 16,-5 1-18-16,-2-1-56 0,0-1 10 15,-4-1 11-15,-2 0-19 0,1-4 11 0,-5 0 2 16,0 0 3-16,2-2-1 0,-1-1 4 0,4-3-6 16,-2 0 5-16,0-3-33 0,4-1-25 0,-2-1-19 15,5 0-73-15,1-2-57 0,4-1-8 0,-1 0-153 16,6-1-385-16,3-1 14 0,4 0 92 15,0-2 66-15,3-1 39 0</inkml:trace>
  <inkml:trace contextRef="#ctx0" brushRef="#br0" timeOffset="1931.87">5013 1525 1026 0,'0'0'340'15,"0"0"-84"-15,7 10-28 0,-1-1 10 0,-5 2-33 16,5 5-5-16,1 8-3 0,0 6-44 0,0 2-4 15,3 14-6-15,1 2-7 0,-1 1-24 16,-1 2-9-16,0 1-24 0,0 3-7 0,1-3-24 16,-6 2-30-16,3-1-20 0,3 0-90 0,-4-3-26 15,5-1-135-15,-7-10 22 0,2-5-498 16,-3-7 53-16,1-5 41 0,-1-5 80 0</inkml:trace>
  <inkml:trace contextRef="#ctx0" brushRef="#br0" timeOffset="2182.44">5147 1652 939 0,'9'-17'363'0,"-1"3"-38"0,1 3-40 0,-1 2-22 16,2 3-27-16,0 0-39 0,-3 3-3 0,3 2-30 15,1 1 0-15,2 1-28 0,1 2-6 16,-4 4-9-16,3 0-4 0,-2 4-2 0,-1 3-10 15,0 0-7-15,-5 2-16 0,1 2 5 16,-3 1-13-16,-3 0-3 0,-3 2-1 0,-1 1-6 16,-3 2-16-16,0-2-2 0,-3 1-46 0,0-1-43 15,-1-1-65-15,-1-2-112 0,0 1-563 16,3-2-21-16,2-6 80 0,3-4 58 0,-2 1 54 16</inkml:trace>
  <inkml:trace contextRef="#ctx0" brushRef="#br0" timeOffset="2649.17">5570 1803 990 0,'7'-17'384'0,"-3"1"-33"0,2-1-47 16,-2 3-22-16,0 0-21 0,-1-3-31 15,3-2-15-15,-5 1-25 0,2-7-16 0,0-1-28 16,0 0-13-16,-3-2-13 0,-3 0-17 0,3 3 1 15,0 4-11-15,-3 2-6 0,3 2-26 0,-3 0 8 16,2 4-5-16,1 1-18 0,-3 4 3 16,3 3-11-16,-3 2-2 0,3 3-8 0,0 0-5 15,-11 15 8-15,8-5-3 0,2 5-10 0,-1 3 5 16,2 3 5-16,-1 5-2 0,2 3-3 16,2 0-10-16,4 4 7 0,-3-2-10 0,5 1 1 15,-2-1-1-15,4-2 3 0,-1-1 0 0,3-2-1 16,1-1 1-16,0 0-21 0,0-7-9 15,-1 0-27-15,2-4 13 0,-2-3-20 0,4-4-5 16,-7-2-11-16,3-4 3 0,-2-2-5 0,-1-5 21 16,0-5 7-16,-2-3-11 0,1-7 14 0,-5 0 15 15,-1-2 23-15,0 3 18 0,1-1 33 16,-4 3-7-16,0 0 9 0,3 5-1 0,-3 1 4 16,0 1-18-16,0 2 16 0,0 3-11 15,-3-1-4-15,3 7-8 0,0 0 10 0,0 0-6 16,0 0-4-16,-7 14 0 0,4-3-8 0,3-1 15 15,0 5-40-15,0-2-1 0,-3 0-28 0,2 5-56 16,1 0-128-16,0-2-555 0,0 1-93 0,1-4 93 16,2-1 94-16,0-4 54 0,-3-3 77 15</inkml:trace>
  <inkml:trace contextRef="#ctx0" brushRef="#br0" timeOffset="2799.41">5875 1400 583 0,'0'0'210'0,"0"0"-51"0,0-5-85 15,0 5-97-15,0 0-164 0,9-1-366 0</inkml:trace>
  <inkml:trace contextRef="#ctx0" brushRef="#br0" timeOffset="2999.18">6138 1244 924 0,'0'0'355'0,"0"0"-35"15,3 19-10-15,-3-11-98 0,0 9-17 0,4 1-11 16,-4 3-5-16,3 4-15 0,0 1-36 0,1 2 13 16,-1 4-23-16,-2 1-13 0,2 3-11 15,0-1-1-15,0 0-6 0,0 1 2 0,2-3-32 16,-2 4-55-16,0-3-68 0,1-1-116 0,-1-2-612 15,1-5 103-15,-1-6 0 0,0-3 84 16,-3-5 55-16</inkml:trace>
  <inkml:trace contextRef="#ctx0" brushRef="#br0" timeOffset="3349.17">6014 1621 893 0,'1'-5'315'0,"2"-1"-13"16,4-2-41-16,0-2-15 0,3 0-24 0,4-1-25 16,6 1-25-16,1-1-19 0,0-1-12 0,9-3-33 15,-2 2-24-15,-1-1-7 0,0 0-21 16,3 1-25-16,-5-3-8 0,-1 1-13 0,-5 2-7 16,-1-4-103-16,0 1-25 0,-5-3-19 0,-3 1 34 15,1-1 36-15,-5 2 20 0,-2 0 18 16,-4 1 54-16,0 3 36 0,0 0 20 0,0 1 8 15,-3 2 8-15,2 0-16 0,1 3 8 0,-3-1-21 16,0 5 3-16,3 3 11 0,0 0-14 16,0 0 6-16,0 0 20 0,-11 16-11 0,11-4-12 15,0 3 5-15,0 5-17 0,4 3 4 0,0 4 5 16,2 1-15-16,-3 6-10 0,4 0 8 16,-1 0-11-16,5 11-18 0,-1 2-38 0,-3-9-35 15,1-5-55-15,-2-3-176 0,1 2-546 0,-4-4 98 16,-2-4 71-16,1-4 57 0,-4-4 56 0</inkml:trace>
  <inkml:trace contextRef="#ctx0" brushRef="#br0" timeOffset="3648.93">6309 1532 1208 0,'6'-11'373'0,"1"3"-42"0,1-3-32 16,5 0-25-16,0 0-31 0,1 0-23 0,7-1-20 16,-4 3-18-16,4 0-21 0,-2 3-13 15,2 1-17-15,0-2-80 0,-1 5-7 0,4 0-11 16,-3 2-2-16,-4 2-6 0,4 0 1 0,-1 3-3 16,0 4-5-16,1 2 10 0,-4 1-13 0,0 3 1 15,-3 3-6-15,-1 1 5 0,-2 6 6 16,-1-3-1-16,0 2-10 0,-3 0 3 0,-4 1-10 15,2 0-19-15,-2 1 1 0,0-1-62 0,0-1-38 16,-3-3-85-16,-6 1-281 0,9-1-320 16,0-5 112-16,-2 0 32 0,1-4 63 0,-1-5 77 15</inkml:trace>
  <inkml:trace contextRef="#ctx0" brushRef="#br0" timeOffset="4415.18">6818 1461 465 0,'0'0'195'15,"0"0"-39"-15,20 8-20 0,-13-4-16 16,1 4-36-16,-1 0 11 0,2 4-21 0,1 0 1 16,1 1 7-16,-4 0 5 0,3 5 2 15,1-2-9-15,-2-1-6 0,-2 2 3 0,-3-2 2 16,2 0-2-16,-1 1 12 0,1-3-7 0,-3 1-2 15,-3-1-6-15,3-3 3 0,-2 2-1 0,-1-4 6 16,3 1 16-16,-3-1 9 0,0-2 16 0,0-2-10 16,0-4-1-16,0 5-9 0,0-5-32 15,0 0 3-15,0 0 1 0,0-23-6 0,0 7-15 16,0-2-6-16,3-7-20 0,0 0 13 0,1 0-18 16,3 0 3-16,0 2-8 0,0 2-13 15,4 1 13-15,-1 4-8 0,2 3 11 0,-1 4-14 16,-1 3 16-16,1 0-20 0,2 5-3 0,1 2 5 15,0 3-10-15,2 1 5 0,2 0 8 16,-1 6 4-16,4 1-7 0,0-1 3 0,1 0 2 16,3 1-7-16,-5-1 2 0,5 1-10 0,-6-3 15 15,3 0 3-15,-1-1-23 0,-2-2-11 0,-5-1-4 16,0-2-1-16,0-2 0 0,-1 1 3 0,-6-4 8 16,3-1-23-16,-3 2 12 0,0-6 13 15,-4-1-15-15,1-1 15 0,-1-3 11 0,-3 1-14 16,-3-2 9-16,2 1 9 0,-2 1 6 15,3 0 7-15,-3 2-7 0,-1 1 2 0,4 2-5 16,-3 4-2-16,3 2 2 0,-7 1 3 0,3 5 2 16,1 3 10-16,3 2 11 0,3 9-21 15,-3 5 24-15,5 5-19 0,4 6 6 0,1 13-9 16,2 0 11-16,1 2-7 0,4 3 2 0,-1-1-8 16,-1-3-2-16,1 4 20 0,-5 0-13 0,2-2 3 15,-2 2 2-15,-1-1-12 0,-3-2 7 0,-4-9-12 16,-3-4 5-16,0-3-3 0,-6-3-18 15,2-6 3-15,-7 3 5 0,2-8 7 0,-2-4 14 16,-3 0-6-16,1-9-5 0,-4 0 13 0,0-4 5 16,-1-1-8-16,1-1 44 0,0-5-13 15,-4 1-20-15,5-5 45 0,-4 2-14 0,2-3-29 16,4-1 23-16,1-1-35 0,-1-5 24 0,1-1 19 16,5-1 18-16,-2-2-49 0,7 2 23 0,0-4-25 15,3 2-5-15,3-1 7 0,4-3 54 16,3-1-3-16,1-2-12 0,2 0-19 0,4 2-4 15,-3-1 4-15,6 1 14 0,-2 2-62 0,-5 4-36 16,4 1-20-16,-3 4-42 0,-4 0-73 16,0 1-129-16,-2 0-603 0,-2 4 56 0,0-2 104 15,-6 1 57-15,-3-2 69 0,0 1 59 0</inkml:trace>
  <inkml:trace contextRef="#ctx0" brushRef="#br0" timeOffset="5682.56">8483 1521 1049 0,'4'-5'261'0,"-4"2"-25"0,0 3-9 16,0-7-37-16,0 7-24 0,0 0-5 0,0 0-15 15,0 0-15-15,6 20-8 0,-6-8-8 16,1 1 0-16,2 3-18 0,0 2-2 0,-3 0-18 16,0 2-8-16,0 2-18 0,0-1-35 0,3 1-42 15,-3-3-43-15,3 1-98 0,1 3-457 0,-1-4-72 16,5-3 33-16,-2-5 71 0</inkml:trace>
  <inkml:trace contextRef="#ctx0" brushRef="#br0" timeOffset="6048.45">8753 1671 1192 0,'0'10'361'0,"0"-2"-36"16,0 4-41-16,0 0-38 0,0-2-15 0,0 3-14 15,0-3-30-15,0 2-16 0,0-1-20 0,0 0-17 16,0-3 4-16,0 0-20 0,0-1-19 15,0 0 1-15,0-1-10 0,0-1 5 0,0-5-11 16,0 0-25-16,0 0 5 0,0 0-21 0,0 0-2 16,0 0 5-16,-4-23-5 0,4 10-12 0,0-5-1 15,0-1-5-15,0-1 2 0,0 0-7 0,4 1-5 16,-1 1 5-16,0 2-8 0,1 0 6 16,0 3-6-16,-1 1-5 0,1 4 0 0,2 0 5 15,-2 4-15-15,2 1-5 0,2 1 12 16,-8 2-2-16,16 3 3 0,-9 1-3 0,1 2 5 15,1 2-5-15,1-1 0 0,-2 3 5 0,2 1-15 16,0-1 2-16,1 3-51 0,-2-3-38 0,1 2-26 16,1 0-53-16,-4-1-139 0,3-3-486 15,0 1 25-15,1-4 98 0,-4 0 51 0,2-3 56 16</inkml:trace>
  <inkml:trace contextRef="#ctx0" brushRef="#br0" timeOffset="6249.4">9091 1236 742 0,'0'0'256'15,"0"0"-8"-15,0 0-28 0,0 0-15 0,7 22 46 16,-3-9-23-16,0 2-31 0,2 2-8 16,-3 5-12-16,4-1-21 0,-1 3-15 0,2 0-24 15,-4 1-14-15,5 2-21 0,-2 4-29 0,0-1-60 16,0 1-67-16,-4-6-83 0,1 0-196 0,2 0-384 15,-5-7 66-15,5-3 62 0,-6 0 74 16</inkml:trace>
  <inkml:trace contextRef="#ctx0" brushRef="#br0" timeOffset="6617.83">9081 1576 913 0,'-3'-10'356'0,"3"1"-26"0,0 2-38 15,0 1-33-15,3-2-14 0,1 2-27 16,5-3-29-16,-1 2-4 0,5 0-24 0,0-2-20 15,2 0-11-15,5 2-15 0,0 1-76 0,1 1-8 16,0 3 2-16,2-1-13 0,-2 4-20 0,3 2 23 16,0 2 3-16,-1 3-18 0,-2 3 2 0,0 1 8 15,-1 2-8-15,-5 2-5 0,1 0-5 16,1 3-8-16,-4-2 21 0,2 1-15 0,-2-3-1 16,1 2 3-16,-1-2-15 0,-3-2 10 15,1-2-8-15,2 0 0 0,-1-3 3 0,1-1 0 16,0 0 10-16,1-4 5 0,-1-3-5 0,2 0 2 15,1-5-2-15,-1-2 8 0,1-2 0 0,1-3-1 16,-6-2-7-16,0-2 13 0,-2-1 2 16,-2-3 8-16,-4-1 1 0,0 0 1 0,-6 1 11 15,3 0 0-15,-7-1 5 0,4 2-3 0,-3 3 13 16,-2-1-10-16,-2 5 8 0,0 1-29 0,-4 1 9 16,1 2-1-16,-5 4-3 0,2 2-4 15,-2 2-14-15,2 2 6 0,-2 1-5 0,0 2-77 16,2 5-39-16,3 0-66 0,2 1-84 0,4 3-543 15,4-3 61-15,3 0 51 0,3 1 70 0,4-4 61 16</inkml:trace>
  <inkml:trace contextRef="#ctx0" brushRef="#br0" timeOffset="7081.5">11054 1271 921 0,'6'-8'397'0,"-2"2"-24"0,2 0-45 16,-2 1-18-16,-3 1-26 0,5 0-36 0,-3 1-35 16,4 0-19-16,-7 3-25 0,10 0-2 0,1 4-24 15,-1-1-5-15,0 6-25 0,1 1-11 16,-1 3-12-16,0 4-6 0,0 0-12 0,0 1 5 15,-6 3-18-15,2 1 5 0,-2-2-24 0,-4 1 9 16,-4 4-3-16,-2-1-10 0,2 0-5 0,-6-2-8 16,-1-1-3-16,1 1-7 0,-3-3 2 0,-1-1 8 15,4-2 0-15,-4-3-2 0,4-3-3 16,0 0 5-16,-1-3 2 0,1-6 4 0,1 1-19 16,2-4 10-16,-1-2-15 0,1-4 8 0,1-2-2 15,2 0 1-15,1-1 1 0,0-2-8 0,-1 1-2 16,3 1 10-16,1 1 5 0,0 1-8 15,1 1 5-15,3 2-12 0,-1 0 2 0,0 2 0 16,4 1 0-16,-7 3 0 0,14 2 5 0,-3 2-4 16,2 2-6-16,4 1 2 0,-1 5 6 15,5 0-3-15,-3 2 3 0,2 3-11 0,1 3-25 16,-1-2-26-16,0 0-97 0,-2 2-205 0,2 1-588 16,-6-5 109-16,-7-3 83 0,-1-2 79 15,-2-4 66-15,-4-3 49 0</inkml:trace>
  <inkml:trace contextRef="#ctx0" brushRef="#br0" timeOffset="7504.17">12602 1527 647 0,'6'14'264'0,"-1"3"-11"0,1 8-30 16,1 5-31-16,0 2-10 0,-1 1-19 16,2 3-17-16,-1 13-20 0,3-4-9 0,0-5-9 15,-6 0-13-15,-1 8-24 0,0-6-2 0,1-6-33 16,-4 1-28-16,0-2-41 0,0-5-44 0,0-4-31 15,-1-1-132-15,-5-3-75 0,3-3-312 16,3-7 53-16,-4-5 34 0</inkml:trace>
  <inkml:trace contextRef="#ctx0" brushRef="#br0" timeOffset="7764.46">12466 1728 939 0,'0'-27'235'0,"3"3"1"0,3 2-24 0,1 5-22 16,1 0-19-16,2-1-17 0,3 3-21 0,1 0-10 15,0 2-16-15,3 4 6 0,-1 2-16 0,5 1-12 16,-3 3-14-16,-2 3-12 0,5 3 0 16,-4 1-8-16,0 2 11 0,0 6 71 0,0 1-15 15,-3 2-6-15,-3 3-2 0,-1 2-18 0,-1 0-5 16,-8 3 6-16,3-3-27 0,-4 2 3 0,-5 2-18 16,-1-1 8-16,-1 0 3 0,-3-1-8 15,-7 2-6-15,3-1-12 0,-6-3 2 16,6-2-4-16,-6-3-9 0,2-1-22 0,1-3-3 0,3-1-13 15,1-4-59-15,-1-4-74 0,4 0-186 16,3 0-490-16,1-6 52 0,5 0 78 0,1-2 86 16,1-2 20-16</inkml:trace>
  <inkml:trace contextRef="#ctx0" brushRef="#br0" timeOffset="8164.69">13044 1458 962 0,'-8'-1'335'16,"8"1"-38"-16,-17 6-20 0,3-2-24 0,1 5-23 16,-5 3-30-16,2 1-16 0,-2 2-20 15,5 1-20-15,-4 2-1 0,4-1-23 0,1 1-7 16,2 0-13-16,4 0-3 0,-1-1-13 16,0 0-15-16,7-1-2 0,-3-2 0 0,6-3-19 15,1 1-12-15,-1-1-10 0,4-3-11 0,3-2 3 16,4-1 8-16,-1-2-34 0,1-2-2 0,0-2-8 15,3-2 10-15,-3-2 0 0,3-1 3 0,-1-2 5 16,-1-3-5-16,-5-1 10 16,0-4-2-16,-1 0 12 0,-1 0 13 0,-1 1 34 0,-4 1 2 15,0 0 0-15,1 3-21 0,-1-1 1 0,-3 3 4 16,4 2 4-16,-4-1-22 0,1 3 6 16,2 2 10-16,-3 3-25 0,0 0-6 0,0 0 13 15,0 0 3-15,6 19-13 0,-3-11 2 16,-2 3-2-16,2 2 3 0,3-1-11 0,-2 3 5 15,4-1 3-15,1 1-2 0,-2-1-11 0,7 3-28 16,0-3-46-16,6 0-47 0,-3 0-86 0,4-6-123 16,3 0-504-16,0-1 25 0,-4-3 103 0,1-4 56 15,0-1 71-15</inkml:trace>
  <inkml:trace contextRef="#ctx0" brushRef="#br0" timeOffset="8466.6">13542 1452 785 0,'7'17'313'0,"-4"-8"-29"0,1 4-18 16,-1 3-41-16,0 3-17 0,5 1-11 0,-2 4-23 15,-2 0-21-15,2-2-15 0,1 0-25 0,1-2-8 16,-5-1 3-16,3-1-24 0,-2-2 3 16,-1-4-18-16,0 1-7 0,-2-1 14 0,2-2 6 15,-3-2-2-15,0-3-6 0,-4 1-13 0,4-6-4 16,-6 3 14-16,6-3-4 0,0 0 5 15,-18-14-16-15,12 1 0 0,-1 1 0 0,0-3 3 16,-2-1-10-16,4 0 5 0,-1-2 5 0,2 0-16 16,-2-1 3-16,3 1-5 0,6 2-5 15,-3-1 10-15,3 0-20 0,0-1-16 0,4 3 5 16,1-2-2-16,1 3-33 0,1-1-21 0,2 0-34 16,1 2-65-16,3 1-29 0,2 1-118 0,-1 0-261 15,3 0-238-15,-2-2 54 0,3 2 69 16,-2-3 59-16,-1 2 44 0</inkml:trace>
  <inkml:trace contextRef="#ctx0" brushRef="#br0" timeOffset="8631.18">13956 1182 816 0,'0'0'256'0,"0"0"-23"0,10 9-18 16,-3 0-33-16,-3 1 2 0,5 3-23 0,-2 5-12 16,4 1-11-16,-1 1-23 0,3 5-2 15,-2 1-11-15,2 1-17 0,-2 1-19 0,-1-1-17 16,-3-2-34-16,-1 4-51 0,2-4-94 15,-2-1-177-15,-2-1-385 0,-1 1 65 0,0-6 54 16</inkml:trace>
  <inkml:trace contextRef="#ctx0" brushRef="#br0" timeOffset="9014.92">13939 1530 926 0,'3'-9'343'15,"1"-1"-36"-15,2 1-23 0,4-1-40 16,1-1-14-16,6-3-28 0,3 0-10 0,5-3-25 15,2 1-9-15,0-1-25 0,3 2-7 0,1-2-6 16,-3 1-12-16,-1 0-16 0,0 3-8 16,-6 1-12-16,-1 0-11 0,-2 1-4 0,-1 2 4 15,-4 2-17-15,-3 1-16 0,-2 0-23 0,2 0 2 16,-6 2-12-16,2 2 21 0,1 1-14 0,-7 1-2 16,0 0 5-16,0 0-5 0,10 6 16 15,-6-1-6-15,-1 1-5 0,0 3-7 0,1 1 2 16,2 2 2-16,2 3-7 0,2 2 18 0,0-1 5 15,4 4 7-15,-1-1-9 0,5 3-11 16,-2 1 18-16,-2-5 2 0,0 5 6 0,0-5-13 16,-4 1-8-16,0 0 1 0,1-1 9 0,-5-2 13 15,-2-2 8-15,-1-1 18 0,-3 1 3 16,0 0-6-16,-3 0 10 0,-4-2-2 0,0 1-12 16,-3-2-17-16,-3-2 4 0,1-2-6 0,2-1 13 15,-3-2-15-15,2-1-3 0,-2-4-13 0,-1-2-15 16,1-3-5-16,0-2-13 0,1 0-35 15,-1-3-37-15,2 1-35 0,-2-2-124 0,6 3-618 16,-7-1 37-16,4 1 101 0,-3 2 61 0,-4 1 71 16,-4-1 78-16</inkml:trace>
  <inkml:trace contextRef="#ctx0" brushRef="#br0" timeOffset="9767.71">7909 2783 739 0,'3'-5'284'0,"-3"5"-28"15,0 0-38-15,0 0-13 0,0 0-16 0,0 0-20 16,0 0-15-16,-17 14-14 0,10 0 58 15,-3 1-17-15,-4 9-14 0,0 1-34 0,-7 13-3 16,-2 0-7-16,3 4-18 0,-4 3-10 0,0 5 7 16,-7 6-7-16,0 5 2 0,-3 0-15 15,3 3-26-15,-7-1 8 0,-2 1-20 0,-2 1 5 16,1-3 2-16,-3 1-5 0,3-2-5 0,0 0-3 16,-4 0 6-16,5-2-16 0,2-2 15 0,1-6-12 15,9-7-16-15,-2-2 1 0,5-2-3 0,-2-2-1 16,9-8-7-16,2-6-20 0,1-5-8 15,5 2-23-15,-2-4-31 0,4-6-41 0,4-1-22 16,-2-2-214-16,2-4-477 0,1-4 63 0,3 0 77 16,0 0 69-16,-7-16 66 0</inkml:trace>
  <inkml:trace contextRef="#ctx0" brushRef="#br0" timeOffset="10048.14">6965 3781 857 0,'0'0'256'0,"-7"19"-15"0,4-8-11 0,3 3-36 15,-3 4-19-15,2 5 9 0,1 2-31 0,1 0-19 16,-1 1-6-16,3 0 2 0,-3 1-17 16,3-2-6-16,1 0-7 0,2 0-18 0,-3-3 61 15,5 2-5-15,-1-4-22 0,2-2 1 0,1-1-7 16,2-2-25-16,0-1-1 0,6-5-20 15,-1-7-2-15,7 4-3 0,3-6 5 0,4-1-5 16,6-5-24-16,5-1-1 0,9-4-24 0,4 3-59 16,-11-1-104-16,-6 4-272 0,0 1-379 15,2-1 44-15,-12 3 76 0,-4-1 73 0,-3 3 60 16</inkml:trace>
  <inkml:trace contextRef="#ctx0" brushRef="#br0" timeOffset="10448.18">5916 4875 1128 0,'0'0'325'0,"13"17"-35"16,-9-2-16-16,3-1-29 0,3 7-32 0,4 4-16 16,-5 3-26-16,5 2-9 0,0-1-22 0,-1 13-12 15,5-2-28-15,-8-4-41 0,1-5-41 16,-1-5-33-16,-1 4-60 0,-2-7-55 0,1-4-118 16,-5 0-454-16,4-4 1 0,-4-4 81 15,0 0 50-15</inkml:trace>
  <inkml:trace contextRef="#ctx0" brushRef="#br0" timeOffset="10681.35">5697 4991 1146 0,'-3'-7'356'15,"2"-1"-26"-15,1 0-46 0,1 1-25 16,2-3-16-16,3 1-23 0,1-4-36 0,4 1-4 15,2-2-14-15,2-1-23 0,4 2-7 0,2-3-26 16,6-1 3-16,-2 3-24 0,5-1 1 0,-6 5-16 16,3 0-20-16,0 3-26 0,-3-1-82 0,1 5-92 15,-5 3-235-15,4 1-456 0,-4 1 102 16,-3 4 67-16,1-4 59 0,-5 5 64 0</inkml:trace>
  <inkml:trace contextRef="#ctx0" brushRef="#br0" timeOffset="11331.61">6383 5411 860 0,'1'14'248'0,"2"-5"-25"16,-3-1-16-16,0 0-13 0,4-5-7 0,-4 3-20 15,0-6-6-15,0 8-2 0,0-8 2 16,0 5 0-16,0-5-15 0,0 0-8 0,0 0-7 15,0 0-24-15,0 0 1 0,-14-21-16 0,10 6-5 16,-2-1-10-16,3-1-6 0,-2-2-17 0,-1-4 3 16,3 4 63-16,2 2-20 0,1-5 5 0,0 4-31 15,1 0-3-15,5 1 6 0,2-5-10 16,-1 4-11-16,3 0-15 0,4 1 5 0,2 1-5 16,-1 0-2-16,7 1 1 0,-1 0-9 15,3 5-8-15,0-1-7 0,7 1-11 0,-8 0-64 16,2 4 10-16,2-3-12 0,-2 2 7 0,-1-1 3 15,-5 2 2-15,2 2 13 0,-5 0 6 16,-4 1 7-16,1-2-3 0,-2 2 16 0,-1 2 5 16,-1-4 7-16,-5 4-15 0,-4 1 21 0,11-1 15 15,-11 1-13-15,0 0-10 0,0 0 5 0,0 0-10 16,-14 17 8-16,7-7-6 0,0 5 1 0,-4 1-1 16,-2 1 6-16,3 2-3 0,-1 3-5 15,5-4 5-15,-4 6 0 0,3-5 10 0,0 5-13 16,3 0-2-16,1-7 3 0,3 2-1 0,0-3-15 15,3 1-2-15,1-2-3 0,3 1-5 16,0-7 7-16,6-1-7 0,-2 0-5 0,5-6-16 16,-1-2 23-16,1 0 3 0,2-4 8 0,-1-3-16 15,3-1 3-15,-2-6 5 0,-2 2 5 16,-1-4 3-16,-2-2 2 0,-3-3 16 0,0 2-3 16,-3-2 7-16,-3 3 24 0,-1 1 0 0,0 1 5 15,0 5 25-15,-3-3-33 0,1 4 16 0,2 0-1 16,-3 2-4-16,0 1-19 0,0 1 13 0,0 6 6 15,3-3-16-15,-3 3-5 16,0 0-11-16,0 0 6 0,4 17 2 0,-3-7 3 0,1-2-2 16,2 3-1-16,-4 1-7 0,6 0-3 15,-5 3-8-15,5 0-43 0,1 1-20 0,0 1-32 16,3-4-86-16,0 0-187 0,4 2-466 0,-4-4 87 16,4-1 74-16,-3-3 95 0,2-6 33 15</inkml:trace>
  <inkml:trace contextRef="#ctx0" brushRef="#br0" timeOffset="11514.84">7266 5009 875 0,'0'0'363'0,"0"0"-35"16,-4 16-28-16,4-7-27 0,1 0-17 0,2 7-30 15,0-5-29-15,0 5-3 0,1 1-27 0,2 0-1 16,2 4-30-16,-2-1-8 0,1 3-5 0,0-4-52 15,4 4-50-15,-5 1-85 0,1-4-141 0,3 2-596 16,-3-1 53-16,0-5 88 0,-3-3 56 16,-1-2 79-16</inkml:trace>
  <inkml:trace contextRef="#ctx0" brushRef="#br0" timeOffset="11764.98">7392 5050 952 0,'0'0'335'0,"0"0"-35"15,0 0-27-15,0 0-35 0,7 20-20 16,-4-11-13-16,0 3-39 0,2 0-2 0,1 2-21 16,-2 3-4-16,2-1-19 0,-3-3-18 0,1 3 11 15,0 2-31-15,3-2-8 0,-4 3-15 16,0-1-31-16,-2-2-46 0,2 2-46 0,0-2-66 15,-3 0-93-15,0-4-269 0,3 2-245 0,-2-3 59 16,-1-3 74-16,3-2 69 0</inkml:trace>
  <inkml:trace contextRef="#ctx0" brushRef="#br0" timeOffset="12280.91">7495 5228 980 0,'-1'-6'312'0,"1"0"-10"0,0-1-38 0,0-2-16 15,0-5-43-15,1 4-3 0,2 0-20 16,1-3-34-16,-1-2-9 0,4 2 4 0,-4-1-23 15,4 0-10-15,-4 2-15 0,5 2-13 0,-5-2 0 16,1 3 0-16,2 2-26 0,-2 1 3 0,2 0-16 16,-2 3-9-16,-4 3 2 0,13 2 2 15,-13-2-15-15,14 8 8 0,-7 1-6 0,3 3 1 16,-3 3-13-16,3 2 20 0,1 1-13 0,-1 3 1 16,-1-4-1-16,-1 2-12 0,2-3-8 15,-3 1 21-15,4-2-4 0,-5 1-6 0,4-4-11 16,-3 1 12-16,1-4 6 0,1-1-10 0,-2 0-3 15,3-4-7-15,1 0-21 0,-1 0-29 0,0-3-42 16,4-2-47-16,-1-2-125 0,1 2-262 16,-3-6-252-16,3 0 94 0,-1-1 64 0,0-3 48 15,-2-3 70-15</inkml:trace>
  <inkml:trace contextRef="#ctx0" brushRef="#br0" timeOffset="12464.6">7940 4982 627 0,'-1'-7'263'0,"1"7"-12"0,0 0-31 15,0 0-12-15,0 0 50 0,-6 18-7 0,6-8-16 16,3 0-30-16,-3 3-5 0,3 3-39 0,-2 1-12 16,2-1-6-16,3 0-13 0,-2 0-4 15,2-1-1-15,2 4-27 0,-2 0-19 0,1-1-20 16,3 0-34-16,-2-3-45 0,-1 0-72 0,2 0-126 16,5-3-488-16,-4-4-47 0,0-1 88 15,-2-3 81-15,-2-1 41 0</inkml:trace>
  <inkml:trace contextRef="#ctx0" brushRef="#br0" timeOffset="12581.21">7936 4884 719 0,'0'0'171'0,"0"0"-63"0,0 0-67 0,0 0-90 15,0 0-192-15,0 0-291 0</inkml:trace>
  <inkml:trace contextRef="#ctx0" brushRef="#br0" timeOffset="13197.68">8196 5163 668 0,'9'15'235'0,"-4"-2"-15"0,-2-4-7 16,0 0-14-16,1-1-4 0,-4 0-3 0,3-4-16 16,-3 2 11-16,3 0-77 0,-3-6 0 15,0 6 85-15,0-6-6 0,0 4-17 0,0-4-26 16,0 0 0-16,0 0-41 0,0 0 18 0,-13-19-13 15,10 7-8-15,-5-1-15 0,2-3-13 0,2-3 3 16,1 4-16-16,-1-1-2 0,1 0 8 16,3 2-13-16,-3 3-16 0,3-3 0 0,0 6-4 15,3-2-4-15,-2 3-9 0,5 5 4 0,0-4-17 16,1 4 10-16,-7 2-3 0,15 0 1 16,-3 2-3-16,0 2 7 0,1-2 1 0,4 0-9 15,-3 0 4-15,6 2-21 0,0-3-57 16,1 1 8-16,0-2 6 0,2 0 4 0,-2-3 11 15,3-1-3-15,0 0 0 0,-1-2 8 0,-2-2 3 16,0-1 12-16,-5 2 0 0,-1-1-13 0,-2-2 11 16,1 0-5-16,-4 0 7 0,-3-3 15 0,0 2-12 15,0 3 15-15,-3-1-5 0,2 1 16 16,-3 2-19-16,-2 2 8 0,1 0-7 0,-2 4 4 16,0 0 11-16,0 0-8 0,4 18 0 0,-1-1-5 15,1 6 15-15,-3 4-7 0,5 10 5 16,4 17-16-16,0 9 19 0,4 8-11 0,-1-9 5 15,-2-3 0-15,2-2 3 0,2-2-5 0,-2 2-8 16,0-6 0-16,-2-2 0 0,-1-2 2 16,-3-11 3-16,0-4-10 0,-6-7 10 0,2-5-2 15,-3-1 20-15,-3-5-8 0,-2-1 6 0,-1-5-1 16,-4 0 1-16,0-5 2 0,-5 1 13 0,-1-8-26 16,-5 2 72-16,-3-4-31 0,0 2 28 15,-4-11-17-15,8 2 40 0,-4-2-10 0,0-1-33 16,7 1 31-16,-3-1-31 0,2 1-16 0,2 4-2 15,6-3 13-15,-1 3 5 0,1-3-11 16,3 0-7-16,4 1 3 0,-1 0-8 0,8 1-21 16,2-5 3-16,1-3-8 0,6 5-40 0,2-4-24 15,9-2-87-15,-1 1-41 0,4 1-199 0,-3 1-541 16,4 0 52-16,-1-2 120 0,-3 1 64 16,0-2 56-16,-4-1 67 0</inkml:trace>
  <inkml:trace contextRef="#ctx0" brushRef="#br0" timeOffset="13897.75">12038 3245 1011 0,'0'0'302'0,"7"18"-34"0,0-6-1 16,4 1-34-16,5 3 7 0,2 8-33 15,15 9-17-15,1 2-16 0,4 3-26 0,13 5 6 16,-3 1-26-16,7 2-8 0,0-4-15 0,0-1 13 16,-1-3-26-16,0 1-13 0,-9-6-4 0,-1-1-9 15,1-3-4-15,-4 3-3 0,0-6-39 16,0 1-43-16,-6-2-46 0,-8-6-49 0,-4-6-48 16,-8 0-72-16,-2-5-31 0,-3-1-43 0,-3-3-59 15,-3-3-315-15,-1-1 76 0,-3 0 234 0,0 0 292 16,-3-15 142-16,-1 4 63 0,-3 0 30 15,-3-6 41-15,3 0 13 0,0 1-67 0,-3-1 31 16,0 0 15-16,3 3-13 0,1-1 57 16,-1 3-10-16,2 3-34 0,2-3-5 0,0 3-20 15,0 1-23-15,3 4-11 0,3 0-20 0,-3 4-3 16,14-2-7-16,-14 2-15 0,17 3 1 16,0 4-4-16,-3 0-10 0,6 3-3 0,-3 3 0 15,3 2-21-15,-5-2 6 0,1 4-8 0,-3 4-3 16,-5-2-4-16,-1 1 6 0,-7 2-11 0,0 3-11 15,-10 3-49-15,-4 2-46 0,-10 9-64 16,-3-1-181-16,-8 0-505 0,-2-3 51 0,-1-4 75 16,-3-3 59-16,-3-3 66 0</inkml:trace>
  <inkml:trace contextRef="#ctx0" brushRef="#br0" timeOffset="14297.22">12356 4575 1238 0,'3'6'374'0,"5"5"-44"0,-2 3-33 0,1 5-28 16,3 2-21-16,1 1-35 0,-1 5-19 0,0 0-15 16,1 1-10-16,2 0-18 0,-3 3-23 0,1-2-20 15,-5 1-36-15,1 2-16 0,-1-7-31 16,-1-4-40-16,-2-1-10 0,0-2-37 0,-2-2-35 15,2-5-18-15,-6 0-3 0,3-4-25 0,-1-1-6 16,-5-5 13-16,6-1 42 0,0 0 35 0,-25-14 38 16,11 2 26-16,-2-6 34 0,-2-4 7 15,-2-3 18-15,-4-10 36 0,0 1 28 16,3 0-10-16,2 3 4 0,7 6 27 0,-1-1-44 16,7 2 18-16,-5 1 0 0,7 2-3 0,-2-1-31 15,6 5 1-15,-3-2-18 0,3 1-1 0,3-2 14 16,3 2-11-16,1-1-28 0,4-2 3 15,2 3 10-15,8-1-13 0,0 2-10 0,-4 1 2 16,10 2-20-16,-3 1-28 0,-4 1-49 0,4 4-59 16,-3 4-77-16,-4-2-158 0,6 5-520 0,-5 1 57 15,-4 1 79-15,0 1 76 0,-1 2 78 16,-6 0 50-16</inkml:trace>
  <inkml:trace contextRef="#ctx0" brushRef="#br0" timeOffset="14863.76">12739 4847 1254 0,'14'-11'340'0,"-8"9"-20"0,-2-7-15 0,3 1-34 16,0-5-28-16,2 1-10 0,-5-2-31 0,4-3-20 16,-2 2-10-16,-2-2-14 0,2 4-4 15,-6-2-6-15,3 0 14 0,0 5-50 0,-3 0-20 16,0 3 1-16,-3-1-4 0,0 4-7 0,3 4 5 15,-13 0-13-15,2 6-10 0,-2 1-15 0,-1 3 0 16,0 4 4-16,1-2-9 0,-5 3-24 16,8 2 14-16,-4-2 7 0,4 2-18 0,4-1-3 15,2 0 8-15,0-1-5 0,1 0-10 0,3-2 13 16,0-1-19-16,7 1-2 0,-3-3 6 0,6 2-9 16,-1-6-7-16,6 1 18 15,1-2-13-15,-1-2-8 0,4-3-5 0,5-3 21 0,-3-1-10 16,0-1 2-16,2-4 12 0,1-3-24 15,-6 1 14-15,-1-6-12 0,3-3-18 0,-6 1-3 16,-4 0 16-16,0-4-8 0,-3 7-8 0,-3-1 8 16,3 2 13-16,-4 2 2 0,1 1-5 15,-1 2 11-15,0 0-14 0,0 3 14 0,-3 0-1 16,1 4-15-16,-1 3 8 0,6-4 13 0,-6 4-9 16,0 0-6-16,11 13 6 0,-7-5 6 0,5 2-10 15,-2 3 8-15,-1-1-14 0,5 2 1 0,-4 3 20 16,7-1 3-16,-4 0-16 0,0 2 21 15,-3-2-8-15,0-3-8 0,0 2 24 0,-4 2-3 16,1-2-5-16,-1 0 10 0,0-2 2 16,-6 0 3-16,3-3-5 0,-3 4-7 0,-1-5 7 15,-2 0-3-15,-1-1-4 0,0 0-6 0,0-1 13 16,-3-3-5-16,3 1-13 0,-4-4 0 0,2 1-2 16,2-2-16-16,-4 0-49 0,1-3-32 15,3 0-34-15,-3-1-36 0,6-3-87 0,-2 0-128 16,2-1-207-16,4-2-207 0,0-4 27 0,3 1 106 15,-2-8 53-15,5 0 67 0</inkml:trace>
  <inkml:trace contextRef="#ctx0" brushRef="#br0" timeOffset="15047.19">13238 4421 806 0,'0'0'266'0,"0"0"67"15,13 14-34-15,-9-4-25 0,3 4-13 0,0 5-10 16,0 3-33-16,2 6-6 0,2 0-28 0,-1 2-20 15,-3 1-3-15,4-2-15 0,-5 3-33 16,1 0-36-16,0-1-52 0,-1 0-37 0,-1-3-78 16,1-3-140-16,-3 1-270 0,-3-5 78 15,0 0-248-15,0-1 12 0,-3-4 79 0,0-3 54 16</inkml:trace>
  <inkml:trace contextRef="#ctx0" brushRef="#br0" timeOffset="15265.41">13232 4884 796 0,'-4'-13'299'16,"0"1"52"-16,0 0-31 0,4 1-31 0,0 1-18 15,1 1-38-15,6-5-2 0,0 2-37 0,3-3-15 16,4-1-12-16,-1 1-24 0,5-1-18 16,1 4 1-16,-1-2-16 0,-1 3-13 0,3 3-20 15,-2 0 15-15,-2 4-20 0,-1 2 12 0,1 2-25 16,-1 5-3-16,1-2 11 0,2 10-8 16,-2-3 5-16,2 5 18 0,-5 0-36 0,1 4 18 15,-1-2-23-15,-3 4 7 0,1 0 6 0,-1-1-23 16,-3 4-6-16,-1-2-17 0,2-1-36 0,-2 0-59 15,-5-3-59-15,5-3-133 0,-3 1-596 16,1-4 45-16,3-2 78 0,-3-3 68 0,-1-5 88 16,-3-2 38-16</inkml:trace>
  <inkml:trace contextRef="#ctx0" brushRef="#br0" timeOffset="15764.71">13836 4834 1036 0,'3'7'330'0,"-6"-1"-28"16,3 1-38-16,0 0-21 0,-3 4-35 0,2-1-9 16,-2 0-12-16,0-2-21 0,0 1-15 15,-1-1-15-15,4 0-62 0,-3-4 8 0,-1 3 8 16,0-2 7-16,1-3-15 0,3-2-8 0,-10 3 16 16,10-3 2-16,-6-8-28 0,2 2-3 15,-3-5-14-15,4-1 11 0,2-5-22 0,-2 1 18 16,3-1-28-16,0 1 7 0,0 1 0 0,0 0-5 15,3 2-5-15,-2-1-10 0,2 6 10 0,0-3-2 16,1 3-16-16,0-1 10 0,2 2 8 16,1 0-5-16,0 5 5 0,4-3-15 0,2 4-3 15,1-1 8-15,-1 1 0 0,4-3 4 0,-3 1-17 16,7 2-2-16,-2-5 10 0,2 4-1 0,3-4-7 16,-4-2 3-16,4-1 20 0,-3 2-23 15,-4-2 13-15,4-1-1 0,-4 0-12 0,-4 1 8 16,-2-4-16-16,3 2 11 0,-5-2 2 15,-2 4 3-15,1 0-3 0,-2 1-5 0,-2 0 8 16,2 1-24-16,-2 3 3 0,-1-2 8 0,1 6-5 16,-4 0 18-16,0 0-16 0,7 14 16 15,-4 3-3-15,4 2-10 0,-4 6 10 0,4 6-3 16,0 2 9-16,3 16-11 0,3 1-3 0,-5-3 3 16,-1 1-2-16,-1-6 9 0,1-4 11 0,-4-3-13 15,2 5 11-15,-2-6-6 0,-3 1-2 0,0-7 2 16,-3 1 8-16,2-5-16 0,-3-6 14 15,-2 1-32-15,-4-2-22 0,-4-1-111 0,0-2-375 16,-3-7-357-16,0-5 108 0,-4-4 61 0,-3-9 93 16,1-6 46-16</inkml:trace>
  <inkml:trace contextRef="#ctx0" brushRef="#br0" timeOffset="15913.71">14048 4461 1279 0,'0'-5'400'0,"0"0"-132"0,0 5-104 16,0-4-31-16,0 4-140 0,0 0-643 15,-17 13 4-15,0-3 99 0</inkml:trace>
  <inkml:trace contextRef="#ctx0" brushRef="#br0" timeOffset="16963.48">6685 6535 627 0,'-4'-6'227'0,"-2"3"17"0,2-2 37 0,-3 1 1 16,0-3-42-16,0 0-9 0,1 2-39 15,-2-2-5-15,2 0-3 0,-1-1-20 0,0 0-1 16,1 1-19-16,-1 3-3 0,3-3-13 16,-2 1-18-16,2 4-13 0,1-4 0 0,-1 4-20 15,4 2-31-15,-3-8-10 0,3 8 5 0,0 0 2 16,0 0-7-16,7-5 0 0,-7 5-5 0,0 0 7 15,19 4-20-15,-8-4 3 0,0 1-9 16,3 1-14-16,2-2 15 0,2 0-13 0,-2 0-13 16,5 0 8-16,0-2-3 0,-4 1-7 0,3-3 10 15,-3 0-16-15,1 0 6 0,-2 1 7 16,-2 0-12-16,-1-3 7 0,-2-1-3 0,-1 4 16 16,-3-4 11-16,-1 1-4 0,-1-3 16 0,1 1-2 15,-6 4 33-15,4-3 2 0,-4-1 0 16,0 2-12-16,0 6 22 0,0-8-12 0,0 3-16 15,0 5 3-15,0-6-12 0,0 6-4 0,0 0-4 16,0 0 4-16,-4 19 1 0,4-5-3 16,0 5 0-16,0 4-5 0,1 3-5 0,2 6-8 15,0 3 13-15,-3 1 2 0,6 14-7 0,-2 2 7 16,3-4-15-16,-3-4-2 0,-1-6-34 0,0-1-22 16,1-1-55-16,-1 3-81 0,0-4-116 0,1-1-522 15,-1-7 24-15,1-3 70 0,-4-6 83 16,1-4 64-16</inkml:trace>
  <inkml:trace contextRef="#ctx0" brushRef="#br0" timeOffset="17431.23">6876 6775 1116 0,'6'-10'325'0,"2"-2"-34"0,2 0-35 16,7-4-15-16,-3 2-21 0,4 1-33 0,5-1-16 15,0-1-20-15,-2 5-10 0,3-1-15 16,-3 1-11-16,0 1-15 0,-1 5-18 0,0 0-6 16,-6 1-9-16,0 3-11 0,0 1 3 15,-1 5-13-15,0 1 8 0,-2 3 0 0,-4 1 7 0,0 3-7 16,3 3-13-16,-6 2-8 0,2 3 13 16,-2-1-15-16,2 1 5 0,-3 1-8 0,1-3-8 15,3 3 1-15,0-4-6 0,-1-4 11 16,1 3-3-16,4-1-18 0,-1-3-10 0,0-3-10 15,4 1 12-15,-1-4-5 0,1-3 1 0,3 1-4 16,-3-4-14-16,3-3 12 0,0 0-8 16,0-5-2-16,0-4 8 0,0-1-3 0,0-4 5 15,-3-2 16-15,0-4-13 0,-4 1 12 0,1-3 11 16,-5 2 5-16,-2-3 13 0,-1 0 7 0,0 1-2 16,-3 4-8-16,-3-2-41 0,0 7 0 15,-1-7-10-15,-6 6 18 0,3 2-10 0,-3 0 0 16,-4 2 12-16,0 1 0 0,-3 1-4 0,1 3-1 15,-2-1 6-15,-2 6 14 0,-1-4-17 0,0 4-2 16,5 1-6-16,-5 4 3 0,4-2-11 16,0 0-10-16,0 3-40 0,6-3-19 0,-1 5-5 15,3-3-43-15,3 2-87 0,3 0-85 16,3-3-58-16,3 3-388 0,8-3 81 0,-4 1 73 16,6-4 54-16</inkml:trace>
  <inkml:trace contextRef="#ctx0" brushRef="#br0" timeOffset="17681.2">7946 6369 724 0,'-6'25'292'0,"5"-15"-24"0,1 7 42 15,-3 4-28-15,0 4-26 0,-1 0-16 16,3 6-30-16,1 5-13 0,-3 5-23 0,-3 9-10 15,3 1-15-15,2-6-19 0,-2 7-12 0,0-8-16 16,0-4-7-16,2-4-16 0,1 5-38 16,-3-6-33-16,3 5-3 0,0-7-94 0,0-4-62 15,0 0-512-15,0-8-105 0,0 0 82 0,0-6 87 16,-4-4 41-16</inkml:trace>
  <inkml:trace contextRef="#ctx0" brushRef="#br0" timeOffset="17797.5">7625 6571 151 0</inkml:trace>
  <inkml:trace contextRef="#ctx0" brushRef="#br0" timeOffset="17981.46">8278 7007 1008 0,'0'0'266'0,"-7"4"-84"16,7-4-67-16,0 0-133 0,3 5-573 15,-2-3 20-15</inkml:trace>
  <inkml:trace contextRef="#ctx0" brushRef="#br0" timeOffset="18947.36">12920 6023 890 0,'-4'-7'356'0,"4"0"-36"0,-3 1-38 15,3-2-9-15,0 1-19 0,3 1-42 16,1-3-12-16,-3-1-21 0,5 6-28 0,1-5-7 15,0 1-19-15,3 2-15 0,-3 4-10 0,3-3-16 16,-4 4 1-16,5 1-21 0,-11 0 0 0,13 1-3 16,-3 4-10-16,-2 2-10 0,-5-2 5 15,1 3-12-15,2 4-11 0,-5-3 13 0,2 2-18 16,-3 3 10-16,0-4-23 0,0 3 8 0,0-2 4 16,-3-1 1-16,2 0-5 0,1 2 0 0,0-3 5 15,0 0-5-15,0-2-8 0,0 0-8 16,0-2-12-16,4 3 5 0,-1-1 5 0,0 1-3 15,5 1 5-15,-2-1 1 0,4 2-1 0,1-2-2 16,-1 4 0-16,0 0-3 0,4-1 8 16,-4 2 3-16,0-3-8 0,4 5-3 0,-4-5-5 15,0 5 26-15,1-6-8 0,-4 5 13 16,0-4-15-16,-1 1 17 0,-1-3 19 0,1 4-4 16,-3-3-9-16,-3 0-6 0,-3 0 1 0,0-2 25 15,-5 2-2-15,1-4-9 0,-3 2-4 0,-3-1 18 16,2-4-13-16,-5 4 2 0,-2-2 3 0,5 0-5 15,-5-3 5-15,5-1-21 0,-4 0 3 16,2 0 3-16,2-1-1 0,0-1-4 0,-1-2-19 16,4 2-35-16,0-4-26 0,3 4-25 0,3-6-21 15,1 1-10-15,3-1-44 0,6 1-53 16,2-4-142-16,2 2-434 0,3-7 12 0,5 2 116 16,1 1 38-16,2-7 49 0</inkml:trace>
  <inkml:trace contextRef="#ctx0" brushRef="#br0" timeOffset="19263.5">13371 6044 688 0,'3'-2'271'0,"-3"2"-35"0,0 0-3 0,0 0-41 16,0 0-18-16,0 0-13 0,0 0-12 15,-3 18-14-15,0-10-17 0,0 3-11 0,2 2 1 16,1-1-8-16,-3 2-16 0,3 2-9 0,0-2-17 16,0-1 9-16,0 2-8 0,3 1-3 15,1-1-12-15,2-3-1 0,-2 3-10 0,3-5-10 16,0 3-5-16,3-3-7 0,1-2 9 0,2-1-5 15,0-3-7-15,1 1 15 0,0-4-5 16,0 0 0-16,-1-2-8 0,1 0-7 0,-4-4 20 16,3 1 2-16,-2-3-4 0,-1-5-16 0,0 2 23 15,-2-2-20-15,-2-1 35 0,-5 1-12 16,2-1 18-16,-3-2 45 0,0 5 9 0,-3-1-24 16,-1-2 1-16,1 5-19 0,-5-2 11 0,-1 2-16 15,2 3 5-15,-3-1-9 0,-4 0-17 0,4 4 1 16,-1 0-28-16,1-1-23 0,0 3-26 15,10 0-49-15,-14 3-23 0,7-1-68 0,4-2-165 16,0 2-458-16,3-2 77 0,0 0 62 0,0 0 66 16,16 6 46-16</inkml:trace>
  <inkml:trace contextRef="#ctx0" brushRef="#br0" timeOffset="19513.79">14140 5786 1144 0,'-6'23'345'0,"2"-14"-22"0,-2 8-49 0,-2 5-18 16,1 0-31-16,1 8-18 0,-1 3-17 0,0 0-11 16,0 1-15-16,1 0-13 0,-1 5-18 15,3-4-16-15,1-1 6 0,-4 1-33 0,3-2-8 16,-2 1-5-16,3-1-75 0,-1-2-20 15,-2-5-23-15,1 2-48 0,2-1-85 0,-1-2-182 16,1 0-466-16,0-4 103 0,0-2 56 0,-1-4 69 16,1-7 62-16</inkml:trace>
  <inkml:trace contextRef="#ctx0" brushRef="#br0" timeOffset="19680.18">13802 5828 601 0,'0'0'256'0,"0"0"-59"0,0 0-79 15,0 0-62-15,14 10-240 0,-4 0-407 16</inkml:trace>
  <inkml:trace contextRef="#ctx0" brushRef="#br0" timeOffset="19847.47">14441 6425 1003 0,'0'0'317'16,"0"0"-68"-16,0 0-68 0,4 4-63 0,-4-4-97 0,0 5-331 15,3-3-292-15,-3-2 11 0</inkml:trace>
  <inkml:trace contextRef="#ctx0" brushRef="#br0" timeOffset="20201.66">14642 5818 944 0,'5'16'317'0,"1"3"-15"0,1 4-35 16,0 8-14-16,-1 3-17 0,5 9-27 0,-1 5-24 16,-6-9-14-16,-1-1-7 0,0-3-13 0,-6 6-23 15,-1 10-84-15,-6-2-6 0,-4 1-41 16,-2-1-4-16,-2-5-34 0,-9 3-85 0,0-5-73 16,-21 9-190-16,4-3-318 0,-11-5 39 0,-6-4 79 15,-7-5 83-15</inkml:trace>
  <inkml:trace contextRef="#ctx0" brushRef="#br0" timeOffset="20513.3">12718 6011 680 0,'0'0'300'0,"0"0"-19"0,0 0-22 15,-6 23-39-15,6-6-2 0,0 3-29 0,0 7-10 16,3 7-17-16,0 1-24 0,1 15 61 0,5 2-2 16,-1 0-40-16,2 2-29 0,3-4 12 15,1-4-17-15,0 1 0 0,0 2-28 0,3-6-8 16,4 0-31-16,2 0-48 0,2-4-23 0,1-3-60 15,5-4-45-15,4-6-182 0,2-1-484 0,-6-4 49 16,-3-10 89-16,-5-3 57 0,-2-2 82 16</inkml:trace>
  <inkml:trace contextRef="#ctx0" brushRef="#br0" timeOffset="21346.69">8733 6342 877 0,'6'9'274'0,"4"3"-87"0,1 9-13 16,6 4-5-16,4 14-8 0,2 5-7 16,-2 0-16-16,3 8-17 0,0 13-4 0,-7-9-17 15,3 1-8-15,-7-2-17 0,-2 2-4 0,-4 1-17 16,-3 0-13-16,-5 1-26 0,-5-1-4 0,-5-1-50 16,1 0-33-16,-7-3-22 0,-10 10-57 15,6-14-46-15,-6-1-47 0,-8 3-88 0,8-10-244 16,-7-4-18-16</inkml:trace>
  <inkml:trace contextRef="#ctx0" brushRef="#br0" timeOffset="21846.5">6223 6784 552 0,'0'8'177'15,"0"7"-16"-15,3 3 6 0,-2 7-27 16,9 7 9-16,0 11-31 0,3 7 74 0,2 1-11 16,2 7-7-16,10 8-2 0,-3 1-24 0,3 1-17 15,1 1-3-15,0 2-10 0,2-3-13 0,-2 0-8 16,5-1-23-16,-1-2-66 0,5 3 7 16,-3-3 34-16,0 2-36 0,4-3-85 0,0-3-120 15,2-3-517-15,4 2 25 0,1-3 116 16,-4-9 23-16</inkml:trace>
  <inkml:trace contextRef="#ctx0" brushRef="#br0" timeOffset="30895.62">6336 8585 325 0,'0'0'130'0,"-11"5"-2"16,11-5-20-16,-6 3-21 0,6-3 10 15,-7 1-2-15,1 2-19 0,6-3-17 0,-7 3-2 16,7-3-9-16,-8 0 24 0,8 0-6 0,-7 1 14 16,7-1 15-16,0 0 9 0,0 0 76 15,-12 0-19-15,12 0 10 0,0 0-12 0,0 0-16 16,-12 2-7-16,12-2-3 0,0 0-10 15,0 0-18-15,0 0-13 0,-9 0-20 0,9 0-13 16,0 0 10-16,0 0-3 0,6 12-2 0,-3-9-15 16,5 5-3-16,-1 1 0 0,0 3-77 0,5-1 24 15,3 6-11-15,1 1-5 0,2 0 13 16,3 3-1-16,-1 0 19 0,1 1-21 0,12 9-2 16,-5-4 12-16,3 5-4 0,3-4 7 0,0 1-13 15,-4-1 5-15,5-2 8 0,2-1 0 16,5 0-10-16,-1-1-5 0,4-5 9 0,2-2 14 15,1-2 2-15,-7-1-7 0,-4-7 12 16,5-3-17-16,2 3 4 0,-4-5 6 0,5 0 0 16,-4-2 4-16,-7-1-9 0,8-2 7 0,-4 1 0 15,5-4-4-15,12-4-1 0,4-4 59 0,2 0 7 16,1-1-9-16,16-7 4 0,4-2-12 16,1-2 2-16,2 0-7 0,3-4 10 0,1 4-8 15,3-5 5-15,1 2-91 0,2 2 14 0,-3-1-7 16,5 6 5-16,-5 1 5 0,-4 2-2 0,-2 3 14 15,0-1 4-15,0 6 4 0,-12 1-2 16,2 1-23-16,-1 5 8 0,4-2 5 0,-1 3 5 16,1-2 5-16,-4 5-13 0,4 0 13 15,-7 2 2-15,6 2-2 0,-10-2 0 0,1 5 6 16,-1-4 1-16,0 4-12 0,1 1 0 0,0-1-8 16,-2 1 8-16,-2 2 10 0,0-2-10 0,-7 3 2 15,-2 1 3-15,1-3 3 0,-9 1-8 16,-6-2-8-16,-5 1 5 0,-3-1 3 0,-3-1-5 15,-1-1 8-15,-2-2 7 0,0 2 0 0,-1-3 0 16,-3 2-3-16,-4-4-4 0,1-1 7 0,0 0-2 16,-2-1 4-16,2-5 3 0,0 4-12 15,-1-6-1-15,1 0-9 0,3-2 14 0,-4-4 1 16,7-2-8-16,11-8 7 0,3 0 3 0,0 2 3 16,4-6 0-16,6 2-11 0,0 0 16 0,1-1-11 15,13-3 19-15,-11 8 2 0,4-2-15 16,-3 0 7-16,3 2-5 0,13-2-12 0,-12 5 14 15,20 1-17-15,-1-1 3 0,4 0-6 0,4 7 8 16,3-2 8-16,0 4-11 0,-1 2 1 0,-12 1 9 16,2 3-14-16,19-2 9 0,5 5 1 15,3 1-1-15,2 1-4 0,-5 5 4 0,5 2 16 16,-2 3-15-16,-3 6-13 0,-3-2 4 0,1 2 14 16,2 1-8-16,0-3-2 0,2 3-9 15,-9 2 14-15,1 2-3 0,-7-5 8 0,-3-1-14 16,1 1 4-16,-7-2-3 0,-12-5 2 0,0-2 8 15,4-1-7-15,-4 1 4 0,-2-5-2 0,2 2-2 16,-4-8 4-16,2 0 3 0,-4-3-5 16,-5-3 3-16,4-1 2 0,-2-7 5 0,2-1 1 15,-6-3-9-15,3 0 11 0,-6-2-16 16,-1-2 24-16,-3-2-8 0,-4-2 2 0,-6 2 0 16,0-2 19-16,-4-2 12 0,-3 2-3 0,-1-2 1 15,-5-1-8-15,-3 5-11 0,-7 3 19 0,-2 0-21 16,-2 1 10-16,-1 3-18 0,-4-2-10 0,-5 0-17 15,-1 2-86-15,-7 1-73 0,-6-2-272 16,-11 4-353-16,-18-2 36 0,-12-3 64 0,-19 0 89 16,-11-1 64-16</inkml:trace>
  <inkml:trace contextRef="#ctx0" brushRef="#br0" timeOffset="31700.43">9088 9572 724 0,'-3'-4'243'0,"3"4"-54"0,0 0 1 0,0 0-3 16,0 0-46-16,0 0-3 0,-4 15-10 0,7-1-11 15,1 0-12-15,2 8-7 0,2 1-6 16,-2 4-26-16,4 5 14 0,0-4-16 0,1 5 0 16,-1-3-13-16,0 0 3 0,1 2-8 15,2-3 13-15,-2-2-39 0,-1 0 1 0,-3-4 7 16,3-4-8-16,-3 3 1 0,0-6-1 0,-3-3-2 15,2 1 3-15,-3-3 22 0,0 1-12 16,2-5 89-16,-2-2-10 0,-3 1-15 0,0-6-3 16,0 0-15-16,0 0-6 0,0 0-7 0,-17-13 0 15,10 3-7-15,-3-5 9 0,-4-3-12 0,4-1-3 16,-4-6 8-16,0 1-8 0,0-2-2 16,4-1 7-16,-3 6 3 0,2-2-8 0,1 3 6 15,1 2 4-15,1-3 3 0,1 3-10 0,1 5-6 16,2-3 6-16,1 2 3 0,-1 0-32 15,4 2 3-15,0-2 6 0,4-1-16 0,2 3 2 16,4-5 3-16,2 0-2 0,10-2-1 16,-1-1-7-16,7 3 5 0,2-1-6 0,11 0-9 15,4 0 0-15,-4 6-24 0,-7 3-30 0,3 1-16 16,-1 5-55-16,-6 0-6 0,1 6-113 0,-8 0-151 16,1 5-440-16,0-2 52 0,-10 2 91 0,-3 1 75 15,-2-5 56-15</inkml:trace>
  <inkml:trace contextRef="#ctx0" brushRef="#br0" timeOffset="32145.67">9810 9643 1187 0,'0'0'379'15,"-5"-7"-49"-15,5 7-28 0,0 0-25 0,-13 2-26 16,13-2-16-16,-13 12-35 0,2-4-11 0,-2 6-2 15,-2 2-28-15,2 3-6 0,-4 2-22 16,3 2-31-16,0 2 5 0,1-2-8 0,3-4-25 16,2 3-3-16,2-4-3 0,0 0-17 0,5-1-6 15,1-2-4-15,0-1 2 0,1-3-13 16,5 0 8-16,0 1-6 0,2-5-17 0,2-2-3 16,3 2-10-16,1-6 0 0,0-1-2 0,3-1-1 15,-3-6 6-15,6 2 2 0,-6-7-8 16,3 2 11-16,-4-5 0 0,-1-3 5 0,0 0 2 15,-5-4-10-15,1 3-10 0,-5-2 15 0,-3 3 18 16,3 1-20-16,-2 5 28 0,-1-1-5 0,-1 1-14 16,1 3-1-16,0 2-3 0,-3 0 5 15,3 7-1-15,-6-2-1 0,6 2-1 0,0 0-2 16,-12 13-3-16,9-4-12 0,0 6 7 16,0-5 13-16,0 6-3 0,3 3-7 0,2-1-3 15,2 0 0-15,2-1 0 0,-2 1-28 0,7-1-8 16,2 1-10-16,0-3-20 0,1 1-34 0,4-5-25 15,2 0-36-15,-3-7-36 0,3 3-92 0,-2-6-80 16,-2 1-442-16,2-4 92 0,-1 0 10 16,-3-4 74-16,0-2 64 0</inkml:trace>
  <inkml:trace contextRef="#ctx0" brushRef="#br0" timeOffset="32462.62">10141 9783 865 0,'0'0'238'15,"0"0"-33"-15,0 0 2 0,6 17-10 0,-6-9-18 16,4 6-30-16,-4-1 4 0,4 3-17 0,-1 1-8 15,0 1-21-15,-2-3-4 0,2 3-11 16,0-1-8-16,0-2-2 0,0 0-15 0,-3-5-52 16,1 2 11-16,2-1 22 0,-3-4 24 15,4 0 92-15,-4-2-3 0,0 1-38 0,0-6-10 16,0 0-19-16,0 0 1 0,0 0-5 0,0 0-11 16,-7-24-15-16,6 6 13 0,1-1-21 15,-3-6-2-15,3-2-3 0,0-1-7 0,0 2-9 16,3-3-4-16,-2 4 0 0,6 0-11 0,-4 5-7 15,4 2 0-15,-3 3 2 0,5 0-5 0,-1 6-2 16,-1 1 5-16,3 3-8 0,1 3 3 16,-1 2-11-16,2 7 11 0,3-1-3 0,1 3-20 15,2 7-11-15,-2 0-20 0,5 2-23 0,0 0-26 16,2 5-18-16,-2-4-17 0,6 3-72 16,-2-4-52-16,2 0-301 0,4-4-210 0,0-3 86 15,-1-3 39-15,-2-2 69 0</inkml:trace>
  <inkml:trace contextRef="#ctx0" brushRef="#br0" timeOffset="32878.68">10930 9566 941 0,'-13'-5'361'0,"2"2"-43"0,-2 5-29 16,-1 1-7-16,-2 2-29 0,1 3-46 15,-4 1-4-15,-2 3-27 0,3 1-20 0,1 3 0 16,-4 2-20-16,5 4-26 0,2-5-2 0,4 1-21 15,-1 5-3-15,5-6-4 0,5 0-19 0,1 1 0 16,0-3-12-16,4 0-3 0,3-3 0 0,0 1-5 16,3-3-18-16,4-2-5 0,2-6-8 15,-1 3-17-15,1-4 4 0,5-7-12 0,-4 4-1 16,3-6 14-16,1-2-6 0,-4-3 3 16,0-4 8-16,-3 2-14 0,-3-3 6 0,-2-3-5 15,-2-2 2-15,-3-4 3 0,-1-2-2 0,-3 1-9 16,-4-9 11-16,1 2 5 0,-4 0 5 0,1 2 11 15,-2 1 9-15,-1 1 1 0,5 9 15 16,-3 0 2-16,1 4-17 0,1 1 4 0,-1 3-4 16,0 5-16-16,2 2 6 0,1 4 4 0,-1 3-4 15,4 0 12-15,0 0-5 0,-10 18-5 16,9-3-13-16,1 3 2 0,-3 5 14 0,3 2-8 16,0 1-3-16,3 2-5 0,-2 5-15 0,6 0-8 15,-3 4-20-15,5-3-21 0,1-2-31 16,5 9-53-16,1-10-49 0,1-6-90 0,0-1-412 0,4-2-71 15,-3-11 84-15,1 3 62 0,-4-10 48 16</inkml:trace>
  <inkml:trace contextRef="#ctx0" brushRef="#br0" timeOffset="33648.55">11221 9618 972 0,'0'0'328'15,"0"0"-24"-15,-3-3-37 0,3 3-22 0,0 0-12 16,0 0-30-16,-7 18-19 0,7-8-10 0,-3 4-18 15,3-3-10-15,0 4-26 0,3 1-5 16,0 1-17-16,1-1-1 0,2 2-2 0,-2-3-13 16,3-2-21-16,3 2 0 0,-3-5-4 0,4 3-6 15,1-4-23-15,3-2 13 0,-5-3-8 0,3 1-2 16,-2-3-10-16,-1-2 4 0,0-2-2 0,1-3 5 16,-2 0 3-16,-5-2 2 0,-1-4-12 15,-3-1-8-15,-3-1-6 0,-4-3 6 0,-2-3-5 16,-3-1 28-16,-1 3-13 0,-1-5-44 15,-2 3-7-15,1 0 15 0,2 1 16 0,-1-1 2 16,0 3 3-16,5 3-3 0,1-1-5 0,-2 1-5 16,4 1 10-16,2 4 0 0,1-2 5 15,6 3-7-15,-3-1 4 0,7 1-2 0,3 3 16 16,0-2-13-16,4 6-3 0,4 0-8 0,4 6 3 16,3-1 8-16,2 2-8 0,-3 2-8 0,7 4 8 15,-4-1-2-15,1 4 7 0,-1 1-3 16,-4-2-15-16,-1 3 3 0,1 1-8 0,-9-6 28 15,3 4-10-15,-4-2-5 0,-2-1 0 0,-4-3 3 16,0 0-1-16,-1 1 1 0,-2-3 7 0,-1 0 10 16,1-5-10-16,-4 1 0 0,0 0-5 15,0-2 16-15,0-3-4 0,0 0 11 0,0 0-12 16,-14-9 7-16,7 1 2 0,4-3-15 0,-4-1-5 16,3 1 13-16,1-4 7 0,0 1-12 0,2 3-8 15,1-3 0-15,1 4-10 0,2 0 12 16,0 2-7-16,5 1 3 0,-2-1-3 0,1 5-3 15,3 1 5-15,-2 2 3 0,5 2 0 0,-3 1-12 16,4 5 12-16,2-1 7 0,-1 3-4 16,-2-2-11-16,4 9 13 0,-6-9-7 0,3 9 4 0,-1-9 9 15,-3 6-9-15,1-4-7 0,-1-2 8 16,-1 2-1-16,-1-3 6 0,-4-1-8 0,2-1 2 16,-3 0 6-16,1-3-3 0,-4-2 13 0,0 0-5 15,0 0-5-15,6-12 4 0,-6 5-1 16,-3-6-6-16,3 1 2 0,0-5-7 0,-3-5 0 15,3-3-7-15,0 0 9 0,0-2-4 16,0 0-6-16,3-3 5 0,0 5 6 0,2 2-26 16,-2 2 28-16,0 4-15 0,4-1-3 0,-4 4 16 15,4 5-14-15,0 1 11 0,0 0-2 0,0 6-1 16,-1 2 1-16,-6 0-3 0,21 9 5 16,-11 1 2-16,4 1-2 0,-1 4 5 0,-3 6-15 15,5 0 25-15,-2 4-20 0,1 0 10 0,-1 0-12 16,1 0-1-16,-4 4 3 0,1-1 5 0,0-2-15 15,1-1-19-15,-2 0-32 0,-2-1-42 16,2-2-43-16,0-1-61 0,-2-1-139 0,2-1-476 16,3-2 80-16,-2-8 58 0,2-1 62 0,-3-6 79 15</inkml:trace>
  <inkml:trace contextRef="#ctx0" brushRef="#br0" timeOffset="34379.37">13245 9401 967 0,'-3'-4'366'0,"-1"0"-23"16,1-2-41-16,-4 2-20 0,-1 4-37 15,-5 0-27-15,2 3-21 0,-5 4-7 0,-2 1-83 16,2 6-28-16,-5-3-2 0,4 6-10 0,-3 5 2 16,6-5-3-16,-3 1-20 0,4 0-7 15,-1-3 7-15,4 3-10 0,3-1 2 0,2-3-15 16,-1-2 3-16,6 2-11 0,-3-4 3 0,3 0 0 15,3 0-10-15,3-4 7 0,2 1 0 0,-1-5-12 16,6 1 12-16,1-6-2 0,-1 1 2 16,5-5-7-16,-2 1 0 0,5-6-1 0,-3-3 4 15,-2-2-14-15,2-3 11 0,-5-4-3 16,0-4-2-16,-2-1-1 0,-1-2-4 0,-6 0-11 16,3-6 2-16,-4 3 14 0,-3-1-3 0,0 0 5 15,0 3 3-15,-3 6 2 0,-1 1 8 0,1 4 0 16,2 3 8-16,-2 1-16 0,0 6 3 0,0-1-6 15,0 8 14-15,2-2-14 0,-5 7 9 16,6-1-6-16,-8 13 3 0,5-4-8 0,-1 6 8 16,1-2-6-16,0 8-1 0,3-3 4 0,0 5 3 15,0 2-3-15,3 1-3 0,0-1-9 16,4 0 17-16,-2 0-15 0,5 1 10 0,3 1-7 16,4-2 5-16,-3-2-16 0,6-3-10 0,1-1 0 15,-1-5 3-15,1-1-11 0,3-4-2 16,0-1-10-16,-4-6-19 0,1 2 9 0,0-7-14 15,-1 0 16-15,0-5 0 0,0-1 3 0,-2-7 20 16,-4 1-18-16,-1-2 28 0,0 3 33 0,-5 2 14 16,2-1 14-16,-4 2 6 0,-2 3-8 0,2 1-20 15,-1 2-8-15,-2 0 10 0,-3 5 8 16,0 0-16-16,0 0 21 0,0 0-8 0,0 17 6 16,0-9-11-16,0 6-5 0,0-4-5 0,0 6 0 15,0-4-34-15,3 4-22 0,0 2-31 16,1-2-34-16,2 0-55 0,-2-2-170 0,4 4-499 15,1-6 116-15,-2 0 35 0,0-6 62 0,0-4 56 16</inkml:trace>
  <inkml:trace contextRef="#ctx0" brushRef="#br0" timeOffset="34928.21">13901 9343 586 0,'3'13'238'0,"1"-1"64"16,0 2-41-16,-1 1 2 0,0 0-40 15,0 1-13-15,1 3-18 0,-1-1-33 0,0-1-16 16,1 0 0-16,0 0-9 0,3-1-24 0,-4-1-5 16,1-2-11-16,-1-1-17 0,3-1 2 0,-3-1 6 15,-2-2-19-15,3-2 4 0,-1-2-17 16,0 1 11-16,-3-5-5 0,10 2-10 0,-10-2 5 16,10-8-11-16,-2 1 8 0,-2 3-25 0,-2-5 12 15,2-3-2-15,-5 2 28 0,5 0-87 0,-2 1 18 16,0-4-3-16,-1 3 24 0,1-1 12 15,-1-3-8-15,3 6-4 0,-2-4-1 0,-1-1-2 16,4 3 5-16,-3 2 5 0,2-5-18 0,-2 2 10 16,6 3-5-16,0-2 1 0,0 2-11 15,0-2 7-15,1 1 4 0,2 0-6 0,-1 2 2 16,1-1 4-16,0 1 4 0,-2 0-5 16,2 4-5-16,-2-4-5 0,-1 5-7 0,3-3 9 0,-5 4-2 15,2 1 3-15,0 0 4 0,0 1-4 16,-3 4 0-16,3-1 2 0,0 4-5 0,-2-1-5 15,2 1 7-15,-1 3-4 0,-1 3 7 0,-1 2-5 16,0-3-3-16,-1 1-2 0,1 3-10 16,0 1-26-16,-3-3-16 0,2 3-42 0,-2-1-45 15,5-2-99-15,-4 3-192 0,1-1-341 0,1-3 57 16,-1-4 66-16,-2-2 70 0,3-4 45 16</inkml:trace>
  <inkml:trace contextRef="#ctx0" brushRef="#br0" timeOffset="35078.57">14359 9022 706 0,'0'0'230'0,"0"0"-79"0,-7 9-64 16,7-4-140-16,1 3-229 0,5 5-268 0</inkml:trace>
  <inkml:trace contextRef="#ctx0" brushRef="#br0" timeOffset="35461.01">14681 9208 967 0,'0'0'346'0,"-11"0"-32"0,11 0-45 15,-13 4-20-15,6 2-17 0,-4-5-42 0,1 5 4 16,0 0-25-16,0-1-18 0,3 2-18 0,0 0-20 15,1 0 0-15,2 1-16 0,0 1-15 0,1-1 5 16,3 1-10-16,0 0-13 0,7 1 0 16,0 2-13-16,-1-1 0 0,4 3-69 0,5 0-13 15,-2 0 14-15,4 4-14 0,-3-5 28 0,3 0-10 16,-3 1-15-16,3 3 18 0,-1-2 5 0,-4-2-8 16,4 2-2-16,-5 0-1 15,-1-4 11-15,0 3-10 0,0 0 0 0,-6-1 12 0,-1 1 3 16,1-5 0-16,-4 2 13 0,0 1 10 0,-4-2 2 15,1-1-14-15,-5-2 19 0,-2-1 6 16,0-1 0-16,-1 1 36 0,-2-4-13 0,0-2-13 16,-1 0 2-16,1 0 16 0,-1-4-18 15,0 0-7-15,-3-6-3 0,4 3-13 0,-2 0-8 16,5-4-46-16,1 2-40 0,1-5-39 0,5 4-47 16,2-4-65-16,1 3-103 0,4-6-430 0,3 6 28 15,3-4 59-15,0-1 58 0,4-1 65 16</inkml:trace>
  <inkml:trace contextRef="#ctx0" brushRef="#br0" timeOffset="35628.21">14924 9260 903 0,'0'0'266'0,"0"0"-12"0,0 0-32 16,-4 16 57-16,3-9-35 0,1 3-14 0,-3-2-23 0,3 6-35 15,-3-3-6-15,3 4-12 0,0 2-29 16,0-1-46-16,0 1-40 0,3 0-78 0,1 1-112 15,3-1-92-15,0 0-484 0,2-2 29 0,2-3 91 16,-4 0 34-16</inkml:trace>
  <inkml:trace contextRef="#ctx0" brushRef="#br0" timeOffset="36245.71">15142 9226 1244 0,'-10'6'348'0,"3"-2"-41"0,0 3-26 0,0 1-35 16,-3 6-5-16,6-3-26 0,-2 0-23 0,2 3-13 15,4 3-38-15,-3 0 12 0,6-1-20 16,1 2-23-16,2 0-30 0,5 1 4 0,-1-1-25 16,3-2-15-16,-2-5-16 0,2 3-18 0,-2-4 0 15,3-2-10-15,-1 0 21 0,-2-2-24 16,-4-2 21-16,2-4-15 0,-2 0 2 0,-7 0 18 15,8-4-16-15,-5-2 6 0,-3-3 8 0,0-1 9 16,-3-4-7-16,-1-1 3 0,0 0 5 0,-2-1 17 16,2 1 11-16,-3-1 3 0,1 0-3 15,2 0-1-15,-3-1-11 0,4 3 9 0,0-4-20 16,2 4 17-16,1 3 1 0,0-4-10 0,1 4-11 16,5-3 11-16,-3 4-16 0,5 1 10 15,2 0-23-15,-3 2-2 0,4 1-5 0,1 5 10 16,-2 1-8-16,5 0 5 0,-2 0 3 0,4 7-15 15,-6-1 17-15,6 3-14 0,-1 1 1 16,-1 5 1-16,1-2-3 0,-2 6-10 0,0-4 15 16,-4 5-20-16,4-1 5 0,-4-1 2 15,-3 3 11-15,3-3-23 0,-3-1 7 0,-4-1 8 0,1-4-3 16,-1 1 8-16,0-3 3 0,1 0-13 0,-3-2 31 16,2-1-90-16,-3-1 17 0,0-3 9 15,0-3-3-15,0 0 5 0,0 0 6 0,0 0 14 16,0-27-9-16,0 13-1 0,0-4-2 0,3-7 13 15,0 0-19-15,1 0 6 0,-1-1 10 16,1 0 0-16,6-1-5 0,-6 4 10 0,2 0 6 16,1 4-16-16,0 3 18 0,3 1-1 15,-3 4 4-15,0 3-3 0,2 2 5 0,2 5-8 16,-4 1 8-16,3 1 10 0,4 6 8 0,-4 3-15 16,4 0 10-16,-1 5-1 0,-2 4 4 0,3 2-6 15,-4 4-2-15,4 3-13 0,-4 4-21 0,-4-1-25 16,-2-2-85-16,-1 11-163 0,-6-5-154 15,-4 13-392-15,1-6 97 0,-5-13 73 0,1-8 40 16,-3-6 69-16</inkml:trace>
  <inkml:trace contextRef="#ctx0" brushRef="#br0" timeOffset="36411.71">15012 9018 796 0,'-7'-7'309'0,"1"4"-22"16,2 3-62-16,4 0-35 0,0 0-32 0,-14 4-66 16,11 2-45-16,2-2-78 0,-2 0-141 0,0 6-478 15,0 1 84-15,3-2 16 0</inkml:trace>
  <inkml:trace contextRef="#ctx0" brushRef="#br0" timeOffset="37644.97">22635 2180 517 0,'-9'-9'199'0,"5"1"3"0,-3 0-2 16,3 1-10-16,-2 0-14 0,2 1 3 0,-2-1-7 15,4 2 56-15,-4 1-3 0,3-2-28 16,-1 3-10-16,1-2-16 0,-3 1-35 0,6 4-13 16,0 0-11-16,0 0-1 0,0 0-12 15,-7 13-19-15,10 0-14 0,0 4-2 0,-2 2 3 16,5 3-6-16,-2 4-12 0,2 7 5 0,2-1-3 16,-2 3 5-16,7 10-20 0,-5-6 7 15,2 5-9-15,0-5-11 0,1-6 0 0,-4 0-10 16,3-1-11-16,4 0-25 0,-4-2-23 0,0-2-36 15,4 1-25-15,-1-3-62 0,1-2-80 0,0-5-145 16,-1 0-376-16,4-4 91 0,-3-5 65 16,-1-2 51-16</inkml:trace>
  <inkml:trace contextRef="#ctx0" brushRef="#br0" timeOffset="38028.33">22977 2438 581 0,'0'0'197'16,"0"0"-23"-16,0 0-3 0,0 16-10 0,3-6-12 15,-2 5-24-15,5 1-17 0,2 0-8 16,1 2-6-16,-2 1-1 0,7 0-22 0,-4 0 14 16,4-2-26-16,0 0 7 0,-1-1-10 0,-2-2-10 15,2-3-7-15,-3-1 15 0,4-2-24 16,-7 1 14-16,3-5 74 0,1 0-11 0,-1 0-17 15,-1-3-1-15,-1-2-12 0,2-3 15 0,-3-1-18 16,0-3 14-16,3-2-17 0,-6-2 1 16,2-4-6-16,-2-3 6 0,-1-5-5 0,-3 0 4 15,0-1-4-15,-3-1-75 0,2 1 16 16,-5 1 12-16,3 0-20 0,-4 3 3 0,0 1-6 16,0 3 21-16,3 2-23 0,-2 1 0 0,-1 0-5 15,0 6 17-15,0-1-19 0,0 4 7 0,-2 0 2 16,1 2 8-16,1 1-7 0,7 2-6 0,-13 5-25 15,6-2-31-15,-3 4-23 0,6 2-36 16,-2-1-41-16,5 2-51 0,1 0-56 0,-3 0-126 16,7 1-307-16,2-2 102 0,1 1 34 15</inkml:trace>
  <inkml:trace contextRef="#ctx0" brushRef="#br0" timeOffset="38427.94">23521 2185 573 0,'3'-4'230'0,"-3"4"-38"0,0 0 8 15,0 0-29-15,0 0-20 0,0 0 0 0,-6 21-2 0,3-9-34 16,1 5-2-16,-1 3-19 0,0 4-9 16,0 1-3-16,2 1 5 0,-2 0-26 0,3 0-12 15,0-1 12-15,4 1-12 0,-1-2 0 0,0-1-6 16,5-3-7-16,1 1 10 0,1-2-26 15,2-3 6-15,1-2-3 0,1-4-2 0,2-1-1 16,-1-5 8-16,4 1 5 0,-4-4-33 0,1-2 21 16,2-4 10-16,-1-1 7 0,3-4-5 15,-6-3 21-15,0-2-13 0,-1-4 13 0,-5-3 0 16,-2-1-11-16,-2-4-17 0,-4 1 27 16,0-1-1-16,-1-1-1 0,-5 1 67 0,1 2-21 15,-4 2 0-15,-1 2-18 0,0 2 3 0,-1-1-5 16,-2 5-8-16,-5 3-12 0,5 2-22 15,-1 3 9-15,-3 1-11 0,0 3-2 0,3 1-11 0,0 2-30 16,1 2-10-16,-1 1-24 0,4 3-25 0,3 0-44 16,0 2-15-16,3 0-30 0,1-3-42 15,6 5-28-15,2-2-158 0,1 1-367 0,4-1 85 16,4-1 38-16,-4-3 75 0</inkml:trace>
  <inkml:trace contextRef="#ctx0" brushRef="#br0" timeOffset="38811.21">24010 2188 908 0,'0'0'241'0,"0"0"-24"15,0 0-7-15,3 13-18 0,-3-4-23 16,0 1-5-16,0 3-26 0,0 0-2 0,0 5-16 16,0 1-7-16,4 0-13 0,-4 0-11 15,3 5-15-15,3-2 1 0,-2 0 9 0,4-3-15 16,1 1-12-16,-2-2 1 0,0-1 9 0,4-4-3 15,-1-1-18-15,2 0 13 0,0-4 8 0,1 1-83 16,1-3 8-16,-1-1 14 0,0-2 14 0,-1-1 6 16,1-4 12-16,-2-2-17 0,-1-2 4 15,0-2 70-15,0-4-6 0,-3-3 6 0,0-1-5 16,-4-2 7-16,0-7-7 0,-3 4-9 16,0-4-24-16,-3-2-65 0,0 2 6 0,-4 2-6 15,0 0 13-15,-3 1-13 0,0 0 11 0,-1 4-13 16,-6 3 17-16,1-2-17 0,-2 6 8 0,-3 2-4 15,-6 1 6-15,3 2 6 0,-6 1-1 0,-1 1 0 16,0 4 2-16,-4 4 1 0,-2 1-10 16,1 0-1-16,-3 2-10 0,5 2-30 0,-3 1-29 15,6 2-33-15,-1 3-54 0,-9 7-66 0,4 1-187 16,10 0-397-16,2-3 103 0,5 0 79 16,-4-3 40-16,-3-1 63 0</inkml:trace>
  <inkml:trace contextRef="#ctx0" brushRef="#br0" timeOffset="45010.91">24895 2283 857 0,'-4'-10'246'0,"1"1"-11"16,-1 1 3-16,3 0-38 0,-1 2-8 0,-1 2-21 15,3-1-22-15,-3-1-6 0,3 6-17 0,3-7-11 16,-3 1-15-16,3 3-13 0,-3 3-13 16,10-3-8-16,-3 3-12 0,-7 0-10 0,18 5 4 15,-5 2 1-15,4 1-5 0,1 5-6 0,-2 0-7 16,2 4-1-16,1 1-17 0,-1 3 8 16,-1 0 4-16,0 1 3 0,1 0-23 0,-8-2-2 0,3-2 2 15,-2 2 8-15,-4-1-3 0,2 0-10 16,-5-2-2-16,3-4-11 0,-3-1 5 0,-1 0 11 15,0-2 22-15,1-1-7 0,-4-2 97 0,3 0-5 16,0-2-2-16,-3 1-6 0,0-6 3 16,0 0-5-16,0 0-10 0,0 0-11 0,-10-19-5 15,7 7 3-15,0-6-3 0,2 0-20 16,-6-6 10-16,7 2-13 0,-3-3 0 0,6 0-4 16,-3 0-6-16,4 0-6 0,0 0-6 0,-1 0-12 15,4 2 19-15,2 0-33 0,-1 2-13 16,2 3-52-16,0 0-12 0,7 4-52 0,-3 0-25 0,3 2-64 15,3 4-46-15,-2-1-187 0,3 5-358 16,0 0 87-16,1-1 46 0,-4 3 66 0,2-1 59 16</inkml:trace>
  <inkml:trace contextRef="#ctx0" brushRef="#br0" timeOffset="45927.81">25617 2253 811 0,'0'18'225'16,"3"-1"-2"-16,-3-3-36 0,3 0 5 0,0-3-21 15,-2 0-4-15,2 1-14 0,3-1-17 16,-1-1-18-16,1 2 15 0,-2-3-23 0,5 2-10 0,-5-1-8 16,4-2 2-16,-2-1-17 0,0 0 8 15,-2-1 2-15,2-1 5 0,-2-1 13 0,0-2-23 16,-4-2 18-16,0 0-13 0,0 0-11 16,10-14-58-16,-10 3-5 0,0-2 10 0,0-1-15 15,0-3 15-15,0-2 10 0,0 1 0 0,-3-2 93 16,6 0-29-16,-3 0-5 0,0 0-23 15,0 0 13-15,4 1 5 0,-4 0-25 0,6 0 4 16,-1 1-7-16,1 2-20 0,0 0 12 0,1 2-8 16,0 2-9-16,4 0-9 0,-3 5 6 0,0-1-13 15,2 5 12-15,1 0 4 0,-1 3-19 0,0 1-7 16,1 3-8-16,-1 2 5 0,0 1 0 16,1 3-5-16,-1 2 8 0,-1 1-11 0,-1-1 13 15,-1 1-5-15,1-1-2 0,0 1-8 0,-3-1 7 16,1-2-4-16,-2-1-3 0,2-2-3 15,-3 3 6-15,1-3 14 0,-1-3-12 0,3 2 11 16,-4-2 14-16,1 0-9 0,0 0 22 0,-3-4-12 16,0 0-9-16,10 0-9 0,-10 0 10 15,0 0 0-15,0 0-8 0,14-6-10 0,-14 6-13 0,0 0-12 16,7-2-1-16,-7 2 13 0,0 0 3 16,7 6 5-16,-7-6 0 0,6 5 2 0,-2 1-4 15,0 0 4-15,-1 0 3 0,4 1-5 16,-1 0-5-16,-2-1 0 0,6 1 2 0,-3-2-2 15,0 2 7-15,0-1 3 0,5-1-8 0,-1-1 6 16,-1-1 4-16,2-2-4 0,0 1 2 16,-1-2 8-16,0 0-14 0,2-3 14 0,-2 0 0 15,-1-1 2-15,0 0-5 0,1-2 8 0,-2 1-11 16,-2-3 9-16,-2 1-4 0,-3-2-4 0,1-2 0 16,-3 0 12-16,-3-3 0 0,1-3-10 15,-6 1 0-15,1-1 3 0,1 0-5 0,-2 1 4 16,1 3 1-16,0-1-3 0,-2 1 11 0,4 1-1 15,-1 2-7-15,-1 1-6 0,4 2 3 0,-1-2 8 16,1 3-10-16,0-1-6 0,3 1-2 16,-4 0 0-16,3 1 7 0,1 5 6 0,1-11-16 15,3 5 19-15,-1 0-14 0,4-1-5 0,0 1 8 16,6-1-15-16,-2-3 15 0,2 1 3 16,1 0-3-16,2-1-6 0,-1 1 4 0,-2 1 2 15,3-2 2-15,-4 3-4 0,-2-1-3 0,0 2 12 16,0 0-12-16,-3-1-2 0,1 1 4 15,-2 1-2-15,1 0-5 0,-4 2-3 0,3-3-5 0,-5 3 3 16,-1 3-8-16,9-5-26 0,-7 2 5 16,-2 3 14-16,0 0-6 0,0 0 3 0,10 10-1 15,-7-2 11-15,3 2 5 0,2 3-7 0,-1 1 2 16,1 1 5-16,3 4 8 0,0 2 7 16,1-1-7-16,-2 0-13 0,3 3 10 0,0 2 8 15,-2-5 5-15,-1 3 0 0,-1-3-10 0,-1 2 5 16,-1 0 5-16,-4-5-3 0,2 0-2 15,-4-1-5-15,0-1 22 0,-2 0-9 0,0-2 2 16,-4-1 13-16,2 2 0 0,-1-3-3 0,-6-1-10 16,3 0-15-16,-6-1-56 0,-1-1-42 15,0 0-112-15,0-3-318 0,-3 3-304 0,-3-2 90 16,-4 0 84-16,4-1 76 0,-1-2 45 0</inkml:trace>
  <inkml:trace contextRef="#ctx0" brushRef="#br0" timeOffset="48959.99">24190 3146 711 0,'-3'-4'269'16,"3"0"-8"-16,0 4-18 0,-3-9-13 0,3 9-68 15,0-8-16-15,-1 6 0 0,1 2-24 16,-1-6 1-16,1 6-15 0,-2-5-24 0,2 5-10 16,0 0-17-16,-3-6-1 0,3 6 21 0,0 0-21 15,0 0-15-15,6 15-2 0,-5-5 2 0,2 4-13 16,4 3 0-16,-3 2 5 0,3 4 3 0,2-2-18 15,-2 8 5-15,4 0 3 0,-4 2-11 16,3 1 0-16,4 11 62 0,-4-3 7 0,0-6-14 16,0-1-17-16,-3 0 9 0,3 1-1 15,-2-4-10-15,-2 1-5 0,1 0-12 0,0-5-1 16,-4-1 0-16,4-1 6 0,-3 0-1 0,-1-3-20 16,2-3-15-16,-4 2 27 0,0-4-7 15,5 0-5-15,-6-4-8 0,4 2 1 0,-1-3-4 16,1-1-1-16,-1-2-1 0,1 2 18 0,-1-3-13 15,1 0 3-15,5-1-6 0,-1-1 11 0,2 0-7 16,0 0 9-16,7-4-10 0,0-1 3 0,4 0 0 16,6-4 0-16,4 0 2 0,6-2 0 15,-2-1-2-15,6-1-10 0,10-2 7 0,0-1-7 16,-7 3-1-16,-6-1 3 0,-3 0 11 0,2 2-6 16,-3-1-20-16,0 0-13 0,-6 3-31 15,-4 1-3-15,-4-1-17 0,0 2 0 0,-5-2-16 16,-2 4 26-16,-3-2-56 0,1-1-39 0,-4 1-12 15,-4-1 10-15,0-1-24 0,-3 0 22 0,0 5 19 16,-3-8 24-16,-4 4 28 0,1-2 30 16,-5-1 34-16,1 3 13 0,0-2 28 0,-1-1 12 15,1 3 26-15,0-1 26 0,2 2-3 0,-1-3 8 16,2 4-5-16,3-4 2 0,-3 3-22 16,3-1-9-16,-2 1-7 0,6 3-5 0,-6-5-8 15,6 5 8-15,0 0 0 0,0 0 8 0,0 0-16 16,0 0 15-16,24 1-12 0,-15 3-3 15,2 3-2-15,2-1 4 0,-2 2 1 0,3 3 0 16,-1-2-11-16,-3 0 1 0,1 2-6 0,-1 2 16 16,-3-2-11-16,-1 3 3 0,1 0-10 0,-6-2 3 15,-2 4 9-15,1-4 3 0,-7 3-33 16,4 0-26-16,-1 1-40 0,-5-2-80 0,5-2-164 16,-2 1-458-16,1-2 87 0,-1-3 51 15,4-5 59-15</inkml:trace>
  <inkml:trace contextRef="#ctx0" brushRef="#br0" timeOffset="49377.28">25395 3542 1021 0,'0'0'317'0,"3"-3"-40"0,-3 3-19 0,0 0-22 15,0 0-26-15,3-4-18 0,-3 4-21 0,0 0-12 16,0 0-13-16,0 0-18 0,4-4-8 16,-4 4-10-16,0 0-20 0,0 0-8 0,0 0-11 15,0 0 11-15,3-5-18 0,-3 5-13 0,0 0 8 16,3-5-23-16,-3 5 2 0,3-3 6 16,-3 3-8-16,4-5-8 0,3 2-3 0,-3-1-1 15,-1 0-1-15,4 2 5 0,2-5-15 0,-1 3-1 16,2 0 4-16,0 3-6 0,1-5 8 0,-1 4-10 15,3 1-8-15,1-3-6 0,-4 4 14 16,6 0-10-16,-4 0 7 0,1 4-5 0,-2-2 0 16,2 0 5-16,4 3-10 0,-6 0 5 0,3 2-5 15,-1 1 10-15,0 1-3 0,-2 3-2 16,-1 1 3-16,0 1-1 0,1 4 1 0,-5 0 5 16,-2-2-1-16,4 6-7 0,-6-2 3 0,2 4-6 15,-4-1 6-15,0 2-11 0,0 2-20 16,0-1-59-16,-4 3-41 0,4-3-69 0,-2 2-318 15,0 2-294-15,-1-5 106 0,-3 0 65 0,5-6 62 16,-5-4 54-16</inkml:trace>
  <inkml:trace contextRef="#ctx0" brushRef="#br0" timeOffset="50077.21">25476 3861 796 0,'0'-8'312'0,"0"1"-41"16,3-1-10-16,1-2-33 0,7-1-23 16,1-2-29-16,3-2-12 0,2 1-23 0,7-2-8 15,3-1-7-15,1 0-21 0,-1 2-1 16,1 1 50-16,2 3-11 0,-5 2-22 0,-2 1-16 16,1 3-16-16,-3 2-4 0,-2 2-26 0,-1 1 7 15,-1 2-20-15,0 0 3 0,0 3-3 16,0 3-5-16,-4 0-5 0,5 0 5 0,-5 0-5 15,1 1-13-15,0-1 0 0,0 1-8 0,-1-1 8 16,-2 1-3-16,2-1-7 0,2 1 0 16,-2-2-3-16,0 1-5 0,4-2-10 0,-4-1-10 15,-1-2 17-15,1 1-2 0,1-1 13 0,-4-3-8 16,0 4 1-16,-2-4-1 0,-8 0 2 0,13-5-9 16,-10 2 2-16,-3-3-3 0,0-1 6 0,-3-1 4 15,1 0-9-15,-6-2-6 0,-3-1 6 16,1 0 12-16,-4-2 8 0,3 4 2 0,-1-4 6 15,0 3-3-15,-1-1 3 0,3-1 9 16,-1 2-4-16,2 0-3 0,-1 2-10 0,2-1 0 16,5 0-8-16,-1 1 1 0,1-5-11 0,3 5 5 15,5-1 5-15,0 0-5 0,3 0-2 0,2-1-6 16,3 1 0-16,6 1 14 0,-4 0-16 16,6 3 7-16,0 1-7 0,2 0 2 0,-2 4 3 15,2 0-7-15,-1 4-3 0,1 0-1 0,1 4 11 16,0 2-5-16,-3 2 10 0,2 4-5 15,-2-4-7-15,-1 2 7 0,-3 2-11 0,1-4 6 16,0 5-10-16,-5-3 15 0,3 1-8 0,1-4 6 16,-6 0 2-16,3 1-11 0,-1-2 4 0,1-1-3 15,0-2 2-15,-2 1-2 0,0-4-1 16,1 2 14-16,-2-5-13 0,2 3 10 0,-3-4 5 16,1-4-8-16,-4 0-15 0,5 0 23 0,-4-5 11 15,-1 1-11-15,0-4 3 0,-4-4-8 0,3 0 5 16,-5 0 10-16,-2-2 0 0,-2 1 14 0,3 0-11 15,-6 0 5-15,2 1 12 0,-3 1 9 16,-3 0-19-16,0 5 27 0,0-1-32 0,-5 3 8 16,-1 0-2-16,-1 1-8 0,-3 5-13 15,2-2-20-15,-3 4-21 0,1 0-36 0,-1 4-30 16,4-1-37-16,1 3-37 0,5-2-67 16,1 0-149-16,3 4-412 0,4-6 49 0,3 2 87 15,0-4 82-15,9 4 48 0</inkml:trace>
  <inkml:trace contextRef="#ctx0" brushRef="#br0" timeOffset="51276.71">26953 3371 655 0,'14'4'279'0,"-1"-3"-39"15,2 1-9-15,4 4-16 0,2 2-18 0,3 1-10 16,-1 1-44-16,2 4-5 0,2 0-23 0,0 6 3 15,-2-4-15-15,-1 1-6 0,-6 0-15 0,-2-1-13 16,0-3-8-16,-2 3 1 0,-7-2-19 16,0 2 16-16,-1-7-20 0,-2 1 4 0,-4 0 6 15,0-2 2-15,0 0-2 0,-3-1 12 16,2-4-2-16,-5 1 7 0,6-4-2 0,-10 2-2 16,10-2 89-16,-14-7-21 0,10-2-17 0,-5 0-34 15,2-2 26-15,2-5-20 0,-1 1-14 16,3 0-12-16,2-2-7 0,1 5-1 0,1-8 8 15,-1 6-21-15,3-5 8 0,5 2-10 0,-2 3 0 16,4-5-3-16,0 2 5 0,4 3-20 0,-1-1 0 16,2 1-2-16,1 2 9 0,-1 3-12 15,-2 1 2-15,1 0-17 0,2 1-1 0,-2 5-15 16,-3-2-2-16,2 4 7 0,1 4 8 0,-1-1-10 16,1 4 2-16,-3 0 5 0,2 2 8 15,1 3-20-15,-4-4 17 0,4 5-10 0,-4-1 13 16,0 1-5-16,1-1-8 0,-1 2 13 0,0 1-2 15,1-4-8-15,2-1-3 0,-6 4-8 16,6-3-7-16,-6-3 15 0,0 1-5 0,-1-1-5 16,2-1 3-16,-4 0 15 0,2-4 2 0,-3 1 1 15,-3-4-1-15,0 0 3 0,0 0 3 0,0 0-1 16,0 0 8-16,0-17 11 0,-6 6-1 16,3 0-4-16,-4-3 7 0,2 0 0 0,-1-2 5 15,3-4-10-15,-1 2 5 0,1 1 0 0,0 1-10 16,3-2-8-16,0 2 13 0,0 1-13 0,3 2 3 15,0-2-3-15,1 4-3 0,-1-3 9 16,4 4 1-16,0 1 1 0,0 1-5 0,3 1-6 16,1 5-20-16,-1-3-2 0,0 5 7 15,2 0 11-15,-2 1-9 0,1 5 4 0,1 2 4 16,0 1-7-16,-1 0 15 0,0 2-2 0,-1 2-9 16,2-1 4-16,-2 0-3 0,-5 0-8 0,5 1-5 15,-2-1 8-15,-2 0 0 0,0-3-13 16,-2-1-6-16,1 1 4 0,0-1 4 0,-1-3 14 15,0 1 9-15,-1-1 3 0,0-1-15 0,1 1 0 16,-4-5-6-16,9 0 11 0,-9 0 0 0,0 0 8 16,15-7-1-16,-9 5-12 0,1-2 13 15,-4 1-16-15,5 2 8 0,-8 1 2 0,10-4-10 16,-10 4-2-16,10 0 2 0,-10 0-5 0,11 4 16 16,-5-3-11-16,-2 2 3 0,2 2 2 15,1 0 5-15,3 0 3 0,-6 1-20 0,3-2 15 16,2 2 0-16,-1 1 0 0,-1-5 7 0,3 4-9 15,-4-3 1-15,5 2 4 0,-4-4 10 0,1 0-8 16,-3 0 15-16,-5-1-13 0,14 1 4 0,-14-1 4 16,10-4-10-16,-6 0-3 0,-1 0 3 15,0 0 18-15,1-5-18 0,-4 1 3 0,0 0 12 16,-4-4-7-16,1-1 10 0,3-4-16 16,-4 5 3-16,1-5 11 0,0 1 7 0,0 3 10 15,3 1-2-15,-1-1-13 0,-2 2-13 0,3 1 2 16,0 2 16-16,0 0-7 0,4 1-11 15,-1-2-8-15,4 2 6 0,-1 0 5 0,5 0-11 16,-1 3 11-16,0-3 2 0,7 4-13 0,-3-3 6 16,3 0-6-16,0-1 3 0,-3 2-15 0,6-1 20 15,-3 0 0-15,-2 1 3 0,4-1 10 0,-4 3-16 16,1-1-2-16,-2 0 0 0,-1 1-12 16,-1 2-6-16,-3 1 2 0,1 1 4 0,-3 4-1 15,4 1 3-15,-4 3-8 0,-1 2 2 0,1 4 14 16,0 1-11-16,-3 4 8 0,2 1-11 15,-2 1 6-15,-1 2 13 0,3-1-3 0,-1 1-3 16,-2 0 3-16,3 1-5 0,-5 0-8 0,5-3 6 16,-4 1 12-16,0-2-8 0,-2-4 11 15,3 1-13-15,-3-3 15 0,-3-2 0 0,3 0 21 16,-1-1-11-16,-2-4 9 0,-3 5 9 0,4-8-10 16,-3 1 11-16,-2-1 1 0,0-4-16 0,7-1 1 15,-14-1-2-15,3-7 0 0,-1 0-15 16,2-5 0-16,-1 2-29 0,-1-6-33 0,0 2 8 15,2 0-46-15,0 3-31 0,3-3-51 0,-4 4-261 16,5-1-430-16,2 1 102 0,-2 1 49 16,-1-1 77-16,2 1 63 0</inkml:trace>
  <inkml:trace contextRef="#ctx0" brushRef="#br0" timeOffset="51876.36">29175 3036 488 0,'0'0'210'0,"0"0"-28"16,0 0 5-16,7 16-18 0,-3-5 0 15,-1 4-21-15,3 2-25 0,-2 4 8 0,2 2-11 16,-2 2 0-16,5 6 59 0,-1-1 1 0,-4-1-24 16,5 5-23-16,-1-1-8 0,-2-1-15 0,1 3-79 15,0-5-5-15,1 2-3 0,-2-4-13 16,-2-2 0-16,2-1-15 0,-1-1-38 0,-3-1-60 15,1-4-120-15,3-1-470 0,-5-2 66 16,-1-3 23-16,0-5 69 0</inkml:trace>
  <inkml:trace contextRef="#ctx0" brushRef="#br0" timeOffset="52592.63">29028 3400 1190 0,'4'-8'312'15,"4"0"-23"-15,0-5-28 0,7 3-12 0,1-1-39 16,2-1-24-16,5 3-12 0,-2 1-25 16,3 4-24-16,3-2-12 0,-3 5-11 0,-1 2-17 15,2 5 4-15,2-2-14 0,-3 9-6 0,4-2-74 16,-1 3-18-16,-2 2-6 0,0 3 1 0,-3 0 5 16,1 2 5-16,-6-4 3 0,-2 2 0 0,-2-1-6 15,-2-2 8-15,-1 0 1 0,-4-1 4 16,1 0 0-16,0-4 1 0,-3-1 27 0,-1 0-5 15,-3-3 6-15,0 1 76 0,0-2-7 16,-3-2-14-16,3-4-6 0,-8 3 1 0,8-3-9 16,0 0 2-16,-13-17 2 0,8 9-12 0,-3-6-21 15,0-2 8-15,3 0 3 0,0-5-3 16,-1 0-5-16,2 1 2 0,1 0-7 0,3-1-19 16,0 0 9-16,3 3-1 0,1-1-7 0,2 1 18 15,4-3-18-15,1 4-8 0,2 0-3 16,5 5 9-16,1-3-1 0,4 5-10 0,-1-1 8 15,3 1-3-15,1 2-5 0,2 4 7 0,-1-4-4 16,4 3-16-16,-2 1 3 0,-3 0 2 0,3 0 1 16,-7 1-6-16,-5-1 15 0,1 2-9 0,-5-2 19 15,1 4-12-15,-1-1 29 0,-3 0-14 16,-2-1-2-16,1 2-6 0,-2-3-4 0,-7 3 2 16,0 0-13-16,11 6 8 0,-15-1 5 15,4-5 13-15,-7 14-2 0,0 0-16 0,-2 0 0 16,1 3 5-16,-5 1 10 0,3 1-15 0,-1 2-10 15,1 0 18-15,4-3-19 0,-1 3 14 0,-1-2-13 16,2-1 17-16,5-1-4 0,0-2 5 0,-1 0-8 16,4-1 5-16,-1-4-15 0,3 0 15 15,1-1-16-15,1 0-17 0,4-4 8 0,0-2-11 16,4-3-7-16,-1 0-3 0,3-3 10 0,-1-2-12 16,-1-2 19-16,2-3-4 0,-1-2 3 15,-5-5 2-15,3 1 10 0,-2-1 10 0,-1-4 11 16,-3 4 18-16,-1 2 7 0,-1 1 13 0,-2 3-13 15,5 0-5-15,-6 1-12 0,1 0 22 16,2 4-17-16,-4 0-6 0,0 3 0 0,-1 3-2 16,0 0 13-16,0 0-11 0,0 0 8 0,10 10-15 15,-10-4-3-15,0 3 0 0,1 1-5 16,-1 1-20-16,3 0-24 0,0 1-30 0,0 1-21 16,1 1-48-16,2 0-82 0,-2 1-121 0,5-4-442 15,-1 2 35-15,2-5 75 0,1-4 69 0,-4 0 58 16</inkml:trace>
  <inkml:trace contextRef="#ctx0" brushRef="#br0" timeOffset="52759.71">30354 3292 1018 0,'0'0'300'0,"4"12"-34"0,-4-3-31 0,-3-1-20 15,6 0-15-15,-3 2-26 0,0 3-23 16,0-1-23-16,3 1 5 0,-1 2-110 0,-1 2-7 15,0-5-50-15,2 3-73 0,-3-5-118 16,6 7-487-16,-2-2 59 0,0-4 67 0,-1 0 67 16</inkml:trace>
  <inkml:trace contextRef="#ctx0" brushRef="#br0" timeOffset="53193.74">30531 3302 813 0,'11'8'351'16,"-7"-4"-51"-16,-4 2-11 0,5 0-41 15,-3 3-33-15,1 2-15 0,0-1-36 0,2 1-1 16,-2 0-14-16,0 0-11 0,0 1-15 0,0-2-100 16,-2 0 10-16,-1 0 1 0,3-3-4 0,0 1-7 15,-3-1 3-15,3-1 7 0,-2-1 3 16,-1 2 23-16,0-2-10 0,0-5 84 0,0 0-21 15,0 0-9-15,0 0-14 0,0 0-4 0,0 0-1 16,0 0-10-16,-7-22-2 0,7 10-26 16,-3-1-2-16,3 1-1 0,0-3 8 0,3 1-15 15,0-3-8-15,-1 6-2 0,0 1 7 0,1-2-10 16,-3 0-7-16,5 3 7 0,-2 1-8 0,0-1-7 16,5 3 5-16,-6 0-6 0,4 2-2 0,-2 1 6 15,6 1-6-15,-10 2 0 16,14 6-13-16,-5-2 3 0,1 3 10 0,0 3 3 0,-2 1-8 15,3 0 0-15,-4 0 5 0,3 3 8 0,1 3-16 16,2-1 19-16,-4-1-16 0,3 1 7 16,-2 2-12-16,0-1 8 0,3 1-8 0,-3 0-36 15,-1-5-29-15,0 3-34 0,-2-5-76 16,-1 4-209-16,-2-5-468 0,4 0 76 0,-2-2 85 16,-1-4 61-16,-3-2 67 0</inkml:trace>
  <inkml:trace contextRef="#ctx0" brushRef="#br0" timeOffset="53443.61">31024 3246 893 0,'0'7'340'16,"6"3"-35"-16,-5 2-26 0,0-1-26 0,2 3-15 15,0 0-30-15,0 3-19 0,-2 2-20 0,5-2-18 16,-3 0-10-16,0 0-11 0,-2 0-27 0,-1 3-14 16,3-2-7-16,-3-3-51 0,0 2-16 15,0-4-33-15,0-1-15 0,0 0 0 0,0-3 0 16,0-4-80-16,-3 2-240 0,3-1-413 16,-1-2 75-16,1-4 80 0,0 0 35 0</inkml:trace>
  <inkml:trace contextRef="#ctx0" brushRef="#br0" timeOffset="53625.95">31124 3089 645 0,'0'0'122'16,"0"0"-155"-16,0 0-461 0</inkml:trace>
  <inkml:trace contextRef="#ctx0" brushRef="#br0" timeOffset="54176.57">31276 3484 755 0,'1'8'307'0,"-1"-8"-18"0,0 0 51 0,1 3-45 16,-1-3-26-16,0 0-13 0,0 0-31 0,3-17-26 15,-3 10-27-15,3-3-11 0,0-1-20 0,-2-5-5 16,2 0-3-16,3 0-31 0,-5 2-10 16,5 1 0-16,-1-1-7 0,-2 3-21 0,0 0 0 15,3 3-13-15,-2-2 0 0,1 3-15 16,0 2-8-16,3-1-2 0,-2 3 10 0,1-1-23 15,3 2 2-15,0 0 13 0,1-2-5 0,3 4-10 16,-1-2 7-16,3 2 6 0,-4-1-16 16,10 0-5-16,-4-5-5 0,6 3 0 0,-3-1-15 15,-1 0 20-15,-2-2-2 0,4 1 4 0,-7-1-9 16,5-2 9-16,-6 2 6 0,3-2 5 0,-4 1 5 16,-1 5 8-16,-3-4 0 0,0 3-11 15,-4-1-17-15,5 2 2 0,-10 2-3 0,0 0 1 0,11 9-3 16,-8-1 5-16,-3 5-5 0,0 3 15 15,0 5 1-15,3 4 7 0,-1 13-18 0,-1 14-3 16,0 4 6-16,2 2 0 0,1-5 2 0,0 3-5 16,-1-2 3-16,0-3 2 0,0-6-5 15,-1-8 11-15,-2 1-16 0,-2-4 12 0,-1-6-4 16,0-3 10-16,3 0 5 0,-3-8-8 0,1-2 24 16,-4-2-1-16,2-9 1 0,-2-3-1 15,6-1 0-15,-14-8 1 0,1-4-11 0,3-5-5 16,0-4 10-16,2-1-10 0,3-3 10 0,-3 1-17 15,5-1 17-15,3 3-7 0,0 2 4 0,0-5-24 16,6 1-17-16,-1 7 6 0,3-4-66 0,0 1-32 16,2 5-94-16,-3 1-149 0,3 9-557 15,-3-4 58-15,-4 1 93 0,-6 4 84 0,-2-3 69 16,-8 3 61-16</inkml:trace>
  <inkml:trace contextRef="#ctx0" brushRef="#br0" timeOffset="55309.62">24358 4832 622 0,'0'0'215'16,"0"0"-16"-16,3 25-12 0,-2-11-13 0,5 8-31 15,-2 3 67-15,3 7-18 0,0 0-30 16,0 3-9-16,4 9-10 0,1 4-20 0,-2-4-13 15,-3-4-2-15,1-5-8 0,0-2-16 16,-3 2 3-16,2-3-15 0,-1 1 0 0,-1-8-11 16,1 2-15-16,-3-4 8 0,-2 1-11 0,2-6-9 15,-3 0-4-15,3-3 1 0,-3-1-3 16,3-3 11-16,-1 0-1 0,-2-1 11 0,1-4-11 16,0 2-2-16,-1-3-8 0,3 1 10 0,1-3-17 15,-4-3 5-15,10 1-9 0,-3-1 6 0,-7 0-5 16,21-2-18-16,-8-3 16 0,4 2-1 15,0-2-2-15,7-3 7 0,3 2-14 0,4-5 4 16,0 1-3-16,3 2 4 0,3-3 1 0,12-5-12 16,2 1 16-16,0 0-19 0,1 1 13 0,-1-1-12 15,-3 1-6-15,-4 6-5 0,-10-1 8 16,-2 1-10-16,-5 2 7 0,-4 1-15 0,-2-1-7 16,-3 4 14-16,-2-4-12 0,-2 0-5 0,-4 2 2 15,-3-1 23-15,1 2-4 0,-6-3 9 0,2 2-10 16,-4-3 3-16,0 2 20 0,0 5-2 15,-8-10 2-15,5 4-2 0,-3 2 12 0,2-1 1 16,-2 2 2-16,2 0-16 0,0-1 14 0,4 4 2 16,-7-7 3-16,4 4 2 0,3 3-23 15,-4-5-3-15,4 5-4 0,0 0 15 0,-3-3-6 16,3 3-4-16,0 0-1 0,0 0 9 0,0 0 1 16,17 16-22-16,-6-8 23 0,2 0 2 15,4 3-22-15,-3 3 25 0,5-2-11 0,-4 4 6 16,2 0 0-16,-3 1 0 0,0-2 2 15,-1 3-10-15,-2-1-5 0,-5 1 16 0,-2-1-9 16,-1 2-12-16,-3-1 15 0,-3-1-12 0,-1 4-16 16,-6 0-28-16,0-2-44 0,0 3-81 0,-1-5-221 15,1 0-363-15,3-4 10 0,-2-1 80 0,1-4 61 16,1-3 63-16</inkml:trace>
  <inkml:trace contextRef="#ctx0" brushRef="#br0" timeOffset="55742.55">25695 5071 857 0,'17'-4'256'0,"0"-2"-28"0,-6 6-16 0,2 2-17 16,-2 2-21-16,-1 0-26 0,0 4-9 0,1 5-14 15,-2-2 3-15,-5 4-31 0,4 3 13 16,-6 0-18-16,-2 3 3 0,-1 1-16 0,-2 2-12 15,-3 1-3-15,-1-1 0 0,1-1-3 16,-5 0-25-16,4-4 3 0,2-3-19 0,-3 0-10 16,3-5-5-16,-1 2-30 0,3-3 27 0,3-1 4 15,0-2-6-15,3-2 0 0,0-1 0 0,1-1-13 16,6 2-5-16,0-4 18 0,-3 0-23 0,7 4 20 16,-4-1-4-16,4 1 9 0,0-1-4 15,-1 2-1-15,4 1-7 0,-3-2 7 16,0 2-7-16,-1 0 0 0,1 0 17 0,-7 0 1 15,3 0 7-15,0-3-2 0,-3 2 28 0,-3 2 13 16,2-4-8-16,-3 3 72 0,-3-1 2 0,-3 2-20 16,0-4 0-16,-4 3-36 0,0 0 23 0,-6 1-10 15,-1 0-11-15,-4-4-10 0,-1 3-9 16,1-2 6-16,-3-2 4 0,1 3-14 0,0-6-20 16,2 0-31-16,2 0-7 0,2-5-59 15,0 2-23-15,4-3-26 0,3-3-54 0,3 1-69 16,4-3-109-16,3-3-339 0,5-1-5 0,-1-2 49 0,6-1 77 15,5-6 43-15</inkml:trace>
  <inkml:trace contextRef="#ctx0" brushRef="#br0" timeOffset="56292.54">26125 5251 729 0,'4'10'225'0,"0"1"-15"0,-1 3-5 0,1 4-21 0,-1 0-10 0,-3 1-23 15,3-1 8-15,1 1-34 16,-1-1-2-16,0-3-18 0,0 3-2 0,1-2-1 0,0-1-20 15,1-3 10-15,0 0-7 0,2-3 7 16,3-1-8-16,0 0-25 0,2-4-3 0,0 0-4 16,2-4-4-16,0 0-2 0,-1-4 8 0,1 1-3 15,0-4-10-15,-1-3 0 0,-5 1-2 16,1-5-22-16,-5 1 30 0,-4-2-19 0,0 1 10 16,-3-1 6-16,-1 2 2 0,-2-3-75 0,1 2 1 15,-3 1 31-15,0-1 2 0,-2 5 8 0,-1-5-3 16,4 3 13-16,0 2 72 0,1 1-11 15,0 0-10-15,-2 0-4 0,1 0-1 0,4 1-8 16,0 3-15-16,3-3-18 0,3 0 11 0,0 2-11 16,4 2 10-16,2 0-2 0,3-1-23 15,-2 4 13-15,7 1-9 0,-4 2-4 0,5 1-26 16,0 3 19-16,1 3 4 0,2 4 5 0,-4 1 3 16,4 3-15-16,0 0 4 0,-2 2-7 0,-1 2 3 15,-2 0-1-15,-1-4 6 0,-2-1 0 16,1 0-8-16,2 0 18 0,-3-1-11 15,2-4-9-15,2 2 2 0,-4-3-5 0,1-2 12 0,0 0-4 16,-1-3 0-16,0 0-1 0,-1-4 1 0,-2 0 4 16,2-4-7-16,-2 2 3 0,-2-4-1 15,3-3 4-15,-4-5-1 0,1-1-3 0,-6-3-2 16,1-1-2-16,1-3 2 0,-8 1 18 16,1 0-13-16,1-4 2 0,-9 4 11 0,4-2-2 15,-7 3 9-15,2 1-9 0,-7 6 4 0,-1-3 1 16,-1 3-9-16,-6 3-1 0,3 0-4 15,-1 2 1-15,-1 0 7 0,5 2-4 0,0 3-17 16,4 0-29-16,-3 1-22 0,7 1-37 0,0 2-27 16,1 2-17-16,2-1-62 0,3 2-86 0,4 0-482 15,3-2-10-15,3 1 87 0,-3-5 66 0,14 3 62 16</inkml:trace>
  <inkml:trace contextRef="#ctx0" brushRef="#br0" timeOffset="57525.43">27404 5178 650 0,'20'17'217'0,"-2"-1"-22"0,-1 1-3 16,0 0-28-16,-3 1-19 0,3 3 1 0,0 2-25 15,-1-2 2-15,-4-2-24 0,-2 1 1 16,2-2-5-16,-4 0-34 0,-4-1 31 0,2-2-15 15,-2-3 15-15,-1 0-5 0,-3-1 34 16,0-3-14-16,-3 0 3 0,3-2-25 0,-4-2 2 16,-2 0 2-16,-2-4-14 0,8 0-9 0,-17-5-2 15,8-4-13-15,-3-1 11 0,-1-6-16 0,-1-2 18 16,4-4-10-16,-3-5-8 0,7 4-3 0,-2-2-9 16,4 0-4-16,1-2-2 0,0 2-7 15,6 4 58-15,0-1 6 0,1-2-29 0,4 2-2 16,3 3-8-16,0 0-15 0,1-1-3 15,4 2-10-15,1 1-6 0,0 3-9 0,1 1-16 16,2 1 0-16,2 1-15 0,-6 7-5 0,4-2-5 16,0 2 17-16,-6 3-10 0,3 0-17 15,-3 3 22-15,3 4 6 0,-1 1-6 0,-1 0 0 16,-2 4 16-16,-2 2 3 0,-1 0 14 0,3 4-12 16,-5-2-5-16,0 2 15 0,0 1-8 0,-1 3 6 15,1-3-11-15,-2 1 11 0,1 2 5 16,1-4 9-16,-2 0-19 0,0-4 15 0,-2 1 2 15,2 1-18-15,-2-5 27 0,-1 1-4 0,1-4 0 16,0 0 1-16,2-1 5 0,-3-3-3 16,-3-3-18-16,0 0 15 0,0 0-4 0,10-9 7 15,-9 1 2-15,-1-2 8 0,0-1-12 0,0-4-3 16,-2-2 10-16,-3-1-10 0,2-5 2 16,2-1-2-16,-5-1 3 0,3 1-3 0,3 5 7 15,-4-2-2-15,4 1-5 0,0 3-7 0,0-1 6 16,0 2 4-16,4 1 7 0,-1 0-15 0,2 4-13 15,-3-1 5-15,7 1 0 0,-2 4-2 0,4 3-8 16,-1-1 2-16,4 3 8 0,-1 2-15 16,1 4-3-16,0 2 3 0,2 2 7 0,-1 1 6 15,4 5-3-15,-7-2 5 0,1 2-18 16,1 1 0-16,-1 1 13 0,-2-3 8 0,-1 0-13 16,-3 2 2-16,2-4 6 0,-1 0-3 0,-4 1 0 15,2-3 5-15,-2 0-8 0,2-2 19 0,1-2-1 16,-3 2-7-16,-1-1 10 0,1-4-11 0,-1 0 9 15,-3-2-19-15,13-2 6 0,-13 2 15 16,14-7-13-16,-7 3 5 0,0-4 0 0,3 2 1 16,-6 2-4-16,4-2 6 0,-3 1-18 0,0 2 2 15,-3 1-9-15,5-3 4 0,-7 5 3 16,7-1-3-16,-7 1 6 0,0 0-14 0,21 6 6 16,-15-5 10-16,1 3-5 0,3 1-3 0,-2-2 0 15,3 3 6-15,-3 0-3 0,3-4 12 16,-1 2-4-16,-3 0 0 0,3-1 4 0,0 2 9 15,-1-5-9-15,-1 1-7 0,0 0 5 0,-8-1 6 16,18-1 12-16,-13 0-18 0,3-1 2 0,-2-2-9 16,-2 1 15-16,2-5-11 0,-3 2 9 0,-1-4-9 15,-2 0 6-15,-2-3 5 0,-1 1-8 16,0-3-3-16,-4 0-7 0,4 1 20 0,-2 1-4 16,-1 1 12-16,2 3-23 0,-2-1 10 0,3 2-13 15,2-1 19-15,0 5-16 0,-4-3-8 16,5 0 0-16,-3 0 6 0,3 7-3 0,3-8 0 15,0 5 7-15,1 0-9 0,-4 3 7 0,10-5-11 16,1 1 6-16,-2 2 3 0,1 0-1 16,3-3 6-16,-1 2-9 0,1 2-6 0,1-4 12 15,-1 2 0-15,2-3 10 0,1 4-20 0,1 0 10 16,-6-2-11-16,6 4 4 0,-4 1-1 16,1 4-2-16,-1-3-3 0,-2 7 0 0,6 0 18 15,-4 4-12-15,1 4 4 0,-3 2-5 0,3 0 8 16,-4 1 6-16,0 1-14 0,0 1 13 0,-3 0-25 15,-3-1 27-15,2 1 6 0,-1-5-3 16,-4 1 3-16,0 0-8 0,-2-1 8 0,-2-1-10 16,-3 1 17-16,2-3-12 0,-2-2-3 0,-1 1 23 15,0-2 15-15,-3-3-7 0,3 1-28 16,1-3 43-16,-5-3-23 0,4 2 0 0,2-5 13 16,5 0-7-16,-16-6-16 0,9 0 23 0,-2-3-11 15,2-1-12-15,1-5-2 0,-2 2 7 16,4-2 0-16,-2-2-23 0,3 3-8 0,-1 1 5 0,0 0-20 15,4 1-41-15,-3 0-30 0,6 1-45 16,-3 3-50-16,4 1-182 0,3 1-505 0,-4 1 52 16,4 1 77-16,-1 0 89 0,-2-1 62 15,3 1 73-15</inkml:trace>
  <inkml:trace contextRef="#ctx0" brushRef="#br0" timeOffset="58092.5">29459 4892 624 0,'5'11'248'0,"-3"6"-22"15,1 1-29-15,0 5-16 0,0 2-22 0,1 0-5 16,2 0-6-16,-1 6-20 0,2-5-13 0,-1 6-22 16,4-6 4-16,-2-2-13 0,1 1-4 15,-2-4-16-15,0 0 2 0,4-3-10 0,-1 0-7 16,0-5 5-16,4-1-46 0,-4-2-11 0,4-2-23 16,3-3-48-16,-3-3-41 0,-1-1-95 0,0-2-297 15,3-2-138-15,-6-4 59 0,-1 0 46 16</inkml:trace>
  <inkml:trace contextRef="#ctx0" brushRef="#br0" timeOffset="58775.74">29455 5192 719 0,'0'0'274'16,"0"0"-16"-16,-10 0-25 0,10 0-26 15,0 0-25-15,-3-7-5 0,3 7-18 0,3-7-21 16,-3 7 3-16,7-11-39 0,5 5 8 0,-2-1 54 16,1-1-18-16,4-2-11 0,5 2-19 15,0-3-6-15,3 1-11 0,0-2-17 0,7 1-2 16,1-3-4-16,0 3-12 0,0-2 8 0,3 2-8 16,-2 1-8-16,-3-2-20 0,-5 3 5 15,-4 1 3-15,1-2-11 0,-4 2-5 0,0 0-5 16,-4-1 5-16,0 2 1 0,-5 0 4 0,-1 2-5 15,2-1-2-15,-4-1-3 0,0 4-21 0,-3-1 14 16,-2 4-9-16,0 0 1 0,0 0-8 0,0 0 5 16,0 0 0-16,-25 12-2 0,15-4 4 15,0 3 1-15,-1 3-3 0,2 1-7 0,2-1-1 16,0 1-10-16,3 3 13 0,1-1 0 16,3 0-2-16,0-2-11 0,0 3 13 0,6-3 2 15,2 2 9-15,-1 0-16 0,6-2 12 0,4 0-12 16,0-5 3-16,1 0 7 0,6-2-8 15,-4-2 6-15,1-4-11 0,3-2 3 0,-3 0 13 16,2-1-6-16,4-5-2 0,-3 2 5 0,-3-5-10 16,-1-3-5-16,-2 3 5 0,-2-4-11 0,0-2 14 15,-5 1 2-15,0-4-10 0,-4 3 10 0,-1-2-6 16,-2 0-1-16,1 3 17 0,-3 2 0 16,2 2 1-16,-4-4-17 0,3 6 17 0,0 1-14 15,-2-1-10-15,-1 4-7 0,0-1 7 0,0 5 3 16,0 0-6-16,0 0 19 0,11 14-11 15,-9-4-10-15,1 4 11 0,5 1 2 0,0 0-3 16,-3 5 5-16,5-1 3 0,0 4 8 0,-1-4 0 16,-1-1-6-16,-1 3 3 0,4-2 0 15,-5-2 1-15,-2-2 4 0,2 1 3 0,-2 0-8 16,-4-6 28-16,4 1 3 0,-4 2-3 0,-4-5 0 16,3 0-2-16,-5-1-8 0,3-3 0 0,-4 2 5 15,1-3-5-15,-2-1 6 0,3 1-6 0,5-3 7 16,-15 0-19-16,10 0-24 0,5 0-13 15,-19-4-38-15,15 0-18 0,-2 0-51 0,3 0-33 16,0-2-75-16,1-1-158 0,4-3-405 16,1 2 80-16,0-3 61 0,4-5 74 0,-1 0 44 15</inkml:trace>
  <inkml:trace contextRef="#ctx0" brushRef="#br0" timeOffset="58959.23">30562 4768 673 0,'0'0'228'0,"0"0"-19"16,8 11-24-16,-5-2 7 0,1 3-29 0,4 4 58 16,-3 2-14-16,3 2-38 0,3 4 8 15,-6 1-34-15,2 4-2 0,3-1-29 0,-1 3-27 16,-4-1-37-16,1 2-37 0,-2 1-60 16,3 1-138-16,-4-1-507 0,-2-4 29 0,2-2 71 0,0-8 46 15</inkml:trace>
  <inkml:trace contextRef="#ctx0" brushRef="#br0" timeOffset="59192.8">30491 5059 696 0,'5'-9'256'0,"0"-3"-44"16,3 3-15-16,1-2-23 0,3 2-10 15,1 0-21-15,3-5-15 0,2 6-15 0,3-2-11 16,0 2-2-16,-2 1-8 0,1 4-10 0,-2-1-20 15,6 3-3-15,-3 1 0 0,0 2-16 16,0 1-5-16,3 6 14 0,-3-1-9 0,2 1-4 16,-2 3-6-16,-3 3-8 0,0-1 9 0,-2 3-14 15,1 0 6-15,-6 2-3 0,3-3-41 16,-4 7-41-16,-1-3-43 0,-4 2-103 0,2 2-461 16,-1-4 26-16,-2-2 26 0,-1-3 79 0</inkml:trace>
  <inkml:trace contextRef="#ctx0" brushRef="#br0" timeOffset="59892.99">31178 5054 642 0,'0'0'266'0,"0"0"-35"0,0 0-19 0,0 0-17 15,9 13-24-15,-9-9-20 0,0-4-13 16,1 8-2-16,-1-8-16 0,-1 7-25 0,1-1 2 15,0-6 11-15,1 5 12 0,-1-5-7 16,0 0-3-16,0 6 74 0,0-6-18 0,0 0-20 16,0 0-5-16,0 0-15 0,0 0-24 0,-10-18-5 15,7 9-7-15,3-1 2 0,0-3-13 0,3-2-7 16,-3 2-6-16,3-2-4 0,3 0 4 0,-4-1-25 16,1 5-7-16,2 2 7 0,0 0-11 15,0 0-9-15,0 2 4 0,3 1-4 0,3 3 2 16,-1 0 0-16,2 2 3 0,-1 1-24 0,3 4 11 15,2-4-8-15,2 3 8 0,0 3-3 16,1-4-5-16,2 4-2 0,-1-5 7 0,1 3-10 16,0-1 8-16,0 0-6 0,-2-2 9 0,-5 2-9 15,3-1 1-15,-2-2 2 0,-2 0 2 16,-1-5-1-16,-1 4 6 0,-1-1-9 0,-3-2 2 16,0-1 0-16,2-1 0 0,-7-2-2 0,1 2-3 15,2 0 2-15,-4-1 6 0,0-2-3 16,-1 1 0-16,3 1 3 0,-3 1-16 0,0 2 3 15,0 4-13-15,3-8 8 0,-3 8-3 0,0 0 8 16,0 0-3-16,0 0 8 0,4 15 3 16,-1-5-13-16,1 7 2 0,3 2-2 0,1 6 5 15,-3 6 7-15,6 2-2 0,2 11-2 0,3 5-11 16,-4 0 13-16,4 1 5 0,1 0-2 0,-3-2 2 16,3-2 8-16,-3 2-19 0,-3 1 19 0,-1-3 3 15,-1-8-24-15,-4-5 13 0,-5-4 5 0,0 0-12 16,0-4 7-16,-2-3-3 15,-7 1-9-15,4-5 7 0,-4 3 46 0,-3-5-39 0,0-6 40 16,-1-2-7-16,-4 0 9 0,6-6-26 0,-6-1 16 16,1-1 7-16,1-1-18 0,-5-2-23 15,3-2 61-15,0-2-43 0,3 1 1 0,0-3 6 16,1-3 6-16,0 2-5 0,2 0 2 0,1-3 0 16,3 2-7-16,-1 1 7 0,2-4-12 15,2 5-1-15,1-5-4 0,0 3-6 0,3-2 0 16,3 2-7-16,-1-2-70 0,0 1-17 0,1 2-27 15,2-4-119-15,1 3-520 0,-3-3-156 0,1 3 112 16,-4-4 62-16,-4-3 72 0,-4-6 92 0,-5-2 33 16</inkml:trace>
  <inkml:trace contextRef="#ctx0" brushRef="#br0" timeOffset="60059.54">30541 4518 442 0,'-9'3'156'0,"2"1"-220"0,3-1-435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5:48:07.96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13610 15840 1072 0,'0'0'299'0,"0"0"-4"15,-9-3-24-15,9 3-40 0,0 0-19 0,0 0-23 16,0 0-25-16,0 0-2 0,0 0-19 16,0 0-84-16,0 0 25 0,0 0-17 0,19-7-8 15,-8 6-1-15,0-2 1 0,9 0 77 16,0-4-39-16,4 3 3 0,4-3 3 0,6-2-11 15,3 0-18-15,12-4-8 0,5 1 6 0,-3-1 2 16,1 1-25-16,-9 1 7 0,-8 1-15 0,3 5 0 16,-4-5-2-16,-6 7-4 0,-5-4-22 15,-2 4-18-15,-1 1-15 0,-3-1-52 0,0 1-2 16,-6 0 2-16,0 2-25 0,-2-3-24 0,1 3-58 16,-3 0-110-16,0 0-515 0,-3 4 85 0,-4-4 59 15,0 0 53-15,0 0 69 0</inkml:trace>
  <inkml:trace contextRef="#ctx0" brushRef="#br0" timeOffset="233.34">14226 15623 606 0,'7'-3'302'0,"2"3"-15"15,2 0-13-15,0 1-36 0,6 1-15 16,-1 1-26-16,-1 4-11 0,1 1-11 0,2 2-35 15,-2 2-12-15,2 1 0 0,-5 2-20 0,1 0-6 16,-4-1-12-16,-3 2-6 0,-4-1-4 0,1 5-16 16,-4-1-23-16,-4-1-21 0,1 5-23 15,-4-3-25-15,0 3-41 0,-2-1-54 0,-2-1-61 16,1-1-197-16,3-1-334 0,-1-2 60 0,-1-4 66 16,5-3 67-16</inkml:trace>
  <inkml:trace contextRef="#ctx0" brushRef="#br0" timeOffset="1199.29">14777 15341 757 0,'-4'-5'266'0,"4"5"-102"0,-3-3-18 16,3 3-10-16,0 0-21 0,0 0-2 0,0 0-21 15,0 0 28-15,0 0-18 0,3 15 6 16,0-5-8-16,1 3 7 0,-1 3-7 0,4 5-15 16,-1 4 7-16,2 4-13 0,2 0-2 15,0 4-16-15,-2 1 1 0,5 9 4 0,0 1-30 16,-2-8 2-16,-4-5 1 0,5 2 4 0,-4-4-9 15,2 2 2-15,0-3-16 0,-2 0-15 16,2-4-18-16,-4 1-15 0,1-4-33 0,1 2 38 16,-2-7-44-16,-2 0-15 0,2-1-7 15,0-3 4-15,-2-1 24 0,0-4-21 0,-1-1 23 0,-3-3-2 16,0-3 12-16,0 0-10 0,0 0 26 16,0 0-13-16,0 0 41 0,0-23 7 0,0 14 8 15,0-1 36-15,0-5-15 0,0 3 31 0,0-3 4 16,1-1-2-16,2-1 0 0,3 0 5 0,-2 2 5 15,2 0-12-15,2 0-8 0,-1 2-6 16,2 2 6-16,1 0-5 0,1 5-8 16,2 1-11-16,-2 2 1 0,3 2-3 0,-1 1 0 0,1 2-7 15,0 1 2-15,3 5 5 0,-4-1-10 0,2 3 18 16,-2 0-34-16,1 0 26 0,-7 2-22 16,2-2 19-16,-2 3-9 0,-2-3-9 0,-2 1 1 15,-3 1 20-15,-3-1-2 0,2 0 4 16,-10-1-1-16,2 2-9 0,-1-4 18 0,-4 2-4 15,3-3 4-15,-6-1-17 0,4-2 20 0,-2 0-18 16,2-1-3-16,3-2 8 0,-4 0-2 0,4-1 2 16,-1 0-10-16,1 0 5 0,0-1-8 15,0 0 13-15,10 1-7 0,-14-3-6 0,8 2 3 16,6 1 0-16,-7-5-3 0,7 5 8 0,-4-7 1 16,4 7-19-16,7-9 10 0,-3 2-10 15,5 0 8-15,-2-2-18 0,7 0 7 0,-4-1 9 16,8-2-14-16,-2-1-10 0,2 0-2 0,2-2 7 15,1-4-12-15,0 1-6 0,2 0 1 16,-6-2 4-16,4-1 13 0,-5 5-15 0,-1-2 5 16,-2 1 1-16,1 0 11 0,-1 2-14 0,-3 0 15 15,-2 5 5-15,2-1 13 0,-4 1-6 0,-2 2 4 16,3 1-19-16,-3 0 13 0,2 0-8 16,-2 6 14-16,-1-2-22 0,-3 3 27 0,0 0-14 15,14 4 1-15,-11 3 2 0,1 1-5 0,-1 2 3 16,1 3 17-16,2-1-17 0,-2 3 2 15,-1 2 2-15,4 0 6 0,-3-1-26 0,2 1 18 16,1 1-33-16,-4-1-23 0,1-1-72 16,3 2-61-16,-4-2-192 0,4 0-410 0,0 0 77 0,3-7 79 15,-6 0 75-15,2-4 53 0</inkml:trace>
  <inkml:trace contextRef="#ctx0" brushRef="#br0" timeOffset="1350.29">15436 15416 875 0,'0'0'182'0,"-4"21"-98"0,5-17-140 0,5 6-489 0,-3 0 10 16</inkml:trace>
  <inkml:trace contextRef="#ctx0" brushRef="#br0" timeOffset="2653.55">15662 15783 709 0,'4'16'294'0,"-1"-3"-7"0,0-2-31 0,-3-1-26 16,3 2-15-16,-3-3-28 0,0-2-13 0,1 2-36 16,-1-3 11-16,-1 3-11 0,2-3-10 0,-1-1 0 15,0 0-90-15,0-5 36 0,-1 7-5 0,1-7-7 16,0 0-19-16,0 0 3 0,0 0-7 15,1-21-6-15,-1 7-2 0,3-3-6 0,-3-3-7 16,3-3 13-16,0 0-18 0,1-1 25 16,0 4-30-16,-1 0 10 0,0 2 7 0,1 1-4 15,2 5 12-15,-2-1-2 0,-1 3-11 0,5 2 1 16,1 1-3-16,-2 4 0 0,0 2 10 16,4 2-15-16,2 2-8 0,-3 4 0 0,4 0 21 15,3 1-21-15,0 3 5 0,1 1-8 0,1 0 9 16,-1-2 2-16,-1 3-6 0,0-3-4 0,0 0-3 15,0-2 7-15,-3-1 4 0,3 0-9 16,-4-4 3-16,1 4 3 0,0-6-3 0,0-1 3 16,-1-1-6-16,1-2-4 0,-1-4 9 0,-2-1-17 15,3-6-3-15,-4 4-12 0,0-5 27 16,-6 0-17-16,3 0-8 0,-4 0 28 0,0 2-10 0,0 1 18 16,-3-1-8-16,0 3 3 0,0 3-1 15,0-1-7-15,-3 1 0 0,-3 5 11 0,-1 1 1 16,7 1-7-16,-14 0 1 0,14 0-4 15,-17 7 21-15,9-4-20 0,-1 5 20 0,2-1-16 16,0-1-4-16,0 1-6 0,0-2-7 0,4 5 26 16,-1-5-16-16,1 1-6 0,0-2 4 15,0 3-8-15,3-7 10 0,0 7 2 0,0-7-9 16,9 1-1-16,-9-1 8 0,10 0-16 16,-10 0 1-16,15-1 2 0,-15 1 11 0,13-1-16 15,-6 1 10-15,-7 0-5 0,17 0 8 0,-10 1 3 16,-1 0-14-16,2 4 14 0,-1-3-1 0,2 1-15 15,2 4 11-15,-1-4 7 0,-3 2 0 0,3 1 2 16,1-2-2-16,-1 1-7 0,-4 0 1 16,5-1 9-16,-1-3-21 0,0 1 0 0,-2 1-13 15,2-2-10-15,-1-1 13 0,-9 0-2 16,18-1 9-16,-11-2-25 0,3 0 5 0,-3-3 5 16,3-2 13-16,-3 4-2 0,0-2 2 0,0-2 12 15,0 1 1-15,-1 3 13 0,-2 0 2 0,2 0-3 16,-3-1-4-16,2 4-14 0,-5 1 22 0,0 0 4 15,0 0-10-15,16 3 5 0,-12 2 5 16,-1 2-2-16,3 0-1 0,-4 2 1 0,4-2 2 16,-3 3-4-16,1-2 9 0,-1 0-5 15,0 0-5-15,-3-2 11 0,4 1 14 0,-4 0-12 16,0-2 28-16,3-1-7 0,-3 2 2 0,0-6 76 16,0 0-4-16,0 7-21 0,0-7-2 15,0 0-8-15,0 0-3 0,0 0-18 0,-10-21 1 16,10 11-8-16,-3-5-8 0,3 3 7 0,0-4-14 15,3-1-19-15,-3 0 14 0,3-1-6 0,-2-2-5 16,2 8-10-16,4-2-1 0,-3 0 6 16,-1 4 3-16,4 1-6 0,-1 0-7 0,-2 2 2 15,6-1 0-15,-6 8-10 0,5-3 5 0,-2 2-5 16,-7 1 6-16,18 0-4 0,-8 1 8 16,1 2-5-16,-1-3-25 0,3 5 20 0,-2-2 3 15,2-3 7-15,-3 5-10 0,1-3-3 0,2 1-2 16,-6-3 8-16,7 0-16 0,-4 3 15 0,1-6-12 15,-1 1-21-15,0-1 24 0,-1-2-11 0,2 0-10 16,-1-1 15-16,-3-1-18 0,1-1 24 16,-2 1-9-16,1-3 6 0,-1 3 5 0,2-1 7 15,-5 5-2-15,1-3-20 0,-1 5 17 16,-3 1 1-16,0 0-3 0,0 0 5 0,10 7 5 16,-7 4-8-16,-3 3 16 0,3 5 0 0,5 6 5 15,-4 7-8-15,8 16-2 0,-2-1 10 0,-2 6 5 16,-1 1-8-16,-4 3-15 0,1-2 13 15,2-2-11-15,1-2 6 0,0 1 0 0,3-2 10 16,-3 0-8-16,0-9-8 0,-6-4 11 0,2-5-10 16,0-5 2-16,-3-5 8 0,-3-1-18 15,3-4 25-15,-3-4 6 0,-1-1-3 0,-4-5-8 16,2-4 0-16,-4-3 6 0,-4-2-1 0,0-5-12 16,-3-1 46-16,4-3-39 0,-5-3-17 0,1 2 45 15,-3-4 11-15,6 2-36 0,-3 0 30 16,4-1-9-16,2-1-88 0,-2-1 3 0,6 3-3 15,-1-3 24-15,2 2-6 0,2-2 8 0,4 1 0 16,0 0 5-16,4-2-5 0,2-1 10 16,8-1 0-16,0-3 1 0,3 1-1 0,0 2 3 15,1-2-1-15,5 3 4 0,-3 0-1 0,1 0 3 16,3 2-8-16,-7 4 18 0,1 0-2 0,2 1-6 16,-7 2-7-16,-2 1-8 0,0 2 3 0,-1 1-31 15,-4 0 5-15,-3 3-21 0,-3-1-48 16,0 4-77-16,0 0-84 0,-13 1-576 0,3 3 76 15,-4-1 57-15,-3-1 74 0,0 3 69 16,-4-3 59-16</inkml:trace>
  <inkml:trace contextRef="#ctx0" brushRef="#br0" timeOffset="4065.99">17669 15545 952 0,'-4'-4'304'0,"4"4"-109"0,-7-8-6 0,3 8-15 16,4 0-10-16,-6-7-5 0,6 7-21 0,-4-2-23 15,4 2-5-15,0 0-5 0,-9-1-13 16,9 1-5-16,0 0-10 0,-15 3-15 0,6 2 7 15,2 1-23-15,-1 2-3 0,-2 2 1 0,0 1 2 16,-1 3 5-16,1 4 11 0,1-3-21 0,-2 3-1 16,1 2 14-16,3-1-36 0,1-2 13 15,1 2 10-15,2-2-26 0,0 0 16 0,3-1-13 16,0 1 5-16,3-3-8 0,0 0-7 0,5 0 2 16,-1-3 5-16,5 1 21 0,0-2-10 15,4-2-11-15,2-1 3 0,1-3 3 0,2 2 7 16,3-5-20-16,0 1-21 0,-3 1-26 0,3-3 1 15,-3-3-29-15,2 3-20 0,-6-2-18 16,1 1-20-16,-2-1-36 0,-2-2-72 0,-3 2-118 16,2-2-330-16,-2-1 69 0,-1-2 21 0,-1 0 79 15</inkml:trace>
  <inkml:trace contextRef="#ctx0" brushRef="#br0" timeOffset="4299.24">17846 15288 1044 0,'0'0'302'0,"0"0"-31"15,0 0-71-15,0 0-29 0,0 0 14 0,4 27-11 16,-1-11-33-16,4 4-13 0,-1 2-11 0,4 6-12 16,1 2-5-16,-1 1-5 0,5 12-8 15,1 0-26-15,-2-9 6 0,-1 7 2 0,5-1-18 16,-5-5-38-16,-3-3-21 0,4-4-58 0,0 4-19 15,0-6-68-15,2 4-98 0,-5-3-236 16,6-2-211-16,-3-7 78 0,-1-3 80 0</inkml:trace>
  <inkml:trace contextRef="#ctx0" brushRef="#br0" timeOffset="5349.59">18369 15654 880 0,'-4'-6'294'0,"1"-1"-30"16,0 4-26-16,3 3-28 0,-7-5-23 0,7 5-16 16,0 0-20-16,-24 12-7 0,14-3-14 15,-1 2-12-15,1 3-3 0,-3 2-15 0,2 0-18 16,1 3-5-16,3-1-3 0,-3-1 0 0,6-1-15 16,-2 1 0-16,5-2-8 0,-2 2-2 15,3-5-13-15,0 1-1 0,3-1-6 0,-2-3-17 16,5 1-12-16,2-4-5 0,2 0 3 0,-3-3 14 15,2 0-1-15,2-3-22 0,2-5 14 0,-2 1 5 16,-1-3-13-16,0 0 10 0,1-1 0 16,-1 2 8-16,-3-3 12 0,-1 2 3 15,-2 4-5-15,3-3 8 0,-3 1-10 0,-1 1-11 0,3 1-10 16,-2-1 10-16,-4 4-15 0,6-3 8 0,-6 3 14 16,8-7-9-16,-8 7 5 0,13 0 5 15,-9 0-10-15,7 0-19 0,-2-1-4 0,1-3 5 16,4 1 5-16,-3 0-6 0,6-3 4 15,-1-2 9-15,-1 3-9 0,-2-5 4 0,0 0 8 16,2 0-2-16,-2-5 4 0,1 0-2 16,-4 0-2-16,0-1-8 0,-3 1-5 0,0 0 12 15,-4-1 16-15,1 4-10 0,-1 1 5 0,0 0 2 16,0 2-5-16,-2 1-15 0,3 1 10 0,-4-1-7 16,3 6 4-16,-3 2-7 0,0 0 10 0,0 0-5 15,0 0 5-15,0 0 8 0,17 17-8 16,-11-9 3-16,2 2-16 0,2 5-2 0,0 2 5 15,4 0 10-15,-4-1-5 0,4 2-3 0,-4-1 9 16,0 0-4-16,1 1-2 0,-4-3 5 16,2 0-7-16,-5-1-1 0,-1-3-10 0,0-1 21 15,-2 4-11-15,-1-3 16 0,-1-4-13 0,-2 1 5 16,0-2 3-16,0-1 2 0,-1 1-5 0,-2-5 3 16,6-1-3-16,-12 0 16 0,12 0-3 15,-13-7-11-15,10 5-2 0,-3-7 1 0,2 2 1 16,0-2 3-16,1-1-10 0,3-4 8 0,0 3 0 15,3-6 7-15,1 2-20 0,0-2 8 16,2 1-3-16,1-4 12 0,2 1-12 0,-1-1 3 16,-1 5-6-16,0-2 3 0,-1 1-2 15,2 4 4-15,-2-1 11 0,-2 3-10 0,-1 2-3 16,3-1 0-16,-5 2-23 0,2-1 7 0,0 5 11 16,1-2 0-16,-4 5-10 0,0 0 2 0,0 0 10 15,0 0-2-15,0 0 0 0,0 0-10 0,0 0 12 16,0 23-2-16,0-14 5 0,1 0-2 15,-1 3 4-15,6 0-7 0,-3 3 5 0,1 1 5 16,2 0 0-16,1 0-15 0,1-1 15 16,1 4-10-16,-2-3 5 0,0-1-3 0,0 0-2 15,0 2 5-15,0-1-2 0,-1 0 2 0,-2-2 10 16,0-1-5-16,-1 1-5 0,0-3-8 0,-3 3 14 16,0-3-1-16,0-2-5 0,0 1 5 15,-3-4-3-15,0 3 3 0,-1-4 6 0,0 1-11 16,-2-3 7-16,2-1-12 0,4-2 3 0,-13 0-1 15,13 0 11-15,-14-2 0 0,10-2-3 16,-2-1-5-16,2 0 18 0,-3-1-16 0,4-2 1 16,3-3-1-16,0 2-2 0,0 0 8 0,0-3-11 15,7-3 6-15,0 1 5 0,0-2 7 16,3-2-10-16,4 1-25 0,-1 0 32 0,1-1-22 16,3 3 8-16,0 0-1 0,-3 1-7 0,3 1 15 15,-4 4 0-15,2 0-15 0,-2 2 7 16,1 3-4-16,-4 0 1 0,0 3-4 0,1 1 10 15,-1 1-7-15,0 4 17 0,0 0-8 0,0 2 1 16,0 1-1-16,-3 5-9 0,1-2 9 0,1 0 1 16,-2 3-6-16,-1 0-2 0,-1-2 0 15,-2 3-44-15,1 2-15 0,-1-4-64 0,0 0-40 16,0 0-60-16,-2-1-138 0,2-3-387 0,-3 3 88 16,3-6 48-16,0-2 64 0</inkml:trace>
  <inkml:trace contextRef="#ctx0" brushRef="#br0" timeOffset="5482.35">19076 15411 483 0,'0'0'179'0,"0"0"-53"16,0 0-39-16,0 0-100 0,0 0-89 16,18 13-423-16</inkml:trace>
  <inkml:trace contextRef="#ctx0" brushRef="#br0" timeOffset="5766.3">19525 15172 1052 0,'-1'-6'309'0,"-2"5"-40"0,3 1-21 0,-10 0-25 16,10 0-18-16,-14 6-26 0,8 2-10 0,-1 3-13 15,-1 3-97-15,2-2 13 0,-1 12-14 0,1 1 22 16,2 1-19-16,4 3 3 0,-3 5-7 16,3 0 4-16,3 2-7 0,1 13 7 0,2-6-5 15,4 4-9-15,-2-2 1 0,5 2-12 0,-3-11-5 16,0-3 5-16,0-1-6 0,1 0-2 16,-1-4-25-16,0 5-16 0,0-3-33 0,1-3-26 15,-4-3-43-15,-1-3-84 0,-2-1-160 16,2-5-396-16,-1-3 90 0,-5-4 50 0,0-3 60 0</inkml:trace>
  <inkml:trace contextRef="#ctx0" brushRef="#br0" timeOffset="6049.51">19422 15823 837 0,'3'-7'340'0,"-2"-1"-25"15,2 1-18-15,4 1-34 0,3-6-35 16,0 3-26-16,4 0-22 0,3-5-6 15,0 4-28-15,4-2-13 0,0-1 5 0,1 1-92 0,-1-1-26 16,3 1 11-16,-3-1-5 0,-1 2 4 0,-2 1-19 16,2-2 4-16,-6 5 0 0,-1 1 1 15,1-1-1-15,-4 2-15 0,0 2 15 0,-2-1 6 16,-2 2-8-16,1 2 20 0,-7 0-7 0,18 6-11 16,-12 0 5-16,1-1 9 0,-1 8-4 15,2-1 3-15,-1 3-2 0,-1 2-18 0,-2 0 30 16,5 1-28-16,-4 3-20 0,1-2 13 15,-2 3-65-15,2-2-35 0,-2-2-44 0,2-2-156 0,2 5-466 16,-5-4 75-16,4-3 68 0,-4-3 57 16,0-2 51-16</inkml:trace>
  <inkml:trace contextRef="#ctx0" brushRef="#br0" timeOffset="6732.29">20158 15641 755 0,'0'0'297'15,"0"0"-31"-15,0 0-23 0,0 0-15 0,-18 15-24 16,14-6-22-16,-2-1-18 0,-2 2-23 16,2 5-18-16,2-2 2 0,-5 2-12 0,5 0-21 15,-3 0-10-15,3 0 2 0,1 0-12 16,0 0-13-16,0 0-3 0,3-1-5 0,0-2-5 15,3 2-5-15,0-3-2 0,3 1-6 0,-1-1 16 16,2-2-19-16,3 2 1 0,-1-4 0 0,6-1-6 16,-2-3-12-16,4 2 10 0,-3-5-10 15,3 2-16-15,4-4 1 0,-4 0-26 0,4-4 5 16,1-1-11-16,-4 1-12 0,3-6 16 0,-1 1-22 16,-3-3-4-16,1-3 8 0,-5 3 7 15,0-2 15-15,-2 3 8 0,-1 1-8 0,-3-1 26 16,-1 5 0-16,-1-1 18 0,-2 3-10 0,-3 2 15 15,0 4-15-15,0 0 10 0,-11-3 10 16,11 3-8-16,-13 7-2 0,6-2-13 0,-4 1 6 16,1-1-1-16,1 2 5 0,2 1 1 0,-1-3 1 15,1 2-1-15,-2 1-19 0,5-1 11 0,-3 0-5 16,4-1-14-16,-1-1 22 0,1 0-1 16,0 0 5-16,3-5-15 0,0 7 8 0,0 0-8 15,3-5 10-15,0 4-2 0,1-3-3 0,2 2 3 16,-2 0-8-16,3 1 2 0,0-2 8 15,3 1-12-15,1 0 12 0,-2-1-2 0,1-1-1 16,1 1 29-16,2-1-56 0,1 0-3 0,-3-2 2 16,2 1-10-16,1-2-7 0,-1 0-16 15,2 0-12-15,-2-3-29 0,1 1-46 0,-1-2-2 16,-3-1-70-16,1-1-101 0,2-2-393 0,-3-5 93 16,1-1 35-16,-4-6 62 0</inkml:trace>
  <inkml:trace contextRef="#ctx0" brushRef="#br0" timeOffset="6882.96">20629 15441 762 0,'0'0'218'0,"0"0"-26"0,0 0 0 0,-4 21-16 15,4-10-9-15,1-1-16 0,2 8-13 0,0 1-13 16,1 2-7-16,2 4-15 0,5 7-24 0,-4-4-20 16,2 2-44-16,-2 2-66 0,1-4-59 15,-2 5-207-15,1-1-352 0,-1-5 78 0,-2-2 69 16</inkml:trace>
  <inkml:trace contextRef="#ctx0" brushRef="#br0" timeOffset="7782.55">20595 15816 755 0,'0'-5'299'16,"0"-1"-28"-16,3-3-40 0,1 1-11 15,2 0-31-15,1-1-30 0,4 0-18 0,2-2-23 16,1 1-11-16,-1 2-15 0,5-2-25 16,2 0-8-16,-3-2 5 0,3 2-23 0,-2 0-6 15,2 2 4-15,-6 1 4 0,3-1-2 0,-3 1-15 16,0 1 7-16,-4 1-23 0,0 1 3 0,1-1-5 16,-5 4 7-16,1 1 3 0,-7 0-8 15,0 0 24-15,17 3 7 0,-13 5-21 0,-4-1 8 16,3 1-2-16,0 2-1 0,0 3 4 0,-2-1-11 15,-1 2 17-15,3-3-14 0,-3 4-6 0,3 0 6 16,-3-3-3-16,3 4-11 0,1 0 6 16,0-2 0-16,2-2-8 0,-2-2-10 0,-1 2-23 15,4-2 7-15,-1-2-30 0,2-1 0 16,-1 0-28-16,3-4-24 0,0-2-7 0,-3-1-3 16,-7 0 39-16,20-4-46 0,-9-4-11 0,2 0 14 15,-2-4 24-15,2 0 14 0,-3-2 46 16,1 4 5-16,-4-1 58 0,2-1 19 0,-2 5 7 0,-2 1 6 15,1-2 12-15,-2 2-18 0,-4 4 16 16,0 2 2-16,0 0 0 0,0 0-2 0,0 0-13 16,0 0 10-16,0 0-20 0,3 19-21 0,-3-12 15 15,3 1 9-15,-3 2-17 0,3 0-1 16,-2-2-6-16,5 5-10 0,-2-4 2 0,0 1-7 16,-1-2-10-16,0 2-14 0,1-3 4 15,2 1 2-15,-3-3-1 0,1-1-6 0,0-2-4 16,-1 2 4-16,-3-4 17 0,0 0-13 0,0 0 0 15,14-10 3-15,-11 3 18 0,0-5-31 0,-3 1 8 16,0-3 2-16,3-2 13 0,-2 2 16 0,-1 0-8 16,0-4 4-16,0 4 12 0,4 2 14 15,-4-2-12-15,3 4 10 0,-3-4 2 0,3 6-9 16,-2 1-24-16,2-3 15 0,3 6-4 0,1 0-8 16,1 2-1-16,1 1 14 0,-9 1-5 15,17 1 2-15,-6 4-21 0,2-1 11 0,-2 2-3 16,2 2-7-16,-3 1-8 0,4 1 20 15,-3 0-7-15,-1 3-11 0,0-1 6 0,0 1 2 16,0-1 2-16,-2 3 9 0,-1-5-3 0,-1 5-6 16,0-5 6-16,-2 2-13 0,-4-1 3 0,4 0-16 15,-1-2 28-15,-2 1-17 0,-1-4 2 0,0 3 7 16,0-4 14-16,3 2-11 0,-3-3 18 16,0-4-18-16,0 6 1 0,0-6 7 0,0 0-13 15,0 0 2-15,0 0 4 0,7-13-9 0,-4 4-9 16,0-4 1-16,0-1-1 0,1-2 2 15,3 0 10-15,-3 0 0 0,2-2-3 0,1 5 9 16,0-2-6-16,0 1-5 0,-1 3 18 16,-2 1-3-16,2 1-12 0,-2-1-6 0,4 5 13 15,-2 0-5-15,1 1-5 0,-1 3 11 0,-6 1-9 16,18 1 1-16,-11 3 17 0,3 3-20 0,0 1-10 16,0 2 13-16,0 0 2 0,1 5 7 0,-4-1-24 15,-1 1-9-15,-2-2-35 0,-1 5-54 16,-3-2-95-16,0 4-604 0,-4-2 98 0,-2-2 50 15,-4 1 80-15,-4-4 46 0</inkml:trace>
  <inkml:trace contextRef="#ctx0" brushRef="#br0" timeOffset="7965.32">21060 15305 555 0,'0'0'113'16,"-11"1"-508"-16</inkml:trace>
  <inkml:trace contextRef="#ctx0" brushRef="#br0" timeOffset="13515.15">15819 14547 819 0,'0'0'261'0,"13"-10"54"0,-6 7-16 0,1 2-33 0,-2-1-23 15,4-1-12-15,4 1-29 0,-3-2-13 16,5-2-12-16,2 5-23 0,2-6-1 0,0 4-35 15,1-3 2-15,3-2-10 0,0 4-10 0,-1-2-21 16,2-1 3-16,-1-1-15 0,0 4 7 16,-1-2-30-16,1 1 20 0,-6 0-21 0,2 0 6 15,-3 3-18-15,-3-4-6 0,3 6-33 0,-4-3-9 16,-2-1-12-16,-1 4-35 0,0-3-18 16,-2 2-12-16,-2 0-50 0,-6 1-17 0,10-1-126 15,-6 1-432-15,-4 0-5 0,0 0 79 0,0 0 53 16,0 0 63-16</inkml:trace>
  <inkml:trace contextRef="#ctx0" brushRef="#br0" timeOffset="13715">16223 14298 908 0,'-1'-7'320'0,"1"5"-95"0,0 2-17 0,4-8-11 16,-1 3-23-16,-3 5-3 0,10 0 9 15,-10 0-40-15,17 5 73 0,-7-2-29 0,1 8-18 16,0 0-2-16,2 4-18 0,-2 1-89 0,-1 3-1 15,-1-1-18-15,-5 4 19 0,3-2-9 0,-7 4-9 16,0 1-1-16,-3 1-5 0,-8 4-12 0,1 0-21 16,-4 0-44-16,-9 9-30 0,-1-1-98 15,-1-6-119-15,-2 2-495 0,0-2 108 0,4-8 43 16,2-6 64-16,0 0 67 0</inkml:trace>
  <inkml:trace contextRef="#ctx0" brushRef="#br0" timeOffset="15281.51">16821 14116 691 0,'9'17'258'0,"-1"-3"-40"0,-1-2-16 0,-1 2-5 15,1-3-28-15,0 3-8 0,0-3-17 16,0 4-22-16,-1-2 1 0,2-1-28 0,-5-2-8 16,1 2-8-16,2-2-2 0,-2-1-8 0,-1-1-5 15,0-1 0-15,0-3-18 0,2 2 13 0,-5-6-23 16,0 1 10-16,0-1-10 0,0 0-8 15,0 0 3-15,-8-17 0 0,5 7 2 0,-1-6-13 16,1 1 14-16,-3-2-14 0,2-1 6 0,1 0-6 16,-1-3 24-16,4 3-19 0,-1 0 9 15,1 1 68-15,0 2 0 0,0 0-15 0,1 4-23 16,-1-1 0-16,4 0 8 0,-1 5-18 0,4 1-3 16,-1 2-2-16,1 3-19 0,1 0-4 0,-8 1 2 15,19 6 3-15,-9-1-1 0,5 3-12 16,-5 2 8-16,4-2-3 0,-4 5-8 0,4-2-2 15,-7 3-8-15,3-3 11 0,-1 4-1 16,-1-1 0-16,-1-2 1 0,-1 3-14 0,-2-6 11 0,2 1-5 16,-3-2 10-16,2 2-11 0,-5-3 1 15,3-1 7-15,0-4-17 0,-3-2 27 0,-3 7-4 16,3-7-1-16,0 0-2 0,0 0-15 16,-11-15 10-16,5 6-11 0,5 0 1 0,-5-3-1 15,3-1 1-15,2-1-1 0,-2 0 16 0,3 0-2 16,0-1-11-16,4 0 0 0,-4 3 3 0,6-3-8 15,-3 4 7-15,1-1-7 0,-1 2-7 0,5 3 7 16,-2-1 2-16,1 5-7 0,0 0 3 16,-1 0-6-16,2 3-2 0,-8 0 15 0,16 7 2 15,-5 0-4-15,-4 3-6 0,3-2-2 16,-3 6 10-16,3-3 1 0,-3 4-4 0,3 0-7 16,-4-2 2-16,2 4 3 0,-1-2 0 0,-1 2-2 15,1-2 12-15,1 1-7 0,-2-4-6 16,1 1-2-16,-1-1-5 0,1-4 5 0,0 1-8 15,-3-1-5-15,3-1-5 0,-1-7 18 0,1 1-18 16,0-1-8-16,-7 0 8 0,17-8-8 0,-11-2 11 16,2 2 4-16,-1-4-9 0,-1-3-3 15,-2 0 5-15,-1-2 0 0,0 1 7 0,2-1-4 16,-5 2 10-16,3 1 10 0,0 1-3 0,-3 1 6 16,3 1 9-16,-2 1-9 0,-1 2-3 0,0 3-3 15,3 0 1-15,-3 0-1 0,0 5-7 16,0 0 20-16,0 0-2 0,0 0 12 0,6 15-12 15,-5-7 0-15,2 4 2 0,0 1-13 0,1 4 14 16,-3-3 4-16,5 3-7 0,-3 0-1 16,1-1-4-16,2 1-1 0,1-3 9 0,0-1-6 15,0 4 0-15,0-4 3 0,-1-1-19 16,2-4-1-16,-1 2-1 0,2-3-3 0,-2 0 9 16,1-6-11-16,-2-1-5 0,-6 0 7 0,14-1-1 15,-4-6 4-15,-3 0 0 0,-3-3 8 0,2 0-16 16,0-5-4-16,-2 0 7 0,-4 4 10 0,4-3 3 15,-1 3-3-15,-2-1 13 0,2 0 3 16,-3 4 0-16,3-1-1 0,-3 1-1 0,0 0-1 16,0 3 0-16,0 5 3 0,0-7-11 0,0 7 6 15,0 0 12-15,0 0-15 0,0 0 5 16,0 0 3-16,0 0 2 0,0 0-15 0,-3 22 15 16,3-14-2-16,0 0-19 0,3 4-4 0,0 0-8 15,1-4-15-15,-1 6-19 0,0-3-17 0,1 3-36 16,3-3-59-16,-3 1-100 0,2 1-250 0,1-3-239 15,-1-3 103-15,2 1 48 0,-1-3 57 16</inkml:trace>
  <inkml:trace contextRef="#ctx0" brushRef="#br0" timeOffset="15781.16">17819 13826 798 0,'0'0'310'0,"0"0"-103"0,0 0 1 16,0 0-14-16,7 25-20 0,-4-12-31 16,1 3 3-16,-1 0-7 0,3 3-4 0,-2-1-27 15,3 2-6-15,-3 3-2 0,2-2-16 0,1-2-4 16,-1 6-9-16,-1-2-1 0,1-3-6 16,-2 4-8-16,2-2 3 0,-2-3-23 0,-1-2-31 15,4 1-16-15,-3 1-14 0,-1-6-39 0,1 4-36 16,2-4-92-16,-3-4-120 0,4 1-387 0,-3-3 64 15,3-3 46-15,-4 0 54 0</inkml:trace>
  <inkml:trace contextRef="#ctx0" brushRef="#br0" timeOffset="16015.5">18103 13768 691 0,'0'0'286'0,"3"25"50"0,0-10-32 15,0 0-25-15,-2 3-28 0,5 5-18 0,-2 0-46 16,0 4-3-16,2-1-28 0,1 2-2 16,0 3-39-16,-1 1-30 0,2-4-45 0,-1 4-42 15,-1 0-39-15,1-2-79 0,-4-7-147 0,5 4-424 16,-2-4 28-16,-3-3 70 0,-2-2 45 15</inkml:trace>
  <inkml:trace contextRef="#ctx0" brushRef="#br0" timeOffset="16248.62">18103 14051 629 0,'10'-17'243'0,"0"5"75"16,-3-2-47-16,3 5-87 0,0 1-15 0,1 0-10 15,2 1 2-15,1 2-12 0,-4 0-21 0,4 5-3 16,0 0-17-16,2 2-9 0,2 4-24 0,-2 1-4 16,2 3 6-16,3 0-18 0,-2 5 8 15,-4 0-6-15,4 1-20 0,-4 1 3 0,1 0-1 16,-1 3-12-16,-2 1 5 0,1-2-6 0,-1 4-48 16,-2-4-23-16,-4 4-43 0,3-3-36 0,-7-5-152 15,4 2-444-15,-3 1 42 0,2-3 78 16,-6-3 58-16</inkml:trace>
  <inkml:trace contextRef="#ctx0" brushRef="#br0" timeOffset="16731.07">18961 13972 1075 0,'-8'-4'345'0,"8"4"-30"0,0 0-100 15,-19 6-13-15,12-2-18 0,-4 1-22 0,4 3-9 16,0-1-14-16,-3 3-17 0,0 0 6 0,6 0-25 16,-5 3-1-16,1-3-10 0,5 3 6 15,-1-1-27-15,1-1-7 0,0 0-5 0,3 3 5 16,3-2-13-16,-3-2-10 0,6 3 3 0,-2-1 4 15,3 0-4-15,0 0-24 0,3-4 16 0,-3 2 3 16,7-2-16-16,-1-1 5 0,-2 0-20 0,2-2-3 16,1-3-8-16,-3 1-28 0,5-3-30 15,-2-2-52-15,3-3-45 0,0 0-42 0,-3-1-181 16,3-4-362-16,-4-4 32 0,2-1 99 0,-2-3 56 16,-5-3 65-16</inkml:trace>
  <inkml:trace contextRef="#ctx0" brushRef="#br0" timeOffset="16932.41">19159 13622 765 0,'-4'19'274'0,"4"-9"43"16,0 1-10-16,0 3-25 0,1 3-31 0,2 4-29 15,0 2-32-15,3-1-70 0,-1 6-30 16,-2-1 4-16,1-1-12 0,5 2 0 0,-5 3-8 15,6-2-25-15,-3 1-31 0,0-1-26 0,3 0-51 16,1-2-43-16,-1 1-75 0,-1-6-171 0,3 1-348 16,-3-6 31-16,5 1 101 0,-3-7 45 15</inkml:trace>
  <inkml:trace contextRef="#ctx0" brushRef="#br0" timeOffset="17848">19545 13983 1036 0,'-7'0'348'0,"7"0"-23"0,-10-2-46 0,10 2-12 15,-13 2-37-15,2 4-12 0,4-4-16 16,-3 6-23-16,3 1-20 0,-3-1-21 0,3 2-13 16,0-2-10-16,1 1-15 0,1 3-13 0,-1-2-5 15,3-1-5-15,-1 0-5 0,4-1-11 0,-3 2-5 16,3-3-9-16,0-1-7 0,3-2-1 0,0 1-8 15,1-2 2-15,-1 1-13 0,5-3-2 16,-8-1 0-16,13 0 0 0,-6 0-3 0,-7 0-2 16,17 0-3-16,-13 2-2 0,-4-2-3 15,13 0-7-15,-3 0 2 0,-3 0 0 0,0 4 7 16,0-2-1-16,3 0 4 0,-3 0-3 0,3 2 11 16,1 0-7-16,-1-2-1 0,0 3 0 0,1-5-2 15,2 1 10-15,-3 4-6 0,4-5-6 16,-1 0 1-16,1 0-4 0,-3-2 10 0,2-2-3 0,1 4 5 15,-1-5-7-15,1 0 0 0,-1-2-1 16,-1-1-7-16,-2-2 10 0,3-1-10 0,-2 0 13 16,-2-6-2-16,1-1-9 0,-2 0-2 15,-1 0-8-15,-1-4 16 0,1 5-21 0,-1 2 11 16,-1-2 7-16,1 5-15 0,-2-1 10 0,-1 3 0 16,3 2-6-16,-5 0 12 0,5 1-12 15,-1 3 4-15,1 0-6 0,-2 2 6 0,-4 2-1 16,13 5 6-16,-3 0-3 0,-3 2-5 0,3 1-3 15,1 2 8-15,-1-2-8 0,0 4 11 0,1 0 4 16,-4-4-4-16,2 7-11 0,-2-5 6 0,-1 5-3 16,-4-5 10-16,1 2-5 0,-3 0 15 15,0-1-10-15,0-3 11 0,-3 4 2 0,1-3-21 16,-1-2 6-16,3-1 17 0,-3 0-5 0,3-2-4 16,0-4-6-16,-3 5-8 0,3-5 13 15,0 0 1-15,0 0-6 0,0 0-77 0,6-19 6 16,-1 11 14-16,1-1 1 0,1-5 15 0,0 4-5 15,2-5-2-15,-1 3 22 0,2-1-9 16,-3-4-4-16,3 2 19 0,-3-3-11 0,0 1 14 16,2-2-1-16,-1 3 0 0,-4 0 3 0,2 0 0 15,-2 0-1-15,-1 6 6 0,0-1-10 16,0 0 7-16,2 1 0 0,-5 2 1 0,3 3 2 0,0-1-3 16,-3 0-5-16,0 6 0 0,3-7 6 15,-3 7 2-15,0 0-8 0,0 0 5 0,0 0 0 16,0 0 6-16,10 22 7 0,-6-14-5 0,2 1 3 15,2 2-6-15,-1 4 3 0,6 1 8 16,1-1-13-16,-1 2 2 0,2 1 11 0,-2 0-3 16,1-2-3-16,-1 1-4 0,0 0 2 0,-2-1 7 15,-1-1 6-15,-3-1-10 0,1-1 7 16,-2 1 23-16,-3-4-2 0,-2-1-8 0,-1 0-5 16,-1 1 31-16,-2 0-11 0,-3-1 23 0,-2-5-43 15,1 4 18-15,1-2 3 0,-4-3-16 16,2-2 7-16,-2 2-22 0,0-1 7 0,0-4 16 15,0-1-16-15,0 2 14 0,-1-1-1 0,4-3 3 0,0 2-8 16,-2 1-8-16,1-3-10 0,4 4-41 16,4 1-30-16,-13-6-26 0,10 5-100 0,-3 1-77 15,6 0-389-15,-18 4-120 0,8-1 33 0,-4 0 90 16,-3 5 51-16,-4-1 66 0</inkml:trace>
  <inkml:trace contextRef="#ctx0" brushRef="#br0" timeOffset="18431.73">17833 14996 954 0,'-1'-5'264'0,"-2"-2"-3"0,0 6-26 16,3 1-22-16,-7-9-24 0,7 9-22 15,-7-3-9-15,7 3-14 0,0 0-9 0,0 0-14 16,-20 9-14-16,16-5-2 0,-3 3-18 16,0 1 5-16,1 1 3 0,2-1-10 0,-2 2-4 15,5-2-34-15,-3 4 1 0,1-2-7 0,3-1 3 16,0-1 2-16,0 0 0 0,3 2-10 16,2-2-1-16,1 1 12 0,4-2-30 0,-3-1 14 0,7-1-5 15,-4 0-11-15,7-3 0 0,-3-1 3 16,3-1 5-16,-3 0-12 0,3-1-22 0,3 1-35 15,-3-2-23-15,0-3-43 0,1 0-45 16,-1-1-50-16,-1-3-87 0,-1 1-469 0,-2-2 72 16,0-4 64-16,-2-1 59 0</inkml:trace>
  <inkml:trace contextRef="#ctx0" brushRef="#br0" timeOffset="18664.53">18079 14551 883 0,'0'0'253'0,"0"0"-7"0,0 0-13 16,-4 13-29-16,4-6 75 0,3 3-41 15,-2 0-15-15,2 7-5 0,0-1-21 0,4 1-21 16,-3 0-27-16,2 8-6 0,1-4-4 0,-3 1-29 16,5 0-5-16,-1 2-11 0,-1 0-17 0,-1 1-8 15,1-5-23-15,1 5-46 0,2-3-41 16,-4-2-64-16,4 1-23 0,-2-4-102 0,2-4-203 15,0 0-342-15,0-2 102 0,0-3 45 0,0-2 55 16</inkml:trace>
  <inkml:trace contextRef="#ctx0" brushRef="#br0" timeOffset="19648.5">18430 14795 918 0,'-3'-5'354'0,"-1"-1"-22"0,4 6-24 0,-9-3-37 15,9 3-23-15,-15 2-30 0,6 4-24 16,2-4-12-16,0 8-13 0,-4-3-33 0,2 5 7 16,2-1-23-16,0-1-5 0,0 4-25 0,3-3-5 15,-2-1-6-15,5 2-5 0,-2-1-7 16,3-2-6-16,0 3-12 0,3-6-1 0,-2 1-4 16,2 1-16-16,0-2-7 0,4-4-4 0,0 0 9 15,0-2-5-15,-7 0-14 0,17-3 11 16,-7 0-8-16,-3-2 8 0,0-2-5 0,4 3-3 15,-5-2 3-15,1-1-5 0,0 4 10 0,-4-2-11 16,5 3-1-16,-5 0-9 0,3-1 6 0,-6 3-1 16,10-5 3-16,-6 4 0 0,-4 1-2 15,14-4-11-15,-7 4 21 0,2 0-13 0,-9 0 5 16,18 0 0-16,-8 0-7 0,4-1 14 0,-1-1 1 16,2-2-5-16,-2 3-13 0,0-6 12 0,4 3-7 15,-3-2 8-15,3-2-10 0,-3 1 2 16,0-3 0-16,-1 2 0 0,1-2 12 0,-4-1-22 15,4 0 15-15,-7-1 0 0,3-3 3 16,-3 0-5-16,0 3-1 0,-3-2-2 0,2-3 10 16,-3 9 1-16,1-4-14 0,-1 0 3 0,0 4-13 15,0-2-5-15,-2 6 6 0,3-2 4 16,-1 1-2-16,0 2 7 0,-3 3 3 0,7-1 0 16,-7 1 3-16,13 4-8 0,-5 3-6 0,-1-1 9 15,2 0-14-15,-2 0 14 0,4 5-1 0,-1-1-2 16,0 1 5-16,-2-3-13 0,2 6 11 0,-4-3 2 15,1 2 2-15,0-3-4 0,-3 0 7 16,-4-1-13-16,3 3 19 0,-3-6 1 0,0 2-7 16,-3-1 3-16,3 0-3 0,-1-1 3 0,1-6 0 15,-3 4 2-15,3-4-3 0,0 0-9 16,0 0 17-16,0 0-20 0,0 0 21 0,0 0-4 0,0 0-14 16,0-19 9-16,4 9-12 15,2 1 5-15,1-3 0 0,4-1 0 0,-4-1 3 0,5-1-1 16,-1 0 11-16,-1-3-18 0,0 1-3 15,4 2 3-15,-7 3 3 0,3-4 9 0,-3 1-1 16,1 5-6-16,-2 2 10 0,0-1-10 0,-2 0 5 16,-1 3-8-16,1-2 3 0,0 6 5 0,-1-3-5 15,-3 5-7-15,3-2 4 0,-3 2 6 16,0 0-1-16,10 9 1 0,-6-5-3 0,2 4 0 16,-1 1-3-16,1 1 3 0,1 2 11 0,0 1-6 15,4-1-8-15,1 3-7 0,-2 0 18 16,1 1 2-16,0 1-15 0,2-2 5 0,-2 1-3 15,-2-3 8-15,1 1 0 0,-2-2-10 16,-1 3 13-16,-1-2-11 0,-2-2-2 0,-1-1 8 0,-3 2 10 16,0-3-13-16,-3-4 7 0,2 2-2 15,-2 1-2-15,-3-3 12 0,2-1-7 0,-2-4 5 16,-2 1 0-16,8-1 2 0,-16-3-10 0,9-4-5 16,-4-1 8-16,4 0-1 0,1-4-9 0,-1-1 7 15,3 1-69-15,1-1 3 0,-1 0-1 16,4-1 11-16,0-1 13 0,3 4-6 0,-2-3 11 15,2 6 7-15,4-3-12 0,0 4 25 16,0 0-23-16,3 0 16 0,1 4 7 0,-1 0-8 16,4-1 9-16,2 4-6 0,-1 5 7 0,4-3-4 15,-1 4 18-15,1-2-21 0,-1 4 5 0,6 0 10 16,-4 1-4-16,-2-1-6 0,2 5 0 16,-3-3-5-16,0-2-20 0,-3 1-26 0,-3-1-26 15,2-1-43-15,-3 1-51 0,1-4-131 0,-4 2-430 16,-1-4 10-16,-2 2 101 0,2-4 50 0,-6 0 67 15</inkml:trace>
  <inkml:trace contextRef="#ctx0" brushRef="#br0" timeOffset="19798.74">19446 14455 829 0,'0'0'240'0,"0"0"-50"0,24 11-39 15,-13-4-46-15,-1 0-57 0,3-3-76 0,1 3-46 16,2 1-72-16,-1 1-343 0,1-3-23 0</inkml:trace>
  <inkml:trace contextRef="#ctx0" brushRef="#br0" timeOffset="20031.18">19815 14321 931 0,'-3'-13'302'0,"-1"6"-84"15,4 1-13-15,-3 1-24 0,3 5-17 16,-3-6-18-16,3 6 0 0,0 0-18 0,0 0-5 16,-7 14-5-16,4-4-3 0,3 2 0 0,0 1-15 15,3 5 5-15,-3 1-18 0,3 1 69 16,0 5-10-16,1 1-3 0,2 5-35 0,-2-2-11 16,7 3-2-16,-5 1-13 0,1-3-13 0,0 0-21 15,3 2-35-15,0-3-46 0,-3 0-21 16,1 0-69-16,1-8-36 0,-2 4-122 0,-3-4-510 15,6 0 59-15,-6-8 74 0,-1-4 100 0,-3-5 38 16</inkml:trace>
  <inkml:trace contextRef="#ctx0" brushRef="#br0" timeOffset="20280.43">19825 14641 867 0,'0'-7'353'0,"0"3"-15"0,1-3-30 16,2 0-32-16,0 3-28 0,4-2-30 0,0-1-29 15,7-1-17-15,-4 6-11 0,7-4-13 0,-3-1-14 16,6 4-17-16,-3-4-2 0,0 7-25 16,-3-2-5-16,3 0-16 0,-1 2 7 0,-1 2-17 15,-2-1-7-15,4 0-12 0,-3 5 7 0,0 2 6 16,-1-4-14-16,-2 8-11 0,2-2-5 0,-3 0 5 16,-2 5-10-16,2-1 5 0,-4-1 5 15,1 1-30-15,-2-2-16 0,-2 3-54 0,0 1-38 16,0-5-100-16,-3 2-448 0,1-1-135 0,-1-4 104 15,0-1 44-15,-1 3 69 0,-2-5 46 16</inkml:trace>
  <inkml:trace contextRef="#ctx0" brushRef="#br0" timeOffset="20414">20092 14408 491 0,'0'0'61'16,"-1"16"-112"-16</inkml:trace>
  <inkml:trace contextRef="#ctx0" brushRef="#br0" timeOffset="20951.4">20365 14509 785 0,'-6'-1'313'0,"6"1"-16"16,-10 0-29-16,10 0-22 0,-14 4 33 0,7 0-26 15,0 4-12-15,0 1-34 0,-3 3 6 0,3 1-29 16,0 3-20-16,-2 1-18 0,4 0-23 16,-1-1-6-16,2 1-19 0,1 1-9 0,3 2-7 15,3-3 3-15,0-1-11 0,1 1-8 0,4-5-12 16,1 5 5-16,1-3 0 0,5-2-3 0,-2 0-10 15,4-3-20-15,3-5 7 0,-2 3 6 16,3-7-16-16,-1 5-8 0,0-6 16 0,0-3-11 16,1 2-12-16,0-4 7 0,0-3-7 0,-1 0 7 15,0-5-79-15,-6 2 13 0,3-5 0 16,-7 1 2-16,4-1 11 0,-7-1 2 0,0 3 0 16,-4 0 6-16,3 0 4 0,-5 5 3 0,-1 2 13 15,0-2 5-15,0 3-16 0,-4 5 11 16,1-4 0-16,3 6 4 0,-7-3 6 0,7 3-2 15,-10 1 4-15,10-1-4 0,0 0 15 0,-14 3-16 16,8 3 6-16,5-5-8 0,-2 5 2 0,0-2-10 16,0 1 8-16,2 1 8 0,-3-2-11 15,4-4 3-15,0 10 0 0,0-3 5 0,0-3 7 16,5 0-1-16,-5 2-6 0,3-2 7 0,3 3-2 16,-2-1 0-16,2-4-5 0,1 4 16 0,1-2 2 15,2 1-5-15,0-2-6 0,0 2-4 16,0-3 10-16,3-2-1 0,-1 5-12 0,1-4-15 15,1-1-3-15,-1-1-33 0,1 0-39 0,0-3 1 16,-4 2-21-16,4-4-3 0,-4 2-10 16,0-3-48-16,0-1-62 0,-6-2-77 0,3-4-199 15,-4 0-175-15,-6-4 16 0,3 1 95 0,-4-8 66 16</inkml:trace>
  <inkml:trace contextRef="#ctx0" brushRef="#br0" timeOffset="21097.05">20772 14421 729 0,'-3'-15'282'0,"-1"5"-88"0,1 3-2 15,0 1-33-15,3 1-11 0,0 5-2 16,0 0 0-16,0 0-5 0,0 0-16 0,0 0 8 15,0 0-10-15,0 25-18 0,3-14 64 0,3-1-13 16,-2 6-23-16,0 0-12 0,3 1-14 16,-1 1 1-16,1 5-39 0,-1-4-28 0,-1 4-41 15,2-3-57-15,-1 2-112 0,-2-4-552 0,2 3-9 16,-6-2 80-16,3-3 82 0,-3-5 53 0</inkml:trace>
  <inkml:trace contextRef="#ctx0" brushRef="#br0" timeOffset="21897.24">20721 14662 1172 0,'0'-8'335'0,"4"-5"-30"0,2 5-34 0,1-3-25 16,4 1-29-16,-1-1-9 0,3 0-16 16,1 1-26-16,3-4-23 0,0 6-9 0,1-3-19 15,1 1-3-15,-1-1-12 0,2 1-13 0,-2 3-20 16,-5 3-8-16,4-3 5 0,-2 0 2 15,-2 7-20-15,-3-2-10 0,1 0-3 0,-2 4 3 16,-9-2 10-16,14 2-18 0,-7 2 1 0,-3 0-6 16,-1 2 7-16,3 1-4 0,-5 2 2 15,2-2 5-15,-3 5-4 0,3-3-12 0,-3 1 4 16,3 3-3-16,-3-2 7 0,4 3-9 0,-4-3-1 16,4 2 13-16,2-1-25 0,-5-4-6 0,5 5-7 15,-2-5-13-15,2 1 3 0,-2-1-6 16,6-4 3-16,-6 3-3 0,5-6 6 0,-2 3 17 15,1-3-15-15,-8-1 0 0,16-5 1 16,-9 1-7-16,1 0 4 0,2-5 2 0,-4 1 0 16,1 1 8-16,1 3 7 0,-2-3 14 0,1 0-11 15,-1 5-6-15,-2-4 1 0,0 3 18 0,-4 3-8 16,10-4-5-16,-10 4 3 0,6 0 7 0,-6 0-5 16,10 4 8-16,-5-1-8 0,1 1-2 15,-2 0 2-15,2 1-3 0,-2 0 1 0,2 0-8 16,-1-3 12-16,1 5-17 0,-3-6 18 0,1 5-6 15,-1-2-4-15,3 0 2 0,-6-4 13 16,4 3 2-16,-4-3 6 0,0 0-6 0,0 0 0 16,0 0 1-16,0 0-1 0,0 0-2 0,4-12-3 15,-4 5-7-15,0-3 15 0,-4-3 7 0,1-2-17 16,3-2 12-16,0-1-20 0,0 3 8 0,0-3 5 16,3 1 5-16,1 2-8 0,-1 1-5 15,1 3 5-15,-1 0 0 0,0 1 3 0,4 1-13 16,-1 2-2-16,-1 1 15 0,2 3-3 0,2-1-8 15,-2 4 11-15,-7 0-13 0,18 4 5 16,-8-1 5-16,1 3-10 0,-2 0 11 0,-2 0-4 16,3 2-1-16,-2 3-12 0,1-1-4 0,-2 0 8 15,-3 1 7-15,3 2-13 0,-4-4 5 16,0 1 9-16,-2-2-1 0,2 0 5 0,0 1-2 16,0-3 10-16,-2 0-72 0,-1-3 26 0,0-3-11 15,0 0 19-15,0 0-1 0,0 0 6 0,9-18-6 16,-8 4 4-16,3 1 11 0,-1-6-1 15,0 1-3-15,4 3 10 0,-4-3-3 0,4 1 0 16,1 4-2-16,-2 1 3 0,1-1 2 0,-1 5 0 16,1-3-11-16,1 5 4 0,-2 2 9 0,4 2 3 15,-3 1 8-15,7 2-2 0,-4 3-9 16,4 0-2-16,-4 0 5 0,0 7-2 0,4 0-11 16,-4-1 13-16,0 5-5 0,-2 0-5 0,1-2-5 15,-5 6-52-15,-1-2-94 0,-6 4-261 16,3 4-433-16,-7 0 85 0,0-7 53 0,-7-1 85 15,1-4 51-15</inkml:trace>
  <inkml:trace contextRef="#ctx0" brushRef="#br0" timeOffset="22067.04">21469 14212 1023 0,'0'-4'430'15,"0"-3"-41"-15,0 7-38 0,0-5-41 0,0 5-93 16,0-6-86-16,0 6-95 0,-6-1-28 0,6 1-715 16,0 0 18-16,-18 7 88 0,5-4 48 15</inkml:trace>
  <inkml:trace contextRef="#ctx0" brushRef="#br0" timeOffset="68575.6">15426 1102 744 0,'0'0'233'0,"-3"-6"-18"0,3 6-10 0,-4-5-5 16,4 5-13-16,-3-5-18 0,3 5-26 15,0 0-15-15,-8-4-21 0,8 4-12 0,0 0 5 16,0 0-13-16,0 14-3 0,0-5-2 16,0 3-2-16,0 4-88 0,1 3 5 0,2 5 19 15,1 1-19-15,-4 1 19 0,3 2-16 0,1-1 7 16,-1 1-7-16,0 3 5 0,1-1-12 15,2-1 22-15,-3-2-2 0,2 1-5 0,1-2 2 16,-2 0-15-16,2 0 10 0,1-1-18 0,-4-1-43 16,5-3-80-16,-2-1-79 0,1-4-113 15,-3 0-347-15,2-7 76 0,-2-2 48 0</inkml:trace>
  <inkml:trace contextRef="#ctx0" brushRef="#br0" timeOffset="68908.33">15377 1188 739 0,'-3'-11'266'15,"3"0"-12"-15,3 1-24 0,-2 0-38 0,-1 2 5 16,3-3-25-16,1 0-13 0,-1 2-14 16,1-2-11-16,2 3-22 0,1-2-12 0,0 3-5 15,4 0-83-15,-2 3-6 0,1 0-6 0,5 4 2 16,-2 0-4-16,4 2 14 0,-3 3-6 0,6 2-1 15,-6 0-5-15,3 2-3 0,1 1 34 16,-5 4-39-16,0-3 13 0,1 6 11 0,-7-5-9 16,0 2-4-16,0 0 2 0,-3 2 74 0,-1-3 3 15,-3 1-8-15,-3 3-4 0,-1-3-12 16,-3 1-75-16,0 0 14 0,-3-1-7 0,-1-2 12 16,1 1 9-16,0-1-9 0,-4 0-2 0,4-2 0 15,-3 1 8-15,-1-2-11 0,0 1-15 16,0-3-7-16,-2 1-60 0,5-1-76 0,-2-3-105 15,3 1-448-15,2-4 89 0,1 1 21 0,7-2 64 16</inkml:trace>
  <inkml:trace contextRef="#ctx0" brushRef="#br0" timeOffset="69425.62">15761 1111 506 0,'10'-6'197'0,"0"-1"-2"0,-2 4-21 16,2 0-26-16,2 3-12 0,0 0-5 0,-2 3-24 15,7 0 16-15,-1 2-33 0,2 3-11 16,-1 2 5-16,4 1-2 0,-1 2-7 0,0-1-17 16,1 2-9-16,-3 1 2 0,-2 1-15 0,1 1-8 15,-6 0 6-15,2 0 9 0,-5 1-10 16,1-3 1-16,-5 0-16 0,-1 0 33 0,-3-1-13 15,-3-2 3-15,3 1-18 0,-4-1 5 0,-2-1 0 16,2-1 3-16,-3-2 8 0,0-1-4 16,1-2 9-16,-1 1-1 0,-4-1-2 0,4-4 16 15,-2-1 60-15,9 0-6 0,-15-4-14 0,8-1-3 16,-2-1-6-16,2-3-12 0,0 1-7 0,3-4-12 16,1 0 2-16,3-1-11 0,0 0-12 15,3 0 15-15,0-4-17 0,5 1 4 0,-4 1-15 16,8-2-10-16,0 1 17 0,1-1-9 15,0 3 5-15,1-3-16 0,3 4 8 0,0 0-3 16,1 0-5-16,-2 2 3 0,-1 1-5 0,1 1 2 16,-1 3-10-16,1-2 10 0,-2 5-20 0,-1-1 2 15,-3 3 3-15,5 1-8 0,-5 2 3 0,4 1 13 16,-4 1-13-16,3 3 12 0,1 3-12 16,-4 0 7-16,0 1 6 0,1 3-1 0,-1 0-9 15,0 2 2-15,1 2-1 0,-1 1 6 16,-1 1-25-16,-1 2-24 0,-1-2-56 0,2-1-38 15,-5-1-95-15,-1-2-159 0,5-1-368 0,-1 0 48 16,2-4 82-16,-5-2 57 0</inkml:trace>
  <inkml:trace contextRef="#ctx0" brushRef="#br0" timeOffset="70158.48">16605 1346 601 0,'0'10'223'16,"0"0"-16"-16,0-1-12 0,0-3-32 0,0 1-4 16,0-1-21-16,-3 0 8 0,3-1 5 15,0-5-64-15,0 9 18 0,-3-6 69 0,3-3-15 16,0 0-13-16,-7 2-8 0,7-2-23 0,-11-8 6 15,7 0-29-15,-5-1-18 0,5-3-2 16,-2-3-1-16,-2 0-2 0,2-1-15 0,5 0-8 16,-2-1-5-16,0 2-2 0,3 0-4 0,0 3-6 15,0-1-1-15,3 3-5 0,0-2 8 0,-2 3-11 16,5 2-2-16,2 0-3 0,1 4-12 0,-2-1 15 16,4 4-11-16,-1 0 1 0,3 4 2 15,1-1-2-15,0 4 2 0,3-1 3 0,-3 1-8 16,0 2 0-16,-1 0 3 0,-3 0-3 15,4-1-5-15,-4 3 8 0,-3-4-13 0,4 2 5 16,-5-2-5-16,1 1-1 0,-4-1 12 0,1-1 17 16,3 1-23-16,-4-2 7 0,-2 0 4 15,2-2-11-15,-3-3 25 0,0 5-15 0,0-5-2 16,0 0 0-16,0 0-6 0,0 0-2 0,-10-12 8 16,5 5 2-16,2-2-7 0,0-3 12 0,0 0-23 15,2-3 11-15,-2-1 2 0,3 0-7 16,0 0 12-16,4 0-5 0,-1 0-3 0,0 1-7 15,0 0-2-15,2 2 12 0,1 3-13 0,1-1 6 16,-1 4-6-16,1 0 5 0,1 1-4 16,2 4 9-16,0 0-10 0,4 4 6 0,-4 0 4 15,4 2-7-15,2 4-5 0,-5-1 10 0,6 2-2 16,-4 2 2-16,-2 0-3 0,2 1 6 16,2 2 4-16,-5-1-12 0,-1 1 5 0,3-1-10 15,0 2 5-15,-2-3-26 0,1 1-35 0,-1 1-52 16,-3-2-84-16,4 1-177 0,2-2-376 0,-3-3 40 15,1-1 70-15,-1 0 59 0</inkml:trace>
  <inkml:trace contextRef="#ctx0" brushRef="#br0" timeOffset="70508.53">17255 1071 593 0,'-10'5'249'0,"0"2"-29"16,-2 2-26-16,-1 1-4 0,-1 1-16 0,4 1-31 16,0 1-10-16,-1-1 0 0,1 1-17 15,1-1-19-15,1 1-10 0,1-1-8 0,4-2-12 16,0 0 4-16,3-2-7 0,0-1-20 16,3-1 5-16,4-1 2 0,0-1-10 0,0-2-8 0,3-2-10 15,1 0-3-15,-1-2 6 0,3 0 61 16,1 0-25-16,-1-2 2 0,1 0 0 0,-4 1-11 15,0 0-4-15,4-1-3 0,-7 2-5 0,3-1 5 16,-3 1-13-16,0 0 3 0,0 0 0 16,-7 2-31-16,10-3 13 0,-2 2-10 15,-8 1 2-15,9 0-2 0,-9 0-3 0,10 3 2 0,-10-3 19 16,14 4-23-16,-10-3 12 0,3 1-23 16,-1 2-17-16,1-1-21 0,0-1-65 0,-3 1-78 15,5 0-113-15,-5-2-417 0,3 2 30 0,0-1 75 16,0-2 61-16</inkml:trace>
  <inkml:trace contextRef="#ctx0" brushRef="#br0" timeOffset="71225.48">17593 1023 527 0,'11'4'153'0,"2"0"9"0,0 3-27 16,2 1-4-16,1-1-21 0,2 6-5 0,-1-1 5 15,-4 1-31-15,1 2 8 0,-3-2 54 0,-2 0-18 16,1 1 2-16,-5 1-20 0,-2-1-10 16,-3-1 0-16,0 0 2 0,-3-1-5 0,-2 0-64 15,-1-1 0-15,-1-2 26 0,1-1 13 16,-1-1-1-16,-1-3 75 0,-2 1-13 0,4-3-5 16,6-2-16-16,-15-2 1 0,9-4-11 0,-1 0-10 15,1-1-15-15,5-4-6 0,-2-1 4 16,3-1-9-16,3-3-10 0,1 0-5 0,3 1-7 0,2 0-3 15,2-2-6-15,-1 3-9 0,0 3-3 16,4 1-3-16,-3-1 5 0,3 4-20 0,2 1 18 16,-6 1-5-16,4 4-8 0,0 0 3 15,0-1-5-15,-1 2 4 0,1 2 3 0,-1-1 1 16,-2 0-9-16,3 1-2 0,-1 0 8 0,1 0-3 16,-1-1 8-16,2 1-5 0,-2-2-1 15,4 1 1-15,-3-2-6 0,0-1 9 0,2 0-9 16,2-3 1-16,-2 1-6 0,2-2 19 15,-2-2-19-15,-1 0-2 0,-2-1 10 0,1-2 0 0,-4-1-7 16,0 0-1-16,1-1 13 0,-4-4 1 0,2 3-4 16,-2 1 3-16,0-1 3 0,-3 4-8 15,2 0-12-15,-2 2-1 0,-1 2-2 0,1 2-8 16,-1 3 0-16,-3 1 10 0,14 7-2 16,-8 3 5-16,1 5 5 0,1 4 0 0,2 8 15 15,3 2-7-15,4 14-3 0,-3 4 13 0,3 1-21 16,-3 4 16-16,0-1-10 0,2 2 2 15,-1 0-8-15,-2 2 1 0,1-2 9 0,-4-1-12 16,-3-1 3-16,-4-9 9 0,-3-4-4 0,-3-3 0 16,2 1 4-16,-8-4 6 0,2-1 0 0,-4-3-5 15,1-6 12-15,0-4-15 0,-7-3 10 0,3-2 6 16,-6-8-85-16,2-1 10 0,-2-6 6 16,-1-4 25-16,-3-5-3 0,1-4 13 0,-1-5 13 15,3 0-2-15,0-4 4 0,5-1-4 0,1-1 7 16,2 0-13-16,7 1 11 0,2 0-1 15,1 0-7-15,3 0 10 0,3-2-5 0,4 4-5 16,0-1 8-16,-1 3-11 0,2 2 3 0,2 3 7 16,-4 2-25-16,1 3-33 0,1 4-21 15,-5 1-23-15,0 5-35 0,-3 1-55 0,0 0-89 16,-21 17-491-16,5-2 68 0,-8 0 55 0,-14 10 79 16,-10 2 61-16</inkml:trace>
  <inkml:trace contextRef="#ctx0" brushRef="#br0" timeOffset="71775.66">15716 2226 970 0,'-3'-13'330'0,"3"6"-26"16,-3 1-22-16,3 1-36 0,0 5-26 0,-1-7-31 15,1 7-15-15,0 0-20 0,0 0-21 0,0 0-8 16,10 18-4-16,-2-5-4 0,-2 3-19 0,-2 5-16 16,6 0-16-16,-2 6 6 0,2 2-8 15,3 1-3-15,-2-1-4 0,2-1-14 0,4-2-2 16,0 3 10-16,3-6-15 0,-3 0 0 0,4 0 0 16,0-4-13-16,3-5 5 0,-4-2-13 0,1-1 6 15,0-3 2-15,-1-3 2 0,3-4-7 16,-2-1 0-16,-1-1 0 0,1-4 5 0,0-7-7 15,-1-1-6-15,0-7 10 0,-6-2-12 0,3-5 5 16,-7-1 7-16,1-5-9 0,-7 0 4 0,-1-1-5 16,0-1 5-16,-3 5-7 0,0 1-3 15,-3 3 6-15,0 2-11 0,2 3 28 0,-2 3-13 16,0 1 3-16,3 4 0 0,0 1-46 0,-4 2 0 16,3 4 7-16,-2 2-10 0,3 4-43 15,0 0-36-15,0 0-64 0,-9 15-82 0,9-2-461 16,3 1-66-16,-3 3 105 0,6-1 58 0,-2 1 83 15</inkml:trace>
  <inkml:trace contextRef="#ctx0" brushRef="#br0" timeOffset="72313.17">16592 2233 757 0,'-4'-5'295'16,"4"5"-27"-16,0 0-12 0,0 0-41 15,-7 14-13-15,4-3-17 0,3 3-11 0,0 5 2 16,3 6-32-16,-3 2-6 0,4 2-25 0,-1 4 4 15,1 0-19-15,-1 1-11 0,4 0-3 16,-1-2-12-16,2-1 0 0,-1 1-14 0,2-2 4 16,-5-5-11-16,3-1 5 0,3-3-22 0,-6 0-9 15,2-3-27-15,-2-2-9 0,2-3 19 0,-3-1 2 16,2-3-10-16,-5-5-15 0,3 1-16 16,-3-5 1-16,0 0-6 0,0 0 5 0,0 0 18 15,-14-28-5-15,7 8 3 0,0-3 0 0,-2-6 15 16,-2-4-3-16,1-14 18 0,3 10 6 15,0 5 15-15,3-2-8 0,1 2 8 0,0 3-1 16,3 0 1-16,0 4 8 0,3 4-19 0,0-3 22 16,5 1-27-16,-2 3 0 0,1 0 9 15,3 3-11-15,4 4 5 0,-4 1-8 0,3 4-15 16,2 1 10-16,-2 3-10 0,1 2 10 0,0 2 11 16,0 1-24-16,-1 2 6 0,1 1 5 0,-4 4-8 15,0 2 2-15,-2 0 1 0,1 2 4 16,-5 1 14-16,-1-1-24 0,-3 3 8 0,-3 0-12 15,0 3 2-15,2-1-3 0,-5-1-46 0,1 0-17 16,-1 2-34-16,2-4-44 0,-2 0-107 16,3-3-317-16,3 0-177 0,0-4 74 0,3-1 87 15,3-4 44-15</inkml:trace>
  <inkml:trace contextRef="#ctx0" brushRef="#br0" timeOffset="73174.56">17196 2117 842 0,'0'0'230'0,"0"0"-12"15,-23 11 40-15,12-1-10 0,-2 2-17 0,-1 1-32 16,0 5-12-16,0 1-20 0,1 0-11 0,0 0-8 16,2 1-17-16,1 0-26 0,3-2-11 0,1 0-4 15,1 1-13-15,-1-6 0 0,6 2-13 0,0-3-13 16,3 0 13-16,0-2-13 0,2-2-7 15,4-3-4-15,-2-2-11 0,3-1-14 0,4-5 3 16,-4-1-13-16,4-6 5 0,0 2-5 16,-1-4-5-16,-2-4-10 0,-1-2-13 0,1-3 8 15,-1-2 5-15,-7-2-1 0,3-2-9 0,-5 1-11 16,-1-3 11-16,0-1 2 0,-1-5 0 16,-5 0 2-16,3 2-4 0,-4 1-1 0,4 6 16 0,-2 2 16 15,2 4 6-15,-3 2 7 0,5 1-17 16,-2 6 1-16,0 2-13 0,0 3 12 0,2 5-4 15,1 1 0-15,0 0-3 0,0 0 0 0,-3 22-3 16,6-8 8-16,-2 2 8 0,2 4-13 16,0 2 8-16,4 3-6 0,-1-2 6 0,5 2-8 15,-4-3 10-15,3 1-12 0,4 2 4 0,-1-3 3 16,2-4 8-16,4 2-10 0,-1-5 2 16,2-1-13-16,1-5 13 0,3 0-10 0,0-3 0 15,3-4-23-15,-4 0-11 0,-1-4-2 0,5-2 8 16,-3-2-5-16,-1-2 7 0,-2-3 5 15,-3-3-4-15,-2-1 4 0,-5-2-2 0,-1-2 10 16,-3 3 21-16,-1 1 25 0,-2 2 15 0,0 0-2 16,-1 1 13-16,-3 2-5 0,0 3-3 0,0 1-3 15,0 6-7-15,-11-4 2 0,11 4-15 0,0 0 6 16,-23 13 1-16,15-5-17 0,-2 3 10 16,0-1 5-16,0 2-20 0,3-1 18 0,1 3-11 15,2-3-2-15,1 1-6 0,-1-1 6 0,4-3 5 16,0 1-3-16,0 0 3 0,0-3-7 15,4-1-1-15,2-1 8 0,1-1-13 0,3 0-10 16,1-2 18-16,-1 1-6 0,4-1-2 16,-4 0-7-16,3-1 10 0,-2 2-8 0,2 0 7 15,-3 0 3-15,4-1-10 0,-3 0 8 0,3 1 2 16,-4 0-7-16,3 0 5 0,1-1 4 0,-1-1-14 16,-2 2-3-16,2-4-13 0,1 2-8 15,-3-1-15-15,2-3-28 0,1 0-10 0,-4 0-8 16,4-2-8-16,-1-1 16 0,0-1-8 0,-2-2-11 15,-4-1-9-15,0-1-11 0,-1-1 18 0,-1-2 3 16,1-1 10-16,-3-1 13 0,-2-2 28 16,-1 5 18-16,3 0 48 0,-3 1 29 0,3 3-1 15,-3-1-4-15,0 4-13 0,3 1 4 0,-2 2 1 16,-1 4 3-16,0 0 9 0,0 0-7 0,0 0 10 16,10 11-12-16,-6-2 7 0,-1 3-8 15,1 1-7-15,2 3 0 0,1 1-3 0,0 3-8 16,0-1 11-16,-1 2-31 0,1 1-38 0,0-3-88 15,0 2-155-15,-3 0-487 0,2-4 71 0,-6-2 83 16,0-5 66-16,-3 0 62 0</inkml:trace>
  <inkml:trace contextRef="#ctx0" brushRef="#br0" timeOffset="73674.75">17911 2142 742 0,'14'-11'228'0,"-1"1"-24"0,4 2 4 0,-3 1-39 16,3-1-16-16,-4-1 1 0,8 0-29 0,-3-2-7 16,2 0-3-16,1-2-15 0,-1 1-21 15,0-1 3-15,-2-1-15 0,3-1 2 0,-5 1-13 16,-6 3 1-16,4 0 1 0,-4 0-11 0,-3 3 9 16,1 0-15-16,1 1-8 0,-6 5-10 0,-3 2 13 15,0 0-3-15,0 0 11 0,0 0-14 16,-3 16-4-16,-3-6 69 0,2 1-6 0,1 4-7 15,-1 2-8-15,1-2-15 0,2-1-5 0,1 2 2 16,0-3-10-16,1 4 3 0,2-5-26 16,1 1 16-16,3-1 4 0,2-1-10 0,-2-3 3 15,7-2-18-15,-4-1 3 0,5-2 14 16,1-3-17-16,-2-2-10 0,3-2 5 0,1-2 2 16,1-2-5-16,-1-2-4 0,-2-2-4 0,-1-3 13 15,-2-1-4-15,-2-2-4 0,-1 1 1 16,0-2-3-16,0 1 5 0,-6 3-7 0,3 0 15 0,-1 3 0 15,-3 4 5-15,5-2-21 0,-5 2-7 0,1 2 10 16,2 5 6-16,1-1-14 0,-7 2 11 16,17 3-1-16,-10 4 4 0,6 3 4 0,1 1-12 15,-4 3 9-15,1 1 11 0,-1 6-12 0,-3 0 12 16,0-1-3-16,0 0 6 0,-4 0 10 16,-6 2-24-16,3-3 11 0,-7 5-5 0,0-4 13 15,-3 2-5-15,-4 1-14 0,-3-1 12 16,0-5-22-16,-3 2-33 0,-1-7-45 0,0-2-221 15,-3 1-551-15,-2-5 50 0,-2-4 78 0,0-3 63 16,-13-4 96-16,3-3 39 0</inkml:trace>
  <inkml:trace contextRef="#ctx0" brushRef="#br0" timeOffset="74141.32">15720 3302 918 0,'0'-6'264'0,"0"6"-18"0,0 0-21 16,0 0-20-16,0 0-31 0,13 21-10 16,-9-7 0-16,3 5-21 0,3 2-15 0,0 8-92 15,0-1 20-15,1 5-20 0,2 10-8 0,0-1-2 16,-1-3 7-16,-3-7-13 0,1 1 9 16,1-4-14-16,-1 2 0 0,0-3-7 0,-2-3-31 15,-2-3-54-15,1-4-38 0,-1-1-34 0,-5-6-104 16,2 0-387-16,1-7 36 0,-4 0 31 0</inkml:trace>
  <inkml:trace contextRef="#ctx0" brushRef="#br0" timeOffset="74375.06">15730 3525 757 0,'-17'-33'315'0,"7"2"-90"0,0 4-10 0,2 2 11 16,2 0 29-16,2 1-19 0,4 2-21 0,-3 1-13 16,3 0-41-16,3 2-2 0,1 2-10 0,2 1-29 15,2 1-13-15,-1 3-17 0,3 4 10 16,4-1-26-16,-1 5-7 0,0 2-6 0,2 0 6 15,1 5-26-15,1 2 5 0,1 1-13 0,-2 5 18 16,-1 3-12-16,-2 0 4 0,-3 2-22 16,1 2 12-16,-5-1-2 0,-2 4 2 0,-4-3-8 15,0 3-12-15,0 0-3 0,-4 4-38 0,-2-1-15 16,2 0-34-16,-6-4-56 0,6 2-28 16,-2-5-124-16,-1-5-439 0,0 3-18 0,6-8 94 15,-2 0 95-15,0-7 16 0</inkml:trace>
  <inkml:trace contextRef="#ctx0" brushRef="#br0" timeOffset="75874.81">16035 3228 734 0,'10'0'271'0,"-1"1"-17"0,3 4-26 0,1-1-41 16,1 2-3-16,2 3-8 0,2 5-14 0,-2-2-22 15,2 5-27-15,-2 0 2 0,-1 1-10 16,-2 1-5-16,1 0-85 0,-4 0-7 0,0-3 0 15,-2 1 2-15,-2 0 0 0,1-2 18 0,-4-1-17 16,-3-3 14-16,3 0 11 0,-2 0-10 16,-1-2-3-16,-1-4 10 0,-2-2 11 0,3-3-11 15,-6 1-2-15,6-1 12 0,-7-9-2 0,4 0-21 16,-2-2 9-16,2-2-14 0,3 0 5 0,0 0-4 16,3-2-11-16,-3 1 3 0,5-1-8 0,-2 1 15 15,3 3-18-15,-2 1 9 0,2 2-12 16,1 1 12-16,1 1-22 0,-2 2 1 0,4 3 12 15,-3 0 1-15,-7 1-3 0,24 2 5 16,-13 2 2-16,2-1-7 0,0 3 2 0,2-2-4 16,1 0 7-16,-2 4-8 0,3-5 13 15,-3 3-15-15,-1-2 7 0,-1 0 6 0,1-1 12 16,1-2-7-16,-4 3 0 0,3-4-3 0,-5 0 8 16,2 0-1-16,-1 0-1 0,-2-4-4 0,-2 0 9 15,-2 0-4-15,0 0 6 0,0-3-12 16,-6 1-22-16,3-2 11 0,-6 1 0 0,-2 1 5 15,1-2 0-15,-3 2 2 0,-4 1 6 0,4 0-3 16,-3 0-20-16,-1 3 23 0,0 0-6 0,0-2 8 16,4 4-4-16,-4-2 6 0,4 0-4 15,3 2 15-15,-2-5 0 0,1 4-15 0,8 1 5 16,-10-3 10-16,7-1-16 0,3 4 6 0,0-8-10 16,0 4 9-16,6-4-12 0,4 1 0 15,1-2 72-15,2 1-10 0,2 1 4 0,1 0-15 16,2-2-7-16,2 5-8 0,0 0-6 0,1 2 1 15,-1 0-13-15,1 4 8 0,3 0-9 0,-3 3 12 16,2 3-17-16,1 0 11 0,-3 2-15 16,-1 1 8-16,1 2-4 0,-4-1-1 0,-4 0 4 15,-3-1-10-15,1 3 5 0,-1-3 3 16,-3-1 2-16,-4 3-12 0,2-3 7 0,-2-1 0 16,0-1-2-16,-3 0 13 0,0 0-16 0,0-1 15 15,3 1-4-15,-6-4 14 0,3-4-17 16,0 6 15-16,0-6-15 0,0 0 15 0,0 0-12 15,-14-10-9-15,11-1-7 0,-1 0 0 0,1-5 3 16,3 0 2-16,0-1-10 0,0-1 12 0,0 1-9 16,3 1 2-16,1 0 0 0,2 1-8 0,2 4-2 15,-2 2 2-15,1 0 3 0,0 2-8 16,3 4 3-16,0 3 5 0,-3 0-10 0,7 1 10 16,-4 4-1-16,3 2-1 0,-1 1 2 15,1 2 0-15,-2 1-3 0,-1-2 3 0,0 3 5 16,-1 0-13-16,2-3 5 0,-7-1-10 0,2 1 26 15,1-1 5-15,-4 0-18 0,2 0 10 0,-2-4 10 16,0 3 13-16,0-4 11 0,1 3-1 0,-4-6-2 16,3 5-5-16,-3-5-3 0,0 0 0 15,0 0 5-15,-3-16-10 0,3 7-12 0,-1-5 1 16,1-1 1-16,0-3-10 0,1-1-14 0,-1-2 37 16,3 2-23-16,0 0 2 0,1 3 0 15,0-1 5-15,-4 3 0 0,3 3-5 0,0 0-15 16,-2 1-15-16,2 3 12 0,3 3-5 15,-2 0 10-15,2 1 1 0,-6 3 1 0,15 3-4 16,-5 1 10-16,4 2-2 0,-4 3-3 0,3-1-6 16,1 0 14-16,-4 1-8 0,4 0 7 0,-1 1-2 15,-3-3 11-15,4 2-14 0,-3-2-10 0,-2-3 13 16,3 3-13-16,0-1 3 0,0-5 0 16,-2 0 2-16,3-1-2 0,1-1-3 0,-1 0 5 15,2-6 6-15,1 1-16 0,-2-2 8 0,-4 1 0 16,3 1-3-16,-2-2 2 0,-4 2 1 15,-1 4 0-15,1-5 0 0,1 5-6 0,-5-2-4 16,-3 4 7-16,10 0 0 0,-10 0 3 0,10 6 0 16,-6-2 10-16,0 1-13 0,2 1 18 15,-3 2-7-15,4-2-4 0,-1 1-11 0,2 0 17 16,-4 0-8-16,2 0 8 0,4-2-3 0,-2 1 6 16,1-1-3-16,-2-2 15 0,3 0 1 15,1 0-19-15,-1-3 18 0,0 0-2 0,1-3-3 16,-1 0-4-16,0 0 9 0,0-1-10 0,-3-3 5 15,0 2 8-15,-1-3-8 0,-5-1-2 0,3 1 7 16,-4-1-4-16,-4-3 7 0,3 0-11 16,-5 2-4-16,-4-2 2 0,3 3 0 0,-3 0-5 15,0 1 13-15,0 1-5 0,-1 3-6 0,1 0 6 16,0 2 2-16,-1 1 3 0,4-1-13 16,-3 2 0-16,10 0 8 0,-14 0-1 0,8 3-12 15,6-3 10-15,-7 5-10 0,4-2 10 0,3-3-2 16,0 6-6-16,0-6-2 0,6 6 13 15,1-4-8-15,-1 1-5 0,5-3 0 0,-1 0 7 16,4-3-7-16,3 1 10 0,4-3 5 0,-4 0-22 16,7-3 12-16,-3-1-13 0,3 1 5 0,-5-2 6 15,2 0 2-15,-4-3-16 0,0 1 3 16,-3-1-7-16,0 0-3 0,-4-2-10 0,0 0-6 16,-6-2 6-16,-1 0 7 0,-3-2-7 0,0 2 18 15,-3-2-3-15,0 1 10 0,2 1 16 16,-3 4 10-16,1 1-21 0,0 1 11 0,3 3-3 15,-3 2-8-15,2 4 8 0,1 2 3 0,0 0-8 16,0 0 5-16,0 16 13 0,1-5-13 0,2 6 16 16,0 3-19-16,5 3-4 0,-2 2 9 0,1 7-7 15,3 0 13-15,4 11-5 0,-1 0-13 16,-2-7-34-16,-1-3-35 0,0 1-67 0,1-4-127 16,-1 1-526-16,0-5 13 0,-4-1 113 0,-1-8 59 15,-5-2 66-15</inkml:trace>
  <inkml:trace contextRef="#ctx0" brushRef="#br0" timeOffset="76141.09">17669 2983 762 0,'6'-8'279'0,"1"-4"-33"16,3 1-34-16,4 1-12 0,7 1-23 0,-1-3-16 15,1 2-15-15,6 0-10 0,0 1-14 0,-3 0-9 16,3 3-26-16,0 0 5 0,-2 1 54 15,2 2-20-15,-6 1-16 0,-1 2-16 0,1 2-14 0,-1 1 4 16,-6 1-12-16,3 2-11 0,-3 1-7 16,-4 4 0-16,3-2-3 0,-6 4 0 0,0-1-5 15,0 2-10-15,-3 0-3 0,2 0 3 0,-5-1 5 16,2 4-15-16,0-4-1 0,0 1-4 16,-3 4 7-16,4-2-20 0,-4 0-42 0,3 1-48 15,0-1-69-15,1-1-176 0,0-1-449 16,-1 0 42-16,4-3 68 0,-4 0 52 0,1-2 74 15</inkml:trace>
  <inkml:trace contextRef="#ctx0" brushRef="#br0" timeOffset="76957.25">18349 3010 959 0,'0'-9'346'0,"0"9"-36"16,-3-5-31-16,3 5-34 0,0 0-30 0,0 0-12 15,0 0-29-15,-4 17-8 0,0-9-23 16,4-1-15-16,0 1 5 0,4 2-30 0,-4 2-8 16,0-3-6-16,4 2-7 0,-1-1-10 0,3 2 5 15,-2-2-19-15,-1 0-4 0,4-2-5 0,0 0-6 16,0-2 9-16,0 2-14 0,-1-5-5 0,2 0 11 16,-2-1-19-16,1-2 1 0,-7 0-11 15,17-2 3-15,-13-2-5 0,2-2-13 0,-2 2 5 16,-1-5 0-16,-3-3-18 0,0 2 11 15,-3-1 2-15,-1-6-16 0,-2 1 14 0,-2-1 4 16,2-2-9-16,-1 1 20 0,0 1 5 0,-3 2-1 16,6 1 4-16,-2-1 2 0,2 4 3 15,1-1-6-15,-1 3-2 0,1 0 2 0,3 1-7 16,0 1 15-16,0 2-20 0,4 0-8 0,2 0 13 16,1 2-11-16,4 3 1 0,2 1-3 0,0 3-5 15,5 1 5-15,-1 2 0 0,3 2 13 0,1 3-13 16,-4 0 5-16,0 2 0 0,4 0 0 15,-5 1-8-15,-2 2 16 0,0 1-8 0,-4-3-12 16,1 2 9-16,-1-3-7 0,-4 0 8 0,5-2 2 16,-7-2 3-16,2 2 2 0,-2-6 20 15,2 2-7-15,-3-2 6 0,1-1 1 0,-3-3 1 16,-1-2-5-16,0 0 12 0,0 0-17 0,0 0-1 16,6-19-7-16,-6 7-11 0,0-1 4 0,3-3-1 15,-3-1-13-15,1-4 11 0,2 5-9 16,0-3-4-16,0 1 8 0,-2 3-1 0,2 4 6 15,0-3-9-15,1 3-6 0,-3 2 1 0,2 3 4 16,3-1-1-16,-2 4 8 0,-4 3-13 16,10-4 16-16,-10 4-6 0,14 4-7 0,-14-4 7 15,13 4 6-15,-6 0-13 0,3-2 10 0,0 1-3 16,0-3 6-16,1 3-1 0,-1-2 6 16,4 1-11-16,-4-2 19 0,4 0-11 0,0-2-2 15,-1 1 4-15,1-2-84 0,0-2 11 16,0 0 12-16,2 2 5 0,-2-6-12 0,-3 1-8 15,-1 1 18-15,3-3-11 0,-6-2-2 0,0 0 18 16,-1-1 3-16,2 1 9 0,-5 1 9 0,1 1 7 16,-1 0 10-16,0 2-5 0,1 0 1 0,-1 1 4 15,0 2 3-15,-3 1-13 0,0 4 33 16,0 0-15-16,0 0 5 0,0 0 1 0,14 12 9 16,-14-7-2-16,4 5-1 0,-1 0-12 0,4 2 0 15,-4 1 18-15,4 0-7 0,-3 3-1 16,-1-1-5-16,1 1 5 0,2-1-7 0,-3 0 10 15,1 0-1-15,3 0-4 0,-7-1 2 0,1-1-7 16,2 0 10-16,-3-1-3 0,0 1 0 0,-3-1-7 16,2 1-11-16,-6-1-25 0,0-4-57 15,-3 2-148-15,-4 0-604 0,-3-5 97 0,0 0 41 16,-7-6 82-16,-7-4 64 0</inkml:trace>
  <inkml:trace contextRef="#ctx0" brushRef="#br0" timeOffset="77110.69">18235 2577 783 0,'0'0'112'0,"-6"6"-153"15,3 0-483-15</inkml:trace>
  <inkml:trace contextRef="#ctx0" brushRef="#br0" timeOffset="80924.07">15688 4388 645 0,'0'0'197'0,"0"0"-11"0,0 0-17 15,0 0-10-15,5 21-21 0,1-10-7 0,1 3-16 16,0 5-5-16,0 3-13 0,6 4-10 0,-3 1-15 16,1-1 0-16,-1 4-16 0,-3-10 8 15,3 4-23-15,-2-2 10 0,1-1 6 0,1 0-19 16,-6-4-2-16,3-1 2 0,0-5 1 16,-4 3-6-16,1-4 13 0,-1-2 13 0,0 2 15 15,0-3-10-15,-2-1 0 0,3-4-10 0,-4-2 5 16,0 0-13-16,0 0-5 0,0 0 5 15,-15-18-8-15,9 3-5 0,-4-3 1 0,2-3-16 0,-5-5 12 16,3-2-14-16,-1 2 17 0,1-5 64 16,0 0-15-16,-1 2 0 0,2-1-21 0,2 2 6 15,-1 3-13-15,5 0-8 0,0-1 13 0,0 1-6 16,6 1-9-16,0-1-13 0,1 1 2 16,6 2-5-16,0 1 5 0,4 0-4 0,-3 3-4 15,5 0 3-15,1 3-17 0,-3 4 1 16,6-3-19-16,-5 7-21 0,4-1-21 0,-1 4-13 15,-1-1-35-15,3 4-44 0,-2 1-20 0,-1 6-97 16,0-4-137-16,0 4-362 0,-3 3 81 0,-4 0 51 16,-4 1 55-16</inkml:trace>
  <inkml:trace contextRef="#ctx0" brushRef="#br0" timeOffset="81441.02">15765 4591 778 0,'0'0'304'0,"0"0"-17"0,0 0-31 0,0 0-90 16,0 0-12-16,0 0-16 0,20-13-7 0,-10 10-14 15,7-5-7-15,4 1-12 0,3-2-16 0,3 1-8 16,4-1-43-16,3 0-31 0,0 0-44 16,3-1-46-16,-3 0-35 0,1 0-26 0,0 2-61 15,-1-2-21-15,-4 1 59 0,-2 1 17 16,-8-1 70-16,4 1 41 0,-7 0 49 0,-3 2 61 15,3-1 28-15,-7 3 26 0,0-1-3 0,-3 1 62 16,0 0-26-16,0 3-3 0,-4-2-17 0,-3 3-3 16,0 0-18-16,0 0-21 0,0 0 11 15,0 0-15-15,-3 12-4 0,-1-5 14 0,-2 3-15 16,-2 0-11-16,2 1 0 0,-1 0-16 0,1-1 6 16,2 3-2-16,-3-1 2 0,3 0-21 15,1-3-7-15,0 0 10 0,-1 1-18 0,4-2 7 16,0 1-7-16,4-3 3 0,-1-1-3 0,0 0 0 15,4-3-5-15,4 1-15 0,-1-3-16 16,0-3-10-16,4 1 12 0,-1-3-9 0,1 0 0 16,-1-1 17-16,-1-3-7 0,-2 1 2 0,0-2-7 15,0 1 20-15,-3 0 10 0,-1 1 16 0,-2 0-3 16,-1-1 13-16,0 1 3 0,1 2-9 16,0 1-17-16,-4 2 3 0,0 3-14 0,3-7 11 15,-3 7-5-15,0 0 5 0,0 0-8 16,0 0-10-16,0 0 8 0,7 17 5 0,-7-9 5 15,3 2-13-15,0 1 8 0,-2 0-1 0,5-1-9 16,-2 2-39-16,3-2-36 0,3 1-45 0,-3-4-93 16,7 1-251-16,-1 1-322 0,1-4 79 15,-4-4 69-15,3-2 72 0</inkml:trace>
  <inkml:trace contextRef="#ctx0" brushRef="#br0" timeOffset="82157.7">16735 4371 749 0,'4'10'239'0,"-4"0"-17"0,3 0-22 15,0 2-39-15,-2 1-5 0,2 3-7 0,3-2-16 16,-5 1-21-16,5-1-1 0,-3 1-12 16,-2-5-6-16,3 0-22 0,-1-1 1 0,0 0 12 15,-2-1 11-15,2-1 20 0,-3-1 21 0,3-2-23 16,-3-4-96-16,0 4 12 0,0-4-19 15,0 0 18-15,0 0-10 0,3-17-8 0,-6 9 3 16,3-6 13-16,0 2-9 0,0-3-9 16,0 0-3-16,0 0 3 0,3 3 12 0,-3-1-4 15,3 2-19-15,-2 1 13 0,2 1-35 0,0 2 20 16,2 1-6-16,-2 4-22 0,-3 2 26 0,13 2-11 16,-13-2 7-16,18 6 6 0,-8 1-2 0,-1-2-4 15,3 3 11-15,1 1-7 0,1 0-6 16,-4 0 10-16,0 2 3 0,1-3 0 0,-2-4 11 15,-2 3-6-15,0-1 5 0,-1 2-10 16,2-5 0-16,-2 3 26 0,-2-4 4 0,2 0 1 0,-2 2 5 16,-4-4-16-16,0 0 3 0,0 0 5 15,17-11-12-15,-13 5 4 0,-1-2-15 0,0-3 24 16,1-3-12-16,0-2 47 0,2-1 16 0,-2 0-21 16,-1-4 10-16,4 4-21 0,-4 1-4 15,5-1-6-15,-2 5-4 0,-3-1-16 0,1 3-8 16,2 2-8-16,-2 1 3 0,2 3 13 15,2 3-13-15,-8 1 1 0,13 1 1 0,-6 3-7 16,4 3-5-16,-5 0 8 0,1 1-6 0,3 3 8 16,-2 2 6-16,1-2-6 0,-2 3 2 15,4-3-4-15,-4 2-1 0,-1-3 11 0,1 0-8 16,-1 0 8-16,2 3-18 0,-1-5 5 0,-1 0 3 16,-2-2-1-16,6-1-2 0,-3 1 8 0,0-2-11 15,3-3 11-15,0 2-3 0,1-7 0 16,-1 0 8-16,4 0 5 0,-1-3-18 0,1 1-8 15,-4-3 8-15,0-1 0 0,1 0 10 0,-4 0 3 16,2 3-8-16,-2 3 3 0,-3-4 5 16,3 1-3-16,-4 1-5 0,1 3-12 0,-1-2-6 15,-3 5 3-15,7 0 4 0,-7 0-6 0,0 0-4 16,14 5 16-16,-11-2 0 0,1 3-2 16,2 0 2-16,0-1 0 0,-1 2-3 0,2 1-7 15,-1 1-5-15,1-1-19 0,-1 0-76 0,2-1-69 16,-1 1-259-16,-1 0-353 0,-2-4 93 0,2 0 65 15,-6-4 60-15,0 0 61 0</inkml:trace>
  <inkml:trace contextRef="#ctx0" brushRef="#br0" timeOffset="82923.36">17559 3917 826 0,'0'9'274'15,"6"7"-36"-15,-5 1-7 0,2 2-27 0,4 3-19 0,-3 3-16 16,2 0-18-16,-2-4-13 0,2 4-15 16,2-3-82-16,-1 1 2 0,2-2-10 0,1 1 1 15,-2-5 2-15,2-1-13 0,0 1 7 16,1-6-14-16,-1 0 12 0,3 0-3 0,-2-3-9 16,2-2 17-16,1-2-7 0,-4-3-11 0,3 4 8 15,-2-5 5-15,-4 0 0 0,3-3-15 0,1 1 8 16,-1 1 9-16,-4 0 11 0,1-2-18 15,-7 3-5-15,11-2-15 0,-11 2 7 0,10-1-2 16,-10 1-6-16,10 0-4 0,-10 0 9 0,11 6 9 16,-5-6-6-16,1 2-10 0,-1 3 0 15,-1-4 10-15,4 3-7 0,-2-4 7 0,0 4 3 16,1-3-11-16,2-1 21 0,3 0-23 16,1-1 16-16,-1 1-16 0,4-5 18 0,-3 2-16 15,4-4 1-15,-2 0 10 0,1-3 63 0,-3 1 4 16,3-4-21-16,-4 1-13 0,1-4 5 0,-3 1-10 15,-5-2 0-15,5-1-10 0,-4 1-3 0,-1 2 8 16,-2 0-6-16,2 3-7 0,-1-2 3 16,-2 4-26-16,0 3-3 0,0 0 3 0,-2 7 3 15,-1 0-8-15,0 0 18 0,9 20-3 16,-5-7-8-16,3 9-4 0,-3 5 4 0,5 5 9 16,-5 1-11-16,6 19 7 0,-2 3-4 0,1 1-3 15,1 1 13-15,-2-2-6 0,-1 2 6 16,-1-4-8-16,1-3 0 0,-1-7 0 0,-2-5 8 15,0-2-18-15,-4 1 0 0,0-9 10 0,0-2 0 16,0 1 18-16,-3-4 0 0,-2-5 8 16,2-1-54-16,-4-4-10 0,-2-2 15 0,2-3-5 0,-7-4 7 15,0-4 16-15,-3-3-7 0,0-1 4 16,-7-8-7-16,0-1 5 0,-3-9-5 0,-7-6-1 16,6-5 19-16,4-2-8 0,1-4 3 0,9 7-6 15,4 5-2-15,6-1 8 0,1 0-9 16,6 3-9-16,1-2-16 0,6-4 1 0,7 3-37 15,3-11 16-15,1 14-36 0,0 1-67 0,2 4-122 16,4 3-497-16,1 3 87 0,-4-1 38 0,0 3 62 16</inkml:trace>
  <inkml:trace contextRef="#ctx0" brushRef="#br0" timeOffset="92239.63">15856 5313 670 0,'7'19'264'15,"-3"-1"-24"-15,6 0-25 0,-3 0-30 0,-3-1-6 16,5 2-26-16,-2 1-2 0,4-1-33 15,-4-1 3-15,2 0-24 0,2-2-8 0,-4-1 4 16,-1-1-14-16,1-3-18 0,-3-3-2 0,3 2 3 16,-3-3-1-16,2 0 0 0,1-6-14 15,-1-1-1-15,-6 0 0 0,18-2-10 0,-11-6 10 16,3 2-8-16,0-3-5 0,-3 1 6 0,3 0-9 16,-3-1 6-16,0 5-2 0,-1-2-9 0,-2 1-4 15,2 1-3-15,-1 0-13 0,-5 4 7 0,10-2-9 16,-10 2 12-16,13 6-10 0,-5-1 1 15,1 2-4-15,-2 2 11 0,0 3-8 0,4-1 10 16,-1 3-4-16,3 3-19 0,1-2 11 0,-4-4 9 16,1 5-12-16,2-7 11 0,-3 2-9 15,4 1 3-15,-4-3-5 0,4-2-5 0,-4-3 10 16,0-2 6-16,1 1-17 0,2-8 17 16,-3 1 4-16,5-3-15 0,-2-7 13 0,1-2 15 15,-1-9-18-15,-3-3 0 0,-2-5 6 0,-2-4-1 16,1-10 8-16,-4 6 3 0,-2 3-3 0,-2 1 10 15,1 3 8-15,-3-3 8 0,0 9 2 0,-1 3-3 16,1 0-4-16,0 7 0 0,0-2 7 16,1 5-18-16,-1 1-15 0,0 0-28 0,0 3-31 15,3 3-18-15,-1 1 0 0,-2 4-10 0,3 3-59 16,0 0-95-16,0 0-161 0,0 0-407 16,3 17 87-16,-2-9 70 0,5-1 53 0</inkml:trace>
  <inkml:trace contextRef="#ctx0" brushRef="#br0" timeOffset="93006.63">16704 5528 529 0,'11'10'185'0,"2"-3"-27"0,-2 1 1 15,-1-2 48-15,3-4-20 0,1 3-20 0,-1-4-16 16,2 0-5-16,-2 1-21 0,0-2 0 0,1-2-7 15,-4 1-23-15,1-3 5 0,-1 0-8 0,-3-2-5 16,-1-2-18-16,-5-2 5 0,-1 0 8 16,0-5-10-16,-1 0 2 0,-5-2 13 0,2 0 10 15,-2 1-81-15,-4-4 2 0,2 2 12 0,2-1 32 16,-1 3-14-16,1 1-7 0,1-1-2 16,-1 0-11-16,2 1-3 0,1 2 1 0,3 1-11 15,0-1 3-15,0 2 0 0,3 0-5 16,1-1-3-16,2 2 11 0,5 0-31 0,2 3 17 15,-1 0-2-15,4 3-12 0,1 4-4 0,-3-3 6 16,7 6-7-16,-2 0 6 0,-1 3 4 0,3 2 4 16,3 3-7-16,-7-1-13 0,3 5-2 15,-3-1 10-15,0-2 5 0,-3 4-1 0,-3-1 9 16,-1 0-13-16,-1-4 10 0,-2 3-8 0,1-3 16 16,-2-1-1-16,-3-2 11 0,1 1-10 15,-1 0 2-15,0-3-5 0,-2 1 0 0,3-4 6 16,-4 1 4-16,0-4-2 0,0 0-5 0,0 0 7 15,0 0 3-15,-15-8-21 0,9-1 1 16,2-6-11-16,-3 0 8 0,4-2 15 0,2-2-25 16,1-2-3-16,0 0-5 0,1-3-5 0,6 1 20 15,-3-1 59-15,2 3 5 0,1-1-2 0,0 1-8 16,3-1-7-16,0 3-4 0,0-1-14 0,1 2-1 16,2 1 6-16,2 2-3 0,1 1-2 15,1 0-11-15,-3 5-5 0,3-3 5 0,-3 6-2 16,3-3-11-16,-4 2-4 15,2-1 9-15,-5 2-2 0,3 2 3 0,-5 0-11 0,1-2 11 16,1 2-14-16,-6 3 16 0,3-3 6 0,0 1-9 16,-1 2 1-16,-2-4 2 0,-4 5 10 0,10-3-5 15,-6 2 8-15,-1-4-5 0,-3 5-3 0,4-7-10 16,-4 3 8-16,3-1 0 0,0 1-11 16,-3-3 3-16,3 0-5 0,-3 0 10 0,0 0 5 15,0-2-17-15,0 3-1 0,0-1 6 0,0-1 9 16,0 1-9-16,0 0 7 0,0 1-8 15,0 6 1-15,-3-9-9 0,3 5-24 0,0 4 4 16,0 0 13-16,0 0 0 0,0 0 16 0,0 0-6 16,7 16 5-16,-4-6 16 0,0 5 0 15,5 1-16-15,-1 3 14 0,-1 5-22 0,4 3 11 16,1 3-2-16,-1-1-6 0,0 2-18 16,4 10-25-16,-1-4-51 0,2 5-52 0,-2-4-168 0,1-11-467 15,-1 3 78-15,1-10 66 0,-7-2 59 16,3-4 61-16</inkml:trace>
  <inkml:trace contextRef="#ctx0" brushRef="#br0" timeOffset="93473.08">17781 4886 703 0,'0'-2'282'0,"0"2"-21"0,3-6-25 0,-3 6-24 16,0 0-7-16,0 0-31 0,0 0-28 15,0 0-16-15,0 22 3 0,-3-11-10 0,-1 3-8 16,1 2 52-16,-3 2-19 0,-1 1-12 0,-1-1 0 16,-2 2-8-16,1-2-31 0,-2-1-8 15,1-1-9-15,3 1-1 0,-3-6 1 0,2 3 1 0,2-6-14 16,2 0-6-16,-2 1-17 16,-1-2 12-16,3-3 1 0,-2 1 1 0,6-5-4 0,-7 0-18 15,7 0 0-15,0 0 7 0,0 0-14 16,-10-8 6-16,7 2 1 0,3 6-13 0,-5-4-2 15,5 4-1-15,0-6 3 0,0 6-5 0,-3-5-10 16,3 5 2-16,0 0 5 0,0 0-12 16,0 0 2-16,17 0-7 0,-17 0 7 0,17 5 2 15,-3-3 6-15,-1 4 2 0,-1-4-9 0,4 4-4 16,1-2 6-16,0 0 0 0,1-1-1 0,-5 1 3 16,4-2-4-16,0 0 4 0,0-2-10 15,-3 0 7-15,3-1-1 0,1 0-6 0,-2-5 5 16,2 3 2-16,-2-5-1 0,2 1-78 0,-5 0 5 15,4-1 29-15,-6-1-16 0,6 1 11 0,-7-3 7 16,0 3-3-16,1-1 9 0,-1 1 7 16,-3 1-8-16,3 0 5 0,-6 0 3 0,2 3-10 15,1-3-31-15,-4 4-69 0,0-1-74 0,-2 1-200 16,-1 3-410-16,0 0 100 0,0 0 57 16,-10-3 51-16,10 3 61 0</inkml:trace>
  <inkml:trace contextRef="#ctx0" brushRef="#br0" timeOffset="99488.36">19525 855 936 0,'17'-9'290'0,"3"1"-34"15,-2 1-24-15,6 2-16 0,-1 0-27 16,7 1-15-16,1 1-20 0,3 2-14 0,8 2-27 16,2 4 2-16,14 3-28 0,-3 6 3 0,0 3-13 15,-7 7-3-15,0 2-18 0,-4 7-10 16,-4 2 3-16,-5 2-1 0,-11 6 1 0,-3 4 0 16,-4 3-19-16,-7 4 6 0,-4 2-8 0,-6 2 1 15,-6 2-11-15,0 0 2 0,-5-1 8 16,0-2-5-16,-2-1 5 0,2-2-10 0,-2 0-2 15,2-2-6-15,1-2-5 0,0 0 13 0,4 0-3 16,3-9-2-16,-2-3-8 0,5-1 13 0,3 2-5 16,-1-1-5-16,7 9-6 0,-2-9 3 0,3-6-12 15,7 10 9-15,-3-11 3 0,6-4 3 16,-2-4-6-16,2-3 6 0,1-1-5 0,3-1 10 16,-1-4-1-16,-2-2-9 0,3-1 2 0,-3-1-5 15,-1-1 3-15,1-1 7 0,-1 0-8 16,-6-2-9-16,-1-1 4 0,1 3-5 0,-4-1-2 15,4 1 5-15,-7 0-5 0,-1 1 20 0,-2 1-12 16,-1 4 9-16,-3-1-4 0,0 2 12 16,0 3-10-16,-6 1-2 0,2 1-1 0,-2 1 3 15,2 1 1-15,-2 3-1 0,-2 1 8 0,5-1-8 16,-1 0-10-16,1 0 12 0,3 0 3 16,0 0 13-16,3 2-2 0,-2 1-19 0,8 4 6 15,-1 0 2-15,5 1 1 0,2 9 4 0,4 0 5 16,2 0-14-16,3 2-1 0,-4-3-3 0,4-1 6 15,1 3 0-15,5 1 7 0,-3 2-15 0,-3-4 0 16,3 1-3-16,-2-2 3 0,2 1 0 16,0 3 8-16,-6-4-5 0,2 1-3 0,-2 0-3 15,0-2 13-15,-4 0-15 0,3 5 5 0,1 1 0 16,-4-4 3-16,0 2 4 0,0-3 4 16,1-2 7-16,-2-5-16 0,-5-2-4 0,5 8 2 15,2 4 15-15,-5-10-10 0,1-2 13 0,-4-2-3 16,0 0 11-16,-2 3-18 0,-1-6 4 0,-1 3-1 15,-3-4-4-15,-3-1 11 0,0-1 0 0,-3-2 0 16,0 1 0-16,-4-3 5 0,-1 0-8 16,-2-3 3-16,-3 0 8 0,-4-2-6 0,-4-4-12 15,-2-1-8-15,-4-3-5 0,-4-6-59 0,-3-2-64 16,-5-6-64-16,-18-8-159 0,5-5-491 0,-6-3 97 16,-4-6 57-16,1-10 84 0,0-2 69 15</inkml:trace>
  <inkml:trace contextRef="#ctx0" brushRef="#br0" timeOffset="100023.7">21979 1264 685 0,'0'0'267'0,"10"17"-32"0,-3-6-30 0,-1 5-21 15,2 4-7-15,2 3-26 0,0 6-5 16,4 2-21-16,0 13-17 0,3-1-1 0,-4 3-12 16,1-2-11-16,-1 3-4 0,-3-2-21 0,1-6-36 15,-4 5-49-15,0-5-5 0,-1-5-150 16,2 0-534-16,-2-1 63 0,-2-6 63 0,-4-4 57 15</inkml:trace>
  <inkml:trace contextRef="#ctx0" brushRef="#br0" timeOffset="100555.61">22003 1414 959 0,'0'-6'287'16,"0"6"-23"-16,0 0-29 0,0 0-20 0,20 12-7 15,-10-5-22-15,1 4-17 0,3 1-18 16,6 4-12-16,-6 0-22 0,6 5-12 0,1 2-15 16,-4 1 2-16,0-1-2 0,0 0-26 0,0 0-3 15,0-1 3-15,-3-5-13 0,-1 2-5 16,-2-4-5-16,-1-1 3 0,0-1-8 0,-2-2-3 15,1-3-2-15,-2 0 4 0,-3-1 19 0,2-2-13 16,2-2 0-16,-5-1-3 0,-3-2-12 16,13-11 2-16,-9 3 3 0,3-6-8 0,-3-3 8 15,2-7-13-15,-2-1 2 0,2-7-7 16,-2-2 2-16,3-1-7 0,-1-2 12 0,-2 0 1 16,-1 0-13-16,4 2-6 0,-1 1 1 0,-1 2 7 15,-2 4-10-15,1 3 18 0,-1 2-8 0,0 3-2 16,0 1-11-16,1 3 24 0,-4 2-16 0,3 2-8 15,-3 0 3-15,3 3 3 0,2 3-6 16,-2 3 11-16,-3 3-11 0,0 0-2 0,16 7 18 16,-9 2 0-16,1 6-8 0,2 4 5 0,0 8-7 15,1 2 4-15,1 3-7 0,-1 12 3 16,3 4 2-16,-1-3 3 0,1 4-6 0,-1-1 6 16,0-2-3-16,-2-1-2 0,-4-6 4 0,8 3-7 15,-3-5 11-15,-2-5-1 0,-2-2-8 16,2 1 1-16,0-3-18 0,1-2-24 0,-1-2-35 15,-3-2-36-15,4-2-46 0,1-3-90 16,-5-6-41-16,7-1-491 0,-7-5 31 0,3-3 97 0,-3-3 74 16,4-5 48-16</inkml:trace>
  <inkml:trace contextRef="#ctx0" brushRef="#br0" timeOffset="100972.1">22888 1533 778 0,'0'0'238'0,"0"0"-23"0,-3 15-13 16,3-3-33-16,0 1-8 0,0 5-20 15,0 4-5-15,3 1-21 0,-3 4 5 0,3-2-15 16,1 1-10-16,3 1-1 0,0 3-24 0,-1-5 9 16,4 2-15-16,-2-4 2 0,2-2-19 15,3 0-4-15,1-4-12 0,-3-1 2 0,6-2 5 16,-4-3-12-16,2-4 7 0,-2 0-10 0,1-4 3 15,-1-3-3-15,0-2 3 0,2-4 2 16,-2-3-13-16,1-6 0 0,-1-3-2 0,-2-4-8 16,-4-6-2-16,0-4 7 0,-1 1-5 0,1-2 11 15,-3 7-6-15,-1-2-5 0,1 4 5 16,-4 5 21-16,3 0 0 0,-3 3-19 0,0 1 1 0,3 2-5 16,-3 2 12-16,0 3-7 0,0 3-15 15,3 3 7-15,-3 2-8 0,0 0 8 0,0 0 8 16,1 20-5-16,2-8-13 0,0 5 10 0,-3 1 2 15,4 3 1-15,0 1 0 0,-1 1 2 16,0 1 3-16,4 1-5 0,-1-3-6 0,-2 1 16 16,4 0-26-16,2-2 3 0,-1 2-25 0,2-4 1 15,-1 0-73-15,3-2-44 0,2-2-130 16,1-2-451-16,2-1 33 0,1-6 72 0,-4-4 51 16</inkml:trace>
  <inkml:trace contextRef="#ctx0" brushRef="#br0" timeOffset="101238.62">23473 1035 760 0,'-4'16'217'16,"1"-6"-9"-16,6 4-22 0,-2 3-11 0,2 2-22 15,3 8-17-15,2 2-13 0,-2 2-8 0,1 2-20 16,3 11 7-16,1-6-18 0,-4-5 14 0,3 13-34 16,4 0-5-16,-4-9 15 0,-1-2-36 15,2 10 26-15,-4-9-13 0,3-4-15 0,-2 1-5 16,2-1-16-16,-1-3-28 0,1 2-35 0,-2-3-96 16,-1-3-71-16,-1-5-442 0,1 3 27 15,0-9 67-15,-6-2 48 0</inkml:trace>
  <inkml:trace contextRef="#ctx0" brushRef="#br0" timeOffset="101788.9">23753 1061 959 0,'0'0'290'0,"0"0"-32"15,0 0-33-15,0 0-12 0,6 19-21 0,-1-5-21 16,1 3-7-16,1 4-10 0,3 10-16 16,1 0-28-16,2 13-2 0,3 3-9 0,-4-1-12 15,2 0-5-15,-1 3-2 0,0-2-11 0,1 1-13 16,-3 1-25-16,1-3-47 0,-4 1-60 0,-1-9-93 15,-4-4-159-15,4-2-432 0,0-4 92 16,-6-3 71-16,-1-4 55 0</inkml:trace>
  <inkml:trace contextRef="#ctx0" brushRef="#br0" timeOffset="102072.12">23730 1619 888 0,'3'-8'258'0,"3"-1"-15"0,1-2-22 16,3-2-22-16,8 1-40 0,-2-3 2 0,9-1-17 15,-1 0-19-15,3-1 52 0,1 1-16 0,2 1-5 16,-2 1-28-16,2 2-15 0,-5 5-19 0,-2 0-2 16,1 3-20-16,-3 3-13 0,-1 2-3 0,1 3-2 15,2 3-5-15,-3 1 7 0,-2 4-10 16,0 1-15-16,-2 4 10 0,1-2 2 0,-6 3-7 15,2 3 15-15,-2 0-25 0,-1 1 2 0,-4 0-15 16,2 1-6-16,-1-1-32 0,-4 1-60 16,3-2-53-16,-5-3-151 0,5 3-492 0,-3-4 29 15,0-2 143-15,-1-5 22 0,-2-2 63 0</inkml:trace>
  <inkml:trace contextRef="#ctx0" brushRef="#br0" timeOffset="102555.37">25083 1327 893 0,'-4'-4'289'0,"4"4"-20"0,0 0-26 15,-16 4-20-15,5 0-31 0,1 3-18 0,0 1-13 16,-1 3-18-16,1 2-7 0,0-1-13 16,-4 2-18-16,7 3-13 0,-1-4 0 0,0 3-15 15,0-1-3-15,2 1-7 0,5-1-6 0,-2 2-5 16,3-2 3-16,0-2-13 0,4 4-7 16,-1-4-14-16,4 2 14 0,5-1-9 0,-4-1-1 15,6-2-4-15,0 1-15 0,7-1-2 0,-2-2-10 16,2 0-6-16,0-2-38 0,6-1-26 15,-6-3-23-15,3-1-12 0,-3-1-126 0,2-2-177 16,4-3-296-16,-3 0 25 0,2-5 80 0,-7-3 55 16</inkml:trace>
  <inkml:trace contextRef="#ctx0" brushRef="#br0" timeOffset="102771.43">25275 871 737 0,'0'0'210'16,"0"0"2"-16,0 0-25 0,0 0-21 0,0 24-4 16,0-12-11-16,3 6-11 0,3 1-7 0,-2 4-15 15,2 2-18-15,2 4-13 0,-1 3-5 16,0 1-8-16,4 1 21 0,-2 9-21 0,1-4-25 16,3 5 5-16,-2-4-6 0,-4-7-4 0,3 0-47 15,4 10-30-15,-4-7-39 0,4-4-74 16,-4-3-82-16,-3-1-189 0,10-3-251 0,-4-7 79 15,-2-1 47-15</inkml:trace>
  <inkml:trace contextRef="#ctx0" brushRef="#br0" timeOffset="103688.83">25767 1388 1169 0,'-3'-3'328'16,"3"3"-36"-16,-4-5-44 0,4 5-18 0,-11 0-9 15,11 0-27-15,-21 8-12 0,8-1-21 0,-4 3-12 16,2 1-22-16,-4 1 1 0,5 2-12 16,-3 0-19-16,1 1-2 0,1 2-24 0,2-3-2 15,3 0 1-15,-1 0-22 0,5 0 6 0,-1-1-3 16,2 0-10-16,-1-3-8 0,3-1 1 16,0-2 4-16,3 2-7 0,0-3-8 0,0-1 10 15,6-2 0-15,-6-3-17 0,11 2 2 0,-4-2-3 16,-7 0 16-16,17 0-16 0,-10 2-2 0,2-2-21 15,-9 0 11-15,15 2-8 0,-8 0-16 16,-1-1 6-16,1 3 20 0,4 0-3 0,-2 1 11 16,-2 0-15-16,3 1 2 0,1-1-5 15,-1 1 7-15,0 1 3 0,1-1-5 0,-1 0 0 0,4 0 8 16,-4-2-8-16,3 0 5 0,1 1 0 16,0-1 3-16,0-3-8 0,-1 0 8 0,1-1 4 15,0-1-7-15,-1 0 11 0,1-3-1 0,-1-2 1 16,2-1-9-16,-3-1 3 0,0-3-10 0,-2-2 11 15,0-4-4 1,0-1-12-16,-3-3-10 0,-4-2 17 0,1-1 9 0,-1 1-6 0,-3 3 0 16,3-1-8-16,-3 2 8 0,0 1 8 0,0 4 3 15,0-1-14-15,3 3 14 0,-2 1-16 16,-1 0-13-16,0 4 13 0,3 1 2 0,1 1-4 0,1 1-1 16,0 1-2-16,-5 3-5 0,16 5 2 15,-5-1-2-15,1 4 5 0,1 0 2 16,0 3-2-16,0 2 0 0,5 0 0 0,-5 0 5 15,1 3-8-15,-4-1 6 0,4 1-3 0,-4-1 17 16,-3-2 1-16,1 3-10 0,-2-2-8 0,-1-1 2 16,-3 0 13-16,1-2-7 0,0 0 10 0,-3-2-6 15,4 0 9-15,-4-2 12 0,0-1-8 16,3-1 1-16,-3-5-6 0,0 7 6 0,0-7 2 16,0 0-8-16,0 0-2 0,0 0-6 0,3-24-12 15,2 11 0-15,1 0-8 0,-1-3 13 16,0-5-5-16,2 1-15 0,4-2-8 0,-2-1-8 15,-2 3 8-15,4-5 15 0,-1 4-8 0,-3 0 3 16,3 1 11-16,0 1 7 0,-6 4-5 16,5 0-3-16,-5 1 0 0,-1 2 1 0,2 2 9 0,-2 1-9 15,0 0 9-15,0 3-7 0,-2-1-8 16,2 2-7-16,-3 0 15 0,3 1-8 0,-3 4 3 16,0 0 4-16,6-2 1 0,-6 2-5 0,0 0 7 15,12 12 3-15,-6-5-2 0,1 1 10 16,0 3-3-16,7 2-5 0,-4 5 2 0,4-1-4 15,2 1 2-15,-1 5 10 0,1 1 0 0,2 0-2 16,-5 3 2-16,1 0 5 0,-1 0-7 0,-1-1 5 16,-6-4-3-16,1 0-10 0,-1-4 13 15,-2 1-5-15,-4-1 15 0,0 1 7 0,0-3 9 16,-4-1-8-16,-2-2-6 0,-1 0 24 0,-1-1 15 16,0-2-26-16,-4-2-5 0,1-1 13 15,-2-4 3-15,-1 0-13 0,-2-3 10 0,3-2-20 16,-5-2-14-16,0-2 6 0,1-1-30 0,-6-2-22 15,5 0-12-15,-2-2-54 0,3 3-61 16,0 2-264-16,0-1-443 0,0 1 75 0,0-2 51 16,-4-2 66-16,4 0 77 0,-4 0 38 0</inkml:trace>
  <inkml:trace contextRef="#ctx0" brushRef="#br0" timeOffset="104287.79">27210 1050 967 0,'-4'-4'279'16,"4"4"-33"-16,0 0-16 0,0 0-25 0,0 0-13 15,-17 12-23-15,6 1-18 0,6 1-10 0,-6 4-18 16,4 4-1-16,-1-1-9 0,0 3 53 16,0-2-22-16,1 2-14 0,1-1-9 0,1 1-9 15,2-1-4-15,0-3-8 0,3 0-21 0,3-1 0 16,0-1-15-16,2 0-10 0,1-3-3 16,1 2-12-16,3-2 2 0,7 1-1 0,-2-5-19 15,4 0-31-15,-1-4-31 0,2-2-21 0,1-2-37 16,3-3-104-16,-1-3-240 0,4-2-368 15,1-4 89-15,-1-7 87 0,0-1 52 0,-6-4 40 16</inkml:trace>
  <inkml:trace contextRef="#ctx0" brushRef="#br0" timeOffset="104488.25">27486 770 698 0,'0'0'249'0,"0"0"-22"0,0 0-30 0,0 0-17 15,0 22 12-15,0-7-31 0,4 3-15 0,1 7-5 16,-3 1-34-16,4 5 16 0,1 3-31 0,1 1 3 16,1 10-11-16,1 3-4 0,0-3-6 0,1 1-10 15,-4-6-5-15,2-4-11 0,2 9-2 16,-1 1-10-16,-3-7-41 0,0-4-36 16,4-1-61-16,-2-2-116 0,-2 1-115 0,4-3-373 0,-1-4 89 15,0-6 36-15</inkml:trace>
  <inkml:trace contextRef="#ctx0" brushRef="#br0" timeOffset="105536.93">27965 1169 926 0,'0'0'338'16,"-10"-2"-41"-16,10 2-21 0,-11 8-22 0,4-2-34 15,0 2-28-15,-6 4-21 0,3 0-7 0,3 2-23 16,-3 4-8-16,-1 0-95 0,4 0 3 0,1-3 18 16,2 3-18-16,-3 0-7 0,7-2-14 15,-3-1-7-15,3-2-8 0,0-1-8 0,3-2 8 16,1 0-5-16,0-2-7 0,2-3 14 0,-2 1-7 16,2-3 3-16,1-2 7 0,-7-1-10 15,17-4-7-15,-13 0 25 0,5 2-13 0,-4-2-5 16,3 0 10-16,-6-1-8 0,6 3 9 0,-6-2-1 15,-2 4-15-15,6-4-3 0,-6 4 11 16,8-2-14-16,-8 2-1 0,0 0 7 0,0 0 7 16,13 7-4-16,-7-3-1 0,-2 0 0 0,4-2-4 15,-2 2-4-15,-2 0 9 0,5 0-1 16,-1-2-2-16,-1 1 18 0,2-2 0 0,-2 0 0 0,4-1 10 16,4-2-8-16,-2-1 6 0,0-3-1 0,6 2-2 15,-4-5 0-15,3-3 2 0,1 2-7 16,-1-3 0-16,1 0-3 0,-4-2-2 0,-2-2 2 15,-2-1-2-15,2-1-3 0,-6-1 0 0,1 0-13 16,-2 1 19-16,-3 0-14 0,0 1 11 16,-2 0-6-16,-1 2 8 0,3 3-2 0,-3 1 2 15,0 1 1-15,3 0-14 0,-1 4-7 0,-2 1 10 16,1 1-3-16,-1 5 6 0,5-2-19 16,-5 2 9-16,0 0-3 0,17 11-3 0,-8-5 15 15,2 4-2-15,1 1-2 0,1 3-6 0,0 3 3 16,0-2 5-16,4 3 0 0,-4-1 8 15,-1 3-11-15,-2 0-7 0,-1 0 10 0,-1 3-10 16,-2-2 10-16,-2-2 2 0,-4-2 6 0,3 1-6 16,-6-4 4-16,3 1-1 0,0-2 10 0,-3-3 0 15,3 0-4-15,-1-2 12 0,-2-3-21 0,0 0 16 16,3-5 5-16,0 0-15 0,0 0-11 16,0 0 8-16,-7-13 6 0,7 2-4 0,4-2-4 15,-1-1-13-15,3-3-6 0,-2 0-7 0,3-3 13 16,4-1 10-16,2-2-8 0,-3-2 13 0,4-1-12 15,-4 0 2-15,4-1-3 0,-4 2 8 16,0 3-5-16,1 2 12 0,-4 2 4 0,-1 1-11 16,0 4 7-16,-2 1-9 0,-1 4-3 0,1-2-6 15,-3 3 14-15,2 0-6 0,0 3-4 16,-3 4-1-16,3-3 0 0,-3 3-4 0,0 0 1 16,0 0-4-16,4 12 13 0,-4-6-1 0,6 1-5 15,-2 3-7-15,-1-1 5 0,5 4 12 0,1 0 6 16,0 2-21-16,0 1 8 0,4 1 5 15,-1 2-5-15,0 0 0 0,-1 0 7 0,3 1-7 16,-4 1 0-16,3 0 8 0,-2 1-14 0,-2 0 24 16,0-3-3-16,-4 1-12 0,1-1-6 0,-4-2 3 15,-2 1 20-15,0-3-4 0,0 2-1 0,-2-2-2 16,0-2 4-16,-5-1 6 0,6-2 16 16,-5-2-11-16,3-1 0 0,-1 0 0 0,-2-4 2 15,-2-3 1-15,8 0-6 0,-13-6-15 0,9-1 6 16,-2-5-16-16,1-1-1 0,-1-5-9 15,3 0 15-15,3 0-10 0,0-1 0 0,3-1 5 16,4 1 5-16,-3-3-11 0,6 2 6 0,-4 4 0 16,1 0-3-16,1 3 8 0,2 1-10 0,0 0 8 15,4 2-4-15,-4 3 1 0,4-1-2 16,1 4 2-16,-3 1-6 0,5 2 1 0,-1 1 0 16,-1 2 15-16,5 2 3 0,-3 2-16 0,4 2 3 15,0 3 2-15,-1 2 13 0,0 0-7 16,-3 3-3-16,1-1-26 0,-1 3-35 0,-4-1-44 0,0 2-64 15,-1-2-169-15,-3 1-384 0,-2-3 36 16,-2-5 85-16,-2-3 58 0</inkml:trace>
  <inkml:trace contextRef="#ctx0" brushRef="#br0" timeOffset="105688.54">29063 878 637 0,'0'0'64'0,"0"17"-120"15,9-11-433-15</inkml:trace>
  <inkml:trace contextRef="#ctx0" brushRef="#br0" timeOffset="105954.55">29387 670 1044 0,'-7'8'307'0,"2"2"-20"0,-3 5-26 16,0 2-10-16,5 4-26 0,0 5-28 0,1 2-5 15,0 7-18-15,4 1 0 0,0 1-8 16,1 2-35-16,3 13 0 0,2-2-19 0,-1 2-7 15,3-2-26-15,1 0 3 0,-1 2 0 0,2-2-5 16,0 0-10-16,1 3-44 0,-3 3-98 0,1-2 9 16,-1-4-72-16,-7-9-218 0,4-5-435 0,0-5 54 15,-4-8 76-15,-2-5 75 0,-1-7 51 16</inkml:trace>
  <inkml:trace contextRef="#ctx0" brushRef="#br0" timeOffset="106238.84">29220 1332 1151 0,'0'-5'364'0,"0"5"-34"0,0-11-20 0,3 6-24 15,0-3-50-15,4 0-18 0,4 1-24 0,-1-4-17 16,6 1-14-16,2-1-22 0,2-1-10 0,-3-1-26 16,4 1-11-16,6-2 6 0,-5 1-28 15,0 1-8-15,-4 2 3 0,2 0-6 0,1 0-7 16,-4 2-21-16,-1 1 16 0,-1 2-19 0,-2 0-12 15,-3 1-5-15,4 2 10 0,-2 0-8 16,-3 4-12-16,4-1 15 0,-3 4 8 0,3 0-11 16,-2 3-5-16,-1 0 5 0,4 4 1 0,-4 1-14 15,2 4 19-15,1 2-16 0,-3 1-15 16,1 1-26-16,-1 1-51 0,1 4-44 0,-2-3-58 16,-5 0-210-16,6-2-456 0,-1-1 107 0,-1-5 60 15,-2-6 73-15,-2 0 55 0</inkml:trace>
  <inkml:trace contextRef="#ctx0" brushRef="#br0" timeOffset="107054.69">30204 1028 995 0,'0'0'295'15,"3"-5"-42"-15,-3 5-25 0,0 0-16 0,0-4-22 16,0 4-24-16,0 0-12 0,0 0-6 0,-21 11-28 15,11-5-7-15,-3 3-21 0,2-1 0 16,-5 2-17-16,2 2 9 0,1 1-20 0,1-1 0 16,1 2-3-16,0 2-12 0,0-2 2 0,4 0 6 15,3 1-22-15,-2 3 6 0,6-2-5 0,0-2 59 16,3 3 2-16,1-2-17 0,6-1 1 0,1 1-17 16,5-1 6-16,2-2 4 0,1-1-8 15,-1-5-27-15,9-3 7 0,-5 1-10 0,3-4-72 16,-3 0 8-16,10-4-3 0,-6-1-2 0,-2-1 4 15,5-4 12-15,-8-1-1 0,4-4-3 16,-4-2-20-16,-2 1 26 0,-4 1-3 0,-5 3 8 16,-1-1 15-16,-1 1-3 0,-1 2-4 0,-4 1-1 15,0 1-10-15,-3 0 16 0,-3 3 10 16,3 5-13-16,-5-8-16 0,-3 6 19 0,0 2-16 16,8 0 11-16,-16 0-3 0,16 0-3 0,-13 4 0 15,5-2-2-15,1 1 13 0,1 0-11 0,2 2-2 16,-3-2-13-16,5 2 20 0,-3 0-7 15,2 1 7-15,1 0-2 0,0 0-3 0,-1 1 6 16,6-1-14-16,-3 0 11 0,3 1 8 0,-2-1 2 16,2-1-13-16,4 2 21 0,2-1-21 15,-1-2-2-15,-1 1 15 0,7-1-2 0,-1 0-6 16,0-2 11-16,2 1-8 0,5-3 3 0,0 0 2 16,3-2-10-16,-1 1-13 0,0-2 7 0,3-2-12 15,-3 0-12-15,5-4-19 0,-6-1-18 0,-1-1-40 16,0-3-9-16,-3-1-45 0,0-1-52 0,-3-8-66 15,-4 1 5-15,0-5-107 0,-6-3 7 16,2-2 107-16,-6 2 111 0,0 1 105 0,-1 1 97 16,-1 2 69-16,-1 0 18 0,0 2 49 0,3 4-9 15,-1 3 50-15,-2 3-41 0,0 2-21 16,3 2 2-16,-3 4-12 0,3 3-18 0,0 4-2 16,0 0-11-16,0 0-15 0,0 0 2 0,0 27-7 15,3-11-13-15,2 8 0 0,-3 1-18 16,7 5 2-16,-5 1-4 0,4 1-6 0,3 0-12 15,-3 1-4-15,6 10-34 0,-5-3-32 0,-1-5-81 16,0-3-93-16,-2 3-509 0,-2-4-64 0,-1-6 110 16,2-6 59-16,-5-5 46 0</inkml:trace>
  <inkml:trace contextRef="#ctx0" brushRef="#br0" timeOffset="107954.09">30703 1030 949 0,'5'-10'302'16,"-3"0"-25"-16,7-2-37 0,2 0-25 0,1 1-7 16,4-1-34-16,1 0-3 0,6 2-20 15,-1-1-18-15,2 1-15 0,-1 1-21 0,1 0-5 16,3 1-5-16,-2 0-20 0,-2 2 0 0,-2 1-14 16,-1 1 4-16,-3 2-16 0,-3-1 5 15,2 3-8-15,-4 0-20 0,-2 1 15 0,3 2 3 16,-3 0-13-16,-1 2 5 0,-4 3-5 0,1 0 5 15,-5 1-10-15,6 2 5 0,-7 2-10 16,4 1 3-16,-4 0 9 0,0 0-22 0,0-1 17 16,0 1-10-16,3 3-7 0,-3 1 10 15,0-4 0-15,3 2-3 0,0-2-15 0,0 2 7 16,-2-2 6-16,2-2-8 0,5-1-3 0,-5-1 9 16,4 0-9-16,3-1 11 0,0-3-21 0,2 1 5 15,-1-2 8-15,1-3 5 0,1-1-12 0,4-2 2 16,-3-1 2-16,0-3-20 0,4-2 8 15,-2 2 9-15,-3-1 6 0,1 2 3 0,-4 0-13 16,-3 1-11-16,3 0 14 0,-1 0-6 0,-4 1-3 16,1 1 6-16,-6 1-3 0,10 4 19 0,-10-4-1 15,8 8 10-15,-2-4-15 0,-5 3 3 16,2 1 12-16,3-1-5 0,-5 1 3 0,5 2-3 16,-2-2-10-16,0 2-2 0,-1 0-1 0,1 0 16 15,-1-1-11-15,5 0 6 0,-6-1 5 0,5 1-11 16,-4-3 1-16,1 0 5 0,1-1 7 15,-3-1 6-15,1-1-14 0,-3-3 14 0,10 1-19 16,-10-1 8-16,10-5 8 0,-6-1-2 0,1-2-16 16,-3-3 15-16,4-3 0 0,-2-2 3 15,3-5-10-15,-3 1-5 0,2-2 2 0,1 0-3 16,2 1 19-16,-4 1-6 0,2 2-20 16,-1 3 10-16,-2 0 3 0,6 1 5 0,-3 3-21 15,0 3-2-15,1 2-1 0,1 1 1 0,1 4 5 16,3 1 5-16,1 4-10 0,0 2 2 0,0 3 3 15,2 0 13-15,2 2-6 0,-2 6-9 0,-1-4 2 16,-2 3 7-16,4-1 1 0,-6 1-3 16,-2-1 7-16,-1 0-7 0,-1-2 8 0,1-1 5 15,-3-1-13-15,1-2 10 0,-4 0 3 0,4-2-16 16,-3 0 16-16,0-1 97 0,-2-1-33 0,2-2 25 16,-3-3-4-16,0 0-19 0,0 0 0 15,10-12-2-15,-6 2-26 0,0-5 0 0,-1-5-15 16,4-3-5-16,2-7-16 0,2-1-10 0,1 0-2 15,-1 0 12-15,3 1 6 0,-3 4-21 16,0 5 18-16,2 1-13 0,-3 4 3 0,0 2-21 16,0 3 15-16,0 2-12 0,1 2 2 0,-4 4 11 15,6 1 0-15,-2 4 2 0,-1 1-5 0,3 5 2 16,1 1 3-16,-3 3 8 0,2 1-13 16,-2 3 0-16,2 1 10 0,1 1-4 0,-1 0-4 15,1 1 19-15,-3-1-4 0,2 1-6 0,-3-1-4 16,0-1 4-16,0-1-11 0,-5 1 10 0,5-3-2 15,-4 1 7-15,-2-1-18 0,-1 1-4 0,4-1-27 16,-6-1-42-16,-1-1-42 0,0-1-102 16,-2 6-400-16,-7-4-255 0,-1 0 86 0,-3-2 83 15,-5-4 71-15,-6-1 54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8T15:54:14.4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16855 2731 816 0,'0'0'269'0,"0"0"30"15,-4 2-25-15,4-2-26 0,0 0-15 0,0 0-33 0,0 0-16 16,0 0-25-16,0 0-16 0,-6 3 11 15,6-3-13-15,0 0 2 0,0 0-17 0,0 0-4 16,0 0-9-16,0 0-11 0,0 0-4 0,0 0-11 16,27-10-3-16,-10 4-7 0,3-1 5 15,5-2-18-15,5-1-79 0,4-3 22 0,15-4-9 16,1-1 27-16,2 0-9 0,6 0 12 0,0-3-10 16,17-1-11-16,4 0-4 0,-1 2 17 15,1-1-9-15,-1 5 1 0,-10-1-4 0,-9 7 2 16,2-3 1-16,-3 3-6 0,-12 3-10 0,-9 1-8 15,-6 2-3-15,-1 0-4 0,-5 0-42 16,-2 2-17-16,-3-1-46 0,-5 1-39 0,-2 0-54 16,-3-1-135-16,1 3-438 0,-5-1 92 0,-5-3 47 15,-1 4 35-15,0 0 89 0</inkml:trace>
  <inkml:trace contextRef="#ctx0" brushRef="#br0" timeOffset="249.97">17873 2256 1113 0,'11'-11'330'0,"-4"5"-25"16,3 3-29-16,1-4-35 0,2 4-75 0,4-2-12 15,3 4-21-15,1 0-18 0,0 2-7 16,2 0-3-16,4 5-13 0,1 2-13 0,2 3-7 16,-2 1-1-16,-1 5 4 0,-3 0-1 0,-4 4-10 15,-2 2-21-15,-2 1 9 0,-5-1 1 16,-7 0-2-16,-1 0 3 0,-3 4-15 0,-6 0-16 15,-5 3-5-15,-3-1-21 0,-7 7-46 0,-6-1-25 16,-4-2-28-16,1-1-113 0,-1 1-233 16,4-8-312-16,6-5 53 0,4-5 72 0,0-1 54 15</inkml:trace>
  <inkml:trace contextRef="#ctx0" brushRef="#br0" timeOffset="1034.6">19159 1894 1075 0,'-4'-3'307'0,"4"3"-33"0,0 0-29 16,0 0-22-16,0 0-11 0,0 0-35 0,1 15-13 15,2-4-3-15,0 2-2 0,4 3-26 0,-3 1-15 16,2 5-8-16,-2 1-15 0,2 0-8 0,-2 1 0 16,-1-1-16-16,5 2-4 0,-5 0-8 15,0-1-6-15,0-1 1 0,-2 0-10 0,2-1-14 16,-3-4 6-16,0 2-8 0,0-3-2 0,0-3 12 16,0 0-4-16,-3-1-4 0,3-3 14 15,0-1-16-15,0-2 10 0,-1-3-7 0,1-4-3 16,0 0 0-16,0 0-2 0,-10-11 0 0,6 1 4 15,1-7-83-15,0-2 12 0,0-1 7 16,2-5 6-16,1 0-2 0,0-2 14 0,1-1 16 16,2 2-15-16,0-2 5 0,4 1-1 0,-3 4 19 15,-1-1-5-15,1 2-3 0,2 4 5 16,-2 3 0-16,2 0-5 0,-2 2 0 0,3 2-5 16,-1 2-3-16,1 3-2 0,0 2 5 0,1 2 5 15,1 1 0-15,1 4 2 0,1 1 1 0,2 5-1 16,-3 0 3-16,4 2 6 0,0 4-6 0,0 2-5 15,-1 0 10-15,1 1-18 0,-3 1 3 16,6 3 18-16,-1 2-16 0,-1-2-4 0,-5-2-6 16,3-2-13-16,-2 3 3 0,2-2-15 0,-3-4-23 15,1 3-39-15,-1-4 8 0,0-1-80 16,1-1-79-16,-1-2-15 0,0-2-126 0,4-3-299 16,-4-3 3-16,1-2 86 0,2-4 49 0</inkml:trace>
  <inkml:trace contextRef="#ctx0" brushRef="#br0" timeOffset="1385.49">19791 2008 849 0,'0'-6'348'16,"0"2"-25"-16,0 4-41 0,0 0-29 15,0 0-28-15,0 0-28 0,0 0-5 0,0 0-10 16,-11 21-13-16,5-7-13 0,3 1-15 0,-4 7-16 16,1-1-10-16,1 2-7 0,2 1-11 0,0-1 3 15,3-1-21-15,0-2-9 0,0 2-12 16,3-1-6-16,0 3-1 0,5-3-3 0,-2-1-7 15,4-2-10-15,-3-3-3 0,4-3 6 0,2-1-6 16,1-3 0-16,0-5 8 0,0-2-3 0,-4-3-7 16,3-2-3-16,1-5-5 0,-1-3 5 15,-2-5-29-15,-1-4 22 0,-3-2-83 0,-1-2 19 16,-5 0 4-16,2-2 13 0,-3 1 13 0,-3 1-2 16,2 1 12-16,-5 2 11 0,2 1 2 15,-2 5 5-15,-5-1 8 0,1 2-10 0,3 5 15 16,-7-2-8-16,1 5-12 0,0 1 10 0,-1 3-11 15,3 1 8-15,-3 4 1 0,1 1-19 16,-1 1-25-16,1 2-31 0,0 4-21 0,2-1-25 16,4 1-28-16,3 1-34 0,1-1-58 0,3 0-144 15,4 2-404-15,2-2 74 0,4-1 39 16,4-2 76-16</inkml:trace>
  <inkml:trace contextRef="#ctx0" brushRef="#br0" timeOffset="1699.72">20718 1446 811 0,'-3'-4'292'15,"3"4"-26"-15,0 0-33 0,0 0-21 0,0 18-9 16,0-7-27-16,3 7-7 0,0 4-26 0,0 3-12 16,1 6-8-16,-1 3-13 0,4 1-15 0,-4 0-1 15,5 0-19-15,-2 1 4 0,1 10-7 0,3 1-8 16,-2-7 0-16,-5-5-13 0,3 0 5 16,-2 0-23-16,2-2 16 0,-2 2-21 0,0-2-43 15,3-1-49-15,-4-6-33 0,0 1-98 0,0-1-161 16,1-1-414-16,-1-6 102 0,4-3 33 15,-3-2 87-15</inkml:trace>
  <inkml:trace contextRef="#ctx0" brushRef="#br0" timeOffset="2550.07">21422 1861 965 0,'0'-5'424'16,"0"5"-37"-16,-7-8-52 0,6 6-38 0,1 2-23 16,-13-1-28-16,13 1-34 0,-21 7-7 15,5-1-26-15,-1 3-15 0,0 2-23 0,-1 2-11 16,1 2-17-16,0 0 10 0,0 2-26 0,3-2-87 16,-3 3 8-16,7 2-15 0,-3-1 17 0,5-2-17 15,2 0-6-15,2-3 11 0,1-1-8 16,3-1-10-16,3 0 2 0,0-1 11 0,1-3-1 15,3-1-2-15,3 0 13 0,-3-2-3 0,6-3-10 16,-2-2-2-16,-1-4 4 0,4-1 11 16,0-4-18-16,-1 0 5 0,1-5-8 0,-4 1 6 15,4 1-3-15,-7-1 2 0,3 1 6 0,-3 3 7 16,0 1-15-16,0 1 5 0,-4 0 18 0,3 0-26 16,-2 3 13-16,-1 0-8 0,-3 4 3 15,0 0 3-15,0 0 0 0,0 0-9 0,0 0 1 16,14 10 10-16,-13-5-5 0,5 1 0 0,0 0-7 15,-2 0-6-15,4 1-2 0,2-3-1 16,0 0 19-16,4 1-19 0,2 0 6 0,1-3-33 16,0 1-1-16,4-1-2 0,-3-2-41 0,2-2-28 15,0-1 5-15,4-3-21 0,-4-1-22 0,1-2-14 16,0-2-20-16,-4-3-28 0,0-2-58 16,0-6 6-16,-3-3 96 0,-4-2 35 0,1-3 39 15,-5-3 61-15,-2 0 31 0,-1-4 51 0,-3 0 26 16,0 0 22-16,-3 3 22 0,3 6 17 0,-1 1 10 15,-2 2-76-15,3 6 2 0,-3 1-5 16,3 1-26-16,-3 7 6 0,3 2-6 0,-1 5 6 16,1 3-4-16,0 0-11 0,0 0 1 0,-13 20 14 15,13-4-16-15,-1 4 3 0,-2 4-11 0,3 2 8 16,0 1-2-16,0 1-6 0,3 0-4 16,-2 2-3-16,2 2 5 0,3-1-3 0,-1-3 5 15,-2 0-4-15,3-3-9 0,-2 0 6 0,-1-3-8 16,1-4-5-16,-1-2 11 0,0-2-6 15,-3-2 10-15,5-4-10 0,-5-1-2 0,0-4 10 16,0-3-16-16,0 0 0 0,0 0-2 0,9-17-5 16,-6 6 7-16,-2-4-2 0,5-3 3 15,-2 1 7-15,3 1-5 0,-3-2-5 0,5-2 0 16,-2 3 12-16,0 3-4 0,4 2-8 0,-1 0 0 16,0 3 15-16,3 0-25 0,-2 3 9 0,3 4 1 15,2 0-2-15,-1 2-6 0,-2 2 5 0,4 3 11 16,-3 0 10-16,0 1-13 0,-1 3 17 0,0-1-6 15,-5 4 9-15,-1-2 1 0,-4 2 12 0,-3 1-7 16,-3-1 14-16,-4 2-9 0,-1 1 10 16,-5 2 5-16,-4-2 18 0,3 1-18 0,-6-2-5 15,3-1 13-15,-1-1-21 0,-1 0 1 0,1-1-4 16,1-3 1-16,0-1 61 0,3-2-43 16,0-1-75-16,-3-4-138 0,7 0-665 0,0-4 30 15,-1-2 111-15,8-3 66 0,0-1 61 0</inkml:trace>
  <inkml:trace contextRef="#ctx0" brushRef="#br0" timeOffset="3449.3">22426 1863 1182 0,'11'-18'335'0,"-4"3"-10"16,0-2-22-16,-4 4-104 0,4-2-25 0,0-1-7 15,0-3-29-15,0-3-10 0,2 2-13 16,-5-2-13-16,3-1-2 0,-3 1-13 0,-1 2-7 16,-3 4-9-16,3 0 9 0,-3 3-32 0,0 0 29 15,0 1-36-15,0 3 15 0,0 2-25 16,-3 2 5-16,-3 3-8 0,6 2 5 0,-15 7-2 16,5 2-3-16,0 3-5 0,-4 3 0 0,4 3-10 15,-4 3 8-15,7-1-4 0,-2 2 1 0,2 2-5 16,3-2 0-16,0 3 0 0,1-4 5 15,3-2 10-15,3 3-13 0,0-4-17 0,2 4 4 16,5-3-4-16,0-2 12 0,4-1 10 0,2-2-12 16,5-3-3-16,0 0-5 0,2-5 0 0,1-4-2 15,0-2 2-15,4 0-16 0,0-4-2 16,5-5 0-16,-2-3-7 0,0-3-8 0,7-11-8 16,-4-4-31-16,-4-4-5 0,-5-2-2 0,-5-3 33 15,0-1-21-15,-6 3 16 0,-7 5 18 0,0-2-11 16,-1 2 16-16,-3 4 23 0,-2 3 25 0,-1 0 3 15,0 4 16-15,0 2-3 0,0 2-6 16,0 3-4-16,-1 2-6 0,1 1 1 0,0 3 4 16,-3 2-19-16,0 4 4 0,3 2 8 0,0 0-3 15,-14 14 8-15,8 0-7 0,-1 1-9 16,3 9 3-16,1 1-4 0,-1 3 11 0,1 5 4 16,0 0-11-16,3-2-2 0,0-1 7 0,0 5-7 15,3-1 5-15,0-2 2 0,1-1-5 16,3-5-2-16,0-1 5 0,0-1-3 0,2-1 3 15,1-2 2-15,2-1-5 0,1-3-7 0,1 0 20 16,-1-3-10-16,1-2-3 0,3-2-13 16,-3-5 14-16,2 1-9 0,-1-3 11 0,-2-2 2 0,0-1 1 15,2-3-1-15,1-4-7 0,-2 0 2 16,3-5 0-16,-3-2 8 0,-1-1-8 0,1-2-4 16,-3-1-4-16,-5 3 6 0,2-1-1 0,-2 3-9 15,-2-1 4-15,-1 3 4 0,0-1-1 0,1 3-5 16,-1-1 7-16,0 3-12 0,-3 1 0 0,3 0 13 15,-1 0-13-15,1 1-3 0,-3 4 3 16,0 1-5-16,0 0 5 0,0 0 7 0,10 7 8 16,-4 0-15-16,-2 2 0 0,6-1-3 0,-3 5 6 15,3-1 4-15,1 2-17 0,2 4 13 16,-3-2-1-16,4 1-7 0,-4 1 7 0,0 3 13 16,1 0-4-16,-4-1 1 0,-4 0 1 0,1 0-6 15,-4-1-2-15,-4 0 11 0,1 3 14 16,-7-3-2-16,-1 0 18 0,4-4-18 0,-6-1 13 15,-1-1-20-15,1-5-29 0,-1 2 87 0,0-3-31 16,-4-4-9-16,2-3 4 0,2 0 3 0,0-3-3 16,-3-2-12-16,1-2 10 0,1 0-28 0,2-1 10 15,3-1 10-15,-1 2-10 0,1-2-3 0,1 1 3 16,4 0-8-16,-1-1-20 0,2 1 5 16,-2 1-41-16,6-1 0 0,-4 1-90 0,4 2-66 15,-3 0-210-15,3 1-479 0,3 0 128 0,-6-1 36 16,3 5 105-16,-3-10 46 0</inkml:trace>
  <inkml:trace contextRef="#ctx0" brushRef="#br0" timeOffset="14199.28">4333 4125 765 0,'-11'17'269'0,"2"1"-34"0,5 0-12 0,-2-1-36 15,5-1-16-15,-2 4-20 0,3 0-10 0,0 0-16 16,0 1-15-16,3 4-5 0,1-1-10 15,2-2-16-15,1 1-2 0,0 0-13 0,3-6-18 16,0 3 6-16,1-5-14 0,3 2 0 0,2-3 1 16,-2-5-1-16,3-1 8 0,0-4-13 15,1 0 8-15,-2-3-18 0,-1-2 3 0,4-3 7 16,-4 0-2-16,-2-2 2 0,1-4-5 0,-4 1 1 16,0-4-9-16,-6 1 11 0,-1-5-21 15,-3 1 8-15,-4-1 0 0,-3-6-10 0,-2 3 9 16,-6-5 7-16,2 2 4 0,-7 1-21 0,6 5 19 15,-4 1-6-15,2 3 6 0,-1 1 2 16,3 5-7-16,-3 1 7 0,0 1-8 0,0 3 1 0,3 4 2 16,0-1-5-16,-2 4-18 0,2-2 7 15,1 4-1-15,1 2-6 0,3-3 2 0,2 3-2 16,0-1 5-16,0 0-10 0,4 1 3 16,2-2 7-16,1 1-10 0,0-4 2 0,0 2 0 15,3 0-4-15,1-4 9 0,-4-2 3 0,11 7 3 16,-5-7 5-16,-6 0-16 0,18-7 11 15,-8 2 2-15,0 1-7 0,1-5 10 0,2 0-6 16,0-4 4-16,2 2-9 0,1-3 1 0,-1-1 4 16,1 2-4-16,2-1-1 0,2 4-2 0,-4 1-7 15,5 1-3-15,-4 0 10 0,4 3-8 16,0 2-2-16,-2 3 12 0,2 3 8 0,3 4-25 16,1 0 2-16,-2 1 13 0,1 3 10 0,-3 2-10 15,3 4 6-15,-7-5-4 0,3 5-10 0,-3-2 3 16,-3 2-2-16,0-2 9 0,-1 0 6 15,-3-2-8-15,-3 2 0 0,1-2-3 0,-2-4 8 16,1 2 6-16,-4-2-4 0,1-1-12 16,2 0 16-16,-5-2 12 0,3-2-6 0,-4 1-17 15,0-5 8-15,0 0 5 0,0 0 7 0,0 0-20 16,0 0 8-16,-12-13 5 0,9 3 0 0,0-2-11 16,-3-4 11-16,5 0-8 0,-2-2 5 0,0-2-12 15,3 2 4-15,0 0 1 0,0 0 0 16,3 2 4-16,-3 1-12 0,3 4 3 0,1-1-6 15,-1 2 0-15,3 3 24 0,1 2-24 16,1 0-2-16,-2 3 4 0,4 3-6 0,1 0 1 0,-1 6 9 16,0 3 7-16,4-2-5 0,-3 2-3 15,6 5-4-15,-4 0 4 0,1 1-2 0,0 1-5 16,-1-1-3-16,1 1 11 0,-1 0-1 0,1-1-7 16,-1 0-8-16,2-4-31 0,-5 2-38 15,0-3-26-15,4 2-22 0,-4-4-65 0,0-3-161 16,1-1-381-16,2 0 30 0,-6-5 129 0,3-3 35 15</inkml:trace>
  <inkml:trace contextRef="#ctx0" brushRef="#br0" timeOffset="14898.04">5201 3841 995 0,'0'0'289'0,"0"0"-17"0,4 18-37 0,2-6-17 15,-3 3-21-15,5 8-5 0,-4-3-23 0,5 4-10 16,-2 1-31-16,4 0-6 0,-2 3-6 0,2 0-22 16,3-3-7-16,-4-6-12 0,0 3 4 0,4-4 0 15,-4 1-22-15,4-2-4 0,-4-1 9 16,3-2-14-16,-2-3-7 0,-1 0 3 0,0-1-6 16,1-1-2-16,-1-5-3 0,0 2-10 0,-3 0 13 15,0-2-13-15,0 1-7 0,-1-2-1 16,1 3-18-16,1-4 6 0,-2 5 10 0,1 0-6 15,-1 2-1-15,2-1-4 0,-1 0-10 0,-1 2 8 16,1 0 11-16,-1-2-1 0,2 2-7 16,-1-2 2-16,0 2-3 0,2-3 6 0,-1 1-3 15,-2-1-8-15,1 0 16 0,3-1-15 16,-2-4 7-16,2 1 8 0,0-3-6 0,1 0 16 0,2-1-5 16,1-2 3-16,-1-4-6 0,0 0 0 15,1-4-7-15,-3 0-3 0,2-2 3 0,-2-2-6 16,-1-3 4-16,0 0-1 0,-6 1 7 15,2-5-6-15,-3 5-1 0,1-2 2 0,-1 3 4 16,-3 1 12-16,3 5-26 0,-3 0 16 0,0 0-18 16,0 4 0-16,1 1-6 0,-1 5 9 0,0 0-3 15,0 0 2-15,7 16 1 0,-4 1 2 16,-2 1-69-16,2 7 10 0,4 10 0 0,3 18 20 16,3 1 9-16,1 4-1 0,4 12 5 0,5-5 1 15,-6-10-3-15,7 10-6 0,-6-12 16 0,1 2 24 16,2-3-24-16,-4-3 13 0,0-2-1 15,-7-4-17-15,2-7 16 0,-6-5-1 0,-3-5-5 16,0-1 6-16,-6-5 1 0,0-4 19 16,-4 0-3-16,-4-4-4 0,1-8 1 0,-3 1-2 15,-7-10 0-15,2 1 3 0,-10-10-3 0,2-4-7 16,-9-10 9-16,1-1 19 0,3 2-6 0,11-1 1 16,-1 6 2-16,4-3 10 0,4 1-5 15,0-2-2-15,4 2 0 0,3 0 2 0,3 1-3 16,3-4-4-16,0 2-6 0,3 0-2 0,1 2 0 15,6 0-6-15,0-3 4 0,4 1-4 0,0 4-1 16,5-1 4-16,2 3-56 0,0-2-21 16,3 4-43-16,-1 0-31 0,2 1-71 0,2 3-397 15,1-1-136-15,2 3 41 0,1-3 72 0,-3 4 58 16</inkml:trace>
  <inkml:trace contextRef="#ctx0" brushRef="#br0" timeOffset="15365.53">6817 3696 691 0,'-3'21'271'0,"4"-10"-15"16,2 7-33-16,0 4-3 0,4 3-36 16,-3 7-28-16,2 2-7 0,1-1 4 0,4 13-25 15,-1-9-13-15,-4-3 16 0,4-1-54 0,-2 0-3 16,-1-5-13-16,-1-2-9 0,-2-1-1 0,2 0 8 16,-1-1-13-16,1-6-5 0,-3-1-8 15,1-1 5-15,-1 0-7 0,0-2 18 0,1-6-8 16,-4 0 0-16,0-4-18 0,0-4 15 0,0 0-23 15,0 0-4-15,0 0 9 0,0 0-20 0,3-26 33 16,-3 15-12-16,4-2 15 0,-3 1-26 16,2 1-2-16,0-2-6 0,3 4-2 0,-2-4 5 15,2 5-12-15,-2-1-6 0,3 5 3 0,3-1-1 16,-3 2 19-16,4 3 0 0,-1 3-3 16,0 2-3-16,4 1 6 0,-1 4 5 0,1 0-5 15,-1 5 2-15,-2-3 0 0,3 3-2 0,-1 1-3 16,1 1 2-16,-1-1 1 0,-3 2 5 15,1-2-18-15,-1-1-62 0,-3-3-48 0,4 3-79 16,-8 1-242-16,7-7-301 0,-3 2 59 16,3-4 74-16,-3-1 48 0</inkml:trace>
  <inkml:trace contextRef="#ctx0" brushRef="#br0" timeOffset="15665.38">7392 4336 1034 0,'7'-10'250'0,"0"1"-29"15,0 1-27-15,0-1 19 0,-4-3-27 0,1 3-6 16,2-2-24-16,-2 2-8 0,0-4-10 16,2 1-4-16,-3-2-35 0,1 0 6 0,-4 1 0 15,0 4-20-15,3-4 7 0,-3 8 0 0,0-2-7 16,0-1-1-16,0 3-10 0,0 5-12 0,-3-5-9 16,3 5-4-16,0 0 5 0,0 0-6 15,-17 12-12-15,13-4 0 0,-2 2-5 0,2 0-11 16,1 5 19-16,-1-2-11 0,4 3-8 0,-3-3-4 15,3 2-4-15,3-1 9 0,1 3-6 16,-1-5-4-16,3 3-4 0,2-1 11 0,2-3-5 16,3 3-3-16,-1-4-10 0,4-3-18 0,1 1 26 15,0-5-80-15,4 0-17 0,3 0-32 16,-1-6-35-16,-2 0-33 0,6-4-72 0,-6 2-205 16,-1-7-264-16,1 0 44 0,-4-2 62 0,-3-4 61 15</inkml:trace>
  <inkml:trace contextRef="#ctx0" brushRef="#br0" timeOffset="15898.5">7829 4128 726 0,'-2'-7'313'0,"2"3"-32"0,0 4-25 16,0-6-20-16,0 6 9 0,0 0-45 0,0 0-8 16,0 0-5-16,0 0-5 0,0 0-36 15,-4 23-6-15,4-15-1 0,0 3 1 0,0 4-88 16,3 3 1-16,-2 0-4 0,2 3-3 0,3 4-8 16,-1-4 14-16,1 4-6 0,4 4 7 0,-3 0-1 15,4 1-16-15,-1-3 7 0,-1 3 1 16,2-4 9-16,-1-1-17 0,0-6-3 0,-2 4-17 15,2-4 2-15,-4-4 0 0,1 1 10 0,-3-7-18 16,3 1 26-16,-4-2-5 0,1-1-16 16,-1-3-53-16,0-4-65 0,-3 0-30 0,0 0-77 15,4-11-243-15,-4 4-292 0,-1 0 21 0,1-4 79 16,-3 1 59-16,0 1 56 0</inkml:trace>
  <inkml:trace contextRef="#ctx0" brushRef="#br0" timeOffset="16232.1">7758 3661 657 0,'-3'-5'238'0,"3"5"-33"0,-3-6-31 0,3 6-18 16,-4-4-5-16,4 4-25 0,0 0-26 16,0 0-16-16,0 0-28 0,7 24 16 0,-4-10 2 15,1-2-7-15,2 5-13 0,-2 8-3 0,3 0-13 16,0 4 13-16,2 4-12 0,6 10-8 15,-5 2 2-15,3 1 10 0,4-2-48 0,-3-2-46 16,3-8-136-16,0 8-517 0,3-1 92 0,1-3 65 16</inkml:trace>
  <inkml:trace contextRef="#ctx0" brushRef="#br0" timeOffset="16548.78">8240 4085 1177 0,'0'0'343'16,"10"11"-49"-16,-10 3-10 0,4 2-30 0,2 4-103 15,1 5-23-15,-2 7 0 0,4 0 2 0,4 12-17 16,2 3 2-16,-2 2-20 0,4 1 0 16,-3 0-16-16,3-3-5 0,-3 2-12 0,6 0-11 15,-7-2 3-15,2-4-31 0,-2-10-11 0,-2-1-32 16,-1-4-29-16,0-5-63 0,-4-2-85 0,-1-5-113 16,1-1-440-16,-5-5 66 0,-1-3 37 0,-1-2 68 15</inkml:trace>
  <inkml:trace contextRef="#ctx0" brushRef="#br0" timeOffset="17132.36">8291 4186 1069 0,'3'-19'328'0,"5"3"-18"0,-1 3-24 16,-1 3-45-16,4 2-21 0,1 1-20 0,2 3-16 16,2 1-12-16,1 3-26 0,5 3-8 15,-4-1-92-15,7 4 13 0,-3 3-11 0,-2 2-2 16,-1 3 6-16,-1 2-14 0,-3 1 6 0,-1 2 50 15,-5-1 4-15,-2 3-22 0,-6-2 9 16,0-1-6-16,-7 6-20 0,-3-2 5 0,0-1-15 16,0 0 10-16,-4-2-16 0,0-1-5 15,0-2-7-15,1-1 15 0,3-4 5 0,-4-3-2 16,4-1-8-16,3 0-3 0,-1-3-15 0,-1-1 0 16,5-2 3-16,4-1 7 0,0 0-7 0,0 0 0 15,-3-9-9-15,3 9 7 0,13-14-7 16,-2 6-6-16,3-3-4 0,6-3 11 0,0-2 3 15,4-2-8-15,0 3 10 0,1-3-16 0,-2-1-2 16,1-2 3-16,0 1 0 0,0-2-1 0,-4 4 1 16,-2-4-5-16,2 2-3 0,-6 4 2 0,0-1 6 15,-4 6 10-15,-4-2-3 0,1 4-17 16,-3 0 2-16,3 1-6 0,-7 5 9 0,3-4 0 16,-6 6-16-16,3 1 0 0,-8-4 10 0,8 4-4 15,0 0 4-15,-10 4-10 0,10-4 3 16,-6 9 0-16,2-1-3 0,4 0 8 0,0 3 0 15,4-1-10-15,-1 2 2 0,4 4 10 0,3 2 1 16,0-2 7-16,4 4-5 0,0-4 2 16,-1 4-9-16,5 2 4 0,-5-4 1 0,1 2-4 15,-1-2-6-15,-3-2 4 0,-2 0 8 0,-1-4 2 16,2 3 1-16,-5-2 10 0,-1-2 5 0,-3 0-13 16,0-1 26-16,-3-1-24 0,-1-2 16 0,-2 0 5 15,-4-1-2-15,-1-2 0 0,1 0-6 16,-3-4-7-16,-1 0 10 0,0-4-10 0,0 0-13 15,-2-2-26-15,1 1-10 0,2-1-20 0,-1-3-72 16,4 2-26-16,0-2-137 0,2 1-211 16,5 0-381-16,3 2 128 0,0-4 51 0,4 3 64 15,3-1 64-15</inkml:trace>
  <inkml:trace contextRef="#ctx0" brushRef="#br0" timeOffset="17364.39">9436 4021 1031 0,'4'7'312'0,"-3"3"-30"0,2 3-26 16,0 2-13-16,0 3-20 0,1-2-21 0,-1 2-13 15,0 6-15-15,0-5-15 0,1 4-21 0,3 2-7 16,-3-3-29-16,-1 1-53 0,4 1-52 15,-4-2-76-15,4-2-57 0,-3-2-306 0,2-3-324 16,1 0 98-16,-4-5 38 0,4-2 75 0</inkml:trace>
  <inkml:trace contextRef="#ctx0" brushRef="#br0" timeOffset="17698.5">9710 4275 844 0,'3'16'259'0,"0"-3"-14"0,-1 0-24 16,1-1-6-16,-3 1-13 0,0-4-20 0,3 0-31 15,-3-1-11-15,0 2-7 0,0-3-10 0,-3 0 3 16,3-3-11-16,0-4 10 0,0 7-7 16,0-7-16-16,0 0-17 0,0 0-11 0,0 0-5 15,0-25-7-15,0 10-1 0,0-5-7 0,3-5-8 16,0-1 8-16,4-5-6 0,-1 4-2 15,2 3-7-15,2 0-8 0,0 5 4 0,-3 2-17 16,3 2-5-16,0 1 15 0,0 6-20 0,1 4 25 16,-1 1-10-16,3 6-7 0,2 1 7 0,-2 3-11 15,8 7 24-15,-4 2-10 0,3 2 5 0,-2 6-13 16,-2 1-6-16,2 0 14 0,-2 1-3 16,-2-1-13-16,-3 0-28 0,-1-1-87 0,-3 1-71 15,-1-4-188-15,1-3-483 0,-7-3 105 0,0-2 53 16,-3-6 54-16,-3-5 93 0</inkml:trace>
  <inkml:trace contextRef="#ctx0" brushRef="#br0" timeOffset="17848.34">9484 3788 916 0,'-6'-2'361'0,"2"0"-34"0,4 2-58 16,-7-5-54-16,7 5-51 0,0 0-118 15,-7 9-176-15,4-4-572 0,-3 3 90 0,2 0 57 16</inkml:trace>
  <inkml:trace contextRef="#ctx0" brushRef="#br0" timeOffset="18348.56">11162 4046 719 0,'0'0'289'16,"0"0"-36"-16,0 0-20 0,5 24-18 0,-2-10-18 15,0 3-33-15,1 2-10 0,2 3-16 0,-2 3-10 16,2 0-18-16,-1 1-5 0,1 2-36 15,-2 2-28-15,2 0-77 0,-2-2-97 0,2-3-287 16,-2 0-253-16,-1-6 49 0,1-4 45 0</inkml:trace>
  <inkml:trace contextRef="#ctx0" brushRef="#br0" timeOffset="18964.3">11795 4095 1164 0,'-9'-2'338'0,"9"2"-28"16,-15 2-31-16,5 3-26 0,0-1-30 0,-4 5-16 15,1 3-38-15,-5 0-2 0,5 4-11 0,-1-1-21 16,1 2-7-16,2 1-10 0,1 0-92 0,3-3-11 15,0 2 3-15,4-3-5 0,-1 0 5 16,4-2-8-16,4 1 10 0,-1-1-12 0,1-2 5 16,2 0-8-16,1-3-8 0,4-1 6 0,-1-3-8 15,3 2-5-15,-2-5-6 0,2-3-12 16,1-2 0-16,-3-1-3 0,2-3-20 0,-2-6-5 16,-5 3-6-16,1-11 1 0,-1 0-6 0,-6-4 16 15,0 0 2-15,-3-11 16 0,-4-12 5 16,-5 4 8-16,1-3 14 0,0 2 19 0,1 10 21 15,0 6 9-15,3 4 18 0,0 2 1 0,-3 4-3 16,6 4 0-16,-2 2-21 0,2 4 0 0,1 1-4 16,0 4-1-16,0 4-7 0,3 2-6 0,0 0 8 15,0 0-5-15,6 23-2 0,-3-10-1 16,1 5 1-16,5 4 4 0,-1 3 9 0,-1 6-11 16,3-2 0-16,1 3-18 0,2-1 0 15,-3 2 8-15,4-4-16 0,2 11-20 0,-1-6-41 16,-5-4-92-16,4-5-51 0,-1 1-142 0,0-1-431 15,1-7 94-15,-4-1 41 0,2-4 61 0</inkml:trace>
  <inkml:trace contextRef="#ctx0" brushRef="#br0" timeOffset="19581.09">12085 4203 806 0,'5'-19'340'0,"-2"-2"-35"0,0 4-18 15,-3 0-32-15,0 5-9 0,0-2-8 0,0 2-28 16,0-1-2-16,0 2-101 0,-3 3 8 0,3-1-7 16,-3 1-6-16,3 2-15 0,-5 4-13 0,5 2 11 15,-9-3-16-15,9 3-10 0,-13 7-13 0,5 1-3 16,1 5 1-16,0-2-3 0,-2 4-3 16,1 1-7-16,2 0 5 0,2 2-8 0,-2 0 3 15,5 0-11-15,1-1-2 0,1 1-3 0,2 1-2 16,3-2 0-16,-2 0-3 0,6-5 6 15,-3 2-9-15,7 1 9 0,3-5-14 0,-1-3-7 16,2 1-8-16,3-5-28 0,-1 3-20 0,4-6-16 16,-3-3-20-16,3 0-13 0,-4-4-13 15,0-3-28-15,-3 0-5 0,1-6 0 0,-5-1 23 16,1-1 25-16,-4-1 26 0,1 1 44 0,-5 1 56 16,-2 5 12-16,2-1 1 0,-2 2-26 0,2 4 3 15,-5 0 2-15,3 4 11 0,2 2-4 0,-6 1 12 16,0 0-4-16,10 11-2 0,-7-4 0 15,1 3-2-15,3 1 7 0,-3 1-8 16,2 4-4-16,-2-5-6 0,-1 3 3 0,4-2 10 16,-4 2-8-16,1-4 1 0,0-1-4 0,-1 3 14 15,0-7-6-15,0 5 3 0,-2-5 18 0,2 1 13 16,-3-6-3-16,0 4 11 0,0-4-11 16,0 0-18-16,0 0-2 0,-4-18-3 0,4 7 8 15,-3-5-8-15,0-4-7 0,3-1-3 0,0-3 7 16,0-1-7-16,3 1 0 0,0 4-5 0,-2-1 5 15,2 6-5-15,0 0-8 0,0-1-21 0,1 7 11 16,3-1 13-16,-3 5-16 0,2 4 13 16,1 1-5-16,-7 0 0 0,17 6-5 0,-10 4 5 15,3 0 16-15,1 2-4 0,-1 1-9 16,0 3 2-16,4 1 0 0,-7-5 3 0,6 4-13 16,-2 0 17-16,-1-2-6 0,-1 0-6 0,2-2-29 15,-1 1-19-15,0-2-52 0,1-2-31 0,-1-1-30 16,0 0-225-16,4-5-392 0,-4-2 99 15,1-2 24-15,-1-2 76 0</inkml:trace>
  <inkml:trace contextRef="#ctx0" brushRef="#br0" timeOffset="19765.21">12814 3750 819 0,'0'0'332'16,"0"17"-24"-16,3-5-17 0,-3 5-30 0,3 4 3 15,-2 4-36-15,2 3-23 0,4 5-26 0,-3 0-10 16,2 2-16-16,1 0-9 0,4 12-75 16,-4-8-21-16,2-6-25 0,1 10-28 0,1-7-61 15,-4-4-93-15,0-1-112 0,-1-2-492 0,2-5 77 16,-2-2 36-16,-5-5 82 0</inkml:trace>
  <inkml:trace contextRef="#ctx0" brushRef="#br0" timeOffset="20032.18">12728 4163 1123 0,'0'-4'325'0,"0"-5"-20"15,3 1-26-15,-2 0-10 0,6-5-34 0,0 2-30 16,3 1-23-16,4-4-21 0,2 3-5 16,5-1-18-16,0 2-25 0,-1 0-11 0,4 2-7 15,1 1-11-15,2 4-14 0,0-1-12 0,-3 4-9 16,6 4 7-16,-2-1-10 0,2 5 3 15,1 2-10-15,-3 3-1 0,-1-1-7 0,0 8 10 16,-2-2-11-16,-6-1-14 0,-1-1 12 0,-4 2-5 16,0 0 8-16,-1 0-19 0,-2 3 14 15,-4-4-29-15,2-1-4 0,-5 1-47 0,2-5-61 16,2 2-123-16,-5-3-581 0,0 1 28 0,1-7 107 16,-4 0 52-16,0-5 48 0</inkml:trace>
  <inkml:trace contextRef="#ctx0" brushRef="#br0" timeOffset="20197.68">13153 3820 829 0,'0'0'320'0,"0"0"-46"0,0 0-31 15,0 0-82-15,0 0-53 0,6 15-75 0,-2-5-292 16,9-1-360-16,1 3 51 0</inkml:trace>
  <inkml:trace contextRef="#ctx0" brushRef="#br0" timeOffset="20481.18">13713 3604 788 0,'0'0'281'0,"0"0"-7"0,-13 7-33 16,9-1-18-16,-2 4-21 0,1 2-18 15,-1 5-5-15,2 2-5 0,1 2-23 0,3 4 6 16,0 4-19-16,0-2-13 0,3 7-7 0,-2 0-13 16,5 0-10-16,2 3-11 0,-2-3 11 0,4 11-16 15,0-6-7-15,-2-6 2 0,2 0-15 16,0-2-18-16,0-1-13 0,0 1-48 0,0-5-11 15,1 2-87-15,-4-6-76 0,-1-4-144 0,-2 0-469 16,-1-2 103-16,-3-5 52 0,0-4 73 16</inkml:trace>
  <inkml:trace contextRef="#ctx0" brushRef="#br0" timeOffset="20698.27">13586 4203 1123 0,'-10'-3'353'16,"7"-1"-20"-16,3 4-44 0,-3-4 11 0,3 4-24 16,0-8-38-16,0 8-20 0,3-9-13 0,4 1-29 15,-1 1-19-15,6 0-14 0,1-1-18 16,3-1-10-16,5-2-22 0,0 3-14 0,3-5-46 16,-4 4-33-16,4-1-15 0,0 1-121 0,-4 0-61 15,4 1-148-15,0 2-477 0,-3-1 87 0,2-1 52 16,-8 4 79-16,1-4 74 0</inkml:trace>
  <inkml:trace contextRef="#ctx0" brushRef="#br0" timeOffset="21164.24">14065 3942 1018 0,'0'0'338'0,"0"0"-10"16,0 0-49-16,1 14-23 0,-2-7-11 15,1 1-12-15,0 5-25 0,0-2-14 0,0 3-22 16,0-2-8-16,1 2 5 0,2 1-21 0,0-2-20 15,1 2-21-15,2-2-7 0,1-1-2 16,0 1-6-16,0-1-21 0,3-3 14 0,-3-1-21 16,7 0 5-16,-4-2 0 0,1-4-28 0,2 0 10 15,0-2-5-15,1-3-10 0,-1-1-8 0,-1-2-20 16,1-6-3-16,1-1-20 0,-4-3-21 0,0-5 5 16,0 0-5-16,-3-3 6 0,0 6 14 15,-1 2 6-15,-2-1 15 0,-1 3 13 0,1 3-18 16,-4-2 3-16,4 5-11 0,-4 4 0 0,3 0 11 15,-3 4-3-15,0 0 13 0,0 0-8 16,0 0 8-16,0 28 12 0,3-10-2 0,0 1 8 16,1 6-16-16,-1 7 11 0,4 0-6 15,0 4-15-15,0-1 16 0,0 13-6 0,-1-6 13 16,2 8 6-16,-1 0-16 0,-1 0 0 0,-2-8-13 16,2-3 15-16,-3-3-15 0,-3-3 0 15,0-2 3-15,-3-5 0 0,0 0 7 0,-4-3-10 16,0-6 5-16,-3-1-7 0,0-5 2 0,-4-4 0 15,-3 0 8-15,0-6-10 0,0 1 2 0,-4-4-5 16,4 0 0-16,-3-3 13 0,-1-3-19 16,4 1 6-16,-3-3 0 0,6 2-2 0,0-2-6 15,1-2-28-15,-2-2-48 0,6 0-57 0,2-3-117 16,3 3-600-16,1-4 8 0,3 0 77 0,3-5 97 16,1 1 54-16,-1-6 54 0</inkml:trace>
  <inkml:trace contextRef="#ctx0" brushRef="#br0" timeOffset="21348.55">14509 3925 936 0,'0'0'348'0,"10"10"-2"16,-5-3-59-16,-2 1-26 0,1 3-28 0,2 4-18 15,0 1-34-15,1 3-1 0,1 1-24 16,-2 2-15-16,-2 3-21 0,2-2-38 0,-2 1-36 15,3-3-92-15,-4 3-169 0,-2-1-581 0,5-3 89 16,-6-4 55-16,3-3 50 0</inkml:trace>
  <inkml:trace contextRef="#ctx0" brushRef="#br0" timeOffset="21514.06">14598 3784 793 0,'0'-6'210'0,"0"6"-77"16,0 0-28-16,0 0-69 0,10-1-93 15,-10 1-140-15,0 0-363 0</inkml:trace>
  <inkml:trace contextRef="#ctx0" brushRef="#br0" timeOffset="22247.82">14796 3959 609 0,'8'16'235'0,"-5"-3"-20"0,1 2 67 0,-1-1-16 15,-3-2-7-15,3 2-29 0,-3-1-30 16,3 1 4-16,-3 1-7 0,0-4-17 0,0 3-22 16,1-3-2-16,-1-1-15 0,3 1-23 0,-3-3-54 15,-3 1-8-15,3-1 31 0,0-4 8 0,0-4-23 16,0 5 15-16,0-5-13 0,0 0-13 0,0 0 1 16,-4-23-11-16,4 8-5 15,0 2-5-15,0-2-10 0,0-2 7 0,3 2 3 0,-3 4-5 16,4-3-16-16,-1 3-9 0,2 0 4 0,1 1 0 15,-3 2-7-15,4 4-8 0,0-2 5 16,3 4 5-16,-3 2-12 0,3 0-3 0,1 3 2 16,-1 2 16-16,3-1-13 0,-2 1 13 0,5 2-13 15,-1-1 13-15,1 1-1 0,-1 0-9 16,1-2 5-16,2 1-11 0,-2-2 3 0,2-1 10 16,-5 1-2-16,4-3 2 0,-3-1 0 0,3 0-7 15,-3-1-3-15,3-3 8 0,-1 0-8 16,-1-2 10-16,-2-1-2 0,1-3-3 0,-4 0-5 15,-3-3 5-15,1 0 0 0,1-2-5 0,-6 0-10 16,-2-1 5-16,2 4-8 0,-3-2 8 0,0 3 2 16,0 3-12-16,-3-1 7 0,2 2 3 0,-5 5-21 15,3-1 3-15,3 3 11 0,-14 4 17 16,10 0-18-16,-2 6 3 0,2 2 2 0,1 8 0 16,3 1 24-16,0 8-6 0,3 4 8 15,4 17-3-15,3 4 0 0,1-1 3 0,2 4-2 16,1 3-3-16,3 15-3 0,0 0 3 0,-4-3 12 15,-3-14-9-15,1-4 4 0,-4-2-15 16,0-5 0-16,-1-8 0 0,-2-5 8 0,-4-7-10 16,0-5-6-16,0-2 8 0,-4-4-5 0,-2-1 23 15,2-5-15-15,-2 0-16 0,-4-3 1 0,2 0 7 16,-5-1 2-16,3-5 6 0,-4 2-13 16,1-2 28-16,1 0 20 0,-1 2-50 0,3-3 48 15,-1-3 84-15,-2 2-120 0,2-2 21 0,1-4 2 16,1 5 10-16,2-4-7 0,2-2 77 0,2-1-78 15,0-2 21-15,3-3-30 0,3 3 10 16,0-5-1-16,5-1-4 0,2-3 2 0,3 1-7 16,2-2-9-16,1-1 9 0,5 0 17 0,0 2 16 15,-1 2-39-15,0-4-79 0,1 3 5 0,3 1 6 16,-4-1 4-16,1 6 6 0,-7-1 27 16,6 3 1-16,-6-2 7 0,3 1-10 0,0 3 8 15,-7 1 7-15,1 0-4 0,2 0 4 0,-6 2 1 16,0 2-1-16,-1-1 3 0,2 0-13 0,-5 2-12 15,1 0-6-15,-4 3-36 0,6-3-20 16,-6 3-41-16,0 0-61 0,0 0-236 0,-24 4-440 16,14-2 48-16,0 4 106 0,-4-4 50 0,1 3 50 15,-1-1 81-15</inkml:trace>
  <inkml:trace contextRef="#ctx0" brushRef="#br0" timeOffset="25664.43">16396 3759 829 0,'0'0'274'16,"0"0"-29"-16,0 0-17 0,0 0-23 0,0 19-5 15,0-5-16-15,5 3-10 0,-2 5-15 16,0 3-8-16,0 3-21 0,4 4 1 0,-4 2-19 16,1 0-9-16,3-1-21 0,-3 1-64 0,2 1-13 15,-2-3-3-15,-1 3-17 0,3-2-54 0,-2-2-92 16,0-5-100-16,-1-1-472 0,1-1 65 16,-1-7 54-16,0-5 69 0</inkml:trace>
  <inkml:trace contextRef="#ctx0" brushRef="#br0" timeOffset="26301.29">16270 4129 982 0,'0'0'320'16,"-3"-4"-23"-16,3 4-38 0,0 0-29 0,6-8-7 16,2 4-29-16,-1 1-17 0,6-1-5 0,1-1-19 15,10-3-25-15,-4 1-8 0,7-1-2 16,4-3-21-16,-3 0-17 0,2 1-9 0,1-2-14 15,-3-1-21-15,2 1-8 0,-6-4-13 16,0 2-5-16,-4 2-5 0,-5-4-12 0,-2 1 4 16,-3 0-22-16,-4 0 12 0,-1 1 3 0,-2-2-1 15,0 3 27-15,-2 0 14 0,-1 1 4 0,0 2-14 16,0 3-4-16,0-1-9 0,0 5 3 16,0 3-2-16,0 0 2 0,0 0 8 0,0 0-5 15,-1 24 0-15,1-12-3 0,0 5-7 0,0 4 10 16,4 1-6-16,-1 1 14 0,0 2-3 0,1 0-8 15,3 2 5-15,-3-5-7 0,2 3-8 16,1-3 5-16,-4-5-18 0,1 0 26 0,3-5-16 16,-4 2 6-16,1-4 23 0,-1-2 20 0,3 0 0 15,-2-2-3-15,-1-5-15 0,-3-1 6 16,14-2-4-16,-10-5-7 0,6-1 18 0,-1-1-18 16,2-4 6-16,-1 2 4 0,0 2-20 15,4 0-3-15,-4 0 3 0,1 2 10 0,2-1-18 16,-3 3 3-16,1 1-8 0,3 3-3 0,-3-2 8 15,5 1 8-15,-3 2-8 0,2-1 8 16,1 1-8-16,1 0 3 0,-2-1-6 0,1 1 8 0,5-5-4 16,-4 4-12-16,3-6 24 0,-3 3-7 15,1-2-11-15,2-1 5 0,0-1 7 0,-2-2-1 16,-2 2-4-16,-1-3 6 0,-5 3-18 0,4-6 23 16,-4 3-13-16,-4-2 5 0,1 1-5 15,-3 3-46-15,0-3-12 0,-1 2 4 0,0 2 3 16,-3 1 3-16,0 3 4 0,0 4 6 0,-3-6-6 15,3 6 9-15,0 0 2 0,-21 10 10 0,14-2-5 16,-2 5 10-16,1 3-8 0,1 0 6 16,1 2-3-16,2-1 0 0,1 3 3 0,0 1-3 15,6 0 13-15,0 0-8 0,4-1-5 0,3 2-2 16,7-2-16-16,4 1 61 0,2-2-61 16,8-2-86-16,0-3-132 0,7-5-550 0,3-4 26 15,0-2 120-15,1-6 44 0,12-3 54 0</inkml:trace>
  <inkml:trace contextRef="#ctx0" brushRef="#br0" timeOffset="26763.86">18205 4143 936 0,'3'33'241'0,"1"0"-11"16,3-6-38-16,-3 5 5 0,2 1-10 15,1 1-25-15,2 1-14 0,2 12-17 0,3-4-14 16,-3-8-4-16,-2-8-39 0,-2-4-20 0,0-5 5 16,0-3 0-16,-3-5 5 0,2-2-18 15,-2-7-21-15,-4-1 6 0,0 0 0 0,3-19-1 16,-6 2-9-16,-1-6 17 0,-2-6-7 0,-2-5 2 16,-5-16-5-16,0-7 6 0,-1 0 2 15,4 5 22-15,-1-3 1 0,4 5-31 0,0 5 16 0,1 6 33 16,3 7-3-16,2 7-15 0,1 4 7 15,1 0-9-15,2 1-11 0,0 3-5 16,3 0-3-16,-2 4 6 0,7 1-14 0,-1 4-1 0,0 2-17 16,4 3 6-16,-1-1 13 0,2 8-13 15,1-1 0-15,2 5-3 0,-5 2 1 0,4 3 1 16,-3 3-1-16,0 1-11 0,-4 0-5 0,-4 0 10 16,-3 0 11-16,-3 3-3 0,-3 1-6 15,-4-2 4-15,-2 3 4 0,-5-4-15 0,3 2 8 16,-3-4-15-16,-2 1 7 0,-2-3 56 0,2 1-5 15,1-6-7-15,2-1-16 0,-1 0-10 16,1-4-35-16,3 1-70 0,2-5-67 0,2 0-66 0,6 0-20 16,-7-6-113-16,7-1-182 0,3 3-238 15,1-4 102-15,6-1 24 0,1-3 63 0</inkml:trace>
  <inkml:trace contextRef="#ctx0" brushRef="#br0" timeOffset="27486.26">18715 3875 847 0,'6'-4'371'0,"-6"1"-33"0,0 3-34 16,0 0-27-16,0 0-14 0,0 0-55 0,0 0-9 16,-17 16-14-16,7-5-6 0,-3 4-28 0,-5 0-8 15,1 3-12-15,0 2-8 0,3-2-21 0,1 1-71 16,-1-1-11-16,3 0 19 0,2-1 14 16,2-2-24-16,3 1-1 0,-3-4-5 0,4 1 5 15,3-4-2-15,0-1 2 0,3 0-10 0,5-1-3 16,2-5-2-16,-1 1-8 0,6-3-10 15,-2 0 10-15,1-3 3 0,3-2-11 0,-3 1-2 16,2-5-5-16,-2 1 15 0,-3 0-15 0,-1 0 4 16,1 0 19-16,-2 3-3 0,-2 1-17 15,0-1-3-15,-4 2 2 0,5 2 16 0,-8 1-24 16,0 0 9-16,10 6-9 0,-7-2 8 0,0 3 16 16,0-3-10-16,0 3 2 0,-2 0-6 15,3 1 14-15,-1-1-3 0,1-1-2 0,2 0-6 16,-2 0 6-16,2 1 10 0,-2-4-6 0,6-2-4 15,0 1 5-15,0-2-6 0,1-2-4 0,2 1 9 16,2-6-22-16,1 2-6 0,-2-5-7 0,3-3-5 16,0 1 0-16,-3-2 5 0,3-3-6 15,-4-5-4-15,1 0-16 0,-4-6 5 0,0 1-2 16,-2-4 5-16,-5-1 5 0,4-3 8 0,-4-2 2 16,-3-1 1-16,4 3 24 0,-4 6 9 15,0 3 17-15,3 5 1 0,-3 0 12 0,0 6-23 16,0 1 8-16,0 3-2 0,0 5 4 0,0 2-10 15,0 4 3-15,0 0 5 0,0 0 8 0,3 30-6 16,-3-14-2-16,3 3-8 0,-2 5 1 16,-1 1 1-16,4 3-1 0,2 2 12 0,1 2-10 15,-3-1 7-15,5 1-20 0,-1-3 0 0,2-3 0 16,-3-2-10-16,3-3-26 0,0 0-2 0,3-4-26 16,-2-5 2-16,3 0-33 0,0-6-25 15,-1-2-69-15,4-4-37 0,-6-4-17 0,5-2-61 16,-2-6 2-16,-1-5 148 0,-2-4-28 0,-1-4 39 15,-3-7 87-15,0-2 15 0,-3-4 66 16,-4-16 19-16,3 4 30 0,-3 4 31 0,0 11 43 16,0 3 3-16,0 4 11 0,0 2 9 0,0 4 3 15,0 3-25-15,0 5-29 0,-3 3-10 0,6 3-8 16,-3 3 16-16,0 5-13 0,0 0-10 16,0 0-70-16,4 33-7 0,-1-12 11 0,0 4-9 15,1 3 11-15,-1 7-3 0,3 2 3 0,-1-3-8 16,4 16 2-16,-5-5-4 0,3-3-3 0,-1-7-6 15,2 1-12-15,-2-2-46 0,1-1-53 16,-4-1-70-16,1-6-300 0,3-5-309 0,-4-5 102 16,-2-3 44-16,-2-5 46 0</inkml:trace>
  <inkml:trace contextRef="#ctx0" brushRef="#br0" timeOffset="28230.46">18984 3856 995 0,'0'0'336'0,"0"0"-37"0,-7-3-25 16,7 3-18-16,0 0-33 0,0 0-26 15,0 0-18-15,0 0 0 0,0 0-18 0,0 0-12 16,34 1-83-16,-16-1 1 0,3 0-26 0,2-1 2 16,5 1-4-16,6-3-6 0,7-1 11 0,0 1-16 15,14-4 10-15,3 0-17 0,-4-1-4 16,1 0 4-16,-7-1-13 0,3 0 2 0,1-1-15 15,-8 0 10-15,-9 2-10 0,-1 0 2 0,-1-5 8 16,-8 5-2-16,-2 1 5 0,-2-3-8 16,-1 2 2-16,-6-1-7 0,-3 1 25 0,-1 1 3 15,-1 2-7-15,-5-2-1 0,-4 1-12 0,3 2 10 16,-3 4-11-16,0 0 16 0,-13-4 5 16,13 4-20-16,-17 5 4 0,6 2 4 0,-5 2-17 15,2-1 14-15,0 6 13 0,-3 1 4 0,4 2-9 16,-1 4 7-16,4-3-18 0,0 1 10 15,2 3-5-15,2 2-5 0,5-5 21 0,1 1 2 16,1 2-15-16,2-4 0 0,3 3-11 0,5-2-2 16,2-1 0-16,2-1-5 0,1-3 10 0,5-3-30 15,3 2-11-15,0-9-8 0,3 1 3 16,0-2 16-16,-2-3-6 0,-1 0-15 0,3-4 5 16,-4-3 3-16,1-2-1 0,-3-1-22 0,-4-5-13 15,0-2-1-15,-3-6 37 0,0 3-31 0,-7-4 5 16,-1 0 28-16,2-1 5 0,-5 3 29 0,0 4 35 15,-3 0 11-15,4 1-1 0,-4 3-5 16,3 3-17-16,-3 2 5 0,3 0-16 0,-3 2 3 16,0 7 7-16,0 0-5 0,0 0-12 0,0 0 10 15,3 16 10-15,-3-5-13 0,1 5-2 16,2 1-3-16,-3 1 5 0,3 4-2 0,2 2-6 16,-2 1 1-16,3-4-1 0,-2 4 27 15,2-2-17-15,-2 0 1 0,-1-4-8 0,0-2-2 16,2-1 12-16,-2-2-5 0,0-3-2 0,0-1 20 15,-2-2-17-15,-1-1 12 0,3-2 10 0,-3-5-23 16,0 0 21-16,0 0-6 0,-7-16 9 16,4 0-16-16,0-1 2 0,-5-8 1 0,1-7-4 15,-2-2-4-15,2-14 10 0,2 6-2 0,-1 9 7 16,3-2-13-16,-1 5 6 0,4 2 7 0,-3 3-10 16,3 3 2-16,0 2 1 0,0 3 4 0,0 2-2 15,3 0-10-15,-3 4-10 0,3 1-24 16,-2-2-30-16,5 5-23 0,-1 1-16 0,1-2-35 15,1 8-72-15,3-4-8 0,0 4-588 0,1 0 63 16,-1 0 47-16,4 0 55 0,-4 0 73 0</inkml:trace>
  <inkml:trace contextRef="#ctx0" brushRef="#br0" timeOffset="28918.36">20472 3739 785 0,'6'21'313'16,"-2"-2"-16"-16,-1 2-34 0,0-3-15 0,-3 2-22 15,4 1-19-15,-4 1-20 0,7 0-16 0,-4 1-17 16,-2-3-11-16,2 0-10 0,0-2-17 0,-3 1-11 16,3-4-8-16,-3 1 3 0,1-5 5 0,-1 3-3 15,0-6-5-15,0 0-76 0,0-5 12 0,0-3-5 16,0 0 8-16,0 0-10 0,0 0-8 16,-7-22 10-16,4 4-13 0,3-3-10 0,0-8-7 15,0-6 7-15,3 0 0 0,0 1 0 0,1 0 3 16,2 1 2-16,0 4-10 0,2 4 20 15,-1 1-15-15,0 6-10 0,-1 1 8 0,2 5-13 16,2 4 2-16,-1-1-5 0,-2 4 31 0,4 2-26 16,-1 4 8-16,4 2 3 0,-4 4-6 15,4 1 3-15,0 2-5 0,-1 3-5 0,4-1 20 16,-3 2-10-16,3 1 0 0,0-2 5 0,0 2 1 16,0-1 17-16,3 0-16 0,-2-2-2 15,-1-1-5-15,4 1 6 0,-5-7 9 0,5 2-13 16,-3-4-2-16,1 0-5 0,2-3 13 0,0-5 2 15,-1 1-12-15,4-3-19 0,-3-2 14 0,-1-5-9 16,-3-2 1-16,1-4-3 0,-5-3-5 0,-3 1 18 16,1 3-8-16,-4 2 15 0,-1 2 9 15,-3 2-4-15,1-1 1 0,-4 3-3 0,3 0 5 16,-6 6-7-16,3-3 7 0,-3 3 3 0,-1 2-8 16,4 3 21-16,0 0-16 0,0 0-2 15,0 0-6-15,0 0 3 0,-13 16 18 0,13-8-17 16,3 3-1-16,4 3 5 0,-1 3 8 0,5 2-16 15,3 5 6-15,3 1 5 0,-4 1-6 16,5 0 4-16,2 11-1 0,0-8 0 0,-6-3-2 16,3 3-8-16,-7-1 0 0,1 0 13 0,-4-5-8 15,-1 2-3-15,-6-1 1 0,0-2 5 0,-6-1 12 16,-1 0-7-16,-4-1-11 0,-5-3 29 0,-5 4-10 16,0-4 22-16,1-6-56 0,-1-3 31 15,4-1-5-15,0 1 89 0,0 0 19 0,4-6-37 16,2-2-20-16,-6 2-46 0,7 1 21 0,-1-8 27 15,4 4-38-15,1 0 16 0,2-5-1 16,-2 3-4-16,6-4-6 0,0 0-15 0,3 0-16 16,4-1-4-16,0-2-42 0,7 0 26 0,-1 1-71 15,8-2 12-15,-1-2 16 0,1 4-34 16,3-4-2-16,0 5-34 0,-1-4-89 0,1 3-282 16,0 1-335-16,-7-1 51 0,0 1 111 0,-7 0 60 15,-2-1 52-15</inkml:trace>
  <inkml:trace contextRef="#ctx0" brushRef="#br0" timeOffset="68342.17">19866 12531 601 0,'-3'-6'172'15,"3"-1"-4"-15,0 4 63 0,0 3-21 0,-3-7-16 16,3 7-17-16,-3-7-31 0,3 7-23 16,0-5-18-16,0 5 10 0,0 0-5 0,0 0-5 15,0 0-23-15,3 19 20 0,-3-8-5 0,3 3-12 16,-3 4-8-16,0 0-16 0,0 3 6 0,0 5-6 15,3 1 0-15,-3 0-9 0,3 4-4 16,-2-2-2-16,-1 5-7 0,3 0 12 0,3 2-10 16,-1-1-8-16,-2 15-71 0,4 0 7 0,-1-1 5 15,-2-8-4-15,6 9 14 0,-3 0 11 16,0 0-5-16,0-1 10 0,0 1-10 0,0-1 12 16,-1-8 9-16,-2-5-11 0,2 1-3 0,-2 11-2 15,3 2 13-15,-3-10 7 0,-1-5-7 0,0 4 4 16,0-1 6-16,-2 0-18 0,2 2 16 15,-3 0-11-15,0 12 5 0,0 1 13 0,0 2 16 16,-3-3-24-16,3 4 8 0,-1-4 8 0,1-4 28 16,0-7-54-16,0 12 5 0,0 1-8 15,0-8 24-15,4 4-18 0,-4 6 10 0,3-5-3 16,0-8-12-16,-3-3-6 0,3 2 13 0,-1 9-10 16,1 3 21-16,0-9-14 0,0 6-4 0,-2-1-1 15,2-3 16-15,0-9-25 0,-3 1 17 16,3 0 0-16,-2-2-10 0,5 13 18 0,-6-7-13 15,3-4-10-15,-1 0 10 0,1 0-7 0,0 0 7 16,0 0 2-16,1-2-4 0,-4 13 23 16,6-4-26-16,-3 5 10 0,-2 1 0 0,2-11 3 15,1-6-5-15,-1 3 10 0,-2-4 2 0,2 1-15 16,-3-2 8-16,3 3-3 0,-3-5-2 0,0-3-6 16,0 2 16-16,3 0-15 0,-3-3-3 15,4 0 5-15,-4-1 0 0,0-5-13 0,0 0-9 0,0-3-30 16,0-2-17-16,0-2-7 0,0-4-96 15,0-6-593-15,0-4 26 0,0 0 42 16,-7-28 78-16,-3-15 54 0</inkml:trace>
  <inkml:trace contextRef="#ctx0" brushRef="#br0" timeOffset="70892.31">19863 12496 578 0,'0'0'207'0,"7"5"-38"0,-7-5-10 16,11 0 30-16,-11 0-66 0,16-3 67 15,-6 3-11-15,4-1-31 0,0 0-15 0,6-4 1 16,1 5-4-16,-1-1-25 0,4 0-10 0,3-5-11 16,1 6-4-16,3-3-16 0,0-1-11 0,0 3 14 15,3-2-19-15,6-1-9 0,-1 2-1 16,1-2 6-16,-2 0-14 0,-1 2 6 0,4-3 8 16,-3 1-16-16,0-2-5 0,5 2-69 0,-1-2 8 15,-1 1 17-15,17-5 1 0,0 3-6 16,1 0 18-16,5-4 3 0,-2 3 5 0,6-2 3 15,-3 1-1-15,7-3 3 0,-3 1 1 0,19 1 1 16,-19 0-12-16,19-3 10 0,-16 5-2 16,17-2 4-16,3 0 1 0,-3-2-3 0,3 2-5 15,-20 3 21-15,4-1-6 0,-2 1-5 0,15-2-7 16,-17 3-3-16,20-6-3 0,-2 4 1 0,2-2-1 16,-3 2-4-16,3 0 19 0,-16-1-12 0,9-1 16 15,-13 1-16-15,-4 1 7 0,4-4 9 16,13 1-21-16,-17 0 0 0,1-3 17 0,3 6-7 15,-4-4-7-15,0-1 4 0,0 3-4 0,-3-2 7 16,1 2 8-16,-4 0-8 0,3-1 0 16,-4-3 0-16,4 6-2 0,-2-4-6 0,0 0-5 15,2 3 11-15,0-1 2 0,3 0-5 0,1-2-10 16,-4 3 10-16,0 1 8 0,0-2-3 16,-1 2-5-16,-5-2 7 0,4 3-1 0,-6-1 6 0,4 1-17 15,-3-1-8-15,4 4 13 0,-1-2 6 16,1-1-14-16,-1-1 21 0,-2 5-11 15,2-4-4-15,1 4-3 0,-5-2-3 0,-6 1 16 0,-10 0-6 16,4 1-2-16,-4-2 0 0,1 4-2 16,-8 1 4-16,-3 0 6 0,2-2-16 0,-8 1 6 15,-2 1-9-15,1-4 1 0,-6 4-3 0,-2 0 8 16,0 0 10-16,-4 0-7 0,2 0 7 0,-4 0 15 16,-1 0-22-16,-9 0-3 0,15 4 7 15,-8-4 11-15,-7 0-5 0,10 3 4 0,-4-3-17 16,-2 6 16-16,-1-3-9 0,-2 2 19 0,-1-1-9 15,0 3-7-15,3 1 6 0,-3 2-6 16,0 0 0-16,3 4-2 0,-3 0 2 0,3 3 10 16,-2 2-7-16,2 3-1 0,4 3 6 0,-4 0-3 15,6 1 1-15,-1 2-16 0,-1 4 7 16,0 0 3-16,4 0 3 0,0 1 0 0,2 10-6 16,-4-7-7-16,2 13 0 0,1-6 5 0,-1 3 2 15,-1-2-7-15,2 6 3 0,-1-4-1 0,-1 0 8 16,-1 4-5-16,1 0 3 0,3-7 5 15,-2 4-3-15,-1-2 13 0,0 3-11 0,4 0 14 0,-2-3-16 16,0 4-3-16,-5 1 6 0,6 0-3 16,-2-3 8-16,-1 0 10 0,-3 2-18 0,4 0 13 15,2 1-5-15,-3 1 7 0,-2-2-7 0,5-1 0 16,-3 0 15-16,0-3-10 0,0 5-13 16,1-2 3-16,2 0 7 0,-3-2-12 0,1 4 4 15,0-2 6-15,2-3 0 0,1 2 5 0,-4 2 0 16,3 0 0-16,-2-2-5 0,-1 1 5 15,4 2-11-15,-4-4 9 0,3 0-6 0,-2 1-8 16,2-1 11-16,-3-1-8 0,3 0 6 0,-1 1-4 16,-1-2-9-16,2-1-1 0,-3 3 3 0,4-1 3 15,-7-9 7-15,6 10-5 0,-2-10 0 16,-1 10-7-16,0-9 2 0,2-5 15 0,-7 1-10 16,2-1 0-16,4 1-2 0,-5-3 2 0,1 2-8 15,2-3 1-15,-1 0 12 0,-1 2-13 0,0-5 6 16,-4-1 2-16,4-3-13 0,0-1 16 15,-2 4-10-15,-3-4 9 0,4-2 1 0,-4-1-8 16,-1-1 2-16,0 0 4 0,-1 1-4 0,0-3-4 16,0 2 4-16,0-1 3 0,-1 0 3 0,-2 0-3 15,-3-1 3-15,4 0-6 0,-7-2 1 16,2 1-8-16,1-1 0 0,-4 1 5 0,-1 0 2 16,-2-2-2-16,-2 3 3 0,-2-1-3 0,-6-3 2 15,2 3 3-15,-6-3-2 0,-4 3 7 0,-4-3-2 16,-2-1 0-16,0 0 4 0,-12 4-4 15,-1-3 2-15,5-4-12 0,4 0 4 0,2-2 3 16,-16 1 3-16,5 1-3 0,6-3-5 0,-17 0-5 16,2 3 15-16,-6-1-7 0,-1-2 7 15,-8 4-7-15,3-1-3 0,-4-1 2 0,-1-2 8 16,-2 3-2-16,-14-1-18 0,2 2 0 0,12-4 12 16,-11 5 3-16,13-2 3 0,-13 2-5 0,-1 0 4 15,13-2-7-15,-11 4 5 0,15-1 3 16,-16 0-16-16,18 0 8 0,-15 1 0 0,15-1-2 15,-12 3-1-15,12-1-2 0,-1 0 8 0,-13 1-1 16,16-1 1-16,-16 2-6 0,17-2 8 0,3 1-5 16,-1-1 3-16,1 0-6 0,4 0-9 15,2-2 14-15,-2 2-4 0,2-2 2 0,-1 0 5 16,2-1-3-16,0-2 1 0,-1 2 2 0,11-3 0 16,7-1-13-16,-17 2 13 0,14-2 1 0,3-1-4 15,0 2-4-15,0 0 2 0,2-4-6 16,-1 3 1-16,3 0 10 0,-1 0-7 0,8-3 2 15,-1 4-3-15,0-4 3 0,3 4-5 0,-2-2 5 16,2 3 0-16,-2-1-5 0,-1 0 0 16,3 1-5-16,-2 0 2 0,2 0 26 0,-3 0-23 15,-3 3-10-15,4-2 15 0,-2 2 2 0,-1-2-7 16,5 3-3-16,-3-4-2 0,1 5 0 0,-1-1 0 16,0-3-1-16,0 2 11 0,4-1-10 15,2-2 10-15,-2 0-5 0,-4 4-8 0,0-2-2 16,-2 0 17-16,2-2-17 0,3 0 15 0,2 0 5 15,-2 0-18-15,1 0 6 0,-1-3 12 16,-2 2-8-16,2-1 6 0,-2 0 4 0,2-3-7 16,0 2 6-16,-2 1-6 0,2-1 5 0,-2-3-3 15,2 3-15-15,-3-1 11 0,1 1-3 0,3-1-5 16,-4 0 20-16,1 0-15 0,-1 0 10 0,0-1-3 16,3 2-4-16,-2-2 2 0,2 1 7 0,1-1-9 15,-1 1 4-15,4-2-4 0,0 1 12 16,4-2-7-16,-4 3-1 0,3-2-7 0,1 2 3 15,-1-2 2-15,-2 1 5 0,6-2-3 0,-1 2-4 16,-2-1 7-16,0 0-5 0,5 0 2 16,-5 1-7-16,0 0-8 0,-1-2 13 0,4 4 6 15,-3-2-6-15,3 1 2 0,0-2-7 0,-1 1 5 16,2-1-3-16,-2-1 9 0,5 1-1 16,-5-1-3-16,5 0 6 0,0 0-16 0,-1 0 13 15,0-1 0-15,0 1-10 0,1-1 10 0,-1-2 1 16,4 1 19-16,-5 1-22 0,5 1-13 0,-3-2 12 15,2 1-7-15,1-2 8 0,1 2-14 16,-2 0 9-16,1-2 2 0,3 2 2 0,-4-2-2 16,4 1 5-16,-2 0-10 0,2-3 8 0,3 2 10 15,-6-2-6-15,3-1-2 0,1-2-2 0,-1 1 5 16,-1-2-16-16,2 2 8 0,-1-2 13 16,0 0-11-16,1 0 3 0,-2 2-10 0,1-2 3 15,-2 2 4-15,2-2-9 0,0 1 4 16,0 0 1-16,0 0-6 0,0 0 3 0,-4 1 2 15,2-1 6-15,-1-2-6 0,-1 3-2 0,1-1 3 16,0-2-1-16,2 3-7 0,-1-1-18 16,-1 0-57-16,3-2-7 0,-1 0-26 0,2-2-38 0,2-4-36 15,-2 4-192-15,6-6-391 0,3-3 101 0,1-3 40 16,5-6 86-16</inkml:trace>
  <inkml:trace contextRef="#ctx0" brushRef="#br0" timeOffset="72074.78">21356 12236 550 0,'5'-3'223'0,"-5"3"-26"0,0 0-3 0,0 0-15 16,6 13-17-16,-6-7-9 0,3 6-4 0,-2-1-6 15,2 5-100-15,0 1 21 0,1 8-5 16,-1 0 3-16,4 8-14 0,-3-1 9 0,2 3 2 16,-2 15-6-16,2 0-9 0,1 0 10 0,1 0-11 15,-2-2 3-15,1-2 0 0,-1 3 5 16,5 1-7-16,-4-3-3 0,3 3 64 0,-3 0-16 16,3 0-1-16,0 0-12 0,0 0-4 0,1 0-8 15,-1 2 0-15,-3-1-3 0,4 1-2 16,-1-2-13-16,0 0-2 0,3 0-13 0,-3 0 7 15,0-2-5-15,2 2 3 0,-3 0-15 0,5-2 4 16,-3 0-12-16,2-4 5 0,-2 5 5 16,-2-2 3-16,2-1-9 0,0-1 9 0,1 1 0 15,-1 1-1-15,0-2-12 0,-1-2 0 0,-1-3 2 16,2-6-7-16,-1-1 5 0,4 9-11 0,-4-4 6 16,4 6-3-16,-3-8 0 0,5 4-5 0,-5-3 13 15,-1-7-11-15,0 3 6 0,7 9 8 16,-7-5-6-16,0-6 3 0,5 9-6 0,-2-2 1 15,-2-9 0-15,2 4-1 0,1 9 1 0,2-9-11 16,-5-1 14-16,6 7-11 0,-4-4 5 16,1-6-8-16,-3 1 1 0,3 1 14 0,-4-2-14 15,3 3-3-15,1 0 10 0,-4-1-8 0,1-1 14 16,-4 2-24-16,3 0 15 0,-1-1 1 16,-1-1 5-16,2 3-6 0,-3 1 1 0,-1-1 9 15,2 0 1-15,5 14 5 0,-6-10-13 0,0-4 13 16,0 0-15-16,0-2 4 0,2-3 1 0,-1 4 5 15,-1-6-10-15,-1 6 2 0,1-7-8 16,0 0 3-16,0 3 8 0,0-3-3 0,-1-2 5 16,1 1 0-16,0-2-10 0,-3 0 13 0,3-3-21 15,-4-1 14-15,3-2 4 0,1 0-10 0,-3-1-3 16,3-1-33-16,-4-3-5 0,1 1-30 16,2-1-47-16,-2 0-10 0,3-1-10 0,-4 0-44 15,1-2-59-15,2 2-381 0,-3 0-104 0,-2-1 70 16,2-3 60-16,0 0 63 0</inkml:trace>
  <inkml:trace contextRef="#ctx0" brushRef="#br0" timeOffset="73192.87">23302 11916 586 0,'0'0'199'16,"0"0"-27"-16,0 0-16 0,-10 0-18 16,10 0-2-16,0 0 5 0,0 15-13 0,0-7-8 0,0 3-10 15,3 3-13-15,1 3-10 0,-4 2 3 16,6 3-6-16,-2 3 6 0,-1 1-8 0,4 6 0 15,-1-3-16-15,2 5-81 0,-1 3 20 0,2 9-10 16,1 4 23-16,-2 0-5 0,5 0 15 16,1 0-8-16,-3 4 3 0,2-1 11 0,4-3-1 15,-4 4-5-15,-1-1 0 0,1-2 0 0,1-1 6 16,-1 6 60-16,-3-2-19 0,4 0-1 16,-4-1 8-16,0 3-8 0,1-4-2 0,-1 0-14 15,1 3 1-15,2-2-5 0,-3 1 10 16,4-3-13-16,-4 1-17 0,0-2 7 0,4 0 2 15,-4-2 3-15,4 2-10 0,-3-1-10 0,-1-3 4 16,4 4-2-16,-4-5 19 0,4-1-17 0,-4-1-7 16,3 0 11-16,1 2-22 0,-4-8 27 15,0-4-19-15,7 9 1 0,-7-4-3 0,-3-6-3 0,7 12 11 16,-4-8-11-16,1-4 3 0,-4 0 5 16,3 1-15-16,-1-4 2 0,-1 7 0 0,2-5 5 15,-3 2 3-15,4-1-2 0,-2 1-9 0,-2-1 19 16,0-1 5-16,1-2-24 0,1 3 4 15,1 0-14-15,-3-3 29 0,4 3-21 0,-1-1 2 16,-1-2 4-16,2 3 7 0,-4-6-8 16,3 5-3-16,1-5 9 0,-1 3-6 0,0-2 3 15,-2-3-16-15,2 3 8 0,-1-3 3 0,-5 1 2 16,3 0 1-16,0 0 1 0,0 4 1 16,-1 0-8-16,1-5-2 0,2 1-3 0,-4 0 10 0,2-3-2 15,-1 3-6-15,-1-3 19 0,1 1-11 0,1-3-15 16,-1 4 13-16,-2-6-3 0,-1 0 5 15,0 1-13-15,2-2 3 0,1 1 8 0,-2-2 0 16,-1 0-13-16,0-2 5 0,1 1 2 0,-1 0-9 16,0-5 7-16,3 5 7 0,-4-5-14 15,1 4-4-15,0-4 6 0,0 1 0 0,-2-1 5 16,2 0-8-16,0-1-12 0,0 1-13 0,-2-2-11 16,2-2-12-16,1 1-36 0,-4-2-36 15,4 0-67-15,-1-2-263 0,3-3-366 0,-6 0 112 16,4-18 41-16,-1 0 78 0,-3-8 81 15</inkml:trace>
  <inkml:trace contextRef="#ctx0" brushRef="#br0" timeOffset="74395">24716 11873 862 0,'0'-5'241'0,"0"5"-39"15,0 0-10-15,0 0-15 0,0 0-19 0,-9 16-30 16,9-4 10-16,0 0-12 0,0 3-19 15,0 3-12-15,3 6 15 0,4 1-30 0,-3 1 14 16,3 4-7-16,-1 4-10 0,1 0 0 0,7 10-82 16,-4-1 5-16,4 3 0 0,-4-2-3 0,3 4 8 15,1-3-2-15,-3 4 7 0,2 1 18 0,-2-2-18 16,-1 1 8-16,1-2 5 0,1 2-20 16,-2 0 5-16,1-2 12 0,-4 2-12 0,3-4 7 15,-3 5-5-15,4-2 6 0,-5 0-9 0,1 2-12 16,0-10 18-16,0 10 2 0,0-1-9 15,-1 1 4-15,-2 0-10 0,2-10 2 0,2 10 1 16,-1-1 5-16,-1-8 10 0,0-6-21 16,-2 14 13-16,4-8 6 0,-5-6 53 0,4 4 7 15,-1 11-12-15,1-12 0 0,0-1-15 0,-3-2-13 16,2 1 2-16,1-3 3 0,0 14-2 0,4-10-3 16,-5-2-13-16,4 1 7 0,1 8 1 0,-4-9 10 15,3-2-13-15,3-1-7 0,-2 11 12 16,2-10-13-16,-2-1-12 0,-1-2 10 0,4 0 8 15,-4 0-9-15,0-3 1 0,4 5-10 0,-4-6-3 16,3 5 5-16,3-2 1 0,-5 0-6 16,1-3 10-16,1 1-5 0,-3-1-15 0,4 4 10 15,-1-5 0-15,1 1 3 0,-4-1-5 0,0 0-6 16,5 0 11-16,-4-3-6 0,-2-1 9 16,1 2-11-16,3-3 5 0,-2 2 0 0,-1 0 0 15,0-1-8-15,1-3 1 0,-1 6 2 0,0-6 2 16,4 4-2-16,-4-4 0 0,0 4-2 15,1-2 15-15,-1 2-6 0,-3-3-9 0,4 3 9 0,-2-2-1 16,-2 5-12-16,0-1 9 0,3-2 12 16,-3-1-2-16,0 2 0 0,3-3-8 0,-3 2 10 15,-3-4-9-15,5 6-4 0,-5-6-4 0,4 4-1 16,-2-3 6-16,1 2-1 0,-1-4 3 16,-2 2-7-16,3-2 12 0,-3 1-5 0,2-1 5 15,-2 1-10-15,2 1 3 0,0-2 10 0,-1 0-8 16,2 2-3-16,-1-1 1 0,-2-1-1 15,2 1 1-15,-2-3 5 0,3 2-1 0,-2 1-4 16,-3-3-1-16,4 0-2 0,-2 2 16 16,-1-3-16-16,0 0-31 0,2 5-43 0,-5-3-5 0,3-3-44 15,-3 1-376-15,0-4-315 0,-3-2 74 0,-2-2 62 16,-2-5 71-16,7-1 62 0</inkml:trace>
  <inkml:trace contextRef="#ctx0" brushRef="#br0" timeOffset="75742.8">19832 13505 760 0,'-3'-7'217'15,"3"7"-17"-15,0 0-29 0,0 0 1 0,0 0-21 16,7-2-18-16,-7 2 5 0,0 0-30 16,14 0-8-16,-14 0-13 0,13-3 10 0,-3 1-10 15,4 2-18-15,-1-1-2 0,5-5 4 0,-1 5 4 16,10-6-4-16,0 2-9 0,4-2-6 16,7-1 10-16,10-7-4 0,4 7-19 0,-2-4 6 0,2-1 5 15,-11 3-18-15,10-4 10 0,1 3-10 16,-9 2-11-16,5-4-63 0,4 3-6 15,2-4 3-15,-2 2 8 0,2-1 7 0,1 1-15 0,0-2 21 16,0 2 7-16,3-4-5 0,3 1 5 16,-6-2 1-16,3 3 12 0,3-1-5 0,-2 0 10 15,2 1-3-15,0-3 8 0,-2 1-7 16,6-1 0-16,-4 0-14 0,4 6 16 0,0-3 6 16,0 0-4-16,4 3-4 0,-1-3 10 0,-3 3-6 15,0 1 11-15,-4-5-15 0,1 7 2 16,2-3-5-16,-2-2 18 0,0 2-3 0,3 0-25 15,-1-1 18-15,5-4-1 0,0 5 9 0,9-4-1 16,-9 3 3-16,-1-1-13 0,-6-2 16 0,2 5-16 16,-2-5 8-16,-1 5-3 0,-3-7 10 0,-2 9 57 15,2-7-8-15,-1 5-5 0,1-2-10 16,-3-1 2-16,0 5-12 0,-3-3 4 0,1-2 1 16,-1 3-18-16,0 0 2 0,-1-3 0 0,-7 4-5 15,-6 1 8-15,15-2-15 0,-4-1-6 16,-7 2 13-16,-5 0-7 0,1 2 4 0,2-1-14 15,2 1-63-15,-2 0-12 0,12-3 21 0,-8 3 10 16,-3-1 7-16,0 2-2 0,0 2 5 16,14-4-10-16,-11 1 20 0,-2 1-13 0,-1 4 13 15,-1-5-5-15,2 5 1 0,-1-5 4 0,-1 4 8 16,-1-2-6-16,3 2 6 0,-6-2-13 16,7 3 21-16,-7 0-1 0,1-4-7 0,1 6 10 15,2-6-12-15,-1 5 4 0,-2-3 1 0,3 0-6 16,-8 2 5-16,5 0 3 0,4-4 3 0,-6 3-6 15,2-1-2-15,2-1 8 0,-2 0-3 16,0 1-3-16,-3 0 6 0,4-2-11 0,-4 1 16 16,0-1 5-16,4-1-13 0,-4 3 0 0,0-4 2 15,-6 2 3-15,3-1 3 0,-1 3-5 16,-2-3-11-16,6 0 16 0,-7-1-16 0,9 2 10 16,-3 0 6-16,1-1-3 0,0 1 0 0,0-2 1 15,-2 1-1-15,-3 4-5 0,-1-4 0 0,4 1 7 16,-6 2-2-16,1-3 6 0,-7 6-6 15,-2-5 5-15,2 5-5 0,-6-2 0 0,-4-1 3 0,1 3-41 16,-8 1-65-16,-3 0-76 0,0 0-512 16,-24 2-38-16,-1 2 61 0,-15-2 64 0,-25 5 61 15</inkml:trace>
  <inkml:trace contextRef="#ctx0" brushRef="#br0" timeOffset="76841.97">20437 12775 506 0,'-13'0'174'0,"2"0"-10"0,-3 0 59 16,-2 0-26-16,-2 1-15 0,-2-1-6 15,-1 0-20-15,-3 1-10 0,0 2-15 0,-6 0-11 16,-1-3-12-16,0 6-24 0,-6-4-4 16,-1 5 4-16,-2 0-10 0,-2-3-15 0,-16 3 10 15,4 4-10-15,-4 1-3 0,3-3-4 0,0 1 14 16,-1 3-22-16,-1-1-3 0,3 2-3 0,-1-2 11 15,-1 5-19-15,2-2-83 0,3 3 19 0,3 3 6 16,1-3-13-16,2 0 13 0,4 5 20 16,7-6-15-16,6-5 13 0,1 3-23 0,3 2 20 15,4-5 3-15,-1 1 0 0,3-1-11 16,-1-1 16-16,4-1 5 0,2-2-10 0,-1 2 15 16,1-3-15-16,3 0 15 0,-1-1 5 0,1-1 0 15,3 0 6-15,-4-3-4 0,5 2-1 16,-1-1 1-16,1-2 14 0,6-1-8 0,-12-4 0 15,6 0 5-15,3-3-3 0,-1-3-7 0,4 2 0 16,0-7 0-16,-3 2-6 0,6-3 9 0,-2-7-11 16,5 3 8-16,-3-3-3 0,1 0 5 15,-1-1-10-15,4 4 1 0,-3 1 9 0,-1 0-18 16,0 3 19-16,-2 4-1 0,2-1-2 0,-3 2-16 16,3 3 11-16,-3 1-11 0,0 3 9 15,0 4-4-15,0 0-2 0,0 0 3 0,0 0-1 16,-27 12 1-16,17 1 2 0,0-2 5 0,-1 7-12 15,-2 3 12-15,3-2-5 0,-4 6 0 16,0 0-10-16,0 0 10 0,4 0-10 0,0-2 10 16,3-4-7-16,3 0-4 0,-2 0 17 0,6-1-19 15,0-2 18-15,6-3-10 0,-2 2-5 16,7-5 0-16,2 2 8 0,7-5 2 0,1-3-3 0,9-2 6 16,1-4 66-16,11 2-7 0,2-7-26 15,14 0-13-15,0-2-23 0,0-1-33 0,1 2-44 16,-15 1-12-16,-7 4-85 0,-7-3-182 15,-2 5-386-15,-7 1 79 0,-4 0 49 0,-6 0 79 16</inkml:trace>
  <inkml:trace contextRef="#ctx0" brushRef="#br0" timeOffset="77641.81">16885 12621 711 0,'0'12'233'0,"0"1"-44"0,0 3 1 16,0 3-26-16,0 1-6 0,0 0-32 0,4 0 4 0,0 5-14 15,-1 0-4-15,1-2-17 0,2-3-3 16,-2 4-23-16,2-6 3 0,0-3-8 0,2 3 0 15,-4-1-26-15,2-4 11 0,1-1-11 16,-1-4-7-16,2 1 0 0,-1-2-1 0,-1-5 16 16,1 1-10-16,1-3-2 0,-8 0-11 0,16-7 15 15,-9 0-23-15,3-1 11 0,-3-3-6 16,0-2-2-16,2 4-10 0,-4-1 7 0,2 1-12 0,-1 1 7 16,-3 1-12-16,1-1-14 0,2 6 14 15,-4-2 2-15,-2 4-11 0,9-1 9 0,-9 1 10 16,10 7-14-16,-6-1 17 0,-1-2-4 15,4 4 1-15,-3-1-11 0,2 0-2 0,1-1 8 16,0-1 2-16,3 2-2 0,-6-1 4 0,6-4-2 16,-4 4 6-16,2-3-4 0,-1-2 1 15,2-1-13-15,-9 0 10 0,15 0 3 0,-8-4-21 16,2-2 21-16,-2 2 2 0,1-3-5 0,1-5 3 16,-2 2-6-16,-4-7 3 0,1 2 11 0,3-3-6 15,-4 1 3-15,-2-3-1 0,-1 0 75 0,0 0 1 16,-4-2-22-16,0 4-2 0,1 2-2 15,-1-1-4-15,1 0-14 0,-4 6 12 0,1-3-25 16,2 4 2-16,-3 1 0 0,0 3-30 16,4-1-34-16,-3 6-33 0,6 1-36 0,-7 0-40 15,7 0-193-15,0 7-438 0,0-7 57 0,0 8 80 16,0-8 60-16</inkml:trace>
  <inkml:trace contextRef="#ctx0" brushRef="#br0" timeOffset="78891.64">17497 12850 563 0,'10'-13'194'0,"-6"1"-35"0,0-1 64 16,-1 1-14-16,0 1-27 0,-3-2-8 0,0 1-15 16,0-1-29-16,-3 1-2 0,0-2 11 0,-1 3 1 15,0-2-17-15,-2 3-77 0,2 2-2 0,-2 1-6 16,2 4 8-16,-2 1-12 0,6 2-6 15,-15 6 0-15,6 1-8 0,-2 6 29 0,4-1-28 16,1 5 2-16,-1-2 7 0,4 2-7 16,-1 1 8-16,4-3-18 0,3 3 7 0,-3 0 1 15,7 1-1-15,0-3-4 0,3-1-9 0,4-1 11 16,2 3-15-16,2-9 2 0,0 2 8 16,5-3 2-16,-3-1-5 0,1-4-15 0,-1-2 5 0,1-1 8 15,0-2-16-15,-1-1 13 0,-3-4-12 16,-3-1 2-16,3-5-8 0,-4 2 3 0,-2-3-11 15,-4-2 11-15,-1-1 10 0,-2-1-13 16,-1 0 16-16,0 1-11 0,-3 6 16 0,0-2 2 16,0 4-18-16,0 1 8 0,-3 1 5 0,0 3 5 15,0 4-2-15,3 1-13 0,0 0 8 16,-10 8 4-16,9 0-7 0,-2 2 8 0,3-2 7 16,0 4-4-16,0 0-19 0,3-2 13 0,1 3-5 15,2-3-8-15,-2 1 13 0,6 2-12 16,0-3 14-16,0-2-9 0,1 0-3 0,-1-2 2 15,3-2-2-15,-2-3-5 0,3 2 2 0,0-6-20 16,-1 2 18-16,-3-2-18 0,4-4-6 0,-4 0 11 16,0 0 10-16,-2-4-4 0,-1 3 1 15,-1-2-4-15,1 1-1 0,-4 0-2 0,4 0-5 16,-6 0 2-16,2 5 16 0,3-2-18 16,-6 6 18-16,4-1 2 0,-4 1 6 0,7 13-6 15,0-5 10-15,0 4-7 0,2 6 5 0,-2 3-7 16,4 3 19-16,-1 4-1 0,3-1-9 0,2 12 9 15,-2-3-4-15,-2-5-4 0,2 0-1 0,-3-4 9 16,1 0-14-16,-1 2-10 0,-4-5 18 16,-2-4-7-16,3 4 9 0,-7-6 6 0,3-3-3 15,-3-1 1-15,0-1-1 0,-3-5 8 16,-4 0 5-16,0-1-5 0,0-4-10 0,0-3 15 16,-7 0-6-16,5-5-1 0,-5-1-21 0,0-4 10 15,1-4 18-15,-1-1 10 0,1-2-18 0,2 1 11 16,4-1-13-16,0-1 0 0,1 1 10 15,6-2-13-15,-1-2 8 0,2 3-13 0,2-7 8 16,0 0 0-16,1 0 2 0,5-3-20 0,2-1 18 16,2-4-3-16,-2 5-8 0,-4-4 14 15,3 1 17-15,0 2-12 0,1-1-29 0,-4 2-10 16,-1 3 13-16,-3-1-8 0,-2 2 3 0,-1 0-3 16,-1 1 8-16,-2 2-21 0,-3-1 6 0,-1 3 7 15,0 3 0-15,-3 1 6 0,3 2-1 16,-3 1 8-16,-1 2-10 0,1 3-3 0,3 0 5 15,-4 3-5-15,5 0 3 0,-1 4 2 0,7 0 3 16,0 0 8-16,-13 8-16 0,9-1 5 0,4 1 13 16,4 2 8-16,-1 3-23 0,4-1-5 15,-1 2 33-15,1-2-6 0,4 2-12 0,-4 3 0 16,3-3 3-16,4 1-3 0,-4-2 0 0,3-1-3 16,-2-1 6-16,2-1-6 0,-2-2-2 15,-1 2 28-15,3-3-35 0,-2 1 4 0,-4-3 26 16,3 0-13-16,0-4 13 0,-3 2-16 15,0-2 3-15,-7-1 1 0,17 0-1 0,-17 0 0 16,14-1 10-16,-8-2-10 0,-6 3 6 0,14-1-17 16,-14 1 4-16,13 0-13 0,-6 1 7 0,1 2-5 15,-2 0 13-15,-2-2-3 0,3 4 9 16,2-3-17-16,-1 4 42 0,2-2-28 0,-3 1-6 16,3-3 1-16,0 4-1 0,0-4 3 0,-3 0-8 15,4 2 6-15,-4-3 4 0,2 1 11 0,-9-2-10 16,18-3 7-16,-8-1-8 0,1 1 9 15,-2-4-4-15,-2 0-4 0,0-3-11 0,1 2-5 16,-2-9-10-16,-2 6 5 0,-1-7 6 16,0-1-16-16,-3 1 12 0,0-5 6 0,-3-2-18 15,0-1 23-15,-1 1-6 0,1-1 1 0,-5 1 13 16,2 1 10-16,2 3 15 0,1 3 2 0,-4 2 9 16,4 1-14-16,0 0-19 0,-2 7 17 0,2 1-26 15,3 4 16-15,0 3 5 0,0 0 15 16,0 0-23-16,0 0 0 0,0 0 70 0,3 25-11 15,2-15-10-15,1 8 7 0,1-1-12 0,0 5 0 16,4-3-18-16,-2 5-3 0,1-2 5 16,4 3-30-16,-3 0-16 0,-1 0-68 0,3-4-119 15,-3-1-583-15,-3 0 46 0,1-5 100 16,-2-5 35-16,-5 0 44 0</inkml:trace>
  <inkml:trace contextRef="#ctx0" brushRef="#br0" timeOffset="79090.81">18324 12547 1095 0,'0'-6'305'15,"1"-1"-26"-15,2-1-34 0,4-2-22 0,4 2-18 16,5-3-23-16,5-3-31 0,6-1-13 0,4 3-13 16,0-3 1-16,3 1-21 0,0 3-3 0,-3 0-18 15,0-1-25-15,-4 6-41 0,-6-1-31 0,-1 3-63 16,-3 0-50-16,-4 3-109 0,-6 3-474 15,1 1 15-15,-8 2 80 0,0 3 51 0</inkml:trace>
  <inkml:trace contextRef="#ctx0" brushRef="#br0" timeOffset="83274.36">21764 12383 527 0,'0'0'184'0,"-11"1"8"15,5 5-5-15,-1-3 33 0,0 5-10 0,-4 5-26 16,1-1-10-16,1 3-30 0,-2 2 12 16,1 5-21-16,0-2-1 0,-1 2-35 0,4-3-1 15,0 5-6-15,-2-5-13 0,4-1-2 0,2 1-28 16,0-1 7-16,3-2-5 0,0-5-2 0,0 4 7 15,3-5-7-15,0 1-6 0,5-1 6 16,-1-4-24-16,2 2 6 0,2-4 0 0,-1-3-8 16,3-1 0-16,-1-1-8 0,1-2-4 15,1 1 17-15,-4-2-5 0,3-1-10 0,-2 4-6 16,-4-2-9-16,3-1 4 0,-4 4 3 0,2 0-2 16,-8 0-3-16,0 0 5 0,13 1-15 15,-7 4 17-15,-2-3-9 0,0 3 4 0,-1-1 9 0,-2 1-22 16,2-2 24-16,3 4-20 0,-5-6 12 15,5 6 0-15,0-4 8 0,2 1-16 0,-4-1 6 16,6-3 4-16,-1 0 6 0,-1 0 0 16,5 0-13-16,-3-3 8 0,4-1-1 0,-4 0 9 15,1-2-4-15,-4 4-7 0,0-4 6 0,2-1-11 16,-5-1 2-16,0 4 1 0,-4-2-3 0,0-4 2 16,-4 3-7-16,1-1 16 0,-1 0-4 15,-2-1 1-15,-1 2-6 0,0 3-2 0,-4-1 3 16,2 1 5-16,-1-1 2 0,-1 5-15 0,4-1 7 15,-3 0 3-15,10 1-2 0,-17 1 2 16,10 0-10-16,0-1 8 0,0 5-6 0,7-5 0 16,-7 5 3-16,7-5 3 0,-3 5-8 0,3-5 13 15,0 0-11-15,0 0 6 0,17 2 2 0,-17-2-10 16,17-7 12-16,-3 2-4 0,3-2 10 0,0-6-26 16,0 3 18-16,4-1 13 0,-1-3-13 15,0 0 0-15,-2 2 5 0,2-2-12 0,-6-3 7 16,3 4 5-16,-3-2 0 0,-1-1-12 0,-5 1-1 15,1-2 8-15,-5 0-5 0,2 2 8 16,-3-2 0-16,-3 5-18 0,0-2 15 0,0-3 0 16,-3 7-10-16,0-5 15 0,0 7 5 0,3-2-2 15,-4 2 5-15,1 1-8 0,-3 1-10 16,2 4 8-16,4 2 2 0,0 0-12 0,-14 1-1 16,14-1 21-16,-7 14-10 0,4-6 2 0,0 2-5 15,2 5 3-15,1-4-11 0,0 6 3 0,1-2-5 16,2 2 15-16,0 1-5 0,4-3-10 0,-1 2 13 15,2 0-8-15,-1-3 20 0,3-2-15 16,4 3 1-16,-4-5-6 0,3-3-6 0,1 1 1 16,0-2 21-16,0-2-16 0,-1-4 5 0,1 0 15 15,0-3-20-15,-2 1 3 0,-1-3-1 16,-1 4 14-16,-3-2-16 0,1-1 7 0,1 4-7 16,-5-3-2-16,3-1-11 0,-7 4 3 0,11-1 2 15,-11 1 8-15,0 0 3 0,10 2-3 16,-7 4 0-16,0-5 2 0,0 6-9 0,1-2 7 0,-1 0-3 15,4 2 0-15,-3-1-7 0,2-2-3 16,1 4 13-16,-3-3 0 0,6-2-5 0,-3 3 5 16,0-5-10-16,3 4 10 0,-3-3 10 15,0 0-7-15,2-1-3 0,-9-1 8 0,12-1-8 16,-12 1-3-16,10-3 6 0,-10 3-1 0,6-6-4 16,-6-1-1-16,3 4-10 0,-3 3 16 15,-3-15-13-15,0 13 2 0,-1-6 5 0,-2 2 1 16,2-3 7-16,-3 1 8 0,0 1-13 0,1-3 5 15,-1 2-8-15,0 1 13 0,3-3 3 16,1 2-10-16,0 0-3 0,-1-1-5 0,4 1 5 16,0 0-8-16,0-1 8 0,4 1 5 0,-1 1 0 15,3-3 5-15,2 8-4 0,-1-4-17 0,2 3 4 16,-2-1 9-16,4 3-7 0,2 2 5 0,-2 0-10 16,2 5 2-16,1 0 3 0,3 1 8 15,-3-1-14-15,3 8 1 0,1 0-3 0,-5-3 8 16,4 6 18-16,-4-3-8 0,-2 3-2 0,0-5-13 15,0 3 7-15,-3-1 8 0,0-3-2 16,-5 3-6-16,1-4 8 0,2 1 0 0,-3-4 6 16,-2 1-6-16,2-2 7 0,-3-1-4 0,0 1-21 15,0-6 18-15,0 0 1 0,0 0 6 16,0 0-12-16,0 0-5 0,-10-17 10 0,7 7-2 16,2-5 2-16,-2 0-5 0,3-3 3 0,0 1 7 15,0-3-20-15,0 1 10 0,4 0 2 0,-1 2 1 16,0 1-1-16,1-1 3 0,2 0 1 0,-1 2 4 15,-2 4-10-15,3-2 15 0,-2 2-7 16,2 3-6-16,-2-2-7 0,2 3 5 0,2-1-18 16,0 2-7-16,-3 4-14 0,2-2-25 0,0 1-18 15,0 1-40-15,0 4-124 0,4 1-527 16,-5-2 28-16,1 2 77 0,-1-2 87 0,-2 3 38 16</inkml:trace>
  <inkml:trace contextRef="#ctx0" brushRef="#br0" timeOffset="93689.64">23688 12273 645 0,'-3'-7'238'0,"0"5"-13"0,2-4-13 16,-2 3-17-16,0-1-3 0,3 4-16 0,-8-8-19 15,2 6-12-15,6 2-11 0,-10-1-9 16,10 1-74-16,-13 1-7 0,5 1-6 0,-2 5 3 16,0-1 69-16,2-1-7 0,-5 6-1 15,6-2-13-15,-7 1-9 0,5 0-3 0,2-2-8 16,3 4-10-16,-3-2-11 0,4 0 1 0,-1-1-6 16,1-1 1-16,0 0 2 0,3 2-2 0,3-3-9 15,0 1-17-15,4-1 10 0,0-4 3 0,0 2-5 16,3-3-1-16,1-2 6 0,-1 1-13 15,0-2-10-15,4-1-3 0,-4-3 2 0,0 1 4 16,1-2-4-16,-1-2-2 0,-1-4-12 0,-2-1 2 16,1-2 5-16,-5 2 2 0,1-6 8 15,-1-1-7-15,-3 2 10 0,0-4-16 0,0-3 1 16,-4 0 7-16,1 1-3 0,-3 3 19 0,1 1-3 16,2 2 0-16,0 2 0 0,-1 3 5 15,1 0-11-15,0 3-6 0,-1 2-1 0,1 1 5 16,-3 3-8-16,6 4 4 0,0 0-4 0,0 0 8 15,-11 11 6-15,7-1-9 0,4 3 11 16,-3-1-7-16,3 3-4 0,0-1 6 0,3 0-5 16,-3 2-3-16,4 0 5 0,-1 0 0 0,5 1 6 15,-2-2-11-15,1 0-5 0,2-3-3 0,2 3-7 16,-4-2 18-16,3-1-8 0,4-4-11 16,-4 2 9-16,0-3-3 0,-2-4 18 0,2 1-16 15,0-3 3-15,1-1-3 0,-2-2 9 0,-2-3 4 16,0 1-13-16,-1-3 3 0,2 0 8 0,-1-1-3 15,-4 1 3-15,4-1-1 0,-4 5-4 16,0-4 0-16,1 4-6 0,-1-2 0 0,-3 5 1 16,4-4-11-16,-4 4 8 0,0 0-3 0,0 0 13 15,0 0-17-15,7 10 14 0,-4-5-7 16,0 2 8-16,1 1-11 0,0 0-7 0,-1 1-14 16,1 0-14-16,2 0-13 0,-1 1-34 0,0-5-58 15,3 2-83-15,-2 0-514 0,1-4-7 0,0 1 89 16,-1-3 64-16,-6-1 48 0</inkml:trace>
  <inkml:trace contextRef="#ctx0" brushRef="#br0" timeOffset="95040.84">23993 12266 534 0,'3'10'244'0,"-3"-3"-22"15,3 0-14-15,-3-1-24 0,0-2-18 0,0-4-12 16,5 8-8-16,-5-8 23 0,0 6-11 16,0-6-88-16,0 2-4 0,0-2 3 0,0 0-7 0,0 0-14 15,0 0 14-15,0 0-11 0,-11-11-10 16,10 4 5-16,-2 0-8 0,3-1-4 0,-3 1-4 16,3 2 6-16,-3-2-8 0,3 1-5 0,0-1-12 15,0 7 1-15,0-10 9 0,0 10-11 16,3-5-5-16,-3 5 0 0,0 0 0 0,0 0 6 15,0 0-1-15,19 7-2 0,-14 1-6 0,2-1 3 16,-1-1 11-16,-2 1-6 0,2-1 0 16,2 1-12-16,-2 0-6 0,-2 3 5 0,2-3-2 15,-2 0 8-15,-1-1-3 0,0-2 23 16,2 1-3-16,-2-2-4 0,0 0-9 0,0 2 16 16,-3-5-15-16,0 0 7 0,0 0-7 0,0 0 5 15,0 0-3-15,0 0-5 0,4-19-7 0,-4 11 4 16,0-5-4-16,0 1 4 0,0-1 6 0,3-2-16 15,-3 4 11-15,0-5 2 0,5 5 5 16,-4-1-12-16,0 2 2 0,2 0-8 0,-3 2 0 16,4 1-7-16,0 2 5 0,-1 0 10 0,3 5 2 15,-6 0-7-15,0 0 0 0,14 0 2 16,-7 6-2-16,-3-2 10 0,2 3-7 0,1-1 2 16,1-2 5-16,-2 4-13 0,1-1-2 0,2 0 10 15,-2 0 3-15,1-2 7 0,-1 1-10 16,3 0-8-16,-4-4 18 0,5 3-10 0,-1-1 8 15,0-3-8-15,-2-1 8 0,-8 0-6 0,19-4-4 16,-8-2 7-16,-4 4 23 0,0-4-28 16,-1-2-5-16,1-1-8 0,-3-2 5 0,-1-1 1 15,-3 2 2-15,3-1 0 0,-6-2-6 0,3 5 9 16,-3-2 4-16,3 2 6 0,-3 1-5 0,1 2-1 16,-4 0-12-16,6 5 12 0,-10 0-7 15,10 0 13-15,0 0 0 0,-13 10-11 0,9-3 13 16,0 1-2-16,-2-1-8 0,5 3 3 15,0-2-9-15,1-1 9 0,-2 3 2 0,4-3-7 16,-1 1 2-16,0 0-8 0,2-3 5 0,0 0 3 16,1 2 3-16,6-3-3 0,-3 2 10 0,3-5-10 15,-2 1-10-15,2-4 7 0,3 1 1 0,-2 1 7 16,-1-3-23-16,3-2 10 0,-5-2-2 16,2 4-8-16,-1-4 10 0,-1 1 3 0,-1 1 8 15,-1-1-16-15,1 5-5 0,-4-5-2 0,1 5-1 16,-4 1-7-16,0 0 15 0,0 0 0 0,17 7 3 15,-14-4 0-15,1 5 2 0,-1-1-2 16,0 0 13-16,-3 0-8 0,5 2-3 0,-5-1-2 16,3 0 7-16,-3 0-10 0,0-2 3 0,3-1 18 15,-3 4-13-15,0-4 5 0,0-2 15 16,0-3 3-16,0 8-8 0,0-8 3 0,-6 2 2 16,6-2-2-16,0 0-8 0,0 0 18 0,-11-12-10 15,7 4-10-15,1-1 2 0,0-4 7 0,2-2-12 16,-2 0-5-16,0-4 23 0,3 1-20 15,0 0-9-15,3 3 11 0,-1 3 0 0,0-1 0 16,-2 1-5-16,6 0 10 0,-3 1 11 0,1 3 12 16,-1 1-43-16,5-1 7 0,-1 5 0 15,-1-4-2-15,1 4-3 0,0-1 3 0,0 1 7 16,-1 1-2-16,1-3 8 0,-3 5-6 0,3-2-7 16,-7 2 10-16,10-6-2 0,-10 6 19 0,7-2-1 15,-7 2-9-15,6-5 1 0,-6 5-16 16,4-3 11-16,-4 3-26 0,0-7 20 0,0 7-7 15,4-5 8-15,-4 5-3 0,0 0 5 0,-4-10-24 16,4 10-6-16,0 0-27 0,0-3 17 16,0 3-1-16,0 0 7 0,0 0 4 0,0 0 7 15,0 0 7-15,10 13-17 0,-6-8 20 16,-1 5 8-16,4 0-10 0,-1 4 17 0,2-5-4 16,2 5-9-16,-3-1 9 0,5 1 38 0,-7 0-31 15,5-2-3-15,-3 2-20 0,0-3 21 0,0-1 5 16,-4 2 20-16,2-2 3 0,-3-2 7 0,-2 1 8 15,0-1-5-15,0-2-5 0,0-2 0 16,-2 3-6-16,-3-5-12 0,-1 4 10 0,2-6-10 16,-4 3 8-16,-1 1-11 0,-1-4-7 0,-1 1 0 15,1-1 2-15,-3 0-2 0,2 0-31 16,1 0-13-16,0 0-46 0,10 0-44 0,-18 0-145 16,8 0-428-16,0 0 54 0,0 0 54 0,10 0 79 15</inkml:trace>
  <inkml:trace contextRef="#ctx0" brushRef="#br0" timeOffset="95439.38">23722 12575 783 0,'0'0'274'0,"0"0"-23"0,0 0-11 16,0 0-97-16,-6 12-25 0,6-3-3 16,3 0-2-16,0 2-16 0,-3-1-12 0,4 4-11 15,0 1 5-15,2-2 3 0,-2 3-13 0,-1 1-17 16,4-2-6-16,-1 2-23 0,2-3-28 16,-2 1-47-16,1-1-32 0,-1 0-72 0,1-3-113 0,4 0-248 15,-4-7-90-15,3 5 34 0</inkml:trace>
  <inkml:trace contextRef="#ctx0" brushRef="#br0" timeOffset="96222.76">23934 12637 778 0,'0'9'253'0,"0"-3"-23"0,3 4-22 15,-2 0-19-15,2 1-10 0,0-3-17 0,2 3-22 0,1-1-14 16,0 0-16-16,-2-1-5 0,2 0-10 15,-2-3-29-15,3 0 19 0,-6 0-4 0,5 1-1 16,-3-6-9-16,-2 4-7 0,-1-5-10 16,0 0 5-16,0 0 8 0,0 0-11 0,0 0-7 15,6-16-8-15,-9 4-8 0,0 2 13 16,-1-7-10-16,1 2-11 0,0-2-4 0,2 1 4 0,-2 3-7 16,-1-3-82-16,4 3 23 0,0 1-15 0,0-1 25 15,0 3-4-15,0 0-12 0,4 2 4 16,-1 1 10-16,1 0 17 0,-1 6 4 0,4-2-6 15,2 0 2-15,-9 3 14 0,18 4-6 16,-8-2 0-16,1 5 1 0,-1-1-9 0,0-1 9 16,1 2-1-16,-1 1 3 0,-1 2 2 0,-1-3 6 15,-1 0-16-15,0 0 18 0,-1-2-20 16,-2 1 7-16,3 1 23 0,-4-6-9 0,0 5 22 16,-3-6-13-16,1 4-17 0,-1-4 4 0,0 0-7 15,0 0 5-15,0 0-8 0,0 0 6 0,-7-20 7 16,7 12-5-16,-4 1-3 0,4-1 1 15,0 1-3-15,0-1-8 0,0 4 8 0,0-2-11 16,0 0 14-16,0 6-19 0,4-6 29 0,-4 6-13 16,7-5 10-16,-7 5-15 0,10 0 17 15,-10 0 1-15,11 0-10 0,-11 0-1 0,16 0-12 16,-9 0 20-16,4 0-5 0,-1 0 0 0,3-1 15 16,4-2-12-16,-4-1 9 0,2-2-9 15,1 1 2-15,2-1-2 0,-2-2-6 0,-1-3-2 16,1 3 10-16,0-4 74 0,-5 1-12 0,0 3-11 15,-4-3 8-15,0 1-15 0,-4-1-8 0,2 1 2 16,-4 2-7-16,-1 1-15 0,0-3 4 16,-1 3 6-16,-4 4-28 0,2-2 15 0,3 5-13 15,-7-4 5-15,7 4-10 0,0 0 18 0,0 0 2 16,-14 11-22-16,11-4 12 0,3 0 3 16,0 4-3-16,0-1-2 0,3 5-6 0,1-1 6 15,3 3-11-15,-1-1 11 0,-2-3 2 0,2 3-20 16,2 1 13-16,-2-2 7 0,-2 0 3 15,-1-3-1-15,1 1-4 0,-1-3 20 0,0 0 0 16,-3-3-2-16,0 1 0 0,-3-2 2 0,0-1 8 16,-1 1-8-16,-3-6 8 0,-3 1-6 0,10-1-9 15,-20-1 2-15,9-5-8 0,-2 0 8 16,-1-3-2-16,0-2-16 0,1 1 5 0,2 0 0 16,-2 0-10-16,3-2 5 0,-1 4-7 0,4-2-3 15,-2 2-18-15,1 1-31 0,5-1-7 0,-1 4-16 16,1-2-18-16,0 0-25 0,6 2-49 15,0-3-110-15,1 6-443 0,3-5 0 0,0 3 64 16,3-2 64-16,4 1 54 0</inkml:trace>
  <inkml:trace contextRef="#ctx0" brushRef="#br0" timeOffset="97939.25">24598 12498 591 0,'0'0'197'0,"0"0"-10"16,0 0-18-16,0 0-21 0,0 0-2 0,0 0 8 16,0 0-3-16,0 0-16 0,0 0-4 0,-8 18-8 15,5-4-13-15,3-3-8 0,-3 0 6 16,3 3-16-16,-1 1 5 0,0 1-15 0,2-1-8 15,-1-1 3-15,1 1-13 0,-1 2-3 0,3-2-4 16,0 1-9-16,2-3-4 0,-2 1 7 16,0-4-12-16,0 1-1 0,-2-1 8 0,5-1-10 15,-3-3 2-15,-2 0 3 0,2 1-8 0,-3-5 8 16,0-2-12-16,9 4 1 0,-9-4-2 16,0 0 8-16,5-15-8 0,-2 5-5 0,-3-5-10 15,3 0 21-15,-3-3-19 0,0-3-77 16,0 0-2-16,0-4 18 0,0 2-15 0,-3-2 12 15,3 5 29-15,0 2-11 0,-3 0 21 0,3 3-16 16,0 1-4-16,-3 3-1 0,3 3 0 0,0 2 8 16,0-1 0-16,0 7 0 0,0 0-3 0,0 0 1 15,0 0 4-15,0 25 3 0,3-10 3 16,0 6 2-16,-3 0 0 0,4 4 3 0,2 1-36 16,1 5-13-16,4-5-12 0,-1-1-45 15,4 0-60-15,-1 0-185 0,5-1-333 0,-2-6 72 16,2-5 54-16</inkml:trace>
  <inkml:trace contextRef="#ctx0" brushRef="#br0" timeOffset="102872.92">24449 12734 399 0,'-5'-7'159'15,"2"5"79"-15,3 2-26 0,-4-9-12 0,4 9-16 16,-1-7-15-16,1 7-13 0,-3-7-10 0,3 5-26 16,0 2-7-16,4-9-16 0,0 2-5 15,-1 6-2-15,3-6-8 0,-2 4-11 0,2-2 11 16,1 3-23-16,-7 2 13 0,14-1-8 16,-7 1-18-16,-7 0 8 0,18 7-3 0,-9-3 3 15,-2 4 12-15,0 5-20 0,3-2 0 0,-6 4-7 16,2 2-3-16,-2 1-1 0,-4 0 9 0,3-1-1 15,-6 4-12-15,3-2 5 0,-3-1-8 0,-1-1-5 16,1 2 3-16,-1-4-6 0,1-1-66 16,-4 3-8-16,4-4 16 0,-1-3 7 0,1 0 8 15,3-1 18-15,-3-1-8 0,2-2 1 16,1-6-4-16,0 2 14 0,0-2 4 0,0 0 1 16,7-15-11-16,-3 3 8 0,6-9-5 0,-3 1-5 15,6-10-6-15,2-7 4 0,4-4-11 16,-1-2 5-16,2 4 7 0,-6 4 6 0,0 8-2 15,1-3 9-15,-7 10-2 0,3 0 10 0,-4 2-2 16,0 1 2-16,-1 3 11 0,1 2-11 0,-3 2 11 16,-1 1 55-16,1-3-4 0,-1 9-5 0,-3-2-16 15,0 5 13-15,0 0-26 0,0 0 11 16,0 0-13-16,-10 21 5 0,2-9 2 0,2 5-2 16,-4 3-13-16,3 0 8 0,0 1-5 0,0 0-6 15,3-2-4-15,-2 1-8 0,3-1 12 16,0-2-12-16,3 1 2 0,0-3-10 0,3 2 11 15,0-4-3-15,4-1-1 0,-1 1 6 0,5-4 5 16,2 0-10-16,1-7-10 0,0 4 20 16,4-3-8-16,-2-5-7 0,5 1-8 0,-1-3 18 15,1 2-16-15,1 1 9 0,-4-5 9 0,0 5-10 16,-1-5 6-16,-3 4 2 0,-1-2-16 0,-2-1 13 16,-1 5-2-16,0-2 0 0,0-3 5 0,-3 4-8 15,0 1 3-15,-1-2 0 0,-6 2-8 16,11-4 3-16,-11 4-3 0,10-1-5 0,-10 1 0 15,7-1-13-15,-7 1-23 0,7-3-41 16,-7 3-25-16,4-1-8 0,-4 1-90 0,6-3-174 16,-6 3-411-16,4-2 30 0,-4-2 102 0,3 0 51 15,0-3 65-15</inkml:trace>
  <inkml:trace contextRef="#ctx0" brushRef="#br0" timeOffset="103588.84">25439 11951 639 0,'0'0'228'0,"0"0"-20"0,-7 20-16 15,7-11-18-15,0 1-21 0,0 1-15 0,3 3-12 16,-3-3-3-16,4 4-18 0,-1 0-18 0,4-3-3 16,0 3 1-16,-1-5-21 0,1 3-13 0,0-3 8 15,4 0 0-15,-1-3-11 0,0 1-2 16,1-2-7-16,2-3 7 0,-3-2-5 0,4 0 2 15,-1-2-10-15,-2 0 16 0,-1-6-13 0,3 0-13 16,-2-2 3-16,-1-2-1 0,-3-3 11 0,1 2-18 16,-2-5-8-16,-3 2-5 0,1-2 11 15,-1 1 2-15,-3 2 10 0,3 1-13 0,-3 1-15 16,0 2 28-16,0 0-12 0,0 3 4 0,0 4-2 16,0 3-3-16,0 0-15 0,0 0 8 15,0 0 10-15,-6 19-10 0,6-3-3 0,0 4 10 16,0 5-10-16,0 5 21 0,3 5-13 15,0 4 5-15,4 12-8 0,0-1-5 0,0 6 0 16,3-2 0-16,0 1 0 0,-2-2 8 0,1 2-5 16,-2-4-1-16,0-2 19 0,3-12-11 0,-6-4-15 15,-1-3 8-15,1-4-5 0,-1-2-3 16,0-5 7-16,-3-1-4 0,-3-3 5 0,3-4 9 16,-4 2-4-16,-2-6-13 0,-4-3-7 0,-1 0 1 15,1-8-6-15,-7 0-1 0,0-4 3 16,-4-6 2-16,5-3 3 0,-5 0 10 0,0-6 8 15,4 5-8-15,0-6 8 0,4 6-11 0,-1-1 11 16,4-4 0-16,0 7 61 0,5-1 5 16,2 0-17-16,-1-2 4 0,4 2-12 0,1-4 0 15,9 3-11-15,-3 2-12 0,6-3 5 0,2-4-10 16,1 6-3-16,5-1 0 0,0 1 2 16,-1 2-7-16,0 0-13 0,-3 4 3 0,1-2-23 15,2 2-1-15,-6 3-20 0,0 1-7 0,2-1-47 16,-1 4-30-16,-2-2-36 0,0 0-118 0,1 4-484 15,-2-2 6-15,1-1 99 0,3 0 69 0,0 0 52 16</inkml:trace>
  <inkml:trace contextRef="#ctx0" brushRef="#br0" timeOffset="104439.39">26765 11761 752 0,'-7'-2'328'0,"7"2"-29"0,-6-1-35 0,6 1-11 15,0 0-28-15,-8-2-25 0,8 2-21 0,0 0-12 16,0-9-9-16,0 9-25 0,7-8-5 0,-6 2-7 16,5 4-16-16,-2-4-13 0,2-1-3 0,1 3-12 15,3-2-10-15,-3-1-3 0,0 6-3 16,4-3-7-16,-1 1-13 0,-1 0 2 0,0 2-12 16,0-2 0-16,-9 3-67 0,20 5 3 0,-12 0 10 15,2 0 0-15,-1 3-8 0,-1 5 18 16,-1-1 0-16,-1 5 3 0,-2 0-3 0,-1 4 11 15,-6-2-14-15,2 6 16 0,-5 0 11 0,-1 0-19 16,-4 6 8-16,1-5 0 0,-4 0 3 16,1-1 7-16,-3-2-5 0,3-4 5 0,-2-2-5 15,1-1 8-15,1-1-23 0,2-5 18 0,1 1-1 16,0-2 24-16,5-4-18 0,-4 2 0 0,2-4-13 16,1-3 7-16,6 0 11 0,0 0-23 0,-12-10 8 15,9 2-9-15,3 1 1 0,0-3 0 0,3 2-2 16,-1-3 12-16,1 3-13 0,0-1 5 15,4 1-4-15,-4 1 7 0,3 0 5 0,2 4-18 16,-1-1 10-16,0 3-2 0,2-1 10 0,2 2 8 16,2 3-28-16,-2-3 17 0,9 5-9 15,-2-2 9-15,2 4 3 0,0-1-10 0,1-2 10 16,-1 3-10-16,1 1 13 0,-3-2-23 16,-2-1-34-16,-1 1-23 0,-2 0-45 0,-3-4-11 15,1 7-77-15,-2-4-233 0,-5-2-276 0,-1 0 33 16,-3-3 69-16,0 0 67 0</inkml:trace>
  <inkml:trace contextRef="#ctx0" brushRef="#br0" timeOffset="106354.98">25675 11858 422 0,'8'-2'161'0,"-6"-3"-15"0,-2 5 77 15,10-1-24-15,-7-2-2 0,5-1-25 0,-2 2 2 16,-6 2-8-16,15-8-17 0,-6 6-16 0,-2-3-18 15,6-3-71-15,1 5 2 0,0-6 5 16,3 3 13-16,0-3-18 0,7-1 67 0,-3 0 2 16,3 0-15-16,7-1-16 0,1-3-5 0,2 4-2 15,-1-1 13-15,11-6-21 0,1 2-13 16,2 0-12-16,1 3 15 0,2-1-11 0,-1-4-7 16,3 6-2-16,-2-3-9 0,2 2 4 0,-1-2-4 15,0 3-2-15,0-2 1 0,-2 1-6 0,2-1-8 16,-6 5-7-16,-8-2-1 0,15 0-1 15,-8 2 11-15,-7-1-9 0,2 1 0 0,-2 0 2 16,-3 1 3-16,3-3 0 0,0 3-8 0,-2-1-5 16,-1-2 13-16,1 3-11 0,-4-1 6 0,-2 1 5 15,-1-1-8-15,-4 4 5 0,3-4-7 16,-3 2 9-16,-4-1-14 0,-2 4 7 0,0-4 3 16,-2 4-3-16,1-2-5 0,-6-1 0 15,2 5 5-15,-2-2-5 0,-1-1-5 0,1 1 0 16,-2 3-1-16,-2-1 1 0,0-1 5 0,-1-2-7 15,5 4-4-15,-11 0 6 0,13 0 8 16,-6 4-3-16,-7-4-13 0,11 3 5 0,-5-2 6 0,-2 5 4 16,-1-3-9-16,1 2-1 0,-1 2 13 15,1-3 3-15,2 5-13 0,-2-1 7 0,-1 5 6 16,1-2-6-16,-1-2 1 0,0 8 2 16,1-2-7-16,3 2-1 0,-3 1 0 0,2 3 9 15,-1 0-1-15,0 4 0 0,1 0-5 0,-4 0-3 16,4 0 8-16,-2 0 1 0,-1 4-9 0,4 0 6 15,-4 3-11-15,6 0 10 0,-7 0 4 16,6 1 6-16,-6 1-12 0,4-2-2 0,1 2 7 16,1-3 0-16,1 1-10 0,-2 1-3 0,4-1 13 15,-1 1 0-15,6 9-10 0,-3-4 8 16,-2-8 7-16,0 2-2 0,3 11-11 0,3-3 3 16,0 2-5-16,0 1 3 0,-3 2 4 0,3-4 6 15,-2 2-6-15,-2-7-2 0,0 6 11 0,0-9-14 16,1 1 8-16,-4-3-13 0,4 0 8 0,0 8 0 15,0-3 8-15,-1-7-5 16,0 2-3-16,1-1 0 0,-3 1 0 0,6 9-3 0,-7-5 3 16,-3-3-5-16,4-1 0 0,0-1-3 0,-3 2-2 15,3-3 20-15,-4 0-7 0,3 1-24 16,1-1 21-16,-3-3 5 0,0 4-5 0,-1-3 8 16,3-2-8-16,-6 0-2 0,1 1 2 0,-3-1-3 15,1 3 11-15,4-3-3 0,-4 2-8 16,1-1-2-16,0-1 3 0,2 0-4 0,1-1 6 15,-1 1-15-15,-2-2 13 0,5 2 4 0,-7-3 1 16,4 3-8-16,-2-1 2 0,2 1-10 0,1-2 5 16,-3-1 16-16,3-1-18 0,-1 2 7 0,-2-4-4 15,2-2-6-15,2 1 13 16,-5 2-3-16,2-2-2 0,-3-2 3 0,1 1-3 0,0 0 7 16,0-1-4-16,-2 0 2 0,2 0-6 0,3 0 1 15,-5-1 13-15,0 1-13 0,2 1 10 16,-3-2-5-16,3 2-10 0,-3 1 7 0,3-3 1 15,-2 2-4-15,2-2 1 0,0 1 3 0,0-2 12 16,0-1-7-16,-2 4 4 0,3-2-12 16,1 1 10-16,-3-4-12 0,1 1 12 0,0-1-16 15,0 2 14-15,-2-3-3 0,5 4-3 16,-3-3 1-16,2 1-3 0,-2-1 2 0,0 1 8 0,0-3-7 16,1 4 2-16,-1-3-3 0,1 0-4 0,-1 0 1 15,4-1-11-15,-3 2-14 0,3-1 23 16,-4-1-5-16,5-2-7 0,-3 1 2 0,3 4-3 15,0-4-2-15,0 1 3 0,-1-1-1 0,3 0 4 16,-1-1-6-16,1 2-1 0,-1-2-11 16,-2-1-14-16,3 1-2 0,1 1 2 0,-2-2 1 15,1-1-6-15,-3-1 3 0,4 2 17 0,-1 0 4 16,0-1 7-16,1-1-13 0,-1 2 5 16,0-1 23-16,-1-4-7 0,-1 5-8 0,2 0 13 0,-2-4-8 15,2 4 8-15,-1-6 4 0,-2 7-1 16,4-2-11-16,-4-3 2 0,1 3 9 0,-3-4-3 15,3 6 2-15,-2-2 8 0,1-3-5 16,2 4-5-16,-1-2 2 0,-4 1 10 0,4-1-14 16,-3 1 14-16,2-2-10 0,0 6 11 0,0-3-18 15,-1-2-1-15,-2 4-53 0,2 0-18 0,-1 0 13 16,1-1-8-16,-2 2 8 0,-1-2-3 16,0 2 10-16,3-3-4 0,-5 1 12 0,2 2 8 15,1-3-11-15,-2 1-2 0,-1-1 31 16,0 1-3-16,-1 1 3 0,-1-2 20 0,0 1 8 15,-1-4 2-15,-2 7 6 0,0-5 5 0,-2 2 10 16,0-1-8-16,-1 3 15 0,3-3 16 0,-6 0 8 16,3-1 0-16,-3 2-6 0,2-4 11 0,-5 4 10 15,0-1-10-15,-1 1 10 0,-1-1 7 16,-4 0-7-16,1-1-15 0,0 2 12 0,-5 3-7 16,1-2-3-16,0 0 3 0,0 1-8 0,-4 0-7 15,2 2 2-15,1-2-11 0,-1 0-4 0,0-1 7 16,3 0 0-16,-2-1 6 0,2 5 2 15,0-2-5-15,-3-2-8 0,4 0 8 0,-1 3-16 16,0-2 1-16,3 0 9 0,-5 1 4 16,1-1-9-16,0 2-7 0,-2-2-5 0,-6 2 0 15,2-1 7-15,-1-1-7 0,-3 4 2 0,-2-3-2 16,3 3 2-16,-14 1 6 0,7-2-8 0,6-1-3 16,-4-1 13-16,2-1 8 0,0 0-1 0,0 1 11 15,3 0-15-15,-3-1-3 0,3-2 18 16,1-1-8-16,6 0-15 0,-4 0-15 0,1-3-21 15,-1 3-41-15,1-4-131 0,2 2-577 0,-1-3 14 16,-1 1 93-16,-4-6 66 0,0 1 77 16</inkml:trace>
  <inkml:trace contextRef="#ctx0" brushRef="#br0" timeOffset="107441.36">26239 12366 353 0,'24'-2'166'0,"-4"-3"-20"0,3 4-8 0,-2-1-10 16,0 1 0-16,2-3-15 0,1 3-1 0,1-2-7 15,5-3-10-15,-2 5 8 0,0-3-6 16,2 1 3-16,-2 0-24 0,3-2 24 0,2-2-33 16,-2 4-11-16,5-4 3 0,0 0 15 0,4-3-7 15,2 3 2-15,9-1-15 0,4-2 4 0,-1 2-4 16,-3-3-5-16,-2 4 0 0,5-2-6 0,-8 1-2 16,-6 1 10-16,-2 0-15 0,2 3-10 15,1-3 2-15,-3 0 2 0,0 2-22 0,-4 2 25 16,0-3-20-16,-4 2 5 0,-2-1-8 15,0 3 1-15,-5-3 9 0,-3 2 24 0,1 3-34 16,-3-3 8-16,-2-1 7 0,-2 3-7 0,-3-1 77 16,-1 1-16-16,3 0 3 0,-3-2-2 15,-3 1-4-15,0 2-14 0,-7 0 7 0,14-1-13 16,-7 1-7-16,-7 0 0 0,10-1-6 0,-10 1-2 16,10-5-21-16,-10 5-32 0,0 0-24 0,0 0-33 15,7 7-87-15,-7-5-623 0,-3 5 14 0,0-5 84 16,-4 4 85-16,7-6 51 0</inkml:trace>
  <inkml:trace contextRef="#ctx0" brushRef="#br0" timeOffset="179379.57">4558 14408 517 0,'0'0'217'0,"0"0"-15"16,3-2-7-16,-3 2 51 0,7-5-16 16,1 3-33-16,-8 2-13 0,13-3-12 0,-6 2-29 0,4-3-12 15,2 3-13-15,-3-2-6 0,4-1 3 16,-4 4-20-16,4-2-16 0,-1 1 11 0,0-1-23 15,2 0-6-15,1 2 6 0,-1-2-16 0,1 1 10 16,-2 0-15-16,3-1-5 0,0-2-77 16,1 4 8-16,2-1 0 0,-2 0 31 0,2-4-16 15,4 4 5-15,-1-1-10 0,5-3 8 16,-1 3 10-16,1 0-5 0,-1 0-5 0,0-2-3 16,1 3 0-16,2-2 21 0,1-1-26 0,-1 4 5 15,1-2 16-15,-3 1-9 0,3-3 1 0,-1 4 8 16,1 0-6-16,-3-2-2 0,2 1 5 15,1 0 10-15,-3 0-7 0,2 0-8 0,-2-3 13 16,0 4 2-16,2-2-20 0,1-3 17 0,-1 4-7 16,1-2 3-16,3-1-6 0,4 1 1 15,-1 0-1-15,1-1-2 0,3 2 0 0,-3-3 5 16,2 4 2-16,2-4 4 0,-1 3 9 16,-1-2-13-16,2 0 4 0,-4 2-9 0,5 1 8 15,-1-2 0-15,-1-1-7 0,0 4-6 0,0-3 21 16,3 1-13-16,-6 0 5 0,3-1-3 0,0 2 4 15,0-3-4-15,1 2 3 0,1 0-10 0,-5-3 10 16,4 4-18-16,1-2 8 0,-2-1 10 16,1 0 8-16,-2-2-15 0,1 6 14 0,-2-4-22 15,1 0 18-15,-2 1-11 0,3-1 11 0,-6 0-5 16,-2-2-6-16,-1 6-5 0,1-4 16 16,-2 0-8-16,0 2 5 0,6-5 16 0,-9 4-24 15,6-2 6-15,-4 3-8 0,8-4 76 0,0 3-9 16,-4-4-16-16,4 0 13 0,2 3-11 15,-2 0-12-15,0-3-3 0,3 4-5 0,-3-4 1 16,3 5-1-16,-3-4 0 0,2 4 8 0,-2-3-16 16,3 0 8-16,-3 0-10 0,2 4-2 0,-2-5-3 15,3 3-8-15,-3 0 10 0,2 1-2 16,-1-2 0-16,1 0-3 0,-2 2 5 0,-4 1-7 16,-3-2 2-16,3 0-12 0,0 2 12 0,7-1-5 15,-9 1-8-15,1-3 8 0,-2 4 1 16,3-3 6-16,-6 2-9 0,6-3-6 0,-4 2 8 15,-2 2-15-15,3-4 18 0,0 0 0 0,-1 2 15 16,1 1-16-16,0-3 1 0,-1 1-3 0,1 2-5 16,-3-3 3-16,0 2-3 0,2 1 0 0,-2 0 0 15,-2-1-3-15,1-2 8 0,-3 4-2 16,7-2-47-16,-3-1-22 0,2 1 4 0,1 0 29 16,0 1-13-16,0 0 5 0,3 0 8 15,-3-2 2-15,0 6-7 0,2-6 7 0,-1 3 10 16,2 0 3-16,0-2-5 0,1 4 31 0,-1-2-18 15,3 3 0-15,-3-2 7 0,0-1-15 16,3 1 8-16,-5 0 2 0,1 1 13 0,1-2-5 16,-3 2-10-16,4 1 15 0,-4-3 0 0,0 2 8 15,0-2 13-15,0 0-13 0,2 1 10 16,-2-1-16-16,-3 3 4 0,-5-3 4 0,4 0-10 16,-3 0 5-16,0 0-2 0,-2 2 7 0,0-2 8 15,-1 0-5-15,-7 0 13 0,3 0-26 0,-4 0 36 16,-1 0-31-16,0-2 8 0,-2 2 13 0,-10 0 5 15,18 0-23-15,-11 0 4 0,-7 0 9 16,11 0-26-16,-11 0-8 0,9 0-61 0,-9 0-59 16,0 0-614-16,0 0-5 0,0 0 40 0,-30 2 75 15,9-7 56-15</inkml:trace>
  <inkml:trace contextRef="#ctx0" brushRef="#br0" timeOffset="-76670.11">3194 9619 575 0,'0'0'228'16,"-7"-1"-8"-16,7 1-30 0,-7-5-8 15,4 2-16-15,3 3-71 0,0 0-3 0,-7-4 5 16,7 4 3-16,-3-5-11 0,3 5-4 0,0 0 2 15,-3-4-8-15,3 4-2 0,0 0-18 0,-6-4-5 16,6 4 2-16,0 0-7 0,0 0-21 16,0 0 15-16,0 0-25 0,0 0-2 0,0 0-9 15,0 0 14-15,0 0-8 0,0 0-3 16,0 0 8-16,0 0 10 0,0 0-8 0,0 0 80 16,23 4 0-16,-13-2-3 0,0-2-12 0,1 1 2 15,5 0-87-15,1-1 7 0,-2 0-17 0,6 0 20 16,1 0-10-16,3-1-2 0,2 0-6 15,1-1 21-15,5-2 0 0,-1 4-8 0,8-2 3 16,-1-1 2-16,1-2 0 0,-3 3-5 0,4-3 3 16,-3 3-3-16,3-4 8 0,-3 4 5 0,2-6-5 15,-1 6 15-15,-2-3-16 0,4-3 9 16,-2 5-3-16,4-4 2 0,-2 0-4 0,14-1-6 16,0 1 0-16,-8-1 23 0,5-2-9 0,3 2 14 15,3-2-15-15,0-3 5 0,-1 2-10 16,-5 3 8-16,3-2 7 0,-14 1-5 0,0 1-2 15,-4 0 7-15,-2 1-13 0,2 0 1 0,0 3-3 16,-2-3 25-16,-5 2-35 0,-2 2 12 16,-1-3-4-16,-3 5-1 0,-6-2 1 0,-1-1-9 15,0 3-4-15,-4-1 7 0,1 1 8 0,-3 0-10 16,-2-4-8-16,2 5 0 0,-4 0 15 0,-7 0-23 16,13 0 6-16,-13 0-26 0,11 5-34 0,-7-4-30 15,2 2-36-15,-3 2-41 0,0-2-120 16,1 4-479-16,-1 0 79 0,4-2 42 0,-3 1 61 15,0-6 69-15</inkml:trace>
  <inkml:trace contextRef="#ctx0" brushRef="#br0" timeOffset="-75286.88">13743 8791 657 0,'0'0'272'0,"0"0"-19"0,0 0-28 0,0 0-30 15,0 0-1-15,0 0-22 0,0 0-70 0,0 0-20 16,0 0 3-16,0 0 4 0,0 0-25 0,0 0 0 16,22-6 8-16,-12 4-18 0,4 1-1 0,-4-5-4 15,3 5-11-15,4-2 9 0,4-1-1 16,-1-2 0-16,4 2-10 0,3-1 4 0,1 1 9 16,0-2-13-16,6 0-5 0,3 1-1 0,0-2 6 15,-3 0-3-15,5 1-7 0,1 1 7 16,-2-2 3-16,4 0-8 0,-5 1-2 0,4 1 2 15,17-3 3-15,0 0-13 0,-3 0 0 0,3 1-16 16,-4 0 26-16,5 4-7 0,-1-5-11 16,3 3 5-16,-3 1 8 0,-6-2-15 0,9 4 8 15,-2-3 7-15,-9 2-11 0,9-2-1 0,-5 3-6 16,5 1 2-16,-8 0 9 0,14-5-26 0,-14 6 17 16,7-3 1-16,-6-2-3 0,9 1 0 15,-3-1 3-15,1-2-8 0,-9 6 10 0,8-7-5 16,-9 5 10-16,-8-3-7 0,2 4 10 0,2-4 0 15,-4 0-5-15,14 0-8 0,-11 0 8 0,-6-1 7 16,3 1 1-16,0 0-1 0,0 0 6 0,-3-1-8 16,3 1 15-16,3 0-18 0,-6 0-2 15,0-1 0-15,2 0 0 0,-2 2 10 0,-3-1-21 16,-5-1 16-16,1 4 3 0,-3-4-14 0,-1 2 11 16,-1 2 3-16,-5-3-8 0,0 5-1 15,-4-2-9-15,0-2 7 0,-4 3-53 0,-2 0-21 16,-4 2-87-16,0 2-87 0,-4 0-561 0,-3 6 100 15,-7-1 44-15,-6-1 71 0,-8-1 62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4:41:45.4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1878 1382 755 0,'-3'-7'225'0,"3"7"-13"15,0-6-27-15,0 6-6 0,-4-6-21 16,4 6-81-16,-2-5 28 0,2 5-31 0,0 0-2 16,-1-3-3-16,1 3 3 0,0 0 12 0,0 0-9 15,-3-5-6-15,3 5 69 0,0 0-2 16,0 0-11-16,0 0-5 0,-7-4-10 0,7 4-25 16,0 0-1-16,0 0 16 0,0 0-20 0,0 0-6 15,0 0-10-15,-4-2-10 0,4 2 2 16,0 0-5-16,0 0-10 0,0 0-5 0,0 0 7 15,0 0-15-15,0 0 1 0,-6-5 4 0,6 5-5 16,0 0-5-16,0 0 0 0,0 0-15 16,0 0 5-16,0 0-1 0,0 0-14 0,0 0-1 15,0 0-12-15,0 0-11 0,0 0 1 0,0 0-9 16,0 0-4-16,0 0 5 0,0 0 2 0,0 0 11 16,0 0 12-16,0 0-5 0,0 0 3 0,0 0 7 15,-4-3-7-15,4 3 2 0,0 0 3 16,0 0-2-16,-3-4 12 0,3 4-3 0,0 0 9 15,0 0-6-15,-3-6-3 0,3 6 16 16,-3-5-18-16,3 5 18 0,0 0 0 0,-1-5 0 16,1 5 7-16,0 0 4 0,0 0-9 0,0-8 6 15,0 8-11-15,-4-3 11 0,4 3 4 0,0 0-17 16,-3-5 15-16,3 5 0 0,0 0-7 16,-3-4-1-16,3 4 16 0,0 0-8 0,0 0-10 15,0 0-2-15,0 0-67 0,0 0 7 0,-4-4 3 16,4 4 10-16,0 0 8 0,0 0-18 0,0 0 13 15,0 0-13-15,0 0 3 0,0 0 12 16,0 0 3-16,0 0 10 0,-7 16-12 0,7-8 4 16,-3 2 3-16,3 0 0 0,0 0-2 15,-3 4 7-15,3-1 6 0,0 2-1 0,0 2 8 16,0-1-10-16,0 4 2 0,0-1-5 0,0-2 11 16,0 2-14-16,0 1 11 0,0-1 8 15,0-1-14-15,0 0 6 0,0 2 8 0,3-1-8 0,-3-1 5 16,0 0-3-16,0 0 6 0,0 1-3 15,0-1 7-15,0-3-14 0,0-1 2 0,0 0 0 16,0-2 10-16,0 1 10 0,0-2-18 0,0-3-4 16,3 0 12-16,-3 1-13 0,0-1-2 15,0-1 18-15,0-1-3 0,0 0 8 0,0 0-6 16,0-2 9-16,0-4 1 0,0 9-9 16,0-5 0-16,0-4 10 0,0 8-11 0,0-5 14 15,0-3-13-15,1 5 4 0,-1-5 4 0,0 0-14 16,3 4 24-16,-3-4-16 0,0 0 0 0,6 3 3 15,-6-3-18-15,0 0 5 0,0 0 3 16,0 0 2-16,7 2-5 0,-7-2 5 0,0 0 0 16,15-3 0-16,-15 3-5 0,15-2 15 0,-6 0-12 15,3 0-3-15,-2 1-5 0,4 0 13 0,-3-2-6 16,3 0 1-16,-1 3-6 0,1-2 3 16,-4 1 5-16,1-1 3 0,2 0-11 0,-6 1 1 15,3 1 4-15,-4-2-7 0,-6 2 5 0,15-1 0 16,-15 1-5-16,9-1 3 0,-9 1-9 0,0 0-14 15,11 0-26-15,-11 0-39 0,4 2-18 16,-4-2-94-16,0 0-389 0,0 0-110 0,-8 10 33 16,8-10 110-16,0 0 30 0</inkml:trace>
  <inkml:trace contextRef="#ctx0" brushRef="#br0" timeOffset="514.9">2282 1581 632 0,'0'0'274'0,"0"0"-13"16,-1-8 36-16,1 8-29 0,0 0-24 0,0-6-24 16,0 6-39-16,0 0-9 0,0 0-18 0,0 0-16 15,0 0-8-15,-2 16-12 0,2-7-8 16,0 2-18-16,0 2 0 0,0 2-17 0,0 0 1 15,0 3-6-15,0 1-12 0,0 0-14 16,2-1-3-16,-2 0-36 0,1 0-51 0,-1-1-108 16,3 1-258-16,-3-3-358 0,3-2 99 0,-3-5 67 15,3-3 43-15,-3 1 70 0</inkml:trace>
  <inkml:trace contextRef="#ctx0" brushRef="#br0" timeOffset="1001.7">2395 1841 711 0,'3'12'233'0,"-3"-1"-13"0,0-2-23 16,0-2-15-16,0 1-16 0,0-2-91 15,0-4-14-15,0-2 16 0,3 9 30 0,-3-6 26 16,0-3 77-16,0 0-13 0,0 0-97 0,0 0-5 15,0 0 2-15,0 0-23 0,0 0 3 0,1-25-13 16,1 12-10-16,-2-4 7 0,1-1-22 0,2-1 17 16,0-1-23-16,0 0-4 0,2 0-1 15,-2 2 0-15,1-1 3 0,2 1-11 0,-2 2-2 16,2 0-8-16,-2 2 13 0,6 1-12 0,-6 3 6 16,2-1-4-16,1 4-3 0,0 1-17 15,0 3 17-15,3 0-5 0,-3 3 3 0,-7 0 0 16,20 8-3-16,-10-1 5 0,2 3 3 0,0 1 2 15,-2 2-2-15,1 2-6 0,-1 2-1 16,0 1 1-16,-2 1-20 0,-1 0-17 0,-1 2-34 16,0-4-62-16,2 1-101 0,-4-2-508 15,2 0 62-15,-2-4 23 0,2 0 97 0,-2-5 46 16</inkml:trace>
  <inkml:trace contextRef="#ctx0" brushRef="#br0" timeOffset="1634.39">2879 1789 872 0,'11'-11'244'0,"-1"3"-22"15,1-2-22-15,-1 1-16 0,-3 0-25 0,3-1-8 16,0-1-23-16,0 3-8 0,-3-3-10 0,1 3-18 16,-1-1 8-16,2 1 0 0,-5 0-8 15,2 0 72-15,-3 2-10 0,1-1-14 0,0 3-12 16,-1-2-7-16,-2 3-19 0,-1 3-5 15,2-8-20-15,-1 4 0 0,-1 4-11 0,0 0 4 16,3-6-17-16,-3 6-1 0,0 0-4 0,0 0-17 16,0 0 10-16,-18 16-13 0,12-8 0 0,-1-1-7 15,4 3-6-15,-3 1-7 0,2 0 20 0,1 0-15 16,1 1-1-16,0-1 4 0,2 3 2 16,2-3-11-16,0 3 9 0,4-1-11 0,-2-2 3 15,2 1 2-15,1 0 0 0,3 0-7 0,0-4 7 16,1 1 3-16,3-1-6 0,-1-4-4 15,1 0 15-15,-1 0-80 0,5-3 6 0,-5-1 7 16,5-1 1-16,-1-3 17 0,3 2-10 16,-4-4 5-16,2-2 8 0,0-2-5 0,-5 0 5 15,1-4 7-15,0 0 1 0,-4 1-3 0,-1 0 5 16,-1 1 7-16,-2 0 11 0,1 1-10 0,-6 1-5 16,2 0 5-16,0 1 10 0,0 0 0 15,-3 3-3-15,0-1 1 0,0 1-6 0,0 6 5 16,-7-7-4-16,7 7 2 0,-10 0-6 0,10 0 9 15,-14 6-6-15,8 0 0 0,-1 0 3 0,0 1 10 16,1 0-12-16,-1 2-1 0,3 1 8 16,-2 1-3-16,5-2-4 0,-2 1-6 0,0 0 10 15,2-1-12-15,1 0 23 0,0-2-13 0,1 1 2 16,2-1 3-16,0-1-3 0,-2-2 6 16,5 1 2-16,-2-2-7 0,6-1 12 0,-3 1-8 15,0-1 6-15,2-2 2 0,2 0-15 0,-11 0 5 16,17 1-2-16,-10-1 9 0,0 2-7 0,3-1 5 15,-4 1-12-15,3-1 4 0,0 0 1 0,-2 1-1 16,-1 1-25-16,5 1-16 0,-4-2-32 16,0 2-29-16,2-1-57 0,-1 2-32 0,-2-3-85 15,1 2-215-15,0-2-161 0,0-1 12 0,3 1 113 16,-10-2 21-16</inkml:trace>
  <inkml:trace contextRef="#ctx0" brushRef="#br0" timeOffset="1981.84">3549 1663 711 0,'0'-8'353'0,"1"3"-38"0,-1 0-23 16,0 5-49-16,3-7-30 0,-3 7-14 15,0 0-20-15,0 0-12 0,0 0-21 0,11 18-11 16,-8-8-7-16,4 5-7 0,-4 0-19 16,3 2-20-16,-2 3 2 0,3 2-7 0,0-1 5 15,-4-1-15-15,1 0-6 0,2-1-10 0,-5-2-2 16,2 1 2-16,1-5-10 0,-1 0-13 0,-3-1 13 15,1 0 18-15,1-5-72 0,-2 1 16 0,0-5-11 16,0-3 3-16,0 0 2 0,0 0-7 16,0 0 3-16,-14-13 4 0,8 1 0 0,-1-6 1 15,1-6 2-15,2 3 2 0,0-3-9 0,1-1 14 16,3-1 4-16,0 1 7 0,0-2-3 16,3 2-7-16,1 2 81 0,-1-1-12 0,1 3-3 15,-1 2-15-15,1 2 0 0,2 1 0 0,1 1-8 16,0 2-13-16,0 1-12 0,-1 0-23 0,1 5-26 15,4-1-62-15,-4 3-66 0,0 2-174 16,2 2-540-16,2 0 115 0,-4 0 54 16,0-1 58-16,-7 2 67 0</inkml:trace>
  <inkml:trace contextRef="#ctx0" brushRef="#br0" timeOffset="2698.64">5007 1148 808 0,'0'0'302'16,"0"0"-30"-16,-5 22-29 0,5-11-36 0,-3 6-5 15,3 4-89-15,3 2-21 0,-2 5 0 16,3 5-17-16,-1 2-14 0,0-2 3 0,-2 4-8 16,1-1-2-16,2 0-10 0,-4-3 7 15,0-2-18-15,3-4 8 0,-3-2-3 0,0-1-12 16,0-3 12-16,0-4-2 0,0 0 0 0,-3-4 5 15,3-3 10-15,-4-2-28 0,1-3 0 16,0-3 3-16,3-2-6 0,0 0 3 0,-18-13-10 0,8 1 5 16,0-7-2-16,3-4 4 0,-3-3 11 15,3-6-11-15,-3-3 24 0,3-11-44 0,1 8 5 16,2 2 15-16,4 8 3 0,0 1 8 0,0 0 0 16,3 1-3-16,1 1-13 0,2 2 6 15,1 1-16-15,1 0 5 0,1 3 3 0,2 3-3 16,3 1-2-16,-2 3-6 0,3 4 6 0,-2 2-3 15,1 2-7-15,0 3 9 0,-1 1-9 16,1 4 9-16,-1 1 1 0,-1 1-10 0,0 4 9 16,-5 1-7-16,0 1 10 0,-3 2 3 15,-1 3-10-15,-6 0 74 0,-4 2-13 0,3 2-8 16,-6-2-10-16,0 1-2 0,-1-2-6 0,-2-2-2 16,-1 0 0-16,1-1 2 0,3-2-10 0,-1-2 0 15,1-1-2-15,3-3-6 0,-3 1 11 0,2-3-8 16,2 1-2-16,-1-1-1 0,4 1-12 0,-4-3 5 15,4 1-8-15,3-4-18 0,-4 6 8 16,1-1 7-16,3-5 1 0,3 7-6 0,0-1 11 16,-2 0-5-16,6 0-14 0,-1 1 14 15,1 1-3-15,6 1 0 0,-2 0-10 0,3 2 4 16,3 0 12-16,0-1-4 0,3 4-2 0,1-3 5 16,-4 1-30-16,1 1-24 0,1 2-43 15,-2-3-54-15,-3 1-169 0,3 1-486 0,-6-3 97 16,0-1 26-16,-2-1 89 0,-2-1 49 0</inkml:trace>
  <inkml:trace contextRef="#ctx0" brushRef="#br0" timeOffset="4544.22">5293 1702 1059 0,'4'-6'282'0,"2"2"-21"0,-2-2-23 0,4 1-23 16,2-5-31-16,2 3 6 0,3-1-29 0,-2-2-18 15,1 2-20-15,0 0 0 0,0-1-28 16,-1-1-1-16,0 1-12 0,1-1 0 0,-4 0-10 16,1-1-6-16,-4 1-7 0,-1 0 0 0,1 1-10 15,-4-1-3-15,1 1 3 0,0 2-11 16,-1-1-2-16,-3 2-8 0,0 0 8 0,0 6-8 16,-3-8-8-16,-2 5 6 0,5 3-11 0,-12-3 8 15,12 3-2-15,-14 4-8 0,3-1-6 16,1 3 9-16,0 0 4 0,0 1-2 0,3 2-3 0,-3 0 1 15,-1 3-1-15,4-2-5 0,1 3 3 16,2-3 3-16,4 1-11 0,-3 1 2 0,3-1-2 16,0-2-2-16,4 2 15 0,2-3-15 15,1 3-1-15,4-3 1 0,2 1 4 0,4-1-2 16,0-4 6-16,1 1-4 0,2-2-7 0,3-1 8 16,-2-2-3-16,-1 0-2 0,4-2-8 15,-3-1-1-15,4-2 6 0,-3 1-5 0,-4-2 8 16,3-4-8-16,-5 3-3 0,2-4 8 15,-2-3-69-15,-4 4 8 0,-2-3 7 0,-1 3 3 16,-1-2 7-16,-2 2 8 0,-2 0-2 0,-1 0 12 0,0 2 6 16,-3 1 20-16,0 2-18 0,0 5-8 15,-3-7 13-15,-3 4 8 0,6 3-10 0,-12-2 2 16,12 2-2-16,0 0 7 0,-16 5 3 16,9-4-3-16,7-1-2 0,-10 6-3 0,9-4 11 15,-2 2-3-15,0 2 2 0,3-2-7 0,0 2 7 16,0 2-10-16,3 0 6 0,1 3 4 15,3 3-2-15,3 3 3 0,0 3 14 0,4 5-17 16,-1 2 5-16,5 14 5 0,2-2-7 16,0 4-1-16,1-2-4 0,-4 3 9 0,0 0-7 0,-3 1 2 15,0-1-7-15,-1 0 8 0,-6-6-6 16,0-4 16-16,-3-3-6 0,-1-2 3 0,-6-3-5 16,3 3 5-16,-4-4 1 0,-3-4-6 0,0 2 7 15,-3-7 19-15,-4-5-18 0,1 1 7 16,-1-7-2-16,1-1-1 0,-1-5 12 0,-4-4-7 15,-2-6 4-15,3-3-11 0,-4-5 8 0,0-2 10 16,5-2-15-16,2-2 8 0,1 0-6 16,6 4 5-16,0-3 1 0,0 1-6 0,7 3-10 15,0-2 13-15,7-3-15 0,0 1 2 0,3-2 0 16,4 1-2-16,-1 0 2 0,5 1 5 0,2 2-5 16,4 1-2-16,0 2-1 0,-4 2-4 15,7 2 4-15,-6 2 3 0,0 2-5 0,2 3 3 16,-2 1-8-16,0 3 2 0,-4 3 3 0,0 1-2 15,4 1-1-15,-5 3 3 0,-1 3 3 0,1-1-16 16,-2 1 20-16,-1 2-12 0,-3 0 8 16,1-1-3-16,-4 1-3 0,-1 1 11 0,1-1-5 15,-3-1-6-15,0 0 6 0,-1-2 4 0,0 0-9 16,-2 0 2-16,2 0-3 0,-3-1 6 16,0-5 4-16,0 0-1 0,0 0-6 0,0 0 0 0,0 0 2 15,0 0 1-15,-18-12 7 0,9-1-8 16,5-1 4-16,-3-2 1 0,0-4-12 0,0-3 5 15,0 1 3-15,4 3-6 0,0 0 8 0,3-2 3 16,0 3-6-16,0 1 6 0,0 0-13 16,3 0 2-16,0 3-2 0,1-1 16 0,-1 2-11 15,4-1-3-15,3 6 18 0,0-3-12 0,0 4-3 16,1 0-10-16,0 2-6 0,3 2-4 0,-1 0-29 16,0 1 13-16,1 2-15 0,-1 0-3 15,2 2-7-15,-2-1 5 0,1 2 5 0,-1-1-19 0,-3 1 9 16,4 0 17-16,-3 0-7 0,3 0 15 15,-5-2 6-15,1 3 7 0,1-3-8 0,-4 0 3 16,3-1 5-16,1 0 7 0,-4-1 9 16,2 0 17-16,-2-3-13 0,4 2 6 0,-4-3-11 15,0 1 16-15,2-1-3 0,-1-2 10 0,-2 0 1 16,1-1 2-16,-3 0-5 0,2-3 4 0,-3 3 19 16,1-2 0-16,0 0 8 0,-1 1-11 15,-3 1 3-15,3 0-11 0,-3 0 16 0,0 3-10 16,1-1-11-16,-1 6 9 0,-1-9-9 0,1 9-2 15,-3-2 0-15,3 2 5 0,0 0-5 0,-17 11 8 16,13-3-16-16,-2 2 8 0,-4 1-6 16,5 4 9-16,-1 0-16 0,-1 3 8 0,4-1-3 15,-1 2 3-15,2-1-3 0,2 1 3 0,2 0-3 16,2-2 6-16,0 1-1 0,5-1-2 0,2-2 5 16,-1-1-3-16,0-3-2 0,4 0 2 15,3-4-7-15,0 0 5 0,1-3-11 0,-2-4 6 16,2-1 7-16,2-3 3 0,4-3 0 15,-3-2-3-15,3-4-12 0,-4-3 7 0,0-3-10 0,-3-2 3 16,-2-2-8-16,-3 0 7 0,-1 4-2 0,-4 0 0 16,0 2-5-16,-4 1 3 0,0 1-6 15,-2 1 10-15,-2 3 50 0,1-1-6 0,-3 2-11 16,0 2 9-16,-1-1-6 0,-2 4-9 0,2 0-6 16,0 1-5-16,-2 2 5 0,6 2-8 15,-7-3 0-15,7 3-10 0,0 0 8 0,0 0-5 16,-6 11 2-16,9-4 3 0,0 0-5 0,3 4-1 15,1-1-2-15,1 5-5 0,-1-1 0 0,2 4 11 16,2 0-6-16,-4 1-13 0,3 0 11 16,-3 1-1-16,3 1 16 0,-6 0-8 0,2-4-2 15,-2-1-8-15,-1 1 3 0,-3 0-6 0,0-3 8 16,0-1 0-16,-3 0 0 0,2-3-7 0,-5-1 9 16,2-2 6-16,-2 0 5 0,-1-2-13 15,0-2 3-15,3-1 2 0,4-2 13 0,0 0-12 16,-17-5-9-16,14 2 11 0,2-4 7 0,-1 0-4 15,4-1-11-15,2-4 0 0,0 2-8 0,-1-5 9 16,4 1-1-16,3-5-3 0,1 2-15 0,-1-2 16 16,0-1-29-16,4-1 11 0,-4 1-5 15,7-4-4-15,-7 3 7 0,4 2-6 0,-3 2 10 16,-1-1 0-16,-1 4 3 0,-1 2 5 0,-4 1 2 16,2 2-7-16,-3 1 0 0,1-2 4 0,-1 3 1 15,-3 2-7-15,0 2-4 0,0 3-9 16,-4-8 12-16,4 8 3 0,-6-3-1 0,6 3 6 15,-7-1-3-15,7 1-9 0,0 0 11 0,-11 7 4 16,11-2-3-16,-3 1 10 0,6 0-8 16,-3 1 3-16,4 2 0 0,0 1-7 0,2 2-1 15,2 1 3-15,4 0 2 0,0 3 3 0,4-1-5 16,1 3 0-16,4-1 5 0,2 1 5 0,-2 0 3 16,3-2-11-16,-4-2 3 0,-2 1 3 0,-1-3-1 15,0 3 14-15,-3-7-11 0,-4 3-5 16,0-1 5-16,-3-1 10 0,1-2 1 0,-2 1 17 15,-3-1-13-15,-3 0 9 0,-3-1-4 0,-3 0-7 16,-3-2 3-16,0 1 2 0,-1-1-5 0,-5-2 7 16,2 1-7-16,-4-2 3 0,4 1-11 0,-2-2-10 15,2 0-21-15,0-2-17 0,-2-1-18 16,3 0-54-16,0-1-80 0,2-3-143 0,1 1-511 16,1-5 106-16,2 1 55 0,5 0 71 0,-2-2 75 15,3-2 43-15</inkml:trace>
  <inkml:trace contextRef="#ctx0" brushRef="#br0" timeOffset="4733.46">7293 1507 780 0,'0'0'238'0,"0"0"67"0,0 0-26 16,11 9-28-16,-5-4-16 0,1 5-22 0,-3 0-16 16,2 4-21-16,1 1-7 0,-3 3-13 15,2-1-28-15,-2 6-10 0,-1 0-10 0,1-1-6 16,-1 1-5-16,-3 0-22 0,3 0-14 0,-3-2-17 15,0-2-55-15,0 0-86 0,0-4-156 16,1 2-485-16,2-4 40 0,-3-1 71 0,0-4 66 16,3-3 36-16</inkml:trace>
  <inkml:trace contextRef="#ctx0" brushRef="#br0" timeOffset="5348.4">7488 1567 934 0,'0'0'327'0,"0"0"-40"0,0 0-10 0,3 14-29 16,-3-7-15-16,0 3-23 0,3 2-23 15,1-1-24-15,0 1-9 0,0 3-8 0,2 0-23 16,-3-1-18-16,4 1-6 0,-1-1 6 0,2-1-18 16,-1-1-87-16,-1-1 8 0,1-2-16 0,-3 0 14 15,3-3-1-15,-1-1 0 0,1 0 5 16,0-4-18-16,-7-1 3 0,8 0-18 0,-8 0-10 15,9-11-13-15,-9 1-5 0,0-1 7 0,-3-4 16 16,-3-2-3-16,1 0 8 0,-2-2 5 0,-2 0 23 16,2-1 11-16,-4 1 12 0,1 0 8 15,3 4 0-15,1 1 7 0,-2 0-4 0,1-1 68 16,4 5-7-16,-3-3-5 0,2 2-3 0,1 1-10 16,-1 0-26-16,4 2 0 0,0-1 1 15,4 2-6-15,-1 3-8 0,4-3 3 0,-3 4-12 16,5 1 7-16,2 0-16 0,-11 2 3 0,20 4 6 15,-6 2-19-15,3 1 5 0,-3 1-7 0,3 6-10 16,3 1 10-16,-2 2-11 0,-2 4 8 16,2 1 1-16,-4 1 4 0,0 1-2 0,-4-3-6 15,0 1 1-15,1-3-5 0,-5-2 7 0,0-1-2 16,-2-2 2-16,2 0 3 0,-5-3-18 16,2-1 15-16,-3-1-8 0,0-2 6 0,0-1 2 15,0-2-2-15,-3-1 10 0,3-3-26 0,0 0 13 0,0 0-2 16,-10-14 5-16,6 3-3 0,1-2-13 15,0-4 11-15,2-2-14 0,-2-2 14 0,3 0-13 16,0 1 7-16,0-1 8 0,0 1-12 0,3 2-9 16,1 0 16-16,2 2-13 0,-2 3 6 15,2-2-1-15,2 5-5 0,-1 0 8 0,3 5-5 16,0 2 0-16,4 2 7 0,-4 3 3 0,7 3-3 16,-3 2 3-16,3 6-2 0,0 1-3 0,4 6 0 15,-1 2 5-15,0 2 5 0,-2 2-3 16,6 10 9-16,-5-7-11 0,-7-1 10 0,1-2-46 15,-7-1-38-15,2-1-103 0,-12 0-304 0,8-5-387 16,-9-2 128-16,-1-3 39 0,-1-7 92 16,-3-2 53-16</inkml:trace>
  <inkml:trace contextRef="#ctx0" brushRef="#br0" timeOffset="5497.89">7313 1096 732 0,'-6'-4'135'0,"2"3"-268"0,4 1-397 15</inkml:trace>
  <inkml:trace contextRef="#ctx0" brushRef="#br0" timeOffset="6297.85">9607 1416 985 0,'0'9'266'0,"0"2"-25"0,0 1-29 0,0 3-17 16,0-1-8-16,0 0-21 0,1 3-15 0,2 1-13 15,0 0-20-15,0-1-5 0,1 0-14 0,3 0-4 16,0-2-23-16,0-2 2 0,2 2-10 0,-1-3 8 16,2-2-3-16,-3-1-13 0,4-3 11 15,-2-1-11-15,1-2-18 0,0 0 9 0,1-3-4 16,-1-3-5-16,-3 1-2 0,4-4-5 15,-4 0-5-15,2-6 7 0,-1 1-15 0,-2 0 5 16,1-3 5-16,-4 1-10 0,1 1 0 0,-1 1-3 16,0 1 6-16,-2-2-6 0,3 4 23 0,-1-1-25 15,-3 2 8-15,3 1-11 0,-3 0 0 16,1 0-10-16,1 1 0 0,2 2 0 0,-4 3-2 16,6-5 4-16,-6 5 3 0,12 0 0 15,-12 0 3-15,16 5-5 0,-6 1-9 0,1 1 4 0,-1 0-1 16,4 4 1-16,-4 0 4 0,0 0 3 15,1 1-2-15,-1 1 5 0,-3 1-3 16,2 0 5-16,-4-1 3 0,1 1 2 0,-6 0 6 0,3-3 7 16,-3 1 15-16,-3 0-17 0,3-1 10 15,-8-1-13-15,2 0 10 0,-4-1-15 0,0 0-23 16,-7-3-33-16,0-3-70 0,-1 0-212 0,-6-2-456 16,3-2 24-16,-5-4 81 0,-2-4 65 0,-2-5 58 15,2-3 67-15</inkml:trace>
  <inkml:trace contextRef="#ctx0" brushRef="#br0" timeOffset="6431.64">9441 1214 703 0,'0'-6'285'0,"3"0"-29"16,-3 0-16-16,0 2-27 0,3 0-34 0,-3 4-21 16,3-8-40-16,-2 5-85 0,-1 3-73 15,6 0-237-15,-6 0-355 0,0 0 64 0,14 5 33 16</inkml:trace>
  <inkml:trace contextRef="#ctx0" brushRef="#br0" timeOffset="7614.46">11067 1346 939 0,'0'-5'258'16,"0"5"-20"-16,0-10-20 0,0 6-13 0,0 4-29 16,0-6-19-16,0 6-14 0,0-7-7 0,0 7-21 15,0 0-15-15,-4-6-3 0,4 6-13 0,0 0-2 16,0 0-15-16,-16 8-1 0,8-3-9 16,-2 5-4-16,1 0-17 0,-2 1 0 0,4 3 10 15,-3 0-20-15,3 0-1 0,-3 0 11 0,6 1-13 16,-3 1-2-16,4 1-3 0,-3-2 0 0,3 3-3 15,3-4 0-15,0 2 3 0,3-4-8 16,-3 2 13-16,3-3-17 0,0 0 1 0,1-1 4 16,2-1 4-16,-3-3-5 0,5 0-7 0,-1-1 17 15,-1-2-12-15,1-2-3 0,-7-1 5 16,14-1-5-16,-14 1 13 0,13-6-15 0,-6 0-11 16,-3-2 11-16,3-2 4 0,-4-2-2 0,1 1 8 15,2-4-13-15,-3 2 3 0,1-2-3 16,-1 3 64-16,1 2 5 0,-4-1 3 0,4 0-14 15,-4 3-9-15,3 0 7 0,-3 2-15 0,3 0-12 16,-3 6 4-16,0-6 3 0,0 6-8 0,0 0 0 16,0 0-5-16,0 0-5 0,10 16 5 15,-9-9-3-15,2 1 1 0,4-1-13 0,-4 1 7 16,1 0-10-16,2 0 16 0,1-1-14 0,0 0 3 16,0-1-10-16,0 0 6 0,3 0 14 0,-3-2-15 15,4-2 11-15,1 2-4 0,-1-2-7 0,-1-2-12 16,0 0 17-16,1 1 0 0,-1-1-12 15,-10 0-21-15,14-1-29 0,-4-1-73 0,-9-1-172 16,5 2-519-16,-3-3 27 0,-3 1 119 0,0-2 48 16,-6-1 38-16,2-1 64 0</inkml:trace>
  <inkml:trace contextRef="#ctx0" brushRef="#br0" timeOffset="8563.95">12466 1303 1062 0,'-18'2'299'0,"1"-4"-84"15,3 4-25-15,-2-1-26 0,5 1-19 0,-2 3-11 16,-2-2-14-16,5 2-5 0,-3-1-23 15,2 1-5-15,1 1-13 0,1 0-10 0,1 0-7 16,1 1-11-16,4-1-3 0,-3 3-7 0,5-3 0 16,-2 1 0-16,3 1-8 0,3-1 8 15,1 1-5-15,-1 0-19 0,3-1 14 0,2 3-3 0,5 0 5 16,-3 0-2-16,4 2-11 0,0-4-2 16,0 4 2-16,2 1-7 0,2-1 12 0,-5 0-12 15,1-1 2-15,-4-1-2 0,0 1 7 16,1 0-4-16,-1-1-4 0,-3 0 3 0,-4 1 1 15,1-2-9-15,0 1 3 0,-4 0 8 16,0 0 3-16,-5 1-4 0,-1-2 11 0,-1 2-20 0,0 1 10 16,-3-2 7-16,-3-2-7 0,2 0 10 15,0 1 8-15,-2-4 0 0,3 0-3 0,-4 0-8 16,4-3 3-16,-4 2-7 0,1-3-1 0,3 1 0 16,-1-1-10-16,1-1-20 0,0-1-18 0,-1-2-85 15,2-1-69-15,2-3-161 0,3 0-366 16,0-1 28-16,1-2 89 0,3-3 42 0</inkml:trace>
  <inkml:trace contextRef="#ctx0" brushRef="#br0" timeOffset="8964.34">12564 1296 995 0,'0'0'266'0,"0"0"-22"0,0 0-11 15,14 6-26-15,-10 0-23 0,-1 5-12 16,1-2-16-16,-1 5-10 0,3 0-18 0,-2 1-18 15,-1 2-8-15,1 1-2 0,3 1-10 16,-3 0-11-16,2 0-7 0,1-2-14 0,-1 1 9 16,2-2-13-16,-1 0-6 0,2-2-4 0,2-2 2 15,-4-1-3-15,3-1 4 0,-4-1-14 16,5-4 5-16,-4-1-15 0,3-3 5 0,1-1 1 16,-11 0 1-16,17-7-7 0,-7 3-2 0,0-4-8 15,0-2 10-15,-3-1-5 0,4-1-77 0,-5-1-5 16,1 1 25-16,-1 0 1 0,-2 0 7 15,3 2-2-15,-3 0 12 0,-1 1 80 0,0 1 0 0,1 3 8 16,-1-2-24-16,-3 2-9 0,3 2 4 16,-3 3-7-16,4-5-13 0,-4 5 10 0,0 0-3 15,0 0-4-15,0 0 2 0,10 13 0 0,-9-6-5 16,2 1 2-16,-3 0-7 0,3 0 8 16,0 1-19-16,1 0 3 0,2-1 0 0,-1 2-15 15,1-3-18-15,4 0-28 0,-3-1-24 0,4 0-27 16,-1 0-39-16,0-3-36 0,1 0-69 15,2-2-194-15,-3 0-241 0,4-2 36 0,2-1 69 16,-5-2 23-16</inkml:trace>
  <inkml:trace contextRef="#ctx0" brushRef="#br0" timeOffset="9164.95">13149 1370 560 0,'0'-14'207'0,"3"4"3"0,-3 2 67 0,0 1 4 16,0 1-25-16,0 2-28 0,0 4-31 0,0-7-15 15,0 7-11-15,0 0-22 0,0 0-11 0,0 0-15 16,4 22-10-16,-1-10-8 0,0 6-16 15,2 4-2-15,1 3-18 0,-2 7 3 0,2 1-11 16,-2 3-2-16,2 2-8 0,2 12 6 0,-2-2-11 16,1-7-13-16,-4-5-2 0,4 0-6 15,-3-3 6-15,0-1-18 0,2-2-34 0,-2-5-60 16,-1-2-83-16,3-8-164 0,-2 0-422 0,0-5 36 16,2-5 92-16,-6-3 46 0,1-2 56 0</inkml:trace>
  <inkml:trace contextRef="#ctx0" brushRef="#br0" timeOffset="9430.89">13153 1448 908 0,'-1'-22'261'16,"1"3"-23"-16,0 3-23 0,0 2-12 15,0 3-14-15,1 0-18 0,2 1-25 0,0 0-5 16,5 1-18-16,-2 0-13 0,4 2-10 0,0 0-13 16,1 2-8-16,2 3-12 0,1 1-8 15,0 1-8-15,3 1 8 0,-3 4-8 0,3 1-8 16,-1 3 6-16,-4 1-8 0,1 3-5 0,-3 1-10 15,0 0 4-15,-3 1 1 0,-3 1-3 16,-1 0 3-16,-3 0-3 0,-4 0-2 0,1 1-1 0,-8 2 1 16,2 0-1-16,-2-3-4 0,0 2 7 15,-2-3 0-15,0-1-5 0,-4-1-7 0,6-2-6 16,1-3-8-16,-3 1-4 0,3-4-29 16,-1-2-38-16,1-2-64 0,3-1-100 0,-1-1-148 15,8 1-326-15,-6-7 70 0,3 1 30 0,3 1 57 16</inkml:trace>
  <inkml:trace contextRef="#ctx0" brushRef="#br0" timeOffset="10030.81">13447 1492 737 0,'16'-6'235'0,"-4"-2"39"0,1 1-5 16,0 0-29-16,-2 1-30 0,-1 1-5 0,-1-3-18 15,2 1-10-15,-1 0-85 0,0-1-8 0,-2-1-7 16,-1 2-5-16,2-2 2 0,-5 0-5 15,2 2-8-15,2-2 3 0,-5 0-2 0,1 2 15 16,-1 1-36-16,0 0 51 0,0-1-46 0,-3 2-21 16,0 5 9-16,1-6-4 0,-1 6 4 0,0 0-4 15,0 0-7-15,0 0-5 0,0 0 5 16,-20 11-7-16,12-3-6 0,5 1 5 0,-4 0-2 16,1 4 0-16,2 1-10 0,-2 0 4 0,6-2-4 15,-5 2 10-15,5-1-6 0,0 0 3 16,0 1-10-16,3-2 13 0,-1 1-15 0,4-1 7 15,1 0 3-15,3-2 15 0,1-2-26 0,2-1-2 16,0-4-16-16,1 1-9 0,3-3-16 0,-3-2-44 16,4 1 23-16,-2-4-40 0,2 0 2 15,-2-2-10-15,-2-4 20 0,0 2 6 0,-1-4 4 0,-2 0-2 16,-4-2 15-16,2-1 19 0,-1 3 19 16,-1-2 22-16,-1 1 24 0,-2 4 22 15,-1-2-1-15,3 3-15 0,-6 0 7 0,5 2-12 0,-2 2-3 16,-3 4 6-16,3-2 12 0,-3 2-23 15,0 0-2-15,10 11 4 0,-9-4-2 0,5 3 8 16,-3 1 0-16,2 0-5 0,-2 0-1 0,0 1-2 16,1 1 8-16,-1-2 5 0,0 0-15 15,0-1 10-15,-3-2-6 0,1 2 6 0,2-5 13 16,-3 4 35-16,0-4-7 0,3 1 5 0,-3-2 2 16,0-4 8-16,0 0-10 0,0 0-10 15,0 0-6-15,0 0 6 0,0 0-6 0,-10-14-14 16,10 6 14-16,-3-2-20 0,3-1 77 0,0-3-13 15,-3 1-18-15,3-1-2 0,-1-2 2 0,1 2-3 16,1 0-4-16,-1 0-16 0,3 2-10 16,-3 1-3-16,3 0-10 0,-3-1-26 0,3 1-48 15,1 3-51-15,3 1-36 0,-3-1-77 0,2 1-228 16,1 2-353-16,0 0 120 0,3 0 16 0,-3-1 66 16,0 2 51-16</inkml:trace>
  <inkml:trace contextRef="#ctx0" brushRef="#br0" timeOffset="10480.36">14209 1330 593 0,'7'8'200'0,"-3"0"-13"0,2 4-13 0,1 1-18 16,-1-1-28-16,2 1 18 0,-2 1-23 0,-2 1-16 16,2-2 6-16,1 1-26 0,0-2-3 0,-3 0 1 15,2 0-31-15,-2-4 10 0,-1 2 23 16,1-3-44-16,2 1 19 0,-2-1-9 0,0-2 22 15,2 0-29-15,-2-4 7 0,-4-1 11 0,9 0-7 16,-9 0-24-16,0 0 0 0,11-8 70 16,-7 2-9-16,-1-3-12 0,0 0-10 0,1-2-13 15,-4 1 2-15,3-1 1 0,0-1-3 0,-3 1 17 16,3 0-9-16,-2 0 2 0,-1 1-74 16,4 0 5-16,-1-2-5 0,0 3 12 0,-2 0-4 15,5-1 2-15,-2 1 0 0,5-2 6 0,2 0 4 16,2 0-15-16,-2 2 5 0,3-2 0 15,-1 1 5-15,4 0-5 0,1-2-7 0,-5 2 7 0,5 2 0 16,-5 0 0-16,4 0-10 0,-6 1 10 16,2 0 0-16,-2 2-12 0,-2 1 12 0,-2 1-21 15,0 0 1-15,1 3 2 0,1-2 8 0,-9 2 5 16,13 5 3-16,-8 0-6 0,2 2 3 0,-1 3 8 16,1-2-16-16,-1 7 21 0,2-1-10 15,-2 0-6-15,-2 3 11 0,2-2-11 0,1 3 8 16,-3-1-10-16,3 0 10 0,-4 1-12 0,4-1-9 15,-1 0-12-15,-2-1-49 0,0-4-43 16,-1-1-144-16,1 1-232 0,-1-3-206 0,3-3 39 16,-5-3 77-16,2-1 59 0</inkml:trace>
  <inkml:trace contextRef="#ctx0" brushRef="#br0" timeOffset="10630.48">14731 996 711 0,'-3'-7'300'0,"3"4"-32"16,0 3-27-16,-3-6-21 0,3 6-43 0,-3-5-39 16,3 5-23-16,0 0-79 0,0 0-121 0,-7 13-483 15,4-6-8-15,-1 1 21 0</inkml:trace>
  <inkml:trace contextRef="#ctx0" brushRef="#br0" timeOffset="11346.85">14954 1245 598 0,'1'-3'256'0,"-1"3"64"16,6-6-28-16,-6 6-18 0,0-5-31 0,0 5-30 16,0 0-14-16,0 0-17 0,0-6-21 0,0 6-12 15,0 0-24-15,0 0-12 0,-24 11-3 0,17-5-10 16,-4 0-16-16,2 2-20 0,-1 2 3 16,-1-1-8-16,4-1-11 0,0 3-94 0,1-3 16 15,2 1-11-15,1 1 12 0,-1 0-12 0,4-2 8 16,4 1-21-16,-1 1 3 0,4 2 8 15,-3-2 7-15,5 1 8 0,2 0 15 0,2 0-20 16,-3 1 10-16,5-1 5 0,-2 3 0 0,4-1 2 16,-4-3-9-16,-2 2-6 0,0-1 11 0,-1 0 2 15,0 1 20-15,-3-3 1 0,-1 1-3 16,-2-2 5-16,-1 2 3 0,0-3 4 0,-3 1 4 16,0-2 9-16,-3 0-4 0,0 0-6 0,-1 0 6 15,-2-1-6-15,2 0-5 0,-6-2 3 0,3 0-18 16,0-1-16-16,1-1-50 0,-1-1-42 0,0 0-135 15,0-1-180-15,0-4-227 0,4 2 38 16,0-2 82-16</inkml:trace>
  <inkml:trace contextRef="#ctx0" brushRef="#br0" timeOffset="12064.01">15196 1436 550 0,'14'-8'205'0,"-7"1"-21"15,3-1 62-15,-2 2-16 0,1 0-23 0,-2 0-20 16,0-1-18-16,1 0-18 0,1-1-5 16,-5 1-15-16,5-1-16 0,-4 2 13 0,1-1-16 15,-2 0-2-15,2 1-2 0,-5 0-11 0,2 1-15 16,0 0 5-16,-3 5-7 0,3-9-19 16,-3 5-15-16,0 4 3 0,5-5-1 0,-5 5-7 15,0 0 3-15,0 0-8 0,0 0-3 0,0 0-10 16,0 0-3-16,-11 21-4 0,11-13-3 0,0 3-3 15,-3-1 10-15,6 2-4 0,-3-1-6 0,3 4 0 16,0-3 5-16,2 1-4 0,1 1 2 16,1-1 4-16,3-1-14 0,4-1 0 0,-1-1 9 15,1 0-7-15,3-3 6 0,1 0-1 0,2-4 3 16,4 1-8-16,3-4 8 0,-3 0 2 0,7-2-10 16,0-3 3-16,3-2 5 0,0 0-16 15,-3-3 13-15,0 0-2 0,-1-1-8 0,-6-1 3 16,-3 1-3-16,-1-3-8 0,-2 1 8 15,-5-2 0-15,-2 3-3 0,-1 2 8 0,-1-2 8 16,-5 3 3-16,3 0 4 0,-3 2-10 0,-1 1 8 16,-3 0-2-16,0 6-6 0,-6-4 8 15,6 4-8-15,-11 0-10 0,11 0 0 0,-14 7 3 16,4-1-6-16,0 2-61 0,0 2 3 0,3 0 4 16,-4 2 14-16,1-2 4 0,3 2 1 0,4-2-3 15,-4 1 8-15,3-1-1 0,-2-1 6 0,6 1 0 16,0-4-3-16,-3 1 11 0,6 0 7 0,0-2 0 15,0-1 11-15,4-2-1 0,1-1 1 16,1-1-9-16,1 0-7 0,4-3 11 0,-4 0 2 16,5-3-11-16,-2-1 1 0,0 0 5 0,2-2-6 15,-2-2-7-15,1 0 16 0,-4-3-37 16,0 0 1-16,0 1 4 0,-3-6-7 0,0 2 5 16,-1-3 10-16,2-2 1 0,-5 2 4 0,-2-3 6 15,2 0-1-15,0 3 6 0,-3 1 5 16,0 4 22-16,0 0-1 0,0 1 9 0,-3 3 1 15,3 0-6-15,0 2-2 0,-3 1-3 0,2 3-7 16,1 5 14-16,-3-2-1 0,3 2-14 0,0 0 4 16,-8 11 1-16,5-4-7 0,3 4 8 15,0 2 5-15,0 0-21 0,3 3 18 0,-2 2 16 16,3 2-24-16,2 0 3 0,1 1-10 0,0 3 8 16,4 1-13-16,2 0 10 0,0 1-16 0,1-3-53 15,-1-3-95-15,-1 1-248 0,4-5-276 0,-2 2 35 16,-1-6 90-16,2-4 43 0</inkml:trace>
  <inkml:trace contextRef="#ctx0" brushRef="#br0" timeOffset="12896.93">17005 1113 724 0,'3'20'192'0,"1"0"0"0,0 0-16 16,2 1-25-16,-5 1 54 0,2 3-23 0,0 1-16 15,1 1-15-15,-1-1-7 0,0 0-11 0,0 1-21 16,0-2-12-16,-1-2-23 0,-2-2-23 15,3-2-39-15,-3-3-33 0,3-2-5 0,-3-2-31 16,0-4-109-16,-3-2-98 0,3 0-282 0,0-3 151 16,0-3 228-16,0 0 129 0,0 0 45 15,-11-18 39-15,4 6 9 0,1-3 40 0,2-3-1 0,-2-4 10 16,1-2 16-16,2-1 5 0,-3 0 28 16,6 0-20-16,-4 3-3 0,1 3-66 0,3 0 10 15,0 4 4-15,0 1-14 0,0 2-3 0,0 2-23 16,0 0-5-16,0 5 5 0,3 0-16 15,-3 5 9-15,7-1-11 0,-7 1 10 0,0 0-10 16,17 11 8-16,-10-4-11 0,0 3 3 16,-1-2 59-16,2 2 5 0,2 1-15 0,-3 0-8 15,2-1-3-15,-1 0-2 0,-1-2-13 0,-1-1 0 16,1 1 3-16,-4-2-11 0,5 0 8 0,-2-1-2 16,-2-2-3-16,2 0 0 0,5-3-11 0,-11 0-63 15,14-5-8-15,-5 2 8 0,2-3 0 16,-1-1 2-16,0-3 11 0,1-1 20 0,-4-2-16 15,6-3-7-15,-2-1 8 0,-4-1 5 0,2-1 7 16,-2 0-15-16,1-1 26 0,1 3-11 0,-5 0 13 16,2 3 11-16,-2 2-1 0,3 0-4 15,-6 2 4-15,5 1-4 0,-6 2-9 0,3 1-7 16,1 1-2-16,-1 3 4 0,-3 2 6 0,0 0-3 16,0 0 3-16,14 9-6 0,-11-1 1 0,1 2 7 15,-1 1-12-15,0 3 2 16,1 3 7-16,-1 0-2 0,4 1 0 0,-6 1 13 0,2 2-20 15,0-2 4-15,0 4 3 0,-2-2-7 0,-1-1 2 16,3 1 2-16,-3 0 1 0,3-1 2 16,-3-1-13-16,3 0 3 0,-3-2-28 0,1-2-33 15,2 1-60-15,0-5-68 0,1-2-216 0,0-2-276 16,5 0 23-16,-5-4 79 0,3-3 49 0</inkml:trace>
  <inkml:trace contextRef="#ctx0" brushRef="#br0" timeOffset="13232.43">17576 1033 668 0,'0'0'230'0,"0"0"-5"0,0 0-33 16,0 0-13-16,4 23-7 0,-1-12-13 15,-3 3-14-15,3 3-14 0,0 4 58 0,-2 1-12 16,2 4-18-16,-3-1-11 0,3 3-17 0,0-2-8 15,-3 1-11-15,5-2-7 0,-2 0-8 0,1-2-7 16,2 1-8-16,-3-5-15 0,0 0-6 16,1-2 0-16,-1-3-4 0,2-1 7 0,1-2-3 15,-3-1-17-15,1-2 17 0,3-1-12 0,3-4 7 16,0 0-2-16,3-3-6 0,-1 0-14 16,1-3-4-16,4 1 9 0,-4 1-80 0,2-4 0 15,-2 2 15-15,4-1-4 0,-4 1 7 0,-2 0 10 16,0 0-8-16,2-1 6 0,-4 2-13 15,-1-1-21-15,-1 1-28 0,-1 1-63 0,1-1-42 16,-7 2-202-16,8 0-402 0,-8 0 97 0,0 0 50 16,0 0 60-16,0 0 59 0</inkml:trace>
  <inkml:trace contextRef="#ctx0" brushRef="#br0" timeOffset="13846.89">18885 1238 1005 0,'0'0'320'0,"-10"-2"-35"0,10 2-35 15,-14 3-19-15,4 3-24 0,-3 2-17 0,-1 3-22 16,3 3-11-16,-3 4-19 0,-2-1-15 0,6 2-8 16,-1 0-10-16,1 1-10 0,3 0-21 15,0-3 3-15,4 1-11 0,-1-2 1 0,4 2-14 16,0-5 6-16,3 2-15 0,-2-2-1 0,6-1-7 16,-3-4 8-16,5-1-16 0,-2 0 0 15,4-4-5-15,-1 0-10 0,0-3 7 0,-10 0-2 16,21-3-2-16,-11-3-6 0,4 1 3 0,-4-3 10 15,0-1-85-15,1-3 8 0,-1 0 19 16,-4-1-11-16,5 1 15 0,-4 1 3 0,-1 0 10 16,-2 2-5-16,2 0 18 0,-3 1-13 0,2 2 18 15,-2 1-8-15,0 1-23 0,-3 4 29 16,4-2-3-16,-4 2-1 0,0 0-1 0,0 0 7 16,10 9-3-16,-7-6 3 0,0 3 0 0,2 1-5 15,-2-1 8-15,3 2-11 0,-2-1-2 0,2 1-11 16,-2-1-30-16,3-1-38 0,0 2-29 15,0-3-82-15,-1 1-156 0,5-3-391 0,-4 0 89 16,-1-3 41-16,4 0 69 0</inkml:trace>
  <inkml:trace contextRef="#ctx0" brushRef="#br0" timeOffset="14080.89">19135 958 898 0,'0'0'287'0,"0"0"-29"16,7 20-15-16,-7-7-28 0,3 3-18 0,-2 3-17 15,2 5-9-15,3-1-25 0,-2 4-13 16,-1 4-18-16,3 1-2 0,-1-1-18 0,1-4-6 16,-2 4-9-16,-1 0-1 0,4-4-7 0,-1-2-11 15,-1 0-28-15,1-2-51 0,-2 0-104 0,-1-6-221 16,4 1-410-16,3-4 98 0,0-3 35 15,-3-4 55-15</inkml:trace>
  <inkml:trace contextRef="#ctx0" brushRef="#br0" timeOffset="14780.37">19491 1226 1044 0,'-1'-5'320'0,"1"5"-36"0,-14-1-26 15,8 1-30-15,6 0-18 0,-20 5-23 0,9 0-10 16,-3 1-24-16,0 2-17 0,5-4-85 16,-5 4-2-16,6-1-13 0,-1-1-1 0,2 0 1 15,0 0 0-15,0-1-8 0,3 1-5 0,1-2 0 16,0 2 11-16,3-1-14 0,0-5 6 16,3 10-14-16,1-6-6 0,2 5 1 0,2-1 3 15,-1 4 8-15,5 1-10 0,0 1 5 0,1 5-8 16,1-1 8-16,2 9-3 0,-1-1-5 15,5 13 5-15,0 0-2 0,-3 1 0 0,0 0-6 16,-6-7 9-16,-1-3-14 0,0-2 13 0,-3-3 18 16,-4 0-35-16,1-2 12 0,-4-1-10 0,0-2 10 15,-1-1 0-15,-2-2 10 0,-3-1-17 0,-1-1 2 16,-3-2 23-16,2-4-8 0,-2-2 13 0,0-1-17 16,-3-6 14-16,3 0 6 0,-1-3 0 15,-3-2-6-15,1-3 1 0,2-1-6 0,1-3 3 16,3-1 5-16,-3 0-12 0,6-1 2 0,1-3-5 15,3 3 2-15,3-3-2 0,1 0-3 16,3 1-8-16,3-2 11 0,4-1-13 0,0 2 5 16,2 1 11-16,5-3-11 0,0 4-3 0,-1 0 1 15,0 1 7-15,-2 3-10 0,-1 0 0 16,0 2 3-16,0 1-3 0,-3 1-5 0,-1 5 5 16,2-3 0-16,-2 4 10 0,1 1-8 0,-4 0 6 15,3 0-3-15,1 1-10 0,0 2 10 0,-3-1-5 16,2 0-7-16,0 0 12 0,1 1-3 15,-1-2-4-15,1 2-1 0,-3-2 11 0,3-1-13 16,-1 0 10-16,0 0-5 0,2-3 0 0,-5 1-5 16,4-1 15-16,-1-1-8 0,-3-2 4 0,1 1 1 15,-1-2-4-15,0-2 7 0,0-1-5 0,-3-1 5 16,-3-2 67-16,2 0-13 0,-3 0-5 0,0 0-10 16,-3-1 10-16,0 0-24 0,-3 1 6 15,3 1-10-15,-3-1 0 0,0 2-3 0,-1 1 0 16,1-1-2-16,-3 3-1 0,2 0-2 0,-4 1-2 15,-1 1-3-15,-1 2-3 0,-1 2 0 16,-2-1-9-16,-1 3 6 0,0 0 6 0,-2 3-28 16,-2 0-21-16,1 3-20 0,0-1-64 0,3 1-62 15,0 1-94-15,5 0-39 0,-2 0-143 0,7 2-299 16,1-3 40-16,3 0 77 0,0 1 64 0,0-4 60 16</inkml:trace>
  <inkml:trace contextRef="#ctx0" brushRef="#br0" timeOffset="15218">21387 957 665 0,'-10'-2'218'0,"0"2"-9"0,-1-2-19 0,2 2-13 16,-2 3-19-16,-3 1-4 0,4 0-16 15,-3 7-18-15,-1 0 6 0,1 4 4 0,2 4 57 16,-2 2-8-16,6 2-17 0,-1 1-6 0,2 4-21 16,6 1-73-16,-4 4-14 0,5 2-7 0,2 2 3 15,3-2-6-15,2 12 1 0,2-1-6 0,0-1-10 16,1-5-10-16,-1-8-18 0,0 0-59 15,0-1-98-15,0 0-275 0,0-3-275 0,-2-7 47 16,-1-3 86-16,-1-7 75 0</inkml:trace>
  <inkml:trace contextRef="#ctx0" brushRef="#br0" timeOffset="16014.03">21110 1557 980 0,'-3'-6'343'0,"3"0"-31"16,0-1-28-16,3 0-97 0,5-3-26 0,-1 0-7 16,6 0-23-16,4-3-11 0,4-2-5 0,2 2-7 15,5-1-11-15,3-1-15 0,2 1-16 0,-2 0-9 16,0 3 1-16,0 0-6 0,0 0-1 0,-4 2 3 16,-3 1-26-16,3 3-8 0,-10 2 16 15,4-1-28-15,-4 2 5 0,-3 2 2 0,0 2-2 16,-1 2-3-16,-3-1-10 0,1 4 2 0,-1 1 4 15,-3-1-1-15,4 1 0 0,-1 2 8 0,-1 0-18 16,2 2 10-16,-4-1-5 0,3 0 0 16,-3 2 2-16,4-2 3 0,1 0 0 0,-2 0 3 15,1-1-16-15,-1-2 6 0,-3 2-3 0,1-3 2 16,1-1 13-16,-2-2-7 0,-3 1-11 16,2-2 6-16,-2-1 2 0,-4-2 7 0,0 0-9 15,0 0 7-15,0 0-2 0,0 0 12 0,-14-14-15 16,4 6-3-16,-1-1 14 0,-2 2-1 0,0-5-8 15,-5 2 21-15,1 1 6 0,0-2-17 16,0-1 37-16,0 2-29 0,3 0-9 0,-2 2 2 16,1-2-6-16,2 3 26 0,3-1-17 0,-1 1 4 15,1-1-4-15,4 4 7 0,-2-2-13 0,1 3 8 16,4-1-5-16,0 0-3 0,3 4 0 0,-3-7-2 16,3 1 5-16,0 6-1 0,12-6 6 15,-4 1 49-15,-1 0-1 0,3 2-2 0,4-3-5 16,-4 3-18-16,6-3 5 0,-1 1-12 0,1-1 1 15,2 0-1-15,-1 1-9 0,0-1 9 0,1 0-9 16,1 4-7-16,-1-3 10 0,-2 4-15 16,2-2-10-16,0 1 9 0,-2 2-6 0,2 0-9 15,4 3 0-15,-4-1 3 0,3 2 0 0,-1 0-5 16,7 3 10-16,-6 1-5 0,3 2 3 16,-4 1-6-16,-2 1-7 0,2 1 8 0,-3 1 4 15,0 1 1-15,-3 1 7 0,-4 2-7 0,4 0-6 16,-7-1 3-16,2-1-8 0,-4 1 13 0,1-2-7 15,-5 2 7-15,2-2-10 0,-3-2 5 16,0 0 8-16,-3-1 2 0,2 0-5 0,-2-2-3 16,0 0 4-16,-1-2 1 0,3-4-4 0,-5 0 4 15,3 1 1-15,-1-3 2 0,-2-2-4 0,6 0 4 16,-14-5-8-16,7 1 1 0,3-4 7 0,-5-5-2 16,1 1-1-16,2-4 6 0,2-6-10 0,-2 1-1 15,2-1 1-15,4 0-8 0,-3 2 7 16,6-1-2-16,-3 0 6 0,3 3 1 0,1 0-7 15,-1 0 10-15,1 2-7 0,2 1 2 0,2 0-2 16,-2 1-16-16,1 2-15 0,3 2-31 0,-2 1-74 16,1 0-77-16,1 5-520 0,1-2-99 15,-4 1 99-15,3-1 68 0,-7 1 86 0,4 0 28 16</inkml:trace>
  <inkml:trace contextRef="#ctx0" brushRef="#br0" timeOffset="16630.99">23361 1277 834 0,'0'12'248'0,"0"2"-38"16,0 4-3-16,3 0-35 0,0 3-13 0,0-1-16 15,-2 0-5-15,2 1-20 0,0 0-11 16,0-2-12-16,-2 1 5 0,2-1-23 0,0-2-8 15,-3-3-3-15,3 0-9 0,-3-2-1 0,4 0 3 16,-4-1 2-16,0-3-4 0,1-2 9 16,-2 0 1-16,1-6-1 0,-4 5-12 0,4-5 8 15,0 0-14-15,0 0-4 0,-10-14-6 0,4 4 13 16,3-1-25-16,-1-4 15 0,-2-4-10 16,4 0-8-16,-1-6-3 0,0 0 1 0,3 3-11 15,0 0 8-15,3-1 2 0,0-1 19 0,-1 3-32 16,1 2 9-16,3 0-6 0,-2 2 8 15,3 0-3-15,-1 1-2 0,2 4-10 0,2-1-44 16,0 2-6-16,1 0-1 0,2 4-72 0,1 0-65 16,-4 3-55-16,3 2-234 0,4 2-220 0,-6 0 42 15,3 3 63-15,-1 2 64 0</inkml:trace>
  <inkml:trace contextRef="#ctx0" brushRef="#br0" timeOffset="16947.48">23685 1463 719 0,'0'0'222'0,"0"0"-30"0,17-8-12 0,-10 3-9 16,-1-3 59-16,-2 1-20 0,3-2-28 0,0 0-23 15,0-3-16-15,-1-1 1 0,-2 2-19 16,-1 0 11-16,3-1-16 0,-4 0-10 0,1 4-3 16,0 0 11-16,-3-1-18 0,0 1 5 0,0 1-26 15,0 1-7-15,-3 1-8 0,3 5 5 0,-8-6-23 16,8 6-5-16,0 0 0 0,-16 7-5 0,12-2-74 15,-2 2 12-15,-2 2-2 0,5 2 0 16,-1-1 7-16,1 3 3 0,0-1-10 0,0 1 20 16,3 0-7-16,3 1-3 0,-3-1 8 15,3 2-8-15,4-1 21 0,0-2-1 0,3 1-4 16,-3-2-4-16,6-1 4 0,1-1-14 0,-1-3 19 16,2-1-11-16,5 0-12 0,-3-2 2 0,4-3-18 15,-1 0-28-15,1-2-15 0,0-2-54 16,-1 2-57-16,-3-2-247 0,3-2-260 0,4 0 27 15,-6-1 89-15,-2 0 69 0</inkml:trace>
  <inkml:trace contextRef="#ctx0" brushRef="#br0" timeOffset="17750.14">24238 1208 1141 0,'-3'-5'325'15,"3"5"-28"-15,-3-7-33 0,3 7-26 0,-3-4-21 16,3 4-22-16,-11 0-18 0,11 0-16 16,-13 6-28-16,6-1-26 0,-4 2 11 0,1-1-13 15,0 3-8-15,2 1-22 0,-2 0 1 0,1-2-76 16,2 3-5-16,0-4 3 0,0 3-3 0,4 0-1 16,-1-3-1-16,1 1 7 0,0-1 5 0,3 0-23 15,-1-1 8-15,1-1 2 0,1 0 3 0,2-2 5 16,4 0-8-16,-4 1 1 0,4-2 4 15,3 1 6-15,-3-2-9 0,0 2-4 0,4-1-8 16,-5 1 3-16,4 0-13 0,-3 3 25 0,4 0-15 16,-2 5-5-16,1 1 11 0,1 4-17 15,-1 3 14-15,4 6-3 0,-3 5 3 0,5 12 10 16,1 1 7-16,-6 3-10 0,3-2 3 0,-1 1-2 16,-3-7 17-16,-2-4-10 0,1-1 2 0,-5-1 4 15,2-6-12-15,-3-1-1 0,-2 0 12 16,-1-2-10-16,-1-4 5 0,-2-2 7 0,-3-1 4 15,-1-1-4-15,0-1 1 0,-7-4 18 0,4-3-11 16,-4-3-10-16,1 0 3 0,-1-3 12 16,2-2-7-16,-3-3 23 0,-3 2-8 0,1-4-2 15,1-1-3-15,1-3 15 0,2 2-10 0,0-2 6 16,-1-2 7-16,3-1-18 0,1 1 10 0,0-2-18 16,3 1 6-16,1 0-3 0,2 0-3 15,4 1-2-15,0-1-11 0,3 1 11 0,4-3-3 16,0 0 1-16,7-3-4 0,-1 3-4 0,8-6-8 15,2 0 12-15,1 3-9 0,1-2 2 0,9-6 5 16,-3 7-3-16,-4 0 1 0,3 1-3 0,-5 3 0 16,2 0 10-16,-3 1-5 0,0 3-5 15,-4 1-5-15,-3 0-5 0,1 4-18 0,-1-1 2 16,-4 4-7-16,0 1 13 0,-2 1 4 0,-1 1-2 16,0 3-5-16,1 0 13 0,-4 1 2 15,3 0-2-15,-3 3 2 0,0 1-4 0,-4-2 6 16,4 2 4-16,-4-2-3 0,1 1 0 0,-1-1 10 15,1-2-5-15,-4 3 2 0,4-2-2 0,-4-1-2 16,3 1 4-16,-3-3 9 0,0-2 7 16,3 7-11-16,-3-7 1 0,0 0 15 0,0 0-5 15,0 0-5-15,0 0 25 0,0 0-30 0,0 0 10 16,-3-23 7-16,0 12-9 0,3-2-4 16,0-2 6-16,0-3-15 0,0-2 2 0,0-1 8 15,3-3-8-15,3 1 3 0,-2 1-1 0,2-2-4 16,-2 4 4-16,3-1 4 0,0 5-14 0,0 0 3 15,2 1-2-15,-1 2-1 0,-1 1-35 0,2 2 7 16,-2 2-48-16,4 2-16 0,-4 0-36 0,3 5-12 16,-3 0-126-16,3 2-268 0,0 2-124 15,-3 2 1-15,3 3 87 0,-3 0 40 0</inkml:trace>
  <inkml:trace contextRef="#ctx0" brushRef="#br0" timeOffset="18629.68">24927 1563 629 0,'9'0'225'16,"-9"0"-4"-16,0 0-9 0,13-8-30 0,-9 3-6 0,3 0-19 16,0-2 52-16,0-3-19 0,3-1-8 15,-4 1-24-15,2-2-2 0,-2-2-22 0,-2 0-88 16,4 0 2-16,-6 3-7 0,1-1 21 0,1-1-6 16,-4 2 5-16,4 1-15 0,-4 2-5 15,0 0-2-15,0 3-1 0,-1 0-15 0,1 5 13 16,-10-6-13-16,10 6-5 0,0 0 2 0,-20 9-7 15,12-1 0-15,1-1 0 0,-2 6-5 16,2-1 9-16,0 1-11 0,3 2 1 0,-2 0 1 16,2-1-5-16,4-1-1 0,0 0 1 0,0 2-3 15,0-3 5-15,3 1 2 0,1-3-1 16,2 1-1-16,2-4 2 0,-1 2-2 0,3-4 3 16,4-1 2-16,-1 0 3 0,5-4 0 0,1 0-13 15,2-3 15-15,0 0-2 0,2-6 5 16,2 2-15-16,-1-2 2 0,6-5 2 0,-5 0-4 0,-1-2 2 15,-1-3 5-15,1 0-20 0,-3 1 10 16,-5 1 5-16,-1 0-7 0,-2 1-1 0,-2 0 8 16,-1 4-5-16,-4 1 0 0,-2 1 3 0,2 0 4 15,-2 3-1-15,-3 0-4 0,-1 2-4 0,-1-1-4 16,-3 1 4-16,4 5-6 0,-3-8 6 0,0 6-14 16,3 2 6-16,0 0 0 0,0 0 2 15,0 0-5-15,0 0-2 0,0 0 10 0,0 0-5 16,6 21 5-16,2-12-11 0,-1 0 8 0,4 2 11 15,1 0-6-15,-2 2-7 0,0 1 18 16,1-2-18-16,-1 3 7 0,-3-1-10 0,0-1 21 16,3 2-5-16,-6-1-19 0,2-3 21 0,-3 2 8 15,-2-1-13-15,2-4 5 0,-3 4 5 16,0-3 3-16,-3 0 10 0,3-2-12 0,-2-1 6 16,-3 0 1-16,2-3 5 0,0 1 3 0,3-4-6 15,0 0 14-15,-11 0-9 0,11 0 4 0,0 0-12 16,-4-8-11-16,4 2 9 0,0-2-7 0,3-1 4 15,-2 1-4-15,6-3 15 0,-3-2-15 16,2 1-3-16,4-2-8 0,-2 1 11 0,2-2-13 16,0-1 0-16,2-1 7 0,-1 1 1 0,0-1-11 15,0 3 8-15,1-3 3 0,-5 4-8 0,1 1 10 16,2 0-10-16,-3 0 5 0,-1 4-5 16,1 0-6-16,-3 1 6 0,-1-1-8 0,1 3 6 15,2 0-4-15,-3 2 1 0,-3 3 0 0,7-3-3 16,-7 3 8-16,14 2-3 0,-14-2 1 15,14 6 4-15,-4 1-7 0,1 0 5 0,0 4-3 16,1 0-2-16,-1-1 5 0,3 7-5 0,-1-4 7 16,0 3 6-16,1-1-11 0,-2 1-2 15,-3-1 7-15,-2-1-2 0,0 0 0 0,-1 0 10 0,-2-2 0 16,-1 2 8-16,-3-3-3 0,-3 2 8 16,3-2 2-16,-7-1 9 0,0 2-22 0,-3-2 9 15,1-1 2-15,-6 0 5 0,1-2 7 16,1 0-4-16,3-2 12 0,-4-2-2 0,0 0-3 15,0 0-7-15,1-3 7 0,-1 0-10 0,0-2-12 16,0 1-24-16,-2-2-38 0,5 1-24 0,-2-2-22 16,3 0-167-16,-1 1-532 0,7-1 75 0,-2-1 42 15,5 0 88-15,0-3 87 0</inkml:trace>
  <inkml:trace contextRef="#ctx0" brushRef="#br0" timeOffset="18846.82">26013 1213 995 0,'0'0'274'16,"0"0"-23"-16,4 14-26 0,-4-5-12 0,0 1-26 16,3 4-16-16,-3 1-15 0,0 4-7 0,0 0-24 15,3-1-7-15,-3 3-13 0,0 0-5 16,3 4-13-16,-1-3-18 0,-2 0-3 0,1-1-20 15,0 4-46-15,-1-6-102 0,0 2-308 0,3-3-304 16,-3-3 33-16,0-5 62 0,3-4 87 0</inkml:trace>
  <inkml:trace contextRef="#ctx0" brushRef="#br0" timeOffset="18979.87">26050 1011 652 0,'0'0'97'0,"0"0"-168"16,-6 10-444-16</inkml:trace>
  <inkml:trace contextRef="#ctx0" brushRef="#br0" timeOffset="19679.98">26276 1301 747 0,'3'6'294'0,"0"1"-35"15,-2 0-11-15,6 2-30 0,-2-1-31 0,0 0-8 16,2-1 0-16,4 1-20 0,-2-2-3 0,-2 0-21 16,3-1-9-16,1 0-1 0,-1 0-17 15,0-2-11-15,1 0-10 0,-2-1 3 0,-2-2-1 16,-7 0-12-16,18-1-3 0,-10-3-5 0,-3-1-61 15,3 0-11-15,-2-3 3 0,-3 1-7 16,-2-1 12-16,2 1 3 0,-6-2-3 0,3 2 5 16,-4-2 0-16,1 2-7 0,-1-2-6 0,-6 2 11 15,3 0-6-15,1 3 9 0,-5 0-4 16,4-3-2-16,0 3 8 0,-1 0-18 0,-1 2 3 16,2 0-4-16,7 2 1 0,-10-3-2 0,4 1 7 15,6 2-3-15,-8-3-7 0,8 3 10 0,0 0-10 16,-7-3 7-16,7 3 13 0,0 0-7 0,0 0 5 15,0 0-3-15,0 0-3 0,0 0-2 0,21-1 5 16,-21 1 0-16,17 1-2 0,-6 1 0 16,2 1-1-16,-2 0 6 0,2 0-13 0,4 3 0 15,-3 1 12-15,3 2-9 0,-4 0-11 0,1 4 21 16,0 0-8-16,2 2-6 0,-4 0 14 16,1 0-10-16,-2 3-6 0,-2-4 0 0,-5 2 8 15,3-2 5-15,-1 1 0 0,-2-3-5 0,-3 1 11 16,2 0-11-16,-3-3-5 0,0 2 5 0,0-3 0 15,0-1 0-15,0 0 15 0,0-2-2 16,0 1 10-16,-3-1-5 0,3-1 10 0,0-5-13 16,0 0 11-16,0 0-1 0,0 0-2 0,0 0 8 15,0 0-5-15,6-26-6 0,-1 12-4 16,0-2-9-16,2-3 6 0,4 1-5 0,-1 0 5 16,2 2-6-16,0-1-4 0,1 2 7 0,1 2-2 15,1 1-6-15,-4 2 3 0,1 0 1 0,4 3-1 16,-2 0 10-16,0 1-10 0,-1 3-10 15,-2 0 5-15,3 3-5 0,2 1 0 0,-3 3 7 0,-1 0-2 16,1 4-2-16,1-1 15 0,-1 3-11 16,1 0 8-16,-2 4-20 0,-1-3 10 0,0 3-5 15,-4 1 0-15,0-2 13 0,2 2 4 0,-4-1-4 16,1 0-11-16,-2-1 1 0,-4-1-3 16,3 1-64-16,-3-2-16 0,-3-3-130 0,0 2-630 15,-1-2 106-15,1-1 50 0,-2-4 72 0,-1-2 67 16</inkml:trace>
  <inkml:trace contextRef="#ctx0" brushRef="#br0" timeOffset="20347.08">28081 1258 824 0,'3'27'315'0,"-2"-1"-31"0,-1 1-16 0,3 2-45 15,3 5-16-15,1 15-12 0,1 1-21 0,2 1-20 16,-1 0-14-16,-1-2-12 0,2 0-12 0,0-4-22 15,-3-8-48-15,0-5-61 0,-4-4-110 0,-2-1-584 16,2-4 38-16,0-4 64 0,-3-7 57 16</inkml:trace>
  <inkml:trace contextRef="#ctx0" brushRef="#br0" timeOffset="20612.96">28047 1171 918 0,'10'-11'244'0,"0"1"-17"0,-2 4-22 16,5 0-10-16,-3 3-31 0,4 0-11 0,2 3-22 15,-1 1-14-15,3 4-14 0,-2 2-11 16,0 0-2-16,2 4-11 0,-5 3-10 0,1 4 8 16,-4 0-6-16,-3 1 60 0,-3 0-6 0,-1 1-22 15,-6 1-8-15,-1 1-8 0,-1 2-11 16,-4 1-4-16,-2 0-13 0,-5 1 7 0,3-1-7 15,-1-4-18-15,1-3-15 0,0 0-39 0,1-1-64 16,-1-5-81-16,5-1-390 0,-1-3-218 16,2-2 91-16,2-4 65 0,-4-1 58 0</inkml:trace>
  <inkml:trace contextRef="#ctx0" brushRef="#br0" timeOffset="21895.94">28491 1200 652 0,'16'13'269'0,"-4"2"-100"0,-2-1-8 15,0 0-12-15,-3 1-26 0,0 2-1 16,-1-3 6-16,-2 3-28 0,0-1 0 0,-1 1-13 16,-3 0 5-16,3-4-5 0,-3 1 3 0,-3-2-16 15,3 0 13-15,-3-2 8 0,3-2-13 0,-4 0-3 16,4-3 77-16,-2 0-18 0,-3-3-15 0,5-2-23 15,0 0-15-15,0 0 2 0,-5-12-3 16,5 4-15-16,0-3-10 0,2 0-3 0,1-3-12 16,3 0-1-16,-1-3-4 0,2 3-14 0,5-2 1 15,0 0 2-15,-2 1-7 0,3 1 4 16,1 4-15-16,-4 0 8 0,0 1-7 0,1 3-9 16,-1 0-12-16,0 2 5 0,0 1 7 0,-3 3-2 15,-7 0 0-15,17 7 3 0,-10-1 10 16,-3 2-11-16,4 3-4 0,-3 0 7 0,3 3-3 15,-2 0-17-15,-1-1 12 0,0 1-2 0,1 1 8 16,2 0 2-16,-4 0-5 0,5-3 15 16,-2 2-2-16,0-3-8 0,3 0 13 0,0 0-13 0,-3-5 6 15,4 1 7-15,-1-3-8 0,3-1-5 16,-2-2 5-16,4-1-12 0,-2-2 14 0,-3-3-7 16,3 1 13-16,-2-5-10 0,-1-1 0 0,0-1 2 15,-3-3 3-15,0-1-6 0,-4-3 9 0,0-1-8 16,-3 1 7-16,0-1 3 0,-3 0-11 15,0 3 16-15,0 0-20 0,-1 1 23 0,1 0-11 16,-2 4 0-16,-1 2-7 0,1 0 0 0,-4 3-8 16,-4 3 10-16,3 2-5 0,0 2 3 15,-2 2-3-15,0 2-3 0,2 0 6 0,2 4 0 16,1-1-11-16,0 0 3 0,1 3-71 0,3-1 4 16,-1 0 11-16,4 1 12 0,0-3-4 0,4 2 7 15,2-2 2-15,-2-1 8 0,6 0 16 16,1 0-3-16,2-4 3 0,0 0-6 0,5-3-2 15,4 0 8-15,0-2 0 0,2-2 2 0,6-3 3 16,-5 0 2-16,5-1-5 0,-2-4 0 0,1-1-2 16,-6 0-13-16,-1-1-13 0,-1-2-5 0,-3-1-5 15,-5-1 2-15,1-4-5 0,0-3 11 16,-4 1-11-16,-7-1 21 0,5 2 2 0,-5-1-13 16,0 5 19-16,-3 1 7 0,3 4 3 0,-3 0 7 15,1 1 0-15,-2 4 1 0,1 0-22 16,-3 7 17-16,3 2-9 0,0 0 13 0,0 0 6 15,-18 19-11-15,12-4 5 0,1 7-2 0,-3 1 13 16,4 4-11-16,0 6 3 0,-2 4-5 16,6-1-3-16,0 2 21 0,-1 0-14 0,2 0-4 15,2-2 13-15,0 0-26 0,1-1 18 0,0-4-8 16,2-4-5-16,-2-5-13 0,-1-2-30 0,2-2 15 16,-3-5 0-16,1-2 10 0,-3-5-26 0,3-3 19 15,-3-3 2-15,0 0 5 0,0 0 18 16,0-17-13-16,4 2 11 0,-8-1 30 0,8-4-2 15,-3-2 12-15,-1-2 21 0,3 1 16 0,4-1-6 16,-1 2 2-16,0 0-9 0,2 4-6 0,-1 2-2 16,0 2 3-16,3 2 2 0,0 1-16 15,0 4-4-15,0 1-6 0,1 3-2 0,-1 3 5 16,5 2 5-16,-3 1-16 0,1 2 1 0,-1 6 0 16,1-1 5-16,-3 4-8 0,0 0 2 15,-1 1 1-15,-4 1-5 0,0 2 15 0,-4-1-11 16,-2-1 1-16,-4 2 7 0,1-2-2 0,-5 1-8 15,-2 1 11-15,-2-1-11 0,-1-4 18 16,0-1-18-16,-2-4 0 0,3-1 10 0,-2 1 8 16,1-3-2-16,4-1 12 0,0-1-2 0,-1-1 0 15,5-1 4-15,6-1-17 0,0 0 5 0,-11-6-5 16,12 0-10-16,-1 6-3 0,9-12 8 0,-2 5 2 16,4-3-22-16,4-2 1 0,1-1-4 15,0-2-3-15,5-3 6 0,-1 1-9 0,4-4 4 16,-3 2 4-16,0-1 0 0,-1-2 0 0,1-3-2 15,1 2 0-15,-7-2-8 0,9-10 3 0,-7 3 2 16,0 2 3-16,0-9 2 0,-6 5 0 16,-1 2 6-16,1 2-3 0,-5 1 0 0,-1 4-1 15,0 2 9-15,-5 3 17 0,5 2-14 0,-3 2 11 16,-2 4-17-16,3-1 16 0,-3 2-16 0,4 1 2 16,-4 2-14-16,0 3 12 0,0 5 5 15,0 0-10-15,0 0 7 0,0 0-7 0,-7 27 5 16,7-10-3-16,-1 2-7 0,2 6 13 0,-1 4 2 15,0-1-8-15,3 7-7 0,1 0 10 16,-1 2 3-16,1-1-11 0,-1 3 11 0,1-3-9 16,-1 1 6-16,0 0 8 0,2-4-3 0,1 0-15 15,-1-6-8-15,-3-2-46 0,1-2-133 0,4-1-266 16,-4-4-239-16,3-5 62 0,-1-2 72 16,-2-5 54-16</inkml:trace>
  <inkml:trace contextRef="#ctx0" brushRef="#br0" timeOffset="23095.98">29997 1346 744 0,'11'-7'218'0,"-1"1"-18"0,-2 0-6 15,-4 0-22-15,2 2-16 0,0-2-8 0,-1 1-7 16,0 0-5-16,-3 0-6 0,-2 0 6 15,3 0-18-15,0 0-16 0,-3 5-2 0,0-8-18 16,0 8 0-16,-3-6-23 0,3 6 7 0,-5-3 1 16,5 3-21-16,0 0-5 0,-23 6 0 15,14-5-8-15,-2 5-10 0,1 0 3 0,3 2 76 16,0-3-10-16,-3 5-15 0,3-2-16 0,4 1-4 16,-4 0 9-16,4 1-7 0,2-1-10 0,0 0-3 15,1-2 0-15,1 3-18 0,0-2 8 0,7-1-16 16,0-1-30-16,3 1-8 0,-1-2-10 15,5-1-10-15,1 1-21 0,2-3-28 0,-2-2-18 16,2 0-16-16,-2 0-32 0,2-2-24 0,-2-3-86 16,2 1-27-16,-2-5-83 0,1 0 71 0,-6-1 38 15,3-1 62-15,-1-3 89 0,-3 2 49 16,1 0 31-16,-1 0 110 0,0 4 30 0,-1-2-22 16,-4 3-4-16,1 0-14 0,-2 4-13 15,1-1 12-15,1 2-9 0,-6 2-14 0,0 0 11 16,0 0-3-16,10 12-7 0,-10-2 4 0,3 1-7 15,-3 2-10-15,3 0 12 0,-3 5-12 16,0 0-3-16,0-1 13 0,0 2-10 0,0-2-3 16,-3 0-5-16,3 1-5 0,-3-5 10 0,3-1 0 15,-3 0-2-15,3-1 5 0,-1-1 23 0,-2-1 25 16,3-1-5-16,0-5-23 0,0-3 0 0,0 0 6 16,0 0-1-16,0 0-18 0,0 0 32 0,0 0-37 15,4-22 3-15,-4 10 48 0,3-3 3 16,3 0-10-16,-3 1-8 0,1-3-7 0,2 3-11 15,-1 2-3-15,1-2-2 0,-2 4 1 16,2 2-30-16,-2-2 12 0,-1 3-9 0,4 0-12 16,-6 4-1-16,5-1 6 0,-2 2-8 0,-4 2 8 15,0 0-8-15,0 0-10 0,17 6 15 16,-14-3-7-16,1 2 2 0,-1-1-15 0,-3 1 10 16,5-1-3-16,-4 2 16 0,0-2-5 0,2 0-1 15,-3-4 1-15,0 6 0 0,3-2-1 0,-3-4 14 16,2 5 7-16,-2-5 0 0,0 0-5 0,0 0 3 15,0 0-11-15,0 0-2 0,0 0 10 0,0 0-8 16,6-15-2-16,-3 8 5 0,-1 0-8 16,0-4 3-16,1 0 3 0,0-3-6 0,1 1-5 15,2 0-5-15,0 1-5 0,-1 2 12 0,1 0-12 16,-2 0 13-16,1 3-23 0,-3-1 7 16,1 3-5-16,0 2 6 0,2 0-9 0,-5 3 6 15,0 0 0-15,0 0 5 0,16 8-1 0,-11-2-1 16,-3-1 12-16,4 5-8 0,-1-2-4 15,1 3-1-15,0-1-5 0,-2 1 13 0,3-2-2 16,0 2-1-16,0-2 8 0,-1-1 0 0,1 1 11 16,1-1-6-16,2-1-2 0,-1-1-1 15,1-3-2-15,4 0 8 0,-3-1 3 0,6-2-14 16,-1 0 3-16,-1-1-2 0,2-5 2 0,3 2 5 16,-2-3-15-16,2-2 0 0,-1-2-8 0,-4-1-5 15,-1 1 0-15,1-3 8 0,-3-2-5 16,-5 2-8-16,0-1 2 0,-1 2 16 0,-3-2-5 15,-1 3 10-15,1 1-5 0,-6-1-3 0,1 2 0 16,1 2 3-16,-4 1 10 0,0 0-15 0,-3 1 10 16,1 1-5-16,-1 1 2 0,-1 2 3 15,2 1-2-15,7 1-11 0,-14 0 3 0,7 3 10 16,7-3-5-16,-8 7-3 0,3-2-2 0,5 2-6 16,0 0 6-16,0 2 8 0,5 3-4 15,0 1 6-15,1 0-5 0,1 3-5 0,1 0 10 16,2 4 0-16,0-3 3 0,1 2-3 0,1-1-8 15,-2 0 3-15,0 0 2 0,-5-3 11 0,2-1-8 16,-1 1 3-16,1-4 12 0,-3-1-5 16,-1 1 11-16,0-1-3 0,-2-1 10 0,-1-2-3 0,-1 2 9 15,0-3 4-15,-4 1-18 0,0-1 9 16,-7-1-1-16,5-1-8 0,-3 1 8 0,-1-3-5 16,-2-1-7-16,-1 1 9 0,4-1-20 0,-1-1 13 15,-2 0 3-15,2-1-11 0,0-1 8 16,0 0-13-16,0-1-23 0,1 0-25 0,-1-3-44 15,4 0-98-15,2 3-255 0,-3-2-376 0,3 0 96 16,2-2 78-16,0 1 58 0,0-1 62 0</inkml:trace>
  <inkml:trace contextRef="#ctx0" brushRef="#br0" timeOffset="23579.87">31298 1277 908 0,'-4'3'305'0,"4"-3"-98"0,0 0-184 15,-3 2-606-15,3-2 58 0</inkml:trace>
  <inkml:trace contextRef="#ctx0" brushRef="#br0" timeOffset="26828.53">23268 1956 691 0,'-4'-4'274'0,"4"4"-13"0,-3-7-41 15,3 7-13-15,-4-6-33 0,4 6 0 0,-3-4-28 16,3 4-15-16,-3-4-29 0,3 4-5 0,0 0-5 15,0 0-2-15,0 0-8 0,0 0-10 16,-4 14 2-16,4-8-8 0,0 3-84 0,-3 1 13 16,3 3 3-16,0 0-16 0,3 1 3 0,-3 1-1 15,1 1 16-15,-1 1-2 0,3-2 4 16,-3 1-4-16,3 1 2 0,0-3-8 0,1 1 8 16,3-2 2-16,-3-1 1 0,-1-1 0 15,4-1-1-15,-1-2 1 0,1 1 17 0,4 1 16 0,2-5-33 16,1 2-3-16,2-4 71 0,2 2-2 15,2-2-15-15,1-1-5 0,3-2 2 0,3 2-15 16,-2-2 7-16,6 0 8 0,-2-2-25 16,3 0 2-16,-1 0 8 0,3 0 0 0,-3-2-13 15,2 2-8-15,2-2 6 0,-1 0-8 0,3-1 2 16,-3 3-2-16,3-3 5 0,-6 0-8 0,0 4-2 16,8-3 12-16,-2-1-20 0,-6 2 3 15,3 0-3-15,3-1 5 0,2-1-5 0,-2 1 13 16,0 0-11-16,4-1 1 0,-1 0 4 0,-1 0-4 15,-2 1-1-15,1-2-7 0,3 1 13 0,-6-1-3 16,5 2-5-16,-3 0 3 0,-2-2-1 16,-4 3 1-16,-1 1 12 0,1-3-12 0,0 2-3 15,0-1 5-15,-1 2-8 0,-2 0 11 0,2-2 5 16,-2 2-13-16,0-1-5 0,5 0 2 16,-5 0-5-16,3 1 11 0,-4-2 0 0,4 2 4 15,0-3-17-15,0 4 15 0,-1-2-2 0,1-1 2 16,0 1 0-16,0 1 0 0,-1-3-5 0,-2 5 0 15,3-2 5-15,-1-1-5 0,-2 1 0 16,-5 1 8-16,4 1 2 0,-3-2-10 0,-2 1 8 16,2-1-19-16,-1 2 17 0,-2-2-1 0,3 2-8 15,0 0 11-15,-1-1-16 0,1-1 13 0,0 1 3 16,1 0-3-16,-2 0 0 0,4-3 11 16,1 4-19-16,2-4 8 0,-2 3-2 0,-4-1 2 15,7 1-8-15,-7 1-2 0,3 0 5 0,0-2-2 16,3 1 2-16,-5 1 10 0,5-2-13 15,-5 4-2-15,2-2 8 0,-3 0-8 0,4-2 10 16,-2 2 0-16,1 0 2 0,-2 0-7 0,2-2 0 16,1 1-2-16,2-1-8 0,-2 1 15 15,3 0 2-15,-7 1-7 0,6-3 8 0,-6 3-5 16,3 0 2-16,-1 0-3 0,-3 0-4 0,4 0 10 16,-4 0-3-16,4 0-10 0,-2 2 10 0,-1-1-3 15,3-1-2-15,-2 0-5 0,1 0-3 0,1 0 8 16,-2-1 3-16,5-1-3 0,-2 0-3 0,3 2 11 15,-1 0 2-15,-5 0-12 0,2 0 2 16,4 0 2-16,-1 0-9 0,-2 2 19 0,3 0-12 16,-5-1 3-16,5 0-3 0,-1 0 0 0,-2 1 5 15,0-1-10-15,-1 1 0 0,-3-2 0 16,2 2 5-16,-4-1-3 0,2-1 8 0,0 0-5 16,-3 0 0-16,2 0 5 0,-2 0-5 0,0-1 8 15,0-1-8-15,-5 2 8 0,0-2-8 0,-1 2 13 16,-5-3 7-16,4 1-5 0,-1-1 1 15,-3 0 12-15,-2-3 5 0,1 2-5 0,-5-3 6 16,3 0-9-16,0 0 6 0,-2-2-5 16,-3-1-6-16,-2 0 1 0,3-4 4 0,0 1-7 0,-3 0-8 15,0-1 11-15,0-1-8 0,0 0 4 16,-3-1 6-16,3 0-10 0,-3 2-2 0,3 0 4 16,-1 1-20-16,0 2 10 0,-1 1-13 0,-1-1-43 15,-1 4-13-15,4 1-31 0,-3 3-45 16,-4 1-88-16,7 2-533 0,-17 5 1 0,0 1 92 15,-7 3 56-15,-4 3 65 0</inkml:trace>
  <inkml:trace contextRef="#ctx0" brushRef="#br0" timeOffset="27711.9">24030 2556 680 0,'0'0'236'15,"0"0"-26"-15,0 0-16 0,0 0-12 0,0 0-10 16,-4 17-24-16,4-5-10 0,0-1-23 15,-3 6-5-15,3 3 1 0,0-2-7 0,0 2-83 16,0 3-13-16,0-1-3 0,0 3 2 0,0 0-1 16,0 0 4-16,0-3 3 0,0 0-3 15,0 1 0-15,0-3 0 0,0 2 1 0,0-1 9 16,0-1-2-16,3 0 5 0,-3 0-10 0,1-1-8 16,-1 0 8-16,0-2 10 0,3-2-13 15,-3-2-7-15,0 2-1 0,3-2 1 0,-3-2 9 16,0 0 9-16,3 0-3 0,-1-3 2 0,-2 0-4 15,3 1 9-15,-3-5 3 0,3 2 3 16,-3-2 0-16,0 2-3 0,3-1-5 0,0-1 3 16,-2 1-3-16,-1-5 5 0,10 5-10 0,0-2 5 15,0-1 0-15,4-1-3 0,0-1 6 0,3 1-13 16,6-2 5-16,-1 0 56 0,2-1-2 16,8 2-1-16,-3-3-7 0,2 2-25 0,0 1-9 15,0 0-17-15,-1-2-33 0,1 2-37 0,-4 2-53 16,-3-2-84-16,3 0-134 0,-6 0-394 15,-1 0 80-15,0 0 58 0,-5 0 39 0</inkml:trace>
  <inkml:trace contextRef="#ctx0" brushRef="#br0" timeOffset="27944.81">24583 3056 762 0,'-1'-5'238'0,"1"5"-23"0,-2-9-38 16,2 9-13-16,0-6-16 0,0 6-15 0,2-7-12 15,-2 7-11-15,2-4-10 0,-2 4-8 0,11 0-18 16,-11 0-13-16,13 3-9 0,-6 2 1 16,5 1-1-16,-4 1-17 0,2 3-4 0,-3 1 5 15,4 1-11-15,-5 1-1 0,-2 1-4 0,-1 1 18 16,0-1-4-16,-6 1-14 0,0 2 6 16,1 0 4-16,-9 2-1 0,0-1 6 0,0 3-42 15,-2-2-47-15,-7 1-59 0,-1 0-84 0,-4 0-176 16,9-5-295-16,-1-1 84 0,3-5 49 15</inkml:trace>
  <inkml:trace contextRef="#ctx0" brushRef="#br0" timeOffset="28462.05">25390 3435 614 0,'0'25'215'0,"4"0"-10"16,-3-4-29-16,2 0-27 0,0-2-6 0,-3 2-15 15,3 0-15-15,-2-3-3 0,-1 1-3 16,3-2-22-16,-3 0-32 0,3-5-37 0,-3 2-55 15,0-3-60-15,0-3-63 0,3 1-416 0,-6-5 12 16,3-3 41-16</inkml:trace>
  <inkml:trace contextRef="#ctx0" brushRef="#br0" timeOffset="28748.46">25281 3238 593 0,'3'-21'254'0,"1"0"-26"0,-1 9-16 0,4-3-28 16,1 4-5-16,-2-1-22 0,4 1-14 0,-3 2-18 15,4 2 1-15,2-1-24 0,-2 3-5 16,2 1-15-16,4 3-5 0,-3 1-8 0,3 1-7 16,0 3 4-16,4 3-9 0,-5 0-14 15,2 4 3-15,2 0-2 0,-6 1-3 0,-1 3 5 16,1-3-8-16,-7 3 3 0,-1-1 10 0,-2 1 3 16,-4-2 0-16,0 0-72 0,-4 3 13 0,-5-4 2 15,2 3-10-15,-7 1 21 0,0-1-10 16,-6-4-1-16,3-1 6 0,-1 3 2 0,-5-5 74 15,3 1-10-15,2-1-5 0,1-4-2 0,0 0-19 16,-1 0-20-16,2 0-33 0,1-3-54 16,2 0-39-16,0-1-112 0,2-1-207 0,5 0-287 15,-1-3 61-15,4 0 70 0,0-3 48 0</inkml:trace>
  <inkml:trace contextRef="#ctx0" brushRef="#br0" timeOffset="29395.6">25706 3334 238 0,'3'10'107'0,"0"-1"1"0,-3-1-24 15,0 0 13-15,0-2 6 0,0-2 9 0,3 2 4 16,-3-6 19-16,0 7 90 0,0-7-4 0,-3 4-17 15,3-4-14-15,0 0-21 0,0 0-5 16,0 0-29-16,0 0 1 0,-10-17-16 0,6 8-17 16,1-2 1-16,-1-6-4 0,1 1 13 0,0-1-90 15,3 0-3-15,-1 0 3 0,1 1 1 0,0-1 14 16,0 0-25-16,1 3 2 0,2-1 0 16,-3 3 1-16,3-1-6 0,1 3-15 0,3-1 0 15,0-1 10-15,0 1-18 0,2 4-10 0,-1 0-41 16,2 2-18-16,0-1-23 0,1 4-43 0,-1-2-8 15,0 4-41-15,1 0 7 0,-1 4-79 16,1-2 47-16,-2 4 9 0,-2-1-15 0,3 1 26 16,-3 0 23-16,0 2 28 0,0-2 43 15,-1 5 21-15,-2-5-18 0,2 2 59 0,-2-1 54 16,0 0 18-16,-1 0 25 0,1 0 0 0,-1-4 21 16,0 2 40-16,3-2 11 0,-5 3 3 15,-1-6 25-15,6 4-28 0,-6-4-1 0,8 1-9 16,-8-1-8-16,13-1-8 0,-6-2-7 0,2-1-1 15,-1 0-14-15,-1-2-4 0,3 2-9 0,-1-4-6 16,-1 0 6-16,-1-1-11 0,0 2 2 16,3-3 4-16,-3 2 12 0,-1 1-8 0,-2-1 14 15,1 2 70-15,-2 1-11 0,0 0-14 0,-3 0 5 16,3 1-30-16,-3 4-21 0,4-6 0 16,-4 6-15-16,0 0 3 0,0 0-1 0,0 0-20 15,0 0 3-15,-13 15-16 0,8-7 0 0,2 1 10 16,1 2-15-16,-3 0 0 0,2 2 6 0,3 0-9 15,0-1-15-15,0 1 11 0,3 3-4 16,3-2-1-16,-2 1-1 0,4 0-13 0,2-1-12 16,3 0-23-16,1 0 12 0,3 0-15 0,3-5-44 15,1 0-14-15,2-2-68 0,1-3-76 0,-1 1-110 16,0-4-359-16,4-1 65 0,-1-2 43 16,-1-2 58-16</inkml:trace>
  <inkml:trace contextRef="#ctx0" brushRef="#br0" timeOffset="29994.9">26621 3104 908 0,'0'-4'238'0,"0"-4"-5"0,0 4-23 16,0 4-13-16,-4-9-28 0,4 9-26 15,-6-2-12-15,6 2-6 0,-13 1-22 0,13-1 2 16,-21 10-11-16,8-3-17 0,-1 2 0 16,0 4-21-16,0 1-4 0,1 1-6 0,-1 3 2 15,2 2 3-15,2-3-12 0,-2 1-16 0,5-2 10 16,3 1-10-16,-2 0 3 0,6-2-1 0,0-3-7 15,0 3 3-15,3-1-3 0,0-4-6 0,1 0 1 16,3-2 0-16,5 0 5 0,-2-2-5 16,1-3-8-16,1-3 5 0,1 0-10 0,-3-3 8 15,4-1-11-15,-1-3 16 0,1-3-10 0,-4 0 12 16,0-5-7-16,1 0 4 0,-1-3-9 16,-3-3-6-16,0-4 6 0,0 2-3 0,-1-4-3 15,-2-2 1-15,-1-3-3 0,2 1 64 16,-3 2 10-16,-2 4-8 0,0 4 1 0,0-1 7 15,0 4-10-15,0 3 0 0,0 1-16 0,-1 2-12 16,1-1 10-16,0 3-13 0,-3 3 5 0,0 4-18 16,0 0 1-16,3 3 7 0,0 0-8 0,-13 9-10 15,9-1 3-15,0 3 13 0,0 3-14 16,-2-1-7-16,3 3 8 0,2 1 5 0,0 3-6 16,1-1 1-16,0-1-3 0,1 4-5 0,3-1 3 15,2 0-24-15,2 0-12 0,-1-1 12 16,3-2-7-16,0-2 10 0,4-2-15 0,-1 0-8 15,3-5-23-15,-1 0-23 0,2-5-2 0,-3 0-19 16,3-4 1-16,0 0 17 0,-3-1 5 16,2-2 6-16,-1-3 10 0,-2-2-3 0,1 0 31 15,-4-1-2-15,0-1 20 0,-2 1 33 0,1 2 13 16,-5-1 33-16,3 1-2 0,-4 1-21 16,4 2-4-16,-6 0-6 0,5 1-18 0,-6 3 15 15,0 0-2-15,0 0 0 0,10 10 3 0,-7-3-9 16,0 1 14-16,-2 2-21 0,6 2 5 0,-3 1 8 15,-1 1-23-15,3 1-15 0,-2 2-24 16,4-5-22-16,-5 1-85 0,3-1-169 0,1 1-425 16,-1-5 82-16,1 0 66 0,-2-2 55 15</inkml:trace>
  <inkml:trace contextRef="#ctx0" brushRef="#br0" timeOffset="30428.65">27346 3053 721 0,'0'0'272'16,"0"0"-37"-16,-14 1-17 0,14-1-24 0,-13 9-7 15,3-2-31-15,-1 1-15 0,1 2-13 16,3 2-13-16,-4 1-5 0,4 0-20 0,-2-1-8 15,2 3 0-15,1 1-13 0,-2-1-8 0,5 1 1 16,-1-2-6-16,1 0-15 0,3 0-8 16,3-2 0-16,0 1 6 0,1-2-16 0,4 3 10 15,1-5-7-15,3 1-6 0,1-2-2 0,3-2-5 16,5-3-41-16,-1 0-54 0,4 0 10 0,0-3-115 16,3-6-94-16,-5 3-410 0,1-3 51 15,1-2 51-15,0-3 69 0</inkml:trace>
  <inkml:trace contextRef="#ctx0" brushRef="#br0" timeOffset="30678.49">27701 2838 662 0,'0'0'223'0,"0"0"-18"0,-10 18-11 0,7-7-19 15,3 0-17-15,-3 6-20 0,3 1 3 16,0 0-20-16,0 2-1 0,0 0-18 0,0 1-2 15,0 0-15-15,3 4-9 0,-3-5 1 16,6 1-5-16,-5 0 12 0,2-2-22 0,4-2-14 16,-3-1-4-16,2-2 4 0,-2 1-7 0,2-2 5 15,-2-4-5-15,3 1 13 0,0-3-23 0,3-1-8 16,0-3-41-16,0 2-41 0,0-5-128 0,-3 0-327 16,4-3-177-16,-1-1 71 0,-3-3 62 15,-1-2 46-15</inkml:trace>
  <inkml:trace contextRef="#ctx0" brushRef="#br0" timeOffset="30929">27568 3016 965 0,'0'0'286'0,"0"0"-27"15,0 0-83-15,0 0-4 0,0 0-13 16,0 0-24-16,0 0-7 0,18-10-15 0,-8 6-8 15,3 2-11-15,4-4 63 0,-3 0-9 0,3 1-10 16,1-1-23-16,-2 0-2 0,1-1-11 16,-6 4-7-16,2-2-3 0,-2 2-12 0,-1 0-70 0,0-1 0 15,1 2-10-15,-2-1 10 0,-2 0-12 16,0 1 2-16,-7 2 2 0,11-3-37 0,-8 1-14 16,-3 2-59-16,7-2-14 0,-7 2-73 15,0 0-215-15,0 0-293 0,6 4 34 0,-6-4 65 16,0 0 59-16</inkml:trace>
  <inkml:trace contextRef="#ctx0" brushRef="#br0" timeOffset="31845.03">29351 2725 606 0,'-8'14'256'0,"7"-5"-26"0,0 3-12 16,-4 1-21-16,1 5-89 0,4-1-1 0,-3 3-17 15,2 0 2-15,-2 1-15 0,3 1 2 0,0-2-5 16,0 2-10-16,0-2-2 0,0 2-11 0,4-3 13 16,-1 0-26-16,1-3 3 0,-1 1-5 15,1 0-5-15,-1-3-8 0,2-2 10 0,-3 0-2 16,1 0-8-16,3-4-23 0,-1 2-46 0,3-3-75 15,-6 1-168-15,6-3-379 0,-3-2 69 16,0 1 57-16</inkml:trace>
  <inkml:trace contextRef="#ctx0" brushRef="#br0" timeOffset="32627.89">29090 3094 826 0,'0'0'269'0,"0"0"-31"16,0 0-23-16,0 0-10 0,0 0-21 0,0 0-23 15,26-11-12-15,-11 6-19 0,6 2-4 16,2-3-16-16,4-2-8 0,0 1-10 0,-2-1 70 16,2 1-42-16,4-1 3 0,-2-2-18 0,-3 2-8 15,0-1-12-15,-2 1-19 0,-1 0-15 0,-4-1-10 16,1 0-25-16,-2-3 7 0,-5 4-11 0,-2-4 9 15,-1 1-21-15,-4 0 10 0,1-2 6 16,-4-2-6-16,3 2 5 0,-5-2-2 0,-1 0 7 16,0 1-2-16,-1 2 16 0,1-1 4 0,-2 2 3 15,-2 1-8-15,4 2-20 0,0 1-10 16,0 0 2-16,-3 4 10 0,3 3-12 0,0 0 15 16,0 0-8-16,0 0 0 0,0 16 3 0,0-6-11 15,3 0 6-15,3 2-5 0,-4 1 2 16,1 4-10-16,3-3 20 0,-5 3-10 0,5-1-2 15,-2-1-3-15,-1-2 2 0,1 0 6 0,0-1-3 16,-1 0-10-16,0-4 7 0,0 1 4 0,0-1 14 16,-2-2-10-16,2 1 11 0,0-3-3 15,1 0-5-15,0 0 12 0,-4-4 6 0,13 0-8 16,-13 0-13-16,15-6 11 0,-4 1-11 0,-3 1-8 16,-1 0 3-16,4 1 3 0,-3 0-18 0,-3-1 12 15,2 4-2-15,-7 0 0 0,14 0-5 16,-14 0 8-16,10 4-6 0,-2-1-2 0,-2 2 3 15,1 0-3-15,1 1 10 0,0 0-8 0,0 0-2 16,0 1 10-16,-3-3-5 0,2 4 3 16,4-4-1-16,-2 2 3 0,1-2-7 0,1 2 7 15,1-1 3-15,0-4-8 0,5 0-8 0,0-1 16 16,3-1-3-16,3 0 2 0,-1-3 1 16,0 0-10-16,2 0 4 0,-1-1 8 0,1-3-2 15,-1-1-3-15,-2-1-7 0,-1-1 2 0,-3-1 10 16,1 0 3-16,-5 1-6 0,1 1-14 0,-4-2 9 15,-3 3-4-15,2 1 14 0,-4 0 1 16,2 3-3-16,-4-2 1 0,3 2-1 0,-6 5 3 16,0 0-11-16,0 0 1 0,0 0-6 0,-16 17 3 15,5-9 3-15,1 6-1 0,0-3 4 16,3 4-12-16,0-1-4 0,2 0 13 0,-3 1-1 16,8 1-12-16,-1-3 10 0,1 0 3 0,1 1-1 15,2 1 8-15,4-4-4 0,2 3 1 0,-1-6-4 16,5 3 7-16,-1-3-7 0,1 0-1 15,0-2-4-15,1-2-1 0,-1 1 6 0,3-3-26 16,-5-1-6-16,0 2-22 0,-1-3-74 0,-3 2-252 16,-1-2-442-16,-6 0 39 0,4-4 119 0,-4 4 55 15,0 0 71-15,-27-8 51 0</inkml:trace>
  <inkml:trace contextRef="#ctx0" brushRef="#br0" timeOffset="33744.43">24836 4004 793 0,'-9'-1'248'0,"9"1"-22"0,-10 0-17 16,10 0-32-16,-18 13-11 0,5-4-15 0,-1 4-2 15,0 2-21-15,-3 3-21 0,4-1-7 0,1 4-13 16,-7-1 64-16,9 1-28 0,-4-3-8 0,4 0-7 15,3 2-11-15,0-5-12 0,3 2-11 0,-2-2-8 16,6-1-14-16,-1-3 6 0,1 2-14 16,1-4-8-16,2 1 2 0,3-3 11 0,2 1-8 15,-1-4-5-15,3 1-1 0,4-3 1 16,-1-2-2-16,0 0-6 0,1 0-5 0,-3-1 0 16,3 0-3-16,-4-4 14 0,3 2-11 0,-5 2-13 15,2-3 15-15,-1 3-7 0,-1-2-7 16,-2 3-6-16,-6 0 2 0,11-1-17 0,-11 1 2 15,12-3 3-15,-12 3 3 0,5 4-1 0,2-3 8 16,-4 2-10-16,3 2 0 0,-2-2 3 0,3 2-1 16,-3-3-2-16,5 3-3 0,-5-3 6 15,3 1-4-15,3 1 9 0,-3-1-8 0,0-3 5 16,2 1 2-16,-1 1 4 0,2-2-1 0,-10 0 2 16,14-3 1-16,-1 1-5 0,-3 1 4 0,-3-6 1 15,4 5 7-15,-1-5-15 0,-3 1 8 16,3-2-5-16,-3-1 7 0,0 1 8 0,0-3-13 15,-4 0 5-15,6-3-2 0,-7 0 5 16,1-1-1-16,0 3 4 0,-3-1-1 0,0 1 26 16,0 3-18-16,0-4-2 0,-3 5-9 0,3 0 9 15,-4 1-16-15,-2 1 10 0,2 1 16 0,-3 2-16 16,1-2-12-16,6 5 5 0,-18 0-6 16,11 4 6-16,-3-2 5 0,0 5-8 0,-1 2-3 15,1-1 1-15,1 0-1 0,1 2 4 0,1 1-12 16,1 2 1-16,3-2-2 0,2 3-4 0,-2-3-9 15,3 0-29-15,4 1-27 0,-1 4-24 16,4-5-49-16,2 3-12 0,-1-3-64 0,5-2-75 16,-3 0-219-16,5-2-206 0,1-1 85 0,-5-3 46 15,2 2 62-15</inkml:trace>
  <inkml:trace contextRef="#ctx0" brushRef="#br0" timeOffset="34178.3">25275 4170 522 0,'0'0'171'0,"0"0"-4"16,0 0-6-16,0 0-5 0,0 0-18 15,3 14-23-15,0-6 6 0,-3 1-14 0,2 0-12 16,-2 2-16-16,1 2 8 0,-1-2-25 0,0 0-3 16,1 0-11-16,-1 0-4 0,0-3 7 15,0 1-13-15,0-1 8 0,0-1-2 0,0 0 7 16,0-3 11-16,0 3 73 0,0-1 24 0,0-6-11 15,0 7-15-15,0-7-84 0,0 0-5 0,0 0-1 16,0 0-17-16,0 0 4 0,0 0-4 16,0-23 7-16,0 14-10 0,0-4-5 0,3 1 0 15,0-5 3-15,0 0 7 0,1-4-5 0,0 3-10 16,3 0 7-16,-1 1-15 0,-2 1 5 16,5 1 1-16,-1-1-11 0,-1 4 2 0,0-2 1 15,2 3-13-15,-1 3 7 0,-1 2 0 0,3 3-4 16,0-1 2-16,-3 3-3 0,3 2 0 0,0 4 3 15,-2 0 3-15,2 2 2 0,-1 5-13 16,2-3 13-16,-4 3 2 0,0 1-2 0,2-1 3 16,-1 3-3-16,-1-1-5 0,1-3 2 0,-3 3-7 15,3-3-5-15,1 3-8 0,-2-3 10 0,0-1-28 16,0 0 18-16,0 0-8 0,0-5-30 16,-1 2-24-16,1-1-73 0,1 1-121 0,1-5-392 15,-2 1 41-15,0 1 31 0,3-4 87 0</inkml:trace>
  <inkml:trace contextRef="#ctx0" brushRef="#br0" timeOffset="34460.5">25856 3878 783 0,'0'7'233'0,"5"3"-31"16,-4 1-15-16,3 4-23 0,-1 2 5 0,1 1-24 16,2 4-11-16,-2 3-12 0,0-2-12 0,2 2-23 15,-2 0-2-15,-1-1-6 0,3 1-7 0,-2-4 56 16,-1 1-15-16,5 1-3 0,-5-8-13 0,1 0-15 16,2 0 2-16,-2 0-12 0,-1-3-5 15,0 0-3-15,3-3 2 0,-4-1-20 0,4 0-18 16,-2-2-20-16,2-2-67 0,-2-1-110 15,3 1-210-15,0-4-358 0,-7 0 43 0,10-6 67 16,-4 4 64-16</inkml:trace>
  <inkml:trace contextRef="#ctx0" brushRef="#br0" timeOffset="34761.65">25706 4216 847 0,'0'0'269'0,"-8"-5"-37"0,8 5-11 0,-3-2-22 16,3 2-32-16,0 0-16 0,14-13-5 0,-7 9-16 16,6-4-12-16,1-1-3 0,2 1-10 15,2 0-10-15,3-5-13 0,-1 4-11 0,1 0-2 16,2-1 59-16,-3 3-7 0,-2 0-29 0,0 3-10 16,-2-1-5-16,5 2-8 0,-5 3-8 0,2 0-7 15,3 0-3-15,-1 4-10 0,0 1 8 16,3 3-21-16,-5 0 0 0,3 3 5 0,0-2-15 15,-4 4 8-15,3-2-24 0,-6 3-7 0,3-3-10 16,-2 3-21-16,-6-3-8 0,1-1-35 16,-3 3-69-16,1-1-85 0,-2-2-272 0,0 1-232 15,-2-3 67-15,-1-4 81 0,1 2 46 16</inkml:trace>
  <inkml:trace contextRef="#ctx0" brushRef="#br0" timeOffset="34896.04">26248 3931 732 0,'0'0'192'16,"0"0"-88"-16,0 0-147 0,0 0-428 0</inkml:trace>
  <inkml:trace contextRef="#ctx0" brushRef="#br0" timeOffset="35711.42">26536 4217 714 0,'4'11'233'15,"-1"-3"-29"-15,0 2-17 0,-3-3-20 0,3 0-9 16,-2 0-19-16,-1-3-6 0,0 3-13 15,0-1 0-15,0-6-53 0,3 8 25 0,-3-4 8 16,0-4 82-16,3 5-19 0,-3-5-19 16,0 0-14-16,0 0-2 0,0 0-15 0,0 0-6 15,-6-16-25-15,6 6 0 0,0-4-8 0,0 3-7 16,0-5 7-16,3-2-15 0,3 2-5 0,-4-3-11 16,1 1-7-16,3 1 3 0,-2 2-6 0,2 1-8 15,-2 0-2-15,2 2 0 0,2 0-2 16,-2 3-1-16,-2 0-2 0,5 2-7 0,-5 3-1 15,4 0 3-15,1 3-1 0,-9 1-6 0,14 5-1 16,-3-2-5-16,-2 5 10 0,1 1-5 16,-2 0-2-16,2 4 9 0,0-1-9 0,-2 1-3 15,2 1 2-15,1 0-2 0,-6 0 3 0,3-2 0 16,1 2-3-16,-2-3-8 0,0 2 5 16,0-5-7-16,0 1 13 0,-2 0-3 0,0-2-69 15,2 1 2-15,0-5 13 0,0 3 1 0,1-5 9 16,-3 0-2-16,-5-1-5 0,17 0 12 0,-7-2 16 15,-3-4-7-15,1 3-1 0,2-6 0 0,-4-1-5 16,1-1 13-16,1-3-20 0,-2 0 12 16,1-3 8-16,-4-2 3 0,3 1 4 0,-1 1 1 15,-2 0 10-15,0 5 5 0,-2-2-5 0,2 3 12 16,0 0-12-16,-3 1 0 0,3 2-8 16,-3 1-2-16,1 1 10 0,-1 2 5 0,0 4-13 15,0 0 16-15,0 0-11 0,0 0 10 16,0 0-9-16,3 15-4 0,0-6 14 0,-3 0-8 15,3 3 5-15,0 0-10 0,-1-2 20 0,1 2-13 16,0-1 1-16,1-1-8 0,-1 3 7 0,0-4 3 16,1 1-15-16,2-1 12 0,2 0 1 15,0-2 4-15,0 0-12 0,2-4 2 0,1 1 8 16,2-1 5-16,1-2-15 0,-3-2 15 0,3-1-13 16,-1 0-2-16,-3-3-3 0,4-3 6 0,-4 1 9 15,-3-3-17-15,4-1 18 0,-5-2-3 16,1 1-3-16,-4-2 8 0,3-1-10 0,-5 5 20 15,2-1 11-15,1-1-16 0,-2 5 11 0,-1-3-9 16,0 5 11-16,-1-2 6 0,0 1-24 16,3-1-13-16,-3 7-2 0,0-4 15 0,0 4-13 15,0 0 11-15,0 0-1 0,0 0-9 0,0 17-1 16,3-9 3-16,-3 3 2 0,0-1 8 0,0 2-17 16,3 1 24-16,-2-1-6 0,-1 4-9 15,3-3 0-15,0 1-7 0,1 2-28 0,0-4-21 16,2 3-72-16,-2-1-35 0,4-1-110 0,0 0-188 15,0-3-168-15,5 0 15 0,-6-3 69 0</inkml:trace>
  <inkml:trace contextRef="#ctx0" brushRef="#br0" timeOffset="36644.46">27510 4059 824 0,'0'0'251'0,"-7"16"-18"0,7-12-24 0,0 5-17 16,0 3-23-16,0-2-23 0,0 1-13 0,3 2-10 16,-2-4-8-16,2 2-20 0,-3 2-3 15,6-4-84-15,-1 1 10 0,-2-1-8 0,2-1-5 16,-3 0-2-16,4-2 17 0,-2 2-10 0,2-5 8 16,2-2 5-16,-1 4-2 0,-7-5 15 0,11 0-13 15,-11 0 5-15,11-5 8 0,-9 2-13 0,1-2 13 16,-3 5-13-16,0-12 0 0,0 6 2 15,-3-2 9-15,-1-1-1 0,-3 1-2 0,0-3 15 16,0 3-11-16,-2-5 17 0,-2 3-16 16,1 0 20-16,0 0-23 0,-1-2 16 15,4 3-8-15,0 0 7 0,-3 1-17 0,8-2 0 0,-6 2-1 16,5-1-9-16,2 0-6 0,-2 2-4 16,3-2 1-16,4 0-7 0,2 1 6 0,1-1-1 15,3 1-10-15,1 0 8 0,0-1-1 0,2 2 16 16,-3 2-18-16,4 1-12 0,-4-1 9 0,0 4-4 15,1 1-1-15,2 1-10 0,-3 4 8 16,1-1 0-16,2 4-8 0,-2 0 3 0,2 5-3 16,-3-2 72-16,1 3 0 0,-1 3-3 0,3-1-15 15,-2 0 8-15,-4-4 2 0,3 3-20 16,1 1 5-16,0-4-16 0,-3 2-2 0,3-3-69 16,-4 3-16-16,3-4 19 0,1-1-1 0,-1 3 11 15,0-7-1-15,4 2-2 0,-4-1 0 16,3-4 6-16,1 0-4 0,-1 1 3 0,1-6 6 15,-3 1 14-15,-1-3 6 0,4-1-10 0,-1-2 22 16,-2-5-22-16,2 2 9 0,-6-1-4 0,4-2 15 16,-1 0 0-16,-1 3 5 0,-1-3 8 15,-1 6 5-15,-1-1-5 0,-2 1-3 0,-1 1-13 16,0 3 3-16,1 3 5 0,-4 1-2 0,0 0 2 16,0 0 3-16,0 0-11 0,11 12 3 0,-11-6-7 15,3 2 9-15,-3 0 1 0,3-2-1 16,2 4-7-16,-4-1 5 0,0-3-2 0,2 1-1 15,4 0 0-15,-6-1 6 0,5-1-3 0,-2 0 5 16,2 1 5-16,1-5-4 0,4 2-1 16,-1-3 5-16,0-1 5 0,4-1 1 0,2 1-14 15,-1-5 8-15,1-1 1 0,2 3-6 0,-5-5 2 16,6-3 1-16,-7 1-3 0,2-3 3 0,-4 2-8 16,4-4 15-16,-7 3-17 0,2 0 2 15,-5-1 2-15,5 3 3 0,-7 2-7 0,4-3 4 16,-3 3 1-16,1 2 7 0,-4-2-15 0,5 5 8 15,-3-4-1-15,1 4-12 0,-3 0 0 0,0 4-6 16,7-3 16-16,-7 3-7 0,0 0-11 16,7 10 5-16,-2-5 0 0,-3 3 3 0,6 5 12 15,-3-2-17-15,2 3 13 0,0 0-1 0,-3 1-2 16,2 2 5-16,0-2-3 0,-1 2 6 16,1-1-1-16,-5-2 1 0,5 2 2 0,-4-4-7 15,-1-2-1-15,0 2 6 0,-1-3 12 0,0-1 3 16,-1 1 15-16,0-1 8 0,-4-4-15 15,1 1-1-15,-2-2-4 0,0 2-3 0,-2-3 5 0,-2-2-3 16,-1 0-10-16,-2 0 3 0,3-3 15 16,-4-1-25-16,3 1-31 0,0 1-34 0,-5-4-40 15,3 0-70-15,-1 2-268 0,4-1-297 0,-1 1 38 16,1-3 85-16,3 1 87 0</inkml:trace>
  <inkml:trace contextRef="#ctx0" brushRef="#br0" timeOffset="37844.01">29363 3876 749 0,'0'0'262'0,"0"0"-24"16,0 0-31-16,-4 15-20 0,4-10-16 0,3 5-17 16,-3 2-6-16,0 1-12 0,0 1-23 15,0 1-14-15,1 1-11 0,-1 0-9 0,0 1 0 16,0-5-17-16,0 3-1 0,0-1-2 0,0-1-8 15,0 0-2-15,4-1-6 0,-8 0-4 16,8-6 9-16,-4 4-7 0,0-5 8 0,0 2-34 16,0 0 11-16,0-7 71 0,0 7-7 0,0-7-11 15,0 0-2-15,0 0-13 0,0 0-8 0,0 0-5 16,10-17 6-16,-10 9-1 0,6-5-5 16,-3 1-20-16,1-1 2 0,3 0-5 0,-3-3-10 15,3 1 3-15,-1 0 7 0,1 4-8 0,2-5-4 16,-4 7-11-16,2-4 5 0,-1 5 0 15,1 1-10-15,0 1 11 0,-3-1-22 0,4 5 16 16,-3-1-7-16,-5 3 4 0,14 3 1 0,-7-2 2 16,1 3 3-16,-3 4-18 0,3 1 10 15,1-1-6-15,-2 5 6 0,0-1-2 0,3 2 2 16,-1 1-10-16,-4-2 2 0,5 2-7 16,-2-1-1-16,1 0-7 0,-2-2 0 0,0 1-8 15,2-2 1-15,-4 0 4 0,2-2-10 0,-1-1 8 0,2 0 8 16,0-2-3-16,-3-4 0 0,2 3 2 15,-1-4 11-15,-6-1-16 0,17-1 11 0,-13-4 2 16,6 3-12-16,1-4 7 0,-1-5-5 16,-1 3 2-16,1-6-12 0,-2 3 5 0,-1-6-6 15,4 0 11-15,-3 1-5 0,-3-5 8 0,2 4 9 16,-1 5 11-16,-1-5 6 0,-2 4 12 16,0 4 10-16,0-1 8 0,-2 1-1 0,2 1-27 15,-3 1 5-15,3 2-3 0,-3 2-2 0,0 3 7 16,0 0 0-16,0 0-7 0,0 0-8 0,3 14 10 15,-6-6-2-15,3 2-5 0,0 1 7 16,0 3-5-16,0 1 3 0,3-4-1 0,-1 3 1 16,-1-3-8-16,0 3 0 0,2-3-8 0,4-1 3 15,-6 3 5-15,7-5-5 0,-3 3 5 16,2-3 0-16,5-2 0 0,-2 2-8 0,1-5-4 16,1 0 6-16,0 0-17 0,0-3-7 0,1 0-1 15,0-3-5-15,-2-2 0 0,2 0 3 16,-2-3 0-16,2-1 15 0,-3 0-10 0,-2-2-3 15,-1-3 5-15,3 0 8 0,-4 1 1 0,0-1 9 16,-1 5 18-16,0-1 21 0,-3 0-8 16,1 2 2-16,0 1 1 0,-1 0-13 0,-1 0-5 15,0 4-1-15,-1 3-7 0,0 0 18 0,0 0-10 16,0 0 0-16,0 0 2 0,6 16-5 0,-6-9 3 16,0 2 7-16,5 0-5 0,-2-1 0 0,-3 3 1 15,3-1-11-15,2 2-3 0,-3-3-15 16,4 0-15-16,-2 1-18 0,5 0-59 0,-4-2-95 15,2 5-97-15,4-6-435 0,0-2 84 16,-1 2 44-16,1-6 66 0</inkml:trace>
  <inkml:trace contextRef="#ctx0" brushRef="#br0" timeOffset="38428.1">30341 3921 842 0,'0'8'233'0,"3"5"-26"0,0-2-10 15,3 2-28-15,-4-1-10 0,1 3-24 0,2 1-4 16,-3 0-19-16,1-5-27 0,0 4 2 0,-1 0-8 16,-1-5-7-16,0 0 0 0,-1 0-11 0,3 0 3 15,-3-3-10-15,4 1 10 0,-4-1 13 16,0-1-70-16,3-2 4 0,-3-4-4 0,1 7 9 15,-1-7-1-15,0 0-5 0,0 0-10 0,0 0 5 16,0 0 0-16,6-20-20 0,-3 11 2 0,0-4 6 16,1 2 1-16,-1-3-9 0,1 2 0 15,0-3 2-15,2 2-5 0,-2 3 10 0,-1-1 1 16,1 3-4-16,2 0-4 0,-3 0 10 0,2 3-5 16,-2 2-6-16,3 2-12 0,-6 1 8 15,0 0 7-15,0 0 8 0,17 9 5 0,-12 1-10 16,1-2 7-16,0 1 3 0,-2 2 0 15,1 0-28-15,-3-2 28 0,1 1 0 0,3 0-5 16,-4 0 10-16,1 0 8 0,-3-1-24 0,3-5 9 16,0 3 7-16,-1-1 31 0,-1 2 5 0,0-5 18 15,-1-3-18-15,3 7 7 0,-3-7-7 0,0 0-2 16,0 0-1-16,0 0-7 0,0 0-1 16,7-15-7-16,-7 5 0 0,4 0-2 0,-1-4-3 15,1-4-23-15,-1 1 0 0,2 0 0 0,-3 0 2 16,4-4 8-16,2 6-13 0,-2 1 3 15,-2-2-5-15,4 3 5 0,-3 3 2 0,-2 0-7 16,2 3-10-16,1 2 22 0,0 2-27 16,1 3 12-16,-7 0 3 0,13 7-1 0,-8 0 9 15,2 1-11-15,-1 1 10 0,0 2 6 0,-2 3-11 16,4-2 13-16,-2 3-7 0,-2 0 2 0,2 1-3 16,-2 1-7-16,3-1-36 0,0-3-69 0,-1 2-157 15,-2-1-424-15,5-2 74 0,-1 1 36 16,-4-4 46-16</inkml:trace>
  <inkml:trace contextRef="#ctx0" brushRef="#br0" timeOffset="39060.89">30931 4038 529 0,'10'-12'226'0,"-2"-1"-16"0,-1 3-16 0,1-1-22 16,-2 0-11-16,0-2 46 0,1 1-20 15,-3-1-5-15,2 1-16 0,-1 1 6 0,1 1-14 16,-3 0-12-16,0 2 5 0,-2 0-20 16,2-1-13-16,-3 4-72 0,0-2-11 0,0 7-9 15,0-9-11-15,0 9 11 0,-5-1-6 0,5 1 6 16,0 0-16-16,-22 10 3 0,15-2 8 0,0 5-4 16,-1-2-9-16,-1 3 10 0,2 2-13 0,1 0-2 15,2-3 2-15,0 4 5 0,1 0-2 16,3-1-6-16,3 1 1 0,4 0-3 0,-3-2 5 15,6-1 5-15,0 0-7 0,1-3-24 16,2 0 14-16,6-1-11 0,-4-3-16 0,6-2 4 16,-1-2-6-16,0 0 5 0,-2 0-7 0,3-6-3 15,-1 0-13-15,0-4-7 0,-3 3 20 0,1-7 0 16,-1 0-10-16,0-3 17 0,-3 0-4 16,-4-3 15-16,3 1 0 0,-5-2 2 0,2-2 19 15,-2 8 12-15,-6-4 18 0,4 7 16 0,-1-4-6 16,-2 5-10-16,0-2-12 0,2 3-1 15,-4 4 8-15,-1 3-13 0,4-1 6 0,-4 1-4 16,0 0-4-16,7 11 2 0,-4-4 1 0,-3 1-9 16,6 3 3-16,-4 2 0 0,-2-2 0 0,3 2 8 15,0-1-5-15,0-2-3 0,-2 2 0 16,2-1-10-16,-3-1 0 0,3 0 8 0,-3-3 4 16,0 1 14-16,0-1 2 0,0-1 2 15,0-2-4-15,0-4-1 0,0 0-4 0,-3 4 2 0,3-4-3 16,0 0-2-16,0 0 5 0,-7-14 0 15,4 7-11-15,0-3 11 0,3-1-8 0,-2-1-2 16,-4-5 5-16,6-1-3 0,0 0 0 0,0 0-10 16,0-4 13-16,4 2-10 0,-2 1-6 0,-1-1 11 15,0 2-3-15,5 1-8 0,-3 1-9 16,1 1-24-16,-1-1-3 0,4 4-35 0,-3 4-18 16,3-5-31-16,1 5-61 0,-3-1-41 15,2 5-262-15,5-4-163 0,-7 4 28 0,5 0 74 16</inkml:trace>
  <inkml:trace contextRef="#ctx0" brushRef="#br0" timeOffset="39227.57">31574 3842 578 0,'4'17'187'0,"-1"-1"-18"15,1-3-34-15,-1 2 6 0,1-2-23 0,-1-1-18 16,0 1 5-16,-2-1-18 0,2-2-13 15,2 3-2-15,-3-1-67 0,1 0-118 0,-3-2-122 16,4 0-346-16,1-2 64 0</inkml:trace>
  <inkml:trace contextRef="#ctx0" brushRef="#br0" timeOffset="40344.14">31965 3729 726 0,'-4'-4'279'0,"4"4"-30"16,0 0-19-16,0 0-33 0,-24 9-7 0,14-1-27 15,1 0-14-15,-3 2-8 0,2 1-16 0,-4 6-17 16,4-2-11-16,2 0-13 0,-1 1-12 15,2 0-3-15,0 0-2 0,1-1-6 0,3 0-2 16,2-1-15-16,0-3 2 0,1 3-5 0,1-3-6 16,0 2-19-16,5-4 12 0,0 1-8 15,1-2 9-15,4-2-6 0,-1-2-3 0,0 0-7 16,4-1-5-16,-1-3-1 0,2-2 1 0,1-3-11 16,2 1 6-16,1-4-1 0,2-1-2 15,0-6-5-15,2-2 5 0,0 2 21 0,0-4-34 16,1 1 3-16,-1-2-13 0,4 2-3 0,-3 3 16 15,1-2-16-15,-4 6 24 0,0 1-19 0,-5 2-2 16,2 0 10-16,-5 1-4 0,3 1-1 0,-5 3 7 16,2-1-7-16,-3 1-5 0,-2 2 3 15,-1 0-3-15,4-2 10 0,-6 1-7 0,-5 2 4 16,11-2 9-16,-4 1 4 0,-7 1-2 0,9-1-5 16,-9 1 5-16,8 0-13 0,-8 0 12 15,7-4 4-15,-7 4-11 0,0 0 13 0,0 0 5 16,8-3 0-16,-8 3 0 0,0 0-2 0,0 0-3 15,0 0 3-15,0 0 2 0,-26 0 0 16,26 0-8-16,-18 3 3 0,5 3 13 0,-3 1-13 16,2-3 5-16,0 4-2 0,-3 2 15 0,4 1-3 15,-2 1-7-15,-1 1 2 0,5-1 8 0,-2 1 0 16,3-1-13-16,5 1 5 0,-4-1 6 16,5 0-1-16,-2-3-15 0,4 1 20 0,0-2-7 0,2 2 3 15,0-4-9-15,3 2-9 0,-2-4 17 16,7 0 11-16,-3-1-11 0,3 0-13 0,3 0 14 15,-1-3 4-15,1 0-15 0,0-6 11 0,1 3-6 16,0-2 11-16,-1 1-9 0,-1-3 1 16,4-2-13-16,-4 0 10 0,1-1 1 0,-2 4 4 15,-2-2 0-15,-1 2-12 0,2 1-1 0,-4 2-7 16,-1 0 5-16,-3 3 8 0,0 0-23 16,0 0 17-16,0 0 6 0,3 11-6 0,-3-11-2 15,-3 10-2-15,3-2-3 0,-3 1 10 0,6-4-8 16,-3 3 3-16,0 0 3 0,0-1-8 0,3-2 20 15,1 2-7-15,-1-1-8 0,2 1-3 0,0-5 19 16,6 5-11-16,-2-6 2 0,2 1-1 16,3-2 19-16,-1 0-17 0,3 0 2 0,-4-3 3 15,5-1-8-15,0 0 3 0,0-3-8 0,-1 0 2 16,-1-4 6-16,3-3-3 0,-2 2 8 16,-3-4-11-16,1 0-4 0,-2-5-6 0,-1 0 13 15,-1-5-7-15,-2-5 2 0,-1 0-21 0,2 2 21 16,-4-4 0-16,0 1 0 0,-3 6-2 15,1 1 2-15,0 4 5 0,-3 1 15 0,2 3-12 16,-1 4 2-16,-1 0 0 0,0 5-5 0,-1 2-2 16,-4 4 10-16,5 2-3 0,0 0 3 15,-13 12-8-15,11 3 62 0,-3 3-9 0,0 6 4 16,4 2-8-16,-1 4 2 0,-1 4-5 0,8 2-5 16,-3 2-7-16,8 9 2 0,0 2-6 0,0-2-6 15,5-4 9-15,-2-8-36 0,1-5 19 0,-4-2 2 16,6 1-15-16,-8-8-19 0,2-1-27 15,-3-5-75-15,-3-4-204 0,-1 0-489 0,-6-3 40 16,-1-2 101-16,-6-6 66 0,-4 0 61 16</inkml:trace>
  <inkml:trace contextRef="#ctx0" brushRef="#br0" timeOffset="41910.92">25028 5067 993 0,'0'0'266'16,"0"0"-26"-16,0 0-17 0,11 9-15 0,-8 0-37 15,4-1-7-15,3 3-18 0,0 2-16 0,-3 2-2 16,4-2-10-16,2 3-10 0,-3 1-19 0,4-4-12 16,-4-1-3-16,0 2-7 0,1-3-8 15,-1-3-16-15,0 3 1 0,-2-4-1 0,3 0 3 16,-3-1 0-16,0-1 0 0,2-2-7 0,-3 0-9 16,5-3 1-16,-7 0 5 0,-5 0-3 15,16-3 3-15,-9-1-13 0,1 0 0 0,0-2 0 16,-3-2-5-16,-2 1 5 0,1-3-2 15,-1 0-11-15,1 1-2 0,-1-1 9 0,-2-2 1 16,2 2-12-16,0 0 6 0,1 1-7 0,-1-3-5 16,3 4 6-16,2-2-1 0,2 2-10 0,0-3 12 15,7 3-7-15,-3-1-2 0,7-3 7 0,-1 2-10 16,4 2 12-16,3-1 1 0,4-2-8 16,-1 2 3-16,1-3 2 0,0 4 0 0,-7 0 0 15,4 2-10-15,-4-1 7 0,-1-1-7 16,-5 2 5-16,-1 4 3 0,0-4 2 0,-7 3-13 15,3-1 1-15,-3 1 7 0,-3 2 0 0,1-3-6 16,-8 4 12-16,0 0-6 0,0 0 12 0,0 9 1 16,0-9-15-16,-14 14 9 0,4 0-9 15,0-3 2-15,-5 3 18 0,2 2-13 0,-4-3-10 16,4 3 0-16,2 0 5 0,0-1 2 16,2 0-2-16,1-3-2 0,1 2-11 0,1-3 13 15,3-1 0-15,3 2-5 0,0-3 2 0,0-1-2 0,3-3 13 16,0 1-3-16,4 0-5 0,1-4-3 15,3 3 11-15,-3-5-3 0,3-3 0 0,2 1 3 16,-1 1-3-16,-3-5-8 0,5 2 16 0,-4-4 0 16,3-2-13-16,-6-2 0 0,3 1 8 15,-2-3-1-15,-1 1 4 0,2-1-6 0,-5 3 10 16,3 0-7-16,-3 1 4 0,-1 3 1 16,0 3-15-16,1-3 12 0,-4 5 0 0,0 2-5 15,0 0 6-15,0 0-19 0,0 0 10 0,0 0-7 16,0 18 16-16,0-10-11 0,0 3 15 0,-1-3-5 15,1 6-10-15,1-5 0 0,-1 0-13 16,3 2 11-16,-3 1-8 0,6-3-3 0,-2 1-10 16,0-3-13-16,2 1-8 0,1 1-12 0,0-7-23 15,0 4-36-15,3-3-65 0,-3-2-76 0,3-1-130 16,-2 0-372-16,2-3 93 0,0 1 61 16,0-5 61-16</inkml:trace>
  <inkml:trace contextRef="#ctx0" brushRef="#br0" timeOffset="42110.18">26006 4784 829 0,'0'-6'202'0,"0"6"-30"0,-1-3-14 15,1 3-4-15,0 0 2 0,0 0-25 16,5 17 14-16,-2-6-27 0,1 4 61 0,-1 2-17 16,3 5-16-16,-2-1 2 0,4 4-23 15,-5-2-15-15,3 2 1 0,1-1-17 0,-4 2-12 16,4 1-8-16,0-2-5 0,-3 0-10 0,4 0-10 15,-6-2-36-15,4 1-46 0,1-4-44 0,0-4-115 16,-3 1-108-16,4-3-332 0,-3-3-31 16,2-4 46-16,-3-6 46 0</inkml:trace>
  <inkml:trace contextRef="#ctx0" brushRef="#br0" timeOffset="42479.08">26221 5009 596 0,'0'0'197'0,"0"0"-38"0,0 0-8 0,8 16-16 16,-5-7 4-16,-3-2-22 0,3 2-9 0,1 0 4 16,-1-1-19-16,0 1-11 0,4-1 10 15,-3 0-8-15,3 0-28 0,-1-1 14 0,1-3-6 16,0 3-3-16,6 0-10 0,-3-4 6 0,2-2-1 16,1 2-10-16,0-1-5 0,1-4-3 0,-1-2-4 15,1 2-4-15,0-6 9 0,0 1-11 16,1-1 3-16,-3-2-16 0,-1-1 21 0,-1-5-11 15,3 0 9-15,-3-2 1 0,0-1 9 0,-2 6-6 16,-1-3 8-16,1 2-2 0,-3 3-6 16,1-1 11-16,-1 1 0 0,-2 4-14 0,1 0-22 15,-1 3 15-15,0 2-7 0,-3 2-1 0,0 0 8 16,0 0-7-16,10 9-11 0,-5-2 6 16,-2 2 71-16,0 1-13 0,2 0-5 0,-3 1-3 15,1 3-19-15,4 0-4 0,-4-1 3 0,4 2-5 16,-3-1-5-16,2-2-3 0,-2 2-35 0,2 2-32 15,1-5-32-15,0-2-65 0,0 4-48 16,0-4-64-16,-1 0-300 0,2-2-171 0,-1-2 72 16,2-2 38-16,-2-2 56 0</inkml:trace>
  <inkml:trace contextRef="#ctx0" brushRef="#br0" timeOffset="42794.18">26784 5103 744 0,'0'0'223'15,"8"-3"-98"-15,-4 3 11 0,2-4 0 0,-6 4 2 16,15-4-2-16,-9 3 56 0,4-4-5 15,1 3-16-15,2-3-7 0,-3 2-16 0,4-2-25 16,0 0 3-16,0-2-9 0,-1 1-1 0,4-2-1 16,-6-1-15-16,3 2-8 0,-4-1 2 15,3-2-1-15,-2 2-4 0,-2-2-7 0,-5 2-8 16,2-1-5-16,-2 0-5 0,-1 1-18 0,1-1 11 16,-3 1-3-16,-1 0-11 0,0 2 3 0,0-1-10 15,-1 3 0-15,1 4 2 0,-14-4-12 0,14 4-1 16,-19 8-7-16,7-1 8 0,-1 6-75 15,-4-1 3-15,4 5 18 0,1-1-15 0,2 5 4 16,-2-3 11-16,4-1 10 0,1 2-5 0,1-2 8 16,5 0 15-16,0-3-16 0,1-1 9 15,1 1 1-15,0 0-1 0,2-3 4 16,3 3-7-16,2-3-10 0,-1-2-9 0,2-1-19 16,-2-1-65-16,4 0-81 0,-1-2-288 0,0 1-283 15,4-6 61-15,-4 1 87 0,0-2 69 0</inkml:trace>
  <inkml:trace contextRef="#ctx0" brushRef="#br0" timeOffset="55345.71">18324 12197 386 0,'1'-7'172'0,"-1"7"-9"0,0 0-17 16,9-7-8-16,-8 1-20 0,6 4 8 0,0-2-21 16,0-1 2-16,5-2-20 0,-1 3-2 0,3-3 20 15,3 0-24-15,0-1-14 0,4 1 12 16,3-3-22-16,3 2 2 0,1-2-8 0,3 1-5 15,3-3-8-15,-3 3-5 0,3-1 80 16,3 2-5-16,-3-2-29 0,3 0-2 0,-2 1 2 16,19-4-89-16,-2 1-3 0,-1-1 3 0,0 1-6 15,1-1 11-15,6-2-15 0,-3 5 25 16,2-7 0-16,1 7-15 0,-3-5 5 0,4 4 7 16,-5-3 3-16,4 4-15 0,-7 0 15 0,4-2 3 15,-3 4-3-15,3-2 77 0,-1 2-18 0,0-3-5 16,-8 5 0-16,8-2-11 0,4-2-2 15,0 2-7-15,-3-1 2 0,3 0-8 0,-3 1-2 16,-1-1-3-16,1 0 3 0,0-3-6 0,0 4 1 16,2 0 5-16,1-2-21 0,0 2 8 15,4-1-8-15,-1 1 3 0,-2 1-3 0,6-1-2 16,-4 1 2-16,1 2 3 0,2-1 0 16,-5-1-6-16,2-2 1 0,-2 5-3 0,-8 0 3 15,-7-1 2-15,14-1-8 0,0-1-4 0,-13 4 4 16,0-2 1-16,-2 1 5 0,15-2 5 0,-9-1-11 15,6 0 8-15,2 2-7 0,1-1 5 0,-9-1-3 16,-6 4-5-16,2-1 7 0,-4-1 1 16,14-1-18-16,-7-1 12 0,-4 4-7 0,-6-2 0 15,7-2 8-15,9 0 7 0,-6 2-13 0,-10 0 1 16,17-3 7-16,0-2 3 0,3 3-8 16,-4-1 10-16,1-1-10 0,3 1 18 0,-3 1-13 15,0 2 3-15,-8-1-3 0,-6-1-3 0,4 0-2 16,-5 4 8-16,19-5 0 0,-2 1 2 0,-1-1-5 15,2 4 0-15,-11-3 0 0,11 1 5 16,1-2-4-16,-4 4-6 0,-5-2 7 0,8-1-7 16,-9 6 3-16,-5-5 17 0,1 5-17 0,16-8 7 15,-1 6-2-15,-3-2 2 0,-10 1-7 0,-3 0 4 16,19 1-7-16,-13-1 3 0,-5 1-1 16,12 2 3-16,5-5-2 0,-1 6 12 0,-9-3-15 15,10-2 11-15,-11 5-6 0,-4-3 5 16,12-3 0-16,2 4-7 0,-12 0 12 0,-5-2 0 15,1 0 14-15,-1 0-14 0,17-3 13 0,-3 4-5 16,-9-4 0-16,-6 6-7 0,-2-5 4 0,4 5-17 16,-4-3 12-16,4-2 0 0,-4 3 11 15,-1-1-8-15,-2 0-8 0,5 0-5 0,-7 0 0 16,-2-1 13-16,-3 3 0 0,-4 0-5 0,1-2-3 16,-1 1 0-16,-7-1 3 0,1 3-10 0,-4-1 4 15,-3 1 4-15,0 0 2 0,-1-2-6 16,-3 0-17-16,-2 3-39 0,1 0-12 0,-9 0-57 15,7 1-92-15,-7-1-199 0,-7 9-385 0,-3-2 95 16,-4-6 80-16,-5 3 74 0,-6-4 53 16</inkml:trace>
  <inkml:trace contextRef="#ctx0" brushRef="#br0" timeOffset="67874.07">13439 11958 698 0,'0'0'231'15,"0"0"-14"-15,0 0-25 0,0 0-31 0,0 0-7 16,0 0-3-16,0 0-28 0,0 0-5 16,0 0-13-16,0 0-13 0,0 0-5 0,0 0-8 15,0 0-5-15,0 0-12 0,0 0-3 0,0 0-11 16,3 17 4-16,-3-17-4 0,0 0-2 0,2 5 8 16,-2-5-10-16,3 3 4 0,-3-3-12 15,3 8 7-15,-3-8 4 0,0 7-1 0,3-4 0 16,-3 4-8-16,1 0-7 0,-1-1 2 15,3-1 5-15,-3 2 3 0,3 1-12 0,0-1-1 16,-2 1-5-16,2 1 8 0,0-1-11 16,2 2 8-16,1-2 5 0,-3 2-7 0,1-2-5 0,2 1-4 15,1 3 6-15,0-3-76 0,-3-1 9 16,3 1 13-16,2-1-4 0,2-1 1 16,-4-1 16-16,3 0 6 0,1 2-1 0,-1-3-3 0,3 0 11 15,4 0 5-15,-4-3-10 0,5 1 82 16,-1 2-6-16,0-5-14 0,4 0-6 0,-1 0-8 15,4 0 3-15,0 0-8 0,0 0 3 16,3-1-3-16,3-3 3 0,-2 1-18 0,3 1 5 16,-1-3-5-16,4 2 0 0,-3 1-3 0,0-3 1 15,0 0-6-15,0 2 0 0,0 0-10 0,3-1 16 16,-7 0-4-16,4-2-1 0,0 5 4 0,3-6-5 16,-7 5-7-16,8-3 7 0,-4 1 0 15,0-2-2-15,-1 4-13 0,8-4 12 0,-4 3 1 16,3-2-5-16,-6 1-6 0,3-1 3 15,-3 3 10-15,0-4 3 0,0 4 0 0,2-3-16 16,-2 1 1-16,3-2 2 0,2-1 13 0,1 4-11 16,0-2-4-16,-6 1 7 0,6-2-3 15,-2 1 1-15,3 2-3 0,-1-4 15 0,0 3 1 16,1-2-6-16,-1 4-10 0,-1-4 2 0,1-1 4 16,0 4-6-16,4-4 0 0,-3 5 2 0,0-4-7 15,2-1 13-15,-2 3-6 0,0-2 6 0,0 1-11 16,-1 2 11-16,0-4-3 0,1 4 8 0,0-4-3 15,0 6 6-15,2-5-14 0,-3 3 8 16,2-2 1-16,1 1-6 0,1 0-5 0,-2 1 5 16,1-3 13-16,-2 5-6 0,2-6-63 15,-1 4 10-15,1-4 0 0,-2 5 3 0,3-4 0 16,-3 3 4-16,3-2 1 0,-4 1 13 0,5-2-6 16,-5 0 11-16,1 3 12 0,2-2-10 15,-2 0-12-15,0 0 20 0,2 0 5 0,-2 2 2 16,0-4 3-16,0 3-10 0,-1-2 13 0,0-1-8 15,2 4 20-15,-2-2 54 0,-3-3-12 0,-3 6-6 16,0-5-7-16,0 4 2 0,3-5 13 16,-4 3-13-16,1 2-12 0,0-4 4 0,0 0-4 15,-1 4 4-15,-2-3-5 0,0 3-9 0,2-3 1 16,1-1-9-16,-4 4-1 0,0-2 8 0,0 2-5 16,-3-3-7-16,0 5-1 0,-7-6-5 0,4 7-2 15,-3-3 5-15,-2 1-8 0,-2-1 5 16,-1 1-7-16,-3 1 5 0,-2 0 4 0,2-4-7 15,-3 4 1-15,3 1-9 0,-10 0 11 0,10-2-24 16,-3 1-58-16,-4-3-133 0,-3 4-674 16,0 0 34-16,0 0 115 0,0 0 87 0,0 0 61 15,-20-4 34-15</inkml:trace>
  <inkml:trace contextRef="#ctx0" brushRef="#br0" timeOffset="70490.31">15306 10147 719 0,'0'0'299'0,"0"0"-17"0,0 0-31 0,0 0-16 16,0 0-25-16,0 0-28 0,0 0 10 15,0 0-28-15,-3-15-16 0,3 15-17 0,-4-8-3 0,1 2-21 16,3-1-10-16,-3 2 11 0,-1-4-21 0,0 0-5 16,1-1-21-16,-3 0 8 0,2-7-20 15,-3 4 15-15,-3-7-18 0,3-1-13 0,-3-7 3 16,-1 2 0-16,-2-4 2 0,-5-8-9 15,2 6-9-15,-2-10 13 0,2 9-15 0,2 5-59 16,3-4-10-16,-2 2 5 0,-1 3 8 0,4-2 20 16,-1 0-8-16,1 4 16 0,1 0-6 15,2 0 6-15,-1 4-3 0,1-1 6 0,1 3-1 16,-1 0-2-16,4 1 7 0,-4 5 6 0,3 0-6 16,1 1 1-16,-1-1 2 0,1 5 0 0,3-2-8 15,-3 3-5-15,0 0 0 0,2 2-7 16,-2-1 10-16,3 6-3 0,0-7 18 0,0 7-15 15,0 0 15-15,0 0-15 0,0 0-1 0,-7 15-1 16,7-5 9-16,-1-2 6 0,-2 7-11 0,0-5 3 16,3 8 2-16,-3-1 6 0,-1 3-6 15,1-2 1-15,-3-1-14 0,5 0 11 0,-6 1 13 16,3 0-5-16,1 1-3 0,0-4 2 0,0 0-10 16,-1-1 3-16,1-3 13 0,3 2-3 15,-3-3-2-15,-1-1 4 0,3-2 9 0,1-1-6 16,-3-1 8-16,3 2-10 0,0-7-1 0,-6 1 14 15,6-1-11-15,0 0-5 0,0 0 21 0,-7-13-24 16,7 1 3-16,-3 4-2 0,3-7-1 16,0-2 1-16,0-1-6 0,0 0 16 0,3-4 0 15,0 1-10-15,0 1 4 0,1 1 1 0,2 1-16 16,-1 1 11-16,1 2-1 0,-2-2-2 0,5 3-5 16,-2 2 3-16,1 2 2 0,2 1-16 15,0 2 11-15,1 1-2 0,2 4-1 0,4 1 26 16,-3 2-28-16,6 1 7 0,0 2-10 0,1 5 5 15,3 1 6-15,4 0-3 0,-1 7-23 16,1 1-21-16,-2-1-76 0,-2 2-157 0,10 8-504 16,-6-4 98-16,-7-4 53 0,-5-3 59 0</inkml:trace>
  <inkml:trace contextRef="#ctx0" brushRef="#br0" timeOffset="71506.53">12124 8543 721 0,'0'13'274'0,"-3"0"-28"16,2 8-23-16,1-1-21 0,0 3-18 0,-4 2-12 16,4 2-24-16,0-2-17 0,0 1-3 0,0-1-18 15,0 0-16-15,0-3 4 0,0 1-16 16,0-4-26-16,0 0 18 0,0-1-15 0,0 1 0 16,0-7-5-16,0 3 5 0,0-5-11 0,4 3 1 15,-4-4 10-15,0-5-13 0,0 3 0 0,0-7 2 16,0 0-7-16,0 0-7 0,0 0 2 0,0 0-19 15,-4-19 1-15,4 5-7 0,0-4 9 16,0-1-81-16,-3-4 27 0,3-2-22 0,-3-2 10 16,3-4 0-16,-3-1 20 0,2 0-10 0,1 3 19 15,0 0-4-15,0 2-7 0,0 2 13 16,1 6-6-16,2-2 11 0,-3 4-6 0,3-1 4 16,0 8 4-16,1 0-7 0,0 3-1 15,2 1-4-15,1 3 12 0,0 3-5 0,-7 0 16 16,21 3-8-16,-4 4 0 0,-3 1 10 0,6 2-5 15,-3 5 2-15,4 2 9 0,3-1-17 0,-1 1 6 16,-2 3-2-16,3 3 12 0,-3 1-10 16,-1 1-15-16,7 7-13 0,-6-6-47 0,-5-1-42 15,-1-2-147-15,1 2-458 0,-5-6 80 0,-1 0 38 16,-3-3 94-16</inkml:trace>
  <inkml:trace contextRef="#ctx0" brushRef="#br0" timeOffset="72339.98">12100 8940 829 0,'-10'-4'297'0,"5"1"-39"0,5 3 44 0,-3-5-30 15,0 2-19-15,3 3-25 0,6-10-23 0,-1 2-29 16,5 0-20-16,3-5-2 0,4 1-21 15,8-4-28-15,2-1 8 0,11-6-19 0,5-1-7 16,2 5-10-16,-1-3 0 0,1 1-8 0,-1 0-5 16,0 3-8-16,-2-3 3 0,-8 6-23 0,-3 1 3 15,-3 2-4-15,-4 5-12 0,-4-2 8 16,0 2-10-16,-7 0-11 0,2 0-18 0,-2 6 29 0,-6-2-3 16,3 0-1-16,-10 3-1 0,0 0-6 15,7 6 0-15,-7-6-2 0,-3 7 0 0,3-7-1 16,-10 10-4-16,5-2 2 0,-4-2-5 0,5-2 0 15,-2 3 0-15,-1 1-15 0,3-2 15 16,1 1-8-16,2-2-5 0,1 2 11 0,0 1-6 16,4 1 3-16,3 0 5 0,-3 0-3 0,6 4-2 15,-1-3 3-15,2 1 7 0,0 2-8 16,3-3 1-16,-1 4 4 0,0-3-2 0,-2 3-5 16,2-3-3-16,1 4 8 0,-4 0-7 0,-3-4 12 15,0 4-3-15,0-3 1 0,-4 3-3 16,-2-5 2-16,-2 5-2 0,-2-5 8 0,0 5 0 15,-1-7-3-15,-3 2-3 0,1 1-2 0,2-2 8 16,-3-3 0-16,0 0 12 0,4 0-2 0,-4-4-5 16,4 0 0-16,-4 2-8 0,7-4 8 0,0 0 0 15,0 0-1-15,-7-10-7 0,7 4-2 16,1-4 7-16,2-2-5 0,3 0 1 0,1-2-19 16,3-4 15-16,1 0-7 0,2-3 3 0,-2 3-11 15,5-7 3-15,-1 0 10 0,1 1-6 0,-2 2 9 16,0 1 7-16,-1 3-10 0,-2 1 5 15,-1 0-2-15,-3 3-8 0,3 3-3 0,-6 2 13 16,2 0-12-16,-3 2-1 0,-3 1 0 0,0 3-2 16,0 3-5-16,-9-7 4 0,9 7 1 15,-14 0 5-15,14 0-3 0,-17 7 3 0,6-4 3 16,4 3-9-16,-2-4 6 0,2 5-18 0,-1 0 13 16,5 0 0-16,0-3 7 0,2 5-10 15,1-1-10-15,1 0 16 0,2 3-1 0,5 1 3 16,1-3 5-16,2 2-3 0,2 3-2 0,4-3-5 15,1 3 18-15,1 2-16 0,-1-4 11 0,0 2-3 16,1-2-3-16,-1 2-2 0,-2-3 0 16,-4 2 10-16,1-3 0 0,-4-1 0 0,-1 3 3 15,-4-2-1-15,-1-1 4 0,0-1 9 0,-6 2-20 16,-4-2 5-16,0 2-5 0,0 1 8 0,-6-1-5 16,2-1 4-16,-3-1-2 0,5-6-7 0,-5 5 9 15,3 0-7-15,0-4-23 0,2-2-18 16,-1-1-56-16,3 3-44 0,-1-6-53 0,5 2-141 15,0-5-451-15,-1 2 74 0,5-3 31 0,-1-1 59 16,3-3 80-16</inkml:trace>
  <inkml:trace contextRef="#ctx0" brushRef="#br0" timeOffset="72739.92">13201 8682 1031 0,'10'8'287'0,"-10"-5"-29"0,3 4-27 0,0-1-27 15,0 3-14-15,1 0-24 0,0 0-12 16,0 1-8-16,-1 0-23 0,3 3-8 0,-2-3-21 16,2 4-1-16,2-4-11 0,-5 1-3 0,4 0-13 15,-1-1 4-15,1-1-14 0,1 0-20 16,-2-1 17-16,4-1-19 0,-3-3 9 0,1 2-12 16,1-3 2-16,-2 1 3 0,3-3-13 0,-10-1 5 15,14-5-12-15,-7 3 9 0,0-2-4 0,3-2-6 16,-6-3-2-16,2 1 7 0,-3-6-12 0,1 3 10 15,-1-3 0-15,0 3-10 0,-2-3 4 16,3 4 4-16,-4-3 4 0,3 2 6 0,-3 4 10 16,3 0-13-16,-3 1 2 0,1 0-9 15,-1 0-4-15,0 6 4 0,0 0-3 0,0 0 4 16,0 0 1-16,0 0-5 0,0 0-85 0,9 14 16 16,-9-4 8-16,0-3 17 0,4 1-8 15,-4 2 4-15,3-2-1 0,0 3 8 0,0 1 7 16,2-3 6-16,1 1-3 0,-2 0-3 0,2-1-30 15,-2 1-15-15,4-1-27 0,1-3-52 0,1 0-63 16,-3 1-148-16,4-4-350 0,-1 1 28 16,0-3 66-16,0-2 77 0</inkml:trace>
  <inkml:trace contextRef="#ctx0" brushRef="#br0" timeOffset="73506.64">13651 8682 639 0,'11'12'264'0,"-8"-5"-21"0,1 2-28 0,2-1-15 16,-2 2-21-16,-1 2-18 0,0-2-12 0,2 5-16 15,1-5-3-15,-3 2-14 0,-2 1-11 16,2-3-8-16,0 2-2 0,0-1-8 0,-3-1-16 16,0-3 9-16,1 1-14 0,2 0-2 0,-3-2 23 15,0-2 5-15,3 2-7 0,-3-6-83 16,0 5 3-16,0-5 3 0,0 0-5 0,0 0 10 15,0 0-16-15,-6-18 13 0,6 10 0 0,3-2-4 16,-3 0-4-16,0-5 8 0,3 5-2 0,0-3-16 16,2 3 8-16,-2 0-5 0,1 1 0 0,2 0-8 15,0 1 8-15,-2 2-10 0,3-1 15 16,0 6-8-16,-3 1 8 0,-4 0 8 0,16 0-13 16,-8 1 2-16,-2 5 3 0,1 0 3 0,3-1-6 15,-2 2-5-15,1 1 8 0,-2-1 3 16,-1 3-6-16,-1-3 6 0,1 0-3 0,-2 2 0 15,-1-3 13-15,1-2-5 0,-1 3 9 16,0 0-14-16,0-4 10 0,-3 4 15 0,0-7-5 16,4 3-3-16,-4-3-9 0,0 0 4 0,0 0 0 15,0 0 1-15,0 0-1 0,0 0-5 0,0-21 65 16,-4 8-14-16,8 2 3 0,-3-4-23 16,2-2 8-16,0-1-8 0,0 3 2 0,1-4-12 15,2 2 0-15,-2 3-3 0,3-3 5 0,-3 3-13 16,2 3 1-16,-2 3-13 0,2-2-3 0,-2 3 5 15,3 3-5-15,-4 0 5 0,4 2 1 0,-7 2-1 16,0 0 0-16,17 8 3 0,-10-4 2 16,-3 5-7-16,2 4 5 0,1-2-3 0,-1 3 0 15,-1 2 3-15,1 0-5 0,1-1-6 0,-1 0 3 16,1 1-2-16,1-1-3 0,-1 0 5 16,2 2 5-16,-2-5-12 0,1 1 7 0,1-2 5 15,1 0-10-15,-2-2 3 0,2-4-9 0,0 2 6 16,1-6-5-16,-4-1 0 0,5 0-2 15,-1-1-4-15,-1-5-7 0,0 1 3 0,1-5 0 0,-1-4-3 16,-3 0 0-16,0 1 8 0,0-3-1 0,0-2 9 16,-4 2-6-16,4-3 8 0,-4 1 3 15,0 5 15-15,0-2 2 0,2 2 3 16,-2 3 5-16,-3 0-5 0,3 1-5 0,-3 3-2 0,1-2-1 16,2 5-2-16,0-1-6 0,-3 4 16 15,0 0-17-15,0 0 9 0,7 13-2 0,-4-7 5 16,0 0-8-16,2 3 8 0,1 3-16 0,-3-4 3 15,4 3 3-15,-3 2 5 0,2-1-5 16,2-2-8-16,-2 3-26 0,1-4-12 0,0 1-57 16,3-2-59-16,-3-1-89 0,0 0-566 0,-1-2 13 15,2 1 128-15,-2-6 31 0,-6 0 53 16</inkml:trace>
  <inkml:trace contextRef="#ctx0" brushRef="#br0" timeOffset="74226.23">14359 8543 414 0,'14'14'131'15,"-10"-6"73"-15,2 1-14 0,1 0-6 0,0 7-7 16,3-4-80-16,-3 3 0 0,3 2-7 0,1 1 94 16,-4-1-20-16,2-2-3 0,-2 0-12 0,1 2-11 15,-2-5-5-15,1 1-13 0,-1-2 14 16,-2 0-6-16,0-1-6 0,-1-1 4 0,1-1-11 15,-1-4-61-15,0 3 7 0,0-1-7 0,-3-4 15 16,0-2 13-16,0 0-18 0,0 0-15 16,0 0 2-16,0 0-5 0,0 0-3 0,-3-18 6 15,0 8-18-15,3-2-6 0,-3 2 6 0,3-1-8 16,0 1-2-16,0-2-6 0,3 3-5 16,-3 1-2-16,3-2-1 0,-3 3 9 0,3 0-21 15,-2 4-6-15,5-2 1 0,-3 2 3 0,-3 3 12 16,11-7-13-16,-4 7 3 0,-1-1 5 15,-6 1-3-15,15 0 11 0,-8 0-11 0,3 0-4 16,4 0 12-16,-4 0-10 0,3-1 10 0,1-4-10 16,-1 4 7-16,-2-1 3 0,2-3-15 0,-3 1 0 15,4-2 2-15,-4 2 6 0,1-2-9 16,-4-2 1-16,0 1 0 0,2 3 10 0,-5 0-5 16,3-4-5-16,-3 4 5 0,2-2 2 0,-3 3-7 15,-2-1-8-15,-1 4-21 0,6-7 16 0,-6 7 0 16,0 0 0-16,0 0 8 0,8 11-3 15,-5-2 13-15,-3 3-5 0,4 5 5 0,2 4-3 16,-2 4-7-16,5 4 9 0,-4 4-1 0,5 0-1 16,-1 2 0-16,2 11 6 0,2-3-8 15,-2-6 4-15,3 7 4 0,-4-9-1 0,0-8-2 16,0 4 3-16,-3-8 9 0,0-1-9 0,-4 2 7 16,1-6-13-16,0-1 11 0,-4-2 4 0,0 0 6 15,-4-5-8-15,3 3 11 0,-5-4-11 0,-1-5 8 16,0 2 2-16,-4-5 0 0,2 4-10 15,-4-8 6-15,1 1-9 0,-4-2 6 0,-1-2-3 16,3-2 8-16,0 0 2 0,1-2-2 0,-1 1 18 16,3-4-1-16,-2 2-12 0,2-3 5 0,2 2-2 15,-1-1 10-15,6-4-6 0,-3 2-12 16,3-2 2-16,1-1-2 0,3 2-8 0,0-1 3 16,3-1 5-16,4 1-3 0,1-1-5 15,2-3-10-15,0 5-5 0,4-1 2 0,-1 3-5 16,1-1 3-16,3 1-23 0,-3-3-18 0,-4 9-24 15,3-3-32-15,-2 4-52 0,-4 0-43 0,2 0-46 16,-5 4-397-16,3 2-59 0,-7 1 46 0,1-1 61 16,-1 1 65-16</inkml:trace>
  <inkml:trace contextRef="#ctx0" brushRef="#br0" timeOffset="75023.58">15970 8099 834 0,'0'0'289'16,"0"0"-25"-16,0 0-11 0,0 0-25 0,16 19-13 15,-12-9-31-15,6 5-4 0,-6 2-22 0,6 4-12 16,0-1-15-16,0 5-8 0,-3 0-11 0,3 2-12 16,1 3-3-16,-4-2-15 0,-1 4-33 15,1-6-36-15,-1 4-62 0,-5-4-99 0,3-1-561 16,-1 0-8-16,0-4 95 0,-3-1 36 0,1-5 71 16</inkml:trace>
  <inkml:trace contextRef="#ctx0" brushRef="#br0" timeOffset="76022.98">15915 8511 865 0,'3'-5'227'0,"0"-1"-1"16,1-3-32-16,2 0-15 0,5-2-7 16,-1 0-18-16,3 1-29 0,5-4-10 0,0 2-5 15,1-4-10-15,-1 2-28 0,2 2-8 0,0-2-5 16,1-4-6-16,-4 1 68 0,1 2-19 15,-2-2-15-15,-2 1 15 0,0-1-22 0,-3 0-9 16,-1-1-7-16,-1 3-15 0,-1-2 0 0,-1 6 4 16,-4-4 1-16,3 6-10 0,-2-1-11 0,-1 0-7 15,0 0-14-15,2 7-9 0,-2 1 15 16,-3 2 2-16,0 0-12 0,0 0 2 0,20 12 1 16,-13-4 1-16,0 9 14 0,0-3-6 0,-1 3-9 15,1 2-11-15,1 0 20 0,1 2-5 16,-2-1-2-16,0 2 0 0,0-4-8 15,-3-3-2-15,2 2 2 0,-2-2 3 0,-1-2-1 0,0 2-4 16,0-7 2-16,2 2 10 0,-2 0 1 16,0-3-9-16,-2 0 9 0,2 1 4 0,-3-5-7 15,3 2 13-15,0 0-9 0,0-3-6 0,-3-2-6 16,7 10 8-16,-2-10-11 0,-2 6 16 0,3-5-10 16,-6-1-1-16,11 3 6 0,-1 0-10 15,-3-2 2-15,3 0 3 0,-3-1 7 0,7 0 3 16,-4-1-10-16,4 0-1 0,-1-4-2 0,3 3 13 15,-1-4 3-15,2-1-11 0,0 2 10 0,0-2-9 16,3-2-4-16,1-3 14 0,-3 2-13 16,-2 0-1-16,2-2 6 0,-2-1-3 0,-1 1 3 15,-2-1-5-15,1-1-3 0,-7 2 15 16,3-2-15-16,-4 3 1 0,-3-2 9 0,5 4 0 16,-5-1-66-16,-3 3-5 0,4-1 25 0,-4 1-2 15,0 4 12-15,0 3-12 0,-7-7 5 0,7 7 0 16,0 0 5-16,0 0 2 0,-18 13 1 0,12-8 7 15,2 2-5-15,-2 1 5 0,-1 2-5 16,6-2 11-16,-2 4 1 0,-3-3-1 0,5 0 2 16,1 0-16-16,-3-1 6 0,3 1 5 0,0-2 5 15,0-2-8-15,-3 1 10 0,3 1 1 16,3 0 7-16,-3-3-3 0,3 1-7 0,-3-5 15 16,4 8-4-16,-4-8-4 0,7 2-2 0,0-2 10 15,-7 0-7-15,13 0-1 0,-13 0-12 16,13-1 18-16,-5 0-3 0,-1-4 0 0,-1 4 5 15,-6 1-15-15,7-6 5 0,-1 4 8 0,-6 2-16 16,5-4 21-16,-2-1-10 0,-3 5 4 0,3-5-7 16,-3 5 0-16,0 0 13 0,1-6-18 15,-1 6 7-15,3-7-4 0,-3 7 4 0,0-5 9 16,0 5-6-16,0 0-3 0,0 0 1 16,-3-7-8-16,3 7 13 0,0 0-11 0,0 0 6 0,0-5-9 15,0 5 1-15,0 0 3 0,0 0 2 16,0 0 5-16,0-8-5 0,0 8 10 0,0 0-5 15,0 0-10-15,3-5 0 0,-3 5 8 0,3-3-6 16,-3 3 13-16,0-7-10 0,0 7-2 0,3-3 7 16,-3 3-3-16,4-7 6 0,-4 7 0 15,0-5-3-15,0 5-5 0,3-3 2 0,-3 3 3 16,0 0 3-16,3-6-5 0,-3 6-3 0,0 0-5 16,0 0 2-16,8-1-5 0,-8 1 11 0,0 0-3 15,0 0 2-15,13 6 14 0,-9-5-21 16,-4-1 15-16,10 7-15 0,-6-6 2 0,2 2 3 15,-2 2-7-15,2-3-4 0,-2 1 4 0,3 1-11 16,-7-4 2-16,10 3-27 0,-6 0-24 16,5-3-20-16,-4 0-36 0,4-3-17 0,-2 1-16 15,0 1-44-15,-1-6-182 0,2 4-316 0,2-4 27 16,-4-1 80-16,1 1 35 0</inkml:trace>
  <inkml:trace contextRef="#ctx0" brushRef="#br0" timeOffset="76223.84">17056 7956 652 0,'0'0'233'0,"0"0"62"15,10 19-22-15,-6-9-27 0,-1 5-10 0,5 1-24 16,-2 4 3-16,1 2-13 0,3 2-20 0,1 2-26 16,-4 2-5-16,5 1-18 0,-1-1-10 15,-1 0-13-15,0 0-84 0,1-1-3 0,-1-2 5 16,-3-1-13-16,-1 0-7 0,2-5-41 0,-1 4-67 15,-1-7-28-15,-2 2-243 0,-1-3-397 16,0-5 105-16,-3-3 28 0,-3-3 67 0</inkml:trace>
  <inkml:trace contextRef="#ctx0" brushRef="#br0" timeOffset="76406.53">16968 8283 1100 0,'-4'-2'302'0,"1"-3"-36"16,3 5-17-16,-3-2-14 0,3 2-35 0,-1-6-11 15,1 6-15-15,0 0-18 0,7-10-15 16,0 5-10-16,0 2-19 0,7-3-9 0,-4 3-19 0,4-2-2 16,2 1-18-16,-1-2-38 0,1 4-36 15,-3-3-54-15,1 4-62 0,-3 1-132 0,-1 0-528 16,1 0 87-16,-2 0 49 0,-9 0 71 0</inkml:trace>
  <inkml:trace contextRef="#ctx0" brushRef="#br0" timeOffset="76840">18092 7957 693 0,'0'0'300'0,"0"0"-26"15,7 12-24-15,-3 0-78 0,-1 0-8 0,3 5-11 16,-2 5-17-16,2-1 0 0,2 4-11 0,-1 5-15 16,-1 3 8-16,1-3-26 0,4 2 0 0,-4 2-7 15,-1-2-19-15,1 0-15 0,4 3-35 0,-5-3-50 16,1 0-50-16,0-4-131 0,3 2-515 15,0-6 91-15,-3-5 24 0,0 1 67 0</inkml:trace>
  <inkml:trace contextRef="#ctx0" brushRef="#br0" timeOffset="77539.89">18349 8236 959 0,'-11'10'272'0,"-2"2"-16"0,6-2-29 15,0-2-29-15,0 2-24 0,4-2-3 0,2 1-22 16,-2-1-16-16,0 0-16 0,3 1-9 0,0-1-1 16,3-1-14-16,0 1-6 0,-2-1-21 15,2-3-7-15,4 2-3 0,0-3-4 0,0 1-11 16,2-4-3-16,2 0-7 0,-4 0-6 0,3 0 9 15,-10 0-17-15,18 0-1 0,-9 0 4 0,-9 0-7 16,15 0-5-16,-9 0-6 0,-6 0 3 16,14 1-2-16,-8-1 2 0,2 2 5 0,-2 1-2 15,1-2 0-15,0 0-1 0,4 1 6 0,-2-2-8 16,1 1 0-16,5-2 3 0,-2-1-3 16,1 2 18-16,2-2-20 0,2-3 10 0,-4 0-1 15,3 0-6-15,0-3 4 0,0 0 0 0,-4 1-7 16,2-4 12-16,-2-2-7 0,-2 2-8 0,-1-3 10 15,-1 2-13-15,-2-2 11 0,-2-3 5 16,1 1-13-16,-3-1 0 0,0-1 13 0,-3-1-6 16,-3-2 1-16,3 4-6 0,-3-2 14 0,0 2 27 15,0 1-27-15,2 1-1 0,-3 5 0 0,4-3-20 16,-3 6 8-16,0 4 10 0,3-4-1 16,0 7-4-16,0 0-5 0,0 0 2 0,0 0-8 15,-7 14 6-15,7-6-6 0,3 2 1 16,-3-3 7-16,3 4-8 0,1 2 8 0,-1-4-2 0,1 1-3 15,0 0 5-15,-1-2-10 0,0 2 0 16,1 0 13-16,-1-5-6 0,3 2 1 0,-2-1-11 16,3-4 11-16,0-2 2 0,0 2-5 0,-1 1 2 15,-6-3 6-15,18-3 2 0,-8 1-5 16,1 1-5-16,-1 1-2 0,0-1 2 0,1 1 2 16,-1 1-7-16,2-1-5 0,0 3 10 0,-2 2-3 15,3 2 3-15,-2-3 13 0,2 5-10 0,-2 3-6 16,-4-2-7-16,2 1 18 0,-5 3 2 15,2-3 3-15,-2 3-6 0,-4-3 6 0,-4 4 5 16,-2 2 0-16,2-4 2 0,-6 5-2 16,-4-5 3-16,-2 1-8 0,1 1 2 0,-1-3 3 15,-2 1-8-15,2-4-18 0,2-1-17 0,0 0-34 16,0-6-49-16,1 1-125 0,6 0-304 0,-1-6-231 16,2 0 44-16,0-3 99 0,5 1 44 0</inkml:trace>
  <inkml:trace contextRef="#ctx0" brushRef="#br0" timeOffset="78106.03">19019 8266 957 0,'13'-9'269'0,"1"1"-24"0,-3-1-27 16,-1 1-11-16,4 1-20 0,-4-2-23 0,0 0-13 16,4-2-15-16,-4 0-8 0,0 1-6 15,1 1-19-15,-2-1-11 0,-2-3 5 0,0 1-15 16,0-1-8-16,-3 1-5 0,-1-1-12 0,-3 2 9 15,3-2-12-15,-3 4 2 0,0 0 6 0,0 1-8 16,-3 1-1-16,0 4-9 0,3 3-8 16,-7 0 2-16,7 0 47 0,-14 10 12 0,7 0-18 15,0 5-7-15,0 0-8 0,0 3 0 0,1 6-10 16,2 0-6-16,1 1 3 0,3-3-10 16,0 3 0-16,3-2-2 0,1 1-3 0,-1 1-1 15,4-6-1-15,3 2-6 0,0-3-8 0,0-1 3 16,1 0-10-16,2-6-3 0,5-1 3 15,-2-4 5-15,2 0-20 0,-1-6 12 0,4 0-5 0,2-3 3 16,-3-5-3-16,1-5 0 0,-3 1-15 16,1-9 2-16,-4-3-2 0,-2-2-1 0,-2-4 4 15,-4-7-14-15,-4 1 6 0,0-4 7 0,-6-17-5 16,0 2 1-16,-1-1 4 0,-3-1-5 0,0-1 16 16,0 4-1-16,-2 1-7 0,5 11 10 15,-3 12 6-15,3 2 19 0,1 6-20 0,-3-1 6 16,5 8-6-16,-5-2-2 0,3 8-1 0,-2 2-1 15,2 5-9-15,3 2 11 0,0 0-6 16,-7 21-7-16,4-4 13 0,3 5-3 0,0 3 10 16,3 0-15-16,4 8 8 0,1 1 2 0,2 14-5 15,6-3 0-15,2 2 6 0,-1-4-9 16,3-4-4-16,4-2 9 0,-3 1 4 0,2-4-4 0,1-7-12 16,-6-4 15-16,2-4-2 0,-3-3-3 15,1 1 8-15,-2-4-5 0,-2-3 4 0,-1-1-6 16,-2-3-6-16,-1-2-16 0,-3 1-20 0,0-4-30 15,-1 1-44-15,-6-2-62 0,0 0-79 0,0 0-222 16,0 0-382-16,0 0 108 0,-27-2 48 16,14-2 100-16,-1 3 61 0</inkml:trace>
  <inkml:trace contextRef="#ctx0" brushRef="#br0" timeOffset="139165.99">20499 7840 1003 0,'0'0'312'0,"0"0"-33"0,-4-5-36 16,4 5-17-16,0 0-14 0,0 0-30 0,0 0-23 16,0 0-6-16,-3 18-20 0,3-10-10 15,0-1-10-15,0 3 2 0,0 2-20 0,0-2-6 16,3 1-7-16,-3 2-8 0,0-2-15 0,4 0 5 16,-1 1-8-16,-2-2 3 0,5 3-7 15,-3-1-4-15,1-4-7 0,2 1 3 0,-1-1-3 16,1-1-18-16,1 0 5 0,0-4 13 0,-1-2-85 15,2 3 6-15,1-4-1 0,-9 0 6 0,14-7 8 16,-3 2 2-16,-4 1 0 0,5-2-6 0,-4-4 6 16,-1 3 3-16,0-1 4 0,2-2 4 15,-1 3-1-15,-2-1 3 0,-2 0 2 0,3 0 5 16,-4 0-4-16,5 4-4 0,-5-3 4 0,0 5-16 16,1-3 15-16,-1 3 3 0,-3 2 5 15,13-5-5-15,-13 5 0 0,0 0-8 0,18 6 23 16,-9-3-18-16,2 2 1 0,-1 3-3 0,0-3 15 15,4 5-10-15,-4-1-3 0,0 0-2 16,1-1 15-16,-4 1-10 0,0-1 10 0,2-1-10 16,-4-2 7-16,1 5 6 0,-2-3-13 0,-4 1 10 15,0-1 0-15,-1 0-23 0,-5 0-25 0,-2-3-32 16,-1 3-27-16,-2-4-90 0,-3 1-87 16,1-4-228-16,-4 0-197 0,3-1 44 0,-3-5 94 15,0-2 49-15</inkml:trace>
  <inkml:trace contextRef="#ctx0" brushRef="#br0" timeOffset="139298.68">20396 7731 616 0,'0'-6'261'0,"0"0"-51"0,0 6-69 16,8-8-36-16,-5 4-92 0,4 0-238 0,3 1-341 15,3-3 62-15</inkml:trace>
  <inkml:trace contextRef="#ctx0" brushRef="#br0" timeOffset="139649.6">21500 7417 767 0,'0'-6'313'0,"0"6"-34"15,0 0-41-15,0 0-5 0,0 0-26 0,0 0-18 16,0 0-22-16,0 0-16 0,7 25-5 15,-4-12-13-15,2-1-18 0,1 5-7 0,1 5-1 16,-1-4-7-16,1 6-11 0,0-1-9 0,-3-2-14 16,3 3-2-16,-1-1 0 0,1 2-5 15,0 0-20-15,0 0-50 0,0 0-78 0,-4 0-264 16,4-1-418-16,0-3 39 0,-3-3 64 0,2-3 79 16</inkml:trace>
  <inkml:trace contextRef="#ctx0" brushRef="#br0" timeOffset="139883.14">21791 7674 941 0,'0'0'305'0,"0"0"-16"16,-4 22-48-16,4-12-16 0,0 2-20 0,4-2-23 15,-3 5-21-15,2 0-13 0,0 2-22 0,0 1-6 16,1-3-15-16,-1 3-10 0,0-1-39 0,1 0-69 16,3-1-58-16,-3-1-152 0,-1 1-532 15,4-5 92-15,-4-1 49 0,0-3 56 0</inkml:trace>
  <inkml:trace contextRef="#ctx0" brushRef="#br0" timeOffset="140015.5">21750 7460 504 0,'-3'0'-100'0</inkml:trace>
  <inkml:trace contextRef="#ctx0" brushRef="#br0" timeOffset="140349.81">22072 7901 778 0,'0'6'332'16,"0"-6"-45"-16,0 8-18 0,0-8-26 0,0 4-25 15,0-4 7-15,0 0-33 0,0 0-13 16,0 0-18-16,0 0-17 0,0 0-11 0,-8-13-21 15,8 1-12-15,-3 1-5 0,3-1-26 0,0-2 3 16,3 0-1-16,-3-4-12 0,4 1 0 0,0 2-8 16,-1-3 0-16,3 1-4 0,-2 3-7 15,-1 2-14-15,1 1 10 0,3 1-13 0,-3 2 5 16,5 4-5-16,-5-2-2 0,5 6-3 16,-1 0-1-16,-8 0-1 0,20 6-6 0,-9-2 5 15,2 4 6-15,-3 2 2 0,4 2-8 0,-4-2 6 16,5 5-11-16,-2 2 8 0,-3-6-21 0,1 6-25 15,2-1-49-15,-2 0-51 0,-1-5-156 16,0 4-535-16,1-1 39 0,-1-3 83 0,-1-4 68 16,-2 0 65-16</inkml:trace>
  <inkml:trace contextRef="#ctx0" brushRef="#br0" timeOffset="140866.57">22593 7801 852 0,'2'-8'304'0,"4"0"-22"0,1-1-41 16,-4 1-31-16,4 0-11 0,1-2-20 0,-2 1-17 16,1-1-11-16,-1-2-13 0,-2 3-10 0,3-1-21 15,-3 1-9-15,-1-1-11 0,0 0-8 16,1 4 13-16,-1-2-7 0,-3 1-6 0,0 0 13 16,0 4-15-16,0 3-16 0,-3-8 3 0,3 8-10 15,-7-4-3-15,7 4 1 0,0 0-4 16,-15 8-9-16,6-1-68 0,2 0 4 0,1 1 4 15,-2 2 6-15,5-2 0 0,-1 2-3 0,-2 4 2 16,5-3-2-16,-2 3 16 0,3-3 2 0,-3 4 10 16,6-1-15-16,1-3 2 0,-1 4 6 15,4-5-3-15,3 4-3 0,0-4 9 0,0-2-6 16,4 0 2-16,0-5-10 0,0 3-10 16,2-3-2-16,-4 0 0 0,4-3-4 0,-2 0-4 0,-4-3 8 15,5 0-8-15,-6-4 7 0,1 0 6 16,-3-1-3-16,0-2-3 0,0 0 4 0,-2-2-9 15,-3 1 16-15,-2 1-1 0,3 0 9 0,-3-2-3 16,0 3 12-16,0 5-4 0,0-4 12 16,-3 1-17-16,3 1 4 0,-2 5 6 0,2 1-10 15,-8-3 17-15,8 3-7 0,0 0-6 0,0 0-2 16,-15 4 10-16,9 2 6 0,3 0-9 16,2-2-4-16,-2 4 2 0,0-1 0 0,3 1-5 15,0 2 10-15,0-3-15 0,3 1 13 0,-3 2-5 16,4-2-1-16,-1 1 1 0,4-1-1 0,-1 0 3 15,2 1 3-15,1-1-3 0,2-1-18 0,3 1-43 16,-1-1-39-16,-3-4-61 0,4 0-79 16,0 1-497-16,3-3 43 0,-4-1 41 0,2-1 83 15</inkml:trace>
  <inkml:trace contextRef="#ctx0" brushRef="#br0" timeOffset="141783.12">23104 7708 877 0,'0'10'210'16,"3"3"-20"-16,-3-1-14 0,3 1-7 0,-3 2-13 15,4 0-12-15,-3 2-24 0,2-1-12 16,0 1-16-16,0-2 59 0,-3 0-8 0,4-5-12 16,-4 0-21-16,3 4 0 0,-3-6 2 0,3 2 32 15,-3-4-98-15,0-2 3 0,0-4 7 16,-3 7-13-16,3-7 1 0,0 0-11 0,0 0 0 15,0 0 1-15,-16-17 4 0,11 7-7 16,2-5 0-16,-4 0 12 0,4-3-28 0,-1-6 6 16,-2-1 2-16,3 0-10 0,3-3-1 0,-2 1-4 15,4-1-8-15,1 0 16 0,0 3-11 0,1 0-8 16,5 0 1-16,-5 3 7 0,4 1 0 0,1 0-18 16,-2 2-2-16,3 2 2 0,1 0 0 15,-1 0-15-15,0 2 2 0,0 0 1 0,0 5 9 16,-3 0 4-16,4-3-6 0,-5 4-3 0,1 1 13 15,-3 0 8-15,2-1-7 0,-1 1 2 0,1 4 7 16,-2-2 8-16,-1-1 3 0,0 4 5 16,0-3-13-16,1 3-5 0,-4 3-10 0,0 0 15 15,0 0-2-15,0 0 2 0,0 0 18 16,7 18-10-16,-4-10-8 0,-2 3 2 0,-1 3-1 16,3 3 11-16,3 0-9 0,-5 1 10 0,5 0-13 15,-2 4 8-15,6-1 0 0,-3 0-8 16,0-2-3-16,2 3 1 0,-1-2 10 0,2-2 5 0,0 1-16 15,1-6-2-15,-4 2 3 0,3-5-3 0,3 2 5 16,-2-6-2-16,-2-1-1 0,2 0-2 16,-1-4-10-16,-3-2 10 0,4-2-8 0,-1-4 11 15,-3 1-16-15,2-6 13 0,-1 2-5 16,-1 0 2-16,-1 2 1 0,-2-1 7 0,2 0-3 16,-1 2 1-16,-2 0-8 0,0 4-3 0,0-1 11 15,-3 4-1-15,0 0 9 0,0 0-4 0,0 0 1 16,4 14-8-16,-4-7 0 0,0-3 8 15,0 4-3-15,0 1-5 0,3-1 5 0,-3 2-5 16,3-3 5-16,0 1 3 0,-2-1-11 16,5 0 3-16,-2 1 3 0,0-5-11 0,2 4 16 15,-2-7-6-15,2 1-12 0,-6-1 10 0,14 0-3 16,-14 0 6-16,11-1-1 0,-11 1-7 0,10-3-5 16,-3-1 2-16,-7 4 3 0,7-1-10 15,-7 1 2-15,10 5 3 0,-7-2 10 0,0 7 5 16,2 5-10-16,1 3-5 0,-3 7-1 0,1 8 19 15,2 5-5-15,-2 11 2 0,6 1-5 0,-9 1 20 16,2-7-15-16,-3-2 26 0,3-3-28 16,-3-2 2-16,-3 2 5 0,0-4 0 0,-2-2-2 15,2 1-3-15,-4-9 8 0,1-2 0 0,-4-3-1 16,-1-4 19-16,1-2 15 0,-3-4-2 16,-1-4-11-16,0-5-20 0,-3-1 69 0,-1-4-8 0,2-2 0 15,-2-8-15-15,2 3 3 0,-2-11-4 16,2 0 1-16,1 0-8 0,5-6-10 0,1 1-15 15,1 4-3-15,1-4 10 0,4 1 3 16,3 1 0-16,0 0-13 0,3 1 8 0,1 4-21 0,7-3 13 16,-2 4-8-16,1-2 16 0,4 3-33 15,-3 1-11-15,1 1-36 0,-1 2-66 0,-4 1-72 16,3 5-146-16,1-2-568 0,-1 1 118 0,-3-1 56 16,-1 4 72-16,-1-3 64 0</inkml:trace>
  <inkml:trace contextRef="#ctx0" brushRef="#br0" timeOffset="142469.04">25233 7375 688 0,'-10'-14'251'0,"0"6"-8"0,-1-2-10 0,1 3-13 16,-3 4 3-16,2 2-49 0,-2-3-15 0,-4 4-3 16,3 1-28-16,-4 3-11 0,-1 3-6 0,-2-1 4 15,-3 6-21-15,7-1-1 0,-7 6-19 16,0 5 3-16,6-2-6 0,-1 2-4 0,4 2-8 15,2-6-13-15,3 5 10 0,2-5-12 16,5 0-9-16,0-1 1 0,6 1-8 0,1-3 8 16,3 2-10-16,0-4-6 0,3-1 3 0,4-4-10 15,-1 1-8-15,1-1 3 0,0-7-13 0,2 1 0 16,-1 1-3-16,-2-6 0 0,4 0 3 16,0-4-8-16,-3 2 3 0,-1-7 8 0,-2 3-9 15,-1-5 4-15,-3-3 7 0,3-1-5 16,-6-2-6-16,-1-4 6 0,0-1 0 0,-2-1 5 15,-1 0-5-15,-1-4 0 0,-2 3 7 0,3 2-2 16,-3 0 13-16,3 3-3 0,-3 3 16 0,-2 2-3 16,5 0-8-16,-3 3 3 0,3 3-12 0,-3 3 1 15,3 0-4-15,0 6 7 0,0 2 5 16,0 0-4-16,0 0-4 0,0 0 6 0,-1 25-3 16,1-14 11-16,1 6-14 0,2 1-4 0,5 4 2 15,-5 2 3-15,3 1 0 0,1 1-8 16,0 6 2-16,3-5-10 0,1 0-20 0,-1 3-46 15,1-4-64-15,2-1-80 0,1-1-342 0,-1-5-175 16,4-4 41-16,-6-4 106 0,-1 1 48 16</inkml:trace>
  <inkml:trace contextRef="#ctx0" brushRef="#br0" timeOffset="142781.93">25456 7558 760 0,'10'-12'240'15,"-3"-1"-27"-15,-1 5-21 0,2-6-13 16,-2 6-15-16,-2-2-16 0,-1 0-10 0,2 2 3 16,-3-1 51-16,1 1-28 0,0 0 18 0,-3 1-26 15,0 0 8-15,0 4-36 0,0 3 12 0,-3-8-19 16,3 8-16-16,-7-1-11 0,7 1 1 0,-16 5-18 16,8 2 5-16,-2 1-13 0,-3 5-5 15,2-2-8-15,4 4-7 0,-2 2 0 0,1 0 7 16,4-1-8-16,-2 1-4 0,3 0-16 0,3 1 8 15,0 0-3-15,0-2-7 0,6 1-3 16,-2 0-8-16,6-2 3 0,0-1-23 0,1-3-28 16,3-1-18-16,2-2-21 0,5-1-33 15,0 0-54-15,-1-6-74 0,-3-1-143 0,4-1-415 16,-1-3 97-16,-2-1 32 0,5-4 52 0,-9-4 63 16</inkml:trace>
  <inkml:trace contextRef="#ctx0" brushRef="#br0" timeOffset="143182">25780 7515 698 0,'3'-11'267'0,"-2"7"-37"0,2 0-25 15,-3 4-3-15,0 0 8 0,0 0-98 0,7 15-2 16,-6-1 11-16,2 2-6 0,0 3-13 16,-3 6-4-16,4 1-9 0,-1 7-9 0,0 1 68 15,2 4-15-15,-3-4-13 0,1 2-12 0,1 3-11 16,0-4-7-16,-1-1-11 0,0 0-7 0,1-6-3 16,-1-2-10-16,0-1-3 0,0-7-41 0,-2 0 6 15,2-4-13-15,-3-3-1 0,0-3-45 16,4-2-8-16,-4-5-5 0,0-1-13 0,0 0 2 15,-8-14 21-15,2 3 5 0,-1-7 6 0,-3-11 2 16,2-1 10-16,-8-15-3 0,5-1 8 16,-2-3 11-16,3 1 12 0,3 6 8 0,3 9 2 15,1-2 6-15,3 5 2 0,0 3 5 0,3 1-2 16,0 1 8-16,2 3-4 0,3 1-12 16,-3 5-5-16,2 0 11 0,4 2-12 0,-2 3-4 15,-2 3-8-15,7 1 18 0,-4 1-7 0,0 5 7 16,1 1-8-16,2 4-2 0,-3-1 5 0,1 2 5 15,-1-1 0-15,-3 3 5 0,3 2 13 16,-6-1 8-16,-1 3 4 0,-3 1 4 0,3-3-1 16,-6 2-2-16,0 3-11 0,-5 1-4 0,1-2 4 15,-2 1-7-15,-1-3-3 0,2 4-7 0,-2-5-11 16,0-2-33-16,0 0-33 0,6-1-59 16,-2-1-95-16,2-3-591 0,1-2 8 0,3-1 89 15,0 0 54-15,0 0 72 0</inkml:trace>
  <inkml:trace contextRef="#ctx0" brushRef="#br0" timeOffset="143748.76">26156 7500 844 0,'8'-10'320'0,"-5"-2"-20"16,3 5-24-16,-5 1-23 0,2-2-22 15,0 1-34-15,0 1-2 0,-3 2-34 0,0-3-5 16,0 7-77-16,-3-8-25 0,3 8 5 0,-3-6 2 15,3 6-12-15,-10 0 7 0,10 0-12 16,-17 7-11-16,10 0 5 0,-3 1-4 0,-1 1 14 16,4 1 6-16,-2 4-13 0,-2-2-3 0,7 3-9 15,-2 0 14-15,2-2-20 0,1 4 3 0,3-3-1 16,0 1-12-16,0 0 8 0,6-2-11 0,1 2 8 16,0-5-3-16,1 5 3 0,5-7 0 0,1 2-15 15,-1-3-9-15,5 0-11 0,-2-4-24 16,5 2-3-16,-4-5-20 0,4 0-10 0,1-2-41 15,-1-4-6-15,2-1 4 0,-4-1 4 16,1-2 8-16,-2-4 8 0,2 3 15 0,-7 1 15 16,-2-2 19-16,3 3 25 0,-4 1 15 0,1 0 10 15,-2 4 4-15,-2-3-4 0,-3 5 3 16,2-2 29-16,1 4-1 0,-3 6 5 0,-1-4-4 16,0 4-6-16,-2 1 0 0,-1 1 10 0,0 1-12 15,0-1 12-15,0 1 1 0,0 0-4 0,-1 1 1 16,-2-1 5-16,0 3-7 0,0-7 1 0,3 2 4 15,-2 1 20-15,0-2-3 0,-2-2-15 16,1 1 10-16,3-5-2 0,-3 3-8 0,3-3 2 16,0 0-4-16,0 0 2 0,0 0-3 0,3-19-12 15,-3 9 2-15,7-2-13 0,-3-1 6 16,4-2-9-16,-3-2 4 0,2 2-9 0,4 1 4 16,-5 2-6-16,4-2-8 0,-3 3-5 0,4 4 6 15,-5 0 7-15,4 0 0 0,-2 4-18 16,1 2 8-16,-2 1 0 0,-7 0-3 0,18 7 14 15,-8-3-19-15,-1 4-8 0,2 2-27 0,-4 2-16 16,3 1-52-16,1-1-42 0,-1 1-19 16,0-1-28-16,1 4-481 0,-1-7 3 0,3 1 43 0,1 0 64 15</inkml:trace>
  <inkml:trace contextRef="#ctx0" brushRef="#br0" timeOffset="144914.91">26980 7442 895 0,'-3'-13'292'0,"3"8"-5"0,-3-3 33 0,-1 2-21 16,1 3-38-16,-2-1-7 0,5 4-34 0,-12 1-28 15,2 5-21-15,-1 0-9 0,1 3-19 0,-3-1-18 16,2 2-2-16,0 1-20 0,1 2-9 0,-3 2-1 16,6-3-12-16,0 2-14 0,-1 2-6 0,2-4 9 15,1 2-17-15,0-3-12 0,2 3 5 16,0-6-10-16,3 2-13 0,0 0 3 0,0-3-3 15,3 1-5-15,3-5-5 0,-2 1-13 0,2-1-11 16,-1 0 16-16,1-3-10 0,-6 0-18 0,14-5 21 16,-5 3-1-16,-1-4-7 0,-1-4-11 15,3 1 1-15,0-5-8 0,-3-2 15 0,0 0-10 16,2-4-3-16,-1-2-2 0,-4-3 0 0,2 0 10 16,1 4 3-16,-4-3-8 0,5 1 7 15,-5 5 6-15,0 1 5 0,1 2 15 0,-1 4 6 16,0-2-11-16,0 2 0 0,-2 4-3 0,-1 2 9 15,3 2-4-15,-3 3 16 0,0 0-2 16,0 0-6-16,3 15 6 0,-3-7-1 0,3 1-4 16,-3 2 4-16,2 3 1 0,-2-3-9 0,0 4 1 15,3 2-3-15,-3 0 8 0,3 1-13 0,2-2 8 16,-3 1-3-16,1 0-10 0,3-2-7 0,-5 0-6 16,5 1-18-16,2-5 6 0,-2-2-1 15,1 0-12-15,0-1 17 0,3-1-12 0,0 0 12 16,0-6 6-16,1 1 2 0,-1-2-5 0,0-2 3 15,6 1 5-15,-5-5 5 0,4 3 7 0,-2-5 6 16,3 1-3-16,-4-1-5 0,2 0 0 0,-1-2 15 16,0 1-2-16,-2-4 5 0,-1 2 0 15,0-2 2-15,-2 1-4 0,1 2 4 0,-5-1 29 16,2 1-36-16,-2 2 28 0,-4-1-16 0,3 1 9 16,-3 4-11-16,-3-2-6 0,0 4 9 15,-1-3-11-15,-2 4 6 0,6 1-1 0,-15 6-2 16,5-4-7-16,1 5-4 0,-1 0 14 0,-1-1-6 15,4 1-7-15,0 6 12 0,1-4 1 16,-2 1-14-16,2 1 1 0,5 1 5 0,-2-2 0 16,3 1-3-16,0 2 0 0,0-2-5 0,3-3 3 15,1 5-8-15,2-5 8 0,-1 0 2 0,5-4-13 16,0 2 3-16,4-2-10 0,-1 0-5 0,3-4-11 16,-1 0 3-16,4-1-5 0,-4-3-8 15,3 1 8-15,4-5-10 0,-4 2-3 0,0-2 2 16,-2 1 11-16,2 2 2 0,-2-3 6 0,-1 3-3 15,-2 2-8-15,-3-4 13 0,1 6 0 0,-1 1-17 16,-4 0 14-16,2 1 6 0,0 5 4 0,-3-2-4 16,-2 1 2-16,0 3-2 0,-2 0 5 15,-1 0 15-15,0 1 2 0,-1-1 1 0,0 0 8 16,1 1-11-16,-2-1 0 0,-1-3 2 0,3 2 14 16,-3 0-3-16,3 0 2 0,-1-4 3 15,1 2 0-15,0-5-10 0,-1 3 5 0,1-3 10 16,0 0-23-16,0 0 18 0,0 0-7 0,2-15-9 15,-2 9-4-15,3-6 12 0,2 2 3 16,-3 0-18-16,4-4 3 0,2 2 7 0,-2-2-12 16,-2 4 2-16,4 1-6 0,-3 0 9 0,2 1-16 15,-3 1 5-15,3 1 3 0,-1 4-10 0,1 2 10 16,2 0 2-16,-4 1-2 0,2 2 3 0,2 2-3 16,-1 2 7-16,-1 2-12 0,3-1 10 15,1 0 2-15,2 2-7 0,-3 0 0 0,1-2 5 16,2 2 5-16,1-2-7 0,-4-1 2 0,0 0 5 15,4 0-3-15,-4-4 1 0,3 1 2 0,0-3 3 16,-2-1-3-16,0-1-3 0,1-3 4 0,-2 1-4 16,-1-4-4-16,1 0-14 0,0-3 6 15,-3 0-5-15,2-5-3 0,-7 0-8 0,1-3 21 16,0-4-3-16,-3-5-15 0,0 2 13 0,0-2-3 16,0 2 6-16,0 2 1 0,0 5 19 15,0 0 5-15,0 1 3 0,0 2-11 0,-3 6-8 16,6 0 6-16,-3 4 15 0,0 3-10 0,0 2 15 15,0 0-7-15,0 17 2 0,0-7 12 0,3 4-14 16,-2 2-13-16,2 1 15 0,-3 1-11 16,3 4 11-16,0-1-12 0,-2 4 4 0,3-1 3 15,-1-1-8-15,0-2-25 0,-3 0-29 0,2 0-58 16,-1-2-80-16,-1-1-327 0,1-1-364 16,-1-6 113-16,0-1 38 0,-1-3 90 0,-2-4 63 0</inkml:trace>
  <inkml:trace contextRef="#ctx0" brushRef="#br0" timeOffset="145082.21">27740 7435 906 0,'-1'-6'302'15,"1"2"-21"-15,-3-2-27 0,3 6-32 0,0-9-12 16,4 3-20-16,-1 2-16 0,5 0-31 16,2 0-7-16,2-2-11 0,2 3-25 0,6-2-39 15,1 2-50-15,1 3-19 0,0-4-89 0,2 2-82 16,1 2-559-16,-2-1 75 0,4 1 46 0,-2 0 83 15</inkml:trace>
  <inkml:trace contextRef="#ctx0" brushRef="#br0" timeOffset="145714.81">28758 7275 867 0,'-3'8'282'0,"3"-1"-16"0,-3-3-31 0,3 3-9 16,-1 0-37-16,-3 2-17 0,4-1-6 0,0 2-12 16,4-1-24-16,-3 1-10 0,-1 3-12 0,6-2-3 15,-3 1-18-15,1-2-3 0,5 1-14 16,-5-1-27-16,4-2-10 0,1 3-17 0,-2-5-11 16,0 1-3-16,4-2-7 0,-2 2 0 0,-5-5-8 15,3-1 3-15,0-1-10 0,-7 0-11 16,6-2-5-16,-6 2 10 0,0-12 3 0,-6 7 0 15,-1-8-2-15,0 2 27 0,-3-3 9 0,0 2 22 16,-4-5 18-16,1 2-10 0,0-1 13 16,-2 1-6-16,1 3 9 0,4-4 12 0,3 4-8 15,0-1 11-15,0 5-21 0,1-2 5 0,2-2-9 16,1 2-1-16,3 3-18 0,0-1-3 0,3 1 11 16,1 1-15-16,2 0 4 0,5 0-7 15,-1 3 3-15,0-1-6 0,1 4 0 0,2 3-7 16,1-1 5-16,0 4 0 0,-1 3-11 0,6 0-4 15,-3 2 4-15,0 4 1 0,-1 1 7 0,-2 0-15 16,0 1 5-16,1 0 5 0,-4-1-5 0,4 2 5 16,-7-2-2-16,0-1 2 0,-1-1 0 15,2-2-8-15,-5 1 14 0,1-1-9 0,2-3-2 16,-3 0 3-16,0-2 4 0,-2 2-14 0,2-5 25 16,0 0-3-16,-3-4-10 0,2 3-5 15,-2-3 8-15,0 0 2 0,0 0 3 0,3-12-13 16,0 3-3-16,-3-5 1 0,3-1 4 0,1-5-15 15,2-3-17-15,1-1 4 0,4-4-7 16,-2 3 10-16,1 3 10 0,1 2-5 0,1-2 5 16,-2 6 6-16,-1 3-14 0,-2-1 6 0,3 5-6 15,1 3 3-15,-1 4 6 0,0 2 4 16,1 2-2-16,0 4-1 0,0 3 14 0,0 1-3 0,0 7-3 16,1-2 9-16,0 2-1 0,-2 1 8 15,0 0-13-15,3 1 2 0,-4-1 8 0,-1-1-5 16,0-1-7-16,-1-3-47 0,2 2-69 0,-5-2-76 15,-1-2-510-15,-3-1-43 0,4-2 68 16,-2-2 85-16,-2-6 42 0</inkml:trace>
  <inkml:trace contextRef="#ctx0" brushRef="#br0" timeOffset="146148.6">30324 7100 793 0,'5'26'330'0,"-3"-1"-43"0,1 0-18 16,0-1-29-16,1 2-20 0,-1-1-25 0,0 2-34 15,3-1-23-15,-4 3-63 0,-2-1-111 0,3 1-307 16,2-2-361-16,-3-3 92 0,-2-7 39 16</inkml:trace>
  <inkml:trace contextRef="#ctx0" brushRef="#br0" timeOffset="146832.09">30143 7300 1172 0,'-1'-8'348'0,"1"8"-38"0,4-9-36 16,2 4-24-16,1 2-24 0,4-4-29 0,5 0-3 16,2 3-22-16,2-3-24 0,4 0-15 0,3 0-5 15,-2 0-15-15,2 3-36 0,0-3-16 0,-3 0-15 16,0 0-5-16,0 2-20 0,-3-3-1 0,-5 1-20 15,-1-1-7-15,-2-1-1 0,0 1 3 16,-2-2-8-16,-4 1 3 0,1-5 17 0,-6 4-7 16,2-3 5-16,1 2-10 0,-4-3 10 0,0 3 21 15,-1 1 2-15,3 2 0 0,-3-1-2 16,0 1-13-16,3 1-3 0,-1 3-5 0,-2 4 10 16,0 0-12-16,0 0 15 0,0 0-10 0,11 15-3 15,-6-2 10-15,3-1-7 0,-3 5-6 16,1 1 9-16,-2 3-6 0,4 2 0 0,-2-2 8 15,1 2-1-15,1-3-4 0,-3 2-3 0,2-4 8 16,-3-1 0-16,-1 0-13 0,0-3 5 0,-2-3 10 16,2 1 6-16,0-2 25 0,0-2-26 15,-1-1 14-15,0-4-16 0,-2 3 10 0,0-6-10 16,0 0 12-16,0 0-14 0,0 0-1 0,20-9 0 16,-16 5-7-16,2 1-3 0,-1-2 5 0,-2 3-2 15,4 1 0-15,-7 1 2 0,9-7-10 16,-5 6 3-16,-4 1-9 0,11 0 14 0,-4-1-3 15,-7 1 6-15,16 0-11 0,-8 0 5 0,2 0 2 16,3 0-4-16,1 0-3 0,1-1 8 16,1-3 4-16,2 3-9 0,-2-1 5 0,5-2-1 15,-3 1-2-15,-2 1-5 0,3-4 11 0,-1-1-14 16,-2 3 13-16,-4-3 1 0,4-1-6 0,-5-1 0 16,2 1-8-16,-3-1 13 0,1-3-4 15,-7 4 11-15,2 2 7 0,1-2 6 16,-4 1 11-16,3-1-36 0,-4 2 11 0,-2 4-1 0,0 2-7 15,0 0 7-15,0 0-7 0,0 0-54 0,-24 19 25 16,17-6-22-16,-7 3 12 0,4 1 0 16,-3 1 29-16,5 0-16 0,3 1 15 0,0 2 1 15,2-4 9-15,2 2-4 0,2 2 7 0,2-3-7 16,3-1-1-16,-2 1-7 0,7-3 26 16,-2 0-11-16,0-2 0 0,-1-1-7 0,3-2-8 15,-4-2-6-15,3-1-37 0,-3-1-47 0,0-1-92 16,-4 1-427-16,-3-3-210 0,-6-2 43 15,6-1 131-15,-25 4 56 0,-5-8 54 0</inkml:trace>
  <inkml:trace contextRef="#ctx0" brushRef="#br0" timeOffset="147681.9">19511 8893 673 0,'-11'1'199'0,"5"5"-7"0,-1 2 3 0,1 2-19 15,1 5 4-15,2 2-32 0,0 1 13 0,2 7-17 16,1 0-19-16,1 1-22 0,2 6 9 16,4 3 3-16,-3-2 52 0,3 4-9 0,3 7-9 15,3-7-11-15,-6-5-10 0,3 0-23 0,-3 0-3 16,4 0-9-16,-1-4-17 0,0-3-9 0,0-3-52 16,-3-1-35-16,0 0-65 0,-1-6-78 15,2 1-221-15,-1-3-392 0,-4-4 95 0,3-1 46 16,-6-2 64-16</inkml:trace>
  <inkml:trace contextRef="#ctx0" brushRef="#br0" timeOffset="148598.79">19411 9465 1116 0,'-3'-7'325'0,"0"5"-26"0,3 2-35 16,-3-9-29-16,3 5-22 0,3-4-24 0,0 1-2 15,1 3-26-15,6-4-10 0,0-1-15 0,4-1-26 16,0 0 5-16,2 1-28 0,2-1-18 15,3 2-43-15,-2-1-29 0,-1 2-30 0,3-1-54 16,-1 4-49-16,0-3-38 0,-3 1-28 0,1 5-36 16,3-2 18-16,-5-1 28 0,-2 3 10 15,3-1 41-15,-3 2 44 0,-1-1 2 0,-3 0 67 16,1 1 28-16,-1-3 49 0,0 1 28 0,-2 2 17 16,-8 0 42-16,13-1 0 0,-6 1 12 15,0-3-22-15,0-1-11 0,-1 2 5 0,-2-3-10 16,5 1-10-16,-4-2-16 0,2 2 1 15,-1-2-21-15,1-2-3 0,-1 1 3 0,2-1-5 0,-1 1-20 16,-1-3-1-16,-2 3 13 0,2 0-5 16,-2-2 0-16,-1 3-15 0,-2-1 13 0,-1-1-3 15,0 1-3-15,0 0 5 0,-1 0 4 0,-2 2-4 16,3-1-7-16,0 6 2 0,-7-6-10 16,7 6 3-16,-10 0-23 0,10 0 10 0,-13 9 5 15,8-1 2-15,-1-1 1 0,2 3-3 0,-2 3-5 16,2-3 5-16,1 4-8 0,3-3 3 0,0 6-10 15,0-4 5-15,3 0-67 0,4 1 8 0,0 2 2 16,2-5 11-16,2 1 2 0,0-1 3 16,6-3-5-16,0 0 5 0,3-6 18 0,1 4-8 15,2-5 5-15,1 1 3 0,0-2-1 0,4-2 11 16,0-3-2-16,-1 2 9 0,-4-4-19 16,1-3 1-16,-3 2-4 0,0-1 13 0,-5-6-1 15,-5 7 0-15,-1-7 1 0,-3 3 2 0,-1-3-3 16,-2 7 8-16,-4-4 8 0,3 0-3 15,-3 5-17-15,0-2 7 0,-3 6 0 0,0-4 2 16,-1 5 3-16,4 2-2 0,-10-1-3 0,10 1 3 16,-14 3-3-16,8 1 0 0,2-1 5 15,-2 3-5-15,2-1-5 0,1 2 7 0,-1-1-7 0,4-4 8 16,-3 5-3-16,3-7 0 0,0 10 12 16,3-4-19-16,1-4 14 0,2 0-2 15,-2 3 1-15,2-2 1 0,1 1-7 0,1-1 0 0,2 3 5 16,0-4-10-16,4 3 13 0,-4-3-5 15,3 6-6-15,4-6 6 0,-3 5 2 0,0-6 0 16,2 5-5-16,-1-5-5 0,-2 2-8 0,5-2-18 16,-2 2-17-16,-2-6-16 0,0 2-29 15,3 0-42-15,0-2-19 0,0-3-35 0,-4 2-24 16,2-3-38-16,-2-1-48 0,1 0 58 0,-1-5-84 16,-3 3 49-16,-2-1 40 0,2-3 49 15,-4-1 26-15,1 1 18 0,0-5 74 0,-6 2 25 16,2-1 54-16,0-3-7 0,-3-4 43 0,0 0 23 15,0 0 3-15,-3 0 28 0,0 2 20 0,3 0 13 16,-1 4 100-16,-2 3-13 0,-1-1-5 16,4 3-20-16,-3 3-26 0,3 2-29 0,0 2-4 15,-1 5 5-15,1 2-11 0,0 0-7 0,0 0 0 16,1 19-8-16,2-8-2 0,1 4-11 0,0 9-15 16,2 0 3-16,1-1-16 0,0 2-7 15,0 3 10-15,0 3-16 0,2-4-7 0,-2 5-16 16,1-4-89-16,-1 1-34 0,-1-7-50 15,0 2-75-15,-2-7-84 0,-1-1-513 0,2 1 96 16,-5-7 50-16,3-2 57 0,-6-1 64 0</inkml:trace>
  <inkml:trace contextRef="#ctx0" brushRef="#br0" timeOffset="149782.63">20533 9140 655 0,'-6'-12'263'0,"6"3"-19"15,-5 2-19-15,5 1-15 0,5 0-16 16,-2-1-20-16,3-1-23 0,1-1-12 0,3 1 50 15,1-2-15-15,5 1-28 0,2-3-5 0,2 1-16 16,1 3-15-16,0-4-76 0,3 5-6 0,-4-1-8 16,1 2-4-16,-1 4-9 0,-3 2 11 0,1 0 0 15,1 7 0-15,-4 0 2 0,1 4-4 16,1 5 14-16,-3-3-22 0,0 3-5 0,-4 3 10 16,0-1 10-16,4-1-11 0,-4 1 6 15,1 0-13-15,-1-5 6 0,0 0-6 0,-2 1 0 16,4-3 5-16,-2 2-5 0,1-2 13 0,-1-4 0 15,3 1-3-15,-2-1 1 0,0-4-1 0,2-2-5 16,-2-1 3-16,2-1 5 0,1 1-3 16,3-7-2-16,-3-1 0 0,-1-1 2 0,1-2-4 15,-4-3-1-15,0-2 3 0,-3-4-6 0,4 2 1 16,-8-4-11-16,4-2 16 0,-4 6-10 0,0 0 12 16,1 3-7-16,0 3 0 0,-4-1-6 15,3 2-10-15,-3 3 1 0,3 0-1 0,-2 2 3 16,2 4 13-16,-3 2-13 0,0 0 2 0,0 0 8 15,10 17-5-15,-7-9 5 0,4 2-5 0,-3 3 3 16,3-1 4-16,-1 3-4 0,4-4 20 16,-2 3-20-16,5 0-9 0,-3-3 6 0,1-1-5 15,2-2 16-15,-2 2-14 0,2-3 6 0,0 0-6 16,5-6 13-16,-5 5-2 0,2-6-8 16,5 0-10-16,-3-4-1 0,0 1-14 0,0-4 12 15,0-1-13-15,-3-2 1 0,3-3-6 0,-7 1 6 16,0-2-14-16,-3-3 1 0,-3-1 20 15,-4 0-8-15,3 3 6 0,-6-3 4 0,3 0-1 16,0 4 11-16,-3 2 4 0,3 0 2 0,0 3-3 16,-1 0-10-16,1 7 6 0,0 2 9 0,0 0 3 15,0 0 8-15,0 0-5 0,0 0 5 0,7 25 2 16,0-12 3-16,-1 3 0 0,2 6 0 16,-1-3-3-16,3 5 3 0,-4-5-5 0,2 2-5 15,-1-3-1-15,-1 0-2 0,1-2 16 16,-1-1 2-16,-1-4-3 0,-2 2 21 0,0-4 0 15,0 1 0-15,-2-4-7 0,-1-4 4 0,0 4-2 16,0-6-16-16,0 0 8 0,0 0 3 0,0 0-10 16,-11-21 2-16,7 10 5 0,1-6-18 0,3 2 11 15,0-4-11-15,0-4 0 0,3 5 8 16,2 0-10-16,1-4 4 0,1 4-1 0,0 1 53 16,-1 2 5-16,5 0-13 0,-1 5-12 0,-3 0-6 15,4 3 0-15,1 0-2 0,-1 4 0 0,0-1 0 16,2 2-5-16,1 0-6 0,-1 2-15 0,2 0 13 15,1 0-7-15,-2 0-1 0,0 0 3 16,3 0 0-16,-4 0-13 0,1 0 10 0,0-1-9 16,-1 0 14-16,1-4-20 0,-1 4 13 0,-2 0-3 15,-1-5 0-15,0 4 3 0,-3-3 3 16,3 0-19-16,-6-1 18 0,3-1-7 0,-4 4 5 16,0-4-3-16,0 0-23 0,-2 5 26 0,-1 2 0 15,0-8-3-15,0 8-2 0,0 0-6 16,0 0 11-16,0 0-13 0,0 0 8 0,-11 12-6 15,5-3 9-15,3 3-9 0,-1-3-2 0,1 2 3 16,-1 2 7-16,4-2-2 0,0 3-3 16,0-3 0-16,4 3 8 0,-1-3-16 0,1-3 8 15,6 6 11-15,-4-5-19 0,5-5 11 0,-1 3-11 16,3-2 6-16,2-2-3 0,1-3 5 0,1-3-10 16,1-2 5-16,-1-2 0 0,4-2 2 0,-2 0 14 15,2-2-4-15,-3-5 1 0,1-2-3 16,-4 3-4-16,1-3 27 0,-1-2-15 0,-5 2 5 15,0 0 2-15,3 0 27 0,-6 1-60 0,3-2 46 16,-2 4 26-16,-1 1-38 0,-1-4 28 0,1 3-52 16,-4-2-12-16,4 2 10 0,-6 2 33 15,2-2-12-15,0 2 4 0,0 1-4 0,-3-2-37 16,1 3 19-16,-1-3 0 0,0 3 4 0,0 1-2 16,3-2 0-16,-3 3 1 0,-3 1-1 0,3 0-18 15,0 1-10-15,-1 1-13 0,-2-2-10 16,3 1-23-16,-3 3-31 0,0 1-36 0,-1-3-58 15,0 2 7-15,1 3-51 0,3 1-54 0,-4-6-94 16,1 5 71-16,3 1-41 0,-6-6-159 0,6 6-43 16,0 0 256-16,-7-1 159 0,7 1 59 0,-8-6 38 15,8 6-6-15,-6-4 24 0,6 4 0 16,-7-5 13-16,4 2-88 0,-1 2-460 0,1-4 36 16</inkml:trace>
  <inkml:trace contextRef="#ctx0" brushRef="#br0" timeOffset="164930.01">22315 8756 744 0,'-5'4'284'0,"-1"2"-22"0,5-3-19 0,-2 3-28 16,3 0-31-16,0-1-12 0,0-5-24 0,3 13 0 15,-2-11-17-15,2 5-29 0,0-3 3 16,2 2-10-16,-2-2-10 0,0-1-9 0,1 0-12 16,2 2 5-16,-6-5-15 0,7 7 3 0,-4-4-29 15,1-3 28-15,-4 0 5 0,7 6-2 0,-7-6-18 16,7 1 8-16,-7-1-11 0,10 1 1 15,-3-1-4-15,-7 0-1 0,16 5-83 0,-9-4 8 16,1 2-2-16,2 2 15 0,0-2 15 16,4 4-10-16,-1 0 10 0,1 2-5 0,0 0-5 0,-1 2 31 15,1 3-3-15,2 2 0 0,-4-1 10 16,-2 1-2-16,3-1 5 0,-6-1 0 0,0 4 0 16,-4-2 5-16,1 0-8 0,-4 1 16 0,-1-3-3 15,-5 3 16-15,2-1-24 0,-5-3 8 16,-2 2 5-16,-3 0 14 0,-3-1-17 0,0-1 9 15,-7-1-14-15,0-2 52 0,0-1-16 0,-3 0-12 16,7-8 5-16,-1 5-8 0,0-5 5 16,4-1 3-16,-3-1-11 0,3-3-4 0,0 2-3 15,3 0 5-15,0-4-8 0,4 3 8 0,0-4-16 16,-1 2 1-16,4 1-13 0,-2-2-46 16,1 0-26-16,2 1-69 0,-1-1-494 0,0 2-205 15,1 0 54-15,-8-6 110 0,0 2 51 0,-4-6 64 16</inkml:trace>
  <inkml:trace contextRef="#ctx0" brushRef="#br0" timeOffset="191477.06">2404 5973 550 0,'0'0'192'0,"0"0"-39"16,0 0 32-16,0 0-32 0,0 0-7 0,4 13-23 16,-4-7 5-16,0 3-15 0,3 1 63 15,-3 4-7-15,1-1 3 0,1 3-19 0,-1 3-12 16,3 0-3-16,2-1 6 0,-6 1-37 0,4 2 3 16,-1-4-87-16,0 2-5 0,0 2-5 0,1-3-3 15,0 0 0-15,0-1 6 0,-1 1 4 0,1-3-7 16,-1 2-5-16,3-2-31 0,-3-4-34 15,-2 3-55-15,2-5-73 0,4-1-198 0,-6 0-329 16,5-1 108-16,-2-4 0 0</inkml:trace>
  <inkml:trace contextRef="#ctx0" brushRef="#br0" timeOffset="191742.98">2470 6036 752 0,'0'0'310'0,"-1"-7"-24"0,1 7-32 16,0-6 63-16,0 6-40 0,0-10-21 0,4 6-29 16,-1-2-19-16,4 1-16 0,1-2-23 0,1 0-23 15,5-2-8-15,-3 1-5 0,6 0-28 16,-1-1-8-16,-1 1-10 0,2 0-7 0,0 0-14 15,0 2-45-15,0-1-27 0,-1 3-58 0,-2-1-58 16,-3 2-42-16,3 0-156 0,-7 3-494 16,2 2 95-16,-2-2 45 0,-7 0 86 0,0 0 63 15</inkml:trace>
  <inkml:trace contextRef="#ctx0" brushRef="#br0" timeOffset="191960.07">2576 6234 1133 0,'0'0'279'0,"0"0"-20"0,0 0-29 0,0 7 6 16,0-7-26-16,0 0-26 0,0 0-20 0,0 0-11 15,0 0-22-15,0 0-26 0,27-9-54 16,-23 5-56-16,6 1-39 0,-1-1-58 0,3 0-113 15,1 0-305-15,-3 1-153 0,4 0 33 0,-1-1 87 16</inkml:trace>
  <inkml:trace contextRef="#ctx0" brushRef="#br0" timeOffset="192876.9">2845 6238 924 0,'0'0'266'16,"0"0"-36"-16,0 0 57 0,0 0-34 0,0 0-20 15,0 0-33-15,14-13-8 0,-10 9-23 16,-1 0-13-16,0-2-20 0,1 4-6 0,-1-6-10 16,0 3-7-16,-1 0-13 0,1-2 15 0,0 1-23 15,-3-1-10-15,0 3-15 0,0 4 20 16,0-13-21-16,0 9 16 0,-3 0-10 0,0 0-13 15,3 4 5-15,-5-7-23 0,5 7 0 0,-6-3-3 16,6 3 0-16,0 0-4 0,-14 2-1 0,14-2-10 16,-14 4-10-16,7 1 5 0,1 2-3 15,-1-4-2-15,-1 3 2 0,2 1 1 0,0-2 4 16,2 2-7-16,0-1-11 0,1 1 9 0,0-2-1 16,-1 2-5-16,4 0 0 0,0 0-10 15,4-1 15-15,-1-1-5 0,1 2 0 0,2 0-7 16,1-3-1-16,4 1 6 0,-1-2-6 0,-1 2 8 15,6-3 1-15,-2 0-6 0,0 1 10 0,5-2-10 16,-1-2 5-16,0 1-5 0,0-5 0 16,3 3-8-16,1-4-5 0,0 3 3 0,2-5-13 15,-2 0 0-15,0-1 8 0,0 0-13 0,-4-3-1 16,3 0 4-16,-6-1 7 0,3 1 3 16,-7 2 4-16,-1-5-7 0,0 2 34 0,0 1-6 15,-6 4 21-15,1-1 2 0,-1 0-7 16,-2 2-14-16,2-2 1 0,-3 2 0 0,0 2 2 15,0 5 1-15,-4-4-11 0,4 4 3 0,0 0-1 16,-17 8-4-16,7-4 4 0,3 3 4 0,-3 3-1 16,-1 0 0-16,1 1 3 0,1-2-5 15,2 1-6-15,0-2 14 0,3-1-16 16,-2 3-6-16,5-3 1 0,-2 0 10 0,-1 1 1 0,4-5-12 16,0 3-1-16,0-6-3 0,4 8 2 0,-1-6 0 15,4 0 11-15,-7-2 7 0,11 4-10 16,-4-4 10-16,-7 0-7 0,16 0-6 0,-9 0 3 15,-7 0-7-15,14 1 12 0,-7-1-10 0,3 2 5 16,-10-2-8-16,14 0 10 0,-7 0 6 16,3 0-8-16,-10 0 0 0,16 0-13 0,-6 0 18 15,-1 0-12-15,0-2 7 0,4 1-13 16,-2-3-5-16,0 1 3 0,3 1-26 0,-1-4-5 0,4 0-8 16,-4 2-5-16,0-4-13 0,2 1-12 15,-2 0-1-15,-2-2 3 0,2 0 1 0,-3-1-1 16,1-2-3-16,-1 0 21 0,0-3 8 0,-3 4 5 15,3-5 5-15,-6-1 10 0,2 0-5 16,-3-1 13-16,2-3 12 0,-2 6 16 0,-2-2 18 16,2 5 21-16,-3-1 27 0,3 2-84 0,-6 2 26 15,3 0-6-15,3 0-4 0,-3 2-11 16,0 1 0-16,0 6 11 0,0-5-1 0,0 5 1 16,0 0-3-16,0 0 5 0,0 0 7 0,4 20-9 15,-2-10 9-15,-1-2-14 0,2 6 9 0,0-3-2 16,0 4 5-16,2 0 13 0,-2-2-13 15,0 3 0-15,1 0-5 0,-1-1-20 0,0 1-29 16,-2-1-58-16,2-3-24 0,0 3-53 0,-3-5-98 16,3 3-63-16,-3-4-241 0,0-2-57 15,0-1 75-15,-3 1 46 0,-1-1 261 0</inkml:trace>
  <inkml:trace contextRef="#ctx0" brushRef="#br0" timeOffset="194093.84">3530 6150 291 0,'-18'-2'167'16,"11"-3"107"-16,1 4-8 0,-2-6-69 15,-1 1 5-15,2 0 77 0,1 0-41 0,1-2-5 16,-1-1-5-16,5 1-87 0,-2 0-3 0,0-1-28 15,3 0-5-15,3 0-8 0,0-2-10 0,0 1-7 16,5 2-11-16,-4-2-8 0,5 3-5 16,-2-1 3-16,1 3-13 0,1-1-2 0,1 0-8 15,0 4-11-15,1 0-2 0,0-1-5 16,2 3-5-16,-2 5 5 0,1-3 0 0,0 3-18 0,-2 0 2 16,3 2 1-16,-2 0 7 0,-2 0 0 15,1 2-4-15,1-1 1 0,-4 0-2 0,3 0 8 16,-2 1-13-16,1-1 10 0,-2-2 6 0,0 0-11 15,3 0-3-15,-3 0-9 0,0-3-6 16,0 3 10-16,3-3 1 0,-3-2-6 0,0 2 13 16,0-3-5-16,3 0-2 0,0-4 4 15,-3 1 1-15,4-4-1 0,-4 0 4 0,2-1-9 16,-2-2 11-16,0-1-1 0,0-3-7 0,-1 0 21 16,-2 5-6-16,0-1 1 0,2 0 7 15,-2 2-3-15,-4 1 1 0,1 0 7 0,1 2-23 16,-1-1 8-16,-1 6-3 0,3-4 13 0,-3 4 0 15,0 0-5-15,0 0-3 0,0 0-2 0,6 12 0 16,-5-8-3-16,5 2 5 0,-3 0-2 16,1-2-5-16,3 2 5 0,0 2-8 15,0-6 0-15,2 4-3 0,-1 0-2 0,2-1 11 0,0-4 2 16,1 4-6-16,-1-3-4 0,3-2-21 0,1 2 15 16,-4-2-7-16,4-2-3 0,-4 1 0 15,1 0-7-15,2-5 12 0,-3 3-5 0,0-5 3 16,-2 2-10-16,-1-1 7 0,2 3 10 0,-2-4-4 15,0 2 2-15,0 2-6 0,-4-2-4 0,1 3-3 16,2-2-10-16,-6 5-13 0,11-1 15 16,-11 1 6-16,0 0 5 0,10 9 4 0,-6-3 1 15,2-2-3-15,-2 3 11 0,3 1-1 0,-4 0 1 16,1 0-1-16,2 0-2 0,-5 1 23 16,2-2-23-16,0-2 5 0,0 0 0 0,-2 1 5 15,2-2 13-15,1 2 15 0,-4-6 3 0,0 8-5 16,0-8-6-16,3 1 6 0,-3-1-8 15,0 0 3-15,0 0-6 0,0 0-7 0,3-13 15 16,-3 9-10-16,0-4 0 0,1-1 2 0,2-1-2 16,0-1-5-16,1 0-8 0,2 1 5 0,-2 1 3 15,3-4-5-15,-3 3 0 0,5 2-8 0,-2-1 7 16,-2 1-2-16,4 1 3 0,-2 3-5 16,0-3-1-16,3 2 1 0,0 1-8 15,0-1 7-15,-2 1 8 0,1 0-10 0,1 1 8 16,1-2 2-16,-1 2 6 0,0-3-6 0,-3 4-8 15,4-3-4-15,-1 1-3 0,0 0 5 0,0 0-5 16,-2-3 7-16,2 1-2 0,0 2 3 0,-3-4-6 16,0 2 3-16,-1 2-10 0,1-3 18 15,-3 2-16-15,-1 1 16 0,-2-2-16 0,1 0 11 16,-2 6-11-16,4-6-5 0,-4 6 18 0,0-5-7 16,0 5-6-16,0 0-5 0,0 0 11 0,-13 16-1 15,8-9-5-15,2 0-7 0,-1 2 5 16,1 1-3-16,3-2 8 0,-3 2 2 0,3-2 1 15,0 2-1-15,0-2-10 0,3 1 18 0,-2-1 3 16,5 0-13-16,-2-1 10 0,6 0-5 16,3-3 15-16,-1 2-12 0,7-3-8 0,-1 1 18 15,1-4-6-15,3 0 16 0,1-1-23 0,2-4 6 16,-5 3-1-16,4-4 7 0,0-1-1 16,-3-3-1-16,-1 2-15 0,0-2 5 0,-6-1 71 15,3-1-7-15,-4 1-5 0,-2-2 0 0,-1 2-13 16,-3 1 6-16,-1 1 22 0,2-3-10 15,-5 4-16-15,1 0 4 0,2 4-4 0,-5-2-2 0,5 1-12 16,-3-1-6-16,-2 0-8 0,3 4 3 16,-1-4-2-16,-3 6-6 0,3-3-5 0,-3 3 1 15,4-5-6-15,-4 5 10 0,0 0 0 0,0 0-2 16,0 0-3-16,10 14-2 0,-7-7-3 16,0 2 0-16,1 0-5 0,-3 0 5 0,1 5 11 15,2-4-9-15,-1 2-4 0,-2 1-3 0,2-2 3 16,0 2 12-16,0-3 0 0,-3 0 1 15,3 2-4-15,-3-6 12 0,4 1 11 0,-4 0 27 16,0 1-62-16,4 0 36 0,-4-4 7 0,3 3-15 16,-3-2-7-16,0-5-11 0,0 9 39 15,0-9-26-15,0 7-23 0,0-7 53 0,1 2 6 16,-1-2 16-16,0 0-32 0,0 0 13 0,-1 7-38 16,1-7 0-16,0 0 8 0,0 0 4 0,0 0-14 15,-3 3-11-15,3-3-54 0,-7 1 44 0,7-1-49 16,-7 0-91-16,1 3-58 0,-2-1-186 15,1 0-563-15,0-2 49 0,1 0 140 0,6 0 84 16,-13-2 47-16,13 2 54 0,-8-8 32 0</inkml:trace>
  <inkml:trace contextRef="#ctx0" brushRef="#br0" timeOffset="198526.04">5762 5888 808 0,'-13'-2'261'0,"13"2"-7"15,-11-1-16-15,11 1-33 0,-7-1-1 16,7 1-12-16,0 0-18 0,-13 0-86 0,13 0 6 16,0 0-20-16,-8 0 1 0,8 0 7 0,-6-5-8 15,6 5-18-15,0 0-7 0,0 0-8 0,0 0 28 16,0 0-21-16,0 0-4 0,13-8-11 0,-6 7-2 16,3-2 5-16,4-3-5 0,3 4 63 15,1-4-7-15,9 1-15 0,0-1-5 0,0-1 4 16,4-3 1-16,7 2-26 0,-1 0-8 0,-2 0 8 15,2-1-10-15,0 2-5 0,-2 0 2 16,-8-1-17-16,0 4 1 0,-3-3-22 0,-3 1 16 16,-7 3-11-16,3-1 0 0,-4 1-23 0,-2 1-11 15,-4-3 4-15,-1 3 1 0,-3-3 4 0,-2 2 12 16,-1 0-5-16,0 3-5 0,-4-7 0 0,-2 2 5 16,-1 3 5-16,-4-4 1 0,2 3 9 15,1 0-2-15,-2-1 20 0,0 3 6 0,3-3-1 16,-3 2 11-16,6 0 0 0,-3 2-1 0,1-5-7 15,2 4-5-15,1-2-5 0,3 3-8 16,-3-4 11-16,3 4-4 0,0 0-4 0,0 0-3 16,16-4 5-16,-9 4 3 0,7 0-15 0,0 0 9 15,3 1 1-15,3 2 10 0,-2 1-8 16,2-1-7-16,-3 3-1 0,1-4 8 0,-2 5 1 16,-2 0-1-16,-1 0 0 0,-2-3 3 0,-1 6-5 15,-3-2 10-15,-4 4 0 0,-3-3 2 16,-3 1-2-16,-4 5 0 0,-3-4-13 0,-4 4 10 15,-4 1-2-15,-2-4 8 0,0 2-1 0,0 0-10 16,-4 0 8-16,0-1-15 0,6-4-13 16,-2 1-24-16,0 0-45 0,6 0-16 0,0-4-33 0,0 1-28 15,4 0-100-15,3 0-371 0,4-3-113 16,0 1 31-16,6-3 133 0,-3-2 21 0</inkml:trace>
  <inkml:trace contextRef="#ctx0" brushRef="#br0" timeOffset="200742.89">7163 5535 276 0,'0'0'110'0,"0"0"41"0,0 0-59 16,0 0 0-16,0 0 0 0,0 0 6 16,0 0 81-16,1-6-13 0,-1 6-15 0,0 0 0 15,0 0-10-15,0 0-15 0,0 0-4 0,0 0-6 16,0 0-1-16,0 0-20 0,0 0-60 15,0 0-14-15,0 0-1 0,0 0 14 0,0 0-14 16,0 0 11-16,-1-7 7 0,1 7-2 16,0 0-8-16,0 0 3 0,0 0-11 0,0 0-4 15,0 0 7-15,0 0 0 0,0 0 0 0,0 0-8 16,0 0-10-16,0 0 3 0,0 0-5 0,0 0 4 16,0 0 19-16,-7-5-13 0,7 5-13 0,0 0-13 15,0 0 18-15,0 0 5 0,0 0-10 16,0 0 3-16,0 0-1 0,0 0 19 0,0 0-34 15,0 0 3-15,0 0-26 0,0 0 15 16,0 0-50-16,0 0-27 0,0 0-129 0,-10 4-441 16,10-4 53-16,0 0 55 0</inkml:trace>
  <inkml:trace contextRef="#ctx0" brushRef="#br0" timeOffset="201459.21">7116 5561 811 0,'0'0'235'16,"-7"-2"-25"-16,7 2-23 0,0 0-10 0,-11 0-26 16,11 0-21-16,-10 2-12 0,4 3-3 15,2-3-12-15,-3 5-80 0,-3 2-5 0,6-1 5 16,-6 3-11-16,1-1-6 0,1 3 11 0,1 2-19 16,0-3 28-16,1 2-3 0,1-2 66 0,-1 1-7 15,3-2-18-15,2-1-18 0,-1 2 3 16,4-3 7-16,-1 0-5 0,2 1-5 0,3-2-5 15,-1-1 3-15,1 1-6 0,4-2-5 0,-3-3-9 16,4 0-4-16,-1 0 3 0,-3-2-8 0,4-2-9 16,1-2-4-16,-1 1 6 0,0 0 7 15,1-4-23-15,-2 1 11 0,1-1 2 0,-4-2 8 16,0 0-8-16,-1-1 5 0,-1 1 6 0,1-1-4 16,-3 1 9-16,1 0 7 0,-4-1 23 15,3 1 0-15,0 2 13 0,-3 2-5 0,0-2-23 16,0 6-3-16,0-9-7 0,0 9 10 0,0-6-11 15,0 6-2-15,0 0 1 0,0 0-9 0,0 0 0 16,0 0-2-16,0 0-5 0,-6 21 15 16,6-17-16-16,0 2 4 0,3-1-19 0,-3 2 8 15,3 0 0-15,-2-1-3 0,5 2 3 0,-2-1 16 16,3-3-3-16,-1 2 7 0,1 0-5 16,4-3-9-16,-1 0 11 0,3 0-11 0,-1-1-9 15,4-2-35-15,1-2-21 0,0-1-46 0,0 2-44 16,0-4-127-16,4 0-451 0,-4-2 13 15,0 0 79-15,0 1 57 0,-3-4 58 0</inkml:trace>
  <inkml:trace contextRef="#ctx0" brushRef="#br0" timeOffset="201775.25">7471 5459 683 0,'-7'8'269'0,"7"0"-21"16,0-1-28-16,0-1-20 0,0 6-21 0,3-1-23 15,-3 3-5-15,5-1-107 0,-2 2 15 0,3 0-11 16,-3 2 1-16,1-2-16 0,2 1 8 16,-5-3-15-16,6 3 2 0,-4-2-15 0,1-5 71 15,-1 2-2-15,0 1 0 0,-3-3-13 0,3 0 15 16,1-2-4-16,-4-2 12 0,0 0-72 16,0-5-7-16,0 8 0 0,0-8 5 0,0 0-16 15,0 0 14-15,0 0 4 0,0 0-9 0,-13-23 4 16,9 15 8-16,1-3 0 0,-4-3-3 15,3-3 1-15,1 3 2 0,-3 1-5 0,5-4-3 16,-2 1-5-16,0 1 3 0,2 4-10 0,-1-3-6 16,2 3-27-16,-1-3-22 0,2 4-37 0,1 1-3 15,2 1-52-15,-1-4-76 0,4 6-143 16,-1 0-305-16,2 0 30 0,-1 2 80 0</inkml:trace>
  <inkml:trace contextRef="#ctx0" brushRef="#br0" timeOffset="202358.97">7687 5579 867 0,'0'0'287'15,"0"0"-21"-15,16-4-25 0,-15-1-34 0,5 1-10 16,-3-2-18-16,5-1-5 0,-2-1-38 0,1-1 0 16,-3 1-19-16,2-2 1 0,1 1-10 15,-3-3-26-15,-1 1 2 0,0 1-2 0,-2 1-13 16,2 2 5-16,-3-2-10 0,-3 3-2 0,2-1-3 15,1 3-11-15,0 4-12 0,-6-9 8 16,6 9-14-16,-11 0 9 0,11 0-19 0,-10 4 6 16,3 3-6-16,1 0 11 0,-2 3-13 0,5-2 0 15,-4 6 0-15,4-4 2 0,-1 1-2 16,2 2-74-16,1-2 5 0,2 3-3 0,1-3 13 16,-1 3 8-16,5-2 5 0,1 1 2 0,1-4 16 15,1 1-13-15,4-2 12 0,2 1-7 16,-2-3 6-16,8 0 14 0,0-4 11 0,2-1-13 15,1-1 8-15,4-1-6 0,2-4-2 0,-2 1 5 16,2-4-7-16,1 0-8 0,-3-5 2 0,2 2 3 16,-9-4 5-16,2 2-5 0,-5-8 2 15,-4 5 11-15,-1-3 7 0,-3 2-12 0,-3 0-3 16,0 3 33-16,-3 2-23 0,-1-1 18 0,-3 2-7 16,0 4-11-16,-3 0-5 0,-1 4 8 0,-3-1-5 15,7 4 5-15,-17 1-11 0,6 3 1 16,-1-1-1-16,1 3 11 0,0 0 2 0,-1-1-20 15,1 2 10-15,4-1-5 0,-3-2 3 16,6 3-8-16,-2-2 0 0,-1-2 2 0,6 3 6 0,-2-4-3 16,3-2-8-16,0 7 5 0,0-7 1 15,3 8-3-15,1-5 7 0,3 2-7 0,-3-3 0 16,2 4 8-16,4-2-1 0,-2 1 6 16,-1 1-6-16,2-2 1 0,-2 2-3 0,4-2-3 15,-4 1 1-15,2 1-1 0,-2-2 8 0,1 2-15 16,1-2-23-16,-2 1-8 0,0 1-38 15,1-2-6-15,1 1-74 0,-2-1-35 0,-1 1-144 0,2-2-391 16,2 3 32-16,-6-5 106 0,2 2 82 16</inkml:trace>
  <inkml:trace contextRef="#ctx0" brushRef="#br0" timeOffset="205508.66">6538 5416 662 0,'-1'-7'233'15,"1"7"-28"-15,0-6-18 0,0 6-13 0,0 0-23 16,0-6-10-16,0 6-21 0,0 0 11 0,0 0-47 16,0 0 8-16,0 0-17 0,0 0-11 0,4 16 2 15,3-3 3-15,-4 3 0 0,4 3 13 16,0 6 49-16,-1 6 17 0,6 12-97 0,-3-3-15 15,1 6 10-15,1 4 6 0,-1-1 1 0,0 1-7 16,1 0-15-16,2-2 5 0,-3 1 13 16,5-5-14-16,-3 4-4 0,3-7-3 0,-5-5 6 15,-1-5-14-15,2 0 6 0,-1-4-1 0,0 1-4 16,-2-5 2-16,-1 1-13 0,-1-5 13 0,4 3-5 16,-6-6-10-16,0-2 12 0,2 0-2 0,-2-3-10 15,-1 0-3-15,1-1 92 0,-1-2-48 16,0-4 4-16,-3 1-4 0,0-5-5 0,0 0-9 15,0 0-6-15,0 0-9 0,0 0 8 0,-27-9 0 16,16 1-10-16,2 2 0 0,-1-1-5 16,2 3 5-16,-2-4-5 0,0 1 5 0,-1 0-6 15,1 0 1-15,-3 2 3 0,2-2-4 0,1 1 4 16,0 1-6-16,0-1 8 0,3 0-5 16,-3 2 0-16,4 0-3 0,1 1-3 0,-1-3 6 15,2 4-8-15,1-4 3 0,-1 5-8 0,1-2 5 16,3 3-5-16,0-7 0 0,0 7 3 0,4-7-3 15,2 5-3-15,1-3 6 0,3 1-11 0,0-2-2 16,1 1 2-16,6 1-12 0,-1-3-1 16,2 0-4-16,0 2 7 0,1-2-8 0,-1 0-5 15,-1 1 1-15,3 1 17 0,-6-1-15 0,3 0 5 16,-7 4 12-16,1-4 27 0,-1 3-16 16,-3 1 2-16,-1-2 3 0,2 3-2 0,-5 0 5 15,0 0-1-15,-3 1 1 0,0 0-5 0,0 0-1 16,0 0 3-16,0 0-5 0,-14 9 3 15,7-6-8-15,-2 4 2 0,2 0 6 0,-1 2-3 16,-2 0 2-16,1 0-7 0,1 1-43 0,1 3-16 16,-2-2-34-16,5 3-43 0,-3 1-71 15,7-4-561-15,-4 6 3 0,-2-2 101 0,5 1 53 16,-2-4 70-16</inkml:trace>
  <inkml:trace contextRef="#ctx0" brushRef="#br0" timeOffset="206375.24">6527 6773 941 0,'0'0'310'0,"-12"0"-36"16,12 0-31-16,-11 3-12 0,7 0-32 0,-3 3-17 15,1 1-18-15,1 4-13 0,-1-3-10 16,-1 7-26-16,4-1 3 0,-3-1-31 0,5 2 0 15,-2 1-11-15,0-4-6 0,3 2-1 0,0 1-3 16,3-4-4-16,0 3-9 0,-2-3 1 16,2 2-8-16,3-3-13 0,-3-1 3 0,4-1 0 15,-2 0-8-15,4-1-5 0,1-5-2 0,-3-1 4 16,4-2-4-16,2 0-6 0,-2-5 1 0,3-1-11 16,3-3-13-16,-1-2 8 0,-1-3-8 15,5-2 1-15,-3 1-6 0,-1-1 10 0,2 0-7 16,-1 1-10-16,0 1 15 0,-3 3-6 0,3-1 1 15,-4 4-5-15,1 2 2 0,-1-2 3 0,2 5-13 16,-5-1 15-16,3 2-7 0,-2-1 2 16,-1 2 0-16,1 1 16 0,-4 1-9 0,2 0-9 15,-9 0 7-15,15-2-7 0,-6 0 12 0,-9 2-4 16,10 0-1-16,-10 0 0 0,10-2 16 16,-10 2-5-16,8-1 2 0,-8 1-13 0,0 0 8 15,0 0 5-15,3-3 11 0,-3 3-1 16,0 0-7-16,-11-8 12 0,2 4-5 0,9 4-2 0,-11-2 8 15,2 1-6-15,9 1-2 0,-15 1-3 0,6 1 0 16,2 2 6-16,-4-1-9 0,4 4 11 16,-3 1-5-16,-1 2 0 0,1 3-5 0,0-2-3 15,3 1 5-15,0 2 10 0,4-3-12 16,-3 2 7-16,5-4-2 0,-2 2 10 0,0 2-23 16,3-5 11-16,0 1 1 0,3-1-1 0,0 0-1 15,0-4-5-15,4 2-8 0,-3-1 3 16,6-3 0-16,-3-2-10 0,3 0 2 0,0-2 14 15,1-2-6-15,-1 0-3 0,1-2 3 0,-4-2-3 16,2 0 3-16,-2-1 0 0,-1 0-5 0,2-1 13 16,-5-3 5-16,1 4 10 0,-1 0-5 0,0 1 10 15,0 1-64-15,-2 0 8 16,2 3-18-16,-3-3-3 0,3 4 1 0,-3 3 12 0,4-6-5 16,-4 6 5-16,0 0 5 0,0 0 21 0,0 0-21 15,0 0 21-15,10 14-3 0,-10-11 8 16,4 0-3-16,-1 3-4 0,0 0 9 0,1-3-2 15,3 3-5-15,-3-3 2 0,5 3-20 0,-2-4 2 16,0 2-27-16,4-3-42 0,2 0-31 16,4-2-104-16,-4-4-146 0,5 1-336 0,-1-3 31 15,0-1 93-15,-4 0 42 0</inkml:trace>
  <inkml:trace contextRef="#ctx0" brushRef="#br0" timeOffset="206675.18">7177 6661 703 0,'0'7'198'0,"3"1"-4"16,-3 2-15-16,3 0-2 0,-2 1-39 0,2-1-2 15,0 1-36-15,1-3 12 0,-3 4-15 16,2-1-17-16,0-3 2 0,-3 0-3 0,3-4-7 16,-2 3-6-16,1-1 11 0,-1 0 100 0,2-1-3 15,-3-5-18-15,0 0-26 0,0 6-78 16,0-6 9-16,0 0-7 0,0 0-13 0,0 0-3 15,-10-19 13-15,7 8-22 0,-1 1-4 0,-3 0 3 16,3-7-2-16,1 3-8 0,0-3 5 16,-1 0 0-16,1 1-15 0,3 1 2 0,-3 2 3 15,3-2 12-15,0 1-20 0,0 2 3 0,3 1-11 16,-2-1-25-16,2 2-28 0,3 1-16 16,-2 1-43-16,6 0-33 0,-3 1-67 0,-1 1-141 15,4 3-353-15,1 0 36 0,0-1 89 0,-1 2 46 16</inkml:trace>
  <inkml:trace contextRef="#ctx0" brushRef="#br0" timeOffset="207142.17">7502 6844 545 0,'3'31'235'0,"4"-6"-12"0,-4 0-16 15,4-4 54-15,-3 4-33 0,3-2-23 0,3 8-13 16,-4-6-92-16,1 0-13 0,0 0-5 15,0 0-16-15,0-1 3 0,-1-4 3 0,1 3-21 16,-2-5-10-16,1-2-13 0,-2-1-10 0,2-3-10 16,-3 2 5-16,0-6-13 0,-2 0 0 15,-1-5-28-15,3 2-57 0,-3-5 8 0,0 0 0 16,0 0 1-16,-13-17-19 0,6 1 18 0,0-6 0 16,-4 2 24-16,-2-10 14 0,2 1 19 15,1-3-1-15,-3-1 39 0,2 2 36 0,1-1-3 16,1 3 21-16,1 0-11 0,4 6-4 0,-2 0 12 15,0-1-18-15,5 7-2 0,-2-2 9 0,3 0 1 16,0 2-10-16,0 5-8 0,3-5 0 0,-2 7-10 16,2-4 2-16,3 5-5 0,-2 1-13 15,3 0 6-15,0 1 17 0,2 4-7 0,-2 2-6 16,1-3-7-16,-8 4 18 0,16 5-5 16,-9-3-16-16,1 5 8 0,-1-3 29 0,-1 3-1 15,0 7 15-15,-2-5-2 0,-1 1-15 0,-3 5-16 16,0-6 24-16,-3 7-4 0,3-7-2 15,-3 5-7-15,-1-3-8 0,1 0 0 0,-3 2-8 16,2-4-5-16,-3-1-5 0,3 0-8 0,1-2-46 16,-4-4-10-16,4 1-59 0,-1-3-69 0,4 0-90 15,-13-3-196-15,12-4-242 0,-2 0 42 0,0 0 71 16,3 1 49-16</inkml:trace>
  <inkml:trace contextRef="#ctx0" brushRef="#br0" timeOffset="207458.09">7605 6786 481 0,'6'-2'187'0,"1"-4"79"16,3 3-10-16,-3-3-21 0,0 3-10 0,0-4-22 16,3-1-14-16,0 1-12 0,-3-1-24 15,4 0-9-15,-2-2-6 0,-2 1-18 0,0 0-10 16,1 0 8-16,-2-3-10 0,-2 1-88 0,-1 2 8 16,0-2-10-16,-3-1 10 0,3 1-2 0,-3 3-6 15,0-2 16-15,0 3 13 0,0-1 2 16,-3 1-18-16,0 4 1 0,3 3 1 0,-4-6-6 15,4 6 9-15,0 0-7 0,-10 10-11 0,6-3-15 16,1 3 5-16,-1 4 6 0,1-3-6 16,3 4 8-16,0 1-18 0,0 1 8 0,1 0 7 15,2 1 5-15,3-1-4 0,-1-1-8 0,1 0 2 16,4-1-5-16,0-4 10 0,1 3-15 16,2-4 3-16,2-1-13 0,4-2-13 0,-1-4-34 15,6 2-9-15,-4-7-24 0,7-2-48 0,0-1-57 16,4-7-125-16,-7 8-407 0,4-12 87 0,-1-4 18 15,-7 0 72-15</inkml:trace>
  <inkml:trace contextRef="#ctx0" brushRef="#br0" timeOffset="207691.89">8096 6161 650 0,'-9'12'233'0,"4"-6"-3"0,2 6-30 0,3 0 66 0,-3 4-13 16,3 3-4-16,0 2-42 0,3 4 13 15,0 0-74-15,2 2-23 0,1 4-26 0,1 2-5 16,0-5 11-16,4 3-19 0,2-5 3 0,-4 0-2 16,6-1-9-16,-2-1 4 0,-2-5-14 15,2 2-20-15,-3-4 18 0,4-2 0 0,-4-4-15 16,0 0-3-16,4-4-10 0,-4 0-5 0,1-2-31 16,-1-5-49-16,0-5-87 0,1 0-35 15,-4 1-226-15,3-11-391 0,-1 3 94 0,-8-7 57 16,-2-1 50-16</inkml:trace>
  <inkml:trace contextRef="#ctx0" brushRef="#br0" timeOffset="207908.28">7857 6467 796 0,'-6'0'263'0,"6"0"-7"0,-7 1-33 0,7-1-21 15,0 0 3-15,0 0-18 0,0 0-21 0,0 0-10 16,0 0-12-16,0 0-16 0,23-7 0 0,-5 3-29 15,6-5-4-15,3-1-8 0,1 0-10 16,3-1 2-16,2 1-15 0,-5-4-10 0,-5 6 5 16,1-2-13-16,-3 2 8 0,-1 0-11 0,-3 2-15 15,-3-1-2-15,0 3-3 0,-4-2-41 16,1 4-64-16,-5-3-125 0,-2 4-239 0,-1 1-301 16,-3 0 43-16,0 0 92 0,0 0 59 0</inkml:trace>
  <inkml:trace contextRef="#ctx0" brushRef="#br0" timeOffset="212492.54">2384 8281 729 0,'-4'-5'302'0,"4"5"-23"0,-6-7-20 16,3 6-24-16,3 1-15 0,-4-6-20 16,4 6-13-16,-3-4-18 0,3 4-13 0,-4-5-18 15,4 5-15-15,0 0-13 0,-3-3-13 16,3 3-10-16,0 0-5 0,0 0-5 0,-4 15-16 16,4-9 3-16,0 6-12 0,4-1 12 0,-4 3-13 15,3 3-13-15,1 1-2 0,-1 0-5 16,1 2-1-16,-1 0 17 0,3 4-24 0,-2-5-77 0,0 3 8 15,2-2 7-15,-2 1 9 0,-1-2 1 16,4 4 1-16,-4-4 0 0,-2-2 8 0,2-1-3 16,1 1 66-16,-1-2-2 0,0-1 5 0,-2-3-7 15,2-1 4-15,0 0 6 0,-3-1-31 16,3-2 23-16,-3 0 12 0,1 0-4 0,1-4 0 16,-2-3-29-16,0 0 8 0,0 0 0 0,0 0 1 15,0 0-4-15,0 0-7 0,0 0-3 16,0 0 3-16,1-17-5 0,-1 17 10 0,3-7 3 15,-3 7-16-15,0-6 8 0,0 6-10 0,3-6-6 16,-3 6 6-16,4-3 7 0,-4 3-12 0,7-4-6 16,-7 4-2-16,7-3 23 0,-1 0-10 0,-6 3-3 15,14-1 2-15,-7 1-7 0,3-1 6 16,1 1 1-16,-1-2-7 0,0 2 5 0,4 0 3 16,0 0-8-16,3-1 5 0,-3 0-2 0,6-2-3 15,-3 1-8-15,4 1 8 0,0-2-10 16,1-1-8-16,-1 1 15 0,0-2-7 0,3 1-3 15,-4-2 3-15,1-1-3 0,-4 1 3 0,0 1 5 16,-1-2-5-16,-1 0-6 0,-2-3 16 0,1 3 0 16,-4-1-2-16,-3 1-11 0,0-3 0 15,0 2-7-15,-4 1 12 0,-2-3-10 0,1 3 8 16,-1-1 0-16,-2 3-3 0,-1-2 0 0,1-1 8 16,1 0 0-16,-6 1-5 0,3 5-1 15,-1-4 4-15,-4 3-4 0,-1-2-1 0,2 3 9 16,-4 2-2-16,-2 0 2 0,0 0-4 0,-1 0-9 15,3 3 16-15,-3 2 0 0,1-3 8 0,-1 5-3 16,4-4 5-16,0 2-17 0,-1 5 9 16,1-3 3-16,3 1-5 0,1 2 5 0,-2-3 3 15,5 3-8-15,0-2 3 0,2 2-3 0,1-1 0 16,1 3-5-16,2-4 10 0,1 0 5 0,3-4-7 16,0 3-11-16,2 0 5 0,2-3-2 0,-1 2 8 15,0-5 4-15,4 4-14 0,-4-5 9 16,1 1 3-16,2-1-2 0,-3 0-13 0,0 0 10 15,-2-1-5-15,2-4 5 0,0 4 5 0,0-1 0 16,-2-3-3-16,1 1 6 0,-2 0-5 16,0 1-3-16,0 0-8 0,-3-1 5 0,2 2 6 15,-2-2 5-15,3 2-6 0,-4 0-4 0,0 0-1 16,1-1-5-16,-4 3-7 0,6-3-5 16,-6 3 9-16,7-1-1 0,-4-2-1 0,-3 3 2 0,8 0-6 15,-8 0-4-15,6-2 1 0,-6 2-1 16,8 2-15-16,-2-2-2 0,-6 0-31 0,14-2 5 15,-10 1-21-15,5 1-30 0,-2 0-41 0,0-2-44 16,3-3-191-16,-3 2-346 0,4 1 61 16,-1-4 69-16,-3 0 44 0</inkml:trace>
  <inkml:trace contextRef="#ctx0" brushRef="#br0" timeOffset="213441.42">3088 8193 463 0,'0'0'189'0,"0"0"-7"16,0 15-16-16,3-5-2 0,0-2-31 15,2 7 8-15,-2 0-16 0,1 3-17 0,2-2-1 16,-2 1-12-16,2 2-13 0,2-2 3 0,-5 0-19 16,3-1 6-16,-2 1-21 0,2-2 0 15,-2-2-7-15,-1-1-1 0,1-2-17 0,0 0 7 16,-1-1-5-16,-2-2 16 0,2 0-1 0,0 0 6 15,0-4-6-15,-3-3-12 0,0 0 2 0,0 0 6 16,0 0-16-16,0 0-13 0,6-15 13 16,-5 9-13-16,2-3-2 0,-3 2 7 0,5-1-4 15,-2 0-6-15,0 1 8 0,1-1-11 0,5 6 1 16,-5-3-16-16,6 2 21 0,-3 3-1 16,3 0 1-16,1 3 7 0,2 2-2 0,-3-2 2 15,4 6-2-15,-3-1 13 0,2 2 76 0,-2 1-5 16,-2 0-2-16,2 2-23 0,-4-1 2 0,-1-4-5 15,-6 3-10-15,3 2 13 0,-2-2-24 16,-2 2-71-16,-2-4 0 0,0 1-5 0,-4-2 23 16,1-1 8-16,-2 3 7 0,1-3 3 15,1-4-1-15,-1 2-4 0,-4 2 0 0,5-6-1 16,-4 1 1-16,10-2 5 0,-15-2-3 0,15 2 3 16,-15-6-8-16,11 4 5 0,-4-5 3 0,5 6-3 15,-1-6 1-15,1 4 1 0,0-4-9 16,3 2 10-16,0 5-8 0,0-10-5 0,3 7 23 15,0-2-18-15,4 1 0 0,-2-1 0 0,4 0 0 16,1 2-5-16,2-3-2 0,0 2 7 0,5-3 0 16,0 5-7-16,2-4 9 0,3-4-4 15,-1 2-3-15,0 1 5 0,2-3-18 16,-2 2 18-16,0-2-7 0,-2-4 7 0,0 6-3 0,1-4 16 16,-6-1-10-16,0 3 7 0,-1 1-4 15,-6-4-11-15,3 2 10 0,-3 4 0 0,-4-4-10 16,-2 0-3-16,1 1 9 0,-2 0-1 0,-2 2 0 15,1 0-21-15,-2 1 22 0,-1 3-6 16,1-2 0-16,-1 4-8 0,4 2 8 0,-13 2-5 16,13-2 18-16,-10 8-16 0,2 1 3 0,2 5-8 15,2-3 6-15,1 4 7 0,-1-4 3 16,2 3-11-16,2 2 0 0,0-4 6 0,2 3 0 16,2 0 4-16,-1 1-2 0,4-5-10 0,0 0 0 15,3 1 10-15,0-2 0 0,2-3-10 0,4 0 3 16,-2-4-3-16,2-1 12 0,2-2-2 15,2-1 0-15,-2-2 6 0,3-4-27 0,-1-1 19 16,3-2-3-16,-5-4-10 0,-2 1 2 0,-2-3-5 16,-3-3 0-16,-2-2-5 0,-5-1 1 15,-1-3-9-15,-3-2-2 0,-3 0 5 0,-1-7-8 16,-2-3 16-16,-4-8-13 0,-1 11 25 0,4 3 6 16,-2 3-14-16,2 6 6 0,-1 3 36 0,2 1-21 15,2 3 0-15,-2 0 3 0,2 7-5 0,-3-2 0 16,3 8 2-16,1-1 3 0,3 3 2 15,0 0 0-15,-10 16-7 0,7-2-8 0,6 3 15 16,-2 1-4-16,2 7 1 0,3 0-4 0,5 7 15 16,-1-4-18-16,0 2 3 0,8 11-8 15,-2-9 10-15,1-5-5 0,0-2 3 0,0-1 2 16,1 0 0-16,-1-4-4 0,3 0 6 16,-3-1-9-16,-2-6-6 0,1 2-45 0,-2-7-65 15,-1 1-58-15,-2-1-137 0,-1-1-511 0,-3-6 123 16,-1-1 36-16,-6 0 61 0</inkml:trace>
  <inkml:trace contextRef="#ctx0" brushRef="#br0" timeOffset="214391.05">5125 8258 688 0,'-9'2'305'16,"2"0"-34"-16,1 1-25 0,-2 0-11 0,8-3-12 16,-10 0-34-16,6 3-17 0,4-3-11 0,-9 3-15 15,9-3-23-15,0 0 5 0,0 0-10 16,0 0-3-16,0 0-82 0,0 0 5 0,0 0 1 16,30-6 9-16,-13-1-7 0,7 2-10 0,7-7 13 15,6 4-16-15,11-3 13 0,-1-4-13 0,5 1 10 16,-4 1-15-16,3-1 0 0,-3 3 0 15,-7-1 8-15,-7 2-3 0,0 0-10 0,1 3 59 16,-1-1-8-16,-7-2-10 0,0 5-5 0,-5-1 12 16,-2-1-15-16,-3 0-4 0,0 6 1 15,-4-5-15-15,-2 5 3 0,-1-6-15 0,-3 4-31 16,-1 2-11-16,-2-5-33 0,-4 6-10 0,0-7-43 16,0 7 7-16,-7-4-13 0,0 0 8 0,-2 0 11 15,1 0 17-15,-5 1 8 0,3-4-5 16,-4 4 12-16,4-4 39 0,-4 2 13 0,3 2 25 15,-1-3 13-15,4 5 16 0,-2-6 2 0,3 6 5 16,0-1 3-16,0-3-5 0,1 3-6 0,2 1-5 16,1-5-4-16,3 6 14 0,0-1-9 15,0 1-3-15,0 0-6 0,9-7 1 0,-9 7 10 16,18 0-10-16,-8 0 10 0,4 4-13 0,0-1 0 16,6-2-8-16,-3 5 21 0,4 0 3 15,-4-1 5-15,3 3 15 0,-2 4-21 0,-1 0 3 16,0-4-15-16,-4 6 10 0,-2-3-18 0,-1 4 2 15,-4 0 4-15,-2-2-1 0,-1 4 0 16,-6 0-8-16,-1 4-2 0,-6-2-2 0,1 3-19 16,-2-2-40-16,-2 1-37 0,-2 1-40 0,-1 0-62 15,-2 2-337-15,2-4-321 0,1-3 103 0,2-2 41 16,-5 2 104-16,-1-7 60 0</inkml:trace>
  <inkml:trace contextRef="#ctx0" brushRef="#br0" timeOffset="-205906.9">6541 7535 734 0,'0'0'246'0,"0"0"-18"0,0 18-11 15,4-6-20-15,2 2-2 0,2 7-21 16,1 0-92-16,2 7 15 0,2-2-23 0,-2 2 6 0,6 2 53 16,-4-2 0-16,-2 4-20 0,2-6-16 15,1 5-15-15,-3-6-3 0,1 0-5 0,-1-4-7 16,-1 1-6-16,0-4-7 0,-2 3-3 0,-1-7 0 15,-1 1-10-15,1-1 0 0,-1-4-5 16,-1-1 5-16,-2 3 21 0,1-7-65 0,-2 2 0 16,2 0 14-16,-1-7-6 0,-3 0 5 0,0 0-18 15,0 0 16-15,0 0 5 0,-7-25-5 16,4 15-6-16,3-5-2 0,0 0 5 0,0-2 0 16,0 0-2-16,0-1 2 0,1 3 0 0,2 0-10 15,0 2 10-15,0 1-10 0,0 2 10 16,1-1-13-16,3 3 8 0,-3 0 3 0,3 2-3 15,2 4-3-15,-2 0-4 0,1 2 12 0,5 1-15 16,-2 0-3-16,2 6 10 0,-3-4 19 0,4 4-19 16,0 1-2-16,0 0 8 0,-1-3-6 15,4 2 3-15,-4 1 0 0,1-1-3 0,0 0 3 16,2 0 8-16,-1-3-16 0,-2 1-2 0,1-3 2 16,-1 1 6-16,-2 0-1 0,2-3-7 15,1 0-5-15,-3-3 7 0,2 1 11 0,-2 1-16 16,-1 1 5-16,-3 0 6 0,2-2-19 0,-9 2 13 15,15 0-7-15,-15 0-5 0,13 2 2 16,-5-2-8-16,-2 3 8 0,4 1 10 0,-3-1 1 16,3 2-1-16,0-2 3 0,-3 4 5 0,4-6 3 15,-1 5-9-15,0-5 4 0,1 4-6 0,-2-3-2 16,-1 0 10-16,5-1-3 0,-6-1 1 0,-7 0 2 16,13 0 10-16,-6 0 5 0,-7 0-2 15,11-3-15-15,-8 1 9 0,-3 2-4 0,3-6-8 16,-3-1 2-16,0 7 6 0,-9-8 7 0,1 0-10 15,1 2 13-15,-6-4 0 0,-1 2 5 16,0-2 25-16,0 0 1 0,-2-2-32 0,1 2 11 16,3-1-5-16,1 1 18 0,-3-2-10 0,5 2 4 15,2-1-6-15,-1 0-4 0,1 1-2 16,4 2-5-16,0-2 2 0,6 2-2 0,-3-2-5 16,4 3-6-16,2-1 1 0,2 1 4 0,1 4 9 15,1-3-16-15,2 5 5 0,1 1-5 16,1 0-8-16,-4 1 24 0,6 5-16 0,-4-3-6 15,4 5 6-15,-2 0 3 0,-1 4-3 0,-1-2-3 16,1 0-2-16,0 0-2 0,-2 4 4 0,2-4 3 16,-2 1 0-16,-1 1-8 0,-3-2 16 0,3 3-5 15,0-3 2-15,-3-2-18 0,0-1 3 16,3-2 7-16,-6 2-2 0,3 0 8 0,-1-6-9 16,0 1-4-16,2-2 13 0,-8 0-6 0,13-3 1 15,-6-3 2-15,-1 2-5 0,2-3-6 16,-1-1 6-16,-1 1 8 0,-2-1-6 0,2 1 1 15,-2-2-4-15,0 6 9 0,0-3-8 0,-1 2 0 16,0-2-11-16,0 2 1 0,-3 4-8 0,7-3 10 16,-7 3-10-16,7-2 16 0,-7 2-1 0,0 0 5 15,0 0-2-15,13 3 0 0,-9 2-3 16,-4-5 6-16,10 2-3 0,-6 0 12 0,-4-2-4 16,10 4-13-16,-3-3 7 0,-7-1 6 0,14-2-3 15,-7-1 7-15,2 0 4 0,1-1-14 16,1 1 1-16,-1-4 4 0,4-1-4 0,-4-1 4 15,0 1-4-15,1-2-6 0,-1 2 10 16,0-7-4-16,-3 5-3 0,0-2-8 0,0-1-2 16,-3 2 7-16,2-2 10 0,-3 2 6 0,0 3-18 15,2 1 0-15,-2-3 17 0,0 3-32 0,-3 2 4 16,4 2-2-16,-1 1 5 0,-3 2 3 0,6 0 5 16,-6 0-11-16,8 5 11 0,-1 0 2 15,0 2 11-15,-1 3-16 0,1-2 8 0,0 2 2 16,-3 3-17-16,2-4 12 0,-2 1 3 0,-1 3 5 15,0-3-2-15,-3 0-1 0,0 0 3 16,0 3-3-16,-6-5-2 0,2 3 10 0,1-4 6 16,-4 1-6-16,0-1 0 0,-3-4 10 0,0 4-7 15,2-6 25-15,-2 1-25 0,1-2-3 16,9 0 3-16,-15 0-3 0,15 0 8 0,-13 0-8 16,13 0 0-16,-14-2 0 0,14 2-5 0,-10 0-3 15,10 0 11-15,0 0-8 0,-7-1-8 16,7 1 11-16,0 0-8 0,0 0 5 0,0 0 8 0,0 0-14 15,0 0 9-15,17 8-11 0,-10-8 16 0,3 0-13 16,-3 0 13-16,4-2-1 0,2-1 11 16,1 0-8-16,3-1-12 0,0-1-6 0,6-3 11 15,-2 0 7-15,0-2 8 0,2-2-13 16,-2 2-8-16,0-5 16 0,-1 5-8 0,-2-5 11 16,2-2-6-16,-7 6 5 0,2-6-4 0,-5 2-4 15,-1-3-7-15,-2 3 0 0,-2-2-7 16,1 2 12-16,-6 5 2 0,3-5 1 0,-3 4-5 15,0 1 7-15,0 2-3 0,0 0-4 0,-3 0 2 16,0 4 3-16,3 3-1 0,0 1-1 16,-11 0 1-16,4 5 1 0,4 2 2 0,-4-1-5 0,4 2-7 15,-5 4 15-15,5-2-8 0,0 0 5 16,0 4-5-16,2-3-2 0,1 4-3 0,1-5-8 16,5 5 23-16,-3-1-12 0,5-1 5 0,-2 0-1 15,4-3-27-15,1 0-8 0,3-2-31 16,-1 1-56-16,4-1-106 0,1-1-221 0,2-6-283 15,1 1 24-15,3-2 92 0,-4-3 58 0</inkml:trace>
  <inkml:trace contextRef="#ctx0" brushRef="#br0" timeOffset="-205689.77">8740 7657 614 0,'9'29'338'16,"-2"-4"-36"-16,0 4-16 0,0-1-32 0,0 3-26 15,0 1-29-15,3-3-86 0,0 4-16 16,-3-1-5-16,0 1-28 0,3 0-33 0,0-5-31 16,-3 2-51-16,-1-8-57 0,2 0-73 0,-5-7-83 15,1 1-169-15,-1-7-194 0,-3-2 85 0</inkml:trace>
  <inkml:trace contextRef="#ctx0" brushRef="#br0" timeOffset="-205439.78">8620 7661 652 0,'-4'-21'225'0,"1"-1"-17"16,3 5 50-16,-3 2-22 0,6 4-19 0,-3-3-30 16,3 4-13-16,1 0-10 0,-1 1-33 0,3 1-1 15,1 0-17-15,4 0-8 0,-4 4-18 16,3 3 2-16,0 1-9 0,1 0-9 0,2 5-9 15,-2 3-1-15,2 1 16 0,1 1-13 16,-4 1 33-16,0 3-45 0,-2 1 14 0,-2 2 1 16,-2-1-21-16,-1 2 13 0,0 0-8 0,-3-1 3 15,-3 3-13-15,0-2 5 0,2-2-8 16,-2-3-33-16,-3 2-15 0,1-1-26 0,2-3-20 16,0-1-62-16,-1-3-171 0,-2 1-518 0,2-7 52 15,1 1 92-15,3-2 72 0,0 0 82 16</inkml:trace>
  <inkml:trace contextRef="#ctx0" brushRef="#br0" timeOffset="-205006.91">8842 7392 780 0,'9'0'167'0,"3"2"-14"0,1 4-7 15,1-2 0-15,3 7-28 0,3-1-6 16,-3 1 1-16,1 6 0 0,2-3-16 0,-6 4-8 15,3 0 9-15,-4-2-24 0,1 5 8 16,-4-3-8-16,-3 0-2 0,-3-2 2 0,2 0 0 16,-2 1-15-16,-4-6-3 0,0 3-7 0,-4-3 23 15,1-1-29-15,0 1 85 0,-1-3 13 0,1-5-33 16,-1 3-4-16,-2-5 7 0,6-1-22 16,0 0-20-16,-18-7 18 0,11-3-13 0,1 2-15 15,-1-6-7-15,3-1 1 0,1 0-4 0,0-1-6 16,3-5-2-16,-1 3-2 0,5 0-8 15,-1-4-14-15,1 3 1 0,3-5 5 0,0 5 0 16,2-4-12-16,2 4 7 0,-4-2-8 0,3 4-10 16,0 5 15-16,1-3-17 0,-1 2 12 15,-3 3-10-15,6 2 2 0,-3 4-2 0,0-2-2 16,2 5-1-16,-2 1 1 0,4 1-3 0,-1 2 5 16,0 4-3-16,1 0 8 0,-1 3-10 15,2 2 23-15,-5-2-26 0,4 1 21 0,-4 4-3 16,0 0-5-16,0-3 11 0,0 4-11 0,0 1-18 15,-3-2-20-15,1 0-49 0,-1-3-41 0,-1 1-120 16,0-3-507-16,-2 0-33 0,0-3 92 16,-1 0 66-16,-3-6 82 0</inkml:trace>
  <inkml:trace contextRef="#ctx0" brushRef="#br0" timeOffset="-204374.43">9594 7161 842 0,'-17'7'320'0,"13"0"-36"0,-7 2-90 0,2-1-17 16,2 7-21-16,-3-3-15 0,2 2-8 16,-2 3-10-16,4-1-8 0,-1 0-13 0,4 1-4 15,-4 0-6-15,6 0-13 0,-2 0-2 0,3-2 2 16,0-1-2-16,3 3-16 0,1-2-7 0,3-1 8 15,0 1-16-15,3-5 2 0,4 0-12 0,-4-2 28 16,6-1-31-16,2-3-2 0,0 0 2 16,2-4-4-16,0 0-4 0,4-5 3 0,-3 1 1 15,6-3-12-15,-3-3 6 0,3-4-5 0,-3-1 0 16,1-2-10-16,-5-2-5 16,0 1-6-16,-3-3 8 0,-3 4-5 0,-1-1 13 0,-1 7-5 15,-3-3 12-15,-2 4-2 0,-1 2-10 0,-1-1 7 16,1 3-12-16,-6 3 9 0,0 3-4 15,0 0 13-15,0 0-4 0,0 0-4 0,-20 18-5 16,13-7-3-16,0 2 10 0,-3-1-4 16,3 2-4-16,3 2 1 0,-2-3-5 0,2 2-6 15,4-1 21-15,0 2-5 0,0-5 7 0,0 4-7 16,4-5 31-16,2 1-29 0,1 0 5 0,0-1 11 16,3-2-3-16,0-4-12 0,0 2 9 0,1 0 6 15,0-4-23-15,1-1 7 0,0 1-7 16,1 1 4-16,-3-2-6 0,0-1 11 0,-10 0-17 15,14 0 13-15,-7 0-59 0,-7 0-82 0,10 0-33 16,-7 0-85-16,-3 0-192 0,1 4-368 16,-1-4 110-16,-7 11 38 0,0-8 82 0,-7 4 44 15</inkml:trace>
  <inkml:trace contextRef="#ctx0" brushRef="#br0" timeOffset="-190208.04">2709 13123 563 0,'0'0'212'0,"0"0"-28"0,0 0-17 0,0 0-21 16,0 0-8-16,0 0-20 0,0 0-21 0,6 17 13 15,-2-9-15-15,-1 2-1 0,-2 0-14 16,6 6 4-16,-4 1-7 0,1 3 0 0,2 0-6 15,-3 5 11-15,0 2-15 0,-2 2 5 0,2 0-16 16,1 0-7-16,-1-1-1 0,-2 1 6 0,2-1-16 16,0-2-2-16,-2 1 0 0,1 1-8 15,-1-3 8-15,2-3-10 0,0 1-11 0,-3-2-7 16,3-2-24-16,1-1-61 0,0-1-84 16,-1 0-102-16,1-3-434 0,2-3 75 0,-5-3 26 15,5-3 71-15</inkml:trace>
  <inkml:trace contextRef="#ctx0" brushRef="#br0" timeOffset="-189792.48">2825 13612 757 0,'4'-9'243'0,"-1"4"3"15,1-2-39-15,5 0-22 0,-1 3-21 16,-1-4-11-16,6 0-17 0,-2-1-3 15,2 1-28-15,4 0-5 0,-4-1-11 0,2-3-35 0,1 2-16 16,2 2-9-16,-2-5-32 0,2 1-35 16,-4-5-6-16,6 5 6 0,-7-3-42 0,2-1-17 15,-2-1-8-15,1 2-43 0,-4-3-1 0,0 3 8 16,-6-2 24-16,3 0-9 0,-4 2 57 0,0-2 13 16,-3 5 35-16,0-2 44 0,0-1 0 15,0 5 29-15,-3-5 4 0,3 5 33 16,-3-1-12-16,0-2 15 0,1 6-12 0,0-2 12 15,1 5-26-15,1-2 9 0,0-1-16 0,-3 2-13 16,3 0 2-16,0 5-17 0,0 0-5 0,0 0 15 16,0 0 0-16,0 0-11 0,-6 24-9 15,6-13 20-15,2 4-26 0,-2 2 13 0,1 2-12 16,2 4-6-16,-3-5 10 0,3 7 1 0,-2 0-3 16,3 0 10-16,-1 0-15 0,3 0 2 0,-3 0 8 15,4-2-15-15,-3 2-1 0,4-4-30 16,1 0-53-16,1-3-65 0,0-1-61 0,1-2-131 15,2-5-315-15,1 0 57 0,-1-5 58 0</inkml:trace>
  <inkml:trace contextRef="#ctx0" brushRef="#br0" timeOffset="-188609.03">3396 13473 790 0,'0'0'205'0,"0"0"-18"16,0 0-8-16,-7 18-20 0,7-12-13 15,0 0-28-15,0 0-13 0,0 1 7 16,0 3-20-16,3-3-17 0,-2 1 14 0,2-2-25 0,0 0 5 16,0-1-2-16,1 3-13 0,0-3-3 15,-1-1-3-15,0-1-17 0,1 2 18 0,2-5-11 16,-6 0-5-16,12 0-4 0,-12 0-4 0,16-3 14 16,-12-1-14-16,2-1 6 0,-1-2-6 15,1-1 1-15,-3-1-5 0,0-1 12 0,1-1-10 16,-4 1 0-16,0-1 20 0,0-3 60 0,0 6-9 15,-3-7-17-15,2 5 3 0,-2-2-9 0,3-1 9 16,-3 2-16-16,3 1-5 0,-3-1-6 16,2 1-4-16,1 2-6 0,0-2-14 0,0 2 1 15,4 1 4-15,-1-1 4 0,0-1-12 16,1 2-11-16,2 4-10 0,-1-2 5 0,1 4 3 16,1-1-5-16,-7 2-13 0,16 3 17 0,-8 2-4 15,2-2 7-15,-3 4-12 0,1 3-6 0,1 1 9 16,-2 0 1-16,0 0 1 0,3 5 5 0,-3-2-11 15,-3-2-2-15,5 3 8 0,-5-3-3 16,3 1-5-16,0-3 3 0,-1 1-8 0,1-1 10 16,-3-1-3-16,6-3 3 0,-6 0 8 0,2 2-3 15,1-1-2-15,-1-6 0 0,2 5-8 16,-4-5 10-16,5-1-2 0,-2 0-3 0,0-1 10 16,0-5-7-16,0 5 5 0,0-6-11 0,3 3 8 15,-6-2-12-15,2 2 7 0,-2 0 3 16,2 1-8-16,-3-1 12 0,1 1-9 0,0 1 5 15,-4 2-21-15,6-5 13 0,-6 5-15 0,0 0 12 16,10 2-2-16,-10-2 7 0,7 5 1 0,-4-2 2 16,5-1 0-16,-5 3-2 0,4-4-6 15,-1 5 3-15,1-5 5 0,1 4-7 0,-2-3-1 16,1 1 6-16,0-3 2 0,3 4 8 0,0-4-8 16,0-2 0-16,-2 0-5 0,2 1 2 15,3-2 19-15,-2-3-18 0,-4 2 4 0,3 0 9 16,0-4-11-16,0-1 10 0,-3 1-5 0,0-3-10 15,1 1 5-15,-2-1-2 0,-3 0-6 16,1-1 1-16,2 0-1 0,-3 2 6 0,-2 1-6 16,2 1-12-16,1 0 2 0,-1 3-5 0,-3 0 0 15,3 0-7-15,1 1-6 0,-4 4 0 0,6-4 13 16,-6 4 3-16,0 0 0 0,18 8-8 0,-14-1 10 16,5 0 5-16,-2 0-7 0,1 2 7 15,-1 1 0-15,2 0-2 0,-2 0 5 0,-4-2-3 16,4 5 8-16,-3-2-12 0,-1-3 14 0,0 2-4 15,-2-2 2-15,-1 1 5 0,-3 3-8 16,-1-3 6-16,-2-2 4 0,-2 0 1 0,1-2 0 16,-2 2-8-16,1-6 10 0,-3 1 3 0,-1 1-6 15,1-3-1-15,4-3 1 0,-6 1-4 16,2 0 2-16,1-4 13 0,0 3 0 0,3-2 0 16,-4 1-3-16,5-1 5 0,-1 4 6 0,1-2-13 15,1-1-13-15,-1 4 13 0,6 0-18 0,-7-2-8 16,7 2 13-16,0 0 7 0,0 0 11 15,0 0-2-15,0 0-9 0,10 12-9 0,-3-5 2 16,0-4 5-16,0 0-2 0,0 0-1 0,3 2 1 16,0-3 9-16,3 0-1 0,-1 2-4 15,1-4-7-15,1 1-2 0,2-2 17 0,-1 0-15 16,1-4 8-16,2 3-6 0,-2-4 9 0,-1 3-11 16,1-5 7-16,-2 1 4 0,-1 0-6 15,-2-4-8-15,2-2 6 0,-2 5-3 0,-1-6-5 16,0 0 7-16,-6-1 6 0,2-2-8 0,-2 7 2 15,-1-3 3-15,1 3-7 0,-4 0 2 0,1 1 0 16,-1 1 2-16,0 0-9 0,0 1-3 0,0 3 4 16,0 4-1-16,0 0 2 0,-5-4 2 15,5 4 6-15,0 0-11 0,-7 14 16 0,7-6-8 16,0 1-3-16,0 0-2 0,0 1-3 0,1 4 13 16,2 1-5-16,0-2-18 0,4 1 18 15,0-2 8-15,0 2-10 0,-1-3 7 0,2 3-8 16,-1-3 8-16,2 0-5 0,1 0-7 0,1-1 17 15,-4-2-5-15,3-1 0 0,-2 1-2 16,1-2-3-16,-2-2-18 0,3 3-16 0,1-4-35 16,-1 1-28-16,0-1-64 0,0-3-154 0,0 0-494 15,1 0 51-15,3-3 85 0,-4-1 64 0,1-4 33 16</inkml:trace>
  <inkml:trace contextRef="#ctx0" brushRef="#br0" timeOffset="-188275.73">4842 13218 499 0,'0'8'217'16,"0"-1"3"-16,0 6-17 0,3-1-14 0,-3 1 8 15,3 5-10-15,-2-1-3 0,3 7-17 0,-1-1-78 16,0 2-7-16,1 3 3 0,2 3-6 16,-3-2-5-16,1 5-10 0,0-3-2 0,3 2-9 15,-1-1 65-15,-2 0-10 0,2-2-6 16,-2-1-18-16,-1-1-12 0,2-2-51 0,-2 1-24 15,3-2-104-15,-6 0-260 0,4-2-385 0,-1-6 89 16,0-4 87-16,-3-4 39 0</inkml:trace>
  <inkml:trace contextRef="#ctx0" brushRef="#br0" timeOffset="-187992.43">4743 13366 563 0,'4'-8'230'0,"2"1"-10"0,1-1-43 16,0 4 2-16,0-2-23 0,2 0-5 0,3 4-20 15,-2-1-14-15,3 3-14 0,1 1-3 0,-1 2-18 16,1 1 5-16,-3 0 0 0,3 3-6 16,-1 3 55-16,-3-3-5 0,0 1-11 0,0 2-7 15,-6 1-11-15,2-1-10 0,-2 1-10 0,-4-1-3 16,0 3-15-16,-3-3 6 0,-1 7-9 15,-2-4-10-15,-1-1 0 0,0 1-2 0,-3-1-3 16,3-2-5-16,-3 2-23 0,-1-2-46 0,4-3-44 16,-3 1-140-16,4-1-567 0,-2-3 27 15,-1-4 89-15,2 2 56 0,7-2 52 0</inkml:trace>
  <inkml:trace contextRef="#ctx0" brushRef="#br0" timeOffset="-187575.5">5057 13326 826 0,'18'4'256'0,"-11"-1"-25"0,3 1-14 0,3 0-22 16,1 6-24-16,0-2-10 0,-1 4-12 0,2 0-19 16,-2-2-2-16,4 5-28 0,-4 0 3 15,-3-1-19-15,-2-1-12 0,2-1 7 0,-3 1-17 16,-1-4-4-16,2 3-4 0,-5-3 8 0,0-2-6 15,-2-1-25-15,2 2 5 0,-3-3 4 16,-1-2 4-16,1-3 0 0,-6 7-19 0,6-7 3 16,0 0 11-16,0 0-9 0,-14-11-12 15,8-1 5-15,2 2-10 0,1-2 13 0,0-4-3 16,2-2 2-16,2-3-17 0,1 5 2 0,2-4 1 16,-1-4 4-16,4 1-7 0,-1 2 2 0,5 0-10 15,-4 2 5-15,6-1 8 0,-2 2-3 16,2 2-7-16,-2 6-3 0,-1-2 5 0,3 3-13 15,1 2 0-15,-3 3 6 0,3 1 9 0,-1 3 1 16,0 3-3-16,1 4 8 0,0 0-8 16,0 0-2-16,-1 4 4 0,1-1 9 0,-4 5-6 15,0 0-15-15,1 1 5 0,-1 1 0 0,-3-1-8 16,-1 3-7-16,2-2-31 0,-4-2-16 0,2 2-68 16,-2-2-67-16,2-2-159 0,1 2-384 15,-3-7 31-15,-1 1 100 0,0-4 41 0</inkml:trace>
  <inkml:trace contextRef="#ctx0" brushRef="#br0" timeOffset="-187441.61">5581 13122 389 0,'0'0'69'0,"13"0"-103"15,-6 1-127-15</inkml:trace>
  <inkml:trace contextRef="#ctx0" brushRef="#br0" timeOffset="-186992.54">5813 13121 944 0,'0'0'269'0,"0"0"-29"0,0 0-25 0,0 0-7 0,0 0-24 15,-17 16-20-15,13-7-13 0,-2 3-21 16,-1-2 9-16,-1 5-16 0,-1 2-21 0,5-1 0 15,-3 1-4-15,4 0-14 0,-4-1 1 0,4 1-11 16,2 1-15-16,-2-1-6 0,6-1 9 16,-3 3-14-16,1-6 14 0,2 2-6 0,1-5-2 15,2 5 2-15,1-5-12 0,3 0 2 16,1-3 2-16,2 1-12 0,1-6 3 0,0 1-78 16,3-3 6-16,0-5 10 0,1 4 0 0,1-6 2 15,2 0-2-15,0-4-2 0,-1-3 2 16,-3-3-26-16,4-1-7 0,-7-7-13 0,-2 9 7 0,0-7 29 15,-2 4-10-15,-1 2 12 0,-1 2 13 16,-4 1 18-16,2 3 0 0,-3 0 0 0,-3 2-5 16,0 3 7-16,-3-1-7 0,3 7 5 0,-7-2 0 15,7 2-2-15,-21 11-16 0,8 1 28 0,2-1-7 16,-2 3-9-16,6-2 12 0,-7 5-6 16,5 4 2-16,2-5 16 0,3 1-18 0,0 1 8 15,1 0-6-15,3-1-2 0,0-1 3 16,3 1 10-16,5-2-1 0,-2 1 4 0,1-4-3 15,0 2-3-15,4-3 8 0,-2 0-3 0,4-2-7 16,2-2-21-16,1-2-10 0,-1 2-15 16,1-6-42-16,2 5-99 0,-1-6-136 0,3 1-412 0,1-2 39 15,0-3 66-15,-1 2 53 0</inkml:trace>
  <inkml:trace contextRef="#ctx0" brushRef="#br0" timeOffset="-186659.25">7020 13205 885 0,'0'0'254'16,"0"0"-16"-16,0 0-21 0,0 0-22 0,0 0-14 16,0 0-30-16,0 0-5 0,10-7-20 0,-10 7-14 15,20 2-17-15,-10-4 0 0,2 2 0 16,1-1-11-16,0 1-15 0,4-1 0 0,-4-2-10 16,2 1-5-16,1 0-13 0,-1-3-3 0,1 4-2 15,-1-1 2-15,-2-2-15 0,1 3-10 16,-1 1-31-16,1 0-66 0,-4-1-59 0,0 1-119 15,-2 1-375-15,-1-1-36 0,-1 1 30 0,-6-1 108 16</inkml:trace>
  <inkml:trace contextRef="#ctx0" brushRef="#br0" timeOffset="-186375.29">7149 13414 683 0,'0'0'271'0,"0"0"-35"16,0 0 58-16,21 0-28 0,-21 0-23 0,20-6-27 15,-9 6-25-15,2-2-14 0,2-1-13 16,-2 1-21-16,4 1-10 0,-4-2-23 0,2 2 1 16,-5-4-7-16,3 5-22 0,-5 0-5 0,2-2-3 15,-1 0-12-15,-9 2-3 0,14-3-13 0,-7 2-5 16,-7 1-11-16,10 0 9 0,-10 0-6 15,7 0-7-15,-7 0-34 0,8-2-12 0,-8 2-21 16,0 0-85-16,6 0-143 0,-6 0-509 16,0 0 33-16,0 0 100 0,0 0 44 0,0 0 58 15</inkml:trace>
  <inkml:trace contextRef="#ctx0" brushRef="#br0" timeOffset="-184309.02">8387 12958 767 0,'-7'17'236'0,"0"-2"-24"0,1 0-17 0,3-2-11 16,-1 3-97-16,4 1-7 0,-1 0-11 0,2 2 5 16,2 0-8-16,1 1-7 0,-1 1-18 15,1-2 5-15,2 4-7 0,1-4 22 0,1 3-25 16,2-2-3-16,2-2 3 0,-1 1 5 0,-1-1 8 15,3-2-6-15,-1-3 1 0,1 0-3 16,1-2 66-16,-1-3 8 0,1-1-12 0,0 0-14 16,-1-4 6-16,1-3-18 0,-1 0-5 0,1 0-8 15,3-5 2-15,-3-1-7 0,0-2-8 0,3-1-5 16,-4-5 3-16,2-1-13 0,-2-3-3 16,-3 1 3-16,4-6-11 0,-4-4-4 0,-3 4 2 15,0-4-5-15,0 2 7 0,-4 0 1 16,0-4-8-16,-3 0 0 0,0-2-16 0,-3 2 9 15,0-3-1-15,-1-1-5 0,-2 5 8 0,-2-2-18 16,-1 6 20-16,5-1-2 0,-6 5-5 16,-1 1-8-16,1-2 7 0,-4 6 6 0,4-2-10 15,0 8-1-15,-1-2-2 0,-2 2 3 0,0 2 7 16,-2 0-10-16,2 7 3 0,-1-1-6 0,-2 1 6 16,1 1 9-16,2 1 1 0,-5 6-13 0,5-1 5 15,-4 0 0-15,4 1 3 0,-2 2 0 16,5 0-8-16,-3 5 12 0,2-1-4 0,-2 3-5 15,2-4 7-15,4 1-15 0,1 3 10 0,2-2 8 16,1 1-11-16,3-4 14 0,0 1 4 16,3-1-12-16,1 1 15 0,2-1 2 0,5-1-19 15,0-1 1-15,2-1 11 0,4-1-8 0,0-4-68 16,3 3-4-16,2-2 6 0,1-2-11 0,0-3-10 16,-1 6-38-16,5-6-23 0,-3 1-92 15,-1 0-564-15,2-1 83 0,-1 0 48 16,0 0 87-16,-5 2 38 0</inkml:trace>
  <inkml:trace contextRef="#ctx0" brushRef="#br0" timeOffset="-183809.07">8979 13141 668 0,'-5'7'184'16,"2"1"-18"-16,0 1-7 0,-3-1-28 16,5 2-19-16,-2-2-2 0,-3 6-5 0,5-3 10 15,-2 0-25-15,-1 3-13 0,0 3-1 0,2-4-4 16,1-1-8-16,-2 6-10 0,3-3-11 0,0 0 9 16,0 0 4-16,3 1-15 0,-3 0 2 0,4-1 6 15,3 0 12-15,-4-1-4 0,4-3-14 16,0-3 14-16,-1 2-6 0,5-3 3 0,-1 1-8 15,0-3-13-15,1-1-2 0,-1-3 25 16,3 1-30-16,-2-2-11 0,-1-2 0 0,4-1 26 16,-4-2-31-16,3 1 16 0,-5-2 0 0,5-4 9 15,-6 1-17-15,4-2-18 0,-5-1 11 16,-2-3 4-16,-1 3 0 0,0-5-2 0,-2 0-8 16,-2-1 59-16,-2-1-10 0,0 2 18 0,-1-1-19 15,-2 1 1-15,1 1-5 0,-4-1-8 0,2 2 2 16,-3 5-15-16,-1-2 6 0,1-1-1 15,0 6-2-15,-4-3-6 0,4 8 6 16,-1-4-16-16,-2 4 6 0,3-2-16 0,-1 4 3 0,1 3-6 16,10-3 8-16,-20 3 8 0,13-3-18 15,0 6 0-15,0-4 8 0,0 4-10 0,3-2 12 16,1 3-8-16,-3-1-7 0,3-2-31 0,2 4-30 16,1-1-37-16,0-1-35 0,0-4-87 0,1 7-215 15,5-3-308-15,1-3 72 0,4 4 44 16,-1-2 61-16</inkml:trace>
  <inkml:trace contextRef="#ctx0" brushRef="#br0" timeOffset="-183492.5">9628 13225 749 0,'0'0'216'16,"0"0"-35"-16,0 0 11 0,0 0-13 0,0 0 52 16,7 1-14-16,-7-1-22 0,24-1-19 0,-11-1-14 15,5 0-11-15,2-3-23 0,1 5-8 16,0-2-10-16,1-4-13 0,0 6 1 0,1-3-27 15,-3-1-2-15,1 1-15 0,0 1-10 0,-4-3-16 16,3 4-43-16,-2-5-39 0,-5 5-44 0,2 1-104 16,-2-3-471-16,-3 0-39 0,-2 1 78 0,-2-1 73 15,0-1 59-15</inkml:trace>
  <inkml:trace contextRef="#ctx0" brushRef="#br0" timeOffset="-183225.97">9716 12958 970 0,'0'0'266'0,"0"0"-20"0,0 0-14 0,0 13-91 16,2-4-13-16,4 2-2 0,-2 4-9 16,5 5-4-16,2 4 46 0,-1 2-6 0,3 3-22 15,1-1-6-15,-4 4-2 0,5-4-15 0,-2 4-11 16,0-5-15-16,-2 2-16 0,2-2 11 15,1 2-8-15,-3-4 0 0,2-3-10 0,-2 2-15 16,-2-6-8-16,1 2-1 0,1-7-22 0,-4 3-28 16,-1-2-49-16,1-2-49 0,1-4-53 0,-5 1-228 15,1-1-382-15,2-3 93 0,-3-3 61 16,-3-2 66-16</inkml:trace>
  <inkml:trace contextRef="#ctx0" brushRef="#br0" timeOffset="-181743.12">11112 12826 744 0,'-4'-4'208'0,"4"4"-19"0,-3-6-10 0,3 6-30 0,0 0-8 16,0 0-19-16,0 0-1 0,0 0-27 16,0 0 4-16,0 0-11 0,-17 10-5 0,13-3-11 15,1-1 9-15,-3 1-9 0,1-1-12 16,-2 6 5-16,1-3-2 0,0 2 7 0,2 3-5 16,-4-3-18-16,5 6-3 0,-3-3 3 0,2 1-5 15,1-2 5-15,-1 3-2 0,4 1 53 16,-3-2 3-16,3 2-18 0,0 0-18 0,0-3 8 15,3 2-3-15,1-3-18 0,-1 2 3 0,0 2-1 16,1-3-7-16,2-2 8 0,2-1-20 0,-2-1 12 16,1 1-13-16,0-3 3 0,1 1 0 15,1-1 7-15,1-2-17 0,-3-2-72 0,7 3 7 16,-4-5-2-16,1 2 0 0,-1-2 8 0,0-2 5 16,4 0 15-16,-1-2-2 0,1-3 7 15,0 2-10-15,-1-4 0 0,4 3 0 0,-3-2 13 16,3-2-8-16,-4 1 16 0,2-1-21 0,1 0 8 15,-2-1 10-15,0-1-11 0,0 1 4 16,-4-4 9-16,4 5-2 0,-4-3 5 0,0-3-2 16,1 3 5-16,-4-3-1 0,2 2-9 0,-2-4 12 15,1 1-5-15,-2-2-5 0,-3 2-5 0,1-3 10 16,-1 1-2-16,0 2 2 0,-3-3-5 0,0 1 8 16,0 1-11-16,-3-3 3 0,0 3-5 15,-1-2 2-15,-2 2 3 0,-2-1 5 0,-1-1-10 16,2 2 0-16,-3-2 0 0,2 4 10 0,-5-1-7 15,3-2 2-15,2 9 0 0,-5-7-3 16,3 5-5-16,-4 0 6 0,4 1 4 0,-4 0-12 16,1 1 10-16,-1 1-20 0,1 0 17 0,3 0 16 15,-2 3-23-15,2-2 5 0,-3 4-1 16,2-4 14-16,-2 4-13 0,2-2 15 0,1 3-12 16,-3 1-6-16,2 0 11 0,1 4-1 0,0-1-12 15,-1-2 10-15,1 6-3 0,0-1 3 16,-1 3 0-16,2 0-5 0,2 2 0 0,0 2 13 0,-3-1-13 15,6 3 7-15,-2 2-2 0,2-3-2 16,1 3 7-16,3-1 0 0,-3-5 3 0,3 6-14 16,0-3 9-16,3-2-6 0,0 4 6 0,-2-4 2 15,5 2-10-15,-3-1 0 0,4-1 5 16,0-4 5-16,3 4-5 0,-3-3 18 0,3-2-31 16,4-1 8-16,-1 1 13 0,1-1-1 0,0-4-9 15,0 4 7-15,-1-4-5 0,1 0 8 16,0 2-19-16,-4-3 34 0,4 1-23 0,-4-1-2 15,0 0 10-15,1-1-14 0,-4 0 14 0,2 3-21 16,-9-3-23-16,15-3-12 0,-6 3-34 16,-2 0-54-16,0 0-84 0,-3 3-174 0,-4-3-343 0,10 1 61 15,-4 1 97-15,-6-2 34 0</inkml:trace>
  <inkml:trace contextRef="#ctx0" brushRef="#br0" timeOffset="-181042.98">11720 13058 801 0,'0'0'225'0,"-4"-3"-31"0,4 3-12 0,0 0-10 15,0 0-6-15,0 0-15 0,-6 10-79 16,6-10-1-16,-3 11 32 0,3-4-24 0,0 3-2 16,0 3 77-16,0-1-11 0,3 3-13 0,-3 2 1 15,3-1-6-15,0 2-12 0,2 6-11 16,-2-6-15-16,3 4 11 0,1 1-9 0,-4-3-7 15,4 3-10-15,-2-4-8 0,1-1-5 0,0-3-3 16,-2 2 0-16,2 0-12 0,-2-2-3 16,3-4-8-16,-3 0-7 0,-1-1 7 0,0 1-10 15,1-3-5-15,-4-2 5 0,3 2 0 0,0-5 0 16,0 5 0-16,-3-3-2 0,0-5 7 0,5 7-5 16,-5-2-5-16,0-5-16 0,3 4-2 15,-3-4-36-15,0 0-45 0,-7 3-53 0,7-3-209 16,0 0-460-16,0 0 48 0,-14-12 92 0,11 5 43 15,-4-2 62-15</inkml:trace>
  <inkml:trace contextRef="#ctx0" brushRef="#br0" timeOffset="-180509.04">11813 12401 657 0,'0'0'174'0,"0"0"-7"0,0 0-9 16,0 0-14-16,0 0-1 0,16 11 47 0,-12-7-9 15,2 6-17-15,2-3-13 0,-1 3-20 0,2 3 4 16,-2-3-12-16,4 4-10 0,-4-3-3 0,2 4-13 16,-1-5-15-16,2 5-3 0,-3-3-15 0,0 3 3 15,3-2-8-15,-3-1-5 0,0 2-11 16,2-3 1-16,-4-3 2 0,2 6-18 0,-1-4-3 15,0-2-14-15,-2 2-42 0,-1-4-36 16,1-2-86-16,0 4-218 0,-4-1-392 0,3-7 90 16,-3 0 71-16,0 0 65 0</inkml:trace>
  <inkml:trace contextRef="#ctx0" brushRef="#br0" timeOffset="-180242.57">12007 12447 611 0,'0'0'264'0,"0"0"-18"0,0 17-21 0,0-13-23 16,0 4-20-16,0-1-13 0,0 0-18 0,-3 1-23 16,3 2-10-16,0-2-3 0,-3 3-5 0,3 1-18 15,-3-1-8-15,2-3-2 0,-3 5-10 16,4-3-5-16,-3 0-1 0,0-1-17 0,2-1 12 15,-2 0-20-15,3 1-13 0,-3-3-23 0,3 2-15 16,-3-4-15-16,3 3-6 0,-3-2-10 16,3-5-54-16,-1 7-51 0,-2-4-58 0,3-3-88 15,0 0-394-15,-7 0 76 0,7 0 35 0</inkml:trace>
  <inkml:trace contextRef="#ctx0" brushRef="#br0" timeOffset="-180009.53">11878 12600 609 0,'-4'-4'261'15,"4"4"-10"-15,0 0-29 0,0 0-89 0,-4-5-12 16,4 5 4-16,0 0-10 0,0 0-17 16,11-8-1-16,-8 5-5 0,7-2 0 0,-3-2-10 0,4 4-8 15,-4-4 57-15,3 4-16 0,0-2 8 16,0-2-28-16,0 4-11 0,1-3-17 0,-4 5-11 15,2-6-25-15,-2 4-19 0,1-2-40 0,2 3-51 16,-4 0-133-16,5-4-487 0,-4 6 10 16,-1-6 80-16,1 5 66 0</inkml:trace>
  <inkml:trace contextRef="#ctx0" brushRef="#br0" timeOffset="-179110.33">12756 12891 642 0,'-14'-4'305'16,"3"0"-26"-16,-2 2-93 0,3 1-32 0,-1 1 0 15,-2 1-19-15,3 1-12 0,-7 4 5 0,3 1-5 16,-6 3 0-16,2 0-23 0,-2 5-13 0,-1 1 2 15,1 1-9-15,6 0 2 0,-3 0-29 16,4 1 47-16,3-1-51 0,-4 1-3 0,10-3 66 16,1 2-9-16,0 0-14 0,3-3-4 0,6-2 2 15,-3 3-15-15,7-1-11 0,-2-3 3 16,5-1-5-16,1-3-10 0,0 1-11 0,3-3 13 16,-4-1-12-16,5-3-11 0,-5 0 5 15,1-2 0-15,3-2-10 0,0-2-7 0,-6 1-4 16,5-4 1-16,-5 0 0 0,2-3 0 0,-2 0-23 15,-1-1 12-15,-3-4 8 0,2 1-10 0,-1 0 23 16,-4 3-10-16,2-3 3 0,-2 4-9 0,2-1 9 16,-3 2 9-16,-2 2 6 0,6-1-21 15,-7 1-7-15,3 5-1 0,0-2 3 0,-2 1 6 16,-1 4-6-16,0 0 0 0,0 0-3 0,0 0-2 16,0 0 8-16,9 12-5 0,-5-5 2 15,-4-1 10-15,3 0-17 0,2 4 14 0,-2-1-1 16,3 0-4-16,-2 0-14 0,2-1 14 0,-2 1-17 15,3 0 13-15,0-1-72 0,3 0 28 0,-3-2-3 16,7 0-5-16,-1 1-38 0,1-1-18 16,-4-4-46-16,7 2-58 0,-6-2-137 15,5-1-412-15,-2-1 49 0,-1-1 44 0,2-5 81 0,-6 4 90 16</inkml:trace>
  <inkml:trace contextRef="#ctx0" brushRef="#br0" timeOffset="-178759.44">13105 12891 739 0,'3'7'251'0,"-2"3"-31"0,2 0-15 16,0 3-26-16,1-1-92 0,2 3-7 0,0 0 1 16,-1 2-24-16,1-2 14 0,-2-4-7 0,2 6-12 15,-2-4-9-15,-1-1 6 0,0-4-8 16,2 2-8-16,-5-2 8 0,3 1 33 0,0-1 72 15,-3-3 0-15,0-3-13 0,0-2-5 16,-3 7-18-16,3-7-10 0,0 0-8 0,0 0-10 16,-14-10-13-16,7 2 3 0,0-2-13 0,4-1 5 15,-5-3-13-15,2-1 0 0,-1-2-5 0,4-1 3 16,-3-1 5-16,2 2-11 0,0-1-2 0,1 1 3 16,2 1-6-16,1-1 8 0,-3 2 0 15,3 3-23-15,0-3 3 0,3 4-8 0,-3-3 10 16,4 6-18-16,0-2-15 0,0 1-13 0,2 3-36 15,1-1-20-15,2 2-41 0,-1 0-18 16,-1 5-64-16,3 0-82 0,-4 0-203 0,5 6-232 16,-1-2 26-16,0 0 76 0,4-1 46 0</inkml:trace>
  <inkml:trace contextRef="#ctx0" brushRef="#br0" timeOffset="-178193.72">13375 12933 373 0,'0'0'174'0,"11"0"75"16,-11 0-17-16,12 0-19 0,-12 0-21 15,15-3-8-15,-5-1-33 0,0 0 8 0,-1-2-16 16,2-2-12-16,-1 1-8 0,0-1-16 0,1-2-4 16,-4 2-11-16,3-3 0 0,1-2-8 15,-5 2-7-15,1-3 2 0,-1 4-71 0,-1 0-3 16,-2 1 8-16,1-1 2 0,-1 0 1 0,0 5 4 16,0-1-7-16,-3-2-3 0,0 8 6 15,0 0-1-15,-3-3 6 0,3 3-4 0,0 0 4 16,-13 11-8-16,5-1-3 0,2-2-2 0,2 6 2 15,-2-3 8-15,2 5-3 0,0-1 8 16,1 0-10-16,0-2-10 0,3 2 14 0,3 0 6 16,0 2-12-16,1-2 7 0,3-2 10 15,0 2-13-15,2-5 3 0,2 5 64 0,0-7-5 16,6 2 7-16,-4-3-20 0,5 0-7 0,1-6-6 16,2 4 0-16,3-5-13 0,-4 0 3 0,1-5 16 15,3 5-16-15,0-7-3 0,0 3-7 0,-3-5-11 16,0 0 1-16,-2-2-6 0,-4 0 8 15,1-3-5-15,-5 0 8 0,-5-1-16 0,1 1-5 16,-3-3 13-16,-1 6-5 0,-3-1-6 0,0 2-2 16,-4 0 8-16,1 3-5 0,-3 3 5 15,-1 0-3-15,-4 4 5 0,11 0-10 0,-20 7-10 16,9-4 5-16,-2 5 0 0,3-1 13 0,2 0-3 16,-1 0-5-16,2 2-2 0,3-1-3 15,-3-1 8-15,4-2 2 0,3 2-2 0,0 0 4 16,0-1-17-16,3-1 8 0,1-1 7 0,3-1-5 15,-1 1 0-15,4 0-10 0,-2 1 18 0,2-1-5 16,0-2-1-16,-2 4-7 0,2 0 3 0,-1-4-6 16,-2 5 3-16,4-4 5 0,-5 4-7 15,1-3 4-15,0 0 6 0,0 2 2 0,0-2-20 16,-4 3-21-16,1-6-45 0,2 5-88 0,-3-3-358 16,-2 1-331-16,2-1 111 0,-3-3 64 15,0 0 89-15,0 0 44 0</inkml:trace>
  <inkml:trace contextRef="#ctx0" brushRef="#br0" timeOffset="-171927.63">2135 12851 668 0,'0'0'273'0,"0"0"-32"0,-4-4-23 0,4 4-26 16,0 0-18-16,0 0-34 0,0 0 1 16,-6-4-18-16,6 4-20 0,0 0-4 0,0 0-4 15,0 0-8-15,-1 19-18 0,1-15 3 16,-3 6 5-16,3 1-8 0,0 2-10 0,0 2-3 0,0 1-2 16,0 3-18-16,0-1 7 0,0 7-81 15,3 3-3-15,-2 1 15 0,1-2 3 0,2 5-5 16,-1 2 20-16,0 3 6 0,2-2-16 0,-1 1 18 15,5 13 0-15,-6-8-10 0,4-4 17 16,-4 0 1-16,2-1-6 0,2 14 9 0,-1-10-14 16,-3-5 6-16,1 1 2 0,2 2-3 15,2 10 1-15,-2 1-3 0,-2-9-13 0,2-5 21 16,-3-1 7-16,1 1-5 0,1 0 1 16,1-3-6-16,-3 1 15 0,0 4-20 0,1-6 16 0,2 3 7 15,-5 3-3-15,2-5 3 0,1-3-5 16,-1-4 8-16,-2 5-14 0,2-3 1 0,0-2 3 15,0-2 4-15,-2 1-5 0,2-5-9 0,0-2 4 16,0 0-8-16,0 1 14 0,-3-3 17 16,1-1-43-16,3-1 84 0,-4 0-7 0,3-1-6 15,-3 1 0-15,3-1-17 0,-3-4 5 16,0 2-9-16,0-2-4 0,1 3 5 0,-1-5-7 0,0 1-6 16,2 0 2-16,-2-1-22 0,1-1-26 15,-1-5-7-15,0 7-60 0,-1-3-127 0,1 0-566 16,-3 0 33-16,-3-2 102 0,6-2 39 15,-11-7 61-15</inkml:trace>
  <inkml:trace contextRef="#ctx0" brushRef="#br0" timeOffset="-168294.42">2149 12772 622 0,'0'0'209'0,"0"0"-93"0,0 0 12 15,0 0-21-15,0 0-12 0,0 0 15 0,0 0-8 16,0 0 70-16,0 0-1 0,0 0-7 16,0 0-21-16,0 0-9 0,16-10-9 0,-9 6-7 15,0 4-13-15,3-3-3 0,0-1-15 0,4 1 3 16,-1 1-95-16,5-3-1 0,-1 1 4 0,7 0-6 15,3-2 13-15,1 2-20 0,0-3 23 0,8 3-14 16,2 0 4-16,4-3-1 0,16-1 26 16,-11 5-20-16,12-4 7 0,-8 1-12 0,-10 4 2 15,3-1 0-15,1-1 10 0,-5 2-15 16,5 2 7-16,-4-1-12 0,0 0 8 0,0-1-1 16,1-2-5-16,1 4 6 0,2-3-3 0,13-2 2 15,-7 1 6-15,10-1 2 0,1-3-3 16,-3 5 16-16,2-5-20 0,0 2-1 0,1 2 13 15,-1-2-12-15,-2 0-3 0,2-3 10 0,-2 7-3 16,2-4 65-16,-2 0-8 0,2 2 0 16,-3-3-8-16,3 5-8 0,1-4 6 0,3-1 2 15,-3 3-18-15,2-2-12 0,1 2 10 0,-3 0-8 16,2-3 0-16,-2 3-8 0,0-2 11 0,2 2-11 16,1 0 0-16,1-2-2 0,-1 4 0 15,0-2-8-15,-1-1 8 0,2 3-8 0,1-4 3 16,-2 4 2-16,-3-3 3 0,-1 1-8 0,1 0 3 15,-3 1-1-15,2-4-7 0,0 4 13 16,1-1-8-16,-1 1 5 0,-2-2-12 0,2 2-1 16,-12-3 3-16,12 5 5 0,-11-2-2 0,-5-1-3 15,-1 1-3-15,18-2 14 0,-13 3-14 0,-5 0 0 16,4-3-4-16,-4 4 7 0,17-2 7 16,-2-1 1-16,-5 1-8 0,-9 2 0 0,3 0 3 15,13-2-3-15,1 1 7 0,-10 1-2 0,-5 0-2 16,1-1-3-16,14-2 0 0,-9 4-5 15,-7-2 5-15,-2 1 5 0,1-2 0 0,2 2-15 16,-2-2 15-16,-1 2-15 0,4-3-6 0,13 2 6 16,4 0 23-16,-6-3-13 0,2 4 5 15,-10-1-7-15,0 1 7 0,8-3-3 0,-7 3-2 16,-6-2 13-16,3 2-13 0,-5 1 3 0,18-5-9 16,-8 5 9-16,-6 0 0 0,13-1 7 0,-6 0-2 15,-7-4-8-15,-4 5-6 0,2-1 6 0,4 1-2 16,9 0 10-16,-5-2-11 0,-6-2 3 15,-3 3 0-15,19 0 3 0,-12-2-3 0,-8 2 0 16,1-4 10-16,-1 5-8 0,18-2 11 16,-8-3-15-16,-9 4-1 0,16-1-5 0,0-3 6 15,1 2-6-15,-1 1 3 0,1-3 8 0,-1 4-3 16,1-5 2-16,-3 5-7 0,2-5 13 0,-9 5-19 16,-8-2 9-16,1 1 10 0,2-3-3 15,-2 5-5-15,-1-2 0 0,1-3 2 0,-1 4 3 16,17-2-5-16,-12-1-5 0,-2 3 3 0,14-2-1 15,-9-1 6-15,-5 2-8 0,12 1 7 0,2-5 6 16,-9 5-6-16,-5-1 1 0,-2-2-3 16,14 0 2-16,-9 2-7 0,-5-3 3 0,-1 3 2 15,-2-4 2-15,2 4 1 0,14-3-8 0,-7 1 5 16,-10-2-3-16,17 1-4 0,-10 2 7 16,-3 0 5-16,-4-1 2 0,20-4-9 0,-13 6 2 15,-4-3 0-15,-2 2 0 0,2 0 2 0,-3-1 1 16,3 0-3-16,-3-2 5 0,-3 4-5 15,4-4 3-15,-2 3-1 0,-2-1-2 0,-1-1-2 16,4 0 4-16,-3-2-10 0,-1 6 14 0,-2-6-9 16,6 4 13-16,-3-2-2 0,2 2-6 0,-3-3-2 15,5 5 0-15,-4-2 3 0,2-1-8 16,-1 0 2-16,1-2 3 0,-2 6-5 0,-4-1 3 16,3-5 9-16,-2 5-9 0,-1 1 2 0,0-3 2 15,-3 0-2-15,3 1 0 0,0 0-2 16,-3 0 4-16,3-3-2 0,-3 5 0 0,3-1 3 15,-3-3-6-15,3 2 6 0,0 1 2 0,-3 1-5 16,7-3-10-16,-7-1 15 0,3 4-10 16,3-1 2-16,-3-1 6 0,1 1-6 0,6 0 6 15,-4 1-3-15,1-3 0 0,-1 1 0 0,-3 2-3 16,5 0 3-16,-5 0 0 0,0 0-5 0,3-1 10 16,-2 1-10-16,2 0 13 0,0 0-11 0,-2 1 6 15,2-1-3-15,-2 0-10 0,2 0 10 16,-3 0 0-16,0 0-6 0,4 2 6 0,-7 1 3 15,3-2-6-15,0 0-4 0,-3 1 17 0,0-1-10 16,0-1 5-16,-4 0-2 0,1 4-6 16,-5-4-2-16,-2 1 15 0,3 1-12 0,-4-2-1 15,0 0-5-15,-5 0 16 0,1 0 0 16,-1 0-18-16,-2 0 7 0,-3 0 6 0,4 0-1 0,-4 0 1 16,-3 0-1-16,3 0 3 0,0 0-5 15,0 0 0-15,-10 0-2 0,15 0-3 0,-6 1 2 16,-2-1-5-16,-7 0 6 0,17 5-8 0,-10-4 12 15,0 0 1-15,0-1-11 0,3 5 0 16,-3-3 3-16,3 1 10 0,-3-2-7 0,3 5 2 16,-3-5 2-16,4 4-2 0,-1-3 6 0,-4 3-4 15,4-1 1-15,-2-2-6 0,2 4 1 0,-4 0 4 16,1-4-12-16,1 5 7 0,-2 0 1 16,1-1-1-16,0 1-5 0,-4 1 8 0,4 2 3 15,-3 1 2-15,2 0-5 0,-2-3-2 16,-1 7-4-16,1-3 17 0,3 3-11 0,-4 2 2 0,1-1-2 15,-1 1 0-15,3 1 8 0,-2 2-3 16,2 0 3-16,-1 4 2 0,1 0 8 0,1-1-5 16,-1 2 2-16,1 4-2 0,1 1 0 0,-2-1-6 15,1 1 6-15,0-1-13 0,3 3 3 16,-3-1 7-16,0-1 0 0,-1 1 0 0,2 1-15 16,-1-1 28-16,3-1-10 0,-4 2 3 15,5-1-9-15,-4-2-4 0,-1 4 10 0,1-1 2 16,1 1-5-16,-2-1-87 0,-2 3 21 0,5-3 2 15,-5 1 1-15,3 0 17 0,0 1 5 16,0-2 0-16,-1 1-5 0,1-1 13 0,0-3-2 0,0 3 9 16,0 1-4-16,-1 0-1 0,2-6 9 15,-2 0 19-15,-2 1-22 0,2-6 15 0,-2 1-10 16,2 2 5-16,-1-2-3 0,1-6 11 0,-2-1-11 16,2 1 3-16,-3-5 2 0,-2-1 8 15,2 0-7-15,0-1 4 0,1-2-2 0,-4 0 11 16,1 1-9-16,2-3-4 0,-3-2 9 0,3 2-4 15,-3 0 7-15,3-3-2 0,-3-3-16 16,3 8 8-16,-3-3 18 0,0-5-10 0,1 5 10 0,-1-5-11 16,-1 7-7-16,1-7 5 0,-3 7-2 15,-3-6 10-15,6-1-13 0,-8 6 10 16,1-4-5-16,1 2-5 0,-4-1 8 0,-1-1-6 0,1 4 14 16,-3-4-16-16,2 3 2 0,-5-2-7 15,1 1 20-15,-1 1-12 0,-5-4 0 0,3 6 2 16,-2-5-8-16,0 4 8 0,-5 0-10 0,2-3 0 15,-4 4-3-15,-1-4 13 0,1 2 6 16,-4 2-16-16,-3-3 12 0,0 2-7 0,-4 0 5 16,0-1-5-16,1 0 5 0,-1 1 8 0,-3-2-18 15,0 3 13-15,0-2-3 0,-4 0-5 16,-9 3-8-16,-4-1 6 0,10 0-3 0,4-4 2 16,2 1 3-16,-16 0 8 0,1 3-8 0,-2 0-5 15,-2-4 10-15,0 4-3 0,5-4-7 0,-5 5 0 16,0-1 0-16,2 1 7 0,1-1-4 15,0 0-3-15,0-3 5 0,4 3 2 0,-4 1 11 16,2 1-8-16,-5-2 0 0,0-1 1 0,-1 3-4 16,0-2 8-16,-3-1-5 0,1 2-10 0,-1-1 3 15,0 1-1-15,-1-1 1 0,5 1-6 16,-1 1 8-16,0-2-3 0,-2 2-4 0,-1-3 9 16,0 3-2-16,-3 1 5 0,0-1-7 0,-5-2 7 15,2 4 5-15,-1-3 0 0,3 2-7 16,-2-2-3-16,2 4 0 0,-2 0-3 0,-1-4 6 15,3 6-6-15,-13-1 9 0,-3 2-9 0,0-2 6 16,13-3-1-16,-13 0-2 0,15 0-2 0,-1-2 4 16,-1 4-4-16,4-3 7 0,-4-2-10 15,4 1-1-15,-4 0 6 0,-3 1 6 0,0-5-4 16,-1 4 1-16,1 1-1 0,-17-2 3 0,0 1 3 16,17 0-13-16,-1-2 0 0,5-2 5 0,-2 3 0 15,-2 0 5-15,4-3-3 0,-5 3 1 16,5-1 2-16,-5 0-13 0,5-1 6 0,-4 2 10 15,2-2-11-15,-2-1-2 0,0 2 5 0,0-2-5 16,0 3 7-16,-4-2 1 0,-13 0-1 16,17 2-2-16,-4-3 3 0,0 0-3 0,-16 2 10 15,23-2-10-15,0 0-5 0,3-1 8 0,1 1-3 16,0 0 2-16,0 1-2 0,0 0-5 0,-4-1 5 16,3-1 3-16,-2 3-6 0,1-4 1 15,-4 4 4-15,3-2 1 0,1 3-1 0,-1-3-12 16,3 0 2-16,0 1 3 0,2-3 8 0,-2 4-3 15,3-2 2-15,3-4 1 0,-3 4-8 0,0 0 0 16,0 1 2-16,1-3 11 0,2 4-18 16,-2-4 10-16,2 0 5 0,0-1-13 0,1 6 16 15,9-7-6-15,8 5 1 0,-1-4-13 0,-2 1 12 16,-15 4 3-16,4-3-7 0,-4 1-1 16,11-1 3-16,-11-2 5 0,4 6-7 0,8-4-1 15,8 1-5-15,-2-1 8 0,-1-2 11 0,1 4-4 16,-1-5-17-16,1 2 5 0,3 2-3 15,-4-3 8-15,4 0-2 0,1 0-1 0,-2 2 11 16,2-3-6-16,-1 3-2 0,2-1 6 0,-4 0-12 16,5-2 9-16,-4 4 0 0,1-1 2 15,4-2-5-15,-4 3 0 0,3-2-3 0,4-1 8 0,0 2 5 16,0-3-12-16,3 4 7 0,-3-1-8 16,3-3 9-16,-3 0-12 0,0 1 17 0,3 2-11 15,-4-1-3-15,1 0 16 0,0-2-11 16,-4 4-14-16,1-2 7 0,0 0 7 0,2 0-2 15,1-2 3-15,-7 4-1 0,3-1-2 0,2-3 8 16,-3 1-8-16,5 4 8 0,0-4-8 16,0 0 0-16,0-1 2 0,-1 4-2 0,1-3 3 15,0 0 2-15,-1 0-13 0,1 0 21 0,-3-1-18 16,3 2 13-16,0-2-21 0,0 0-3 0,-1 0 14 16,1 0 4-16,-1-2 1 0,1 1-8 0,0 1 2 15,1-1 3-15,1 0 0 0,-2 0 13 16,0-3-18-16,-3 3 5 0,-4-2 8 0,9-1-14 15,-8 4 12-15,6-2-12 0,-4-3 1 0,4 2 5 16,3 1-5-16,-2-3 10 0,2 4-7 16,3-2 4-16,-3-1 1 0,4 2 7 0,0-3-7 15,3 3-11-15,2 0 8 0,0 0-3 0,1-2 3 16,3 3 8-16,-2-2-10 0,6-1-1 16,-2 4 6-16,1-2 12 0,2 0-12 0,-1-1-3 15,4 1-6-15,0 1 4 0,-1 1 2 0,4-1 2 16,7 1-2-16,-16-1-7 0,8 0 14 0,1-3-7 15,7 4-5-15,-12 0 5 0,12 0-10 0,-8-1 0 16,8 1 7-16,-11 0 6 0,11 0-11 0,-9 0 18 16,9 0-12-16,-10 1-1 0,10-1 3 15,-11 0 3-15,11 0-6 0,-10 0 3 0,10 0 0 16,-10 4-2-16,2-3 2 0,8-1-5 0,-9 2 5 16,9-2 5-16,-7 1 0 0,7-1-5 15,-11 2 2-15,11-2-4 0,-7 0-1 0,7 0 1 16,0 0-6-16,-10 4 11 0,10-4-3 0,0 0 5 15,-9 1 7-15,9-1-4 0,0 0-13 16,-8 2 10-16,2-2-2 0,6 0-3 0,-4 0-5 16,-2 1 7-16,6-1-2 0,-7 3 3 0,7-3-3 15,-8 0-3-15,8 0 34 0,-10 2-39 16,10-2-5-16,0 0 11 0,-10 0-6 0,10 0 18 0,0 0-17 16,-11 0 4-16,11 0-7 0,0 0-23 0,-9-2-44 15,9 2-51-15,0 0-56 0,0 0-88 16,0 0-462-16,0 0 60 0,0 0 47 0,0 0 74 15</inkml:trace>
  <inkml:trace contextRef="#ctx0" brushRef="#br0" timeOffset="-166043.3">15235 13008 524 0,'0'0'254'0,"0"0"-21"0,0 0-24 16,0 0-17-16,0 0-10 0,-4-3-3 0,4 3-17 15,0 0-14-15,0 0-5 0,0 0-76 0,0 0 28 16,0 0-11-16,0 0-12 0,17-4 5 0,-7 4 10 15,1-1-23-15,2-2 71 0,1-3-14 16,3 6-9-16,4-2-7 0,3-4-15 0,3 4-6 16,0-3-10-16,3 0-7 0,1 0 2 0,0 3-2 15,-3-4-3-15,5 6-16 0,-2-6 1 16,0 4-6-16,-3-1-19 0,2-1 11 0,-5 2 4 16,-1 2-14-16,0-1-7 0,-4 0-18 0,0 1-20 15,-6 0-14-15,0 0-29 0,2 0-32 16,-5 0-51-16,-1 1-61 0,0-1-159 0,-2 1-405 15,-1-1 67-15,-1 0 59 0,-6 0 69 0</inkml:trace>
  <inkml:trace contextRef="#ctx0" brushRef="#br0" timeOffset="-165777.84">15826 12773 662 0,'0'0'287'0,"6"-7"-23"0,-6 7-26 0,7-2-18 16,1 2-13-16,-8 0-22 0,16 2-16 16,-6 7-16-16,4-1-4 0,-1 0-24 0,2 6-5 15,1-3-12-15,-1 6-13 0,1-2-6 0,-5 2-2 16,2-1-95-16,-3 3 14 0,-5-3-12 16,-2 1 12-16,0 2-4 0,-3 2 67 0,-3-3 3 15,-5 7-8-15,2-1-21 0,-4-5-7 16,0 5-25-16,-1-5-27 0,1 1-38 0,-4-1-35 15,1-2-93-15,3 1-266 0,-1-3-307 0,1-4 123 16,0 2 20-16,2-6 72 0</inkml:trace>
  <inkml:trace contextRef="#ctx0" brushRef="#br0" timeOffset="-164492.52">16704 12901 839 0,'0'0'251'0,"0"0"-21"15,8-3-22-15,-8 3 2 0,9-2-29 16,-2-1-2-16,-7 3-17 0,11-3-22 0,-5-3-9 16,-2 5-13-16,3-2-6 0,2-2-19 0,-1-4 1 15,-1 7-9-15,2-6-6 0,-2 2-15 16,1-3 0-16,-2 1-3 0,-2-3-2 0,2-2-18 0,1 5 5 16,-4-4-10-16,2-1-5 0,-2 2-13 15,-3-3 13-15,3 2-3 0,-3-1-21 0,-3 2 14 16,3-2-11-16,-3 4 13 0,-2-1-7 15,2 3-80-15,-4-1 10 0,1 5 18 0,-1-3-13 16,1 5 16-16,6 1-10 0,-18 6 7 16,8-2-8-16,-4 4 21 0,4 3-5 0,0 0 15 15,-1 0-2-15,1 5 15 0,4-1-10 0,-2 1 2 16,1-1-5-16,4 1 13 0,0-1 0 0,3-1 8 16,0 3 7-16,6 1-2 0,-2-3-5 15,3 2-3-15,0-3 0 0,3 3 3 0,4-4 9 16,2 1-6-16,-1 0-14 0,4-3 18 0,2-1-12 15,-1-2 15-15,4 1-3 0,-3 0-7 16,3-3-8-16,1 0 10 0,-6-4-7 0,5 4-16 16,-3-2-28-16,-4-3-46 0,0 2-46 0,0 0-87 15,-3-3-231-15,0 4-253 0,3-4 64 16,-4 0 72-16</inkml:trace>
  <inkml:trace contextRef="#ctx0" brushRef="#br0" timeOffset="-163994.62">17353 12655 975 0,'-6'-3'302'0,"6"3"-39"0,0 0-22 0,-20 6-21 16,12 2-18-16,-2 1-17 0,0-1-19 0,0 6-20 15,3-2-10-15,-3 4-16 0,3-1-7 0,-3 1-8 16,6-1-8-16,-3-2-23 0,4 4-2 0,0-2-8 16,0 0-3-16,3-5-7 0,-1 7-8 15,2-9 3-15,-1 6-6 0,3-3-15 0,0-1 3 16,4-3-11-16,-1 1 3 0,1-1 1 0,4-3-7 16,-4 0-4-16,6-2 5 0,-2-2-8 15,-1 0 1-15,4 0-9 0,-4-2 1 0,3-3 7 16,1-3-15-16,-1-1 2 0,-2 1-4 15,-1-2-4-15,0 0 9 0,1 0 10 0,-4-2-3 16,0 4 0-16,-1 0 0 0,1 2 3 0,-3 0-6 16,2 1-2-16,-5 2-8 0,-1 3 14 0,0 0 17 15,0 0-11-15,9 10 11 0,-9-2-7 16,0 7 12-16,0-3 0 0,0 9-7 0,0-2 2 16,0 6-3-16,0 1 3 0,0 4-72 0,0-3-4 15,0-2 9-15,0 5 8 0,4-3 6 0,-4 1 14 16,3-2-9-16,0 2 9 0,-1-3-4 15,1-3-1-15,0 1 3 0,0-5 1 0,0 3-12 16,-2-5-14-16,2-3-47 0,0 2 6 16,0-7-47-16,-2 4-22 0,2-6-90 0,0 1-387 15,2-7-46-15,1 0 18 0,-6 0 90 0</inkml:trace>
  <inkml:trace contextRef="#ctx0" brushRef="#br0" timeOffset="-163262.04">17669 12741 949 0,'0'0'287'0,"0"18"-18"16,0-6-39-16,0 0-10 0,0-2-25 16,0 5-16-16,3 3-18 0,-3-3-12 0,3 2-93 15,1 1-5-15,-1-3-5 0,3 2-15 0,2-2 7 16,-4 1-4-16,5-4-6 0,-5 2 10 15,5-3-20-15,-1-3 8 0,-1-1-1 0,0 3-4 16,2-6-16-16,2-1 10 0,-4-3-17 0,3 0 2 16,1 0-3-16,-1-7-5 0,-1 2-10 0,-1-4 3 15,2-2-11-15,-3-1 3 0,2-2-5 16,-4-3-2-16,2 0 14 0,-4 2 6 0,3-3 5 16,-2 3 15-16,-1 5 5 0,0-2 1 0,2-1 14 15,-5 5-12-15,3-1 13 0,-3 1-39 16,0 6 14-16,0 2-4 0,0-5 6 0,0 5 7 15,0 0-10-15,0 0 11 0,-7 15 7 0,6-6-11 16,1-1 1-16,-3 5-5 0,3-1 0 16,0-2 12-16,3 5 3 0,-2-7-2 0,3 9 4 15,2-4-9-15,-2-1 4 0,2 2-10 0,1-2 3 16,1 2-5-16,1-4 12 0,4 0-10 16,-1-2 1-16,1-1 63 0,4 0-7 0,0-6-3 15,0 1-3-15,-3-4-10 0,6 2-5 0,-3-1 5 16,1-5-17-16,2 2-6 0,-3-4-3 0,0-5-19 15,0 2 14-15,-3-4-2 0,0-2-5 16,-1-2-3-16,-3-1 0 0,-3 1 8 0,0-2-5 16,0 2 7-16,-3 3-4 0,-1 3-9 0,-3 0 16 15,0 1-2-15,0 3-3 0,-6 1-3 16,2 2-10-16,0 6 8 0,4 0 3 0,-13 0-1 16,13 0-5-16,-18 6 8 0,11-2-8 0,1 3 1 15,-1-1 1-15,1-4 1 0,-2 7-8 16,5-7-2-16,-1 4-1 0,1 0 3 0,0-4 1 0,-1 4-1 15,4-6-3-15,0 5 3 0,-3 1-7 16,3-6 10-16,0 6-3 0,0-6-8 0,-3 4 11 16,3-4-1-16,0 8-7 0,3-4 6 15,-3-4 1-15,3 9-4 0,-3-7 4 0,4 7 9 16,-1-4-19-16,0-2 6 0,4 5 2 0,-4-1-3 16,5 0 9-16,-1-3-6 0,-1 3-5 0,4 0 2 15,1 0-4-15,-1-4-3 0,0 4-3 16,4-4-10-16,-1 1-23 0,2 0-10 0,1-3-46 15,2 2-29-15,-5-2-27 0,4-1-34 0,-3-1-90 16,3-2-60-16,-4 1-396 0,1-2 58 16,0-2 32-16,0-1 80 0</inkml:trace>
  <inkml:trace contextRef="#ctx0" brushRef="#br0" timeOffset="-163094.59">18519 12566 706 0,'0'0'271'0,"0"0"-112"15,0 0 30-15,11 11-17 0,-11-4-13 16,3 6-11-16,1-1-10 0,-1 5-7 0,0 0-11 16,1 2-15-16,2 2-10 0,-1 1 2 0,-2-1-10 15,4 0-20-15,-4-2-29 0,3 6-58 16,-2-4-44-16,3-2-136 0,-3 1-496 0,2-3 51 16,-2-1 74-16</inkml:trace>
  <inkml:trace contextRef="#ctx0" brushRef="#br0" timeOffset="-162195.45">18475 12776 716 0,'4'-8'254'0,"2"-1"-32"15,8 1-9-15,-4-2-26 0,4 2-18 0,6 0-16 16,1-1-17-16,-1-1-13 0,1 1-16 0,3 2-4 15,-3-2-11-15,-1 3-21 0,1-3 1 0,-5 5-5 16,2 0-3-16,-1-3-13 0,-4 4-3 16,-3-2-12-16,4 3 3 0,-7 2-11 0,3 0 0 15,-10 0 0-15,14 6 3 0,-7-2-8 16,0 3-5-16,-4 3 10 0,4 3 3 0,-6-3-11 16,2 7 1-16,0-7 4 0,0 5 11 0,-3 0-18 15,4-1 2-15,-4 0-4 0,3-1 2 16,0-1 5-16,1 3-21 0,-1-4 11 0,4 2 0 15,-3-2-3-15,-1-3 6 0,4 1-6 0,-1 0 3 16,-2-2-11-16,3 0 6 0,0-1-3 16,0-2 0-16,-1-4-5 0,2 1 72 0,-8-1-11 0,16-1 3 15,-9-2-5-15,1-4-18 0,1 0 8 16,-2 0-6-16,0-2-4 0,0 3-9 0,-3-4-4 16,2 4 5-16,1 0 4 0,-4-1-12 0,1 0-7 15,-1 4-11-15,4-2 3 0,-7 5 2 16,4-2-3-16,-4 2 4 0,0 0-6 0,0 0 3 15,13 10-1-15,-10-6-2 0,5-1-5 16,-5 3 11-16,1-4-17 0,2 7 17 0,1-7-9 16,-1 4-2-16,2 0 8 0,-1-4-6 0,2 3 6 15,-2-3 0-15,-2 1-13 0,4-3 7 16,-9 0 9-16,10 1-14 0,-10-1 11 0,11-1-8 0,-11 1 2 16,7-5 3-16,-7 0 3 0,3-2-8 15,-3 3 3-15,-3-5-14 0,3-3 14 0,-3 3-1 16,2-2 4-16,-2-2-12 0,-1-1 6 0,4 0 3 15,-3-1-16-15,3 3 11 0,0-1 4 16,3-2-7-16,-3 5 5 0,4-2 0 0,0-1-5 16,2 5 2-16,-2-1 3 0,5 1-7 15,-1 6-1-15,-1-2 5 0,2 3-9 0,-9 1 14 16,18 5 1-16,-11-2-13 0,3 4 4 0,0 4 6 16,0 2 3-16,0-2-3 0,-3 3 0 0,1-2 0 15,1 2-5-15,-2 3 15 0,-1-7 0 0,-5 5 1 16,6-7-4-16,-4 6 11 0,-2-4-18 15,2-2 16-15,-3 0-4 0,3 0-4 0,-3-4 7 16,3 4 3-16,-3-3-2 0,0-5 7 0,1 3-3 16,-1-3 3-16,0 0-10 0,0 0 2 15,0 0 3-15,3-18-2 0,-3 7-14 0,3-3-12 16,0-4 5-16,5-3-8 0,-5 0 8 16,7-2-3-16,-3 4-2 0,1-4 0 0,1 7-6 15,-2-1 11-15,0 5-5 0,3-1 13 0,-3 5-9 16,3 1 12-16,-3 5-1 0,4 1 2 15,-2 1 4-15,1 1 4 0,1 6 0 0,-1 3 1 0,0-2 2 16,4 6-3-16,-4-3 5 0,1 6 6 16,-1 1-11-16,3-3-4 0,-5 2-9 0,2 1-4 15,0-3 12-15,-3 2-13 0,0-4-12 0,0 0-18 16,-1 4-26-16,-2-3-41 0,2-3-69 16,2 4-210-16,-1-5-430 0,2 1 41 0,-2-7 85 15,1 3 76-15,-2-4 60 0</inkml:trace>
  <inkml:trace contextRef="#ctx0" brushRef="#br0" timeOffset="-161245.52">20649 12591 711 0,'-17'10'192'0,"3"-3"8"0,1 3-31 0,0-2-6 15,2 0-14-15,4 1-26 0,0 0 0 0,4 1 0 16,-3-1-11-16,1 0 1 0,5-2-13 15,0-1-24-15,0 2 9 0,5-1-8 0,-2 1 5 16,6-3-16-16,-2-1 1 0,3-3-1 0,1 3-9 16,-1-4-6-16,4 0 72 0,0-3-16 0,-1 1-10 15,-2-2-12-15,-1-1-1 0,1-3-15 16,-2 1 6-16,-2-3-14 0,-1 2-17 0,-2-2-24 16,-1-4 6-16,-3 3-11 0,-3-3 3 0,0 2 2 15,2-1-4-15,-8 2-6 0,5 3 0 16,-5-1-5-16,-2 1 8 0,1 1-5 0,-4 6 0 15,4 0-1-15,-4 1-4 0,0 1 7 0,1 0-2 16,2 4-6-16,1-1 6 0,0 1-3 0,2-1-5 16,2 3 5-16,2-1-7 0,1 2 7 15,3-4 5-15,0 3-7 0,4-2-1 0,5 0 21 16,-1 0-15-16,2-3 5 0,3-2 5 16,2 0-8-16,1 0-3 0,5-2 6 0,0-3-10 15,6 0 4-15,0-4-12 0,0-2 8 0,0 1 5 16,1-4 4-16,0 2-12 0,-4-3 3 0,0-2 7 15,-4 2-10-15,-3 2 0 0,-1-3 3 0,-1-1-1 16,-5 0 3-16,4-1-15 0,-7-3 10 0,-1 6-5 16,-2-3 5-16,-1 1-8 0,-3 2 8 15,0-2 0-15,0 5-2 0,-3-2-6 0,-1 3 6 16,1-2 2-16,0 6 0 0,-4-2 2 16,-1 6 1-16,2-3-3 0,-1 5 0 0,7 1 0 15,-21 6 2-15,12-2 6 0,-1 5 0 0,2 5 4 16,-2 1 4-16,7 4-80 0,-1 4 18 15,1 4 12-15,3 3-6 0,3 4 14 0,4 11 13 16,3 4 5-16,1-1 31 0,2 1-20 0,4-3-8 16,-3 0 0-16,0-2-11 0,2-1 27 0,-1 4 4 15,1-3-15-15,-5-3 0 0,-1-1-8 0,0-5 3 16,-3-1 18-16,0-1 2 0,0-1-9 0,-4-6 6 16,1-1 1-16,-4 0 0 0,3-4-5 15,-3-2 4-15,0-2 11 0,0 1-17 0,0-4 6 16,-3-3 1-16,2-1-5 0,-2 1 10 15,-3-5 2-15,-1 2-10 0,-1-3-12 0,2-3-57 16,-4-2-18-16,3 0-87 0,-10-6-107 0,7 1-553 16,-1-5 99-16,-2-2 45 0,-2-5 81 15,2 0 53-15</inkml:trace>
  <inkml:trace contextRef="#ctx0" brushRef="#br0" timeOffset="-161062.28">20817 13025 1077 0,'3'-9'315'0,"-3"9"-26"0,4-8-112 0,2 1-11 16,2-1-5-16,2-1-27 0,3 2-6 15,-2-2 0-15,5 0-31 0,-1 1 3 0,4-2-6 16,-1 2-27-16,0 1-13 0,1-3-36 0,2 3-26 16,3 0-84-16,-4 1-57 0,1 0-309 15,3-1-223-15,-1 0 49 0,-2-3 82 0</inkml:trace>
  <inkml:trace contextRef="#ctx0" brushRef="#br0" timeOffset="-160577.78">21792 12171 665 0,'0'0'220'0,"0"0"0"0,0 20-25 0,3-9-13 15,0 5 50-15,0 2-4 0,1 4-13 0,-1 3-41 16,0 0-12-16,1 3-14 0,3 7-5 0,-3-4-12 16,2 4-24-16,1-1-2 0,2-3-18 15,-4 1 0-15,5 0-15 0,-3-1 5 0,2-3-8 16,-4-6-10-16,5-1-3 0,-1 1-5 15,-2-6-17-15,1-1-4 0,-1-3-1 0,2-2-1 16,2 2-5-16,-4-5 8 0,3-3-8 0,-3-4-6 16,3 0-11-16,0-1 12 0,0-6-13 15,1 0-16-15,-1-3 11 0,-3-5 0 0,3 1 0 0,-6-2 6 16,3 0-12-16,-1 0 14 0,-2 2 2 16,-1-3 16-16,0 6 2 0,-3 4 8 0,4-3-13 15,-4 1-8-15,3 3 6 0,-2-1-8 16,-1 4 4-16,0 3-1 0,0 0-1 0,0 0 11 15,0 0-19-15,0 0 4 0,0 0-1 0,9 11 10 16,-8-6-12-16,5 1 2 0,-2 1 3 0,3 0-13 16,0 3-5-16,-1-3-3 0,1 1-12 15,0-1-11-15,4 1-17 0,-2-2-14 0,1-2-40 16,1 2-16-16,-1-2-56 0,0-4-103 0,4 4-237 16,-4-4-241-16,4-3 79 0,-3 1 57 15,1-5 56-15</inkml:trace>
  <inkml:trace contextRef="#ctx0" brushRef="#br0" timeOffset="-159894.37">22420 12483 537 0,'0'8'187'16,"0"1"-5"-16,0-1-21 0,0 2-2 0,-3 5-29 16,3-7 3-16,0 9-25 0,-3-7-6 15,2 3-7-15,-2-3-16 0,3 1 11 0,-3-1-16 16,3-4 13-16,0 3 3 0,-4-3 17 0,4 2-4 15,0-3-11-15,0-5-3 0,-1 5-15 16,1-5-2-16,0 0-13 0,0 0 66 0,0 0-7 16,-9-17-18-16,9 10 2 0,0-4-25 0,3 1-8 15,0-5-7-15,0 1-3 0,2-1-8 16,-2-1-10-16,4 0-5 0,-1 2 5 0,-2-1-11 16,2 3 6-16,2-1-8 0,-1 3-10 0,-1 2-5 15,-2 1 0-15,2 2 2 0,1 0 1 16,0 4-1-16,-7 1-7 0,10 1-80 0,-10-1 23 15,15 9 1-15,-9-1 2 0,1-1 2 0,2 4 16 16,-1 2 10-16,2-2-8 0,-3 1-9 0,4 1 17 16,-2-1 2-16,1 1 9 0,-3-1 4 0,4 1-7 15,-1-5 7-15,0 5-7 0,-2-4 10 16,3 0-3-16,-3-5-12 0,3 4 15 0,-4-3-8 16,3-2 13-16,1 0 1 0,-1-1-6 0,0-1 7 15,1-2-7-15,2-1 0 0,-3-2 16 16,4 4-14-16,-4-6 8 0,0 2-15 0,4-1 5 15,-4 2 5-15,1-4 3 0,2 0-3 0,0-3-2 16,1 3 4-16,-2-1-4 0,0 0-6 16,-1-1-2-16,2 1 16 0,-2-2-19 0,-1-1 13 15,0-1 0-15,1 2 0 0,-2-1-2 0,-2 3-1 16,-4-1 1-16,5 1 7 0,-5 1-5 16,1 0-10-16,-4-1 8 0,3 1-3 0,0 4 13 15,-3-4-21-15,0 7 8 0,-3-7-5 0,3 7 7 16,-7-3 6-16,7 3 0 0,0 0-6 0,-17 3-2 15,13 2 3-15,-5 1-6 0,2 0 21 0,-1 2-18 16,2 3 0-16,2 0 10 0,-2 0-7 0,4 3 12 16,-3 2-4-16,5-4-1 0,0 3 5 15,0 2-7-15,3-2 10 0,1 1-16 0,2-3 3 16,-2 1 1-16,5 1 19 0,-1-5-22 0,2 4 22 16,3-3-17-16,-2-2 0 0,3-1 2 15,0 0 3-15,2-2-8 0,-1-2 2 0,-2 1 11 16,-3-3-7-16,4 2 4 0,-4-1-5 0,1-2-20 15,-2-1-46-15,-9 0-52 0,10-2-91 16,-9-3-390-16,-1 4-146 0,0 1 24 0,-14-15 112 16,0 5 51-16</inkml:trace>
  <inkml:trace contextRef="#ctx0" brushRef="#br0" timeOffset="-159712.02">22337 12164 719 0,'0'0'240'0,"0"0"-27"16,0 0-70-16,0 0-79 0,0 0-258 0,0 0-405 16,0 0 84-16</inkml:trace>
  <inkml:trace contextRef="#ctx0" brushRef="#br0" timeOffset="-134547.79">8552 12068 240 0,'0'0'92'0,"-11"8"11"16,7-7 4-16,-2 5-33 0,-4-3 1 0,2 2 17 16,1 1-5-16,-3-2-8 0,1 3 3 0,1 1 0 15,-5-1-10-15,3 1-16 0,-4 0 11 16,4 0-6-16,-4 1 5 0,1-1 1 0,3 0 5 16,-2 1-16-16,2 0 8 0,-4-1 3 0,4 2-16 15,0-2 59-15,-4 2 8 0,4 0-6 16,0 0-12-16,-1 2-5 0,1-4-11 0,0 6-12 15,-3-3 10-15,3 3-18 0,0-3-3 0,-1 4-7 16,1-3-16-16,0 3 1 0,2 0 7 16,-5 3-5-16,3-1-13 0,-4 1 3 0,4-1-1 15,-1 4 4-15,1-2-1 0,0-1-10 0,-1 2 5 16,4 0-7-16,-2-2-6 0,2 4 0 16,-1-3-2-16,2-3 2 0,-1 1-2 0,1 1 3 15,2-1-4-15,-4 2 4 0,5-1 4 16,-3-1-7-16,2 2 0 0,1-2-5 0,-3 1 7 0,2-1 0 15,0 2-7-15,0 0-8 0,1-2 5 16,0 1 10-16,-3 0-15 0,5 4 6 0,-2-2 4 16,0 0-69-16,3 0-10 0,-4 1 5 15,4 0 13-15,-4 2 2 0,1-3 11 0,3 4 7 16,-4-3 8-16,4-1-5 0,0 3 7 0,-3-4-7 16,3 3 5-16,-3-1 13 0,-1 4-6 0,4-4 9 15,-3-2-1-15,3 4 0 0,0-4-4 16,-3 3 9-16,3-1 3 0,0 0 0 0,3-2 3 15,-6 4-9-15,6-4 29 0,-6 1-25 16,6 2-1-16,-3-4 6 0,0 4-21 0,0-3 23 16,0 2 0-16,0-1-2 0,3-2-3 0,-3 5 7 15,0-5 14-15,1 4-16 0,-1-2-13 0,3 1 8 16,-3-2-2-16,3 6 4 0,0-1 6 16,-3-5-21-16,1 5 18 0,2-4 3 0,-3 0 0 15,3 4-6-15,1-3-12 0,0 2 18 16,-4 1-1-16,3-6 6 0,0 4-13 0,-2-3-2 15,1 3 9-15,2-2-9 0,-1 5-6 0,0 0 13 16,1 0-5-16,0-2 10 0,-1 0-15 0,1-1 0 16,2 3 21-16,-2-1-9 0,-1 1-12 0,3-2 10 15,2 1 8-15,-5-3-8 0,1 4 5 16,2-2 3-16,-2 0-5 0,2 0 5 16,-1-2-16-16,1 2 16 0,-3 0-3 0,1-2 0 15,2 4-2-15,-2-3 2 0,-1-1-2 0,2 1 2 16,1-4-5-16,-3 5-12 0,1-3 19 0,2 4-14 15,-2-6 17-15,3 5-12 0,0-1 12 0,-1-2-5 16,1 4-7-16,-3-5-6 0,6 5 11 0,-3-3-10 16,-1-1 9-16,1 2-2 0,1-2-5 15,2 2 8-15,-3-2-8 0,2 2 5 0,-1-3-5 16,2 2-5-16,-3-3 13 0,3 2 5 0,0-2-1 16,-3-3-7-16,-1 2-12 0,2-3 7 15,-1-2 15-15,2 2-17 0,1 0-1 0,-2-3 8 16,-1-1 0-16,0 3-12 0,2-3 7 15,-1 0 10-15,-1 0-15 0,2-3 17 0,2 5-12 16,-1-3 0-16,-3-2-7 0,3-2 4 0,1 5 13 16,-1-3-2-16,-1 1 59 0,2-3-1 0,-1 0-4 15,0 2-6-15,1-2-7 0,2-2-3 0,-2 4-10 16,3-1 4-16,-4-2-14 0,4-1-3 16,-4 1-5-16,0-3 8 0,4 6-3 0,-4-6 0 15,1 1-5-15,2 1-11 0,-3-2 11 0,4 2 0 16,-4-3 0-16,4 0-5 0,-4 0-5 15,0-2 15-15,4 1-16 0,-3 0-4 0,1-2 7 16,-1 0 0-16,0 3 6 0,2-7-4 0,-3 7 1 16,0-4-8-16,2 0-7 0,-3 1 9 0,1-1 4 15,1-1 7-15,-1 0-6 0,0 1-1 16,1-2 1-16,-1-1-6 0,0 3-9 0,1-3 13 16,-1-1 6-16,3 1-11 0,-2 0 2 0,-1-1-7 15,3-1-5-15,-2 1 16 0,2 0-11 16,-2-2 15-16,-1 0-10 0,3 2-2 0,-2-2 9 15,-1-2-12-15,0 2 6 0,4-1 6 0,-7 0-7 16,3 0 8-16,0 0 3 0,0-2-14 16,-3 1 11-16,4-1-10 0,-4 1 9 0,2-2 6 15,-2 0 5-15,4 1 0 0,-4-1-23 0,-1-2 8 16,4 3 18-16,-2-1-26 0,-2-2 7 16,1 0-7-16,0 0 13 0,1-1 0 0,1-2 5 0,-5 3-8 15,5-6 8-15,-5 4 0 0,3 0-8 16,0 1-2-16,-3 0-11 0,2-2 13 0,0-2 8 15,-1 5-5-15,1-3-10 0,-2 1 12 0,2-2-2 16,-2 2 2-16,-1 1-20 0,4-2 0 16,-3 2 8-16,2-5 7 0,1 3-3 0,-3 1-12 15,2-2 0-15,-2 2 5 0,0-6 8 16,-1 6 2-16,3-2-15 0,-2-2 5 0,2 3-5 16,-5-3 2-16,2 5 6 0,4-8 15 0,-6 8-23 15,2-1 5-15,3-1 2 0,-6-2 6 0,4 4-11 16,-4-1 11-16,0-1-23 0,3-2 25 15,-3 6-71-15,0-3 4 0,3 1 6 0,-3-3 2 0,1 2 11 16,-1-2-6-16,2 3 6 0,-1-1 10 16,3 1-5-16,-4 0 4 0,0-1 4 0,0-2 7 15,0 2 5-15,0 1-2 0,3 0-3 16,-3 1 8-16,0-2 2 0,0 2 3 0,0 0-5 16,0-1 4-16,0 2-4 0,3-2 5 0,-3 1-5 15,0 1-8-15,1 1 10 0,-1-2 6 16,3 1 2-16,-6-3-5 0,6 1 10 0,-3 0-13 15,0-2 6-15,-3 0-1 0,3 2-5 0,-1-1 8 16,1 0 3-16,0-1-3 0,-3-1-5 0,3 2 5 16,-3 1-5-16,3-2-1 0,-4 2 4 15,4-4 4-15,-3 3 1 0,2 0 2 0,1 0-2 16,-3 0-6-16,3-3 6 0,-3 5-1 0,0-1 1 16,2-1-6-16,-2-1-2 0,0-1-3 0,-1 2 11 15,1 1-8-15,-4-2 7 0,3-1-7 16,1 2 8-16,-3 0-3 0,-1-1-3 0,3 2 16 15,-3 1-10-15,3-2-1 0,-2-1 6 0,-1 4-8 16,1-4 13-16,1 2-8 0,-1 0-5 16,2 1-3-16,1-1 6 0,-3 0-1 0,2 1-4 15,-3 0 2-15,3-2 0 0,1 2-3 0,-4 0 19 16,4-2-16-16,-4 2 5 0,4-1-5 0,-5-1-5 16,5 1 7-16,-4-2-2 0,1 2 0 15,0-1-5-15,1-1 0 0,-2 3-3 0,1 1 6 16,-1-4 7-16,0 3-8 0,0 1 6 0,0 0 5 15,1 1-11-15,-1-3 6 0,-1 2-6 16,2 3 3-16,-1-2 8 0,-2-2-16 0,5 5 11 16,-4-3-9-16,-1 2 6 0,2-1 3 0,3 2-6 15,-7-3 3-15,5 5 3 0,-1-4-6 0,-2 2 9 16,1 1-14-16,1 0 16 0,0 0-8 16,-2-3-8-16,1 6 10 0,1-3-4 0,1 2 2 15,-1-2 8-15,-3 2-8 0,6-1 2 0,-3 0-4 16,1 1 7-16,-1 0-10 0,-1 0-3 0,2 1 13 15,-1-1 0-15,1 1-2 0,-2-3-8 16,2 5 5-16,2-1 12 0,-3-1-14 0,1 0-1 16,3-1 1-16,-5 2-3 0,2 1 10 0,2-1-8 15,-3 1 11-15,4 0-16 0,-5 0 11 0,5 1 7 16,-3-2-10-16,2 4 0 0,1-4-3 16,0 3 1-16,-4-1 4 0,3-1-4 0,0 0 4 15,1 3-4-15,-3-4-1 0,6 6 13 16,-7-7-15-16,4 3 10 0,-1-2-5 0,0 5 6 15,-2-5 4-15,6 6-13 0,-7-4 6 0,3 0-6 16,-2 0-7-16,2-2 7 0,4 6 16 0,-10-5-20 16,6 2 4-16,-2 3-2 0,2-6 0 15,4 6-3-15,-11-2 6 0,5-1 9 0,6 3-7 16,-10-4-2-16,4 2-3 0,6 2 5 0,-11 0-3 16,11 0 6-16,-10-1 17 0,10 1-23 0,-11 0 14 15,11 0-19-15,-13 1-5 0,13-1 23 16,-10 0-22-16,10 0 9 0,-11 0 3 0,4 2 3 15,7-2-3-15,-10 4-3 0,3-1-2 0,1-2 2 16,-2 3-4-16,1-1 7 0,1-3-5 16,-1 7 12-16,-4-4-12 0,1 4-2 0,-3 1 1 15,2 0 6-15,-2 1-15 0,-1-1-3 0,-2 0-7 16,1 7-9-16,-2-5-7 0,3 1 3 16,1 1-26-16,-1-3-15 0,4 1 17 0,0-2-15 15,-1 3-33-15,4 1-15 0,-2-4-67 0,5 1-97 16,-3 0-433-16,3 1 54 0,1-2 41 0,0-1 92 15</inkml:trace>
  <inkml:trace contextRef="#ctx0" brushRef="#br0" timeOffset="-131231.39">11778 11701 606 0,'-10'0'174'15,"10"0"-5"-15,-10-1-26 0,10 1-17 0,-11 0-1 16,11 0-15-16,-13 1-7 0,13-1-14 16,-13 0-2-16,5 4-5 0,1-1-5 0,-2-3-8 15,2 3-2-15,-4 1 2 0,1-1 3 0,0 0 2 16,-4 2-15-16,4-1 2 0,-4-1-2 16,0 4-13-16,0-4-8 0,-2 4 6 0,1-1 12 15,-1-3-7-15,2 5-21 0,-3-2 16 0,3 1-16 16,-2-1 0-16,1 0 5 0,2 2 6 15,-5-2-9-15,5 2-2 0,-4-1 1 0,3-2-6 16,1 2-69-16,-1 1 2 0,1 2 8 0,-2-3 0 16,2 1 11-16,-1 1 4 0,1-1-32 0,-1 0 42 15,1 2-12-15,2-2 16 0,-3 4-9 16,4-2 14-16,0 0-19 0,-4 0 11 0,4 0 10 16,-4 2 0-16,4-2-15 0,-3 4 12 0,2-3 0 15,1 3-2-15,-4-3 3 0,4 6-8 16,0-6 17-16,-5 5-12 0,2-2 8 0,3 4-6 15,-4-1 11-15,1-2-11 0,-1 2-7 0,1 1 15 16,-1-3-15-16,3 2 5 0,-2-2 0 16,2 3-3-16,1-1 13 0,0-2 8 0,-1 1-5 15,2-4-1-15,2 3-4 0,-1 2 28 0,-1-2-21 16,2 2-8-16,0-1 6 0,-1 4-8 0,2-3 8 16,-1 6-3-16,-2-5 13 0,1 6-18 15,1-2 0-15,1-1 10 0,2 4 8 0,-2-3 0 16,-2 2-11-16,2 0 6 0,2-2-23 0,-2 1 23 15,2 2-11-15,1 0 3 0,-1-1 6 0,0 0-22 16,1-4 17-16,0 4-1 0,0 1 10 16,2-6-15-16,1 4 13 0,0-2-5 15,-3-1 7-15,3 3-10 0,0-3 5 0,0 8 6 0,0-1-11 16,0-2 8-16,0 1-13 0,0 0 12 16,-3-1-4-16,3 2 0 0,0 1-8 0,0-2 7 15,0 0-7-15,0 2 18 0,0-2-13 16,0 2 6-16,3-2-4 0,-3 1 4 0,0-2-6 15,3 1-3-15,-3-1-7 0,1 3 18 0,2-1-8 16,-3-2 8-16,3-2-5 0,0-1-11 16,-3 3 13-16,4-1-2 0,-3 1 7 0,2-2-20 15,0-1 13-15,0-1-6 0,-2 3 6 0,2-1 5 16,0-1-16-16,0 0 11 0,-2 2-8 0,2-1 8 16,0-2-11-16,1-1 1 0,0 1 4 0,-1 2-4 15,0-2 7-15,0 2 0 0,-2-2 0 16,2 0 10-16,0-3-12 0,0 3 2 0,1 3-8 15,0-2 14-15,-1 1-6 0,1 2-3 0,-1 0 1 16,0-1-1-16,-2 0 1 0,2-4-6 16,0 4 14-16,3 1-6 0,-1-2-10 0,-2-1 5 15,0-1-8-15,1 0 5 0,-1 0 6 0,1 2-16 16,-1-4 11-16,3-1 7 0,-5 1-16 0,6 2 17 16,-1 2-1-16,-5-4-5 0,5 3-5 15,-2-4 10-15,2 0 8 0,-2-1-8 16,0 4 2-16,2-3 1 0,-2 1-3 0,5 4-5 0,-5-4 0 15,4 2 8-15,-2-4-6 0,4 2 9 16,-4-1-11-16,2-2 2 0,-1 1 11 0,0 0-16 16,2-3 6-16,-1 1 0 0,2-1-1 0,-3 1 3 15,3 0-5-15,0-1 10 0,-3-1 3 16,3-1-8-16,1-1-5 0,-1-1 0 0,0 0-7 16,1 1 12-16,2-1-3 0,-2-1-2 0,-1 0 3 15,-1-2-3-15,2 0 0 0,-1-3-5 0,0 1 0 16,1-2 17-16,2 3-9 0,-3-4 15 15,2 0-10-15,0 2-1 0,-1-3-19 0,3 1 14 16,-4-2 21-16,4 0-25 0,-1 0 14 0,1 0-14 16,-4 0 7-16,3 0 3 0,2 0-8 15,-5 0 7-15,4-3 16 0,-1 2-5 0,0-2-20 16,2 1 22-16,-2 0-25 0,1-4 13 0,2 5-3 16,-1-6-8-16,1 4-4 0,-1-3 14 0,1 2-2 15,-2-3 0-15,0 2-7 0,3-2 17 16,-4-3-17-16,1 6 9 0,0-3-7 0,0-1 3 15,-1 1 0-15,-3 0-6 0,4-3 13 0,-4 2-15 16,4 1-3-16,-4-3 19 0,0 2-6 16,2-2 2-16,0 1-1 0,-2-3-4 0,-2 4 6 15,2-2-16-15,0 0 3 0,-3-1 74 0,3-1 0 16,0 1-10-16,-3-3-13 0,1 3 5 16,1-3-10-16,-2 2-5 0,-3-1 0 0,2 0-8 15,2 1 0-15,-2-1-7 0,-2 1 12 0,2 0-12 16,-3-1 4-16,1 1-7 0,3-1 3 0,-3 3-1 15,-1-1-5-15,1-2 3 0,2 3-5 16,-3-3 0-16,1 2 2 0,0 0-2 0,-1-2-8 16,1 2-2-16,-1-3-3 0,0 4 7 0,0-5 11 15,-2 5-7-15,2-5-6 0,0 5 5 0,-3-5-5 16,0 2-10-16,3 1 13 0,-3-3 2 16,0 3-13-16,1-3 1 0,-1 3-1 0,0-3 8 15,4 1-2-15,-4 1 10 0,0-1-18 16,0-1 5-16,0 2 7 0,-4 0-7 0,4-1 5 15,0-3 3-15,0 6 0 0,-1-4-6 0,1 0-2 16,0 3 3-16,0-3-8 0,-3 2 10 16,3 0-8-16,0-1 1 0,-3 2 4 0,3-3 3 15,0 0 6-15,-3 3-11 0,2-2 0 0,-2 2 0 16,3-1 0-16,-3-2 7 0,3 5-14 0,-3-5 4 16,2 3 6-16,-2-3-3 0,3 5 0 0,0-5 2 15,-3 5 1-15,3-3-6 0,0 3 3 16,0-2 0-16,0-1 0 0,-4 2-5 0,4-2 5 15,0 3 3-15,0 0 2 0,0-3-5 0,0 3 5 16,0 0-8-16,4 0 8 0,-4-3 0 16,0 4 1-16,0 0-1 0,0 0 0 0,3-1 0 15,-3 3-13-15,3-4-2 0,-3 4 10 0,0-2 0 16,1 0 5-16,-1-1 0 0,0 4-2 0,3-3-1 16,-3-1 1-16,0 1 0 0,0 1-9 15,0-2-4-15,0 2 15 0,3-2 0 0,-3 1 8 16,0 0-15-16,0-5 4 0,0 6-9 0,0-2 4 15,0-1 3-15,0 0-5 0,0 1 7 0,0 0-4 16,0 0-1-16,0 1 1 0,0-2 4 16,0 1-2-16,0 2-2 0,0 0 4 0,0-2 9 15,0 1-19-15,0 0-2 0,0 1 10 0,0-1 12 16,3 0-9-16,-3 2-8 0,0-1 5 16,0-1 0-16,0 2 2 0,0-2-2 0,0 1 6 15,0 1-6-15,0-1-3 0,0 1 6 16,0-1-11-16,0 2 5 0,-3-1-7 0,3-1 13 0,0 1-1 15,-3 0 3-15,3-1-20 0,0-1 17 16,-3 1-2-16,2 0 3 0,1-1-6 0,-3 1 3 16,3 0 0-16,-3-1 3 0,3 1-6 0,-4-3 1 15,4 3 7-15,-3-1-2 0,2 0-1 16,1 0 6-16,0-1-8 0,-3 1 0 0,0-1 8 16,3 3-1-16,-4-3-9 0,1 2 4 0,0 0 1 15,0-1-6-15,2 1 6 0,-2-3-6 16,-1 3 3-16,0-1 8 0,-2 0-11 0,3-3 8 15,-1 4-7-15,1-2-3 0,-3 2 10 0,1-3-3 16,2 1-9-16,-4-1 2 0,4 1 0 0,-1 0 10 16,-2 0-16-16,-1-2 9 0,3 4 10 15,-2-2-6-15,2 0-4 0,-2 1 4 0,2 1-2 16,-4-1-8-16,2 0 14 0,0 0-1 0,2-1 0 16,-3 4-5-16,0-3-5 0,3-1 10 0,-2 1 2 15,-1-1-1-15,1 3-6 0,-2-3-3 16,2 2-10-16,2 0 18 0,-3-1-2 0,1 1-11 15,-2-2-2-15,5 1 13 0,-4 0-1 16,1 0 1-16,2 0-6 0,1-1 8 0,-4 4-2 16,3-6-3-16,1 4 0 0,-1-2 2 0,1 2-2 15,0 0-7-15,-3-2 12 0,2 0-5 0,-3-2 0 16,3 3 5-16,-2 1-5 0,2-2 0 0,-2 0 2 16,2-3 1-16,-3 3-13 0,3 0 15 15,-2-1-3-15,2 0 1 0,1 1-3 0,-3 2 0 16,1-4 3-16,2 0-9 0,0 4 4 0,-1-2-3 15,4 0 2-15,-3 0 3 0,0 1-5 16,3-1 5-16,0 1 3 0,0 0-6 0,0 2 3 16,0-2-8-16,0 0 3 0,3 1 13 0,-3-2-3 15,3 2 3-15,0-2-18 0,-2 1 7 16,2 0 6-16,0 0 4 0,1-3-7 0,0 4-2 16,-1-2 4-16,1 2-2 0,2-2 13 0,-3 2-10 15,1-2-9-15,3-2 4 0,0 3-6 0,-1 1 8 16,1-2 3-16,-3 2 4 0,3-2-7 0,0 1 0 15,2 0-2-15,-2-5 7 0,1 6-5 16,-2 0 3-16,1-2-1 0,0-3-4 0,3 2-4 16,-3 3 6-16,0-4-2 0,0-1 12 0,3 3-12 15,-3-2-4-15,-1 2 6 0,1 0 3 16,0 0-3-16,1-3-3 0,1 4 1 0,-2 0-1 16,-1 0 6-16,5-1-1 0,-4 1-2 0,0 1 6 15,-1-1-12-15,2 0 6 0,-2 2 6 16,1-1-12-16,-3-1 6 0,2 2 6 0,2 0-6 15,-2-1 7-15,-2-1-9 0,2 2 2 0,1 3 5 16,-3-3-8-16,0 0 1 0,2 2-3 16,-3 0 15-16,1-1-3 0,-1-3-1 0,0 4-12 15,1 0-1-15,0-1 7 0,2-3-5 0,-5 1 7 16,2 0-7-16,0-1 13 0,0 2-13 0,1 3 0 16,-4-4 7-16,3 2-2 0,0-2-2 15,-3 1 2-15,1 4 5 0,3-4 0 0,-4 0-10 16,0 3 10-16,3-1-3 0,-3-2-2 0,0 3 3 15,0 4 2-15,-3-13 3 0,3 10-1 16,0 3-4-16,0-8 0 0,-4 2-1 0,4 6 8 16,-1-8-17-16,-2 7 7 0,3 1-3 0,-3-7 6 15,0 4-6-15,3 3-2 0,-7-7 0 16,7 7 10-16,-10-2-5 0,3 1 0 0,7 1 8 0,-11-4-19 16,2 4 6-16,9 0 8 0,-15 0-6 15,6 0 1-15,9 0 9 0,-15 0-4 0,5 4-3 16,3-3-8-16,-2 1 11 0,-2-2-6 0,1 1 6 15,0 4-3-15,2-3 0 0,-2 0-3 16,0 2-4-16,3-1 7 0,0-2-6 0,0 3 4 16,-2-1-19-16,1 0-25 0,1 1-2 0,1-1-103 15,2 4-80-15,-2-1-455 0,-2 2-125 16,2-1 107-16,-4-2 56 0,3 2 70 0</inkml:trace>
  <inkml:trace contextRef="#ctx0" brushRef="#br0" timeOffset="-129165.77">11885 14745 783 0,'0'0'217'0,"0"0"-32"0,0 0-16 15,0 0-3-15,-4-4-7 0,4 4-31 0,0 0-16 16,0 0-9-16,0 0-21 0,0 0-3 16,0 0 5-16,0 0 6 0,0 0-18 0,0 0 10 15,0 0-16-15,34 5 75 0,-21-3-26 0,8-1-5 16,3 1 21-16,7-2-37 0,3 3 4 0,7-3-11 15,7 0-11-15,14 0 1 0,2-3-10 16,2 3-13-16,1-4 4 0,-2-2-9 0,-3 2 0 16,7-4 2-16,-4-5-84 0,0 2 2 0,3-3 10 15,11-3-9-15,-17 2 2 0,2 4 7 16,-10-3 6-16,-2 2 7 0,-12 2-5 0,-8 3-10 16,-5 0 16-16,-6 0 1 0,-1 6 4 0,-6-5-29 15,0 5-30-15,-4-1-37 0,-4 2-91 0,-6 0-221 16,0 0-329-16,0 0 53 0,-30 10 77 0,5-5 61 15</inkml:trace>
  <inkml:trace contextRef="#ctx0" brushRef="#br0" timeOffset="-128332.14">9256 15391 660 0,'-8'5'197'0,"8"-5"-13"0,3 8-5 0,-3-8-7 16,11 11-1-16,-7-3-17 0,3-1 0 15,3 3-16-15,4 1-23 0,2 1-74 0,1 1 0 16,5-1 2-16,5 4-4 0,0-4 9 16,7 3-14-16,11 2 12 0,6 0 8 0,0-1-11 15,3-2 1-15,5-1-6 0,-1 0 6 0,0-3-4 16,7-1-6-16,-3-1-4 0,9-1-6 0,5-6-1 16,2 1-8-16,8-2 5 0,16 0 14 15,1-2-6-15,-4 0-5 0,0-4 0 0,0-1 5 16,0 2 49-16,7-1-3 0,-4-3 3 0,2 4-5 15,-2-3-14-15,-3-2-4 0,0 0-8 16,-7-4 3-16,4-2-3 0,0-1-8 0,0 2-4 16,6-3-1-16,0 0-8 0,2-6 16 15,-2 6-15-15,-3-4 5 0,-4 2-6 0,1 0 4 16,4 0-9-16,-5 0 3 0,4 0-8 0,-3 2 1 16,-4 1 2-16,-6-1 2 0,0 3-12 0,-22 3 5 15,-2-1-11-15,-3 3 6 0,-3 2 10 16,-14-1-16-16,-4 1 14 0,-4 1-11 0,-7 0 13 15,1 3-3-15,-4-3-5 0,-5 0 1 0,-1 0-6 16,-4 3 25-16,0-3 19 0,-1 0-39 16,-2-1 21-16,-1 1 10 0,-4 2 0 0,1-3 8 15,0 3-21-15,-6-2-5 0,2 3-16 0,-3 4-22 16,-4-6-87-16,-3 3-80 0,4 2-407 0,-7 1-250 16,3-3 112-16,-4 2 97 0,-2 1 36 15,0-3 41-15</inkml:trace>
  <inkml:trace contextRef="#ctx0" brushRef="#br0" timeOffset="-128048.04">13433 14931 854 0,'14'-9'249'16,"-4"2"-42"-16,3 0-15 0,1 5-20 15,-1 0-16-15,-1 2-28 0,1 1-3 0,4 0-10 0,-3 2-7 16,6 4-14-16,-6 1-14 0,6 2 2 16,-3 3-11-16,0 2 4 0,0-1-11 0,-3 1-16 15,-1 2 80-15,1 5 3 0,-4-4-19 16,-3 0-14-16,-4 6-19 0,2-6 3 0,-5 3-13 16,0-1-5-16,-5 3 8 0,-1 1-29 0,-4 4 6 15,0-1-24-15,-4-2-22 0,0-2-62 16,0-6-64-16,1 0-238 0,-4-1-440 0,3-3 100 15,0-5 53-15,-2-5 62 0</inkml:trace>
  <inkml:trace contextRef="#ctx0" brushRef="#br0" timeOffset="-127632.43">12790 14391 785 0,'3'-7'228'0,"1"6"-23"0,-3-6-18 16,5 2-23-16,-2 0-16 0,2 1-7 0,1 0-23 15,3 1-8-15,-3-1-13 0,3 4-18 0,1 0-2 16,2 4-10-16,0-1 9 0,5 1-24 16,0 0 1-16,2 8 4 0,4-1-6 0,6-1-13 15,-2 3-2-15,3 1 5 0,-1 1 0 0,1 0-15 16,0 0-1-16,-1-2-12 0,-5 4 5 16,-2-2 7-16,1 2 6 0,-7-2-8 0,-3 3 13 15,0-1-10-15,-7-1 4 0,-1 1-9 16,-6 4 10-16,-3 1-6 0,-3 2-12 0,-6 7-5 15,-8 6-19-15,-4 2-22 0,0-3-44 0,0 0-43 16,1-2-138-16,5-4-405 0,2-5 2 0,2-2 49 16,0-6 67-16</inkml:trace>
  <inkml:trace contextRef="#ctx0" brushRef="#br0" timeOffset="-126849.35">14571 14299 696 0,'-13'-8'263'16,"2"6"-19"-16,1-4-35 0,-3 6-17 0,-1 0-18 15,3 0-2-15,-3 0-29 0,-2 6 1 16,-2 1-24-16,-2 3-5 0,-1 0-2 0,-3 7-19 15,0 1-4-15,4 2-11 0,0 0-7 0,6 3 5 16,0-4-16-16,4 1 1 0,4 3-3 16,1-3-21-16,5-1 0 0,5-1 6 0,1 4-8 15,4-3-6-15,4 2-4 0,0-4 2 0,6 0 3 16,-3-5-11-16,4 3 1 0,0-5-1 0,-2 0-9 16,-1-3 4-16,-5 0-12 0,2-1-1 15,-2-4-10-15,-3 1 6 0,-3-3-11 0,0 0-2 16,-7 0 2-16,6-6 8 0,-6 1 0 0,0 5-6 15,-3-11 6-15,3 3 0 0,-6 1 10 16,2-2 6-16,1 0 1 0,-4-3-7 0,6 4 11 16,-5-2-14-16,6 2 4 0,0-2 6 0,0 2-7 15,3-1-10-15,0 0 8 0,5 2 2 16,-1 0-13-16,2 0 8 0,1 2-10 0,1 0 10 16,3 5 8-16,0 0-16 0,-1 0 6 0,1 4-1 15,0 2-5-15,3 1 19 0,0 5-9 16,0 1 3-16,-4 1-2 0,1 3 12 0,-4-1 3 15,0 2-5-15,1 0 0 0,-4-1-11 0,-1 1 8 16,-2 3 6-16,2-3-19 0,-2 0 11 0,0-3-3 16,0 2-13-16,2-3-7 0,-3-2-26 15,1 1-59-15,2-4-41 0,2 0-43 0,-2-1-90 16,1-5-289-16,3 1-118 0,-2-3 49 0,2-5 51 16</inkml:trace>
  <inkml:trace contextRef="#ctx0" brushRef="#br0" timeOffset="-125932.6">14940 14583 570 0,'0'0'228'0,"0"0"-10"0,0 16-34 15,0-7-15-15,3-1-31 0,1 2 3 16,-1 3-11-16,1-3-22 0,3 0 5 0,0 4-19 16,3-3 1-16,0 2-5 0,1-2 4 0,2-3-25 15,1 2-5-15,-1-3-15 0,2-1 13 0,-2-4-6 16,1 4-8-16,-1-5 1 0,1-1-23 0,-4-1 2 15,3-5 3-15,-2 5-6 0,-4-6 1 16,0 0-3-16,-4-3-10 0,0 0 7 0,-6-5-15 16,0 3 8-16,-1-3-8 0,-5-2 8 15,-2 1 7-15,0 0-4 0,-2 0-6 0,-4 0 5 16,3 5 1-16,0 1-1 0,1-1-2 0,-1 1 12 16,4 2-19-16,-4 1 1 0,4 2-2 0,3 0-2 15,0-3 2-15,0 6-8 0,3-3 11 16,4 5-8-16,-3-6 16 0,3 6-19 0,7-11 11 15,4 10-3-15,2-6 0 0,5 1 8 0,2-2 2 16,7-1-5-16,0 2-7 0,4-6 2 16,0 4-2-16,6 0 9 0,-2-1-1 0,0 0-19 15,2-2 21-15,10 1-21 0,-5 1 16 0,-11 3-6 16,-1 0-4-16,-5 0-3 0,-5 5 2 16,0-4-15-16,-7 4 13 0,2 1 10 0,-5-1-2 15,-1 2 4-15,-9 0 11 0,8 5-23 0,-8 3 10 16,-7 0 0-16,3 1-7 0,-6 4-1 15,-3-1 11-15,2 3-6 0,-2 1 14 0,-1-2-14 16,1-1 6-16,3 2 0 0,2-5-6 0,-2 7 1 16,3-9-6-16,1 7 75 0,1-5 0 0,-1 0-1 15,6-2-19-15,0 3-1 0,0-5-3 0,3 1 1 16,0-1-6-16,2-4 1 0,2 2-16 16,2-3 16-16,1 0-16 0,-10-1 8 0,24-6-18 15,-13 2 10-15,2 0 0 0,-3-5-5 16,1 1 0-16,-4 0-10 0,3 1 10 0,-4 1-8 15,2 1 1-15,-4-2-4 0,2 4-9 0,-3-1 7 16,-3 4 3-16,0 0 2 0,0 0-12 0,0 0-3 16,7 7 0-16,-7 0 8 0,3-2-6 15,1 1-2-15,-3 1 3 0,2-1-3 0,3 1 7 16,-2-2-4-16,3 2 2 0,3 1-8 0,0-3 6 16,0 0 0-16,1 0-1 0,2-3-10 15,0-1 8-15,2 2 11 0,-2-3-19 0,4-4 11 16,-3 4-9-16,3-7 9 0,0 1-18 0,-3-2 20 15,3-1-13-15,-3-3-7 0,2-3 4 0,-5-2-14 16,-1-1 2-16,0-1 2 0,-2-5-25 16,-5-1 10-16,0-2-7 0,-2-3 7 0,-1 3 5 15,-1-4 1-15,-2-1-1 0,0 3 3 0,0 3 25 16,-2 1 6-16,2 1 2 0,-1 5 18 16,-2 3-3-16,3 0-2 0,-1 3-5 0,1 2-10 0,0 3 2 15,-2 2 5-15,-1 4 0 0,3 2 11 16,3 0-14-16,-7 9 1 0,4-2-3 0,3 4 8 15,-1 4 5-15,1 3-8 0,1 0 6 0,2 4-14 16,0 2 3-16,0 1 16 0,1-2-3 16,3 2 2-16,3 0-15 0,-3-2 5 15,3 6 1-15,1-4-1 0,2 0-7 0,1-2 4 0,-1-3-2 16,1-2 8-16,3-1-10 0,-4 1-47 16,5-3-40-16,0 0-55 0,1-5-150 0,2 2-512 15,0-3 31-15,-1-5 91 0,-2 2 70 0,1-4 84 16</inkml:trace>
  <inkml:trace contextRef="#ctx0" brushRef="#br0" timeOffset="-125432.52">16636 14241 903 0,'-4'17'274'0,"1"-9"-10"0,0 2-29 16,3 4-20-16,0-3-20 0,-3 4-21 15,3-1-90-15,3 1-4 0,-3-1-19 0,3 5 6 16,0-2-19-16,1-3 8 0,-1 3-12 0,1-2-21 16,3 0 18-16,0-5-3 0,2 4-4 15,-5-4-1-15,4-3-5 0,1 1 13 0,-2-4 3 16,3 3-9-16,4-7-14 0,-4 4 4 15,1-4-4-15,-1-4 17 0,0 0-7 0,4-2-13 16,-4-3-15-16,0-1 17 0,1-1-23 0,-5-1 11 16,1-1-10-16,0 1-1 0,-1 1 8 0,-1 3 16 15,-2-3-3-15,0 3-3 0,0 2-2 0,-2 1-6 16,2-2-7-16,0 4 8 0,-3-1-3 16,0 4-10-16,7-4 10 0,-7 4 0 0,0 0 5 15,0 0-4-15,21 11-14 0,-12-5 8 0,2 1 8 16,-1 3-19-16,3-1 11 0,-1 2 5 15,-2-3-2-15,3 5 7 0,-3-2-10 0,0 2 3 16,-3-1 2-16,1 0 10 0,-5-1-12 0,3-1 81 16,-5 2 3-16,-1 0-5 0,0-4-2 15,-1 2-6-15,-5-2 3 0,3 2-6 0,-5-3-7 16,1 1-15-16,-2-2-13 0,2-2-11 0,-7 3-12 16,1-7-18-16,1 1-54 0,-4-1-64 0,-2-1-266 15,2-1-407-15,-2-5 21 0,-1-1 119 16,1-2 62-16,-6-6 44 0</inkml:trace>
  <inkml:trace contextRef="#ctx0" brushRef="#br0" timeOffset="-125332.77">16581 14273 703 0,'0'-7'226'0,"0"3"-14"0,0-2-35 0,-3 1-42 16,3 5-53-16,3-10-146 0,-3 9-332 15,0 1-178-15</inkml:trace>
  <inkml:trace contextRef="#ctx0" brushRef="#br0" timeOffset="-124766.41">17712 13906 714 0,'0'0'217'0,"0"0"-15"0,0 0-15 0,-6 16-18 16,6-5-18-16,0 3 16 0,3 3-32 0,1 2-7 15,-1 4-10-15,3 2-13 0,-5 2 20 16,3 5-32-16,2 0-12 0,-5 1-6 0,2-1-1 16,3-1-15-16,-5 2 5 0,5-1-13 0,1-7-13 15,-3 4 3-15,-1-4-7 0,4-3-37 16,-1 2-38-16,1-2-36 0,1-6-40 0,1-3-57 15,-2 1 22-15,4-6-22 0,-4 0-94 0,0-7-42 16,2 0-189-16,-1-1-49 0,-8 0 21 0</inkml:trace>
  <inkml:trace contextRef="#ctx0" brushRef="#br0" timeOffset="-124515.52">17912 14406 481 0,'0'-5'184'0,"0"5"-25"0,3-6-13 16,-3 6-8-16,0 0 3 0,0 0-16 0,0 0 6 15,0 0 50-15,3 17-12 0,0-9-10 0,1 0-11 16,-1 3 11-16,4-2-36 0,0 1-21 15,3-2-63-15,-3 4-8 0,3-3 9 0,4-1 17 16,-1-2-27-16,1 1 11 0,0-1 0 0,3-4-2 16,-4-2-1-16,2 0 59 0,1-1 1 0,2-2-27 15,-2-1 9-15,-1-3-16 0,1 1-13 16,-2-2 18-16,-4-3 3 0,0 1-24 0,-2-3 9 16,-5 1-6-16,0 1-5 0,0-3-13 15,-3 3 13-15,-3-3 3 0,0 4-8 0,-4-5-13 16,0 7 0-16,-3-2-2 0,3 2-3 0,-4-1-8 15,-2 1-12-15,0 1-44 0,-2 3-49 0,2 0-76 16,-4 4-264-16,4-2-371 0,-5 1 81 16,5-1 62-16,-5 0 70 0</inkml:trace>
  <inkml:trace contextRef="#ctx0" brushRef="#br0" timeOffset="-124282.45">17576 14197 721 0,'0'0'272'0,"-7"-6"-21"15,7 6 4-15,0 0-34 0,-4-4-32 16,4 4-30-16,0 0-11 0,8-9-12 0,-2 5-3 16,1-2-15-16,6 3-13 0,2-4-21 0,1 0-10 15,8-3-7-15,0 3-6 0,1 3-20 16,2-4-28-16,1 2-26 0,-2-1-61 0,2 4-113 15,-1 0-327-15,1 1-167 0,-1-2 36 0,-3 3 79 16</inkml:trace>
  <inkml:trace contextRef="#ctx0" brushRef="#br0" timeOffset="-123815.74">19124 14031 854 0,'0'0'267'16,"0"0"-19"-16,0 0-28 0,1 18-18 0,2-9-20 15,0 4-21-15,1 0-10 0,3 4-15 16,-4-2-11-16,4 9-22 0,0-6-3 0,-1 5-6 16,2-3-19-16,-1 0-60 0,-1 0-64 0,-2-3-127 15,2-2-533-15,1 2 23 0,-3-6 84 16,-1 2 67-16</inkml:trace>
  <inkml:trace contextRef="#ctx0" brushRef="#br0" timeOffset="-123182.45">19623 14064 806 0,'-3'-6'235'0,"3"6"-12"0,-6-7-23 0,2 5-16 0,4 2-30 16,-11-1-14-16,11 1-7 0,-16 7-15 0,6-4-18 15,-1 5 2-15,1 2-17 0,-4-2-6 16,4 5-10-16,0-2 0 0,3 5-7 0,-4-1-24 16,5 1-7-16,-1-3 7 0,4 2 3 15,0 1-2-15,3-3-11 0,0 1 8 0,3-3-6 16,0 0 22-16,1-1-40 0,2-2 4 0,4-1-3 15,-2 0 4-15,2-4-11 0,0-2 12 0,4-1-13 16,-4 0-13-16,4-1-5 0,-4-6-7 16,0-1-1-16,1-1 1 0,-5-1-44 0,1-5 18 15,0-1-11-15,-4-1 1 0,0-1-5 0,1-7-1 16,-4 0 6-16,-4-2-6 0,1-3 21 16,-1 0 13-16,-2-1-8 0,3-1 6 0,-4 7 25 15,4 0 15-15,-2 4 15 0,-1 0 9 0,2 6 7 16,1 1 2-16,0 1-4 0,0 4-1 15,-1 0-10-15,4 4-18 0,-3 1 8 0,3 4 0 16,0 0 8-16,0 0-13 0,0 0 15 16,6 17-10-16,-5-7 0 0,5 3-21 0,-2 1 24 15,5 1-1-15,-4 3-7 0,5 3-6 0,-1-2 9 16,-2 3-1-16,4-2-10 0,2 1 6 0,-2 0-47 16,2-1-49-16,0-1-61 0,2 0-117 0,1 2-362 15,-1-7-33-15,-2 1 72 16,1-3 46-16</inkml:trace>
  <inkml:trace contextRef="#ctx0" brushRef="#br0" timeOffset="-122566.47">19911 14226 711 0,'4'-5'223'0,"-1"-1"-1"0,4-1-24 16,-4-2-14-16,4 1-15 0,-4-2-92 0,4-3 2 0,-3 3 23 16,-1-2-27-16,3-1 6 0,-5-4-1 15,2 4 63-15,-3 0-12 0,0-1 4 0,-3 2-2 16,3-1-7-16,0 1-77 0,-1 1 2 0,-2-1-10 15,0 5-5-15,0 4 4 0,-1-2-9 16,-3 2-3-16,7 3-10 0,-10 0 8 0,10 0 5 16,-13 10-16-16,5-3 11 0,1 1-1 0,4 2 1 15,0-2-8-15,-1 6 2 0,1-3-5 16,3 3 19-16,0-3-24 0,3 3 13 0,-2-3-18 16,5 4 5-16,1-3-12 0,3 3 4 0,-3-7 14 15,3 4-19-15,4 0 11 0,0-4 12 0,3 0-25 16,-4-2-23-16,5-2 0 0,-1-2-44 15,0 1-15-15,-1-3-18 0,-1-3-2 0,1 1-11 16,-1-5-10-16,1 4-10 0,-2-6-11 0,-4-1 1 16,3 1 17-16,-2-3 21 0,-4 4 23 0,0-2 44 15,3 3 20-15,-6-1 7 0,3 1-9 16,-4 3 15-16,0 0-3 0,1 2 0 0,-4 2 21 16,0 0 10-16,13 10 12 0,-12-3-4 0,5 3-6 15,-3 5 1-15,-2 0-14 0,2 2 16 16,0-1-10-16,0 1 8 0,-2 1-3 0,3-1-3 15,-4-1 18-15,0-1 1 0,0-3-6 16,0 2 5-16,0-3 8 0,0-4 26 0,0 1 12 0,0 2 3 16,0-3-3-16,-4-3-7 0,3-1-3 15,1-3-15-15,-6 0-3 0,6 0-8 0,-7-10 11 16,4 1-13-16,0-4 5 0,3-4-10 0,-4 0-10 16,4-2-3-16,0-3-13 0,3-3-10 0,-2 0 0 15,5 0 15-15,-2 0-7 0,5 0-13 16,-1 4 18-16,2 0-8 0,-3 4 2 0,4 1 4 15,-1 5-11-15,-1 1-3 0,1 4-5 0,1 1 8 16,-1 5-5-16,0 0 8 0,1 4-1 16,2-1 6-16,-2 5-3 0,-1 2-2 0,3 3 4 15,-2-3-1-15,3 6 4 0,-1-1-8 0,-2 1 6 16,2-3-18-16,-2 4 20 0,2-2-7 0,1 2-29 16,-4-4-69-16,0-1-30 0,1-4-57 15,-1 2-74-15,0-3-325 0,1-3-64 0,-2-1 41 16,-2-3 54-16</inkml:trace>
  <inkml:trace contextRef="#ctx0" brushRef="#br0" timeOffset="-122349.41">20728 13793 604 0,'0'12'222'0,"3"-1"47"16,0 6-16-16,-2 1-20 0,2-3-20 15,4 9-19-15,-3-5-7 0,2 5-31 0,-2-1-10 16,5-1-15-16,-5 1-1 0,4-1-25 0,1 2 0 16,-2-3-28-16,0 2-16 0,0-5-58 15,0 4-121-15,-4-5-214 0,1 0-401 0,-1-6 91 16,-3-3 63-16,-3-1 45 0</inkml:trace>
  <inkml:trace contextRef="#ctx0" brushRef="#br0" timeOffset="-122016.46">20525 14076 765 0,'0'0'276'0,"-3"-4"42"0,3 4-27 0,0-7-35 16,0 7-20-16,8-9-24 0,-1 4-25 16,3 1-18-16,1-2-13 0,2 2-10 0,3 0-18 15,-1-3-82-15,5 2-10 0,4-1 10 0,0-1-15 16,0 0-3-16,3-3 0 0,0 6 3 15,-3-2-5-15,3 1-6 0,-2-3-10 0,2 4 26 0,-3-2-23 16,-4-1-13-16,-2 4 8 16,2-2-3-16,-6 3-3 0,0 0 6 0,-4-4-8 0,0 6-5 15,1 0-3-15,-2 0 3 0,-9 0 13 0,14 1 2 16,-3 5-2-16,-5 0 4 0,1-1-6 16,0 2-4-16,3 6 1 0,-3-1 9 0,0 1-9 15,-1-1 12-15,2 3-12 0,-2-1 7 0,1 0-7 16,0 1 7-16,-1 2-7 0,2-1-19 15,-2 1-32-15,-2-2-73 0,2 1-124 0,-2-1-552 16,-1-1 101-16,1-3 36 0,0-5 94 0</inkml:trace>
  <inkml:trace contextRef="#ctx0" brushRef="#br0" timeOffset="-121882.41">21073 13809 483 0,'0'0'121'16,"11"-1"-93"-16,-5 1-156 0</inkml:trace>
  <inkml:trace contextRef="#ctx0" brushRef="#br0" timeOffset="-121616.53">21387 13656 796 0,'0'0'281'0,"-10"2"-17"16,10-2-24-16,-10 8-14 0,7 0-19 0,0 1-18 16,-2 5-99-16,5 3 2 0,0 2-10 0,0 4-5 15,0 4 61-15,0-2-7 0,5 4-14 16,-2 2 4-16,0 4-14 0,1-1-20 0,-1 0-7 15,4 0 1-15,-4-2-14 0,5 2-8 0,-2-2-5 16,1-2-8-16,-4-1-13 0,4-4-30 16,0 0-67-16,-4-4-105 0,-2 1-233 0,5-6-376 15,-2 0 79-15,-4-6 61 0,3-4 57 0</inkml:trace>
  <inkml:trace contextRef="#ctx0" brushRef="#br0" timeOffset="-121033.79">21353 13989 619 0,'11'-16'233'0,"2"5"-18"0,-3 0-26 0,4 1-17 15,-4 2-24-15,5-1 1 0,-5 1-21 16,7 1-11-16,-4 3-22 0,1-3-10 0,0 2-1 16,-4 3-22-16,4 0 2 0,-4-3-13 0,3 4 5 15,-2 1 3-15,-1 0 54 0,0 0-9 0,1 1-14 16,-2-1-11-16,-2 3-4 0,4 0-16 15,-4-2 2-15,2-1 3 0,-9 0-8 0,12 5-2 16,-3-4-5-16,-2 0-8 0,0 0-8 0,-7-1 3 16,14 0-8-16,-4 0-5 0,-3-2 3 15,4-2-9-15,-2 2 1 0,1 0 3 0,1-4-1 16,-4-1-9-16,0-1 1 0,2 4 1 0,-1-4-3 16,-2-1 8-16,-2 2 10 0,3 0-5 15,-4 0 3-15,0 3-11 0,2-2 6 0,-5 6-16 16,3-4 13-16,-3 4-5 0,0 0 0 0,0 0-13 15,9 14 10-15,-8 0 3 0,2 4-3 0,0 4-5 16,1 4 13-16,-1 5-5 0,5 4-11 0,2 11 11 16,-1 2-8-16,-1 2 8 0,5 0 7 15,-3-1-4-15,-2-5 4 0,1-2-10 0,-5-10-2 16,3 5-3-16,-4-4-2 0,0-5 10 0,1-1-6 16,-3-2 1-16,-1-5 12 0,0-2 1 15,0-6 28-15,-5 1-80 0,2-3 8 0,-4-7-3 16,0 3-4-16,-6-5 19 0,3-2 1 0,0-2 0 15,-5-3-6-15,2-3 22 0,-1 1-1 16,0-5 0-16,1-1 0 0,-1 0 5 0,1-1 0 16,-1-3 1-16,7-1 1 0,0-1 14 0,1 2-8 15,-2-1 5-15,8 0 3 0,-3 0-11 0,3 1-5 16,3 0 6-16,0-1-4 0,2 1-17 0,2 2 10 16,3-5-5-16,-1 6 5 0,2-3-2 15,2 3-31-15,-2 5-13 0,-1-2-15 0,0 0-21 16,4 4-41-16,-3-2-48 0,1 6-62 0,-1-2-159 15,0 1-373-15,-1 2 38 0,3-4 111 16,-3 6 42-16</inkml:trace>
  <inkml:trace contextRef="#ctx0" brushRef="#br0" timeOffset="-120065.33">22461 13512 716 0,'-3'-4'233'15,"3"4"-10"-15,0 0-16 0,-4 13-30 0,4-4-16 16,-3 2-2-16,3 4-21 0,0 4-2 0,3-1-93 15,-3 10-2-15,3-1 8 0,-2 8-6 16,2 0 55-16,0 5-1 0,1-2-10 0,0 12 0 16,-1-7-18-16,0-6 13 0,1 2-16 0,-1-1-12 15,0 0-3-15,0-1 3 0,1 0-15 0,0-4 12 16,0 2-10-16,-1-9-8 0,0 2-2 16,3-3-26-16,-2-4-41 0,-1-1-74 0,1-3-69 15,6-4-221-15,-3 1-324 0,0-6 71 0,-1-5 70 16,2-2 40-16</inkml:trace>
  <inkml:trace contextRef="#ctx0" brushRef="#br0" timeOffset="-119745.56">23159 13443 788 0,'-7'-6'210'16,"-4"2"-5"-16,4 1-21 0,1-1-23 0,-1 4-15 15,7 0-10-15,-17 4-3 0,7-1-21 0,3 5-4 16,-4 2-16-16,1 1 0 0,3 3-10 0,1 1-3 16,-5 8 3-16,8-3-5 0,-1 5-3 15,1 0-2-15,0 5-5 0,3-3-16 0,0 3 72 16,3 4-16-16,0 0-10 0,1-1-7 0,-1 0-8 15,4-1 0-15,0 2-13 0,3-4-15 16,-3 2-1-16,4-6-4 0,-5-1-26 0,1-1-51 16,0 1-56-16,-4-9-47 0,4 1-184 0,-3-2-473 15,-1-5 74-15,-3 0 66 0,0-3 62 16</inkml:trace>
  <inkml:trace contextRef="#ctx0" brushRef="#br0" timeOffset="-119433.79">22930 14016 824 0,'0'0'228'0,"3"-10"-21"16,4 3-25-16,-1-1-16 0,4 1-12 0,4 1-29 15,0-4 8-15,3 4-25 0,4-5-14 0,2 1-7 16,-2 2-10-16,3-3 2 0,0 3-12 0,-1-3-13 16,-1 1-6-16,2 1-2 0,-4 1 6 15,0-2-9-15,-2 6 65 0,1-3-8 0,-4-1-13 16,-2 2-18-16,-2-1 2 0,2 4 9 0,-3-2-21 15,-2 2 2-15,-1 1-10 0,2-3-5 0,-2 5-2 16,-7 0-6-16,14 0 3 0,-14 0 0 16,10 7-69-16,0 0 7 0,-3 0 1 0,0 3 2 15,3 1 5-15,-3 2 0 0,4-1 8 0,-5 3-13 16,1-1 8-16,0 0 10 0,0 1-7 16,0 2-9-16,-1-2-20 0,1-1-56 0,-1 0-26 15,-1 1-107-15,1 0-128 0,1-5-384 0,-3 4 48 16,2-7 118-16,2-1 34 0</inkml:trace>
  <inkml:trace contextRef="#ctx0" brushRef="#br0" timeOffset="-118700.36">23730 13928 558 0,'6'13'207'16,"-6"-5"-33"-16,0 1 0 0,2-2-33 0,-2 1-3 15,0 2-7-15,0-2-19 0,-2 0 1 16,2 1-21-16,-3-1 8 0,3-1 2 0,-3 1-25 0,3-2-3 16,-4-2-5-16,0 2 11 0,1-2-9 15,0 0-2-15,3-4-10 0,0 0-2 0,-10 0-11 16,10 0 15-16,-8-8-12 0,5 1 2 0,0-2 54 16,3-4-5-16,0 1-13 0,0-3-3 15,0-2-2-15,3 1-26 0,0-1 6 0,4 0-1 16,-3 1-15-16,3 1-7 0,2 3 2 0,2-1-3 15,-4 3-7-15,6 1-3 0,1 1-5 16,-2 6-3-16,1-3 6 0,0 5-11 0,4 3 11 16,-3-1-8-16,3 0 5 0,0 3-3 0,4 0-7 15,-5 2-5-15,5-1 5 0,0-2-6 0,-2 2 1 16,-1 1 2-16,0-5-10 0,2 5 13 0,-3-6-8 16,3-1 0-16,-2 2-7 0,-2-2 7 15,1-2 3-15,-3 2 2 0,0-4-13 0,4 0 11 16,-5-3-5-16,0-1-9 0,-5 4 4 15,2-5 10-15,-4 1-1 0,-2 0-7 0,-1 2 10 16,4-3-2-16,-5 3-5 0,-1 3 9 0,0-3-4 16,-1 6-3-16,0 0 3 0,0 0-11 0,0 0 6 15,-18 13 10-15,12-4-13 0,-1 1 7 16,-1 4-7-16,2-3-7 0,2 6 4 0,1-3 3 16,0 1-10-16,0-1 2 0,3 0-2 0,0-1 5 15,3 0 5-15,3-1-5 0,-3 0 0 0,1-3 0 16,4 0 7-16,-5-1-10 0,4-2 16 0,-1-2-8 15,1-4 0-15,-7 0 5 0,14 0 5 16,-7-4-15-16,2-2 5 0,-1-2-7 0,-1-2-11 16,1-5 5-16,-3 0 0 0,2-2-7 0,0-3-6 15,-3-3 3-15,2-2-8 0,-2 0 3 16,-1-7-3-16,0 3 1 0,0-9 9 0,-3 10-7 16,0-2 10-16,-3 1 5 0,3 3 11 0,0 1 12 15,-3 5 8-15,3 2 13 0,-3 1-16 16,3 6-5-16,-1-1 6 0,-2 8-6 0,0-1-2 15,3 5 4-15,0 0-1 0,0 0-4 0,-4 17 4 16,5-4-6-16,-1-1 7 0,3 3-1 0,0 6 7 16,1 0-6-16,2 4-6 0,2-2-6 15,2 4 2-15,0 4 6 0,4-4-6 0,-1 3 3 16,1-4-30-16,0 1-39 0,3-3-39 0,0-1-140 16,3-3-537-16,-3-3 25 0,4-2 97 0,-1-5 56 15,-6-2 59-15</inkml:trace>
  <inkml:trace contextRef="#ctx0" brushRef="#br0" timeOffset="-118465.79">25005 13433 883 0,'0'8'322'0,"-1"9"-20"0,-2 1-41 0,3 4-10 0,3 5-18 16,-2-1-36-16,-1 3-20 0,6 5-11 0,-1-2-17 16,-3 2-14-16,5 1-17 0,-3-2-18 0,-1 0-13 15,3 0-26-15,-5-7-48 0,2 0-90 16,0-5-171-16,-3 0-517 0,3-3 27 0,-3-3 145 16,-3-5 19-16</inkml:trace>
  <inkml:trace contextRef="#ctx0" brushRef="#br0" timeOffset="-117781.45">24871 13822 811 0,'1'-6'279'15,"2"2"-44"-15,0 0 60 0,4-3-32 0,3 2-22 16,4 0-26-16,-1-2-18 0,5 3-18 0,-2-3-25 16,5 0-16-16,0 0-10 0,6 1-18 15,-4-1-7-15,1 0-24 0,-2-1-5 0,2-1-15 16,-4 2-8-16,0-3-2 0,-3 2-3 0,-3-2-3 15,-1 1-2-15,-2-3-2 0,-1 2-19 0,-3-5 3 16,2 4-10-16,-4-4 2 0,-2 0 1 16,0-2 2-16,-3 2-11 0,1 5 14 0,-1-5-1 15,0 5 9-15,0 2-12 0,0-1 1 0,0 1-15 16,0 6 7-16,0 2 6 0,0 0-11 16,0 0 10-16,0 0-12 0,0 25 4 0,0-13 1 15,3 9 10-15,0-2 0 0,0-1-13 0,1 7 0 16,-1 0-8-16,2 0 16 0,-2-2 3 15,3 2 2-15,-2 0-21 0,-1-2 3 0,0-4 5 16,0-2 8-16,-2 1-5 0,2-4-3 0,1-3 2 16,-4 2-2-16,3-5 13 0,-2-2-10 0,-1-1-67 15,0-5 8-15,0 0-3 0,0 0 21 16,0 0-11-16,9-18 14 0,-8 8 4 0,2-2-5 16,3 2 16-16,-2 0-5 0,3 1-1 0,-3 0 11 15,-1 0 0-15,4 2-1 0,-4-1 6 16,3 3-5-16,-1 2 7 0,4 1-9 0,-2-1 1 15,-7 3 9-15,18 3-3 0,-5-2 10 0,-3 1-8 16,7 2 1-16,-6-1 12 0,6-1-15 0,0 2 2 16,-3-1 3-16,2-2 18 0,2-1-15 15,1 2 7-15,-4-2-10 0,2-2 10 0,-3 2-7 16,0-2 2-16,2-4 5 0,-1 1 3 0,-2-1-18 16,0 0 15-16,1-2-10 0,-4-2 8 15,1 1-1-15,-4 0-4 0,-1-3 5 0,-2 3-1 0,2 1-1 16,-3 3 11-16,-2-1-17 0,-1 0 8 15,0 6-3-15,0 0-5 0,-10-1 8 0,10 1-8 16,-13 8 8-16,2 0 4 0,1 1 4 0,0 4-3 16,2-1-11-16,2 1 6 0,2-1-11 15,1 4 1-15,0-1 12 0,3-3 0 0,3 3-15 16,0-3 8-16,0 1 7 0,4-1 23 16,1 0-38-16,0-4 5 0,0 2 8 0,-1-4-8 15,4-2 2-15,-1 1-7 0,0 0-18 0,1-2-18 16,2-1-25-16,-2-1-37 0,-1 2-45 0,3-1-62 15,-5 0-146-15,2-3-450 0,1 1 99 16,-6 0 55-16,-5 0 60 0</inkml:trace>
  <inkml:trace contextRef="#ctx0" brushRef="#br0" timeOffset="-116867.77">26806 13516 821 0,'-10'-2'261'0,"10"2"-33"0,-10 1-10 15,10-1-39-15,-14 7-13 0,7 1-7 0,3-1-18 16,-2 4-8-16,2-1-15 0,-3 5-3 0,4 1-13 15,3-4-10-15,-2 3-7 0,2 0-16 0,1-3-5 16,0 3-10-16,2 1-70 0,1 0 1 0,0-5-1 16,2 3-1-16,1-3 9 0,3 2 5 15,0-5 8-15,-1 0-10 0,-1-5 10 0,3 4 21 16,-1-6-18-16,3-1 2 0,-2 0-5 16,-1 0 0-16,0 0 11 0,-2-2-9 0,2-4 14 15,-4-1-24-15,1-1-12 0,-3-1-8 0,-4 1-13 16,0-3 3-16,-4-3 17 0,1-4-30 15,-1 3 0-15,-3 0 18 0,-2 1 10 0,1 0 5 16,-2-2 8-16,0 7 5 0,1-1 5 0,-1 1-2 16,-1 3 10-16,0-1-16 0,1 5 6 0,3 2-1 15,7 0 6-15,-17 2 0 0,10 3-1 0,0-2 9 16,4 4-6-16,0-3 0 0,3 0-7 16,0 5 12-16,3-4-5 0,0-1 3 0,4 3-16 15,3-2 11-15,1-1 5 0,2-3 5 0,1 1 5 16,6-2-21-16,1 0 9 0,3-2-14 15,0-2-10-15,3-2 11 0,-3-1-3 0,0 1 7 16,0-4-22-16,-4 0 22 0,1 0-2 0,-4-1 13 16,0-3-15-16,-3-1-16 0,-4 4-5 15,0-3 12-15,-2-1-1 0,-2 5-1 0,0 2 8 0,-2-1-16 16,1 1 13-16,-3 1-2 0,-2 7-3 16,3 0 21-16,-3 0-16 0,0 0 11 0,-3 25 12 15,3-5 1-15,-1 5 17 0,0 4-2 16,1 5-8-16,0 8-5 0,2 15-11 0,1-1 14 15,4-2-16-15,-3 4 18 0,2-4-5 0,-2-1 2 16,4-3-4-16,3 0-3 0,-6-9 4 16,1-7-19-16,1-1-47 0,4-3-115 0,-5-8-207 15,3 1-356-15,-1-8 69 0,-3-6 83 16</inkml:trace>
  <inkml:trace contextRef="#ctx0" brushRef="#br0" timeOffset="-116600.28">27131 13491 703 0,'13'-4'262'0,"-2"1"-24"16,-1 3-26-16,3 3-17 0,1 1-16 0,0 3-21 16,3 3-9-16,1 3-19 0,-2 0-7 0,0 4-20 15,-4 0-6-15,-2 2 3 0,2 2-11 0,-7-3-4 16,1-1-19-16,-5 4 16 0,-1-2-95 15,-4-1 42-15,-2 3-37 0,-2-2 28 0,-2-2 1 16,0 3-11-16,-4-2-5 0,1-2 3 16,0-2 7-16,2-3 1 0,0-1 55 0,-2-2-17 15,3-4-49-15,0 2-79 0,-1-6-159 0,4 0-496 16,1-3 43-16,-1-1 74 0,4-5 41 0</inkml:trace>
  <inkml:trace contextRef="#ctx0" brushRef="#br0" timeOffset="-116366.58">27503 13262 688 0,'0'14'207'0,"-3"1"-20"15,3 6-18-15,0 0-5 0,0 5-16 0,0 2-17 0,0 0-3 16,3-2-10-16,0 1-26 0,-2 1 3 15,5-2-6-15,-3-1-20 0,2 0 21 0,1-1-29 16,-2-4 6-16,-1 5-16 0,4-7-30 0,-1 1-55 16,-1-1-32-16,-2-5-83 0,0 0-137 15,1-2-372-15,-1-3 61 0,-3-1 39 0</inkml:trace>
  <inkml:trace contextRef="#ctx0" brushRef="#br0" timeOffset="-116066.96">27329 13615 941 0,'-4'-7'277'0,"4"7"-16"0,4-7-31 16,3 4-17-16,3-4-26 0,0 3-21 0,4-2-12 16,3-2-19-16,4 1-9 0,0-1-11 0,1 0-15 15,0-1-11-15,2 2-12 0,-3 3-5 0,-2 0-6 16,2 1-9-16,-1 2-4 0,-2 1-12 15,-1 3-7-15,3 2 1 0,-2 2-4 0,-2 3 8 16,2 1-4-16,-2 3-12 0,2 3 1 0,-5-1-1 16,1 0-80-16,-4 3 19 0,4-1-3 15,-7 0 15-15,3 2 1 0,0-1-1 0,-6-1 0 16,3-3-2-16,-4 1-33 0,3-2-31 0,-2-1-100 16,-4-1-144-16,3 0-408 0,-3-4 83 15,5-1 67-15,-5-4 59 0</inkml:trace>
  <inkml:trace contextRef="#ctx0" brushRef="#br0" timeOffset="-114950.08">27992 13608 685 0,'4'8'269'0,"-1"2"-23"15,0 1-18-15,1-1-21 0,3 1-20 0,-2-3-33 16,-3 4-3-16,1-1-16 0,3-3-14 16,-5 1-9-16,2 0-2 0,0-1-5 0,0-1-20 15,-2-3-42-15,3 3-7 0,-4-5 2 0,0-2-4 16,3 5-6-16,-3-5 0 0,0 0 0 16,0 0-10-16,4-14 3 0,-1 8-9 0,-3-6-1 15,3 2 12-15,2-5-8 0,-3 0-12 0,1-2 7 16,4 4 21-16,-3 0-29 0,3-4 8 15,-1 7-10-15,1 0 5 0,0 1-5 0,0 2 0 16,0 0-12-16,2 2 12 0,-1 3 10 0,-1 2-13 16,-7 0 26-16,20 6-23 0,-9-2-10 0,2 3 0 15,-2 1 15-15,-1 2-5 0,0-2-5 16,2 5 7-16,-4-2 6 0,-1-3-16 0,0 6 1 16,0-4 2-16,0-2 0 0,-4 2 7 0,3-2 11 15,-2-2 5-15,-1 0-5 0,-1-1 10 16,0 2 5-16,-2-6 13 0,4 5-18 0,-4-6 7 15,0 0-19-15,0 0 14 0,0 0-17 0,0 0 15 16,0 0-8-16,-11-16 6 0,11 6-6 16,-3-3-5-16,3 1 6 0,0-4-11 0,3-2-2 15,2-1 4-15,-3 2 1 0,2 0 5 0,2 1-8 16,-2 3-10-16,2-1 7 0,-2 3 3 0,2-1-2 16,-1 3-3-16,3 5-10 0,-3-3 2 15,1 5 5-15,-6 2-2 0,12 0 13 0,-12 0-8 16,13 7-3-16,-4-2-2 0,-1 3 3 0,-4 2-3 15,6-3 7-15,-4 6-12 0,1-1 13 16,3-2-11-16,-3 3 10 0,0-3 4 0,0 4-12 16,5-3 14-16,-7-1-5 0,5-3-14 0,-2 1 11 15,1 2-5-15,-2-3 5 0,0-1-2 0,4-4 17 16,-1 4-10-16,-4-2 5 0,5-4-12 0,-4 0 4 16,-7 0 4-16,20-4-1 0,-9-2 2 15,-2 2-12-15,-2-3 0 0,4-2 18 0,-4-4-11 16,2 2-7-16,-5-3 0 0,5 2 10 0,-4-1-5 15,-2 1-2-15,1-1 2 0,-1 3 5 16,2 1-3-16,-4 0 6 0,0 1 0 0,2 1 5 16,-3 0-16-16,0 4 13 0,0 3-12 0,0 0 2 15,0 0-8-15,0 0 11 0,0 0 2 16,0 0-5-16,-3 21 2 0,2-10-7 0,1-1 10 16,1 1-2-16,-1 2-13 0,0-1 15 0,3 1-5 15,1-1 0-15,0-2 0 0,-1 5-3 0,3-5 3 16,1 5-5-16,-1-7 10 0,4 2-10 15,-5-2 3-15,5-1 7 0,0 1 2 0,-1-2 6 16,1-3-13-16,-2 1 3 0,6-2-8 0,-4-2 10 16,1 0 5-16,-1-6-13 0,0 4 1 15,1-3-8-15,-4-5 2 0,3 2 0 0,0-2 1 16,-3-5 4-16,0 3-10 0,-1-3-5 0,-2-1 0 16,2 1 11-16,-2-2 2 0,-3 6-6 15,2-3 34-15,-3 4-5 0,0 1-10 0,3 0 2 16,-3 2-10-16,0 0 13 0,0 7-13 0,0-2 8 15,0 2-6-15,0 0-4 0,0 0 7 0,-7 12-3 16,7-5 9-16,0 1-11 0,-1 2 5 16,2 1 5-16,0-1-15 0,-1 1 2 0,3-1 1 15,0 3 2-15,1-3 0 0,2 0 0 0,-1 1-11 16,0-1-24-16,3-1-45 0,2 0-63 16,0-1-108-16,2 0-363 0,-1-2-98 0,0-2 65 15,3-4 58-15</inkml:trace>
  <inkml:trace contextRef="#ctx0" brushRef="#br0" timeOffset="-114400.75">29202 13626 624 0,'6'15'261'0,"-1"0"-23"0,-5-5-15 0,5 2-18 15,-4-3-26-15,0 0-13 0,-1-4-22 0,3 2-9 16,-3 0-7-16,0-1 21 0,0-1-75 0,3-1 16 16,-3-4-9-16,0 0 9 0,0 0-13 15,0 0-16-15,0 0 11 0,0 0-11 0,0-15-2 16,3 5-23-16,-2-4 2 0,2 4-7 16,0-5-3-16,1 0 8 0,0 1-13 0,4 0 8 15,-3 0-8-15,0 5 0 0,-3-1-13 0,4 1-2 16,-1 3 12-16,1-1-12 0,-2 5 0 0,2 2-6 15,-6 0-2-15,0 0 8 0,24 7-13 0,-17 0 15 16,0 0-5-16,3 3 5 0,-3 1-20 16,3-3 10-16,-4 6 0 0,-1-4 8 0,3 0-8 15,-6-2 0-15,4 2-5 0,-3 0 7 0,1-4 3 16,-1 1-7-16,1 1 12 0,-3-1 18 16,2-4-20-16,-3 3 25 0,0-6 57 0,0 0-13 15,0 0-6-15,0 0-2 0,0 0-15 0,7-14 5 16,-4 4 0-16,-3 0-31 0,0-5 5 15,3-3 11-15,0 0-13 0,0-6-8 0,-2 1-13 16,8-2 5-16,-4 4-7 0,1 0 12 0,-2 3-12 16,3 3 2-16,-4-2-2 0,6 6-3 15,-4-1-2-15,1 3-11 0,1 5 5 0,-3 0-7 16,6 3 13-16,-10 1-1 0,14 1 6 0,-4 6-3 16,0-1-13-16,0 3 8 0,-3 1 0 0,4 3 5 15,-4-1-2-15,2 3-3 0,-1-1 5 16,2 2 0-16,-3-3-56 0,1 4-69 0,-2-2-149 15,0 3-563-15,1-3 67 0,-3-5 76 0,-1 2 67 16,3-6 54-16</inkml:trace>
  <inkml:trace contextRef="#ctx0" brushRef="#br0" timeOffset="-113316.79">30185 13251 755 0,'0'0'217'16,"0"0"-15"-16,11 13-22 0,-6-4 9 0,-2 1-33 15,4 7-25-15,1-1-11 0,1 2-10 0,-2 6-2 16,0-1-11-16,3-1-8 0,2 1-9 16,-2 2-16-16,0-1 7 0,-1-3-12 0,4-1-2 15,-1 1-4-15,0-2 6 0,-2-3-25 16,3 1 4-16,-3-5-7 0,-5-1-6 0,2-2 8 15,4-4-4-15,-8 2-11 0,5-6 5 0,-6 2-5 16,-2-3 2-16,0 0-7 0,6-9-3 0,-6 2 5 16,-3-5 3-16,3 0-2 0,-3-4-11 15,1-3 8-15,-3 0-8 0,2 2 10 0,0-1 13 16,3 1-7-16,0 2-8 0,0 3-8 0,3-2-13 16,0 1 16-16,3 1-1 0,1-1 1 15,4 2-11-15,3 1-4 0,0 2 9 0,6 0-4 16,3-1 7-16,-1 1-15 0,5 5 12 0,1-4 16 15,-2 0-26-15,3 7 8 0,-3-4 0 0,-2 0 3 16,-3 2-13-16,-1 1-11 0,-3-2 6 16,-4 3-8-16,1 0 15 0,-5 4-10 0,-4-2 21 15,0 2-11-15,-4 0 3 0,-1 3 15 16,-3 3-15-16,-3-2 18 0,-1 6-8 0,-4-3 0 16,1 6 0-16,3-4 0 0,-4 5-12 0,1-4 12 0,1-1-10 15,2 4 18-15,0-4-13 0,5-1 2 16,-3 2-4-16,2-3-9 0,2-1 29 0,1 0-15 15,1-1-13-15,2 0 17 0,2-4-12 0,1 2 8 16,3-3 2-16,0 0 5 0,-1-4 3 16,0 0-5-16,5 0-3 0,-3-2 0 0,1-4 13 15,2-2-16-15,-3-1 11 0,4-2-10 16,-2-3 2-16,0-1-5 0,-2-3 5 0,-3 3-8 16,1 3 13-16,2-3-4 0,-4 5 9 0,-2-3-20 15,2 7 15-15,0-1-2 0,-4 2-18 16,1 2 17-16,-3 3 1 0,0 0-13 0,0 0 12 0,0 0-1 15,5 11-4-15,-4-3 8 0,0 2-2 16,-1-2-16-16,3 5 11 0,2-2 7 0,-3-3-10 16,4 4 3-16,-1-1-6 0,1-3 3 15,1 1 18-15,2 0-15 0,-1-3 12 0,-1-1-10 16,3 2-13-16,0-3 6 0,1 0-31 0,-1-4-21 16,4 2-49-16,-4-2-40 0,0-2-64 0,0 2-180 15,0-4-332-15,0-2 74 0,-3-2 51 16</inkml:trace>
  <inkml:trace contextRef="#ctx0" brushRef="#br0" timeOffset="-112749.95">31089 13062 854 0,'-3'21'272'0,"3"4"-103"0,0 0-3 16,0-3-15-16,3 3-15 0,1 3-11 0,-1-2-2 15,1 6-15-15,4 3-24 0,-6-3 8 16,7 0 0-16,-1-1-25 0,-1-2-1 0,1-4 1 16,-3-2-11-16,3-3-2 0,2 1-10 0,-4-5-3 15,1-5-1-15,3 4 4 0,0-5-8 0,-1-4-11 16,0-2 1-16,-2-4-21 0,3 0-2 16,0-3-14-16,1-4-6 0,-2-3 4 0,1-5-26 15,-2 2 21-15,2-7-10 0,-3-1 10 0,-1 0-5 16,5 1 8-16,-6 0 18 0,0 3 22 15,0 1-2-15,-3 4-2 0,1-1-1 0,1 4-5 16,-2 5 3-16,-1 0-5 0,-1 4 8 0,0 0-14 16,0 0 1-16,0 0 0 0,0 0 2 15,0 0-2-15,-10 15 10 0,10-6-18 0,0-1 20 16,0 0-10-16,0 2 0 0,0-3 6 0,0 1-8 16,0 2 4-16,3-3-17 0,3 1 26 0,-4 2-11 15,1-3 3-15,3 0-13 0,-2-1 20 16,2-2-15-16,-2-1 0 0,6-1-7 0,-3-1-1 15,-7-1-9-15,14-1-4 0,-4-3 1 0,-3 0-1 16,3-2-9-16,-2-2 12 0,-2-2-25 0,1-1 22 16,3-1-25-16,-3-4 21 0,-3 3-1 15,2 0 16-15,-2 1 10 0,-1-1 13 0,0 5 13 16,1-2-13-16,-1 1-5 0,-3 3-3 0,4-1 3 16,-4 5 5-16,0 2-3 0,0 0-5 0,0 0 3 15,0 0-3-15,0 0 3 0,-4 17 0 16,4-9 7-16,0 1-7 0,0-1 5 0,0 5 5 15,4-1-15-15,-4-2-3 0,3 5-10 0,0-2-36 16,-2-1-38-16,5 1-96 0,-2-1-121 16,4-2-447-16,-2 5 98 0,1-7 59 0,-1-2 54 15</inkml:trace>
  <inkml:trace contextRef="#ctx0" brushRef="#br0" timeOffset="-112467.65">31855 13341 642 0,'10'-15'279'0,"-6"4"-23"0,2-3-21 16,-2 4-22-16,-1 0-100 0,3 0 4 0,-5-2-19 15,3 5 30-15,-4 1-18 0,0 0-23 0,0-1-3 16,0 7-5-16,-4-6-12 0,4 6-6 16,0 0-4-16,-23 7-9 0,12 2 4 0,0 3-6 15,-2-1 0-15,-1 3 10 0,1 2-7 0,-1 2-14 16,4-1 12-16,5 2-4 0,-4-1-12 15,2 1-8-15,4-1 8 0,2-1-6 0,2 0-4 16,-1-1 4-16,3-3 14 0,4 2-9 0,2 0-2 16,-4-5 3-16,8 3-8 0,1-3 5 15,-1-1-15-15,2-2-18 0,3-1-36 0,-2-1-43 16,2-1-75-16,-2-1-151 0,-1-2-440 0,1-1 95 16,3-1 46-16,-4 0 51 0</inkml:trace>
  <inkml:trace contextRef="#ctx0" brushRef="#br0" timeOffset="-111767.24">32475 13281 972 0,'-2'6'272'0,"-1"-2"-19"0,0 5-23 15,3-1-27-15,0 0-6 0,3 2-36 0,-3-3-13 0,7 1-12 16,-3 2-3-16,2-2-13 0,1 1-15 16,0-1-33-16,3-1 25 0,0-1-17 0,-1-4-4 15,2 3-6-15,-3-3-4 0,2 0-4 0,-3-2-11 16,-7 0-3-16,17-7-4 0,-10 5-3 16,-1-6-3-16,-1 1-12 0,-2-3 5 0,0 0-19 15,-1-5 1-15,-4 4-74 0,-1-7 4 0,-1 2 6 16,-6 0 13-16,3 1-6 0,-1 1 3 15,-5 0 8-15,0 3 0 0,3 1 20 0,-4 0-15 16,1 4 5-16,-1-1 15 0,4 5 3 0,-1 2 2 16,0 0-12-16,-1 0 7 0,5 6 11 0,1-1-6 15,1 1-9-15,2 1 1 0,2 0 11 16,0 1 5-16,2-1 1 0,0-1-12 0,7 2 24 0,-2-1-10 16,4 1-5-16,0-2 17 0,4-2-7 15,3 3 2-15,0-6-12 0,0 4-1 0,3-3 3 16,-6-2 6-16,6 0-9 0,-2-2 1 15,2-3 2-15,0 2-8 0,-2-3 11 0,-1-3-13 16,3-1 2-16,-3-3-12 0,0 1 0 0,-3-3-3 16,0 0-5-16,-4-3 7 0,-3 0 4 15,3-1-9-15,-6 0 6 0,-4 0-1 0,0 2-7 16,0-2 16-16,-3-1-9 0,-5 5-9 0,4 0 9 16,-5 1-4-16,-1 2 7 0,-1 0 0 0,1 5-7 15,-3 3 27-15,2 3-9 0,-2 1 2 0,2 4 5 16,1 3 3-16,0 1-1 0,-4 9 11 15,7 1 13-15,-3 7-10 0,4 0-4 0,3 7 4 16,-2 0 5-16,2 4-16 0,3 0 18 0,0 3 3 16,0 1-11-16,3 10 6 0,4 0 12 0,-3-7-2 15,-1-5-16-15,4 11 1 0,-1-8-3 16,1-5 15-16,0-1-12 0,-3-2-1 0,3 2 3 16,-4-8-5-16,3 0-8 0,-2-2 3 0,0-4 0 15,-1 0 7-15,0-3-7 0,-2-2-10 16,2-4 4-16,-3 3-7 0,3-7-7 0,-3 6-4 15,2-5-19-15,-2-1-24 0,-2 0-64 0,-1-5-156 16,0 5-509-16,1-8 79 0,-3 5 54 16,5-5 64-16</inkml:trace>
  <inkml:trace contextRef="#ctx0" brushRef="#br0" timeOffset="-111584.72">32619 13847 744 0,'1'-7'302'0,"0"0"-7"16,2-3-11-16,4 2 41 0,-3-2-38 0,5 1-21 15,0-4-20-15,3 3-16 0,-1-1-28 0,6 0-20 16,0-1-16-16,5-1 8 0,-2 3-28 16,-1-3-18-16,2 1-7 0,-1 4-9 0,1-1-15 15,1 1-35-15,-7 0-52 0,3 1-92 0,-5 3-217 16,4-2-569-16,-5 4 77 0,-7-4 102 0,2 1 67 16,-7-1 49-16</inkml:trace>
  <inkml:trace contextRef="#ctx0" brushRef="#br0" timeOffset="-109917.93">14916 15340 760 0,'0'0'230'15,"0"0"-20"-15,-13 8-26 0,6-1-30 0,0 1-16 16,0 3-10-16,1 2 0 0,-1 1 3 0,3 1-32 16,1 2-4-16,-1-1-10 0,1 1-24 0,3 0-2 15,0-1-5-15,3 0-1 0,1-1-1 16,3 0-4-16,-1-2-7 0,1 2 0 0,4-5-13 16,-1-2 8-16,0 5-8 0,4-6 3 0,-1-2-5 15,1 2-1-15,0-7-4 0,-1 1 2 0,4-2 2 16,1-2-7-16,-2-2 8 0,-1-4-16 15,4-2 5-15,-4-2-4 0,1-3 4 0,-1-1 8 16,-5-1-23-16,0-2 8 0,0-3-13 16,-6 0-8-16,-1-2 5 0,-3 0-15 0,0 0 8 15,-3 1 5-15,-4-1 7 0,0 7-2 0,0-4 5 16,-3 4 5-16,-1 5-8 0,1 1 9 16,0 0-4-16,-4 0 8 0,-2 8-7 0,1 0 5 15,-1 2-6-15,1 2 3 0,-1 2-5 0,-5 3-5 16,4-2-5-16,0 4 10 0,0 1-3 0,6 1 11 15,-2-1-18-15,2-1 7 0,2 1 6 16,2-1-6-16,0 1-4 0,3 0-1 0,1-4 3 16,-1 4 5-16,4-1 71 0,0-1-9 0,3-2-3 15,-2 3 5-15,6-1-13 0,0-1-2 16,3 0-11-16,0 0-5 0,4-1 3 0,2 1-5 16,2-2 2-16,-1 0-18 0,3 4-4 0,1-4-52 15,3 2-67-15,0 0-68 0,0 3-242 0,0-1-342 16,0-2 82-16,0 5 76 0,-4-3 31 15</inkml:trace>
  <inkml:trace contextRef="#ctx0" brushRef="#br0" timeOffset="-109533.39">15442 15721 609 0,'0'8'174'0,"-3"0"-16"0,3 1-14 16,-3 1-14-16,3-1 1 0,0 0-13 15,0 0-29-15,3-1 1 0,-3 2-11 0,3-3-15 16,-2 1 80-16,3-1-14 0,-1 0-17 0,1-1 2 16,2-1-10-16,-3-1-10 0,1-1-8 0,6-2 0 15,-3 1-16-15,-7-2 3 0,13-2-94 0,-6 1 17 16,4-5 11-16,-4 1-10 0,2-1-19 15,-1-2 31-15,-1-3-7 0,-1 0 25 0,-2-4-25 16,2 0 2-16,-3-1-16 0,2-2 14 16,-5 4 7-16,-4-3 3 0,3 1-13 0,-2-1 28 15,0 0-5-15,0 2 5 0,-4 4-10 0,1-3 8 16,2 6-3-16,-4-1-13 0,2 1 8 0,-1 0-3 16,0 4-4-16,0 1-11 0,0 0 2 0,1 3 3 15,6 0-2-15,0 0-8 0,-14 3-8 16,10 1-23-16,4-4-18 0,0 8-33 0,4-1-20 15,0-1-72-15,2-1-90 0,4 2-432 0,4 0 81 16,-3-1 52-16</inkml:trace>
  <inkml:trace contextRef="#ctx0" brushRef="#br0" timeOffset="-109051.36">16362 15266 1090 0,'0'0'315'0,"-13"0"-46"0,13 0-19 0,-14 5-24 15,4 0-32-15,0 2-10 0,3 1-17 16,-4 6-6-16,1-3-20 0,4 3-13 0,-2 1-26 15,2-2 1-15,-1 3-6 0,4 0-15 0,2-5-13 16,-2 4-10-16,3-2 0 0,3-2 0 16,-2 0-6-16,2 0-1 0,4-2-12 0,-1 0-6 15,2-3 2-15,-1-1-8 0,2 0-15 0,5-2 4 16,-4-1 4-16,0-2-11 0,4-2-5 16,-4-1 3-16,0-2 2 0,1 0 3 0,-4-1-16 15,3-3 14-15,-2-1-4 0,-2 0-4 0,-2 0 2 16,2 2 3-16,-2-1-8 0,-1 1 13 15,0 5 4-15,1-2 1 0,-1-2-5 0,-2 4-8 0,-1 3 6 16,3-7-1-16,-3 7-10 0,0 0 7 16,0 0-4-16,0 0 2 0,3 17 3 0,0-12-6 15,-2 2 3-15,2-1 6 0,0 1-6 16,0 1 5-16,5 2-7 0,-4-3-6 0,2 1-7 16,1 0-16-16,2 1-45 0,-1-4-65 0,2 2-36 15,0-3-125-15,4 1-470 0,0-1 11 16,3-4 104-16,-4 0 35 0,1 0 49 0</inkml:trace>
  <inkml:trace contextRef="#ctx0" brushRef="#br0" timeOffset="-108317.74">16745 15508 529 0,'-3'7'169'0,"3"1"-13"0,0-1-12 16,0 0-6-16,0-3-7 0,0 4 4 15,0-2 98-15,0-6-8 0,0 0-89 0,0 6-11 16,0-6-7-16,0 0-18 0,0 0-13 0,0 0-2 16,10-20-14-16,-10 9-12 0,4-3 3 0,-1-1-11 15,3 0-10-15,-1-5 5 0,-2 3-5 0,4-3 0 16,-4 2-11-16,3 2 6 0,-2 0-13 16,-1 3 0-16,2 2-25 0,-2 2 9 0,3 1 6 15,-2 3 0-15,2 1-5 0,1 1 4 16,-7 3 6-16,14 5-5 0,-4 0 3 0,1 0-9 15,2 3-7-15,0 1 5 0,-1-1 0 0,4 5 13 16,2-2-12-16,1 0 4 0,-1-1-18 0,0 0 18 16,1-5 1-16,-1 2-19 0,3-2-5 15,-2-2 0-15,2-3-23 0,-1 0 6 0,1 0-29 16,-3-3-13-16,2-2 18 0,3-2-10 0,-5-3 26 16,2 2-5-16,-2-4 9 0,-2 2 6 15,-2 0 10-15,-4-1 34 0,1 0-9 0,-1-2 3 16,-3 5 11-16,-1-2-6 0,-1 0 6 0,1 2 15 15,-6 1-11-15,3-3 1 0,-6 5-1 16,0-4 4-16,0 5 1 0,-2-1-4 0,-1 2 10 16,2-1-13-16,-5 4-13 0,9 0 13 0,-18 0 0 15,5 4-2-15,2 0-1 0,-3 3 0 0,0 1 14 16,-5 2-16-16,4 4 64 0,2-3-3 0,0 6 5 16,2-4-12-16,1-1-13 0,6 3-3 15,-3-2-10-15,4-1 8 0,3-2-3 0,0 3-17 16,3-3 4-16,1 0-2 0,0-3 5 0,2 1-8 15,1-2 3-15,0-2-11 0,6-4-9 16,-6 4 2-16,3-4 2 0,4-4-4 0,-4 3-1 16,0-6-2-16,1 0-16 0,-1-3 6 15,0-1 10-15,-2-3-8 0,-2-1-10 0,1 1 2 16,-4-3-25-16,0-4-11 0,-2 1 4 0,2-5-19 16,-6-3-2-16,2 0-6 0,-2-4 3 15,-3-1 5-15,2 8-2 0,-2 0 28 0,2 0 10 0,-3 5 10 16,0 3 8-16,1 1 0 0,2 2 11 15,-2 3-6-15,1 2-10 0,2 1 5 0,-1 3 15 16,-2 5-5-16,6 0 0 0,0 0 6 0,0 0 2 16,-7 15-11-16,8-5 24 0,2 3-16 15,0 0-2-15,4 4-5 0,-1 2 10 0,2 1 0 16,-1-2-5-16,3 7-6 0,3-4 4 0,-3-1 1 16,1 5-17-16,3 0-56 0,-4-3-80 15,4-2-568-15,-4 1-67 0,0-2 103 0,0-5 51 16,-3-1 64-16</inkml:trace>
  <inkml:trace contextRef="#ctx0" brushRef="#br0" timeOffset="-107534.72">18232 15091 647 0,'-13'0'236'0,"13"0"-37"16,-17 10-2-16,13-3-20 0,-6 1-21 0,3 6-15 16,0 1-16-16,0-2-12 0,1 5 2 0,3 2 0 15,-2-1-25-15,2-1-18 0,3 3 2 0,0-2-5 16,0-1-13-16,7-1-2 0,-3 1 0 0,2-3 12 16,-2 2-20-16,6-2-2 0,1-5-6 15,-1 3-2-15,0-3 8 0,4-3-21 0,-1 0 15 16,1-4-5-16,0-2 1 0,0-1-6 0,2-1 8 15,-2-6-3-15,0 3-13 0,-1-4 9 16,1-5-17-16,2 2 1 0,-4-6 10 0,-2 0-10 16,-4-3-11-16,2 0 6 0,-5-3 2 15,0-2-4-15,-6 0-12 0,0 0-1 0,-2-7 9 16,-4 4-17-16,-1 0 30 0,3 4-20 0,-4 2 3 16,1 2 2-16,-4 0 25 0,1 7-17 0,3 0-6 15,-4 3-4-15,0 3-13 0,-3 3 15 16,4 0 0-16,-2 5-11 0,2 3 37 0,-1-1-29 15,1 5-2-15,-1 1 0 0,3-1 0 0,2 6 10 16,-1-3 0-16,2 2 8 0,4-1-10 0,1 1 4 16,0-2-4-16,3 0 10 0,0 0-8 15,3 0-3-15,0-1 9 0,1-2 65 0,4 2-12 16,2-2-7-16,3 3-4 0,1-5 1 16,2 1-3-16,2 0-12 0,-1-1-1 0,0-1 3 15,1 2-20-15,2-2-29 0,0-2-51 0,1 4-41 16,-1 0-71-16,-2-4-149 0,6 5-476 0,-5-3 97 15,-1 0 44-15,-2-1 81 0</inkml:trace>
  <inkml:trace contextRef="#ctx0" brushRef="#br0" timeOffset="-107217.95">18657 15251 742 0,'0'7'253'15,"3"1"-28"-15,0 7-10 0,0 0-30 16,1 2-1-16,2 3-2 0,2 5-26 0,-1 0-20 16,3 5-16-16,0-2 5 0,0 2-12 15,0-2-11-15,1-1 6 0,-1 1-29 0,-3-1 3 16,3-4 0-16,0-3-8 0,-3 1-7 0,0-3-1 16,-1-1-7-16,2-6 3 0,-5 4-1 15,1-5-15-15,2 0 28 0,-3-3 47 0,1 1 14 0,-1-1-7 16,2 0-25-16,-5-1 20 0,3-1-26 15,0-1 5-15,0 0-17 0,-3 1-8 0,0-5-1 16,4 7-24-16,-4-3-29 0,0-4-8 0,0 6-82 16,0-6-30-16,3 8-33 0,-6-4-98 15,3 1-643-15,0 2 55 0,-3-1 107 0,2-1 56 16,1-5 52-16,-9 5 50 0</inkml:trace>
  <inkml:trace contextRef="#ctx0" brushRef="#br0" timeOffset="-104551.39">19713 15054 465 0,'0'0'159'0,"-4"-8"7"15,4 8-27-15,0-6 81 0,0 6-13 0,-3-7-10 16,3 7-23-16,0-4-20 0,0 4-8 16,0 0-16-16,0 0-7 0,0 0 3 0,0 0-9 15,0 0-17-15,-10 16-3 0,10-10 3 0,-4 5-15 16,3 1-8-16,1-2-11 0,0 4-4 15,-3-3-11-15,3 4-3 0,3-2 1 0,-2 1-3 0,-1-2 5 16,4-1-10-16,-4-1 0 0,3 4-20 16,1-4-65-16,-1-2 8 0,3 2 0 0,-2-2 6 15,2 3 2-15,2-2 5 0,-2-5-6 16,1 4 1-16,0-3 5 0,0-2 16 0,0-1 4 16,0 1-7-16,-7-3 2 0,13 0-5 0,-13 0 16 15,18-6-6-15,-12-1 3 0,1 4 0 16,3-2 0-16,-3-2 0 0,0 1-5 0,0 1 5 15,0-2 8-15,-4 5-11 0,1-3 11 16,-1 2 10-16,-3 3-28 0,7-7 2 0,-4 7-7 0,-3 0-1 16,0 0 6-16,0 0 7 0,11 7-4 15,-8-4 7-15,-3 4 0 0,4 0-5 0,-4 1-3 16,6 0 82-16,-3 2-10 0,1-2 0 0,3 1-15 16,0 3-13-16,3-3 2 0,0-1-10 15,1 1 0-15,2-1 3 0,4-4-5 0,-3 3 2 16,3-6 3-16,3 6-8 0,-2-6-3 0,-1-1-2 15,0-1-5-15,4 1 7 0,-5-7 3 16,2 6-10-16,-2-6-3 0,-2 3 1 0,-4-2 1 16,0-2 1-16,-2-1-8 0,-5 1-2 0,1-4-6 15,-4-1 3-15,-1-2-7 0,-2 3 14 0,-3-4-9 16,-2 2 2-16,1-1 7 0,-3 2-7 16,1 1 13-16,-2 2-10 0,0 2 7 0,-3 1 5 15,5 1-12-15,-2 1-8 0,0 2 7 0,-1-1 14 16,5 4-14-16,0 0-7 0,7 0-8 0,-14 0 6 15,14 0 2-15,-7 1 2 0,7-1 0 16,0 0 9-16,3 7-6 0,-3-7 5 0,0 0-3 16,11 7-7-16,0-6 0 0,-2-1 13 0,4-1-3 15,2 1 0-15,-2-2-15 0,4 1 10 16,0-3-3-16,1 0 1 0,-2 0-9 0,2 1 1 16,2-3-5-16,-6-2 12 0,3 1 13 0,-3 2-12 15,0-3-1-15,-1-1-4 0,-3-2-1 0,-2 1 8 16,2 2-10-16,-4-2 2 0,-2 2-2 0,2 1 10 15,-2-2 0-15,0 1 5 0,-1 5-13 16,0-2 16-16,-3 5 0 0,0 0-6 0,0 0 6 16,0 0-1-16,4 14-4 0,-4-3 2 15,0-3 0-15,0 7-2 0,3-5-1 0,-3 7 3 16,3-2-2-16,0 3 2 0,2-1 0 0,-2-2-7 16,1 3 2-16,2-1 0 0,0-2-11 15,-2 0-55-15,4 1-75 0,-2-4-138 0,1 1-486 16,3-4 28-16,-4 1 89 0,2-7 62 0,-2 1 51 15</inkml:trace>
  <inkml:trace contextRef="#ctx0" brushRef="#br0" timeOffset="-103918.89">20246 14747 716 0,'-4'-6'233'0,"4"6"-31"0,0 0-25 0,0 0-8 0,0 0-13 15,0 0-13-15,0 0-4 0,-3 17-19 16,3-3-18-16,0-2 3 0,3 8-2 0,0-1-6 16,2 5-23-16,-2 3 13 0,4 4-18 0,2 1 0 15,-2 1-20-15,4 1-23 0,2 7-49 0,-3-5-41 16,4-9-144-16,0 16-483 0,0-11 28 15,-4-3 80-15,4-3 37 0</inkml:trace>
  <inkml:trace contextRef="#ctx0" brushRef="#br0" timeOffset="-103551.47">20537 15198 430 0,'6'-15'174'0,"1"5"-13"0,1 2 5 0,-2-1-28 15,0 1-12-15,1 1-19 0,0 0-12 0,1 3 10 16,-2-2-13-16,1 2-5 0,2 0-10 15,-1 3 66-15,-1-2-17 0,-7 3-6 0,16 1-12 16,-5 2-1-16,-1 3-7 0,0 1-8 16,1-2-13-16,-1 7-2 0,0 0-92 0,1 0 12 15,-4 1-4-15,3 2-6 0,0 3 10 0,0-1 11 16,0 1-11-16,-3 2 14 0,4-1 19 0,-2-1-32 16,-2 0-24-16,1-3-17 0,2-1-6 15,-3-3-61-15,2 3-56 0,-1-6-83 0,-1 0-411 16,-1-3 69-16,-2 0 33 0</inkml:trace>
  <inkml:trace contextRef="#ctx0" brushRef="#br0" timeOffset="-103418.64">20807 14972 476 0,'3'8'-128'0</inkml:trace>
  <inkml:trace contextRef="#ctx0" brushRef="#br0" timeOffset="-102751.55">21223 15031 778 0,'0'0'312'16,"-13"2"-20"-16,6 3-34 0,0 2-35 15,-3-1-87-15,3 5-14 0,0-2-22 0,0 3 13 16,1-4-26-16,2 9 10 0,1-5-17 0,0 1-14 16,3-1-2-16,0 1-18 0,0-1-7 0,3 1 9 15,3-5-2-15,-2 6-18 0,6-3 11 0,-2-3-8 16,5 1-3-16,1-2 0 0,2-2 0 15,2-2-5-15,-2-3 0 0,2 0-10 0,2 0-8 16,-2-7-2-16,2 4-3 0,0-2-16 0,-2-5-17 16,2-1-21-16,-3 0-17 0,-3-6-27 15,-1 3-25-15,-3-5 6 0,-2-1-11 0,-2-3-16 16,-5-2 4-16,2-2 42 0,-3 0 1 16,0-3 33-16,-3 4 13 0,-1-2 25 0,-3 3 36 15,3 0 47-15,-2 3 20 0,3 5 12 0,-4-1-15 16,4 3-12-16,-1 6-11 0,-3 0 0 0,3 3-2 15,1 4-1-15,3 2-1 0,0 0-9 16,-7 11 3-16,7-3 13 0,0 7-16 0,0 1 3 16,1 3-21-16,2 2 4 0,0 0 6 0,0 4-9 15,4 0-6-15,-3 0 8 0,0 0 0 0,2-2 0 16,1 0-5-16,-4-5 5 0,0 0-13 16,1 0 6-16,0-5-14 0,2-1 9 0,-5 0 17 15,2-2 0-15,0-3 3 0,1-3-8 0,-1 0 0 16,-3-4 18-16,0 0-23 0,0 0-6 15,11-12-4-15,-5 3 10 0,-2 0-10 0,-1-2 15 16,4-3-23-16,-1 0 10 0,-1 4 3 0,1 2-8 16,-2-2 5-16,2 2-18 0,0 1-4 0,-2 4 12 15,4-1 0-15,-2 4-3 0,-6 0 8 16,14 4-15-16,-4-1 5 0,-3 4 15 0,3-2-7 16,1 1-3-16,-1 1 2 0,3 1-4 0,1 2 7 15,-1-3-13-15,-2 1 11 0,2-1 2 16,-2 0-5-16,0-3 10 0,-2 3-8 0,1-2-2 15,1-2 0-15,-1 2 0 0,0-1-17 0,-2-4-19 16,-2 4-36-16,1-1-66 0,0-2-105 0,-1-1-497 16,2 4 67-16,-2-3 43 0,-6-1 64 0</inkml:trace>
  <inkml:trace contextRef="#ctx0" brushRef="#br0" timeOffset="-102151.36">22464 14880 611 0,'0'0'264'16,"0"0"-26"-16,0 24-18 0,0-13-23 0,0 0-30 16,4 3 2-16,-4 0-29 0,3-2-9 15,-2 5-8-15,2 1-18 0,0-3-3 0,1 2-12 0,-1-3-3 16,0 1-21-16,1-1-73 0,-1 1 4 15,1-1-30-15,-1-3-62 0,-2 2-97 0,2-1-420 16,0-2-33-16,3-3 87 0,-5 1 28 16</inkml:trace>
  <inkml:trace contextRef="#ctx0" brushRef="#br0" timeOffset="-100768.45">22485 15241 837 0,'0'0'240'0,"0"0"-43"0,18-12 57 16,-12 6-24-16,1-1-7 0,3 3-29 0,0-2-20 15,0-1-15-15,0-1-23 0,1 0-3 0,-1-2-8 16,0-1-12-16,-2 0-13 0,1 0-11 0,-2 0-4 16,-3-3-9-16,3 0-4 0,-3 1-8 15,-1 1 5-15,0 2-2 0,2-1-11 0,-3 2-7 16,1 0-8-16,-3 3-8 0,0-1-7 0,3 3-3 16,-3 4-5-16,3-4 7 0,-3 4-7 15,0 0 3-15,0 0-4 0,0 0-1 0,5 17-11 16,-2-9 13-16,1 0-3 0,-1 1 1 0,0-1 4 15,1 2-5-15,-1-3-7 0,3 1 0 16,-1 2-8-16,1-3 5 0,-2 1 0 0,2-1-2 16,1 0 9-16,4-3-7 0,-2 3 3 0,1-2 2 15,1-3-7-15,0 1 0 0,1 0 4 16,0-2-4-16,-2-1-3 0,4 0 0 0,-4-4 5 16,3 4-3-16,-2-4 1 0,-1-2-8 0,0 2 2 15,0-2 11-15,-3-2 2 0,0 0-10 0,0-2-10 16,-4-4 10-16,4 2-15 0,-3-4-6 15,-4 2 16-15,0-1 0 0,0 2-8 0,-1 0 26 16,-2-4-11-16,-4 6-2 0,4-3 13 0,-1 6 5 16,-2-4-2-16,5 0 1 0,-5 4-11 15,2 3 12-15,-3-3-3 0,4 3-2 0,-1 1-16 16,-2-1 8-16,6 5 5 0,-7-3-2 0,7 3-10 16,-3-5 7-16,3 5 5 0,0 0-18 0,0 0 11 15,0 0-3-15,0 0 5 0,0 0-3 0,0 0 4 16,0 0 6-16,0 0-9 0,23 5 5 15,-12-6 2-15,-1-3-10 0,4 4 5 0,-1-3 0 16,1-1 0-16,3 3 5 0,0-3-4 0,-3-1 9 16,3 1-25-16,-3-3 15 0,3 2-3 15,-1-2-2-15,-5 1 8 0,3-5-5 0,-1 6-11 16,-2-3 5-16,-1-1 9 0,0 2-9 16,-2 0 3-16,1 0 3 0,-5-1-1 0,2 5-7 15,-2-3 2-15,-1 3 6 0,1-2-6 0,-4 5 1 16,4-2 2-16,-4 2 0 0,0 0 2 0,0 0-4 15,3 10-6-15,0-3 3 0,-3 2 5 0,0 0-5 16,0 4 10-16,3-2-5 0,-2 0 0 16,2 4 3-16,0 1-6 0,0-2 0 0,1-2 6 15,0 3 5-15,-1-5-1 0,1 5-7 0,-1-5 0 16,3 0-7-16,-2-3 2 0,2 1 10 16,-1 0-5-16,1-2 2 0,-2-3-4 0,2 1 4 15,1-1-2-15,-7-3 0 0,14-2-2 0,-7-2-1 16,-1 3-7-16,-2-6-8 0,3-3 3 15,0 2-6-15,-1-9-4 0,-2 5-9 0,-1-8-17 16,1 1 15-16,3-6-5 0,-4-2-5 0,-3-2 8 16,3 1-11-16,-2-5 16 0,-1 1-11 0,0 6 11 15,0-2 18-15,0 3 12 0,-1 4 8 0,-2 1 18 16,3 3-7-16,-3 2 2 0,3 2-11 16,-4 3 19-16,1 3-13 0,3 6 5 0,0 1 0 15,0 0-3-15,0 0 8 0,-7 25-10 0,10-9 12 16,-3 1-4-16,4 6-11 0,-1 2 18 15,4 1-10-15,0 5-5 0,0-1 13 0,2 2-14 16,2-3-1-16,-1 0-6 0,0 2 2 0,5-2 4 16,-2-4-4-16,4 0 4 0,-7-4 1 15,5-2-4-15,-2-2 7 0,1-5-10 0,-4-1 6 16,3-2-6-16,1-3-3 0,-4-3 9 0,0-1-6 16,1-2-5-16,-1-3 0 0,0-4-3 15,1 0 3-15,-4-3 8 0,2-5-11 0,-1 1-9 16,-5-8-12-16,4-2 4 0,-4-2 2 0,1-6-15 15,-4-1-16-15,3-3 8 0,-3 5 11 0,0 2-1 16,0 0 8-16,0 4 18 0,0 4 7 0,0 0 6 16,-3 4-3-16,3 2-8 0,0 5 3 15,-1 2-2-15,-2 6 12 0,3 2 13 0,0 0-5 16,0 0-5-16,-6 16 2 0,6-5 3 0,0 7-2 16,3 6 12-16,0 1-5 0,1 4-3 0,2 5 3 15,2 1 10-15,-2-1-12 0,1 0-8 16,3 0-8-16,1-1 15 0,-4-1-7 0,2 0 3 15,-2-3-19-15,1-5-35 0,-2 1-39 0,-2-7-161 16,2 3-612-16,-2-6 49 0,-4-4 92 0,-4-4 82 16,-2-4 58-16</inkml:trace>
  <inkml:trace contextRef="#ctx0" brushRef="#br0" timeOffset="-99918.06">24980 14765 726 0,'0'0'262'16,"0"0"-32"-16,-6 11-13 0,6-4-4 0,0 1-26 15,0 2-13-15,3 5-28 0,-3-1-18 0,3 2-5 16,1 0-24-16,-1 3 9 0,0-2-13 0,2 1-21 16,-2-1 5-16,0-2-5 0,0 0-12 15,-2-2-11-15,2-2 0 0,0 0-7 0,-3-1 4 16,3-2 11-16,-1 0 0 0,-1 1 10 0,0-5-89 16,-1 0 15-16,0-4-3 0,0 0 5 0,0 0 3 15,0 0-5-15,0 0 3 0,-17-15-3 16,11 5 10-16,1-2-10 0,-1-5 0 0,2 1 15 15,-2-7-20-15,2 1 7 0,-2 4 21 0,6-3 0 16,-4 0 79-16,4 1-7 0,0 0-6 16,0 2-10-16,4-1-15 0,-4 1-5 0,3 2 0 15,3 1 5-15,-2-1-21 0,3 4 13 16,4 1-18-16,-2 0 3 0,1 1 3 0,4 3-24 16,-4 0-2-16,1 6-36 0,3-2-23 0,2-1-39 15,-1 5-15-15,1 2-38 0,2 0-59 0,-2 2-102 16,-2-1-157-16,-1 5-286 0,-1-2 66 15,1 2 57-15,-7 0 61 0</inkml:trace>
  <inkml:trace contextRef="#ctx0" brushRef="#br0" timeOffset="-98569.45">25278 14829 721 0,'0'0'244'0,"7"1"-17"0,-7-1-27 16,0 0-8-16,10-6-23 0,-3 3-10 0,0-2-21 15,-1 3-10-15,1-4-8 0,-1-1-12 16,-1 1-9-16,2 0-76 0,-4-2-2 0,3 0-8 15,-5 1 20-15,2-1 11 0,0 4 27 0,-3-2-35 16,0-1 2-16,0 3-4 0,0 4-1 0,-3-7 18 16,3 7-18-16,0 0 6 15,0 0-11-15,-17 9 5 0,10-3-7 0,0 3-8 0,1 2 2 16,2 3-2-16,-2-2 5 0,5 5-13 0,-2-2-2 16,3 0 5-16,0 1 0 0,3 0 5 15,1-2-11-15,2 3 4 0,1-3-9 0,0 0-4 16,4-2 12-16,-1-2 13 0,7 1-26 15,-4-3 19-15,2-2-4 0,6-1-6 0,-5-3 11 0,4-1-9 16,1-2 0-16,0 1 0 0,2-4 7 16,-6-2-5-16,7-2 3 0,-3-1-3 0,-1-2 6 15,-2-1-14-15,-2-5-15 0,-2 5 8 0,-7-4-5 16,3 1-5-16,-3 0-6 0,-3-2-5 16,-1 0 19-16,-3 5-16 0,0-2 10 0,-3-1 0 15,0 5 0-15,2 1 8 0,-3-1 18 0,1 2-23 16,0 2-8-16,2-1-3 0,-2 5 1 15,3 2 10-15,0 0 7 0,0 0-10 0,0 0 8 16,0 0 0-16,0 0 0 0,15 15 0 0,-9-6 0 16,4 1 5-16,0 1-13 0,1 3 16 15,-1 0-11-15,0 3 16 0,1-1-11 0,-1 2 6 16,0 0 2-16,-3-1-10 0,0-2 10 0,-1 1 2 16,-3 0-2-16,-3-4-5 0,1 2 16 0,-2-1-3 15,-5-1-6-15,3-1 4 0,-1-2 4 16,-6-1-2-16,6 0 5 0,-3-1-8 0,1-5 15 15,-1-1-7-15,7-1 13 0,-14-1-8 0,14 1 0 16,-6-9-5-16,2 1-5 0,4 0-5 16,3-4-11-16,1-3 11 0,2-3-11 0,2-4-2 15,5 2-5-15,0-5-1 0,2 0 4 16,1 1-14-16,2-1 11 0,-1 2 0 0,-3 0 15 0,3 5-10 16,-4 1 10-16,1 0-5 0,-3 2-3 0,0 5 1 15,-3 1-3-15,0 0 0 0,-1 2-6 16,-1 3 6-16,1 0-8 0,0 4 13 0,-7 0-5 15,10 6 10-15,-6-2-7 0,2 3 4 16,-2 1-12-16,3 5 31 0,0-3-24 0,1 2 1 16,-3 2-6-16,2-3 18 0,3 4-18 0,-3-1 8 15,3-3 13-15,1 6-18 0,-4-5 13 16,3-1-3-16,3-1 8 0,-3 0-18 0,1-2 7 16,-1-1 11-16,2 0-3 0,-2 0 0 0,2-4 8 15,-2-3-13-15,-3 1 13 0,4-1-2 0,-1-1 4 16,3-1-22-16,-5-3 12 0,2-5-5 15,0 2 16-15,0-2-16 0,-3-4 5 0,0 3-8 16,1 0 4-16,-6 0-4 0,5 1 3 0,-3 2-7 16,-1-1 4-16,0 1 8 0,0 4-20 15,-2 0 8-15,-1 4-6 0,3-7 0 0,-3 7 13 16,0 0-7-16,0 0-6 0,0 0 11 0,0 0-8 16,0 20 2-16,3-12 3 0,-3-4-8 15,3 4 8-15,-2 0 6 0,6 1-12 0,-2-2 4 16,0 0-1-16,1 0 8 0,1-3-2 0,1 3-6 15,2-2 6-15,0-2-6 0,1 0 3 0,2-3 8 16,1 0-8-16,-1 0-5 0,0 0-3 0,2-4 1 16,-2-2-16-16,1 3 7 0,0-2-4 15,0-5 15-15,-1 1-34 0,1-4-9 0,-4 1-11 16,0-3-23-16,-3-1-3 0,3-1 6 16,-3-4-21-16,-3-1 13 0,-1 3 0 0,0-4 46 15,-3-2-23-15,3 2 0 0,-1 4 36 0,-2-4 0 16,-2 8 36-16,-1-3 12 0,3 1 13 15,-3 7-2-15,3-1-18 0,-3 5 15 0,-1 0-20 0,1 4 12 16,3 2-5-16,0 0 14 0,-14 10-4 16,10 2 3-16,1 1 6 0,0 4-1 15,3 1-18-15,-1 1 6 0,2 1-1 0,2-2 8 0,2 7-17 16,1 0 17-16,1-2-10 0,2-3 2 16,-2 3 1-16,4-2-3 0,-1-2 12 0,3-2-12 15,-2-1-8-15,-1-5 8 0,4 2-2 0,-4-3-9 16,3-3 1-16,1 0 2 0,-3-4-10 15,3-2-18-15,-1-1 16 0,-3-2-3 0,4-4 2 16,-4 3-10-16,4-5-12 0,-4-2-9 0,3-4 1 16,-2-2-33-16,-1-2-11 0,-3 0-33 0,0-3-10 15,0-4 25-15,-3 0-5 0,2 0 8 16,-3-2-3-16,-1 1 18 0,0 1 16 0,-2 3 35 16,0-2 37-16,0 6 24 0,0 0 19 0,0 1 0 15,0 2 5-15,0 4-3 0,0 1-10 16,0 2-2-16,-1 4-1 0,1 4 8 0,0 0-17 15,0 0 14-15,0 0 16 0,1 23-5 0,-1-9 3 16,3 0-16-16,0 7-8 0,2 2-2 16,-2 2 5-16,3 1-8 0,-2-1-2 0,2 1 2 15,-2 0-15-15,2 1 13 0,2-2-11 16,-2 0 1-16,-2 0 12 0,3-2-38 0,0 0-26 0,-3-4-64 16,2-1-66-16,-6-3-392 0,3-5-133 15,-1 3 49-15,-2-9 46 0</inkml:trace>
  <inkml:trace contextRef="#ctx0" brushRef="#br0" timeOffset="-98402.77">26724 14734 826 0,'-3'-1'343'0,"3"1"-28"16,-3-9-23-16,3 9-23 0,3-8-36 0,3 7-26 15,1-5-23-15,0 5-12 0,4-3-14 0,2-1-30 16,4 2-15-16,0-2-41 0,4 4-39 15,0-5-46-15,-1 5-58 0,3-2-127 0,-1-1-516 16,1 4 15-16,1-2 67 0,0 0 54 0</inkml:trace>
  <inkml:trace contextRef="#ctx0" brushRef="#br0" timeOffset="-98135.93">27777 14558 770 0,'0'6'312'0,"3"1"-20"16,-3 2-23-16,3 2-31 0,1-1-23 0,-4 4-13 15,6 1-15-15,-2-4-21 0,0 6-15 0,1 1-25 16,-3-3-8-16,1 2-1 0,0 1-17 15,1-3-21-15,-1 2-32 0,0-1-73 0,1-3-156 16,-3 4-573-16,2-6 18 0,0-2 117 0,-3 0 45 16</inkml:trace>
  <inkml:trace contextRef="#ctx0" brushRef="#br0" timeOffset="-97769.31">27882 14665 849 0,'0'8'297'0,"0"2"-20"15,2-2-34-15,-1 5-38 0,0-3-13 16,-1 0-13-16,4-1-23 0,-4-1-8 0,3 2-12 16,-3-3-13-16,2 1-8 0,-1-2-7 0,0-2-14 15,-1-4-7-15,0 7-10 0,0-7-5 0,0 0-3 16,0 0 3-16,0 0-16 0,9-13-7 15,-8 1-11-15,2 0 3 0,3-4-5 0,-1-5-8 16,-2 3 10-16,3-1-15 0,1-2 11 0,-3 3 17 16,2 1-26-16,-1 5 11 0,1-1 3 15,-2 3-19-15,-1 2 1 0,0 1 9 0,3 3-9 16,-2 1-3-16,-4 3 5 0,0 0-3 0,18 7 3 16,-9 1 0-16,-1 1-2 0,-1 3-11 15,1 1 3-15,-3 0-3 0,2-1 5 0,0 3 6 16,0 1 2-16,-1-1-5 0,-2-3-31 0,-1 5-48 15,-3-4-93-15,0-1-458 0,0 2-209 0,0-3 96 16,-3-3 65-16,-4-1 61 0,1-1 46 16</inkml:trace>
  <inkml:trace contextRef="#ctx0" brushRef="#br0" timeOffset="-97619.33">27663 14340 821 0,'-3'-6'182'0,"3"6"-80"15,0 0-71-15,-10-1-259 0,10 1-335 0</inkml:trace>
  <inkml:trace contextRef="#ctx0" brushRef="#br0" timeOffset="-96536.11">29024 14395 921 0,'0'0'264'15,"0"0"-31"-15,0 0-21 0,0 0-7 0,8 21-23 16,-2-9-26-16,-2 1-8 0,5 4-20 0,-5-3-8 16,4 1-7-16,1-1-18 0,-5 1-11 15,2 2 6-15,-2-1-24 0,0-3 1 0,2 1-11 16,-2-1-12-16,-1-4-1 0,1 1-7 0,-4-2-3 16,3 2 8-16,0-3-7 0,0 1 1 0,-1-2-4 15,-2-2 5-15,0-4 0 0,-2 7-11 16,2-7 6-16,0 0-3 0,0 0-74 0,0 0 13 15,-9-17-11-15,9 9 16 0,0 1-2 0,3-3-11 16,-3-1 23-16,6 1-3 0,-1-2-2 16,-2 2 3-16,4 2 12 0,-1-1-7 0,1 1-13 15,1 1 12-15,1 5-7 0,-2 0 8 0,0-1 7 16,-7 3-15-16,21 7 13 0,-10-2-6 16,1 2 16-16,-2 2-5 0,1 2 3 0,1-1-8 15,-2 3 2-15,-2-1-2 0,3-4 10 16,-4 6-13-16,3-3 13 0,-3-3-3 0,-3 1-4 15,2-1 1-15,1 2-4 0,-4-3 10 0,1-1 0 16,-1 0 8-16,1-2 10 0,1 1 7 0,-3-1 1 16,-2-4-8-16,0 0 8 0,0 0-6 0,0 0 11 15,0 0-18-15,0-21 2 0,0 10 5 16,-1-1-4-16,1-4-4 0,0-2 9 0,1-4-18 16,-1 4 7-16,3-2-5 0,2-1 8 15,-3 3-16-15,1-1 1 0,0 3 7 0,1 3-13 16,0 0 8-16,2 2-5 0,-3 3 0 0,1 4-5 15,1 2-1-15,-5 2 11 0,10-4-15 0,-10 4 2 16,9 10 8-16,-2-3 2 0,2 0-2 0,-5 1-7 16,4 2 6-16,1-2 6 0,-2 6 0 15,0-3-7-15,3-1 78 0,0 1-1 0,-1-1-14 16,0-2-5-16,-2-1-10 0,2 1-5 0,-2-2-13 16,1 1 5-16,2-3-13 0,0-1 6 15,0-2 4-15,-1-1-12 0,-9 0-15 0,15-2 2 16,-4-4 2-16,-2 2-7 0,0-3-13 0,-3-1 3 15,1-5 5-15,3 3-11 0,-7-1 11 16,3-3 5-16,-1 6-5 0,-2-4 10 0,0 0 12 16,0 4-9-16,-2 2 2 0,-1 0-5 0,3 0 5 15,-3 6-7-15,5-5 12 0,-5 5-18 0,0 0 13 16,0 0 8-16,0 0 0 0,0 23-3 0,0-16-5 16,1 6-2-16,0-1 20 0,2 0-23 15,-3 1 2-15,3 2-7 0,5 1-15 0,-5-4-39 16,3 3-69-16,-2-1-166 0,3-3-462 0,2 3 24 15,-4-4 90-15,1-4 63 0</inkml:trace>
  <inkml:trace contextRef="#ctx0" brushRef="#br0" timeOffset="-95636.52">29968 14620 534 0,'-3'4'169'0,"3"2"-15"16,0-6-26-16,0 10 0 0,0-9-23 0,0-1-5 16,0 8 23-16,0-8-24 0,-2 5 63 0,2-5-14 15,0 0-7-15,0 0-11 0,0 0-22 16,-9-14-13-16,8 5-6 0,-5-2 1 0,3-1-16 15,0-5-7-15,-1 0-3 0,4 1-5 0,-3-2-3 16,6 0-18-16,-3 1 6 0,3-1-6 16,1 2-2-16,-1 0-10 0,5 1-3 0,1 1-5 15,-2 3 7-15,0 1 1 0,4 2-19 0,-2 2-1 16,1 2 14-16,0 1-15 0,-2 3 10 0,2 5-12 16,1-3 10-16,-1 6 0 0,0 1-3 15,1-1 0-15,-1 4 5 0,0 0-2 0,1-1-10 16,-1 4 7-16,-1-3 3 0,2 1 0 0,-1-1-1 15,0 1-6-15,1-1 4 0,-1 0-5 16,0-1 10-16,1-3-4 0,2 3-6 0,-3-2 7 16,1-4-9-16,2 2-3 0,-2-3-3 15,-1-1-4-15,0-2-3 0,1-1 12 0,-1-1-12 16,0-2 7-16,-1-1-4 0,2-3 7 0,-4 2-13 16,3-8 3-16,-2 5-3 0,0-9 0 15,-3 4 3-15,0-1 2 0,-3-4 8 0,5 2-8 16,-4 1 19-16,-2-1 4 0,2 4 13 0,-3 1 0 15,0 1 3-15,3 0 0 0,-3 2-16 0,0 1 6 16,0 5-1-16,0 2-7 0,0 0 10 16,0 0-5-16,0 0-8 0,0 0 8 0,0 0-3 15,-6 20-4-15,9-8-4 0,-3-2 3 0,3 0 6 16,-3 4-83-16,5-3 11 0,-3 3 7 16,4-3 3-16,-3 4 5 0,2-5 0 0,1 0-2 0,1 4 25 15,-3-6-8-15,7 2 6 0,-5-2 10 16,4 0-13-16,0-2 2 0,-2-3 1 0,4 1-19 15,-1-1 8-15,3-3-4 0,-4-1 4 0,4-1-10 16,-1-2-20-16,-3-3 7 0,6 2 8 16,-5-4-18-16,1-2-5 0,-3 0 10 15,1-3-8-15,-3-3 19 0,1 3-1 0,-2-3 28 16,-2 1-2-16,-1 2 36 0,3 0 13 0,-4 4 7 16,0 0-10-16,-2-1 10 0,3 5-15 0,-3 0 18 15,0 6-8-15,-3-4-17 0,3 4 9 0,0 0-5 16,0 0 1-16,0 0 4 0,-2 19 8 15,2-11-20-15,0 0 2 0,1 3 8 0,-1-3 5 16,1 6-38-16,2-3-49 0,1 3-90 0,-1-3-537 16,-2 1 41-16,-1-1 74 0,0-3 41 0</inkml:trace>
  <inkml:trace contextRef="#ctx0" brushRef="#br0" timeOffset="-93935.97">30635 14498 511 0,'0'0'185'0,"-4"18"-29"0,3-11-28 15,1 3 79-15,0-2-20 0,0 2-21 0,0 3-25 16,0-3 0-16,0 0-21 0,1 3-7 0,0-2-6 15,-1-3-20-15,3 2 6 0,-3-2-17 16,3-1-4-16,-1 1-3 0,-2-1 11 0,1-1 7 16,-1-2 0-16,0-4 30 0,1 8-104 15,-1-8 2-15,0 5 3 0,0-5-10 0,0 0 10 16,0 0-10-16,0 0 10 0,3-17-8 0,-3 10 5 16,0-2-5-16,3-4 1 0,0 2-9 0,0-3-7 15,1-3 3-15,3 2-4 0,-3 1-4 0,3-2 10 16,-1 3 0-16,2-4 8 0,1 4-23 15,-2 1 22-15,0 1-2 0,4 1 0 0,-4 2-15 16,2 2 5-16,-2 1 3 0,4 3-4 0,-4 2-9 16,-7 0 5-16,22 4 5 0,-14 1-3 15,-1 2 3-15,3 0 0 0,-2 1 2 0,3 2 6 16,-3-3-19-16,0 4 9 0,-2-4 12 16,-2 1-10-16,3 0-6 0,-1 1 19 0,1-3-13 15,-3-1 15-15,1 2-12 0,-3-3-6 0,1 0 21 16,2 1 2-16,-3-3 13 0,1 1-7 0,-3-3 7 15,3 4 3-15,-3-4-6 0,0 0-2 0,0 0-5 16,0 0 0-16,14-14 3 0,-12 7 4 16,0-1-14-16,1-2-4 0,2-1 3 0,0-3-10 15,2-3 13-15,-3 1-3 0,3-3-17 0,2-4 14 16,-1 6 1-16,2-1-10 0,-3 3 9 16,2 0-22-16,-1 3 7 0,-2 1-5 0,-2 3-2 15,3 0 5-15,-4 4 25 0,4 1-22 0,-7 3-6 16,0 0 0-16,14 4 18 0,-11 3-2 0,3 5-9 15,-2-1 1-15,2 1 3 0,-4 3 2 16,4 0-8-16,-2 0 13 0,2 1-2 0,1 0-3 16,2 1 5-16,-4-4-8 0,2 5-4 0,1-3 19 15,1-1-17-15,-2-3 13 0,3 3-8 16,0-4 10-16,-1-1-5 0,-1 0 6 0,-1-3-14 16,4-4 1-16,-2 4 12 0,0-5-10 0,0 0 0 15,-9-1 10-15,16-3-7 0,-6-2 4 16,0-2-4-16,-2-1-1 0,-1-2-9 0,2-3-1 15,-4 0 11-15,1-3-1 0,-2 0 3 0,2-3-12 16,-2-4 12-16,-1 5-5 0,2 1 5 16,-2 0 0-16,-3 2 8 0,3 3-16 0,-3-1-2 15,3 4 5-15,-1 2-8 0,-1 0 1 0,-1 7-1 16,0 0 13-16,0 0-2 0,0 0 2 0,0 0-5 16,0 0 15-16,-9 23-25 0,9-13 23 0,0 3-6 15,0-2 11-15,0 1-18 0,0 1 8 0,3-5 5 16,0 7 0-16,1-5-16 0,-4 2 3 15,6 0 0-15,-2-3 5 0,3 0 3 0,-3-1-11 16,5 2 3-16,-2-3 8 0,0-3 7 0,4 0-17 16,-1 0 20-16,-1-3-21 0,-1-1-5 15,-8 0-2-15,17-5-5 0,-6 1 15 0,-5-2-10 16,1-3-6-16,2-1 14 0,-5-3-6 0,3-3-5 16,-3-1-5-16,1 0 5 0,-3 1 11 15,1-2 4-15,-3 0 1 0,3 4 5 0,-3-3 12 16,3 7-4-16,-3-5-4 0,0 7-4 0,0-1-13 15,0 1 13-15,0 7-6 0,0 1 3 0,0 0 29 16,0 0-24-16,0 0-15 0,-10 15 2 0,9-6 18 16,-1 1-7-16,2 0-5 0,2 5 4 0,-2-2 1 15,1 1-8-15,-1 0 10 0,1 1 1 16,2 1-6-16,0-3 0 0,1 4-8 0,3-2 3 16,0-1-2-16,1-3-39 0,-3 4-31 0,6-5-56 15,-1 0-41-15,0-2-156 0,1-1-415 16,2 1 65-16,0-3 55 0,-2-3 70 0</inkml:trace>
  <inkml:trace contextRef="#ctx0" brushRef="#br0" timeOffset="-93369.43">31858 14398 568 0,'-3'10'207'0,"3"2"-23"0,3-1-10 0,-3-1-7 15,0 7 43-15,0-5-16 0,0-1-20 16,0-1-18-16,0 0-12 0,0-2-16 0,0-1 0 16,4 3 2-16,-4-3 6 0,0-1 2 0,2-4-94 15,-2-2-6-15,2 6-2 0,-2-6-3 16,0 0-2-16,0 0-13 0,10-13 7 0,-4 7-4 16,0-6 5-16,-1 4-9 0,2-9-6 0,2 7 4 15,-2-5 0-15,1 4-7 0,1-3-3 0,-2 6 0 16,0-1-12-16,0 1-6 0,-3 6 10 0,3-3-2 15,-1 4 15-15,-6 1-2 0,14 7 5 16,-10-6 5-16,4 9-13 0,-3-3 10 0,1 1-12 16,-2 2 2-16,3 1-8 0,-3-1 11 0,2-1 0 15,-3 1-13-15,1 0 10 16,-1-3-10-16,0 1 15 0,-2-2-15 0,3 0 2 0,-4-1 19 16,3 1 22-16,0-4-18 0,-3-2 11 0,1 5 0 15,-1-5-6-15,0 0 1 0,0 0-3 16,6-13-10-16,-1 3 2 0,-4-1 6 0,0-3-6 15,2-3 0-15,4-6-7 0,-3-1-5 0,2-1 4 16,-2 0-14-16,3 0-1 0,3 3 8 0,-3-1-3 16,0 0 3-16,1 8-5 0,-3-2-2 15,2 7-11-15,-3 2 2 0,2 1 1 0,-2 6 5 16,-4 1 12-16,0 0 3 0,14 15 3 16,-8-4 0-16,-2 6 2 0,1-2 3 0,0 9 5 0,3-2-5 15,-2 0-8-15,1 2 13 0,-1 2-3 16,1-2-2-16,1 1-6 0,1-2 4 0,-2-3-14 15,3 1 18-15,-2-2-7 0,0-4-3 0,-3-1 0 16,1-1 6-16,-2-5-6 0,0 2-74 16,1-3-136-16,-4 0-604 0,0-2 82 0,-1-5 64 15,0 0 74-15,-12 2 54 0</inkml:trace>
  <inkml:trace contextRef="#ctx0" brushRef="#br0" timeOffset="-92186.68">22137 15976 606 0,'6'-3'205'0,"-2"0"-26"15,2-4-5-15,5 0-33 0,-4 2-11 0,2-4-12 16,-2 2 0-16,4-4-18 0,-1 0-5 0,-3-1-8 15,4-1-6-15,-2-1 55 0,-5 1-8 0,2-2-8 16,-2-1 3-16,0 1-15 0,-4 1-19 16,0 1 16-16,0 1-13 0,0 2-17 0,-4 0 1 15,0 2-6-15,-2 0-1 0,-1 1-18 16,1 5-5-16,-2 2-5 0,8 0-3 0,-23 7 11 16,9 1-23-16,3 2 4 0,-6 4 1 0,4 2-3 15,3 2-5-15,-1-1 16 0,4 2-6 16,1-3-10-16,3 2 15 0,2 0-7 0,2 1-11 15,2-1 11-15,3-1 2 0,1 0-86 0,4 1 14 16,-1-1-4-16,6-4 12 0,-1 0 3 16,5 0 0-16,0-2 2 0,1-3-2 0,0-2-8 15,-1-1-7-15,1-2-16 0,0-2-13 0,1-1-15 16,-1-4-5-16,-3 2-3 0,2-3-5 0,-2-4-28 16,-5 0 8-16,4-2-28 0,-4-3 2 15,-6 1 8-15,4-3 20 0,-4 1 13 0,-1-2 31 16,1 3 51-16,-3-2 7 0,0 5 39 0,-1 1 18 15,-3 0 5-15,3 1-2 0,-3 3-11 16,0 2-2-16,0 4-16 0,0 0 3 0,0 0 3 16,0 0 9-16,-3 16-4 0,3-7-16 0,0 3 23 15,0-1-15-15,3 2 8 0,0-1-8 0,0 1 0 16,-2-1 0-16,2 1-11 0,0-1 9 16,-3-1-11-16,4-4 10 0,-4 2-5 0,4 0 3 15,-1-2 15-15,-3-1 29 0,4-3 2 16,-4 2-11-16,0-5-4 0,0 0 7 0,0 0-2 15,0 0-16-15,0 0-2 0,0 0 4 0,-1-19-9 16,-2 8-6-16,3-2 3 0,-3-4-10 0,3-3 18 16,0 0-11-16,-4 0-4 0,4-1-1 15,4-4 1-15,-4 0-6 0,3 5 0 0,0-1-7 16,-2 3 9-16,2 2-9 0,0 2 5 0,4 0-62 16,-1 3-20-16,-1 1-34 0,1 5-97 0,1 0-522 15,0 4 57-15,3-3 53 0,-3 4 79 16</inkml:trace>
  <inkml:trace contextRef="#ctx0" brushRef="#br0" timeOffset="-91232.05">22807 15926 706 0,'0'10'294'16,"3"0"-48"-16,-3 0-13 0,5 1-18 0,-4-2-15 15,0 2-39-15,2 0 0 0,0-1-23 16,1-1-2-16,-1-2-18 0,-3 0-21 0,3 0-2 16,-3 0-70-16,4-1 1 0,-3-1 10 15,-1-5-28-15,0 5 7 0,0-5 3 0,0 0-3 16,0 0-7-16,0 0 5 0,-8-15-3 0,5 5 10 16,3-3-4-16,-1 0-9 0,-2-2 27 0,3-4-27 15,3-1 1-15,-2 1-5 0,2-5 7 0,0 2-10 16,2 1-3-16,4-1 3 0,-2 3 0 15,0 2-10-15,4 1 10 0,-1 1-15 0,0 4 15 16,3-1-8-16,-2 2 13 0,-1 3-25 16,1 4 12-16,2 1-2 0,-2 2 2 0,-1 2 23 15,3 1-25-15,-2 5-3 0,2 1 1 0,-3 4-9 16,-2-1 29-16,1 4-13 0,1 0 5 0,-2 0-6 16,-2 1 9-16,-2-2 2 0,3 3-7 0,2 0 2 15,-4-1 10-15,4-2 0 0,-2 0-5 16,0 0-12-16,1-2 4 0,-2 0 3 0,4-2-10 15,-3 2 10-15,3-4-3 0,-3-3-2 0,0 1-8 16,3 0 13-16,-3-5-2 0,0-2-1 16,0 0-2-16,-7 0-5 0,17-1-3 0,-14-3 0 15,1-2-12-15,-1-1 4 0,0-2-7 16,-3-2-5-16,-3-2-1 0,0-2 4 0,-1-3 9 16,-2 0 16-16,-5-2 3 0,4-1 12 0,-3 3 15 15,3-2 1-15,0 1 2 0,1 3-13 0,-1 1 14 16,4 0-4-16,2 0-9 0,-2 0-14 15,3 5 11-15,3-1 7 0,1-1-4 0,2 3-9 16,1 1 6-16,0 0 3 0,3 4-11 0,0-2-8 16,0 4 3-16,1 2-5 0,-1 2 18 15,3 1-18-15,-1 7 5 0,0 2-5 0,0 1 15 16,1 5-15-16,-3 1-3 0,1-1 11 0,-1 7 12 16,0 0-7-16,4 1 4 0,-8-2-12 15,4-2 3-15,-2 1-8 0,2-3 10 0,-3 4 3 16,-1-6-1-16,5 1-4 0,-5-3 15 0,1-1-3 15,-3-2-5-15,3-3 1 0,-3 0 4 0,-1-1-5 16,3-1 1-16,-2 0 4 0,-1-2-5 0,0-1 18 16,0 1-23-16,2-3 29 15,-2 2-24-15,-3-1 3 0,4-1 0 0,-4-3 15 0,3 8-21 16,0-6 9-16,-3-2-4 0,7 3 1 16,-7-3 5-16,3 4-13 0,-3-4 21 0,0 0 58 15,0 0-9-15,0 0-14 0,0 0 0 0,0 0-2 16,11-7-20-16,-11 7 2 0,0 0 2 0,-3-10-7 15,3 10 2-15,0-8 1 0,-2 2-11 0,2 6-2 16,-3-11-3-16,3 4-3 0,0-1 6 16,0-2-6-16,-3 1-7 0,3-3 2 0,0 0-15 15,0-3 11-15,0 1 7 0,0-4-3 16,0 2-10-16,0 0 3 0,3-4 4 0,-3 2-9 16,5-3-6-16,-2 0 19 0,4-2-14 0,-1 1 1 15,1 0-16-15,4-1 16 0,-1 3-8 0,0 0 12 16,4 2-2-16,-1 0 3 0,-2 3-16 15,2 1 3-15,-3 4 5 0,1 0-7 0,-1 2 1 16,0 1 1-16,-2-1-10 0,1 6-5 16,-2-3-19-16,0 5-17 0,-1-2-11 0,-6 2-27 0,8 2-50 15,-8-2-148-15,3 7-519 0,-3 0 92 16,0-1 58-16,0-6 73 0,-6 10 45 16</inkml:trace>
  <inkml:trace contextRef="#ctx0" brushRef="#br0" timeOffset="-90337.09">24783 15456 806 0,'6'-8'284'0,"1"5"-28"0,1-4-103 0,1 2-12 16,5-2-5-16,0 2-13 0,2 0-16 0,-1 0-20 15,4 2 0-15,-4-4-15 0,1 5-11 16,-2 1-30-16,0-1-39 0,-4 2-22 0,3-1-52 16,-6 2-8-16,-7-1-68 0,15 2 1 15,-12 1-4-15,-3-3-33 0,3 7-24 0,-3-7-5 16,0 0 37-16,-14 8 83 0,7-4 26 0,-1-1 3 16,-4 0 82-16,1 0 30 0,-2-1 29 0,-1 0 38 15,4-2-18-15,-4 4 5 0,1-1 10 16,3-2-12-16,-1 6 22 0,1-4-17 0,0 4 2 15,-1-2-17-15,1 6 4 0,3 1 16 0,-3 3-10 16,6 0 20-16,-2 10-16 0,3 0-22 0,-1 4 18 16,4 5-8-16,-3 2-6 0,3 0 1 15,0 3-18-15,0 0 18 0,3 13-13 0,-3-7-5 16,3-5 5-16,-2 11 0 0,2-1-11 16,5 0 4-16,-6-6-11 0,8 5 5 0,-6-7-7 15,3-7 4-15,-1-1-7 0,2 0 3 0,2-4-14 16,0-2-1-16,0 0-1 0,-3-6-10 0,3-2 0 15,0-1 5-15,1-5 0 0,-1-1 0 16,0-2-8-16,4-3 5 0,-1-1 1 16,-2-2 2-16,2-3 0 0,-3 1-15 0,5-3 5 0,-2-3-29 15,1-1-17-15,-1 1-34 0,4-4-30 0,-3-3-21 16,4 1-66-16,-2-4-133 0,5-1-400 16,-1-1 64-16,1-5 49 0,1-1 64 0</inkml:trace>
  <inkml:trace contextRef="#ctx0" brushRef="#br0" timeOffset="-89953.27">25414 15849 913 0,'0'12'261'0,"2"0"-25"0,0 1-29 0,1 2-2 0,4 0-31 15,-3 0-5-15,3 3-38 0,-1 0 2 0,1 0-23 16,0-4 2-16,-3 2-17 0,2-2-3 16,-2-2-7-16,2-2-9 0,-3 0 1 0,2-1-10 15,-2-3 4-15,0-1-1 0,-2-1-17 16,-1-4 1-16,0 0-5 0,0 0-16 0,0 0 8 16,0 0-5-16,-11-27 5 0,7 14-13 0,1-6-5 15,-4-2-3-15,1-4 3 0,-1-6 0 16,0-1 1-16,3 1 11 0,1-1 9 0,0 4-8 15,2 0-70-15,1 3-9 0,1 0-1 0,-1 1 24 16,3 5-3-16,0-3 13 0,1 2-8 16,3 3-3-16,0 2 6 0,2 0-6 0,2 3 4 15,0-1-9-15,1 5-10 0,0 1-20 16,1 2-26-16,0 0-26 0,-2 5-17 0,2 0-72 0,-2 5-72 16,-1-2-417-16,0 3 31 0,-3 1 48 15,0 1 72-15</inkml:trace>
  <inkml:trace contextRef="#ctx0" brushRef="#br0" timeOffset="-89786.51">25552 15831 752 0,'0'0'225'0,"0"0"1"15,16-10-40-15,-9 5-42 0,4 2-16 16,2-2-8-16,-2 2-10 0,2-1-77 0,0 1-61 15,-2 3-90-15,-1-3-278 0,0 3-216 0,-10 0 77 16</inkml:trace>
  <inkml:trace contextRef="#ctx0" brushRef="#br0" timeOffset="-89585.74">25466 16037 483 0,'0'0'200'0,"0"0"-18"0,0 0 61 16,10 5-15-16,-3-5-24 0,7 0-6 0,-1 0-27 16,5-1 1-16,2-2-21 0,3 1-29 15,2-3-4-15,-1 0-8 0,3 2-18 0,1-3-33 16,-1 1-41-16,-4-1-51 0,2 1-77 16,-3 0-110-16,-4 0-448 0,0-1 28 0,-1 0 54 15</inkml:trace>
  <inkml:trace contextRef="#ctx0" brushRef="#br0" timeOffset="-89253.69">25883 15776 765 0,'0'0'233'16,"0"0"-21"-16,7 22-22 0,-3-12-11 0,-1 2-118 16,5-1 8-16,-3 6-5 0,2-2-5 0,0 1-10 15,0-3 7-15,0 1-7 0,-1 3 2 0,2-4-13 16,-2-1-9-16,-2 0-17 0,2-2 6 15,-2 0 105-15,-1-4 8 0,1 0 2 0,-1 0-77 16,-1 0 6-16,-1-4-9 0,-1-2-2 0,0 0-12 16,0 0-3-16,0 0-13 0,0 0 10 15,0 0 3-15,-10-19-13 0,7 8-3 0,-1-2 11 16,1-2-5-16,0-3-6 0,-1-2 8 0,1-4 3 16,0 1-5-16,2 2 9 0,1 2-4 15,-1-3 5-15,1 2-5 0,1 4 5 0,-1-1-19 16,1 0-1-16,2 2-1 0,0 4 8 0,4-3-18 15,0 4-2-15,3 2-26 0,-3 1-23 0,0 2-39 16,3 0-55-16,4 3-52 0,-4-1-149 16,1 3-365-16,2 0 63 0,-3 0 49 0,1 0 62 15</inkml:trace>
  <inkml:trace contextRef="#ctx0" brushRef="#br0" timeOffset="-88370.55">26235 15770 734 0,'7'16'218'0,"-1"-1"-21"16,-2-1-10-16,0-3-93 0,2 3-12 16,-2-3 3-16,-1 3-14 0,1 0 4 0,2-2-29 15,-3-2 13-15,2 2-8 0,-2-1 0 0,0-2 3 16,-1 0-6-16,0-2 24 0,-2 0 97 0,3-1-10 16,-3-1-6-16,0-5-81 0,0 7-3 0,0-7-10 15,0 0-10-15,0 0-3 0,0 0 12 16,0 0 1-16,-10-13-23 0,10 3-8 0,-3 0-5 15,-1-5 3-15,3 0 18 0,-2-4-27 16,6 0-9-16,-3 0-3 0,1-4 8 0,3 3-13 16,2-1 3-16,-2-3 2 0,5 7 10 0,-2-1 11 15,4 0-26-15,-1 3 0 0,4 0 7 16,-4 5 1-16,4 0-13 0,-1 1 15 0,-2 3 8 16,-1-1-21-16,1 4 14 0,2 2-14 0,-3 2-5 15,0 2 3-15,0 4-13 0,1 1 13 16,-4 2 10-16,3 5-12 0,-3 0 12 0,3 1-3 15,-3 1 6-15,-1-1-3 0,1 1-2 0,1 2-1 16,-1-1-2-16,-1-1 5 0,1 0 8 0,4-1-13 16,-2-2-5-16,1-1 5 0,-3 1 5 15,4-3 0-15,-1-1-17 0,0-1 17 0,1-3 0 16,-1-1 8-16,-1-1 2 0,-1-2-20 0,-1-2 10 16,-7 0-2-16,13-4-6 0,-9 1 3 15,-4-3 8-15,4-1-1 0,-4-2-2 0,-4-3 3 16,3 1-8-16,-5-3-13 0,-1-1 21 0,-1 1-3 15,-5-2-10-15,-3 3 13 0,2-1-8 0,0 2 2 16,-3 4 6-16,4-1-5 0,-5 0-6 16,5 3 11-16,-1-1-11 0,4 0 1 0,0 4 17 15,3-2-18-15,-4 3-7 0,5 0-3 0,4-1 6 16,2 3-4-16,-8-3 14 0,8 3-18 16,0 0 12-16,0 0 0 0,0 0 3 0,20-7-2 15,-10 4-6-15,0-2 13 0,3 3-7 0,-1 0-1 16,4-4 16-16,2 3-8 0,-5-1-13 15,4 3 8-15,-3-2-15 0,3 2 0 0,-1 2 10 16,-1 2 5-16,2-2-8 0,0 7 10 0,-1-1 9 16,-1 3-16-16,4 3 2 0,-4-1 16 0,2 3-5 15,-3 2-16-15,0-3 5 0,-4 3 8 16,3-1-2-16,-2-3 0 0,-1 2-6 0,-3-1-2 16,-1-2 2-16,2 1-4 0,-5-4 9 0,3 1-7 15,-2-1 5-15,-1-1 3 0,1-2 4 16,-1 0 32-16,-3-1-3 0,4-3-11 0,-4-2-7 15,0 6 8-15,0-6-8 0,0 0 5 0,0 0 0 16,0 0-8-16,-8-17 0 0,5 9-4 0,0-4-1 16,0-4 5-16,3-3-5 0,-1 1-10 15,1-3 8-15,1 0-5 0,-1 0 9 0,0-1-19 16,3 3 7-16,0-2 2 0,1 4 9 0,-1-1-4 16,4 1 3-16,-6 2-12 0,5 3-3 0,-1-1-3 15,-3 3 13-15,1 2-12 0,3-2 4 16,-1 3 13-16,1 2-20 0,-2 2-5 0,-1-4-3 15,4 7-13-15,-7 0-7 0,11-1-21 16,-11 1-21-16,0 0-30 0,10 1-28 0,-7 6-74 16,-3-4-131-16,3 4-389 0,-3 0 74 0,0-1 59 15,0-1 77-15</inkml:trace>
  <inkml:trace contextRef="#ctx0" brushRef="#br0" timeOffset="-87485.73">27712 15423 522 0,'0'23'215'16,"3"-11"-26"-16,-1 9-7 0,0 1-13 0,1 8-3 15,3 4-35-15,-2 2-8 0,4 12-3 0,-2 1-13 16,1-1-9-16,-1-8-14 0,-2-3 1 0,0-2-16 16,-1 3-10-16,1-3-34 0,2 1-20 0,-3-2-25 15,1-2-100-15,-1-4-213 0,4-3-338 16,-3-5 82-16,2-2 57 0</inkml:trace>
  <inkml:trace contextRef="#ctx0" brushRef="#br0" timeOffset="-86386.93">27859 15854 624 0,'0'0'182'0,"0"0"-6"0,4-8-17 0,-1 4-33 16,-3 4-1-16,10-6 0 0,-4 3-17 16,-2 0-6-16,6-1-17 0,-3 4 4 0,3-2-9 15,-10 2-11-15,21 2 2 0,-11 1 6 16,1-1-20-16,2 5-9 0,1 0 9 0,-4-1-11 15,3 5 2-15,-2 0-12 0,-1 1 10 0,-3 1-2 16,0-1 71-16,3 1-10 0,-9 0-3 0,2-1-7 16,-3 2-6-16,-3-3 11 0,-1 3-79 15,-3 0 7-15,-3-2-2 0,0 4 20 0,-8-4-26 16,2 1 82-16,-5-2-12 0,0-3-3 0,-2 0-18 16,-1 1 5-16,3-4 3 0,0-2-23 15,1 0-8-15,2-3 5 0,-1 0-7 0,4 0-6 16,-1-5-2-16,2 1-21 0,1-3-35 0,2-2-16 15,7-1-61-15,-2-1-39 0,9-2-122 16,0 2-515-16,4-3 12 0,4 3 91 0,2-4 60 16,4 0 45-16</inkml:trace>
  <inkml:trace contextRef="#ctx0" brushRef="#br0" timeOffset="-86052.71">28303 15849 616 0,'16'-9'215'0,"-5"0"-18"0,-1 1-33 16,-3 0-2-16,1-1-17 0,2 1-9 15,-2 0-23-15,-3-2 7 0,3 0-30 0,-2-2-1 16,-2 2-17-16,-1-5 0 0,0 5-1 0,0-2-12 16,-1 0 0-16,-4 1 2 0,-1 3 9 15,3 1 70-15,-3-1-12 0,0 1-10 0,-1 4-18 16,1-1-11-16,3 4-7 0,-14 0 0 0,14 0-2 15,-12 7-16-15,1 1-5 0,3 0-13 16,4 1 5-16,-5 4-8 0,5-1 6 0,1 1-11 16,0-3-7-16,3 4 2 0,0-3 3 0,0-1-8 15,3 4-2-15,3-3-3 0,-2-1 3 0,3 1-6 16,3 0 13-16,0-3-15 0,3-1 0 16,-1 1-8-16,4-3-33 0,0 0-18 0,-1 0-64 15,4-3-33-15,-1 0-95 0,0-2-437 16,2-2-80-16,-3 0 76 0,1-3 75 0,0-3 39 15</inkml:trace>
  <inkml:trace contextRef="#ctx0" brushRef="#br0" timeOffset="-85854.43">28697 15481 890 0,'0'9'254'0,"0"2"-21"0,0 1-23 15,3 4-26-15,0 1-13 0,0 2-9 0,1 2-24 0,-1 1-8 16,0 1-4-16,1 2-11 0,0 0-25 16,1-1-44-16,-3-3-62 0,4 2-114 0,-2-1-526 15,2-3-19-15,-1-4 68 0,-2-4 77 0</inkml:trace>
  <inkml:trace contextRef="#ctx0" brushRef="#br0" timeOffset="-85337.2">28577 15712 898 0,'0'-7'264'0,"6"-2"-8"0,-2 0-16 0,6 1-35 0,0-5-23 16,1 5-8-16,3-1-21 0,4 0-9 16,1-1-19-16,-2 1-23 0,0 3-2 0,1-1-10 15,0 0-6-15,-2 5-12 0,0 1-16 0,-1 1 11 16,-2 0-13-16,1 3-11 0,2 2 8 15,-5 2-10-15,3 1-2 0,-1 1-16 0,-2 1 2 0,-1-1 9 16,-1 3-16-16,1 0 7 16,-2-4-2-16,-1 2 5 0,-1 0-5 0,-2-3 3 0,5 1-8 15,-4 2 0-15,2-5-11 0,-1 2 17 16,2-4-17-16,-1 4 9 0,-1-4 7 0,4-3-5 16,-2 0-6-16,-8 0 1 0,20-3-5 0,-7-4-1 15,-4 3 17-15,-1-3-14 0,3 0 3 16,-4 0 2-16,2 2 8 0,-5 0-13 0,3 0-10 15,-3 2-15-15,-1 0 2 0,-3 3 0 0,7-4 16 16,-7 4 2-16,0 0-8 0,0 0 6 0,13 8-6 16,-8-3-2-16,1-1 5 0,-1 1 3 15,0-2-3-15,1 4-3 0,1-1 3 0,1-4 8 16,0 3 2-16,2-1-2 0,-5-3 0 0,6 3 2 16,-1-4 8-16,0 1 0 0,1-2-13 15,-1-3 7-15,0 3 12 0,2-6-9 0,-4 3-7 16,-1-2 25-16,4-4 0 0,-4-2 0 15,-1 1 3-15,-3-3-87 0,0 0 2 0,-3 0 31 16,-1-4-10-16,-4-1 8 0,2-1 4 0,-4 0-4 16,4 3 74-16,-8-4-18 0,6 4 15 0,-3 5-13 15,1-2-28-15,0 4-48 0,3 1-59 16,1 1-36-16,-4 1-157 0,4 6-511 0,0 0 38 16,3 1 85-16,0 0 61 0,0 0 46 0</inkml:trace>
  <inkml:trace contextRef="#ctx0" brushRef="#br0" timeOffset="-84446.95">29554 15516 778 0,'4'-12'215'15,"3"-1"-21"-15,-4 3 1 0,2 0-24 0,-4 1-10 16,0 2-15-16,-1 0-15 0,3 0-8 0,-3 3-3 15,0 4 64-15,-3-11-20 0,1 9-33 0,2 2-6 16,0 0-15-16,-15 2 0 0,15-2-7 16,-14 11-19-16,7-3-2 0,1 1-5 0,-4 3-5 15,5 1-8-15,-1-1-11 0,-1 3-2 0,4 0 11 16,0 1-13-16,2-2-3 0,-2 1-16 0,3 0 6 16,3-1-5-16,-2-3 18 0,2 3-9 15,0-3-4-15,4-1 3 0,3 0-16 0,-1-3-3 16,-1 0 1-16,8-6 9 0,-4 4-9 0,5-3-3 15,0-4 10-15,4-3-8 0,0 2-9 16,1-4-1-16,1 0 13 0,-1-4-20 0,-2-1-3 16,1 1 0-16,-3-5-8 0,0 0 0 0,-5-1 6 15,0-1-9-15,-3 0-1 0,-1 4 6 16,-4-3-22-16,0 5 31 0,-3-1-11 0,1 5 11 16,0 0 2-16,-6 1 0 0,3 2 3 0,-4 0-8 15,4 5-3-15,-13 0-5 0,13 0 14 0,-17 10-1 16,10-3 0-16,-2 5 10 0,0-1-12 15,3-1 2-15,-1 5-5 0,1 0 2 0,6 0 1 16,-4 0 7-16,4-1-2 0,0 0 7 0,4 2-10 16,-1-3 11-16,4 2-6 0,-1-1-5 0,1-2 8 15,1-3-5-15,2 3-3 0,1-3-5 16,2-5 2-16,-3 4-12 0,7-3-5 0,-2-3-21 16,-3-1-10-16,5 1-29 0,0-4-4 15,-3 1-44-15,5-2-35 0,-4-2-52 0,2-4-64 16,-3 1-174-16,3-4-238 0,-7 0 8 0,3 3 79 15,0-5 506-15,-5 0 116 0,-1 1 41 0,1 2 49 16,-2 2 18-16,1-4 9 0,-4 5-32 0,2 4-1 16,-3-2 9-16,1 3-17 0,-3 3-53 15,0 0-7-15,0 0 10 0,0 0-1 0,0 0 1 16,8 16 5-16,-5-7-11 0,-3 0 1 16,0 0 4-16,3 2-9 0,0 1-4 0,-3 0 1 15,1-4 5-15,-1 2-10 0,0-2 2 0,3 1-7 16,-3-1 45-16,0-1-7 0,0-4 29 15,0 4 14-15,0-7 65 0,0 7-26 0,0-7 5 16,0 0-34-16,0 0-9 0,0 0-13 0,0 0-1 16,8-19-7-16,-6 9-13 0,2-2-4 0,1-4-91 15,-3 3 1-15,7-2-3 0,-5 0-3 16,3-1 11-16,0 3 4 0,0 0-7 0,-1 2-12 16,-2 3 7-16,2 0 12 0,-1 3-6 15,-2 4 9-15,-3 1-7 0,0 0 12 0,13 6-7 16,-7 2 15-16,-2 1-5 0,3 2 2 0,-3 3 9 15,2 2-9-15,-2-4 1 0,3 3 4 0,0 2-7 16,0-3 6-16,1 0 9 0,-3-2-13 0,6-1 4 16,-4 1-1-16,2-3 0 0,-2-3-3 15,4-1 14-15,-4 1-14 0,6-2 6 0,-2-4 2 16,-1 0-7-16,3 0-13 0,-2-1-6 0,-1-2-20 16,0-1-33-16,-3 2-84 0,-3-3-154 15,-1 3-477-15,0 1 83 0,-3 1 58 0,0-10 67 16</inkml:trace>
  <inkml:trace contextRef="#ctx0" brushRef="#br0" timeOffset="-83770.88">31130 15533 788 0,'1'13'292'15,"2"6"-13"-15,0 3-36 0,4 7-3 0,-4 0-30 16,4 6-25-16,-3-2-16 0,3 3-23 16,-1 1-16-16,1 8-10 0,0-3-2 0,-3-7-23 0,4-1-16 15,-6 3 1-15,6-4-4 0,-6-5-35 16,1-1-31-16,1-2-38 0,-1-1-43 0,-2-5-73 15,2-3-45-15,-3-1-162 0,0-5-342 0,0-3 71 16,-3-2 35-16,3-5 68 0</inkml:trace>
  <inkml:trace contextRef="#ctx0" brushRef="#br0" timeOffset="-83519.93">31082 15526 614 0,'14'-10'207'0,"-7"2"-15"0,3 5-105 0,1-1 10 16,-4 4-15-16,5 0 10 0,-2 5-4 16,1 0-4-16,-1 0 11 0,4 5-6 0,-3 2 3 15,-1-1-30-15,1 3 15 0,1 4-1 0,-5-3-9 16,1 2 0-16,-3 0 7 0,-3 1-26 0,1-1 19 16,-6-1-8-16,2 1 13 0,-2 0-3 15,-4-1-13-15,-3-2 0 0,3-1 1 0,-3 2-6 16,-4-5-3-16,4 3-2 0,-4-3-7 0,1 0-29 15,1-3-48-15,-4 0-54 0,6-4-106 16,-4 0-477-16,7-3 25 0,-1-3 51 0,-4 1 53 16</inkml:trace>
  <inkml:trace contextRef="#ctx0" brushRef="#br0" timeOffset="-82420.92">31332 15526 627 0,'14'14'248'16,"-4"0"-25"-16,0-2-8 0,0 1-23 0,-3-4-13 15,-3 4-21-15,5 1-22 0,-4-3-16 0,-2 4-2 16,2-5-5-16,-3 2-6 0,1-1-15 0,-3-2 1 16,0-1 1-16,0 5-12 0,0-6-13 15,-3-2-2-15,2 3-3 0,0-1-8 0,-4-5 8 16,2 3-13-16,3-5 1 0,0 0-11 15,0 0-6-15,0 0-1 0,-15-12-9 0,12 2 6 16,0 2 2-16,3-2-12 0,0-1-11 0,0 0 8 16,5-2-5-16,-3 4-1 0,4-4 14 15,-2 1-21-15,6-1 0 0,0 2 3 16,-3-3-5-16,7 6 2 0,-4-2-8 0,6 2 8 0,-4 1-2 16,1-2 7-16,1 1-2 0,2 3-8 0,-1 0 2 15,4-2 11-15,-4 3 0 0,4-1-13 16,-4-2 5-16,5 4-18 0,-6-4 23 0,4 0-2 15,-2 3 5-15,1-2-11 0,-3 1-2 0,-3 0-2 16,2-1 17-16,1-1-20 0,-4 0 3 16,-3 2 9-16,3 0 1 0,-1-3-3 0,-4 4-8 15,1-2 14-15,-2-1-1 0,-4 2-2 0,3 0 4 16,-3 0-12-16,0 5 6 0,-3-10-4 0,0 9 11 16,3 1-8-16,-10-3-10 0,10 3 7 0,0 0 4 15,-22 11-9-15,10-4-2 0,1 1 2 16,1 2 1-16,3 4 12 0,0-2-5 0,-3 2-5 15,6 2 5-15,-2-4 3 0,6 5 0 16,-1-2-3-16,2-5 5 0,-1 8-10 0,8-3 15 16,-3-1 1-16,4-3-14 0,-1 3 9 0,4-6-1 15,1 2 3-15,3-2-3 0,5-3 3 16,-1 0-6-16,0-5 11 0,4 4-13 0,-2-8 3 16,1 4 7-16,6-4 8 0,-4-3-20 0,0 0 10 15,-4-4-11-15,2 0-2 0,-3-2 3 0,0-1 2 16,-5-2 0-16,-1-1 0 0,-1 2-10 15,-6 2-8-15,2-1 8 0,-4 3-2 0,-5-1 4 16,3 2 8-16,-3 5-7 0,-3 0-6 0,-1 0 8 16,-3 3-13-16,7 2 8 0,-16 2 0 15,9 5-3-15,-4-2 16 0,1 5-3 0,2 0-10 16,-1 2-5-16,2-1 2 0,3-1 8 0,-2 0 2 16,3 2 1-16,2-2-11 0,1 0 8 15,0-2-5-15,1 2 10 0,-1-3-12 0,3 1 7 16,3-3 7-16,-2 0-2 0,3-2 1 0,3-1-4 15,-3-2-10-15,-7 0 21 0,18-1-10 0,-8-3 4 16,3 1 1-16,-2-4-8 0,-1-1 0 16,0 1 5-16,1-3-7 0,0-2 4 0,-3-4-4 15,0-1-14-15,-1 1-2 0,-1-2-20 0,-2-4 12 16,2-2-2-16,-3-1-5 0,-1 4 5 16,0-3 12-16,-1 2-1 0,-1 2-6 0,0-1 7 15,0 4 3-15,-1-1 6 0,-1 3 12 16,0 5 0-16,-1-4-8 0,3 6 1 0,-3 3 9 0,0 0-7 15,3 5 8-15,0 0-3 0,0 0 0 0,-10 14 11 16,8-4-6-16,0 1 8 0,-1 4-18 16,3 2 13-16,0-1-8 0,0 1 8 0,5 4-6 15,-3-2 4-15,6 1-6 0,-3-1 2 16,6 1 4-16,-3-2 1 0,2-2-4 0,1 1 5 16,-3-3-5-16,2-3-3 0,4 3 0 0,-4-3 10 15,3-3-7-15,0 1-11 0,-2-4 3 16,-1-2-10-16,1-3-8 0,-1 4 5 0,-3-8-10 15,4 4 5-15,-1-5-12 0,-2-2-11 0,-3-2 25 16,3-3-2-16,1 2 0 0,-5 0-5 0,2 1 13 16,-2 0 31-16,0 2-16 0,-1 0 2 15,0 2 1-15,-2 2 2 0,-1 3-4 0,0 0 1 16,0 0 3-16,0 0 11 0,9 17-16 0,-8-9 3 16,-1 2 5-16,3 2-11 0,3 1 6 15,-1 2 7-15,0 0-23 0,0 1-33 0,-2-4-53 16,4 5-91-16,-1-2-577 0,-1-2 30 15,3-1 61-15,-3-4 64 0,-2-1 72 0</inkml:trace>
  <inkml:trace contextRef="#ctx0" brushRef="#br0" timeOffset="-82021.29">32727 15323 688 0,'-9'3'197'0,"-1"4"-5"0,0 1-10 16,-3 6-18-16,2-3-13 0,2 4-18 15,-1-1-3-15,3-1-17 0,2 3 10 0,-3 1-16 16,5-2-14-16,3 0 1 0,0-3-4 0,3 3-8 16,0-2-16-16,3-1-9 0,1 1-4 0,0-1 9 15,4-2-3-15,2-2-13 0,4-1 7 16,-3 0-19-16,5-4-9 0,1 2-40 0,-4-2-26 15,5-3-38-15,-2 0-39 0,-1-1-43 0,-1-6-72 16,5 4-389-16,-6-6 2 16,0-4 37-16</inkml:trace>
  <inkml:trace contextRef="#ctx0" brushRef="#br0" timeOffset="-81836.92">32965 15171 693 0,'-16'12'192'15,"13"-4"-28"-15,2 5 2 0,-2-1-2 0,3 3-28 16,0 0 63-16,0 4-12 0,0 2-15 0,2 1-19 16,-1 1-12-16,0 2-15 0,2-1-16 15,2 1-10-15,-3-1-26 0,1 1-41 0,2-6-64 16,-3-1-127-16,-2 4-493 0,4-2-22 0,-4-5 61 16,3-5 78-16</inkml:trace>
  <inkml:trace contextRef="#ctx0" brushRef="#br0" timeOffset="-81087.66">32881 15490 721 0,'3'-4'300'0,"1"-1"-29"16,-1 3-23-16,5-4-20 0,-3 3-20 0,6-2-27 16,-1 1-19-16,0-1-14 0,7-2-5 15,-3-1-17-15,3 4-6 0,1-2-18 0,1-2-7 0,-4 1-10 16,3 2-14-16,-2-1-7 0,0-1 0 0,-1 0-2 15,-2-1-6-15,1 1-5 0,-4 1-10 16,0-1-13-16,-2 0 6 0,3 0-6 0,-6-1-10 16,0 5 2-16,-3-2-2 0,1 2 5 15,-3 3-13-15,6-6-7 0,-6 6 20 0,0 0-10 16,0 0-13-16,0 0 5 0,0 0 8 0,-16 17-8 16,12-10-8-16,-2 3-2 0,6-2 0 0,-3 5 15 15,0-2-12-15,3 0-3 0,0 1 5 16,0-1-3-16,3 1 6 0,0 0-11 0,2-2 3 15,0-2 12-15,1 2-4 0,4 0 5 0,0-1-3 16,3-3 0-16,0 1 0 0,6 0 8 16,-1-2-5-16,3-2-14 0,2-2 4 0,5 1-3 15,-4-2-21-15,6-3-2 0,-2 1 13 0,1-3-14 16,-6 0 6-16,0-2-7 0,1-2-19 16,-3-3-10-16,-5 2-7 0,-2-1-16 0,-2-2 5 15,-3 2 13-15,-5-1 23 0,-1 2-10 0,-3 2 10 16,0-2 10-16,-5 3 16 0,-4-1 5 15,-1 4 12-15,0 1-2 0,-4 1 15 0,2 4 6 16,-7 2 10-16,5-1-11 0,-3 5-2 0,1 0 5 16,3 1-5-16,-2-1-5 0,4 5 18 0,4-2 2 15,-2 0-2-15,2-1-8 0,4-1-3 16,0 1 3-16,1-3-2 0,4 1-1 0,-2-2 16 16,3 1-8-16,3 1 3 0,1-3-16 0,0 0 13 15,5-2-2-15,0-2 2 0,1 0 8 16,1-1-16-16,-4-2 1 0,7-1 20 0,-6-2-31 15,3-3 13-15,-1 1-15 0,-3-4 5 0,1-1-26 16,-2-5-5-16,-2 2-10 0,-3-3-11 16,-1-3-7-16,3-3 5 0,-6-1 11 0,0-2 4 15,-6-1-5-15,6-1 11 0,-4-2-1 0,-2-1 3 16,2 7 39-16,-5 0-6 0,4 5 11 0,-1 3-6 16,1 1 8-16,-4 4-7 0,0 2-6 15,1 6-2-15,1 0 18 0,-2 5-6 0,-2 5 1 16,1 1-8-16,3 4 20 0,1 3 1 0,-2 2-1 15,5 4-5-15,3 1 3 0,0 4-13 16,0 2 0-16,7 0 0 0,0 5-5 0,2-1-2 16,2-1 7-16,3 2 5 0,4 6-13 0,-2-5-2 15,-1-7-16-15,0-1-35 0,3 1-80 0,-1-1-348 16,2-2-360-16,-4-4 101 0,2-4 88 16,-5-5 45-16,-7-4 65 0</inkml:trace>
  <inkml:trace contextRef="#ctx0" brushRef="#br0" timeOffset="-79299.81">25828 16715 691 0,'-10'-7'276'16,"0"3"-28"-16,3-1 54 0,0 2-23 0,-3-1-30 16,0 3-16-16,0 0-31 0,2 1-8 15,-5 0-12-15,-1 2-26 0,1 2-25 0,-1 2-6 0,0 0-7 16,1 3-13-16,-1 0-13 0,3 1-2 15,-1 2-19-15,1 0 4 0,4-1-11 0,3 1-11 16,1 0 6-16,0-2-10 0,3 0-11 0,0-2-10 16,3 2-12-16,1-2 14 0,2-1-1 15,1 0-6-15,4-2 12 0,2-2-22 0,-3 0-3 16,7-2 1-16,-4-1 2 0,-1 0-8 0,1-2-80 16,1 0 29-16,-1-5-18 0,-3 3 8 0,-2-3 13 15,2-1 4-15,-4 1-2 0,1 0 18 16,1-1-8-16,-5 1 3 0,3 1 0 0,-5 2 10 15,2-2-10-15,0 2 10 0,-3 4 3 0,5-3-1 16,-5 3-2-16,0 0 8 0,0 0 8 0,0 0-24 16,0 0 6-16,5 11 17 0,-1-8-10 15,-1 2 6-15,-3-5 12 0,7 6-16 16,-3-3 6-16,2 1-7 0,-2-1-11 0,6 0-8 16,-3-3-20-16,3 0-3 0,4 0-8 0,2 0-2 15,-1-2 8-15,1-2 5 0,2 2-5 16,-1-2 7-16,0 1 5 0,-4 1-4 0,2 1 17 15,-2 0-20-15,1-1 13 0,-4 4-1 0,0-1-2 16,4 0 10-16,-4 4-4 0,0 1 9 16,-2 0 0-16,1 2-2 0,-2-1 15 0,0 1 29 0,0 1-19 15,-3-2-7-15,2 2-5 0,-2-3 50 16,-1 0-24-16,0-1 14 0,0 2 14 0,-1-4 17 16,0 1-2-16,-2-4 7 0,4 6-10 0,-4-6-7 15,0 0-8-15,0 0 0 0,0 0 5 16,0 0-11-16,0 0 1 0,0-18-3 0,3 9 3 15,-1 1-21-15,0-4 8 0,1 0-8 0,3 1 8 16,-2 0-15-16,3 1 4 0,-3 1-1 0,4 0 6 16,-3 2 1-16,2 1-13 0,4 1 18 15,-2 1-26-15,-2 3 11 0,4-1-8 0,-1 4 7 16,0 1-2-16,4-1 0 0,1 0-12 0,1 2 4 16,0 0 16-16,-1 0 4 0,4-1-24 15,-1 0 14-15,3 1-15 0,-1-3 8 0,4-1 3 16,-3 0-6-16,2 0-5 0,1-2 3 0,0-3 0 15,2 1 2-15,-8-1 13 0,3 0-2 16,-3-3-1-16,-2 1 1 0,1-2-1 0,-6 0 3 16,-1-2-7-16,3-1 2 0,-9-2 0 0,3 0 10 15,-4-1-12-15,0 2 2 0,-3 0 18 0,0 1 2 16,-3 0-17-16,3 3 12 0,-4-1 5 16,1 6 1-16,-4 2-19 0,-2 1 4 0,9 1 4 15,-18 6 3-15,10 1-3 0,-5 1 0 0,3 2 8 16,1 3-3-16,1-2-10 0,3 3-2 15,0-2 2-15,5-1 3 0,-3 0-16 0,3 2 6 16,3-2 2-16,0 0 10 0,0-3-8 16,1 1-2-16,4-3 0 0,1-3-10 0,-2 2 15 15,0-4-28-15,4-1 21 0,-11 0-3 0,20-6-8 16,-8 2 15-16,-4-4-4 0,2-2-8 0,-2-1-6 16,2-4 19-16,-2-5-14 0,-3 1 11 0,3-5-23 15,-5-3 11-15,0-7-11 0,0-2 0 16,-2 0 5-16,-1-2-3 0,0 4 1 0,0 5 4 15,0 1 16-15,0 3 8 0,-1 4 23 0,1 3-8 16,-3 4-13-16,3 2-7 0,-3 5 9 16,3 1 1-16,0 6-3 0,0 0 3 0,0 0 3 15,-11 18 4-15,11-5-10 0,0 0 1 0,0 6 4 16,6 1-7-16,-4 1 9 0,1 1-6 0,4 2 4 16,-1-2-15-16,5 0 13 0,-4-2-5 15,3 1-1-15,0-2-53 0,1 0-46 0,0-3-103 16,-1-1-219-16,2-1-336 0,-1-4 61 0,-2-3 93 15,-1-2 56-15</inkml:trace>
  <inkml:trace contextRef="#ctx0" brushRef="#br0" timeOffset="-78671.27">27886 16617 637 0,'4'18'159'0,"-1"-2"-14"0,1-1-9 15,2-1-10-15,-2-2-16 0,2 2 7 0,-2 0-19 16,6-3 1-16,-3 4-19 0,0-3-9 0,-1 3 4 16,2-3-11-16,-5-2-21 0,1 0 16 0,2 0-8 15,-1-2 0-15,-3 0 6 0,1-1-24 16,3 0 21-16,-4-3-16 0,-2 2-12 0,3-1 7 16,0-2 3-16,-3-3-8 0,7 4-18 0,-7-4-7 15,10 0-26-15,-10 0-28 0,19-5-82 16,-11 1-177-16,3 1-343 0,-1-4 52 0,3 1 53 15</inkml:trace>
  <inkml:trace contextRef="#ctx0" brushRef="#br0" timeOffset="-77921.54">27743 16746 1064 0,'0'-5'274'16,"0"-1"-15"-16,3 0-29 0,4-2-17 0,3-1-27 15,4 1-19-15,-1-1-11 0,8-1-20 16,0 1-8-16,2 0-29 0,1 3 4 0,4 1-11 16,-1 1-8-16,1 1-2 0,-1 2-18 0,2 2-2 15,0 2-16-15,-1 1-3 0,2 2-12 16,-6 2 2-16,9 2-2 0,-5 1 2 0,-4 3-20 15,0-2 15-15,-7 2-25 0,3 0 33 0,-5 1-31 16,-2-1 13-16,-3 0-13 0,1 3 8 16,-1-5 2-16,-3 1-7 0,-1-1-3 0,-1-2 5 15,-2-1-2-15,3 0 15 0,-3-2 15 0,-2-1-10 16,2-1-5-16,-3-1 3 0,0-4-3 0,0 0-3 16,0 0-2-16,0 0 3 0,0 0-3 15,0 0-5-15,-5-15 2 0,0 4-13 0,5-3-7 16,0 0 5-16,0-4 0 0,3-1-2 0,0-1-6 15,1-1 13-15,3-2 3 0,2 2-3 16,-1 1-18-16,2 1 8 0,1 2 0 0,-1-1-3 16,0 7 8-16,4 1-10 0,-4 0 10 0,3 3 0 15,-2 2-2-15,-1 2-14 0,0 3 8 16,4 2 6-16,-4 1-11 0,1 2 3 0,2 4 7 16,-1 0-2-16,0 3 3 0,-2 0 4 15,0 1-7-15,-2 0 8 0,2 0-21 0,0 1 15 0,1 0 8 16,-1-2-7-16,-2 2 9 0,1-1 1 15,1-1-18-15,-3-2 15 0,3 0-5 0,-1-4 0 16,-1 3 8-16,-1-4-6 0,4 0 8 0,-2-3-10 16,1 0 8-16,-3-4 5 0,7 0-8 15,-4-3-5-15,3 0-3 0,-2-4-2 0,1 2-7 16,-1-4 1-16,-1-1-7 0,-2-1 6 0,0 1 1 16,0-1-7-16,-3 1 13 0,1 1 3 15,-5 1 9-15,5 0 9 0,-2 2-8 0,-3 2-14 16,2 1 9-16,-3-1 2 0,0 6 5 0,0 0-2 15,0 0-3-15,0 0 0 0,0 0 0 0,0 0-7 16,0 0 7-16,-3 20-8 0,3-13 6 16,0 1-3-16,3 0 5 0,-3-1-5 0,3 4 3 15,-3-2 4-15,4 1-4 0,-1-4-3 0,0 4 10 16,2-6-18-16,-3 3 8 0,1 0 3 16,4-3 2-16,-3 1 0 0,-1-3-10 0,4 2-33 15,0-2-49-15,0 1-75 0,0-2-283 0,2 0-359 16,-2-1 85-16,-7 0 82 0,18-1 58 15,-10-3 62-15</inkml:trace>
  <inkml:trace contextRef="#ctx0" brushRef="#br0" timeOffset="-77504.71">29155 16699 719 0,'10'0'256'0,"-10"0"-11"16,10-4-30-16,-3 1-23 0,0-1-7 0,0 1-21 15,4-3-19-15,0 0-6 0,-6 0-24 0,2 0-2 16,3-1-83-16,-3-1 11 0,-2-1-8 0,0 1 6 15,-2-4-3-15,0 3-18 0,-2-1-6 16,-2-2 11-16,1-1-2 0,-3 3 2 0,0 1-8 16,0 0-2-16,-1 1 8 0,-6 2-1 15,3 4 1-15,-3 0-11 0,0 4 15 0,-4 2-9 16,0 3-11-16,-3 2 20 0,4 4-9 0,-2 2-1 16,4 3-2-16,0 0 25 0,0 2-22 0,7 1 20 15,1-2-26-15,0-1 0 0,6 1 3 16,0-2 7-16,4 1-7 0,1 0 5 0,4 0-3 15,-1-1-2-15,3-3-13 0,5 0-2 0,-1-4-21 16,-1 0-62-16,3-2-74 0,-2-2-173 16,-1-1-390-16,4-3 87 0,-5 1 49 0,2-3 61 15</inkml:trace>
  <inkml:trace contextRef="#ctx0" brushRef="#br0" timeOffset="-76754.41">29992 16523 890 0,'-10'14'256'0,"6"-6"-20"0,4-1-24 0,-3 3-22 15,6 1-9-15,-3 1-32 0,0 1 4 0,4-3-35 16,3 5 0-16,-4-2-21 0,4 0-7 0,2 1-6 16,-1-3-4-16,-1 0 55 0,0-4-17 15,2 2-8-15,2-4 3 0,-4 1-24 0,3-1-12 16,-2-5 8-16,1 3-16 0,-9-3-21 16,14-4 9-16,-5-1-6 0,-4-1-15 0,1-1-6 15,-2-4 6-15,-1 0-10 0,0 0 4 0,0 0 11 16,-2-2-10-16,-1 1-5 0,4 0-1 15,-1 1-7-15,-1 1 5 0,0 0-15 0,1 0 12 16,3 0-9-16,-2 0 4 0,7 3-10 0,-2 0 0 16,0 2 3-16,2-1 0 0,4 2-11 0,-2 0 16 15,5-2-8-15,2 2 8 0,-3 1-18 16,4-1 15-16,-2 0-10 0,2 0-3 0,0-2 6 16,0 1-13-16,-4-1 5 0,4 2-6 0,1 0 22 15,-4-2-19-15,0 2 0 0,-5 1-2 16,0-1 0-16,-2 0 2 0,-1 1-12 0,-3 2 7 15,3 1-5-15,-10 0 15 0,0 0-17 0,4 6 4 16,-4-6 14-16,-4 12-8 0,-2-4 7 16,-5 4-2-16,1 0 5 0,3 2 3 0,-3 1-3 15,3 0 2-15,0-1-2 0,-2 3 0 0,4-2 5 16,-1 1 3-16,-1 0 0 0,4-1-14 16,2-1 17-16,-2 0-19 0,3-1 8 0,0-2-5 15,0 1 7-15,0-3 4 0,3-1 1 0,-2-1-7 16,5-3 8-16,-2 0 2 0,2-4-15 15,5 2-10-15,-11-2-1 0,15-3 14 0,-4-3-1 16,-3-1-33-16,-1-4 11 0,3 0-11 0,0-3 8 16,-6 0 2-16,3-1 1 0,-1 0 4 0,2 1 11 15,-2 2 12-15,-2 0 4 0,-1 4-1 16,2-2-13-16,-3 6 8 0,-2 0 3 0,0 4-3 16,0 0 5-16,0 0-3 0,0 0 6 0,0 0 5 15,6 14-6-15,-6-6 4 0,3 1-9 16,-1 0-4-16,1 1 7 0,0 2 2 0,3-1-4 15,-2-1-6-15,1 1-17 0,0-1-31 0,2 0-47 16,-3 1-109-16,3-3-323 0,2 1-243 0,-2-4 95 16,1-1 53-16,0-1 60 0</inkml:trace>
  <inkml:trace contextRef="#ctx0" brushRef="#br0" timeOffset="-76221.75">30743 16492 760 0,'1'24'225'0,"5"-5"-33"0,-1-2-23 15,3-2 5-15,-6 1-8 0,7-1-33 16,-2 2-20-16,4-3 2 0,-4-1-15 0,3 0-38 15,1-2-9-15,1-1-30 0,0-1-5 0,-2-4-8 16,0 0-30-16,3-4-34 0,-3 1 3 0,0-4 0 16,1-2 7-16,-1-1-32 0,-3-2-29 15,3-6-3-15,-2 1 26 0,-2-5 41 0,1-4-64 16,-1-1 34-16,-2-2 17 0,0 1 49 16,2 2 2-16,-5 2 88 0,2 2 2 0,0 2 5 15,0 4-26-15,-2 0-7 0,-1 3 15 0,0 2-10 16,0 6-17-16,0-4 22 0,0 4-13 15,0 0 3-15,0 0-5 0,0 22-3 0,0-10-10 16,3-1 7-16,-3 4 6 0,3 1-8 0,-3 1-2 16,5 0-3-16,-2 0-11 0,0 0-1 0,0-1 6 15,1 0 1-15,-1-1-10 0,3-1-1 16,-2-1 1-16,2-2-8 0,-4-2-16 0,4 0-14 16,-2-2-11-16,2-1-6 0,1-1-22 15,3-1 15-15,-6-3-17 0,3 3 4 0,-1-3 0 16,-6-1 8-16,14 0 11 0,-14 0-11 0,10-1 13 15,-10 1-6-15,10-4 9 0,-6 3 4 0,0-3 9 16,3 1-1-16,-4-3 26 0,0 4-24 16,3-3 1-16,-5 0 0 0,2-1 17 0,3 3-24 15,-4-1 11-15,-2 4 12 0,3-7-35 0,-3 7-63 16,3-6-133-16,-3 3-394 0,0 3 35 16,0 0 62-16</inkml:trace>
  <inkml:trace contextRef="#ctx0" brushRef="#br0" timeOffset="-75738.69">31223 16649 890 0,'0'0'251'0,"3"-4"-21"0,0 0-30 16,-3 4-90-16,4-8-20 0,2 5-8 0,-3-3 0 16,2-1-13-16,2 2-3 0,-4-2-4 0,4 0-3 15,-1-1-18-15,2-2 2 0,0 0-5 16,-3-4-2-16,2 4-8 0,-4-3 13 0,5 3-10 16,-5-2 20-16,3 0-5 0,-2 4 16 0,-1-2-11 15,0 2-10-15,-1 0 79 0,-1 1-10 0,0 0-5 16,-1 2-15-16,3-1-3 0,-3 1-5 0,0 5-16 15,0-9-17-15,0 9 7 0,-3-6-10 16,3 6 3-16,-2-3-11 0,2 3-7 0,0 0-3 16,0 0 6-16,-21 10-11 0,13-6 7 15,1 5-12-15,1-1 8 0,-1 0-3 0,3 2-5 16,-3 0-8-16,1 1 16 0,2 1-1 0,4 0-2 16,-3 0-12-16,3 1-4 0,3 0 11 15,-3 0 8-15,4 2-3 0,2-1 2 0,1 0-7 16,2-2-5-16,-4 1-5 0,5-2 12 0,1-1-17 15,-1 0 27-15,-1-4-1 0,3 3-9 0,-6-4-7 16,4 1-16-16,-3-2-12 0,0 0-26 0,-3-1-69 16,-4-3-126-16,8 1-508 0,-8-1-35 15,0 0 99-15,0 0 55 0,0 0 72 0</inkml:trace>
  <inkml:trace contextRef="#ctx0" brushRef="#br0" timeOffset="-74635.45">30590 16271 568 0,'0'0'215'0,"0"0"-10"0,0-8-21 16,0 8-20-16,3-3-21 0,-3 3 0 16,0 0-22-16,3-8-75 0,-3 8 0 0,2-4 0 15,-2 4 15-15,0-6 8 0,0 6-7 0,0 0-1 16,0-6 67-16,0 6-2 0,0 0-16 16,0-6-8-16,0 6-10 0,0 0-33 0,0 0 15 15,0 0-4-15,0 0-12 0,0 0-4 0,0 0-15 16,0 0 7-16,0 0 0 0,0 0-18 15,0 0 8-15,0 0-16 0,0 22 8 0,0-13 3 16,3 3 7-16,0 0 1 0,-3 4-1 0,6 0-7 16,-5 4 7-16,5-2-20 15,-2 4 23-15,2 2-10 0,2-1 0 0,-2 1 10 0,-2 1-6 16,5-3-4-16,-1 0 0 0,-1 1 0 0,0-2-1 16,3-1-17-16,-3 1 18 0,3 0-16 0,-3-4 6 15,4-1-1-15,-3 1 6 0,0-4-8 16,-2-1-3-16,1 1-2 0,-2-3-3 0,3-1-5 15,-6-1-2-15,6 2-11 0,-6-2-25 0,4 2-24 16,-2-2-50-16,0-2-157 0,-1 4-532 16,2-2 46-16,-3 0 85 0,1-1 68 0,2 0 57 15</inkml:trace>
  <inkml:trace contextRef="#ctx0" brushRef="#br0" timeOffset="-73689.02">31578 16073 639 0,'3'-6'187'0,"1"4"-8"16,0-2-22-16,5-1-19 0,-2 3-8 0,0-3-14 16,7 2-12-16,-4-1-1 0,1 2-19 15,2-1-7-15,-3 1-10 0,4-2 4 0,-4 4-25 16,-3-1 8-16,4-3-3 0,-11 4-25 0,13 0 12 16,-13 0-15-16,16 0-2 0,-11 3 10 15,1-1 12-15,-6-2-12 0,7 6 0 0,-1-1 2 16,-1 2 3-16,0 2 58 0,-3 3-17 0,-2-1 18 15,3 6 0-15,2 1-19 0,-3 2 4 0,-2 4-3 16,3 2-6-16,0 5 3 0,3 6-2 16,-4-3-3-16,1 2-5 0,0 2-18 0,0-2 3 15,-2 3 0-15,2-2-3 0,2 2-11 16,-4 0 14-16,3 13-16 0,-4-8-12 0,3-6 17 16,0-1-4-16,-6 1-1 0,3-1-5 0,-3-4-5 15,3-1 5-15,0-3-5 0,-3 2 8 16,3-3-13-16,-2 0 2 0,0-3 1 0,-4-3-3 15,6-2 0-15,-4-1 7 0,1-3-9 0,0 1 7 16,2-4 2-16,-6-1 1 0,4-4-1 0,-2 3 14 16,-3-2 2-16,1 0-13 0,-4-2-3 15,-2 2-9-15,-1-4 4 0,-3 4 1 0,0-4-14 16,-3 1 11-16,-4 1-12 0,-1 0-4 0,-9-1-30 16,-3 0-26-16,-1-2-30 0,0 2-55 15,-2-2-165-15,-1 1-520 0,-17 1 48 0,9-2 85 16,2-2 79-16,-19 0 59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6:04:41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1,'9903'0,"-9882"0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6:05:46.6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8749,'0'-8734,"0"8720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6:08:46.54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6423,'11092'-6404,"-11061"6385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6:09:38.996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0,'12581'3371,"-12518"-3354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6:10:50.215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3599,'13412'-3594,"-13392"3589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8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24575,'3'0'0,"2"-4"0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8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9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9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0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4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24575,'4'0'0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8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3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4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4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24575,'0'-3'0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5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5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2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2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0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3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4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6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6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7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9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40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42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6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7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0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0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1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24575,'-4'0'0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1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7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7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8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6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6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24575,'4'-4'0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1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832 0 24575,'0'0'-8191</inkml:trace>
  <inkml:trace contextRef="#ctx0" brushRef="#br0" timeOffset="1">0 241 24575,'0'0'-8191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3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24575,'4'0'0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9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1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2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2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3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4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5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5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6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6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7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7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0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1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2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43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24575,'0'4'0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45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46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4:48:45.12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1807 700 706 0,'3'-5'274'0,"-3"-1"-28"0,0 6-8 16,0-8-13-16,0 3-18 0,0 5-25 15,0-7 2-15,0 7-7 0,0-6-95 0,0 6 5 16,0-6 5-16,0 6-41 0,0 0 5 0,-6-5-4 16,6 5-6-16,-8-1 13 0,8 1-21 0,-14 5-5 15,1 0-7-15,0 1 2 0,-5 4-15 16,1 2 20-16,-4 1-18 0,2 2 3 0,-2 6 8 15,-1-1 0-15,3 3-6 0,-2 2-5 16,4 0 8-16,0 0-7 0,2 1 4 0,2-1 8 16,3-1-12-16,3-3-14 0,0 2 11 0,1-2 8 15,5-3-9-15,-1 1-14 0,4-1 4 0,2 0 6 16,0-2 0-16,2 0-11 0,5-1 3 16,-1 0 13-16,0-1-8 0,4-3 8 0,-1-1-16 15,1 0 3-15,0-3-2 0,3 1 12 0,-4-3-2 16,-2 0-11-16,3-3 3 0,-1 1 3 0,-3-2-3 15,-2-1 23-15,-8 0-36 16,16-2 3-16,-11 0 0 0,1-1 7 0,-3-1 3 0,-3 4-5 16,3-8 10-16,-3 1-13 0,0 1 6 0,-3 1 9 15,3-2 1-15,-3 1-8 0,-1 0 0 16,1 0-2-16,3-1 9 0,-4 1-2 0,1 1-2 16,2-1-11-16,-1 1 8 0,1-1 10 0,1 1-2 15,0 5-3-15,0-10 0 0,3 4-5 16,1 2 3-16,3-1-3 0,0-2 0 0,3 4 0 15,1-1 8-15,2 1-24 0,0 3 11 0,1 0 3 16,0 3-11-16,3 1 13 0,0 2 0 0,-2 1-5 16,0 4-3-16,3 0-10 0,-4 3 26 15,0 2 5-15,-1 0-19 0,-2 2 4 0,-4-1 4 16,-1 0 4-16,0 1-17 0,-2-1 14 0,0 1-6 16,-3 1-2-16,1-2 13 0,-2 1-8 15,1-2 5-15,-1 2-8 0,0-2 11 0,0-3-74 16,3 2-27-16,-3-2-19 0,3-1-116 0,-2-4-141 15,5 3-345-15,0-4 28 0,2-1 97 0,-2-5 57 16</inkml:trace>
  <inkml:trace contextRef="#ctx0" brushRef="#br0" timeOffset="983.91">2168 1117 739 0,'0'0'256'0,"0"0"-23"0,-6 18-26 0,6-11-27 16,-4 2-9-16,4 0-20 0,-2 1-23 0,2-2 3 16,2 3-37-16,-1 1 6 0,2 0-13 15,0-4-2-15,0 3-11 0,2-1-7 0,1 0 2 16,1-2-21-16,-1-1-2 0,2 1 8 0,2-3-5 16,0 0 2-16,0-2-8 0,1-2-22 0,2-2 79 15,-2 1 12-15,-1-2-27 0,0-3-8 16,1 0-11-16,-2-1 1 0,-1-3-3 0,1-2-11 15,-4-1 4-15,1-3-19 0,-3-1-7 0,-2-2 0 16,2 0-1-16,-6-2 1 0,2 0-8 16,-2 0 0-16,0 0 10 0,-4 0 3 0,3 5-23 15,0-2 13-15,1 3-16 0,-3 2 8 0,3 1 2 16,2 1-9-16,-5 1 4 0,6 1-10 16,-4 2 0-16,3 0 0 0,-2-1-12 0,3 2 4 15,0 5 8-15,0-6-7 0,3 2 7 16,-3 4 0-16,12-5-5 0,-3 0 25 0,5 1-14 15,0-2-14-15,6 2-5 0,4-2 14 0,0 0-1 16,3-3 7-16,4 4-1 0,0-3-9 0,6 1 6 16,-3 0-11-16,5-1 11 0,-5 2-3 0,-4-1-5 15,-2 3 3-15,-4-2-1 0,-1 3 1 16,-5-1-8-16,-2 1-8 0,-4 1-2 0,0-1 12 16,-4 1 0-16,2 2 3 0,-10 0 0 0,7 5 3 15,-7-5-8-15,-4 12 2 0,-7-2 3 16,-1 2 3-16,-2 3-1 0,0 1-2 0,-3 0 6 15,-3 3-6-15,5-1 0 0,2-2-6 0,-4 1-1 16,6 0 4-16,-1-3 1 0,3-1-19 16,3 2 19-16,-1-1-11 0,4-3 15 0,0-1-7 15,0 0-2-15,3-2 7 0,6-1-3 0,-3 0-17 16,4-3 4-16,4 0 1 0,-1-2 2 0,6-1 5 16,-2-2-10-16,3 1-5 0,-2-5 13 15,1 0-8-15,1-2 5 0,1-1 8 0,-2-3 3 16,2 0 2-16,-5-3 2 0,-3 1 1 15,1 1-1-15,-1-1 11 0,-3 2 3 0,1 2 17 16,-2 0-13-16,-2 1 1 0,-1 2-3 0,3 2 0 16,-6 1 0-16,0 3-8 0,0 0 8 15,0 0-3-15,0 0-10 0,-6 21-7 0,2-14 9 0,1 3-2 16,3 1-5-16,-3-1 0 0,3 0 0 16,-1 2 3-16,5-2 0 0,-4 1-6 0,3-1 8 15,4 0 3-15,-3-1-6 0,6-1 9 16,-3 0-4-16,3-2-12 0,4-2 3 0,-1 1 9 15,0-3-4-15,1 0 2 0,3-4-5 0,0 1-3 16,2-3 11-16,-3-2-3 0,4 0 5 16,-3-3-2-16,0-4-10 0,0 0 2 0,-2-2-3 15,-2-2 0-15,1-4-4 0,-1-4 7 0,-3-2 0 16,1 0-5-16,-5-3 10 0,1-1 0 0,1-1-18 16,-5 1 3-16,0-3 0 0,-2 5 20 0,2 2-3 15,0 0-12-15,-3 6 3 0,0 0 9 16,0 4 11-16,0 3-10 0,-3 0 2 0,3 3-10 15,0 2 3-15,-1 7 7 0,1 2-12 0,0 0-1 16,0 0 0-16,0 0 3 0,-9 23-5 16,5-9 0-16,3 5 3 0,1 0 2 0,0 1 10 15,1 5-10-15,3 0 0 0,-1 0 5 0,3 2 0 16,-2-1-2-16,6 3 2 0,-2 0 8 0,5-1-16 16,0-1 13-16,1-1-7 0,-1-1-21 15,5-3-44-15,-5 1-48 0,2-4-92 0,1-3-225 16,1-1-413-16,0-3 93 0,1 0 79 15,-2-6 56-15,1-1 59 0</inkml:trace>
  <inkml:trace contextRef="#ctx0" brushRef="#br0" timeOffset="1516.46">4080 794 990 0,'0'0'310'0,"0"0"-29"16,0 0-22-16,4 16-29 0,-4-7-15 0,-1 2-23 15,1 3-20-15,-3-1-14 0,3 3-9 0,0 0-21 16,3 3-10-16,-2-1-21 0,2-2-7 0,0 2-9 16,0-1-9-16,1 0 5 0,-1-3 2 15,4 1-15-15,1 0-15 0,1-1-8 0,-2-3-10 16,0 1 15-16,3-5 5 0,-3 0-18 0,3 0 0 15,1-3-10-15,-4-3 13 0,3 0-15 16,-1-2-1-16,2 0 1 0,-1-4-3 0,0-2 7 16,-2-1-22-16,2-3-3 0,-3-5-3 0,-1 1-2 15,1-2-3-15,-3 1 14 0,-1-1-17 16,0 0 4-16,-3 4 1 0,0 1 22 0,0 1-14 16,1 1 6-16,-1 1 7 0,0 0-9 15,0 2-6-15,3-1 2 0,-3 2-12 0,0 1 5 16,0 5 5-16,3-5-3 0,-3 5-4 0,0 0 7 15,0 0-8-15,0 0 8 0,21 10 8 0,-15-4-14 16,1 2 6-16,4 0-2 0,2 4-1 0,-3-1 14 16,1 0-17-16,-1 2 6 0,0-1 3 15,1 2-6-15,-1-1 11 0,-3 0 5 0,3 1-3 16,-7 0-5-16,1-3 3 0,-1 1 2 0,-3 0 8 16,0-1 0-16,-3 0 2 0,-1 0-9 15,-2 0 9-15,-2 0-17 0,-1-1 12 0,-1-1 6 16,2-2-11-16,-2-2-3 0,-3 0-19 15,2-2-37-15,-3-1-79 0,0-4-125 0,1 1-538 0,0-6-18 16,-1-3 97-16,-3-1 57 0,3-7 97 16</inkml:trace>
  <inkml:trace contextRef="#ctx0" brushRef="#br0" timeOffset="1633.45">4155 577 780 0,'0'-6'256'0,"-3"1"-25"0,3 5-24 15,0-10-33-15,-3 7-54 0,3 3-53 16,0 0-90-16,-1-7-208 0,1 7-421 0,0 0 99 16</inkml:trace>
  <inkml:trace contextRef="#ctx0" brushRef="#br0" timeOffset="2483.01">5464 761 875 0,'-10'-8'310'0,"3"5"-11"0,-3-1-43 0,0 2-20 16,3 0-19-16,-3 2-15 0,10 0-33 0,-21 4-7 15,8 5-42-15,-1-1 5 0,1 4 1 16,-2 2-24-16,2 3-15 0,-1 0 5 0,4 2-10 15,0 0-10-15,2 1-21 0,-1-1 5 0,8-2 1 16,-2-1-14-16,-1-1 3 0,5 0-7 16,2-2-3-16,0-1 2 0,4 0 3 0,1-1-16 15,2-2 6-15,2-1-13 0,3-3-3 0,1 0-7 16,2-5 13-16,-2 0-9 0,5-3-6 16,-3-1 4-16,-1-1-8 0,0-2 19 0,-1-2-11 15,-1 0 0-15,-2-3 3 0,-2 1 0 0,-1-1-3 16,0 1-7-16,-4-2 20 0,2 3 20 15,-5 1-12-15,1 2-13 0,2-1-5 0,-3 1-1 16,1 2-4-16,-1 1 2 0,-3 0 6 0,0 4-9 16,0 0-4-16,0 0 7 0,0 0-2 0,8 13 0 15,-8-8-8-15,3 2 2 0,0 1 3 0,-2 1 3 16,2-1 7-16,3 0-7 0,-3 3-11 16,5-4 3-16,-1 2 0 0,-1-1-30 0,1-1-42 15,4 0-43-15,-1-2-49 0,3-3-138 16,1 2-522-16,-1-2 35 0,2-3 119 0,-2-1 71 15,-3-2 38-15</inkml:trace>
  <inkml:trace contextRef="#ctx0" brushRef="#br0" timeOffset="2699.92">5810 551 765 0,'0'0'312'0,"0"0"-38"0,0 0-28 15,3 19-18-15,0-8-88 0,1 0 4 0,-1 5-37 16,0 3-20-16,1 2 13 0,3 2-8 0,-3 2-10 16,2 2-5-16,1 3-16 0,-1 0-4 0,2 1-4 15,-1 0 1-15,0-1-10 0,2-2-19 0,-1 1-43 16,2-1-41-16,0-6-66 16,-3-1-93-16,4-3-112 0,1 2-333 0,-5-6 29 0,4-3 73 15</inkml:trace>
  <inkml:trace contextRef="#ctx0" brushRef="#br0" timeOffset="4215.67">6072 894 824 0,'0'0'297'0,"-2"-6"-31"0,2 6-23 16,0 0-23-16,0 0-20 0,0 0-29 0,0 0-7 16,-1 20-10-16,1-9-16 0,0-2-23 15,1 2-12-15,-1 2-6 0,3-2-13 0,0 2 8 16,0-1-17-16,2 0-11 0,1-1-8 15,-2-1-2-15,2 1-6 0,0-1-4 0,2-1-11 16,-1-2-5-16,0 1 0 0,2-3-2 0,-1 0 0 16,-1-3-8-16,0 1 5 0,2-2-8 0,-1-1 5 15,-8 0-4-15,16-4-6 0,-9 1-2 0,1-1 7 16,-2 3-2-16,1-2-5 0,-7 3 2 16,7-4-13-16,-1 4-4 0,-6 0-4 0,7-3-4 15,-7 3 2-15,0 0 11 0,11 0 7 16,-11 0-13-16,9 3 3 0,-9-3-3 0,12 0 11 15,-12 0-6-15,13 0 3 0,-4 1 5 0,-1-1-15 16,-8 0 18-16,17-1-8 0,-6 1-13 16,-4-2 10-16,2 1-2 0,-2-3-2 0,-1 1-4 15,2 0-7-15,-5-1-2 0,1 0 5 0,-1-2-8 16,-3 1 7-16,0-3 3 0,0 2 16 0,-6-4-13 16,2 1 2-16,-4-1 6 0,-1-2 19 0,2-1 12 15,0 3 9-15,-3-1-7 0,6 2 5 16,-3 1 4-16,4-1-19 0,-3 1 10 0,5 1-21 15,-2-2 16-15,6 3 7 0,1-2-15 16,2 1 0-16,1 0-6 0,7-1 4 0,0 0-14 16,3 1 3-16,3-1 6 0,4 0 1 0,0-1-1 15,0 0-16-15,-1 2 5 0,2-1-26 16,2 1 6-16,-3 0-3 0,4 0-21 0,-1-1 13 16,-4 2 8-16,1-1-7 0,-6 2 9 0,-2 1 8 15,-1 1 6-15,-5 0 4 0,1 0 3 0,-4 2-8 16,2 0 6-16,-9 1 12 0,7 3-13 15,-4 2 14-15,-6 3-4 0,3 1-4 0,-4 3 2 16,1 2-2-16,-3 1-6 0,2 2 13 0,1-2 1 16,-2 1-11-16,2 0-6 0,3-1 17 15,0-1-14-15,0 2 11 0,1-4 10 0,6 3-6 16,-4-2 6-16,1-3 3 0,2-1-19 0,1 0-2 16,1-2 3-16,2-1-6 0,2-3 1 0,-1-1 2 15,-1-1-13-15,1-2 5 0,2-2 19 16,-3-2-16-16,0-1-1 0,1-1 12 0,-4-5-4 15,-1 0-2-15,1-1 3 0,-2 0-6 0,1-1 24 16,-3-1 2-16,1 0-5 0,-1 3-6 16,0 1 11-16,-3 2-66 0,1 1-8 0,1 0 5 15,-2 1 5-15,0 7-3 0,1-2 18 0,-1 2-12 16,0 0 10-16,0 0 2 0,0 0 11 0,0 19 7 16,3-11-10-16,0 1 6 0,1 0 6 15,0 0-1-15,-1 1-1 0,4 1-7 0,-1-3 10 16,1 1 7-16,4 0-4 0,-1-3 4 15,0 1-12-15,7 1 10 0,-4-4 0 0,-1 1 8 16,4-4-11-16,1 0 11 0,-6-1-11 0,6-1-4 16,-4-2 7-16,5-1-16 0,-2-2 11 0,-2-1 2 15,-3-3-14-15,0 2-1 0,-1-2 7 16,-4 1-9-16,1-2 28 0,-1 3-21 0,-1 0 15 16,-2 1-12-16,0 0 10 0,0 2-13 0,0 1-12 15,-3 4 7-15,4-6 2 0,-4 6-7 0,0 0 18 16,0 0-10-16,0 0 0 0,0 0-8 0,14 10 12 15,-11-6 1-15,1-1 2 0,-1 0 8 16,4 0-15-16,-1-1 5 0,-6-2-3 0,14 1-13 16,-7-1 8-16,-7 0-10 0,18-3 13 15,-12 0-13-15,1-2-5 0,0 0 12 0,-1-1 3 16,-1 0 5-16,1-3 11 0,-2 1-3 0,2-1 10 16,-3 0-3-16,-3-1 19 0,1 1-11 15,1 0 0-15,-2 2 8 0,1 1-10 0,-1-1-18 16,0 2-6-16,0 5 6 0,0 0 18 0,0 0-8 15,0 0 5-15,-4 19-3 0,1-1 6 0,3 3-3 16,0 6-5-16,0 9 5 0,3 2 6 0,-2 16-1 16,5 2 13-16,-1 0-10 15,1 2-8-15,1-1-5 0,3-1 0 0,0-4 5 0,-3 3 5 16,3-5-10-16,-4-1 5 0,-1-11 21 16,1-5-24-16,-6-8 9 0,1-2-11 0,-1-4 18 15,-1-4-11-15,-2-4 6 0,-4-2 0 0,0-4-18 16,-3-5 18-16,10 0-19 0,-24-14 9 15,8 1 0-15,1-5-3 0,-1-4 7 0,1-4 1 16,-1-2-3-16,5 1 8 0,1-2-6 0,0-1-12 16,3 3 21-16,6-1-1 0,-2 0-7 0,6-2 5 15,1-3-3-15,4-1 0 0,1 0-5 16,4-9 8-16,5 2 0 0,-5 7-3 0,2 6 3 16,-2-1-13-16,4 2 5 0,-4-2-3 0,1 4 4 15,0 0-4-15,0 5-4 0,-4 2 4 16,0 0 1-16,-3 4-11 0,0 2 0 0,0 1-10 15,-1 3 8-15,-2 0 0 0,-1 4-8 0,1 1 0 16,-4 3 10-16,7-2-2 0,-7 2-3 0,0 0 6 16,6 12-9-16,-2-5 11 0,-1 2-10 15,4 1 5-15,0 2 10 0,0 3-8 0,3 1 0 16,4 3 3-16,-1 1 10 0,2 2-10 0,4-1-3 16,-1 2 14-16,-1-3-4 0,3 2 1 15,1-2-3-15,-7-3 2 0,3-1 9 0,-4 0 1 16,-3-4-4-16,-2 1 15 0,-1-2 0 0,-1-2 3 15,-3 1 27-15,-2-1-7 0,-2-2 8 16,-2-1-13-16,0 0 3 0,-4 1 35 0,0-2 0 16,-4-2 1-16,2 1 7 0,2-3 0 0,-4 2-5 15,4-3-13-15,-5 0 0 0,3-1-10 0,0-2-34 16,2-1-19-16,0 1-30 0,-3-3-19 16,6-2-82-16,1-1-55 0,0 2-132 0,6-5-481 15,0 2 48-15,1-3 64 0,6-3 51 0,4-2 49 16</inkml:trace>
  <inkml:trace contextRef="#ctx0" brushRef="#br0" timeOffset="4699.45">8363 616 675 0,'1'5'251'0,"2"5"-15"16,-3 3-34-16,0 1-8 0,3 1-12 15,-3 4-23-15,0 2-16 0,3-2-12 0,-3 2-3 16,4 3-21-16,-4 0-15 0,6 1 3 0,-5-1-18 16,2-1-11-16,4 0 11 0,-3-2-21 15,2 0 8-15,1-1-33 0,-1-3-18 0,5-1-21 16,-4-2-22-16,3-2-27 0,1-2 4 0,-1-1-4 16,0-1 3-16,-3-6 1 0,4 2 14 0,-2-4-9 15,-9 0 22-15,15-8 3 0,-6 1 8 16,-5-2 4-16,3 0 27 0,-1 0 9 0,1-1 32 15,-3 1 17-15,-1 2 0 0,1 1-12 0,-1 0-6 16,0 0-15-16,0 3-8 0,1 0-5 0,-4 3-5 16,0 0 13-16,0 0 5 0,0 0-15 15,17 11-1-15,-14-7-2 0,1 3-5 0,2-1 8 16,-1 2-6-16,2-2-2 0,-1 1-2 0,1-1-4 16,3 1 6-16,-3-2-5 0,3 0 0 15,-3-2 5-15,4 0-5 0,-1-1 7 0,0-1 8 16,0-1-15-16,0 0 8 0,0-1 7 0,-2-1-3 15,2-3 9-15,-3 0-9 0,-1 0 1 16,2-3-6-16,-2 0 16 0,-3-1-8 0,1-1 0 16,-1 0-10-16,-3 1 5 0,-3-2-5 0,3 1 3 15,-4 0-14-15,-5 0-12 0,1 0-7 0,-5 1-42 16,-2 2-64-16,-7-2-100 0,-3 3-204 16,1-2-328-16,0 0 36 0,1 0 69 0,-4 0 66 15</inkml:trace>
  <inkml:trace contextRef="#ctx0" brushRef="#br0" timeOffset="4899.46">8251 781 924 0,'0'0'314'16,"0"-6"-9"-16,0 6-13 0,3-8-57 0,0 4-9 15,4-1-32-15,0-1-5 0,3 0-17 16,3-1-31-16,5 0 2 0,-5 3-43 0,5-3-44 15,-2 0-48-15,5 1-82 0,-3 1-54 0,1 0-533 16,2 2-37-16,-3-3 35 0,-2 2 69 16</inkml:trace>
  <inkml:trace contextRef="#ctx0" brushRef="#br0" timeOffset="5384.79">9964 521 642 0,'-8'-2'220'0,"1"0"59"16,-3 1-31-16,0-1-15 0,10 2-15 15,-20 6-16-15,9 1-15 0,-2 4-8 0,2 3-110 16,-3 4 16-16,8 3 4 0,-4 2-20 16,2 2 6-16,2 7-6 0,5 0-5 0,-2 3 15 15,3 0-7-15,0 2-34 0,3-1 16 0,1 0-3 16,2 1-5-16,2-4-2 0,-1 3-6 0,-1-3-15 15,4 1-54-15,-2-1-30 0,-1-1-95 16,2-2-202-16,-5-5-362 0,4-4 32 0,-2-3 66 16,-6-6 84-16</inkml:trace>
  <inkml:trace contextRef="#ctx0" brushRef="#br0" timeOffset="5716.7">9628 1061 929 0,'0'-5'343'0,"0"5"-34"0,4-12-30 16,2 4-25-16,7-2-21 0,-1 0-21 0,7-3-22 15,6-2-19-15,5 2-17 0,1-2-26 0,0 1 0 16,14-5-18-16,-8 5-16 0,-6-1-14 0,0 2-21 16,-1-1-6-16,1 0 6 0,-7 1-23 15,-1 1 3-15,-2 1-9 0,-6 0 6 0,1 2 0 16,-3 0-3-16,-2 3 8 0,-4 0 0 0,3-1-10 15,-3 3-64-15,0-2 9 0,0 3-4 16,-1-1-10-16,-3 3 15 0,-3 1-5 0,0 0 12 16,11 6-7-16,-7 0 18 0,-1 2-13 0,0 2 8 15,1 1 2-15,-1 1-10 0,0 5 13 0,2-3 0 16,-2 4 0-16,0 0-3 0,1-1 11 16,2 1-3-16,-2-1-26 0,2 0-56 0,2 0-38 15,-2-3-182-15,1 0-507 0,3 0 93 0,-2-4 55 16,1-2 52-16</inkml:trace>
  <inkml:trace contextRef="#ctx0" brushRef="#br0" timeOffset="6166.68">10291 623 501 0,'0'0'154'0,"0"0"-24"0,0 0-38 15,0 0-35-15,0 0-1 0,17 12-20 0,-10-6-13 16,0 1-5-16,4 2 20 0,-1 1-38 0,3 3 21 16,-2-1 22-16,2 3 19 0,-3-1-16 15,1 4-15-15,2 0 7 0,-3 2 11 0,1-1 12 16,-4 2 0-16,2 0-4 0,-1-1 7 0,-1 2 30 16,0-2-24-16,-1-3-22 0,0-1 8 0,-1 1-4 15,-2-3 19-15,1-1 11 0,-1-2 0 16,3-1 8-16,-5 0 15 0,2-2 10 0,0-1-5 15,-3 0 0-15,3-4-2 0,-3-3-16 16,2 5-10-16,-2-5 2 0,0 0-17 0,0 0-6 0,0-21 3 16,0 10-10-16,0-3-6 0,3 0 4 15,-3-4-9-15,3-1-10 0,0-1-10 0,0 2-10 16,-2 1 13-16,5 1-11 0,1-2 13 16,0 4-10-16,3-1-10 0,-3 3 5 0,3 2-13 15,1 1 20-15,2 3-22 0,-2 2 12 0,2 0-18 16,0 4-5-16,2 2 16 0,-2 1 2 0,1 3-7 15,-1 1-1-15,2 4-5 0,1 2 13 16,-1-1-10-16,1 2-2 0,-2 3-6 0,0 0-5 16,0-1-28-16,2 1-28 0,-1 0-60 0,1-2-68 15,-2 1-207-15,3-4-321 0,3 1 49 0,0-3 64 16,-5-3 57-16</inkml:trace>
  <inkml:trace contextRef="#ctx0" brushRef="#br0" timeOffset="6599.22">11152 708 985 0,'0'0'335'0,"-12"0"-48"0,12 0-28 0,-15 8-21 16,8-1-21-16,-3 3-20 0,-3 2-15 0,6 1-28 16,0 2-9-16,0 1-14 0,0 1-21 0,3-2 0 15,1 3-20-15,0 0-6 0,3 0-10 16,0-2-2-16,3-1-8 0,-3 0-5 0,4-1-5 15,2-3-11-15,-2 1-2 0,3-3-5 0,0 0 5 16,-1-2-5-16,1-2-11 0,4-1 4 16,-5-2-14-16,4-2 8 0,1-3-5 0,-1-2-3 15,-3-3-10-15,4-1 8 0,-4-4-15 0,2-2-4 16,1-5 9-16,-2-1-18 0,-2-4 7 0,-2-2-2 16,2-4-3-16,-2-3 0 0,-1 1-2 15,-3-3 10-15,4 2-3 0,-4 4-2 0,0 1 20 16,-4 4 0-16,4 5 6 0,0 0-4 0,-3 3-4 15,3 3 2-15,0 2-7 0,-3 5 12 0,2 2-17 16,1 5 7-16,0 0 0 0,0 0-3 16,0 0-2-16,0 0-2 0,4 30 10 0,-1-13-11 15,2 1 13-15,1 4-5 0,0 1-2 0,1 4-6 16,4 4 9-16,2-2-12 0,0 1 12 16,5 9-19-16,3 0-31 0,2-1-4 0,4-5-86 15,-5-7-168-15,11 6-555 0,-8-9 104 0,2-6 67 16,0-4 85-16,-7-3 48 0</inkml:trace>
  <inkml:trace contextRef="#ctx0" brushRef="#br0" timeOffset="6832.65">12113 494 696 0,'0'11'266'16,"0"1"-28"-16,0 2-36 0,0 3-7 0,0 2-6 15,3 2-35-15,1 2-6 0,-3 4-17 16,2-2-1-16,3 3-30 0,-2 2-13 0,-1-1-31 16,0-2-102-16,1 1-66 0,-4 0-201 0,7 0-344 15,-6-4 30-15,2-6 69 0</inkml:trace>
  <inkml:trace contextRef="#ctx0" brushRef="#br0" timeOffset="7532.29">11952 755 895 0,'-3'-7'302'0,"0"4"-35"16,3 3-17-16,0-7-29 0,0 7-32 0,0-6-10 15,0 6-15-15,6-6-15 0,1 3-1 0,1 0-20 16,2-1-21-16,3 1 57 0,1-3-18 0,3 1-15 15,3-1-16-15,5-1-31 0,-5 1-12 0,4 0-11 16,0-1-4-16,0 0-11 0,-4-3-15 16,1 2-11-16,-1 1 3 0,-6-1-10 0,0-2-3 15,-1-2-10-15,-3 0 0 0,-2 1 0 0,-1-3 3 16,-1-1-11-16,0 0 8 0,-6 0 5 16,4 2 0-16,-4 1 5 0,0 0-12 0,0 3 7 15,4 0-13-15,-4 2 8 0,0 3-2 0,0 0 4 16,0 4 6-16,0 0-5 0,0 0 4 15,3 19 1-15,-2-8 7 0,5 4-2 0,-3 3-5 16,1 2 2-16,-1 4 0 0,4-1 6 0,-3 1-16 16,2 1 12-16,-2 0-1 0,2-2 7 0,1 1-8 15,-3-3-5-15,3-3 10 0,-3-1-10 16,2 0 6-16,-3-2 1 0,0-4-6 0,1-1 4 16,3 0 8-16,-6-4 20 0,5 0-10 0,1-6-2 15,-1 0-1-15,1-6 4 0,4 0-9 0,-4-1-2 16,2-2-3-16,5-1 3 0,-4 1-5 15,0 0-13-15,1 0 0 0,-1 0-2 0,0 3 2 16,1 0 0-16,-1 2-3 0,4 0 0 0,-4-2 6 16,3 4 0-16,-2-1-1 0,2 1 3 15,-3 1-10-15,5-2 13 0,-5 2-6 0,4 0 3 16,-1 1-2-16,1-4 18 0,0 4-16 0,-1-2 5 16,1-1 0-16,-1 0-5 0,1-3 0 0,0 2 8 15,0-1 8-15,-1-1-16 0,1 2-5 0,-4-4 2 16,0 1 1-16,1 1 5 0,-4-1-1 15,-1-2 1-15,-2 2-18 0,-1-1 12 0,0 2-9 16,-2-1 12-16,2 3-13 0,-3 4 11 0,-4-8-1 16,4 8-4-16,0 0 2 0,0 0 2 15,-27 14 6-15,17-3-8 0,0-1 5 16,-1 5 5-16,1 2 3 0,3-1-5 0,-2 0 2 0,4 1 13 16,2 1-8-16,0 0-7 0,3-1 0 15,0-1 2-15,3 1 0 0,0 0 8 0,2-2-10 16,1-2-8-16,4 0 7 0,-3-2 1 0,7-2 10 15,-1 0-5-15,1-2-6 0,3-1-14 16,0-2-16-16,-3 0-62 0,3-2-40 0,-4 0-147 16,-2-2-616-16,-1 0 41 0,-3-4 133 0,-4 0 56 15,-3-3 87-15,-3-1 44 0</inkml:trace>
  <inkml:trace contextRef="#ctx0" brushRef="#br0" timeOffset="9899.74">14085 666 934 0,'-9'-6'240'15,"2"1"-27"-15,3 1-11 0,-6 1-20 16,6 1-18-16,4 2-18 0,-16 2-16 0,5 1-10 16,1 1-17-16,3 1 2 0,-4-1-18 0,1 3-16 15,1 0-4-15,2 1-8 0,-1 1-5 16,5-2-8-16,-4 2-5 0,4-1-13 0,0-2 2 16,3 1-27-16,0-1-8 0,0-2 2 0,0-4 1 15,6 8-1-15,1-6-7 0,-1 1-5 0,-6-3 20 16,11 2-8-16,-4-1-2 0,-7-1 0 0,13 2-10 15,-8-1-14-15,1 1 1 0,-2 2-13 16,2 0 21-16,-2 5 7 0,6 5 8 0,-3 5 18 16,0 3-18-16,3 6 7 0,0 5 6 0,1 12 0 15,2 2-8-15,1-3 12 0,-1 2-7 16,1 1 8-16,-1-2-15 0,-1-1 12 0,-3-6 8 16,1-5 0-16,-3-1 2 0,1 1-4 15,-5-6-11-15,0-2 10 0,0 0 11 0,-6-6-1 16,3 1-2-16,-3-4 3 0,-1-2 5 0,-6 0-1 15,3-7 1-15,-3-3-13 0,-1-2-5 0,-2-4 7 16,-5-5 6-16,2-4 2 0,-5-1-10 0,1-8 13 16,0-3-19-16,2-2 1 0,5-2 8 15,0 1 4-15,2-2 3 0,4 3 1 0,3-1-1 16,4-1-23-16,4 1 13 0,6-5-5 0,1 0 20 16,9-7-25-16,7 0 2 0,4 2 8 15,0 4-8-15,6 1-2 0,-3 0 2 0,4 0-10 16,-4 5-5-16,0 1 7 0,1 0-14 0,-5 3 17 15,-6 2-16-15,-3 4 19 0,-1 0-16 16,-2 2-4-16,-5-1 17 0,1 1-18 0,-4 1 8 16,0 3 2-16,-3 0 11 0,0 0-5 0,-3 3-9 15,-4-1 1-15,3 3 13 0,-6 0 2 16,3 5-5-16,-4-3 0 0,4 3-10 0,0 0 0 0,-20 10 10 16,16-1-12-16,-3-1-6 0,0 4 0 15,4 2 0-15,-1 0 18 0,1 0-12 0,3 0 7 16,3 1-5-16,-3 1 12 0,4-1-7 15,3 0 0-15,0 0-2 0,3-1 7 0,0-3 2 16,4 3-4-16,-1-5 0 0,8 0-3 0,-4-2-13 16,4-1-13-16,2-2-2 0,-2-3-15 15,-1 1-11-15,1-4-5 0,0 1 10 0,-1-3-4 16,0-1 1-16,-2-1-7 0,-1-3 16 0,-3-1-19 16,2 1 14-16,-2-1 20 0,-3 1-11 0,-2 2 9 15,-2 1 42-15,4-1-37 0,-5 2-3 0,-2 2-1 16,3 1 19-16,-7 2-15 0,0 0-1 15,14 10 6-15,-11-3 20 0,0 1 2 0,-2 2 1 16,2 2-6-16,0 1 11 0,0-1 7 0,-3-1-10 16,0 1 8-16,0 0-13 0,0-1 18 15,0-2 2-15,0-1 1 0,0 0-8 0,0-1 28 16,0 0 23-16,0-3-5 0,0-4 12 0,0 7-14 16,0-7-4-16,0 0-7 0,0 0 3 15,0 0-21-15,-3-16 5 0,3 6-7 0,0-3 2 16,0 0 3-16,3-4 5 0,1-2-21 0,0 2-10 15,3-4 11-15,-1 3 2 0,1-1-11 0,-1 5-2 16,5 1 3-16,-4 2-8 0,0 1 18 16,3 2-26-16,0 4 11 0,0 1-11 0,1 3 11 15,2 1-1-15,-3 1 1 0,5 2-13 0,-5 1 7 16,7 1 3-16,-4 1 0 0,1-1 3 16,-3 1 7-16,2-1-3 0,1 1-4 0,-1 0 5 15,-2-2-8-15,2 1 5 0,-3-1 0 0,1-3 5 16,2 0-7-16,-3 1 4 0,4-3 1 0,-4-1-3 15,5-3-2-15,-5 2 2 0,3-4-3 16,-2 0 1-16,2-3-6 0,-2-1 3 0,-1 0 3 16,-4-1-6-16,1-3-4 0,-3 0 7 0,0 2-5 15,-1-2 5-15,0 2-8 0,0 0-2 0,-3 3 7 16,1 0 13-16,-1 1-15 0,-1 1-2 16,-2 3 9-16,3 4-4 0,-10-4 2 0,10 4-5 15,-11 8-1-15,5-1 4 0,-1 3-6 0,-4 2 11 16,5 1-11-16,2 2 18 0,-2 0-12 15,2 3 2-15,1-1-8 0,3 0 13 0,0-1-5 16,3 1 5-16,-2-2-2 0,5 1 12 0,1-2-12 16,-1-1 10-16,5-1-6 0,2 0-4 15,2-4 10-15,1 0-13 0,2-2-13 0,2-2 0 16,7-4-2-16,-3 0 15 0,0 0-36 0,1-4 10 16,1-2-12-16,-5-2 2 0,3 0-2 0,-3-4-3 15,-5 0 0-15,2-2 5 0,-5-2 8 16,1 1-3-16,-1-1-5 0,-6 2 18 0,0 1-2 15,1 3 7-15,-2 0-10 0,-2 2 2 0,2 3-4 16,-3 1 20-16,-3 4-8 0,4-1 10 16,-4 1-12-16,7 8 10 0,-4 0-8 0,-2 1 16 15,5 2-3-15,-3 0 0 0,1 3 2 0,-1 1-2 16,1 0 18-16,3-1-26 0,-4 0 21 0,1-2-13 16,-1 0 0-16,0-4 3 0,0 3-3 15,-2-2 7-15,2-2 22 0,-3 0 17 0,3-2-5 16,-3-2-3-16,0-3-15 0,0 0 10 0,0 0 3 15,0 0 5-15,0 0-13 0,0 0 6 0,-3-24-17 16,3 13 7-16,0 0-1 0,0-3-11 16,3 0 1-16,-3 2-3 0,5-4 1 0,1 1-4 15,1 0 6-15,2 1-3 0,2 0-5 0,0 0 16 16,6 1-21-16,-1 0 10 0,2 1-10 16,5 0 5-16,-2 3 0 0,3-1-2 0,0 1 2 15,-1 1-7-15,5 1 9 0,-4-1-2 16,4 2 0-16,-4 0-22 0,3 0-1 0,-4 0 2 15,-5 2 6-15,0-1 0 0,-2 1 5 0,-2 1-3 16,-1 0-5-16,-3 0 16 0,1 0-11 0,-4 2 21 16,-1 1-8-16,-6 0 0 0,0 0 3 0,0 0-8 15,4 6-5-15,-4-6 5 0,-13 13 2 16,2-1-2-16,-2 0 0 0,2 1 10 0,-3 1 3 16,4 4-8-16,-4-3 6 0,1 2-9 0,3 1 1 15,-1-2 4-15,4-1 4 0,1-1-16 16,2 1 7-16,1-3 1 0,0 0-8 0,3-1 10 15,0-2 0-15,3-1 2 0,0 0 4 0,1-1-1 16,3-2 5-16,2-2-17 0,2-1 7 0,-1-4-5 16,0 1 5-16,1-4 0 0,2-2-5 15,1-2 13-15,-4 1-5 0,3-6-11 0,-2 2 3 16,-1-5 0-16,0-2 0 0,-2 0-5 0,-1 1 2 16,-4 0 1-16,4 4-3 0,-4-1 7 0,0 3 8 15,1 2-12-15,-4 3-1 0,1 3 8 16,-1 4-15-16,0 0 10 0,0 0-2 0,0 0 2 15,0 0 5-15,3 19 23 0,-3-9-28 0,3 1 0 16,0 0 5-16,1 0-5 0,-1 3 10 16,3-3-2-16,-2 2 2 0,4 1-7 0,1-4 4 15,-2 2 1-15,4-4 0 0,2 1-1 0,0-4-4 16,5-1 7-16,-5-1-2 0,5-3 2 0,2-3 6 16,0-1-19-16,1-3 6 0,0-2-9 15,-4-4 17-15,0-2-6 0,0-5-13 0,-3 0-2 16,-1-6-5-16,-6-4-11 0,0-1-10 15,-3-3 5-15,-4-2 1 0,0-5 4 0,-3-16 6 0,2-1 9 16,-6 1-17-16,4 6 15 0,-1 10 19 16,-2 13 14-16,5 5-10 0,-5 2 6 0,3 6-4 15,0 5-19-15,-2 7 12 0,2 5 13 16,3-2-8-16,-10 19-5 0,7-2 13 0,-1 6 13 16,1 3-8-16,3 3-13 0,0 1 10 0,3 6 1 15,1-1-13-15,2 14 4 0,4-3 4 16,1-2 2-16,2-1-5 0,-2-6-8 0,2-7 10 15,1 0-5-15,0-2-2 0,-1-3 2 0,-2-5-25 16,2-1-3-16,-3-1-67 0,1-6-101 0,2 0-664 16,-6-5 107-16,1-5 52 0,-5-2 72 0,-3 0 69 15</inkml:trace>
  <inkml:trace contextRef="#ctx0" brushRef="#br0" timeOffset="10398.85">17521 381 862 0,'4'22'300'0,"-4"-9"-27"0,0 1-22 16,0 4-89-16,0 3-17 0,0-1-6 0,3 5-16 15,0 2-1-15,1-1-11 0,-1 1 1 16,4 0-20-16,0 2-5 0,-3-3-5 0,6 1-13 16,0 2-5-16,0-6-5 0,0-1 0 0,1-1 3 15,2 0-19-15,-3-5 13 0,4 0-28 0,0-3 16 16,3 0-8-16,-3-4 0 0,3-3-11 15,0-2-12-15,0-2-21 0,1-4-38 0,1 0-43 16,-1-4-37-16,-2-2-81 0,-1-1-128 0,-2 1-374 16,-2-4 25-16,-4 2 85 0,-1 0 51 0</inkml:trace>
  <inkml:trace contextRef="#ctx0" brushRef="#br0" timeOffset="10798.82">17432 733 680 0,'-6'-2'256'0,"6"2"-25"0,-4-6-16 0,4 6-18 16,1-9-23-16,2 4-21 0,4-1-25 0,2-1 8 16,6 0-26-16,1-2 10 0,5 2-25 15,3-1-21-15,0 1-4 0,3 2 6 0,0 0-19 16,4 1-11-16,-7 4 2 0,4 0-9 16,2 5-1-16,-2 0-5 0,2 2-4 0,-2 1-6 15,3 3 7-15,-4 2-7 0,-7-2-2 0,1 0-3 16,0 3-5-16,-5 0 7 0,2-1-2 0,-5 0-3 15,-2 1-15-15,-4-3 11 0,-1 1 1 16,1-1-1-16,-4-2-1 0,0 2 5 0,2-2-5 16,-5 0 26-16,3-3-28 0,-3 2 10 0,0-3 7 15,0 0-9-15,0-5 4 0,-8 4 11 0,8-4-5 16,0 0 15-16,0 0 0 0,-16-15 7 16,9 6-15-16,0-4-12 0,0-2 7 0,1-1-2 15,2-5-3-15,-2 2 0 0,2-2 2 0,4 1-4 16,-4 0-6-16,4 0 6 0,0 2-11 15,4 0 10-15,-1-1-7 0,1 1-5 0,-1 1-3 16,4 3 5-16,-1-1-10 0,2 4-20 0,-1 1-34 16,2 0-13-16,1 5-35 0,-2 0-41 15,-1 4-75-15,3-1-138 0,0 4-417 0,0 1 82 16,-3 1 54-16,3 0 63 0</inkml:trace>
  <inkml:trace contextRef="#ctx0" brushRef="#br0" timeOffset="11865.26">18246 766 721 0,'7'-6'259'15,"-4"-1"-34"-15,1-1-25 0,-1-1-8 0,0-2-21 16,1 0-12-16,-1-1-16 0,-3 1-15 0,3-2-10 16,-3 2 2-16,0 1-7 0,0 1-13 0,0 0-11 15,4 1-14-15,-4 3-4 0,-4 0-7 16,4 5 3-16,0 0-3 0,0 0-8 0,0 0-10 15,-16 12-5-15,9-3-5 0,0 2 5 0,3 0-8 16,-2 3-12-16,2 0 2 0,1 1 5 16,0-2-8-16,3 0-7 0,0 0 8 0,0 1-1 15,0-1 1-15,3 0-9 0,4 1-6 0,-1-3-1 16,5-1 10-16,-4 1 0 0,6-4 1 16,4 0-14-16,-3-2-4 0,6-1-9 0,-6-3-19 15,4-2-4-15,5-1-4 0,-3-1-8 0,4-3-13 16,-2 0-10-16,2-4 0 0,-5 1-16 0,2 0 6 15,0-1 18-15,-4 1-11 0,0 1 21 16,-4 2 5-16,-2 0-3 0,-1 1 16 0,-3 2-11 16,0 3 19-16,0-2 14 0,0 4 4 0,-4-1-19 15,0 4 24-15,1-3 7 0,-4 4-3 0,0 0 6 16,0 0-11-16,0 1 19 0,0 0-3 0,-1 0-13 16,1-1 12-16,-3-1 1 0,0 2-8 15,3-2 6-15,-3 0 19 0,3-1 21 0,0-4 36 16,-3 6-23-16,3-6-2 0,-1 2-3 15,1-2-3-15,0 0-18 0,0 0 3 0,0-17-7 16,1 10 9-16,2-3-2 0,0-3-18 0,4-2-5 16,-1 0 3-16,5-3 2 0,-1-1-21 15,0 0 6-15,4 2 0 0,-4 0-11 0,4 3 11 16,-4 2-6-16,0 1-4 0,1 3 14 0,-1 1-9 16,0 4-11-16,1 3 3 0,-4 2 8 0,3 1-21 15,-1 3 13-15,2 3 10 0,-4 1 3 16,3 2-3-16,1 0-5 0,-4 1 2 0,5 0-2 15,-4 0 3-15,5 1 4 0,-3 1-14 0,5-2 9 16,1 1 16-16,-2-3-18 0,3 1 0 0,0-4-7 16,-3 0-6-16,7-3-8 0,-1 1 1 0,-3-3 2 15,4-2-5-15,-1-1 0 0,-3-1 7 16,1-3-7-16,-2-1 18 0,-1-3-10 0,-2-2 7 16,1 1 11-16,-4-4-1 0,-4-2-7 0,1 0 13 15,0-1-3-15,-6-2 3 0,2 1 7 16,-3 0 3-16,0 3 15 0,0 1-7 0,-3 1 2 15,2 1-15-15,-3 1 7 0,-2 4-2 0,-1 2-5 16,-3 1-3-16,2 3 8 0,-5 1 16 0,3 2-14 16,-4 4-15-16,4 0 10 0,0 3-4 15,-1 0-4-15,2 0-12 0,2 3 8 16,3-3-11-16,0 1 11 0,-2 0-6 0,6 0 8 0,-3 1 8 16,2-2-3-16,2-1-2 0,2-2-3 15,0-1-5-15,0 0 15 0,2-1-9 0,1-3-12 16,-2 2 6-16,5-3 11 0,-2-2-14 0,4-3-5 15,-1 2 11-15,0-4 5 0,-2-2-16 0,1-3 16 16,-2-1-13-16,4 0-3 0,-4-5 0 16,-1-3 1-16,-3 1 7 0,1-4-18 0,-1-2 10 15,-3-3 3-15,0 0 5 0,0-1-8 0,-3 1 13 16,3 1-10-16,-3 2 10 0,2 1 0 0,-2 5 11 16,3 3 7-16,-3 4-26 0,3 1 8 15,-3 5 11-15,3 1-16 0,-4 5 5 0,4 0 2 16,-3 9-1-16,-1 1-4 0,3 2 14 0,1 4-6 15,0 0 3-15,0 4-1 0,0 0-7 16,1 5 11-16,6-1 9 0,-4 1-7 0,1 0-2 16,2-2-9-16,-2 0 6 0,6-1-5 0,-3 1 5 15,0-3-3-15,0 1-2 0,-1-5 4 0,2-1-4 16,-2 0-5-16,1-3 2 0,-4-2 5 16,1-1 3-16,3-1-3 0,-4-3-2 0,1 1 12 15,-1-5-22-15,1 2-16 0,2-1-8 0,-6-2-53 16,0 0-113-16,0 0-218 0,0 0-388 0,0 0 58 15,0 0 87-15,0 0 62 0</inkml:trace>
  <inkml:trace contextRef="#ctx0" brushRef="#br0" timeOffset="13065.64">20201 628 839 0,'0'0'233'0,"0"0"-36"0,-3-5 3 15,3 5-39-15,0 0-18 0,0 0-4 16,0 0-27-16,0 0 11 0,4 21-21 0,-1-12 3 15,-3 4-28-15,3-1-3 0,0 5-10 16,1 1-2-16,-4 0-6 0,4 1-5 0,2 2-2 16,-5 3-16-16,5-2-10 0,-2 2 3 0,2-2-26 15,-2-2-36-15,6 0-20 0,-3-2-44 16,3-1-54-16,-2-4-112 0,2-1-13 0,0-4-376 16,4 1 64-16,-4-4 25 0</inkml:trace>
  <inkml:trace contextRef="#ctx0" brushRef="#br0" timeOffset="13398.8">20404 767 668 0,'0'0'207'0,"0"0"-10"0,0 0-23 0,0 0-20 16,0 24-1-16,3-14-17 0,-3 2-8 0,3 2-26 16,0 0 8-16,-2-2-20 0,2 2-8 0,0-1-3 15,-3-1-15-15,3-1-8 0,-2-1-2 16,2-2-8-16,-3 1 18 0,3-3-20 0,-3 0 20 15,3-2-8-15,-3 1 6 0,0-5-9 0,0 0-9 16,0 0-3-16,11-10 0 0,-11 0-5 16,4-1-8-16,-1-6 2 0,3 0 65 0,-2 0-3 15,3-6-33-15,0 2 10 0,0 2-7 16,2-1-6-16,-1 5-10 0,-1 2-5 0,0 1-3 16,2 4-2-16,2 3-10 0,-4 2 2 0,3 3 0 15,1 1-20-15,-1 3 17 0,-1 3 1 16,3 2-18-16,1 3 12 0,-3 2-2 0,4 3 3 15,-4 2-3-15,0 0-3 0,0 0-13 0,-3 1-32 16,3 0-75-16,-5-3-174 0,1 1-530 0,-2 0 44 16,-4-6 97-16,0-1 76 0,0-2 70 0</inkml:trace>
  <inkml:trace contextRef="#ctx0" brushRef="#br0" timeOffset="13551.79">20396 466 376 0,'21'5'5'0,"0"5"-159"0</inkml:trace>
  <inkml:trace contextRef="#ctx0" brushRef="#br0" timeOffset="13915.65">21537 294 839 0,'4'-5'282'15,"-4"5"-32"-15,0 0-32 0,0 0-18 0,0 0-24 16,0 0-17-16,0 0-16 0,14 13-4 16,-11-9-24-16,1 3-5 0,-1 2 5 0,1 0-20 15,-1 2-1-15,1 2-12 0,2 1 0 0,-2 0-2 16,-1 3 2-16,1-1-29 0,2 1-2 16,-2 1-66-16,3 2-10 0,0 0 1 0,-1 2 17 15,4-4 2-15,-2 2-6 0,-1-1 9 0,2-1-1 16,-2-1-2-16,1-2 5 0,-2 0-2 0,1-2-1 15,-1 2 8-15,2-3-5 0,-4 1 0 0,2-5-5 16,-3 2-23-16,1-2-28 0,2 1-67 16,-6-1-79-16,3-1-103 0,-3-1-404 0,0 0 61 15,-3-3 44-15,-3-1 56 0</inkml:trace>
  <inkml:trace contextRef="#ctx0" brushRef="#br0" timeOffset="14598.46">21387 633 816 0,'-3'-7'253'0,"3"7"-12"16,8-9-31-16,1 5-26 0,1-3-28 15,5 2 3-15,1-2-18 0,5-1-18 0,0 0-21 16,2 0-10-16,4-1 3 0,-2 0-13 0,5-1-3 16,-2-1-7-16,-1 1-21 0,0 2 0 0,-6-2-28 15,3 1-2-15,0-2 10 0,-4 1-19 16,-6 1-12-16,3 1-2 0,-4-2-3 0,-2-1 12 15,-1-1-14-15,-3 2 9 0,-3-3-7 0,-1 2-5 16,0 0 10-16,0 3-16 0,-3-1 24 16,0 1 15-16,0 2-23 0,0 1 3 0,0 5-3 15,-3-6 0-15,3 6-10 0,0 0 25 0,0 0 8 16,-10 16-23-16,7-5 8 0,3 2 10 0,0 0 2 16,0 4-5-16,0 3-2 0,3 0-3 0,-3 1 3 15,4 1-3-15,-1 2-4 0,-3-2 11 16,3-2-6-16,0-2-4 0,0 1-9 0,-2-1 7 15,-1-2 10-15,4-4-7 0,-4 1-5 16,3-1 9-16,-3-4 11 0,3 1-10 0,-2-3 8 16,-1-1-3-16,3-2-3 0,-3-3-5 0,0 0 11 15,0 0-6-15,10-12-7 0,-7 6-3 0,5-1 8 16,-5-1-6-16,4 0-2 0,-1 1-7 16,-2 3 2-16,2-2-8 0,2 1 8 0,-1 4-2 15,2-2-4-15,2 4 6 0,-1 1-10 0,3-1 5 16,2 3 0-16,-2 0 5 0,5 2 0 15,-2-1-8-15,2 0 8 0,2 1 8 0,-3 0-5 16,1-2-6-16,1 2 6 0,2-2 7 0,-3 0-13 16,2-3 8-16,3 1 8 0,-9-2-10 0,4-2 15 15,2-1-13-15,-3-2 2 0,0 0 9 16,-3-1-9-16,3 0-9 0,-4-3 15 0,-2 1-11 16,-1-5 9-16,0 3-6 0,-3-3 2 0,0 0 1 15,-3 3-3-15,-1-4 23 0,0 6-12 16,-3-3-6-16,3 3 15 0,-2 2-25 0,-1-1 8 15,0 7 2-15,0 0-12 0,0 0 15 0,0 0-3 16,-24 15-5-16,17-5 0 0,3 4 5 0,-2 1 3 16,2 1 2-16,1 0-4 0,-1 2-1 0,4-1-7 15,4 1 12-15,-1 0-10 0,1 0 3 16,2-3 2-16,-2 2 5 0,3-2-7 0,6 1-3 16,-2-4 3-16,3 2-36 0,2-2-1 15,-1-3-88-15,1 0-103 0,2-3-589 0,-2-1 89 16,2-2 47-16,-8-1 64 0,4-5 102 0</inkml:trace>
  <inkml:trace contextRef="#ctx0" brushRef="#br0" timeOffset="15065.88">23460 331 995 0,'-7'13'272'0,"7"-4"-11"16,0 5-26-16,-4 5-84 0,4 1-10 16,-4 5-18-16,4 2 5 0,-3 3-5 0,0 2-21 15,3 1-10-15,-1-3-7 0,-2 4-1 0,3-5-15 16,0 1-18-16,0-1 16 0,4-2-11 15,-1 1 1-15,0-2-9 0,1-1-7 0,3-3 0 16,0 0 0-16,-1-6-10 0,-2 1 0 0,5-4-3 16,-1-1 5-16,5-5-10 0,-1 0 5 0,1-3-5 15,3-3-7-15,-1-3-34 0,5-2-39 16,-3-1-40-16,4-3-49 0,-2-2-146 0,-1-1-453 16,0-1 70-16,-2-1 32 0,-6 2 83 15</inkml:trace>
  <inkml:trace contextRef="#ctx0" brushRef="#br0" timeOffset="15831.64">23398 708 732 0,'-8'-5'233'16,"8"0"-6"-16,0 5-37 0,5-9-19 0,-2 6-10 15,3-1-9-15,1 0-19 0,4-1-31 16,2 3 0-16,1 1-15 0,0 2-5 0,2-1-5 15,5 4-8-15,0-1-10 0,-1 2-13 0,4 3 0 16,0 2 3-16,0 0-8 0,-4 2 0 16,1 1-8-16,0 1 3 0,-4-1-10 0,3 1-11 15,-6 1 8-15,3-1-3 0,-7-1 3 0,1-1-2 16,-4-1-6-16,2 0-10 0,-2-1 16 16,0-3-1-16,-3 0 6 0,-1-1 0 0,1-1 12 15,-1 1-5-15,0-4 6 0,-3-2 7 0,3 4 0 16,-3-4-16-16,0 0 6 0,0 0 5 15,-6-18-2-15,3 7-1 0,-1 1-7 0,1-5-11 16,-1-3 6-16,0 0-8 0,1-1 12 0,0-1-19 16,3-1-4-16,0 2-2 0,3 1 6 0,-3-1-1 15,7 2 3-15,-3 0-13 0,3 2 13 0,2 0-8 16,4 2 0-16,-1-1-3 0,5 2-2 16,-1 2 3-16,-1 4 7 0,5 0-10 0,0 0 10 15,1 1-22-15,3 0 9 0,-3 2-2 0,3-1-18 16,-3 4 5-16,2-2-18 0,1 0 18 15,0-1-5-15,0 2-8 0,-4 1 16 0,1-3-8 16,-5 1 8-16,-1 0 20 0,-2 2-5 0,1-3 5 16,-4 1 8-16,-3-1-13 0,0 1 18 0,0 1-21 15,-4-3 6-15,-3 4-1 0,7-5 3 16,-7 5 0-16,0 0-7 0,0 0 4 0,0 0-2 16,0 0 3-16,-34 8 5 0,23-1-8 0,-3 2 5 15,-2 2-10-15,1 4 5 0,-1 0 10 0,2 0-7 16,0 0-3-16,1 4 10 0,-1-3-5 15,4 1-8-15,2 1-4 0,-1-3 12 0,2 0-5 16,4 0 0-16,0-3-8 0,2 1 6 0,-3-2 4 16,8-1 6-16,0 0-3 0,-1-1-5 15,7-1 2-15,-3-4-9 0,7 1-3 0,-1-2-24 16,5-2 19-16,-2-1 0 0,5-2-3 0,-3-2 0 16,1-2-8-16,-1-1-5 0,-5 0 6 0,2-3 9 15,-2-1-2-15,1-4-2 0,-4 1 0 16,-3 2 12-16,-1-1 18 0,2 3 16 0,-5 0 7 15,3 1-7-15,-2 1-3 0,-1 2-18 16,0 0 2-16,-2 2 1 0,-1 4 5 0,0 0 2 16,0 0-17-16,0 0 9 0,0 0-4 0,-4 18 5 15,4-11-8-15,0 3 12 0,0-2-1 0,0 4 1 16,3 1-6-16,-2-1 1 0,2 1-20 0,0 1-25 16,5-1-36-16,1 0-67 0,-2-1-166 15,4-2-412-15,2 1 30 0,0-4 52 0,-1-3 79 16</inkml:trace>
  <inkml:trace contextRef="#ctx0" brushRef="#br0" timeOffset="16014.84">24577 639 844 0,'3'11'246'0,"-1"-1"-26"16,0 1-20-16,1 3-13 0,0-1-26 15,5 2-15-15,-5 0-11 0,4 2-45 0,-4-4-85 16,4 0-171-16,0 4-487 0,0-5 13 0,-1-4 97 16</inkml:trace>
  <inkml:trace contextRef="#ctx0" brushRef="#br0" timeOffset="16682">24881 795 486 0,'0'11'192'0,"0"-3"5"16,2-1-28-16,-2 0-31 0,0 0 0 0,1-4-10 16,-1 3-13-16,0-6-17 0,1 7 53 0,-1-7-13 15,0 0-2-15,0 0-24 0,0 0 1 16,0 0-13-16,0 0-11 0,-7-24 57 0,4 11-10 15,0-1-6-15,2-4-20 0,-3-1-7 16,4 0-11-16,0-2-13 0,0 1 1 0,0 2-6 16,4 0-10-16,-3 3-5 0,2-1-8 0,0 3-10 15,0 3-5-15,0-1-13 0,1 4 2 0,2 0-2 16,-2 2 1-16,4 3-9 0,1 2 3 16,-9 0-5-16,18 7-3 0,-5-1 0 0,-3 2-7 15,6 3 2-15,-5-1 5 0,1 0 3 0,1 3-8 16,-3-2-8-16,4 1 8 0,-1 1 1 0,4 1 1 15,-6-3 4-15,6-1-9 16,-4 0 6-16,1 1-13 0,0-4-11 0,-1-1-7 0,4 0 5 16,-3-2 3-16,0-2-6 0,-1-1 4 15,2-1-1-15,-2-1-5 0,-2-4 12 0,2 0 1 16,-3-3-3-16,1-2 1 0,-1-4-6 0,-1 3 5 16,-1-3 8-16,-4 0 12 0,2-1 9 0,-2 4 14 15,-1 0 1-15,0-1 13 0,0 4-16 16,0 0-10-16,-2 1 5 0,-1 2 5 0,4 1-8 0,-4 4-12 15,0 0 5-15,0 0 5 0,0 0-8 16,0 0 3-16,0 0-3 0,-5 19-10 0,4-12 5 16,1 2-2-16,0 0-19 0,1 1-40 15,0-1-41-15,-1 2-108 0,4-1-235 0,3 1-364 16,-4-4 103-16,4 0 58 0,-4-3 60 0</inkml:trace>
  <inkml:trace contextRef="#ctx0" brushRef="#br0" timeOffset="17381.89">25473 606 522 0,'6'15'176'0,"2"-1"-25"0,-2-4-18 16,-2 0-2-16,-1-2-8 0,2 0-8 0,-3-1-18 15,-2 0 3-15,3-3 13 0,0 3 10 0,-3-3 25 16,4 1-69-16,-4-5 39 0,1 8-28 0,-1-8 4 16,0 0-7-16,0 0-12 0,0 0 63 0,0 0-5 15,0 0-10-15,6-17-16 0,-3 9-14 16,-2-3-19-16,2 0 0 0,3 0-7 0,-5 1-14 16,5 0 1-16,0 0-16 0,-4-1 9 0,4 3-14 15,-2 3-13-15,-1 0-7 0,4 3 8 16,-7 2-3-16,10-2 2 0,-10 2-10 0,13 4 0 15,-6 0-2-15,1 2 2 0,2-1 1 0,-3 1-9 16,2 2 6-16,-1-3 5 0,2 3-8 0,0-2 23 16,1-2-15-16,-1 1 0 0,3 0-1 15,1 0-7-15,-1-4 3 0,1 1 0 0,-3-1-13 16,6-1 15-16,-4-1 0 0,2-2-7 0,1-2 4 16,-2 0 1-16,0-2-8 0,-1 0 5 15,-2-1-2-15,-1-2 7 0,0 2 3 0,0-3-3 16,-3-2-5-16,-1 5 0 0,-2-2 3 0,-1 2-16 15,2 0 11-15,-2 3-3 0,0 0 5 16,-3 5 3-16,0 0-3 0,0 0-3 0,0 0 11 16,-6 19-10-16,1-3-1 0,2 4 3 0,0 6 8 15,2 8 5-15,-2 19-15 0,0 0 2 16,3 2 8-16,0 2 2 0,0 3-2 0,5-2-3 16,-3 3-8-16,4 1 6 0,2-4-3 0,-1-2-2 15,-4-1 2-15,3-11 10 0,-5-7-2 0,2-8-5 16,-3-2-3-16,0-2 5 0,0-6-5 15,0-5 8-15,-4-2-3 0,-2-6 3 0,-4-2 2 16,-4-6-12-16,4-1 7 0,-11-8 11 0,4-3 12 16,-7-4-15-16,0-1 10 0,3-2-2 15,3 0 12-15,-4-2 6 0,5 2 9 0,3 2-7 16,1 0-10-16,2 1 15 0,1-1-20 0,3 0-8 16,1 2 16-16,5-1-6 0,1 1 3 15,1-1-23-15,2 1-1 0,6-3-14 0,2 1-21 16,3 1-23-16,-1 0-21 0,5 4-7 0,2-1-11 15,0 1-50-15,8 0-114 0,-7 3-129 0,11 0-449 16,-10 2 46-16,12 1 87 0,-10-1 88 0,3 1 58 16</inkml:trace>
  <inkml:trace contextRef="#ctx0" brushRef="#br0" timeOffset="18281.64">26851 633 808 0,'0'0'246'0,"-18"8"-28"0,11-3-19 16,-3 5-22-16,-1 3-8 0,1-1-28 15,0 2 7-15,0 2-25 0,3-1-23 0,1 1 5 16,2 0-21-16,1 1-2 0,0-3-13 0,3 0-7 15,0 0-1-15,0-1-7 0,3-1-3 16,3-1-15-16,-2-1 0 0,3-2-3 0,3-1-5 16,-3-2 3-16,3-2-8 0,1-1 8 0,-4-2-13 15,5-3 5-15,0-2-8 0,-2-4 3 0,0-1 7 16,-1-5-12-16,-1 0-13 0,-1-6 3 0,-4-1 5 16,3-3-16-16,-5-2 5 15,2-7-10-15,-3 1 11 0,0-5 2 0,0 3 13 0,0 2-13 16,-3 5 13-16,3 3-1 0,-1 3 14 0,-2 4-8 15,3 1-5-15,-3 5-8 0,3 2 0 16,0 7-5-16,0 3 2 0,0 0 11 0,0 0 0 16,0 0-10-16,-5 23-9 0,5-11 22 0,1 1-9 15,0 5 1-15,2 1-5 0,4 1 2 16,0 2 3-16,0-1-3 0,3-1 2 0,0 3 1 16,4-4 0-16,-1-1 7 0,5 2-5 0,3-2 8 15,2-2-13-15,4-3 13 0,1-1-20 0,-1-5 12 16,3-1 18-16,1-1-25 0,-3-3 7 0,1-4 3 15,-6-1-6-15,3-2 1 0,-2-4 0 16,-3-2-8-16,-4-4-3 0,0-3-5 0,-2 1-2 16,-6 0 3-16,-2 1 7 0,0 1 2 0,-4 2-4 15,-3 2 7-15,0 3 7 0,-3 1-1 16,-4 0-16-16,-3 4 2 0,-4 2 13 0,1 0-5 16,-2 3 6-16,-1 0-9 0,1 1-9 0,-1 2 9 15,2-1-2-15,4 0 13 0,0 2-23 16,-1 0 5-16,4 0-3 0,1 0 18 0,-1 0 0 15,4-1-12-15,3 0-1 0,0 0 1 0,0 0-1 16,3 2 1-16,2 0-1 0,0-1 3 16,1 1 0-16,-2 1-5 0,4-1 5 0,1 1 2 15,-2 1-9-15,0-1 12 0,4-1 0 0,-1 0 3 16,0-1-1-16,3 0 1 0,-2 1-5 0,6-1 32 16,-1-2-32-16,2 0-6 0,-1-1 6 0,4-3-8 15,0 0 12-15,0 0-1 0,1-2-4 16,1-1-4-16,-2 0 14 0,3-2-4 0,-2-1 0 15,2-2-1-15,-4-1 6 0,4 1-10 0,-7-4-1 16,3-1-14-16,-3-1 19 0,-3-2-14 0,-3-2 1 16,2 0 1-16,-3-4-7 0,1 2-6 15,-2 0 10-15,-5 0 5 0,2 2-4 0,-1 3 9 16,-2-2 16-16,1 7-13 0,-1-1 6 0,0 2-24 16,0 3 10-16,-3 6-5 0,0 0-2 15,0 0 8-15,0 0 2 0,0 0-3 0,-3 28 6 16,3-15 7-16,0 5-8 0,0 1-2 0,3 1 8 15,-2 5-5-15,-1 2 4 0,3 1-9 0,0-2-16 16,4 6-18-16,-6-2-38 0,2 2-36 16,-3-4-115-16,3-1-141 0,-3-4-369 0,0-2 23 15,-3-5 101-15,0-1 58 0</inkml:trace>
  <inkml:trace contextRef="#ctx0" brushRef="#br0" timeOffset="18797.87">27633 752 867 0,'-4'-14'361'0,"1"1"-102"0,0 2-11 15,3 2-25-15,0-1-13 0,3 3-11 0,0-3-40 16,1 2-21-16,3-1-7 0,7-1-3 0,2 0-16 16,2 0-14-16,6 0-11 0,4-1-11 0,2 1-9 15,1-1-6-15,3 3 8 0,-3-2-20 0,3 2-3 16,3-2-7-16,-6 3-4 0,-3 0-1 16,-1 1 12-16,-3 1-26 0,-7 2 3 0,0-2-12 15,-3 2-1-15,0 0 0 0,-5 3 0 0,-2 2-7 16,-3 2 2-16,-1 1 10 0,-3 1-2 0,-4 1 2 15,-2 5-4-15,1 1-4 0,-4-1-2 16,-1 1 3-16,0 1-5 0,3-2 10 0,0 2-1 16,-3-1-12-16,3 1 0 0,1-3-2 0,2 0 2 15,-3 0-5-15,6-3-6 0,-2 3 11 16,0-4-5-16,6 0 10 0,-3 0-7 0,4-2 2 16,3 0 5-16,-3-5 0 0,7 1 8 0,-3-1-5 15,3-1-8-15,-1-1 5 0,0-1-10 0,1 0 5 16,-4 0 10-16,2 1-8 0,-1 0-2 0,-4 0-2 15,5 1-3-15,-5 0-6 0,-4 1-4 16,10 0 0-16,-3 0 10 0,-7 0-6 0,10 2 4 16,-3-2 9-16,-1 4-7 0,2-3 13 0,-1 3-11 15,3-2 11-15,4 1 0 0,-1 0-6 16,1-2 6-16,2 1-8 0,2 1 13 0,-1-2-3 16,2 0-10-16,-1-1 10 0,0 0 0 0,2 0-5 15,-3 0 6-15,0 0-6 0,-3 0 13 16,0-1 7-16,-1 2-17 0,-3-2 7 0,1 0-10 15,-4-1 19-15,3 1 34 0,-1-1-35 0,-4 1 8 16,-5 1 23-16,13 0-26 0,-6-2 3 0,-7 2-1 16,11-4-4-16,-11 4-8 0,10 0-82 15,-4-1-41-15,-6 1-156 0,4 2-612 0,3 3 95 16,-4-2 66-16,-3-3 57 0,0 0 77 0</inkml:trace>
  <inkml:trace contextRef="#ctx0" brushRef="#br0" timeOffset="189761.84">22226 2398 673 0,'0'-6'327'0,"-4"2"-19"0,4 4-14 16,-4-7-48-16,4 7-16 0,-3-8-20 15,3 8-8-15,-1-4-25 0,1 4-24 0,-3-5-20 16,3 5-17-16,0 0-11 0,0 0-8 16,0 0-13-16,0 0-15 0,0 0 3 0,7 24 2 15,0-12-15-15,-3 1-8 0,2 3 3 0,-2 1 0 16,5 3-8-16,-1 0 3 0,2 0-16 16,-3-1 5-16,0 1-7 0,6-2 2 0,-3 2-7 15,-3-1-1-15,4-1 1 0,-1 0-11 0,-3-4 3 16,3 1-2-16,-3 1-4 0,0-3-4 0,3-1 5 15,-3 1-49-15,0-1-48 0,0-3-57 0,-1 0-148 16,-2 0-523-16,3-3 19 0,-3-1 114 16,2-1 62-16,-6-4 59 0</inkml:trace>
  <inkml:trace contextRef="#ctx0" brushRef="#br0" timeOffset="190078.53">22478 2451 770 0,'-3'-5'305'0,"3"0"-9"16,0 5-37-16,-3-6-39 0,3 6-20 15,0 0-6-15,0 0-30 0,0 0-8 0,0 0-20 16,-8 21-3-16,5-10-18 0,0 5-10 0,2-1-15 16,-2 4-6-16,0 0-2 0,-1 3 21 15,-2 1-34-15,-2 0 13 0,5 2-11 0,0-1-4 16,-1 2-6-16,1 1-2 0,0 0-8 0,-1-2-12 15,1 2 4-15,0-2-12 0,3 0 10 0,-4-4-10 16,4 0 12-16,0 2-12 0,0-4-3 16,0 0-5-16,0-1 5 0,0 1-7 15,0-3 2-15,4-3-11 0,-4 0-6 0,0-2-1 0,3 0-39 16,-3 1-37-16,3-3-65 0,-2-2-71 0,2 1-297 16,0-6-316-16,4 0 93 0,-7-2 72 15,0 0 64-15</inkml:trace>
  <inkml:trace contextRef="#ctx0" brushRef="#br0" timeOffset="190328.52">22762 2789 1080 0,'0'0'271'0,"8"-1"-25"0,-8 1-29 0,6-3-20 16,0 1-12-16,-2-2-27 0,-4 4-9 0,17-3-11 16,-5 0-18-16,0 1-17 0,2 0-6 0,-1 0-18 15,1-1-20-15,0 2-25 0,-1 1-55 16,4-3-43-16,-4 1-33 0,-1 2-95 0,0-2-169 16,0 2-340-16,-2 2 38 0,-4-2 74 0</inkml:trace>
  <inkml:trace contextRef="#ctx0" brushRef="#br0" timeOffset="190595.22">22826 2935 755 0,'0'0'289'15,"0"0"-18"-15,0 0-33 0,0 0-10 0,-3 4-39 16,3-4 11-16,0 0-31 0,18 0 5 0,-18 0-15 15,16 0-13-15,-5 0 0 0,2-1 0 16,1 1-39-16,0-2 1 0,-1 1-6 0,2-1-10 16,-2 2-7-16,1-2-14 0,-1 0-2 0,-3 1-12 15,4 1-4-15,-7-1 4 0,3 1-16 16,-2-1-16-16,-8 1-20 0,16 0-7 0,-10-1-42 16,-6 1-38-16,15 1-51 0,-9-1-105 0,1 0-386 15,-1 1-149-15,2-1 92 0,-8 0 69 0,0 0 59 16</inkml:trace>
  <inkml:trace contextRef="#ctx0" brushRef="#br0" timeOffset="191761.63">23890 2486 698 0,'0'-8'238'0,"0"8"-25"16,-3-5-21-16,3 5 7 0,0-4-50 0,0 4-24 15,0 0-17-15,0 0 15 0,0 0-26 0,0 0-15 16,0 0 0-16,0 0-21 0,-15 17 6 15,9-8 4-15,0 2-22 0,2 3 0 0,-3 1-3 16,0 1-3-16,3 2-9 0,-5 1-11 0,5 1 12 16,-3-1 1-16,3-1-8 0,1 0-15 0,0 0 72 15,0-3 7-15,3 3-20 0,0-1-11 16,3-2-5-16,0 2-10 0,4-3 8 0,2 0-3 16,-4-2-12-16,5-1 9 0,1 0-14 0,2-1 4 15,0-3 3-15,1-1-15 0,0-1 7 16,0 0-5-16,-1-5 3 0,1 0-8 0,0-2 2 15,-1-1-7-15,1 0 13 0,2-3-8 0,-4 0 5 16,1-3-5-16,1 0-5 0,-1-1-5 0,-3-4 5 16,1 3-5-16,-4-4 10 0,1-2-5 15,-6-1-6-15,5-4 4 0,-7 3 4 16,3-6-12-16,-6 1-6 0,-1-1 16 0,1 1-2 0,1 3 4 16,-6-2-2-16,4 4 13 0,-5-1-13 0,1 3 10 15,1 4 0-15,0-1 3 0,-5 1-1 16,4 2-14-16,-2 1 9 0,-3 1-7 0,2 3-2 15,1 2 4-15,-4 1-10 0,4 1 1 16,-3 2-19-16,1 2 16 0,-1-1 2 0,2 5-13 16,-2 1 14-16,3 1-11 0,-1 3 5 0,3 1 2 15,0-1-12-15,1 1 8 0,0 1-8 0,3-1 10 16,-2 1 3-16,6-1-1 0,0-1-4 16,0 0-1-16,3 0 3 0,0 0-5 0,1 0-2 15,3-2-1-15,0-1-2 0,3 2 8 0,1-2-8 16,-1-1 7-16,3 0-12 0,1 0 15 0,3-3-31 15,0 2-4-15,0 0-37 0,0-3-53 16,4 0-100-16,-4 2-517 0,3-3-77 0,-3 3 107 16,0-4 57-16,-3 0 59 0</inkml:trace>
  <inkml:trace contextRef="#ctx0" brushRef="#br0" timeOffset="192394.81">24349 2752 565 0,'0'0'215'0,"0"0"-43"15,0 0 56-15,0 0-24 0,0 0-17 16,0 0-23-16,0 0-18 0,-11 0-16 0,11 0-4 16,0 0-14-16,-7 6-9 0,4-3-16 0,3-3 2 0,-4 6-4 15,1-2-13-15,0 2-8 0,-2-2-11 16,2 3 11-16,0-1-10 0,0 0-13 0,2 2 0 15,-2-3-8-15,0 5 8 0,0 0-13 16,2-1 8-16,-2 2-18 0,3-1 18 0,0 2-21 16,0-4 8-16,0 3 3 0,4-1-8 0,-1-1 5 15,0 3 5-15,1-4-5 0,2 0-13 16,2 1 1-16,-2-1 12 0,1-3 0 0,0 1-5 16,3 0 7-16,-3-4 3 0,0 0-5 0,2 0 3 15,2 0-6-15,-4-2 6 0,-7 0-3 0,17-6-2 16,-6 4 7-16,-2-4-10 0,-2 0 0 0,1-3-13 15,0 1 13-15,-3-2-6 0,-2-1 1 16,1-1 3-16,-4-1-6 0,3-2 5 0,-3 0 3 16,-3-2-13-16,2 2-5 0,-5-2 31 0,2 4 2 15,-2-3-5-15,-2 3 1 0,-1 0-6 16,2 1-13-16,-3 3 10 0,-4 0-10 0,4 0 3 16,-1 3 3-16,-2 2 2 0,0 1-13 0,1 2 5 15,-1 2-5-15,-1 1 5 0,4-1 1 16,0 3-6-16,-1 1-8 0,3 0 8 0,0 2-20 15,4-1-18-15,1 0-14 0,3 0-29 0,0 2-50 16,4-1-86-16,-1 1-226 0,7 1-332 0,4-1 43 16,-1-2 56-16,5 0 82 0</inkml:trace>
  <inkml:trace contextRef="#ctx0" brushRef="#br0" timeOffset="192662.14">24909 2760 908 0,'0'0'320'0,"13"-2"-28"16,-13 2-31-16,11-4-10 0,-4 3-34 0,6-2-25 15,1-1-30-15,-1 3-16 0,2-3-6 0,4 1-24 16,-1 0-47-16,2-1-46 0,0 1-57 16,-2 1-76-16,-1-3-102 0,3 3-518 0,-6-1 39 15,0 0 77-15,-1 1 79 0</inkml:trace>
  <inkml:trace contextRef="#ctx0" brushRef="#br0" timeOffset="192878.64">25079 2566 645 0,'-10'5'222'0,"7"1"-20"16,6 0 8-16,-3 2-43 0,0 2-9 0,3 0-27 15,1 2-13-15,-1 3-6 0,1-2 55 0,3 2-11 16,0 0-10-16,1 0-31 0,-3 0-48 15,3 0-52-15,2 0-71 0,3 2-147 0,-2-2-485 16,5 1 22-16,-1-1 85 0</inkml:trace>
  <inkml:trace contextRef="#ctx0" brushRef="#br0" timeOffset="193461.13">25702 2463 1054 0,'0'-9'346'0,"0"9"-32"16,0 0-42-16,-4-3-21 0,4 3-26 0,0 0-15 15,0 0-26-15,-10 20-20 0,7-10-10 16,1 1-16-16,-3 0-21 0,2 3-19 0,0 0-1 15,2 1-5-15,-3 0-5 0,1 2-18 0,3-1-7 16,0 0 9-16,3 0-32 0,-3-1 2 0,5 2 2 16,-2-4 3-16,5 2-20 0,-6-3-6 15,4 1-7-15,1-3 15 0,1 0-2 0,1-2-3 16,-2-1 3-16,0 1-1 0,4-2-12 0,-1-2 7 16,0-1-2-16,3 0-5 0,-2-2 15 15,0-1-7-15,-1-1-8 0,3-2-3 0,-2-1 13 16,-1-1-10-16,3-1-3 0,-2-2 0 0,-1-3-2 15,-4-2-8-15,2-3-5 0,-5 0 5 0,1-3 2 16,-4-2-2-16,0 0-10 0,0 0 13 16,-1 1-11-16,-5-3 3 0,1 1 7 0,-4 1 4 15,2 1-9-15,-3 1 3 0,-1 2 5 0,-2-1 8 16,2 5 2-16,-2 1 6 0,3 2-1 16,-1 1-17-16,-2 2 7 0,3 1-5 0,-4 3 0 15,3 2 3-15,-1 1 5 0,0 1-16 0,2 1 8 16,-1 2-2-16,2 2-1 0,2 0 6 0,1 3 0 15,-2-1 2-15,5 0-13 0,2 1-2 16,-2 1 8-16,3 0 2 0,4 1-8 0,-1-2 3 16,0 2-10-16,5 0 18 0,0-1-11 0,0 0 3 15,3-1 5-15,3 1-2 0,-1 1-36 16,4-3-29-16,-3 0-20 0,6-3-38 0,-5 2-80 16,4 1-222-16,2 0-412 0,-4-4 63 0,0 1 70 15,1 0 63-15,-5-3 68 0</inkml:trace>
  <inkml:trace contextRef="#ctx0" brushRef="#br0" timeOffset="193695.12">26109 2658 872 0,'0'8'290'0,"-3"-1"-22"16,3 3-22-16,-1-1-36 0,-2 2-13 0,3 2-25 15,0-1 4-15,0-1-99 0,0 3-10 16,0-1-6-16,0 2-5 0,0-1-2 0,0-1-13 16,4 0-3-16,-4 1-2 0,3-3-8 0,-3 1-5 15,3 0 6-15,2-1 1 0,-3-1-4 0,-2 0-16 16,3 0-25-16,2-1-52 0,-4-2-33 16,0-1-179-16,3 0-476 0,-1 1 95 0,1-3 56 15</inkml:trace>
  <inkml:trace contextRef="#ctx0" brushRef="#br0" timeOffset="194178.16">26561 2358 622 0,'0'0'222'0,"3"-4"-12"0,-3 4-26 16,0 0-27-16,0 0-4 0,3-3-12 0,-3 3-16 15,0 0-9-15,0 0-14 0,0 0-10 0,0 0-7 16,10 10-4-16,-3-5-6 0,-1 2 4 0,2 3-10 16,0 3-2-16,2-1 2 0,-1 5-13 15,5 0-10-15,-2 1 21 0,3 0-19 0,-2 0-7 16,4 3 0-16,-3 0 16 0,7-1-22 0,-1 3 22 16,-3-3-16-16,4-1 71 0,0 0-20 15,-1 0 1-15,0-4-11 0,-3 0-8 0,1-1-8 16,2-2-9-16,-6 2-4 0,3-4 4 15,-4 0-6-15,0 0-18 0,-2-2 13 0,-1-3-18 16,-3 3 3-16,4-1-5 0,-4-2-6 0,-1 0 3 16,-2 0-5-16,2-3-8 0,-1 3-45 0,-2-3-68 15,0-1-173-15,-3-1-551 0,0 0 46 0,0 0 88 16,0 0 68-16,0 0 75 0</inkml:trace>
  <inkml:trace contextRef="#ctx0" brushRef="#br0" timeOffset="194628.34">26929 2300 811 0,'0'-5'312'0,"0"5"-23"0,-1-7-25 16,1 7-31-16,-3-5-26 0,3 5-15 16,0 0-25-16,0 0-14 0,-13 12-30 0,10-4-5 15,-4 5 2-15,-1 2-17 0,-1 4-1 0,2 2-20 16,-1 2 10-16,-2 4-7 0,0 2-14 0,-2-1 9 16,-3 2 1-16,5 0-4 0,-4-2-5 0,4 2-3 15,-4-3-13-15,4 2-58 0,0-2 9 16,-4 2-1-16,4-2-6 0,0-2 25 0,-1-2-2 15,1-2 5-15,3 0-7 0,-3 0-16 0,3-1 56 16,0-3-55-16,1-4 11 0,4 4 22 16,-3-3-8-16,0-3 4 0,2 1-24 0,-3-2 14 15,3-1-22-15,2-1 15 0,-2-2 10 16,0 0 13-16,3 1-18 0,-3-2-28 0,3 2 0 16,-4-4 33-16,4 2-31 0,0-5 24 15,-4 5-37-15,4-5 29 0,-3 7-15 0,3-2-1 16,0-5-23-16,-2 5-9 0,2-5-40 0,-2 4-78 15,-1-1-180-15,0 2-560 0,-1-1 127 0,-2 0 42 16,-2-1 102-16,1-1 51 0</inkml:trace>
  <inkml:trace contextRef="#ctx0" brushRef="#br0" timeOffset="204810.2">23818 3200 714 0,'-4'-4'320'0,"4"4"-29"0,0 0-6 15,-9 0-24-15,9 0-28 0,0 0-18 16,0 0-21-16,0 0-22 0,-7-2-19 0,7 2-20 16,0 0-20-16,0 0-3 0,0 0-18 0,0 0 0 15,0 0-2-15,20-5-11 0,-9 4-12 16,-1-1-13-16,4 1-6 0,-1 0 3 0,5-5-12 15,-2 3 9-15,5-1-12 0,-4 0-8 0,5 0 11 16,-3-1-6-16,-2 3-12 0,0-1-16 0,0 1-13 16,-3 1-28-16,2-3-36 0,-4 3-50 15,-2 0-55-15,2 1-20 0,-4-2-62 0,-1 4-194 16,-7-2-281-16,7 1 68 0,-7-1 47 0,0 0 53 16</inkml:trace>
  <inkml:trace contextRef="#ctx0" brushRef="#br0" timeOffset="205060.37">23900 3220 706 0,'0'0'248'15,"0"0"-89"-15,-10 1 0 0,10-1-6 0,0 0-20 16,0 0 6-16,0 0-19 0,0 0-13 16,0 0-9-16,0 0-1 0,0 0-2 0,0 0-16 15,0 0 8-15,0 0-8 0,0 0-10 16,34-4-20-16,-20 0 15 0,0 1-8 0,2 2 3 15,2-5-23-15,1 3 74 0,-1-1-13 0,0 2-2 16,-2-3-3-16,-1 2-17 0,-2 1-1 16,0-1-13-16,1 0-15 0,-4 1-25 0,-3 1-31 15,3 1-34-15,-3-4-40 0,-7 4-29 0,13-1-97 16,-5 1-519-16,-1 0 17 0,2 0 75 0,-9 0 76 16</inkml:trace>
  <inkml:trace contextRef="#ctx0" brushRef="#br0" timeOffset="205744.18">25821 3113 726 0,'-10'0'175'15,"10"0"1"-15,0 0-12 0,-6 0 2 0,6 0-27 16,0 0 4-16,0 0-7 0,0 0-6 0,0 0-2 16,0 0-10-16,0 0-11 0,0 0 52 15,0 0-5-15,0 0-16 0,0 0-8 0,0 0-7 16,0 0-8-16,0 0-20 0,0 0 10 16,0 0-18-16,27-3-10 0,-20 1-11 0,-7 2 1 15,17 0-29-15,-10 0-9 0,3 0-32 0,-10 0-20 16,21 0-61-16,-12 0-57 0,1 0-118 0,1 2-483 15,-1-1 10-15,-3 1 77 0,3-1 79 0</inkml:trace>
  <inkml:trace contextRef="#ctx0" brushRef="#br0" timeOffset="205926.61">25897 3221 808 0,'-4'4'333'0,"4"-4"-3"0,0 0-40 0,-3 3-11 0,3-3-87 15,0 0-29-15,0 0-9 0,0 0-8 16,0 0-21-16,0 0-20 0,0 0-18 0,17 3-23 16,-6-5-36-16,-1 0-15 0,3 1-108 0,4 0-324 15,0 1-301-15,3 0 34 0,-2-4 67 16,-3 0 64-16</inkml:trace>
  <inkml:trace contextRef="#ctx0" brushRef="#br0" timeOffset="-191407.48">19156 13634 230 0,'-10'0'95'0,"10"0"-3"0,-11-1-18 16,11 1 28-16,-10 0 65 0,10 0-14 16,-10 0 1-16,10 0-1 0,-11 0-12 0,11 0 0 15,0 0-8-15,-10 0-15 0,10 0-16 0,0 0-7 16,-10 0 18-16,10 0-19 0,0 0-91 0,-11-2 12 16,11 2-20-16,0 0 28 0,0 0-2 15,0 0-6-15,0 0 5 0,-10 0 6 0,10 0 10 16,0 0 0-16,0 0 81 0,0 0-14 0,0 0-1 15,0 0-17-15,0 0-1 0,0 0-10 16,0 0-7-16,0 0-8 0,0 0-8 0,0 0 10 16,21-6-12-16,-11 6-13 0,0-2 10 0,4 1-18 15,-1 0 5-15,1-2-7 0,3 1 2 16,4 2 0-16,0-1-7 0,2 0-1 0,-2-1 1 16,6-1-3-16,1 2-11 0,-4 1 6 0,-1-2-10 15,1-1 2-15,3 1-5 0,-6 2 10 16,-1-3-10-16,1 2 8 0,-3 1-11 0,-2-1-2 15,-2-2 10-15,-1 1-5 0,-3 2 3 0,1 0 4 16,-4 0-7-16,-7 0 8 0,16 0-3 0,-16 0-12 16,12-1 7-16,-12 1 18 0,6-1-18 15,-6 1 5-15,0 0 0 0,0 0 0 0,0 0-5 16,0 0 10-16,0 0-10 0,-31 2 8 0,18-2-13 16,-1 5 15-16,-3-4-5 0,-3 0-15 15,-1 1 17-15,1-1 6 0,-1 1-8 0,-3 0 3 16,0 1-3-16,0-3 0 0,0 1-5 0,-3 2 0 15,0 0 3-15,6-2-11 0,-3 1 3 0,3 1 10 16,-2-1 5-16,2 0-7 0,4-1-6 16,-4 3 3-16,5-3 6 0,1-1 4 0,2 2-5 15,-4-2-3-15,7 0 11 0,0 1-3 0,-1-1 6 16,1 3-3-16,10-3-6 0,-14 2-7 0,14-2-5 16,-13 0 5-16,13 0 3 0,-7 0-3 15,7 0 0-15,0 0 2 0,0 0 3 0,0 0-2 16,0 0 2-16,0 0 5 0,0 0 3 15,31-9-15-15,-18 7 4 0,4-1 3 0,3 0 6 16,5-3-9-16,5 4 11 0,-2-4-11 0,3 3 6 16,9-1 5-16,-1 1 5 0,-2-2-13 0,4 3 5 15,0 0-10-15,-3-3 8 0,-7 4-3 16,3 1-15-16,-4-2 15 0,-2 1-15 0,-4-1 7 16,-1 0-2-16,-2 2 0 0,-4 0 10 0,-3 0-5 15,-1-1 3-15,1 1 2 0,-4-2-5 0,1 2 15 16,-1 0-12-16,-10 0 9 0,13 0-1 15,-13 0-11-15,8 0 12 0,-8 0-9 0,0 0-3 16,0 0 0-16,0 0-10 0,0 0 10 0,0 0-3 16,-28 5-12-16,14-2 22 0,1-1-22 15,-8-1 5-15,0 2 7 0,-5 1 1 0,-2-4-6 16,-2 5 6-16,-1-3 7 0,0 1-5 16,0-1 7-16,0 0-12 0,-3 1 0 0,4-3 13 0,-1 0-3 15,3 4-8-15,4-2 6 0,0 0 5 16,3-2-6-16,-2 2-7 0,2 1 8 0,3-2-3 15,2 2 2-15,2-2-2 0,0 1 0 0,1 0-8 16,2-1 8-16,1 1 0 0,1-2-5 16,1 0-5-16,-2 1-3 0,3 2 8 0,7-3 8 15,-10 2-14-15,10-2 4 0,-10 1 2 0,10-1-6 16,-4 1 17-16,4-1 1 0,0 0-2 0,0 0 11 16,0 0-3-16,0 0-19 0,24 0 14 15,-10 0-8-15,0-1 21 0,6 0-27 0,1-1 14 16,6-1 0-16,1 2 7 0,6-2-12 0,3-1 4 15,4 1 4-15,3 1-4 0,-3-3-7 16,4 5 0-16,-4-2 0 0,3 0 5 0,-2-2 8 16,-8 4-18-16,0 0 5 0,-3 0 3 0,-4 0-8 15,-3 0-3-15,-4 0 3 0,-2 0 2 0,-2 0-2 16,-2 0-18-16,0 0 3 0,-3 0-9 16,-2 0-9-16,-2 1-36 0,-4 5-49 0,-3-6-72 15,0 7-117-15,0-3-453 0,-3 3 38 16,-3 0 89-16,-1-1 57 0</inkml:trace>
  <inkml:trace contextRef="#ctx0" brushRef="#br0" timeOffset="-189574.02">19528 13818 314 0,'0'0'128'0,"0"0"-7"0,0 0 73 16,0 0-10-16,0 0-15 0,0 0-2 0,0 0-21 15,0 0-13-15,0 0-3 0,0 0-17 16,7-10-6-16,-7 10-4 0,0 0-8 0,7-2-19 15,-7 2-1-15,0 0-6 0,7-5-3 0,-7 5-4 16,6-2-19-16,-6 2 8 0,7-1-10 16,-7 1 5-16,0 0-23 0,14 0 11 0,-14 0-1 15,10 3-7-15,-10-3 2 0,10 4-15 0,-3-3-1 16,-3 1 14-16,2 2-6 0,-6-4-7 16,7 9 13-16,-3-6-93 0,-1 4 24 0,4-1 7 15,-6-2 18-15,2 6-10 0,0-2 7 0,0 4 3 16,-3-3 6-16,0 2 9 0,-3-1-2 0,3 4-8 15,-6-3 8-15,1 4-3 0,2 2 11 16,-4-3 25-16,1 3-41 0,-1-3 29 0,-1 1-4 16,-1 6-6-16,2-5 1 0,0 1 6 15,-4 2 2-15,4-1-7 0,-2 3 10 0,2-3 0 16,0 0-5-16,0-1-13 0,3-1 10 0,-2 1-2 16,2 0-1-16,-3-3-4 0,4 1 12 0,0-1-5 15,2 1 6-15,1-3-8 0,-3 1-19 16,3-3 14-16,3 4-3 0,-3-5 8 0,4 1 2 15,-1 2-3-15,1-3-1 0,3 0-9 0,-1-2 16 16,1 0 12-16,0-2-19 0,0 3-4 0,3-3 3 16,0 0 3-16,-2 0-8 0,2-3 10 15,0 4-7-15,-4-4-3 0,5 2 7 0,-4-2 1 16,0 0 2-16,-1 0-5 0,2 0-2 16,-5 1 28-16,-3-3-21 0,10 2-23 0,-10-2-7 15,7 4 17-15,-7-4 3 0,7 3-10 0,-7-3 2 16,4 1 0-16,-4-1-9 0,0 8 22 0,0-8-10 15,-1 9 10-15,-2-5-13 0,-1 0 16 16,1 3-8-16,-1 0-13 0,-2-4 15 0,5 5-4 16,-2-2 2-16,-3 2-8 0,3-1 6 0,2 1 7 15,-3 2-8-15,1 0 1 0,3-2-9 0,-3 2 11 16,3 2-15-16,0-1 12 0,0-1-4 16,0 3 7-16,0-1 5 0,3-2 8 0,-3 4-13 15,3-3-5-15,1 2 12 0,-3-1-12 0,2 1 15 16,0-1-12-16,3 2-1 0,-2 0 8 0,-1-2-10 15,1 5 16-15,3-3-17 0,-3 1-6 16,2-1 9-16,-2 1 8 0,2 2-5 16,-3-4-2-16,5 3-1 0,-5-2 3 0,4 1 10 15,-4 0 11-15,1 1-19 0,2-4-2 0,-2 5-2 16,3-2-3-16,-4 2-13 0,4-2 7 0,-4 0 1 16,1 1 15-16,-1-4 0 0,0 5 1 0,2-4 4 15,-2-1-8-15,0 2 9 0,-3-3-11 16,3 3 5-16,-3-3 13 0,1 3 0 0,-1-3-24 15,-1 4 14-15,1-4-5 0,-3 3 7 16,0-3-2-16,3 3-11 0,-3-4 85 0,-2-2-5 16,2 2-6-16,0 0-1 0,-1-5 11 0,1 5-9 15,-4-3-13-15,1 0-3 0,1-2-2 0,-4-1-8 16,2 2-7-16,-3-3 25 0,-1 0-16 0,1-1 8 16,0 1-2-16,-1-3-8 0,1 4-7 0,0-4-9 15,0 0-7-15,10 0-7 0,-20 0 15 16,12-4-11-16,-2 4 8 0,0 0 3 0,-1 0-11 15,1-1-2-15,0-1 3 0,0 0-1 16,3-1-7-16,0 3-8 0,7 0-23 0,-14-2-20 16,7 1-39-16,7 1-56 0,-13-1-54 0,7-2-51 15,-2 6-223-15,1-1-312 0,1 0 67 16,6-2 63-16,-14 3 70 0</inkml:trace>
  <inkml:trace contextRef="#ctx0" brushRef="#br0" timeOffset="-182108.39">19261 13616 186 0,'0'0'75'15,"0"0"-14"-15,0 12 0 0,0-12-17 16,-3 6 5-16,3 1-6 0,0-7-17 0,-4 9 12 15,1-6-15-15,-1 2 10 0,1-1-17 0,-3 0 12 16,3 1 10-16,-2-2-4 0,5-3 17 16,-6 7-15-16,2-5 15 0,-2-1 0 0,6-1-10 15,-7 6-26-15,7-6 8 0,-8 1 23 0,8-1-5 16,-6 0 0-16,6 0 0 0,0 0-18 16,0 0 21-16,-13-1-8 0,13 1-16 0,-4-6 34 15,4 6-28-15,-3-6-3 0,3 6 10 0,-4-10 59 16,4 7 8-16,0-4-16 0,0 7-20 0,4-10 5 15,-4 3-10-15,3 5 5 0,-3-4-20 16,0 6 2-16,4-8 0 0,-4 4-5 0,3-1-3 16,-3 5-27-16,6-7 6 0,-6 7 1 15,4-1 5-15,-4 1 3 0,6-3-6 0,-6 3 3 16,0 0-25-16,0 0 28 0,15 3-14 0,-15-3 4 16,6 1-24-16,-6-1-5 0,4 7 11 15,-4-7 4-15,3 6-9 0,-3-2 4 0,0-4 3 16,0 7 3-16,0-7-1 0,0 8-10 0,-3-3 8 15,2 0 6-15,1-5-1 0,-6 7 0 0,3-6 2 16,3-1-1-16,-7 7 11 0,3-5-6 16,-3 1 4-16,7-3 0 0,-7 3-2 0,7-3 5 15,-6 2-2-15,6-2 12 0,-7 2-8 16,7-2 13-16,0 0-10 0,0 0-15 0,0 0 10 16,-14-6 3-16,14 6-4 0,-3-6 6 0,3 6-5 15,0-8 0-15,0 8-5 0,3-8 2 0,-3-1 1 16,3 7-6-16,1-4-2 0,0-1-1 15,2 3 4-15,-2-2-6 0,2 2 0 0,-2 0-5 16,2-1 13-16,-1 2-13 0,1-1-5 0,-2-1-1 16,2 5 12-16,1-2-19 0,-7 2 18 15,11-2-18-15,-11 2 8 0,10 3 2 0,-4-2-4 16,-6-1 4-16,7 7 6 0,-3-2-6 0,0 0-7 16,-4 2 13-16,3-4-11 0,0 5 5 0,-3-1-2 15,0-1 3-15,0-4-1 0,0 7-17 16,-3-4 17-16,3-2 23 0,-3 4-2 0,2-4-5 15,-2 2-10-15,3-5 7 0,-8 7 10 16,5-4-14-16,-3-2 14 0,6-1-7 0,-7 5 5 16,7-5-8-16,-11 1-7 0,11-1 17 0,-10 0-2 15,10 0-13-15,0 0 10 0,-10-3-4 16,10 3-9-16,-6-4 11 0,6 4-8 0,-8-3-10 16,8 3 8-16,-3-6-11 0,3 6 8 0,-3-8-8 15,3 8 3-15,-1-2-3 0,1 2-9 16,0 0-1-16,0-8-5 0,0 8-6 0,0 0-6 15,0 0-29-15,4-5-54 0,-4 5-33 0,0 0-149 16,0 0-370-16,0 0 43 0,0 0 48 0</inkml:trace>
  <inkml:trace contextRef="#ctx0" brushRef="#br0" timeOffset="-179007.33">20044 14720 642 0,'0'0'164'16,"0"-4"-18"-16,0 4-8 0,0 0-13 0,0 0-7 16,0 0-16-16,-11-1-4 0,11 1-9 0,0 0 11 15,-10 11-28-15,4-4-8 0,2 1 8 0,-2 2-16 16,3 1-5-16,-5 3-7 0,5 0 12 15,-1 0-20-15,1-2 12 0,0 5-12 0,3-4-3 16,0 0-4-16,0 2-4 0,0 1 6 16,3-1-8-16,-3-4-3 0,3 4 6 0,1 0 0 15,2-3-1-15,-1-4-7 0,-2 2 5 0,4-2-5 16,-1-1 0-16,-2 3 0 0,2-3 8 16,2-6-9-16,-2 3-11 0,4-1 17 0,-3-3-21 15,-7 0 3-15,17-7 8 0,-7 6-5 16,1-6-8-16,-4 1 20 0,0-5-10 0,2 1-2 0,-1-2 5 15,-1-1-16-15,-1-3 3 0,-2-1-20 16,2 2-3-16,-6-3 7 0,3 0-1 0,-3-1 1 16,-3-1 9-16,0 2 4 0,0 1-2 0,-1-1-3 15,-2 3 8-15,2-2 0 0,-2 2 0 16,-2 3-10-16,1-1 23 0,-2 3-8 0,2 2 5 16,-1-2-7-16,-1 3 4 0,2-1-4 0,0 4 2 15,-4-1-20-15,4 2 94 0,-2-2-5 16,1 5-17-16,8 0-6 0,-16 4-5 0,6-2 0 15,2 2 8-15,1 3-16 0,-2 1 8 0,2 0-5 16,-1 1-5-16,1 3-3 0,1-2 3 0,0 0-5 16,2-1-3-16,0 0-3 0,4 3-9 15,-3-2 4-15,3-3 6 0,0 2-3 0,0-1-10 16,0-3 0-16,3 2 15 0,4 3-8 0,-3-3-7 16,5 1 0-16,1-2 0 0,1 1 5 0,-1-3-3 15,5 1-5-15,1-2-18 0,-1 4-27 16,1-1-27-16,2-2-35 0,1 0-80 0,-4 0-176 15,4 1-405-15,-1-2 75 0,0-1 69 16,-2 2 53-16</inkml:trace>
  <inkml:trace contextRef="#ctx0" brushRef="#br0" timeOffset="-178575.04">20328 14879 773 0,'-10'4'255'0,"7"-3"-24"0,-2 5-24 15,2-1-5-15,-3 1-33 0,5 1-7 16,-2 0-11-16,0 1-18 0,0 2-16 0,2-2-9 16,-2 2-11-16,3-3 1 0,0 1-14 0,0 2-5 15,0-2-17-15,3 3 2 0,-2-2 0 16,2-1-8-16,3 1 3 0,-2 0-23 0,6-2 18 15,-3 1-6-15,3-2-12 0,0 1 0 0,1-3-11 16,-1 0 19-16,4-4-6 0,-4 4-17 16,3-3-1-16,1-1 8 0,-3 0-4 0,3-5-4 15,-4 4-2-15,3-5-3 0,-2 2 11 0,-2-4-6 16,1-1-4-16,-6 0-1 0,4-4-71 0,-5 5-6 16,0-4 16-16,0-1 0 0,-3 1 3 15,-3-1 12-15,0 1 18 0,-4-1-2 0,0 2 25 16,-3-2-23-16,3 3 16 0,-7 2-8 15,4 0 5-15,0 1-5 0,-4 4 5 0,4 0-8 16,-3-1 3-16,2 4 23 0,-2 0-18 0,2 5 0 16,1 0-29-16,-1 2-6 0,-2 1-29 15,6 7-46-15,0 0-98 0,1-2-537 0,1 7 54 16,5-8 51-16,-3 5 82 0</inkml:trace>
  <inkml:trace contextRef="#ctx0" brushRef="#br0" timeOffset="-174608.88">24122 3484 499 0,'-3'-5'184'16,"3"5"-20"-16,0-4-3 0,-3-3 0 15,3 7-20-15,-4-7 5 0,4 5 0 0,-3-5-5 16,3 7-13-16,-4-6-16 0,1 2 9 0,3 4-6 16,-7-4-15-16,6 0-3 0,1 4-20 15,-6-5-1-15,6 5 1 0,-3-3-13 0,3 3-18 16,0 0 5-16,0 0-4 0,0 0-9 0,0 0 5 15,-13 12 6-15,13-4-85 0,-1 5 8 0,-3 3 10 16,4 5-5-16,0 1 28 0,0 6 11 16,4 3-11-16,-3 5 15 0,-1 4-2 0,0 0 13 15,3 13 2-15,0 2 3 0,1-3-10 0,-1 1-3 16,3 0 0-16,-4-12 59 0,0-3-18 16,1-1-72-16,1-2 3 0,-4 1 2 0,4-1-4 15,-4 0 9-15,3-1 3 0,0-8-2 16,0 1-11-16,-2-4-25 0,2 1-13 0,0-4-36 15,-3-4-33-15,3-1-26 0,-2-3-74 0,-1 0-254 0,-1-6-222 16,-2-2 64-16,3-4 85 0</inkml:trace>
  <inkml:trace contextRef="#ctx0" brushRef="#br0" timeOffset="-174043.05">23887 4128 801 0,'-3'-7'251'0,"3"7"-16"0,0 0-17 15,6-5-19-15,-2 0-12 0,6 3-87 0,2-4-10 16,0 3-6-16,4-5-7 0,2 4-16 0,3 0 6 16,3-5-13-16,-1 2-8 0,1 2-5 15,0-2-8-15,0 1-8 0,-1-1 6 0,-2 5-10 16,0-3-3-16,-4 0-3 0,3 2-15 15,-6 1-3-15,0 1-12 0,-1-3 23 0,-2 4-21 16,-1-1 10-16,0 1-2 0,1 0 5 0,-4 1 13 16,-1 3-36-16,1-3 18 0,-4 4 0 0,5 0 7 15,-5 2-7-15,0 3 10 0,1 0 31 0,-1 2-33 16,-3-2 7-16,0 5 3 0,3-2-6 16,-3 0 73-16,0 2-6 0,-3-3-23 0,3 5 13 15,-3-1-13-15,2 1-2 0,-2-2-3 16,0 1-20-16,0-4 7 0,1 3-10 0,-4-1 13 15,3-3-18-15,0-1 10 0,2 3-3 0,-2-5 14 16,0 1 4-16,0-1-2 0,3-1 8 0,-4-3-82 16,1 1 10-16,-1-1 15 0,0 1-7 15,4-5 2-15,-7 2 5 0,1 0 16 0,6-2-11 16,0 0 6-16,-21-4-8 0,14-1 12 0,-3 1-9 16,-4-4 2-16,1 1 2 0,-1 0-9 0,1-4 9 15,-5 0 1-15,1 0 7 0,-3 0-7 16,6-2-1-16,-6 3 3 0,2-1-5 0,2-1-2 15,-2 2 12-15,5 0 0 0,0 1-5 0,-1 0 16 16,0 1-8-16,0 0 2 0,7-1-7 16,-2 2-1-16,-2 1 1 0,4 3 15 0,0-5-10 15,1 3-11-15,-2 1 4 0,2 0-40 0,5 2-17 16,-5 0-10-16,6 2-29 0,0 0-51 16,0 0-79-16,0 0-292 0,0 0-194 0,19 4 48 15,-17 0 79-15</inkml:trace>
  <inkml:trace contextRef="#ctx0" brushRef="#br0" timeOffset="-173508.98">23220 4729 691 0,'0'0'212'15,"-3"-3"-23"-15,3 3-17 0,0 0-16 16,-1 15-5-16,1-9-23 0,1 6 0 0,-1-1-20 0,3 3 7 16,-3 2-18-16,3 1-28 0,1 1 3 15,-1 0 66-15,0 0-25 0,2 3-21 0,1 0-31 16,-2 1-45-16,2 2-103 0,0-4-157 0,-2 2-462 15,4-6 48-15,-2 1 103 0</inkml:trace>
  <inkml:trace contextRef="#ctx0" brushRef="#br0" timeOffset="-172959.05">23425 4976 494 0,'0'8'181'0,"0"-4"52"0,0 3-31 0,0-1-7 16,1 0-24-16,-1-6-4 0,0 9-14 0,0-7-7 15,0-2 13-15,0 7-3 0,0-7-69 0,0 0-15 16,0 0-3-16,0 0-2 0,0 0-9 0,0 0 4 15,-4-21-19-15,4 10-7 0,-4 2 5 16,4-8-10-16,0 1 0 0,0-1-6 0,-3-1 6 16,6-2-11-16,-3 2 3 0,0 0-5 0,4 0-5 15,-4 4 8-15,3 2-16 0,-2-1 0 16,-1 2 8-16,3 1-11 0,0 3 1 0,0-1-3 16,1 4-3-16,2 2-2 0,-6 2 18 0,14 0-16 15,-7 6-4-15,0-1 4 0,4 5 11 16,-1 0-6-16,-1 1 3 0,1 3 1 0,-2-2 1 15,5 5-4-15,-6 0-3 0,4-1 0 16,-4 2-36-16,5 1-41 0,-4-6-48 0,-1 1-54 16,3 2-103-16,1-5-194 0,-1 1-182 0,0-2 46 15,1-5 70-15</inkml:trace>
  <inkml:trace contextRef="#ctx0" brushRef="#br0" timeOffset="-172692.53">23780 4593 737 0,'0'0'271'0,"4"20"-20"0,-4-8-28 0,3 1-6 16,0 2-27-16,1 2-19 0,-3-1-94 16,2 2 0-16,0 3-11 0,1-3 1 0,2 5-6 15,-2-5 8-15,-1-1-7 0,4 2-11 16,-3-3-5-16,2 1-5 0,-2-2 0 0,2 1 0 15,2-3-5-15,-2 0-3 0,-2-3 5 0,2-1-12 16,-2-2 15-16,2 2-10 0,2-3-3 0,-2 0-5 16,-2-4-16-16,3-1-30 0,2-1-10 15,-9 0-18-15,15-1-46 0,-9-5-62 0,1 3-71 16,1-5-459-16,-2 1 47 0,0 0 43 0</inkml:trace>
  <inkml:trace contextRef="#ctx0" brushRef="#br0" timeOffset="-172476.26">23685 4871 706 0,'-13'-1'223'0,"13"1"-19"16,0 0-17-16,0 0-15 0,-5-3-21 16,5 3-10-16,0 0-13 0,0 0-11 0,15-7-27 15,-5 6-6-15,3-5 3 0,-2 3-5 0,3-5 0 16,5 2-15-16,-1 2-21 0,2-3-5 15,-2 2-26-15,6-4-10 0,-5 7-43 0,2-4-64 16,-3 3-78-16,2-1-63 0,-6 1-131 16,3 2-260-16,-3 0 68 0</inkml:trace>
  <inkml:trace contextRef="#ctx0" brushRef="#br0" timeOffset="-172141.77">24085 4854 691 0,'0'0'258'0,"3"5"-25"16,-3-5-10-16,0 0-90 0,0 0 0 0,0 0-10 16,14-6-3-16,-10 3-30 0,2-4 4 0,1 2-24 15,-4 1 11-15,4-2-9 0,-3-1-10 16,2 2 4-16,-2-2-20 0,-1-2-5 0,0 1-5 16,-2 1 0-16,-1 0 5 0,3 0-5 0,-3 2-11 15,0-1 3-15,-3 0 6 0,3 6-11 0,0-8 5 16,0 8-5-16,-7-4 13 0,7 4-41 15,0 0 38-15,-14 8-8 0,10-4 6 0,-2 3-3 16,-1 2-10-16,1 0 16 0,-2 3-11 16,5 0 2-16,1-2 6 0,-3 5-3 0,2-2-5 15,3-1 67-15,0 3-6 0,0 2-5 0,3-1-9 16,2 0-4-16,0 1-15 0,3-1 3 0,2 1-80 16,0 0-2-16,7-4-23 0,-1 1-28 15,2 0-24-15,3-3-55 0,-1-1-68 0,1-3-60 16,3 0-446-16,-4-4 69 0,0 0 41 0,-5-6 66 15</inkml:trace>
  <inkml:trace contextRef="#ctx0" brushRef="#br0" timeOffset="-171792.53">24427 4896 627 0,'3'21'158'0,"0"-4"-22"15,1-4-3-15,0 1-20 0,-1 0-11 16,3-3-2-16,-5-1-28 0,2 3-8 0,3-4 10 16,-5 1 0-16,2-2-15 0,0 2-10 15,1-3 9-15,-3 0 14 0,-1 0 15 0,3-3 62 16,-3 0-6-16,0-4-10 0,0 0-5 0,0 0-23 16,0 0-3-16,0 0-15 0,-14-15 0 0,7 5-15 15,3-4-5-15,-5 0 7 0,1-1-10 16,-2-6-10-16,4 2-1 0,-1-2-12 0,1 1 23 15,1 3 0-15,-1-1 8 0,2-2-5 0,1 2-11 16,0 1-2-16,3 1-8 0,0 3-3 0,0-2-7 16,3 1 0-16,0 3 0 0,4 3-31 15,-1-4-3-15,2 6-14 0,2-1-24 0,0 1-38 16,4 3-26-16,-1-1-39 0,2 4-53 16,1 0-56-16,2 4-164 0,2-1-328 0,0 0 72 15,-2 2 62-15,0 0 55 0</inkml:trace>
  <inkml:trace contextRef="#ctx0" brushRef="#br0" timeOffset="-171524.8">24772 4753 721 0,'0'0'277'15,"0"0"-19"-15,-17 6-20 0,11-5-97 0,-2 5-8 16,1 0 0-16,1 0-10 0,-1 2-18 15,2 2 0-15,-7 3-13 0,8-2-2 0,-2 1 71 16,2 1-12-16,1 1-11 0,-1-5-31 0,3 7 21 16,1-4-28-16,0 1-5 0,1 0-6 15,3 3-4-15,2-1-16 0,-2-1-15 0,3-3 5 16,2 3-24-16,2-3-17 0,-1-3-43 0,0-1-49 16,4 1-67-16,-4-2-51 0,4-3-133 0,-3 0-407 15,2-3 15-15,1-2 95 0,-4 2 61 16</inkml:trace>
  <inkml:trace contextRef="#ctx0" brushRef="#br0" timeOffset="-171192.5">24972 4945 627 0,'2'-3'238'0,"-2"3"-8"0,0 0-25 0,3-6-29 16,-3 6 75-16,6-2-18 0,-2-3-28 0,-1 2-13 15,5-2-23-15,-5 1-18 0,4 0-18 0,-1 0-10 16,-2-2 2-16,6-1-27 0,-6 3-1 15,3-4-10-15,-4 2-13 0,3-2-2 0,-2-1-8 16,0 1-3-16,-1-2-10 0,0 2 6 0,-3-1-6 16,1 0-10-16,-1 1 0 0,-1 0-10 0,1 0-6 15,-1 1-2-15,-4 3 0 0,5 0-10 16,0 4 7-16,-11-6 4 0,11 6-9 0,-13 3 3 16,13-3-3-16,-14 10-12 0,7-3 30 15,0 1-15-15,-2 3-5 0,1 3-3 0,4-3-13 16,-2 3 19-16,3-3-9 0,2 3 11 0,-2-3-2 15,3 4-3-15,0 0-3 0,3-3-77 0,-2-2 11 16,5 5 5-16,4-2 10 0,1-4-16 0,2 1-4 16,2-2-13-16,1-1-21 0,5-4-41 15,-4 1-25-15,7-2-69 0,-3-2-108 0,3-2-417 16,-4-2 82-16,4-2 33 0,-3 1 94 0</inkml:trace>
  <inkml:trace contextRef="#ctx0" brushRef="#br0" timeOffset="-170725.16">25353 4868 657 0,'0'24'295'0,"3"1"-11"0,1-4-23 0,0 2-33 16,2 1-13-16,-2 1-26 0,-1 0-20 0,4 1-13 15,-1 4-18-15,2-1-17 0,-1 1-14 0,-1-5-17 16,1 0-47-16,0-5-30 0,-3-4-33 15,-1 1-11-15,3-3 11 0,-5-3-21 0,5-3-41 16,-6-2-57-16,0-5-99 0,0-1-82 0,0 0-135 16,-3-15-47-16,-4 4 26 0,1-6 256 0,-2-7 15 15,-2-2 113-15,-6-17 64 0,1 2 12 16,-1-3 91-16,5 8 27 0,1 4 36 0,0 3 31 16,2-3 10-16,-1 2-7 0,5 5-19 0,-2 0 14 15,2 3-3-15,4-1-21 16,-4 5 8-16,4 0-28 0,0-1 7 0,4 3-27 0,0 3-14 15,2-1 24-15,1 5-34 0,2 1-15 0,2 5 8 16,-1-1-23-16,1 4-11 0,2 1 11 16,-2 3-8-16,6 4 0 0,-4-1 2 0,-2 2-2 15,-1 2-3-15,0 3 6 0,1-3 5 0,-4 3 7 16,-4 2 34-16,3-4 22 0,-5 3-7 16,-2 1-8-16,-2 0-4 0,-3-5-81 0,-1 6 16 15,0-3-15-15,-3 1-2 0,0-4 1 0,-1 3 6 16,1-4 0-16,-3 1 0 0,2-3-13 0,1-1-23 15,0 0-35-15,-1-4-65 0,1-2-84 16,-4-1-226-16,10-1-335 0,-2-2 85 0,-1-6 59 16,4-4 66-16</inkml:trace>
  <inkml:trace contextRef="#ctx0" brushRef="#br0" timeOffset="-170442.72">25675 4497 813 0,'0'23'218'15,"0"-1"-8"-15,0-1-18 0,0 1 2 0,0-3-12 16,0 2-23-16,0 0 84 0,3 0-36 16,-3 4-15-16,3 0-12 0,0 0-22 0,-2-1-12 15,2-2-8-15,0 1-15 0,1 1-23 0,3 0-8 16,-3-4-5-16,2 1-7 0,-2-3 7 0,2-1-23 15,0-2-13-15,2-2 3 0,-4-1-70 0,2-3-4 16,4-1 7-16,-2 0 10 0,2-4 3 16,3 1 11-16,-2-4-9 0,2-1-30 0,1-1-21 15,-1-1-43-15,1-4-66 0,0 1-88 0,-1-3-412 16,1-1-74-16,-7 0 48 0,3-2 60 16,-7-5 63-16</inkml:trace>
  <inkml:trace contextRef="#ctx0" brushRef="#br0" timeOffset="-170176">25605 4835 934 0,'0'0'335'0,"0"0"-23"0,-9 1-35 0,9-1-8 16,0 0-16-16,0 0-20 0,0 0-28 0,0 0-26 15,0 0-72-15,17-11-22 0,-4 3-11 16,5 0 0-16,2-1-5 0,1 0-17 0,3-4-4 15,0 2-4-15,-1 3-3 0,1-4 2 0,1 1-12 16,-2 1-5-16,-2 1 2 0,-4 2-3 0,0 0-2 16,0 0-10-16,-4 3-33 0,-2-2-29 0,-1 4 6 15,-3-3-16-15,3 5-21 0,-10 0-14 16,10 5-6-16,-10-5-49 0,4 8-53 0,-7 0-274 16,-1 1-223-16,-2 2 34 0,-5 0 68 0,-3 1 57 15</inkml:trace>
  <inkml:trace contextRef="#ctx0" brushRef="#br0" timeOffset="-168492.41">17839 14564 312 0,'-6'2'118'0,"2"3"-49"15,-3-2-18-15,0 4-38 0,-3 1-36 0,0-1-126 16</inkml:trace>
  <inkml:trace contextRef="#ctx0" brushRef="#br0" timeOffset="-168292.43">17491 14784 276 0,'-4'6'49'0,"-2"-1"-19"16,1-2-37-16,-1 4-62 0,-4-3-90 15</inkml:trace>
  <inkml:trace contextRef="#ctx0" brushRef="#br0" timeOffset="-168076.02">17227 15012 399 0,'-3'4'112'0,"-1"1"-19"0,1 0-17 0,-4 2-9 15,1 1-13-15,-2-1-54 0,2 3-26 0,-1-2-81 16,-3 2-65-16</inkml:trace>
  <inkml:trace contextRef="#ctx0" brushRef="#br0" timeOffset="-167410">16817 15291 371 0,'0'0'161'0,"0"0"-18"0,0 0-10 15,0 0-5-15,0 0-12 0,0 0-6 16,0 0-8-16,0 0 5 0,0 0-12 0,0 0 0 16,0 0-3-16,24 0-82 0,-24 0-5 15,13-3 13-15,-2 2 23 0,-4-3-30 0,3 4-1 16,1-2 5-16,-1 1-23 0,3-3 31 0,-2 4-7 16,-1 0-14-16,3-2-7 0,-2 2 8 0,2 0 12 15,-3-1-15-15,4 2 23 0,-1-1-10 16,-1 2 2-16,1-2 3 0,1 0-10 0,-1 3 2 15,2-2-2-15,-2-1 53 0,3 1 11 16,-1-1-5-16,1 0-6 0,-2 2-7 0,4-2 0 16,-2 0-3-16,2 0-15 0,2 3 12 0,0-2-20 15,1 0-2-15,-1 1 2 0,-2-1-23 16,3-1 18-16,-2 0 3 0,2 0-8 0,-1 0 0 16,1 4 10-16,0-4-10 0,-1-4 5 0,4 4-18 15,-3 0 5-15,3-1 11 0,-1-1-6 0,1 0-23 16,3-1 29-16,1 0-1 0,-1-3-4 0,4 3 12 15,-3-2 0-15,2 0 0 0,1 0 0 16,3 0 11-16,-3 0-14 0,-3 0 1 0,-1 2-3 16,0-1-5-16,-3 3 5 0,0-1-8 15,-3 1-2-15,-2 0 5 0,2-2-5 0,-6 3-3 16,1-2-74-16,1 4 0 0,-3-2 8 0,0 0-16 16,-4 3-7-16,3-2-21 0,-2 0-31 0,-4 1-53 15,2-2-75-15,-2 5-398 0,-2-2 45 0,-2 2 46 16</inkml:trace>
  <inkml:trace contextRef="#ctx0" brushRef="#br0" timeOffset="-166410.33">17439 14789 491 0,'0'0'223'0,"0"0"-31"16,0 0 2-16,-3-6-22 0,3 6-29 16,0 0-5-16,0 0-12 0,0 0-16 0,0 0-8 15,0 0-10-15,0 0-12 0,0 0 7 0,0 0-16 16,10 14 9-16,-6-6-11 0,-1 2 5 0,1 1-13 16,5 1-4-16,-5 4 4 0,4 0-10 15,1 1 3-15,1 2 5 0,0-2-10 0,1 1-8 16,-1 0 12-16,4 2-4 0,-4-2-18 0,0 0-8 15,1 0-5-15,2-2 15 0,-3 1-7 16,1 0-3-16,-1-3-11 0,-3-3 9 16,3 4-13-16,-6-5 7 0,3 2-7 0,-1-3 7 15,-2-1-10-15,2 0 0 0,-2-2 13 0,0 1 0 16,-1-2 0-16,0-2 13 0,0 4 10 0,-2-4-64 16,2 1 5-16,-3-4 7 0,3 3 19 0,-3-3-18 15,0 0 5-15,0 0 0 0,0 0-8 16,0 0 5-16,0 0 11 0,-6-17-11 0,2 10-7 15,-2-1 4-15,-2-3 6 0,-2-3-13 0,3-4 0 16,-3 1-2-16,-4-4 15 0,1-3-8 16,2-1-2-16,-2 0 10 0,-4-1-13 0,6 1 13 15,2 3-8-15,-3 3 2 0,3-2 9 0,-4 4 7 16,5 2-15-16,1-2 12 0,1 6 3 0,-1-4 6 16,1 8-14-16,1-4 11 0,2 4-18 15,-1-2 7-15,1 1-5 0,0 6 1 0,0-4-11 16,3 6 20-16,0 0-7 0,0 0-5 0,0 0 5 15,0 0-16-15,0 0 11 0,16 18 8 16,-8-7 12-16,1 1-13 0,1 2 8 0,1 4 6 16,0 0-6-16,2 3 15 0,-2 0-12 15,2 4-16-15,4-1 13 0,-3-1 3 0,0 1-13 16,-1-3 15-16,0-3 0 0,-2 1-22 0,-1-2 12 16,0 1 7-16,1-7-12 0,-4 4 8 0,2-5-1 15,-5 3 8-15,4-5 6 0,-2 1-16 0,0-1-8 16,-5-3 11-16,5 2 12 0,-3 0-10 15,-2 0 0-15,3-4 6 0,-1 4-6 0,0-6-3 16,-2 6 3-16,2-4 6 0,-3-3-4 0,3 7 9 16,0-6-19-16,-3-1 11 0,1 7 7 15,-1-7-5-15,3 5-2 0,-3-5 2 0,0 0 13 16,3 5-5-16,-3-5-2 0,0 0-16 0,0 0-18 16,0 0-26-16,0 0-56 0,0 0-56 0,-13-2-138 15,13 2-459-15,-7 2 83 0,0 1 73 16,7-3 42-16</inkml:trace>
  <inkml:trace contextRef="#ctx0" brushRef="#br0" timeOffset="-163639.15">26136 3300 481 0,'0'0'197'0,"3"9"-31"16,-2-1 6-16,-1-4-11 0,3 9-25 0,3-5-6 15,-2 2-12-15,2 5-5 0,2-3-6 0,-1 3 57 16,2 0-8-16,-2 2-13 0,4 0-17 0,2 1-3 15,-2 0-21-15,3 3 0 0,-1-4 3 16,4 4-2-16,1 0-9 0,2-3 4 0,1 1-4 16,1-2-12-16,-4-3-18 0,8 1 16 15,-3 2-1-15,4-6-2 0,-4 0-23 0,1 0-16 16,2-2 8-16,3 1-2 0,5-1-14 0,3-2 11 16,2 1 5-16,12 2-89 0,4-3 2 15,-7 1 23-15,-7-4-20 0,17 3 17 0,0 0-2 16,-1 0 3-16,-8-3 2 0,9 3 2 0,-11-2 11 15,-2 0 5-15,-4-1-10 0,2 2 0 16,-4-4 22-16,2 5-22 0,-4-6 3 0,2 2 1 16,-5 2-1-16,0-4 2 0,-3 2 0 0,2 0 5 15,0-3 2-15,-4 1 6 0,2-1-11 0,0 0-4 16,-4 1 17-16,-3-1-28 0,-1 2-15 0,-2-2-1 16,0 0-7-16,-4 1-15 0,0-1-18 15,-2 0-11-15,-3 0-40 0,-2 0-16 0,-3 0-41 16,1 0-25-16,-2 4-62 0,-6-4-20 0,0 0-374 15,0 0 46-15,0 0 75 0</inkml:trace>
  <inkml:trace contextRef="#ctx0" brushRef="#br0" timeOffset="-163410.4">27774 3750 547 0,'-4'-7'200'15,"4"7"-26"-15,-3-4-28 0,3 4 2 0,0 0-7 16,0 0-23-16,0 0 7 0,0 0 44 15,13-1 3-15,-13 1-11 0,13 8-5 0,-5-3-5 16,2 3 0-16,-3 0 3 0,4 2-3 0,0 1-28 16,-1 4-18-16,-1-1 5 0,-2-2-13 15,-1 5-7-15,-2 0-9 0,-4 4-4 0,0-2-23 16,-3-1-8-16,-1 4-41 0,-6 1-23 0,-4 2-35 16,1-3-29-16,-5 0-87 0,2 2-307 15,2-8-300-15,0 1 82 0,0-3 75 0,4-4 66 16</inkml:trace>
  <inkml:trace contextRef="#ctx0" brushRef="#br0" timeOffset="-161294.25">28088 4079 703 0,'21'-11'254'16,"-15"6"-16"-16,1-2-26 0,3 1-27 0,4-6-14 15,-4 2-12-15,4-1 5 0,3-3-34 0,-3 2-10 16,3-4-17-16,-3 0-6 0,-1-1 0 15,1-4-27-15,-4 3 6 0,0-1-9 0,-3-2-11 16,3 0-7-16,-6 4-8 0,-1 1-11 16,1-1 73-16,-4 3-11 0,3 3-8 0,-3-2-12 15,-3 2-5-15,3 3-16 0,-1 0-5 0,-2 2-8 16,0 2 1-16,-1 0-6 0,-2 1-7 0,6 3 9 16,-8-4-19-16,8 4-3 0,0 0-3 15,0 0 0-15,-8 8 0 0,8-2 13 0,0-6-5 16,5 16 0-16,0-6-5 0,1 3-10 0,4-1-3 15,0 5 7-15,1-1 1 0,2 5 7 16,-3-4-4-16,4 4-9 0,-4 0 8 0,4-2-2 16,-4 3-5-16,-3-4 2 0,3 2-8 0,-3-4 6 15,-3 0-1-15,-1 0-2 0,-3-2 3 16,3-1-6-16,-6-1 11 0,0-2-8 0,-1 0 3 16,-4-2-16-16,-1-1 2 0,-1 0 11 0,-1-4-7 15,-2-2 2-15,0 3 2 0,1-4 11 0,-4-4 2 16,2 1-5-16,1-2-10 0,0 1 10 15,-2-5 3-15,1 2 2 0,7 2 8 0,-3-2 2 16,2 2-9-16,-1 0-1 0,2 1 0 0,1 0-15 16,4 0 2-16,-3-1-2 0,5 5 3 0,0 0 4 15,0 0 1-15,0 0-1 0,0 0 6 16,0 0-13-16,0 0 10 0,23 9-10 0,-9-5-3 16,-1-1 11-16,-1 2-1 0,4-2-2 15,2 3 6-15,-2-5 1 0,5 2-2 0,-3 0 11 16,-2-2-1-16,1-1-5 0,0 0 1 0,1-1-6 15,1-4 5-15,-1 3-10 0,3-6 5 16,-3 2-5-16,-2-3-5 0,1-1-8 0,0-3 5 16,-1-4-9-16,-4 5-14 0,0-6 3 0,-5-3 0 15,1 1-1-15,-3-5 1 0,-4 0 0 0,0-4-15 16,-2-4 4-16,-2-3 1 0,0-2 7 0,-2-9 8 16,-1 6 3-16,1 7 7 0,0 6 8 15,2 3 7-15,0 3 8 0,-1 1-2 0,1 4-5 16,-1 2-11-16,4 3-5 0,-2 2 13 0,0 2 3 15,-1 3-11-15,3 5 8 0,0 0 8 16,0 0-8-16,-10 14 7 0,7-3-7 0,2 6 8 16,0 4-5-16,-1 1-11 0,-1 2 11 0,6 1 2 15,0 0 0-15,-2 1 8 0,2 2-3 16,3-3-8-16,-2 0 6 0,3 0 2 0,3 0 1 16,-3-4-4-16,3 1 1 0,4-1 5 0,-4-2-11 15,6-2 16-15,-4-3 5 0,1-3-15 0,1 0-3 16,1-4 3-16,-2 0-3 0,0-6-3 15,1 1-4-15,-1-2 4 0,1-2 9 0,-1 1 1 16,-2-3-6-16,0 2-6 0,-1 0-3 0,1-1 0 16,-5 1 1-16,1 1-14 0,-7 1 9 15,13 0-6-15,-13 0 5 0,11 6 3 0,-5-4 5 16,-3 3 0-16,1 0 5 0,3 2 0 0,-1 0-2 16,-1 0-6-16,1 1 9 0,1 1 6 15,1-2-4-15,-3 2 2 0,3-5-10 0,1 3 5 0,-2-1 8 16,4 2-10-16,-1-5 10 0,-3 0-3 15,7 0 8-15,-4-2 7 0,0-1-12 0,4-1 10 16,-4 1-13-16,0-5 6 0,1 1 14 16,-1-3-7-16,-4 0-10 0,-2-3 3 0,3 0-1 15,-3-6-7-15,-4 1-1 0,-1-3 1 0,-6-3-11 16,3 0 9-16,-5-1-9 0,2-2 6 0,-4 5-14 16,1 1 19-16,3 1-5 0,-2 3-3 15,1 3 5-15,-2-1-5 0,0 5-11 0,2 1 9 16,-2 1 2-16,1 2 2 0,-2 3-7 0,4 0-5 15,-3 1 18-15,3 6-1 0,-3-4-4 0,3 3-8 16,1-1 10-16,2 2-5 0,1 1 5 16,-1 1-7-16,3-2 7 0,-2 0 0 0,3 1 3 15,4-1 2-15,-3 1-10 0,5-2 7 0,-2 1-4 16,7-3 5-16,-2 0-3 0,1 1 2 16,3-3-1-16,2-1-6 0,-2-1 12 0,5-1-22 15,-2-1 15-15,5-3 3 0,-2 1-13 16,-4 0 2-16,2-5 1 0,-3 1-3 0,0-2-11 15,-1 1-4-15,-3 0-1 0,1 1 21 0,-4 0 3 16,3 2-8-16,-4 2-3 0,2 0-23 0,-2 1 3 16,-6 3 8-16,0 0-1 0,13 7 8 15,-9 1 11-15,0 5 4 0,0 3 4 0,-1 8-4 16,0 1 3-16,1 10 16 0,2-2-9 0,-6 5 19 16,6-2-10-16,-5 3-6 0,6-5-7 0,-4 2 17 15,1 1-9-15,-1-3-6 0,1-3-2 16,-1-1-6-16,3 0 8 0,-5-5 1 0,6-5-11 15,-4 0 20-15,0-5-2 0,-2 0-15 0,-1-1 20 16,3-3-16-16,-3-2 19 0,3-3-24 0,-3-1 11 16,0-5-8-16,0 0 11 0,0 0-88 15,-13-15 11-15,5-1 4 0,-1-6-2 0,-5-6-2 16,-3-16 17-16,0-2 9 0,0-2-1 0,7-1 0 16,-1 3-2-16,1-1 12 0,6 6 3 15,1 8 10-15,0 4-7 0,3 3 9 0,0-2 9 16,3 3 2-16,0 5 5 0,-2 2-10 0,2-1-5 15,0 2 2-15,1 4 0 0,2 0 3 16,2 4 0-16,2 5-15 0,-1-3 9 0,3 6-4 16,-2 1 12-16,3 4-15 0,1 1 6 0,-1 3 7 15,3 0-6-15,-4 2 11 0,-1 1-5 16,-1 2-2-16,1 0 4 0,-2 2-5 0,-5-1 8 16,2 2 0-16,-2 0-10 0,-4-3-3 0,0-1 3 15,0 1 5-15,-4-1 7 0,1-1 1 16,-2-1 12-16,-4 0-4 0,5-3 7 0,-5 1-3 0,2-1 0 15,-1-4 3-15,0 0 8 0,-1-2-11 0,0 0 13 16,9-1-7-16,-15-2-1 0,6 2-10 16,2-3 11-16,7 3 10 0,-11-3-3 0,5 1-13 15,6 2 3-15,-10-5 3 0,10 5-21 0,-8-1 12 16,8 1-9-16,0 0-6 0,-7-3 9 16,7 3-4-16,0 0 11 0,0 0-3 0,0 0-12 15,0 0-6-15,0 0 10 0,0 0 4 16,34 3-4-16,-23-2 11 0,-1-1-18 0,3 4 5 15,2-4 5-15,-2 0-5 0,1 0 2 0,3-4 6 16,0 4-5-16,0-3-6 0,2 2 13 16,0-3-5-16,1 0 3 0,1-2-13 0,-2 3 13 0,-1-5-1 15,-1 2-7-15,0-2 16 0,-2 1-16 16,-2-1 5-16,1-2 13 0,-1 2-13 0,1-3 0 16,-4 2 0-16,-3-5-2 0,0 3-1 0,4-3 1 15,-8 3-11-15,3-1 0 0,-4 1 1 0,0 1 4 16,1 3-7-16,-3-1-5 0,3 2-3 15,-3 2 10-15,0 4 3 0,-6-6-10 0,6 6-6 16,0 0 3-16,0 0 5 0,-21 10 6 0,17-2 9 16,-5 2-15-16,5 3 11 0,-2 2 4 15,-2 2-2-15,5-5 6 0,0 5-9 0,2 1 6 16,-2-3-6-16,3 2 3 0,0-2 8 0,4 0 2 16,-1 1 0-16,4-4 0 0,-3 3-2 15,6-1-8-15,-1-4 8 0,2 0-11 0,1-1 8 0,-1 0 0 16,1-1-12-16,-2-1 20 0,3-1-13 15,-3-2 5-15,-1 0-5 0,-1 0-3 0,0 0 1 16,-2-1 17-16,-2 0-10 0,4 1 5 0,-3-1-5 16,-5-3-5-16,8 4 8 0,-2-4-13 15,-6 0-3-15,7 1-7 0,-7-1-13 0,3 3-57 16,-3-3-81-16,0 0-128 0,0 0-533 0,0 0 90 16,0 0 56-16,0 0 87 0,-27 0 44 15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4:53:46.5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5803 6671 127 0,'0'0'75'0,"-11"0"-27"15,11 0-2-15,0 0 3 0,-6 2-26 0,6-2 13 16,0 0 13-16,0 0-6 0,0 0 6 16,0 0 7-16,0 0 0 0,0 0 1 0,0 0 27 15,-7 2-22-15,7-2-4 0,0 0 70 0,0 0 8 16,0 0-10-16,0 0-9 0,0 0-14 0,0 0-6 15,0 0-15-15,0 0 0 0,0 0 7 16,0 0-9-16,0 0 7 0,0 0-16 0,0 0 19 16,0 0-18-16,0 0-80 0,0 0 5 0,0 0-4 15,0 0 9-15,34 0 14 0,-27 0-4 16,3 0-1-16,-2 1 71 0,1-1-6 0,4 2-7 16,2-2 3-16,-2 0-5 0,4 1-11 0,-3 2-10 15,3-1 0-15,0-2-5 0,0 1-13 0,0 0 3 16,4-1 7-16,-1 4-12 0,0-3-3 15,-2 0 8-15,3-1-8 0,-4 1 5 0,0 0-5 16,0 1-5-16,0-2 0 0,0 0-5 0,3 2-1 16,-5-2 6-16,4 2-5 0,-1-2 5 15,-1 0-3-15,4 1 6 0,-1-1 2 0,0 0-13 16,-3 0-2-16,3 0 2 0,1 0-5 0,0 0 5 16,0 0 3-16,-1 0-5 0,4 0-6 0,-3 0 6 15,-2 0 2-15,3 0-2 0,-1 0 10 16,1 0-13-16,2 2 5 0,-3-2 1 0,1 0-4 15,0 0 1-15,-1 0-8 0,0 0-8 0,2 0 13 16,-2-2 6-16,3 2-6 0,-4 0 8 16,4-1-13-16,-3 1-3 0,3 0 16 0,-4-2-8 15,4 0 3-15,0 0 12 0,-3 1 1 16,2 0-9-16,2 0 4 0,-1 0-1 0,3-4 8 16,-3 4 0-16,-1-1-8 0,1-1 8 0,-2 2-7 15,2-1 9-15,-1 1-9 0,1-1 2 16,-3 0-23-16,-1 0 17 0,0 1 1 0,-2 0-3 15,-4 1-10-15,3 0 16 0,-4 0-6 0,-3-1-10 16,4 1-38-16,-4 0-42 0,-3 1-9 0,1-1-19 16,1 2-84-16,-5 2-386 0,2-1-175 0,-3 0 93 15,-3-3 66-15,0 6 44 0</inkml:trace>
  <inkml:trace contextRef="#ctx0" brushRef="#br0" timeOffset="1150.02">8934 6651 460 0,'0'0'195'0,"0"0"-24"0,0 0-9 16,0 0-19-16,0 0-5 0,0 0-20 0,0 0-23 0,0 0 12 15,0 0-33-15,0 0 3 0,0 0 8 16,0 0-1-16,0 0-12 0,0 0 2 0,21 2 5 16,-21-2-4-16,0 0-1 0,16 4-3 15,-16-4 6-15,11 2-8 0,-4-2-76 0,-1 0-1 16,-6 0 11-16,18 1 2 0,-11-1-3 0,3 0 26 16,1 1-15-16,2-1 8 0,0 0-9 15,1-1 4-15,0 1-1 0,6-1 59 0,-2 1-5 16,1-2 8-16,2-1-18 0,3 2 8 0,0 1-14 15,3-2-9-15,-2 1 5 0,5 1-3 0,1-2-13 16,0 0 0-16,0 0 3 0,3 2-13 16,-1-1 3-16,2 0-1 0,0 1-4 0,2-1-1 15,0 1-2-15,1-3-8 0,-1 3 6 0,5-2-3 16,-1 2-8-16,-7 0 7 0,3 0 12 16,-3 0-12-16,1 0 1 0,0-1 0 0,-1 1-11 15,0 0 6-15,3 1 0 0,-3-1-11 16,0 0 6-16,0 0 5 0,1 2-3 0,-1 1-8 15,0-3 1-15,-3 1 7 0,3-1-5 0,0 2 7 16,-3 0-4-16,0 0-1 0,0 0 4 0,3-2 4 16,-4 0-10-16,1 1 0 0,0-1 2 0,-3 2 1 15,5-2 7-15,-8 0-12 0,5 0-4 16,-5 0 6-16,2 0 6 0,-4 0-9 0,2 0-7 16,2 0 5-16,-3 0 10 0,0 0-8 15,-1 0 13-15,2-2-2 0,2 2-3 0,-3-1-5 16,3 1 5-16,-4 0 6 0,8-2-4 0,-7 0 1 15,7 0 5-15,-3 1 5 0,2 0-6 16,1 0 1-16,0-2 8 0,-3 3-3 0,2-2-8 16,1 2-8-16,-3-1 14 0,2 0-11 0,-2-1 3 15,2-1 4-15,1 2-4 0,-3 1 0 0,2-2-11 16,-2 1 16-16,-5 1-8 0,1-2 5 0,0 0-10 16,0 2 16-16,0-2-11 0,0 2 3 15,0-1-16-15,0 1 10 0,0 0 4 0,-1 0 9 16,-2-1-20-16,3 1 10 0,-3 0-77 0,3 0 26 15,0-1 0-15,-3-2 8 0,2 3-16 16,1 0 18-16,0-2-2 0,0 2 4 0,0-1 6 16,-1 1 0-16,2-1 18 0,-1 1-5 0,3 0 4 15,-3 0-12-15,0-2 16 0,3-1 7 0,-3 3-13 16,0-1 15-16,0 1-12 0,-1 0 10 0,-1 0 0 16,2 0 10-16,0-2-10 0,-4 1 3 15,1 1 17-15,2 0 6 0,-2 0-8 0,2 0 10 16,-2 0 3-16,-1 0-11 0,-2 0-4 15,-1-2 2-15,-3 2-3 0,3 0-10 0,-4 0 5 16,-3-2 3-16,4 2-3 0,-4-2 3 0,0 2-3 16,1 0 1-16,-11 0 6 0,13-1-17 15,-6 1-48-15,-7 0-11 0,11 1-41 0,-11-1-64 16,0 4-225-16,0-4-391 0,-3 5 111 0,3-5 58 16,0 0 37-16</inkml:trace>
  <inkml:trace contextRef="#ctx0" brushRef="#br0" timeOffset="3716.69">17180 6759 673 0,'6'2'217'0,"-6"-2"-20"0,0 0-17 0,0 0-12 16,10 0-14-16,-10 0-5 0,11 0-88 15,-1 0-5-15,-10 0-7 0,21-1 15 0,-8 1-21 16,4-1-2-16,0 1 5 0,4-2-12 0,0-1 2 16,2 2-3-16,1-1-8 0,4 1 11 15,2-1-13-15,1-2 8 0,3 3 10 0,4-1-15 16,3 1 2-16,0-3-10 0,0 3 7 0,0 0 3 16,0-4-7-16,-3 4 2 0,6-1-10 0,-6 1 10 15,-4-1 15-15,3 0-20 16,1-1 67-16,-3 2-6 0,-1 1-5 0,6-1-7 0,-2-4-8 15,4 5-11-15,-2-2 3 0,1 0-12 16,1-1 2-16,2 2 5 0,-1-1-21 0,-1 1 11 16,-1-3-8-16,0 2-10 0,4 1 18 0,-5 0-13 15,-5 1-5-15,6-1-5 0,-7 0 2 0,3 1 1 16,-6-4 4-16,4 4-7 0,-1-2 0 16,-1 2-3-16,-1 0 5 0,2-2-4 0,1-1-11 15,-1 3 12-15,0 0-7 0,3-1 1 0,-3 1-1 16,0 0-5-16,0-2 2 0,4 2 3 0,-3 0-2 15,-1 0 2-15,3-1 3 0,-3 1-3 16,3 0 0-16,-5 0-2 0,2 0-1 0,4 0-2 16,-4 1 8-16,0-2 5 0,0 1-11 0,-3 0 1 15,3 0-6-15,-3 0 3 0,0 0 0 16,-1 0 5-16,1 0 0 0,-4 0-17 0,-2 0 12 16,2 0 2-16,1 0 1 0,-2 0-6 15,2 0 11-15,2-2 2 0,1 0-2 0,-3 0-6 16,2 2 3-16,-2-2 3 0,3 2-8 0,-1-1-3 15,1-2-12-15,-3 1 20 0,2 1-2 0,-6 0 4 16,4 1-4-16,-2-2 0 0,-2-1-3 0,1 2-3 16,-1-1 0-16,0 1 3 0,2 1 6 15,-2 0-6-15,0-2 7 0,1 0-14 0,-1 0 7 16,2 2 0-16,2-2-8 0,-1 2 10 16,1 0-2-16,-1 0 3 0,1-1-3 0,-1 1 5 15,4-3 0-15,-7 3-2 0,2 0-6 0,-1 3-4 16,2-3 12-16,4 0 2 0,0 0-12 0,-1 0 8 15,1 1-11-15,0-1 13 0,0 0-5 16,-1 0-5-16,1 0 5 0,0 1 3 0,0-1 2 16,-1 0 3-16,1 0-6 0,-3 0 1 0,-1 0 2 15,-2 0 5-15,5 0-13 0,-2 0 3 0,-5 0-2 16,4 0 4-16,-2-1-2 0,2 1 0 16,-3 0-79-16,4 0 20 0,-2-1-2 0,1 1 4 15,-2-3 9-15,5 1 7 0,-5 2-3 0,2-2 11 16,1 2 0-16,-1 0 5 0,-4 0-3 15,5 0 10-15,2-5 9 0,-5 5-9 0,5 0 21 16,1-1-13-16,-4 1-7 0,1 0 15 16,2 0-18-16,-2-2 5 0,-1 2 23 0,-3 0-15 0,3 0 10 15,-3 0-5-15,1 0-1 0,2 0 22 16,0 0-32-16,0 2 14 0,0-2-8 0,4 0 5 16,-7 0 5-16,4 0-6 0,2 0 1 0,-5 0-5 15,6 4 8-15,-1-4-6 0,-2 2-2 0,2-2-11 16,-2 1 26-16,-2 0-12 0,-1-1 14 15,2 2-14-15,2 1 7 0,-3-2 7 0,5 0-12 16,-4 0-3-16,4 1 16 0,-4 0-5 0,4 0-6 16,-3-2 6-16,-2 0-1 0,1 0 1 15,-2 1-13-15,2-1 20 0,0 0-10 0,1 2-5 16,0-2 2-16,-1 0 16 0,-1 0-21 0,-1 0-2 16,2 0 13-16,0 1 4 0,-2-1 27 0,5 0-22 15,1 0-7-15,0 0-2 0,0 0 5 16,0 0 4-16,3 3-6 0,-1-3 9 0,-2 0-5 15,4 0-5-15,-2 2 0 0,-2-2 6 0,3 0 1 16,1 1-6-16,0-1 1 0,-2 1 1 0,-2-1-3 16,5 0 3-16,-4 0-8 0,2 0-5 15,-3 0 15-15,3 0 8 0,-3 0-8 0,0 0-5 16,3 0-7-16,-3-1 9 0,3 2-7 0,-3-2-5 16,2 1-8-16,-1 0 18 0,1 0 1 15,-2-1-1-15,4 1 0 0,-4 0 5 0,0 1-7 16,0-1-1-16,3 0-4 0,-3 1 9 0,2-1-7 15,0 0 3-15,-1 2-1 0,2 1 1 16,-3-2-16-16,5-1 21 0,-3 1-8 0,0 0-3 16,1 1 14-16,0-2-14 0,-1 2 6 0,0-2-16 15,1 2 13-15,-1-2 2 0,-1 1-7 0,-1 1 8 16,0-2-6-16,3 1 1 0,-3-1 2 0,3 3-3 16,-3-3 6-16,3 0 4 0,0 2-4 15,-3-2-18-15,2 0 15 0,1 0 0 0,-6 0 2 16,7 0 8-16,-4-2-5 0,0 2-5 0,3 0 6 15,0-4 6-15,-3 4-9 0,3-2-3 16,0 1 2-16,0 1 1 0,0-4 0 0,0 2-3 16,-3 0-3-16,3 2 8 0,-3-4 3 0,4 2 2 15,-1 1-12-15,-3 0 4 0,9-5 11 0,-2 3-23 16,-1 1 20-16,5-2-8 0,-5 2 1 0,4-2-6 16,-3 2 6-16,0 0-13 0,2 0 17 15,1-1-1-15,1 0 1 0,-2 2-9 0,-2-1-1 16,5-4 6-16,-7 5 4 0,4-4 1 0,-5 3 0 15,-1-3-6-15,4 1 8 0,-7 0-15 16,0 0 8-16,1 0 7 0,-3 1-2 0,5 0 0 16,-6-3 7-16,5 3-7 0,-5-3 7 0,3 5-2 15,0-4-8-15,-1 3 28 0,-2-3-10 16,1 2-15-16,-1 0 7 0,-1-1-2 0,-5 2 2 16,5 1-10-16,-3-4 3 0,-4 4 10 0,1 0-15 15,0-1-1-15,-2-1 8 0,-4 2-12 16,1-1 2-16,-2 1-26 0,-2 1-38 0,-4 0-82 0,0 0-46 15,-2 0-102-15,-6 0-484 0,0 0 94 16,0 0 65-16,0 0 58 0</inkml:trace>
  <inkml:trace contextRef="#ctx0" brushRef="#br0" timeOffset="5065.51">3567 7801 645 0,'0'0'253'0,"0"0"-15"0,-11-1-36 0,11 1-5 16,0 0-28-16,0 0-10 0,0 0-23 0,0 0-8 16,24-7-11-16,-6 7-14 0,2-2-11 15,7-3-5-15,4 2-3 0,7 1-15 0,6-3 3 16,12-2-10-16,5 4 60 0,0-5-17 15,-3 3 0-15,1 1-20 0,2-2-11 0,1-1 11 16,-1 3-19-16,1-2-10 0,-4 4 1 0,0-4-4 16,-7 4-19-16,-10-3 14 0,0 4-14 0,-10-1-1 15,3 2-2-15,-6-1 4 0,-1 1-6 0,-7-1-6 16,1-2-3-16,-5 3-12 0,-2 0 7 16,0 0-2-16,0 0-10 0,-7 0-1 0,3-2-30 15,-10 2-41-15,17 2-36 0,-14-2-105 0,1 3-348 16,-1-1-207-16,0 1 63 0,-3-3 67 15,0 0 65-15</inkml:trace>
  <inkml:trace contextRef="#ctx0" brushRef="#br0" timeOffset="12264.93">22044 1523 573 0,'4'25'176'0,"2"0"-14"0,-2 2-14 16,6 3-2-16,-3 3-3 0,3 14-15 0,4 0-10 15,-1 4-10-15,-3 4 2 0,4 3 69 0,-4-1-31 16,0 3-7-16,5 13-21 0,-2 1 6 15,-5-13-11-15,4 3-10 0,-5-1 18 0,0 2 18 0,1-2-29 16,-5-1-4-16,4 0-93 0,-4-1 3 16,3-1-3-16,-2 2-7 0,3 0 7 0,0-3 3 15,0 3 0-15,-1-1-5 0,-2 1 5 0,6-1-5 16,-3 2 0-16,0 0-3 0,-1 3 3 16,-1-4 12-16,1 1-7 0,-2 1-2 0,-1-2 1 15,0 4-4-15,0-4 3 0,1 3-1 16,-1-6 3-16,5-1-10 0,-5-5 2 0,0 0-10 15,1-12 10-15,-1-3-5 0,0-1 0 0,1-2 3 16,-1 1-13-16,1-3-10 0,-4-2-6 16,3-3-12-16,0 1-11 0,-2-4-10 0,-1-4-30 0,0 1-21 15,3-4-8-15,-3-4-40 0,-3-3-177 16,3-4-443-16,0-6 115 0,0-1 64 0,0 0 44 16</inkml:trace>
  <inkml:trace contextRef="#ctx0" brushRef="#br0" timeOffset="13932.09">22041 1586 729 0,'0'0'246'0,"0"0"-21"0,0 0-20 0,0 0-21 15,0 0-10-15,13-8-18 0,-6 7-5 0,4-1-84 16,5 0-11-16,2 0-2 0,1 0-3 16,3-3 3-16,2 4 0 0,3-2-19 0,1 0 19 15,5-1-5-15,-2 1 63 0,7-2-7 0,3-1-12 16,13-3-9-16,4 0 6 0,1 1-11 16,2 1-7-16,1-1-16 0,2-1 18 0,-2 2-20 15,0-2 7-15,3 0-20 0,-4 1 5 0,4 0 6 16,-3-1-83-16,5 2-10 0,0 0 23 15,1-1-15-15,0 2 12 0,0-2 14 0,3 1-11 16,-1 2 5-16,1 0-3 0,1-1 4 0,0-1 9 16,-1 0-7-16,1 1 5 0,4-1 0 0,13-1-6 15,-11 1 14-15,14 0-24 0,-16 2 21 0,16-4-5 16,-17 5 10-16,4-3 6 0,-4 2-9 16,17-2 1-16,-13 1-8 0,13 0 2 0,-14 1-10 15,15-1 16-15,-1 1-6 0,-13 0 1 0,-4 0 4 16,1-1-2-16,1 1 8 0,-4-1-5 15,-1 2-1-15,2-3-2 0,-1 4 0 0,1-2-10 16,-2-1 18-16,1 2-8 0,1-1 7 0,2 0-7 16,-4 0 0-16,2-1 0 0,-1 2 3 15,-2-1-1-15,1 0 1 0,0 0-8 0,3-1 5 16,0 2-3-16,0-1-2 0,1 0-8 0,2 1 24 16,1-1-9-16,-4 2-7 0,1-2 15 0,-5 2-17 15,1-1 14-15,-4-1-7 0,4 3 0 16,-3-1-13-16,-2-2 16 0,-1 2 10 0,1 1 0 15,0-2-18-15,1 2 12 0,0 0-7 0,0 0-5 16,0 0 10-16,1-1 5 0,-4 1-12 0,6 2 4 16,-4-1 4-16,-4 1 1 0,-1-2-2 15,1-1-12-15,-10 2 17 0,-5 0-8 0,17 0 6 16,0 1 0-16,0 0-11 0,0-2-2 0,0 1 10 16,-10 1-7-16,-7 0 7 0,-1 0-5 15,2-1 2-15,12 0 4 0,-10-3-22 0,-3 4 14 16,1 0 4-16,-2-1-2 0,17 0 13 0,-9 1 0 15,7-2-13-15,2 1 7 0,-10-1-7 16,-8 1-7-16,2 1 4 0,-1 0 1 0,0-2 9 16,-3 2 1-16,1-1-13 0,-3 1 10 0,-4-2-18 15,0 2 16-15,-4-1 2 0,0 1-13 0,0-1 11 16,0 0-8-16,-3-1 2 0,0 2 16 0,-1-1-23 16,-5 0 12-16,2 1-2 0,-4-1 5 0,1-1-5 15,-3 0 3-15,2 1-6 0,-8 1 6 16,2-3-1-16,-3 3 14 0,-2-1-6 0,0-1-10 15,-2 2 15-15,-1 0 19 0,-1-1-6 0,2 1-10 16,-4 0-3-16,1 0 6 0,-2 0-14 16,-5 0 4-16,10 0-6 0,-4 0 0 0,0 0 0 15,-2 3 3-15,2 0-1 0,-1-1-4 0,0 4 4 16,0 0 9-16,1 2-21 0,-1 1 10 16,1 1-8-16,1 1 8 0,-1 3-7 0,-2 1-3 0,4 1 7 15,-5 1-17-15,4 2 17 0,-4 2 9 16,5 2-6-16,-6 1 5 0,4 0-5 0,-1 2 3 15,-2-1 7-15,3-1-5 0,-2 1-2 16,2 2 2-16,-2 4 11 0,6 3-8 0,-6 0 10 16,6 10-3-16,-3-3-2 0,3-7-5 0,0 15 5 15,2-1-3-15,0-2-2 0,-1-1 7 0,3 1-7 16,-1 0 0-16,-3 1-13 0,4 0 18 16,-1 0-18-16,0 1 0 0,-5-1 10 0,5 1-12 15,-2 1 4-15,-1 1 8 0,0-1-10 0,-2-2 8 16,2 0 2-16,0-1-10 0,-4-8 5 15,-1-4-7-15,1-1 7 0,1 2 3 0,-1 0 4 16,-2-1-4-16,3-1 0 0,-3 3-6 0,4-3 9 16,-3 3-9-16,1-3 14 0,-2 4-9 0,3 0-9 15,-3 1 9-15,5 7 11 0,0 2-20 0,-3-8 20 16,1-3 2-16,5 10-7 0,-5-4-8 0,1 6 10 16,-1 1 6-16,2-9-19 0,2 6 6 15,-4 3-8-15,3-2 15 0,-3-1-12 0,0 4 0 16,0-3-3-16,2-6 2 0,-5-4 6 0,1 0-3 15,4 13 13-15,-5 0-13 0,2-4 21 16,-2-1-19-16,-1-11-2 0,0 1 3 0,4-3-3 16,-3 1 5-16,1 1-7 0,-3-8 2 0,4 0 8 15,-3-2-3-15,-2 0-5 0,2-5 8 16,0-1-18-16,2 3 18 0,-5-4-8 0,3-1-15 16,0-3-8-16,-3 0-95 0,0-1-94 0,-6 3-118 15,-2-1-530-15,-2-5 92 0,-3-1 67 16,-1-6 61-16,-3-2 64 0</inkml:trace>
  <inkml:trace contextRef="#ctx0" brushRef="#br0" timeOffset="15880.97">22379 4463 742 0,'0'5'192'0,"0"2"-10"15,0 2-21-15,3 2-3 0,-2 3-27 0,2 2-6 16,0 1-9-16,1 2-14 0,-1 1-10 0,3 2-2 16,-1 0-19-16,-2-1-9 0,4 0 4 0,-4-2-9 15,4-2-4-15,-1 2-76 0,-1 0 11 16,4-1-1-16,-2-1-5 0,0-1 10 0,3 1 11 15,-3-1-3-15,3 0 82 0,1-4-11 0,2 2-7 16,0-3 8-16,2-1-8 0,1 3-15 16,2-4-1-16,2-1-2 0,0 2 8 0,3-4-13 15,0 1 0-15,4-3-3 0,4 1-2 0,0-4-2 16,2 1-17-16,2-2 12 0,-1 0-9 16,7-2 11-16,3 1 5 0,-3-3-6 0,0 0-1 15,4 0-6-15,13-2-6 0,0-1 7 0,1 2-4 16,-2 1 3-16,1-3 0 0,3 1-13 0,-2 3 13 15,5-4-15-15,-5 2 7 0,2 3 1 0,1 0-3 16,-1-6-8-16,4 2 0 0,-3-1 8 16,2 3-1-16,3-2-6 0,1-2-1 0,0-1 0 15,3 1 2-15,15-3 4 0,3 1-11 16,-15-1 10-16,-1 3-5 0,2-1 3 0,-1 2-6 16,-1 1 9-16,19-4-11 0,-17 4 12 0,17-2 1 15,-16 2-13-15,-1 1 5 0,1 2-2 16,-2 0 10-16,-2-4-11 0,0 2-2 0,-3 1 5 15,-1-2-2-15,-3 0 4 0,4 1 19 0,-4-1-13 16,0 4 2-16,3-4-7 0,0 3-3 0,-3-2 8 16,4 2 7-16,-4-3 1 0,3 5-1 15,-3 0-9-15,-4-2-4 0,-6 1 3 0,-11 1-4 16,6 1 1-16,-4 0-9 0,2 0 7 0,-1 0-3 16,2 0 11-16,15 0-10 0,-12 0 10 0,-2 0-13 15,-4 0 7-15,4 0-2 0,-2 0 0 16,1 1-2-16,15-1 2 0,-13 0 0 0,-3 0-2 15,-3-1 7-15,3 1 0 0,-1 0-2 0,2-2 7 16,12 1-4-16,-6-2-9 0,-11 1 11 0,1 0-5 16,-1 1 9-16,1-3-9 0,2 2 5 0,-2 0-8 15,-1 2 5-15,15-6 11 0,-8 4-14 16,-7-2 4-16,0 2-9 0,1-1-9 0,-1-3 27 16,4 4-15-16,-4-1 11 0,1 0-6 15,1 0 10-15,11-4-20 0,-9 2 13 0,-4 2-3 16,-3 2-10-16,2-5 11 0,-4 3-4 0,2-2 3 15,3 1-7-15,-3-1 10 0,1 0-8 0,2 2 8 16,-3 0 0-16,4-2-13 0,-2 2 5 16,1-3 7-16,-5 4-17 0,2-1 8 0,-4 0 7 15,2 0-7-15,-5 0-11 0,-1-1 11 0,-2 3-1 16,0-3-68-16,0 2 2 0,0 0 5 16,-1-1 13-16,-2 1-8 0,3 1 13 0,0-2 5 15,1 0 3-15,-3 2 5 0,2-2-3 0,0 2 3 16,-1 0 18-16,1-4-16 0,0 4 11 0,-1 0 2 15,-2-2 8-15,3 0-13 0,-1 3 13 16,-2-3 7-16,-1 3-4 0,0-4-6 0,0 3 16 16,1-1-13-16,-1 1 2 0,-2 0 3 0,-1-2-5 15,-1 1 10-15,1 1 0 0,-3 0 3 0,3-2-3 16,-4 0 5-16,4 3-7 0,-3-2-3 16,-1 1-3-16,1-2 8 0,-1 2 8 0,-3 0-8 15,4-1-2-15,-5 1-3 0,-1 1 2 0,1-1-9 16,1-2 12-16,1 1-5 0,-2 2-3 15,-1 0 1-15,2-1 4 0,0 0 8 0,-1 1-4 16,-1 0-4-16,3-5-2 0,-2 5 5 0,2-1-5 16,-5 1 3-16,3 0-1 0,2-2 1 15,0 1 10-15,-2 1-13 0,0 0-5 0,-1-4 10 0,1 4 2 16,1 0-7-16,-2 0 5 0,1-1 1 16,-1-1 9-16,1 2-10 0,1-1-2 0,-3 1-1 15,3-1-2-15,-3-2 8 0,5 1 5 0,-5 1-6 16,1 0 11-16,1 1-5 0,-1-5-5 0,3 4-6 15,-5 1-2-15,3-2 11 0,-2 1-1 16,0-3-8-16,-2 4 6 0,0-1 0 0,1-1-1 16,-5 1-1-16,3 1-17 0,-6-1-32 0,-5 1-80 15,7-5-90-15,-7 5-613 0,0 0 99 16,-31-8 43-16,-3 1 70 0,-28-5 64 0</inkml:trace>
  <inkml:trace contextRef="#ctx0" brushRef="#br0" timeOffset="17351.25">22472 1963 483 0,'3'18'179'0,"0"-4"-15"0,0 1-18 16,-2-2-20-16,2 0 71 0,3-3-28 15,-5 4-29-15,2-3-9 0,4 3-16 0,-6-3-18 16,5 1-33-16,-3-1-20 0,0 0-13 0,-2-3-16 16,2 0-23-16,0 1-2 0,-3-1 8 0,3-4-14 15,-2 2 3-15,-1-2-7 0,0-4-16 0,0 0 0 16,0 0 11-16,0 0-1 0,0 0 3 15,0 0 18-15,0 0 15 0,-17-19 8 0,11 9 18 16,-2-2 0-16,1-3 17 0,1 2-1 0,-1-1 22 16,0-3 0-16,0 1 8 0,0 0 8 15,1-1-3-15,-1 2-3 0,3-2 13 0,-3 1-30 16,4-1 15-16,-1 2-10 0,1 0 2 0,3 1 0 16,0-2 0-16,0 2-20 0,0 1 7 15,0 0-4-15,3-2-19 0,1 3 11 0,2-3-13 16,-1 2-1-16,4 1 1 0,-2 4-18 0,0-2 0 15,4 3-18-15,-2 0-23 0,2 1-36 16,0 4-25-16,-2-1-80 0,1 3-241 0,4 2-355 16,-4 0 97-16,-3-1 41 0,1 2 69 0</inkml:trace>
  <inkml:trace contextRef="#ctx0" brushRef="#br0" timeOffset="17581.59">22430 2086 724 0,'0'0'284'0,"-4"-6"-38"16,4 6-8-16,0-7-36 0,0 7-7 0,1-9-24 16,5 6-25-16,2-3-8 0,-1 1-18 0,3-1-15 15,3 0-43-15,1 1-52 0,0-2-35 16,3 2-50-16,0 1-81 0,-3 0-151 0,3 1-356 15,-1 1 49-15,-1-1 53 0</inkml:trace>
  <inkml:trace contextRef="#ctx0" brushRef="#br0" timeOffset="17765.32">22749 1961 565 0,'0'0'243'0,"3"6"-33"15,-3-6-8-15,0 9-15 0,0-2-31 0,0-1-5 16,0 3-89-16,0 1-36 0,3 3 32 16,0-1-22-16,-2 0 0 0,2 1-36 0,0 2 5 15,3 0-71-15,-5-1-62 0,6 3-128 0,0-3-377 16,0-1 96-16</inkml:trace>
  <inkml:trace contextRef="#ctx0" brushRef="#br0" timeOffset="18515.39">23066 1425 504 0,'-3'-5'187'15,"3"5"-13"-15,0 0-18 0,0 0-10 0,0 0-11 16,0 18-19-16,0-6-9 0,0 2-15 0,3 5 11 16,1 4-14-16,-1 2-2 0,3 5-5 15,-1 3-8-15,4-1-12 0,-2 3 4 0,0 0 16 16,4 11-20-16,-1 3 7 0,0-2-13 16,1 1-5-16,-1 2 57 0,2-1-6 0,0 1 1 15,-2 1-11-15,4 1-8 0,-4 1-2 0,3 1-3 16,-2-3-2-16,-1 4-3 0,3-3-2 0,-2 1-13 15,2-3-5-15,-2-2-6 0,2 0 1 0,-3 0-11 16,1-2-2-16,2-1 5 16,-3 0-10-16,1 0 2 0,2 0-10 0,1 0-5 0,-3-2 13 15,2 4-8-15,-5-8 8 0,5 6-16 0,-3-1-2 16,1 2 15-16,2-3-18 0,-2 4 26 16,-2-1-8-16,1 0-23 0,-3-7-69 0,-2-6 13 15,1 4-5-15,0 0 35 0,1 11 1 0,0 1 10 16,0-8-13-16,-3-4 0 0,2-4 12 15,-2 5-1-15,-1-2 6 0,8 11-1 0,-5-8 2 16,-2-3-3-16,2-3 5 0,-2 1 16 0,-1-1-8 16,1 0-2-16,3-4-1 0,-1 5 6 0,-2-2-3 15,-1-1-2-15,1 2 2 0,2-8 0 0,-1 0 0 16,1 0 3-16,1-3-11 0,-4 0 3 16,3 0 3-16,-2-4-1 0,-1-1 6 0,2-2-8 15,-2 1 3-15,0-4-1 0,1-2 11 16,-4 2-3-16,3-3-10 0,0-1 3 0,0 3 2 15,-2-4-5-15,2 0 13 0,-3 1-11 0,3 1 1 16,-3-2 12-16,4 2-12 0,-4-3 2 0,4 4 0 16,-1-1-5-16,-3 0 3 0,3 0-6 15,0 2 8-15,1 2 3 0,-1-2-8 0,0-1 2 16,2 3-4-16,-2-1 9 0,2 0-1 16,-3-2-9-16,4 0 13 0,-2 1-17 0,2 0 14 0,-1-2 11 15,-2 1-8-15,3-1-17 0,-2-1 12 0,2-1 3 16,-3 0-6-16,1 1 1 0,-1-2 2 15,2-1-5-15,-2 1 7 0,0-1-9 0,0 1 10 16,-2 0-11-16,2 1 8 0,0-3 0 16,1 2 0-16,-1 0-7 0,0-2 7 0,-3 3-3 15,4-3-40-15,-1 2-36 0,-2 0-67 0,2-5-53 16,-3 0-633-16,3 4 102 0,-3-5 34 0,0 0 90 16,0 0 61-16</inkml:trace>
  <inkml:trace contextRef="#ctx0" brushRef="#br0" timeOffset="19148.12">23534 1908 652 0,'4'20'144'0,"-1"-2"-1"0,0 0-10 16,2 1-28-16,-2-2 5 0,4 0-13 15,-1 4-17-15,0-1-24 0,2 0-18 0,-4-2-38 16,2 3-41-16,1 0-76 0,0-3-293 0,3 1-148 16</inkml:trace>
  <inkml:trace contextRef="#ctx0" brushRef="#br0" timeOffset="19364.9">23497 1873 1005 0,'0'-4'292'0,"0"-2"-26"15,0-2-30-15,3 1-21 0,1 0-15 0,2-2-29 16,5 2-15-16,-1-2-12 0,0 1-16 15,4 1-23-15,-1 0-54 0,2 1-54 0,-2 1-40 16,1 3-42-16,-1-1-114 0,-3 2-485 0,4 0 6 16,-7 2 76-16,-7-1 47 0</inkml:trace>
  <inkml:trace contextRef="#ctx0" brushRef="#br0" timeOffset="19564.49">23504 1985 1108 0,'0'0'322'0,"0"0"-40"15,0 0-29-15,0 0-15 0,0 0-28 0,0 0-23 16,20-14-18-16,-10 9-18 0,4 0-20 0,0 0-47 16,3-1-40-16,-3 1-32 0,6 1-40 0,-3 1-54 15,1-2-66-15,-5 3-193 0,4 2-391 0,-3 0 75 16,0 2 55-16,-4-2 49 0</inkml:trace>
  <inkml:trace contextRef="#ctx0" brushRef="#br0" timeOffset="19847.89">23777 2008 767 0,'7'2'231'0,"-7"-2"-24"0,10 3-17 15,-10-3-6-15,7 3-23 0,0 1-12 16,-4-1-21-16,4 2-82 0,3 2-8 0,-6 0 6 15,3 1-6-15,-1 0-2 0,-2 1 0 16,3 2-1-16,-3-1 9 0,-1 3 5 0,-3 0-11 16,3 0 0-16,-6 1 6 0,3 1 2 0,-3 0-3 15,-1 0 4-15,1-1 11 0,-1-1 6 0,0-1-12 16,1-2-4-16,0 0-2 0,2-2 5 16,-2 0-7-16,0 0 5 0,0-2-16 0,3-2 5 15,0 2 3-15,0-6-15 0,0 7-1 0,0-7-12 16,6 3 15-16,-6-3 3 0,18-4-21 15,-5 1-22-15,0-2-45 0,5-3-50 0,3-1-44 16,-1 1-202-16,3-4-385 0,2-1 83 0,-1-4 51 16,-1-3 79-16</inkml:trace>
  <inkml:trace contextRef="#ctx0" brushRef="#br0" timeOffset="20500.77">24140 1435 570 0,'0'10'200'0,"0"2"-39"0,3 2-10 16,-3 4-7-16,3 6-11 0,1 2-18 0,2 2 8 15,-1 6-26-15,1 0-5 0,1 0-2 16,3 13 12-16,-4-7 6 0,2-4 50 0,-2 0-9 15,1 12-14-15,3 2-81 0,-2 0-5 0,1 0 17 16,1 1-17-16,-2 0-8 0,-1 2 10 0,2 1-5 16,-2-1 0-16,4-2-12 0,-4 1-1 15,6-2 0-15,-5-3-12 0,2 1-1 0,3-1 11 16,-2-3-8-16,2 0-5 0,-6-5 0 0,4-5 2 16,-1 10-7-16,3-3 0 0,1-3 2 15,-4-5-2-15,-3 0 2 0,6 0 8 0,-2 11-7 16,0-8-6-16,-1-4 8 0,3 11-10 0,-2-6 9 15,-1-6-14-15,0 1 5 0,3 0 2 16,-6 3 3-16,7 8 0 0,-3-5-8 0,-2-5-5 16,-2 0 15-16,4 0-15 0,-4 1 8 0,-1 0 7 15,8 11 11-15,-7-9-6 0,0-3-2 16,2-4-10-16,-1 5 15 0,-1-4-3 0,1 3-10 16,-3 0 8-16,2 0 8 0,0-4-8 0,0 3 0 15,-1-1-8-15,1-2 11 0,0-4-14 0,-3 5 6 16,3 2 10-16,-1-7-15 0,-2 0 7 15,2 0-7-15,-1 0 2 0,1-4 5 0,0 3 6 16,-2-2-19-16,2-1 9 0,-2 1 1 0,0 2-17 16,0-5 10-16,-1 3 8 0,3-5 0 0,-5 2 5 15,5 4 0-15,-3-1-3 0,1 0 3 16,0 1 23-16,-1 1-18 0,1-2 0 0,-1 1 5 16,0-2-12-16,1-3 12 0,2-1-20 0,-3-1 12 15,2 1-7-15,-2-1-6 0,0-5 6 16,1 3-10-16,-1-3 5 0,0 3-19 0,0-3 6 15,-2-1-15-15,2 3-3 0,0-5-6 0,2 1 4 16,-2 0-21-16,-3-1-10 0,3-1-1 0,0 2-22 16,0-5-31-16,-2 3-36 0,-1-2-49 0,0-2-240 15,3-2-307-15,-3-1 30 0,0 0 93 16,6-18 61-16</inkml:trace>
  <inkml:trace contextRef="#ctx0" brushRef="#br0" timeOffset="20780.49">24841 2211 447 0,'3'-5'146'0,"-3"5"-71"0,6-5-63 16,-5 2-81-16,5 1-443 0</inkml:trace>
  <inkml:trace contextRef="#ctx0" brushRef="#br0" timeOffset="21131.01">26102 1928 519 0,'10'-2'179'0,"-5"-1"-25"16,-5 3-16-16,8-2-12 0,-8 2-22 0,11-2-6 16,-4 0-14-16,3 1-22 0,0 1-14 15,0-2-35-15,1 2-77 0,0-1-120 0,2 1-420 16,-3 0 71-16</inkml:trace>
  <inkml:trace contextRef="#ctx0" brushRef="#br0" timeOffset="22230.8">27113 1227 778 0,'0'0'225'0,"-3"-6"-23"15,3 6-20-15,0 0-13 0,0 0-11 0,0 0-22 16,0 0 2-16,0 0-20 0,-4 15-13 15,5-9-59-15,-1 3-36 0,3 3 1 0,0 1-1 16,2 2 5-16,-2 4 1 0,3 2-1 0,1 3 0 16,-1 1 8-16,1 3-7 0,1 5 14 15,5 9 6-15,-3-4 3 0,4 8-27 0,-4 0 17 16,6-1-4-16,-4 0 3 0,-1 0 1 16,5 1-1-16,-6-1-5 0,4 4 10 0,0-4-13 15,0 3-17-15,-1-1 23 0,1 2 2 0,-4 0-5 16,5 1-8-16,-2-1 1 0,-3-1-1 0,3 0 5 15,-3-2-17-15,1 0 7 0,-1 1 8 0,-3-9 5 16,0-3-18-16,1-2 16 0,-3 1-6 16,3-1 6-16,-2 3-9 0,1-3 4 0,-1 0-4 15,-2-1 4-15,5 2 9 0,-4-2-2 0,1 4-5 16,-2-4-5-16,4 2 23 0,-2-2-18 16,1 2-10-16,-1 0 22 0,-2 0-17 0,6 0 10 15,-6 1 10-15,3-3-2 0,-1 0-18 16,1 1 0-16,2-1 66 0,-4 1-10 0,1 1-2 15,-2-5-3-15,3 2-10 0,-4 0-8 0,6 0 5 16,-4 2 3-16,1-1-19 0,-2 1 11 0,2-1-12 16,-1-1 14-16,1 2 1 0,-2-2-11 0,2 2 1 15,-3-4-1-15,1 3-2 0,3-1 0 16,-6-2-3-16,2-1-10 0,3 1 5 0,-2 0-5 16,-1 0-5-16,1-1 3 0,-1-2-8 0,0 1-1 15,3 1-7-15,-4-3 13 0,1-3-74 16,0 1 2-16,1 2 11 0,-1-1-1 0,0-2-2 15,-3-5 16-15,3 2 1 0,-2-1 1 0,-1-1 5 16,3-2 3-16,-3-1-3 0,4-3 5 16,-1 3 5-16,-3-3 5 0,1-1 11 0,2 3-11 15,0-2 3-15,0 0-8 0,0 0 13 0,-2 0 5 16,2 2-7-16,3-3-3 0,-5 0-8 0,3 4 8 16,2-5 2-16,-5 2 6 0,5 0 2 15,-2 0-10-15,-1 0 5 0,0-3-5 0,3 3 0 16,-4-2-19-16,4-2-19 0,-3 2-31 0,-2 0-36 15,2-2-31-15,3 0-26 0,-5-1-55 0,2 2-139 16,0-4-402-16,2 0 87 0,-2-1 42 16,-3-3 86-16</inkml:trace>
  <inkml:trace contextRef="#ctx0" brushRef="#br0" timeOffset="22997.91">27808 1680 662 0,'6'23'195'0,"-2"0"-6"0,-1-1-27 15,4 0-22-15,-3 0-12 0,-1 0-10 0,4 2-13 16,2 1-2-16,-5 0-22 0,4 0 1 0,1 0-23 16,-5-2-13-16,6-1-25 0,-3 1-16 0,-3-3 3 15,2-2-14-15,-2-2-14 0,2-1 33 16,-3-4-11-16,-2-1-7 0,-1-3-5 0,4-2-13 15,-4-5-18-15,0 0 5 0,0 0 31 0,0 0-18 16,-8-22 3-16,5 7 43 0,-4-4-6 0,1-3-24 16,-1-7 2-16,-1-1 17 15,-1-3 9-15,2 3 38 0,3-3 0 0,-3 2 7 0,2 0 11 16,0 6 0-16,2 0 71 0,1 1-4 0,-3 1-14 16,2 3-2-16,3 1-23 0,0 2-3 15,0-1-9-15,3 2-11 0,2 0 5 0,0 1-18 16,1 1-5-16,2 0 0 0,-1 0-26 0,3 3 6 15,0 0-9-15,1 1-14 0,2 2-26 16,-2 2-34-16,-1 1-40 0,0-1-3 0,1 5-51 16,-1 0-54-16,-4 2-138 0,1 0-445 0,0 4 84 15,-3-1 66-15,-4-1 52 0</inkml:trace>
  <inkml:trace contextRef="#ctx0" brushRef="#br0" timeOffset="23196.87">27863 1796 622 0,'0'0'363'15,"-1"6"-38"-15,1-6-46 0,0 0-2 0,0 0-34 16,0 0-21-16,0 0-17 0,0 0-23 0,0 0-23 16,0 0-54-16,24-10-26 0,-13 6-48 0,-1 1-29 15,4-1-68-15,-4-1-78 0,6-2-89 16,-1 1-471-16,1-2 44 0,1-1 58 0,-3 2 44 15</inkml:trace>
  <inkml:trace contextRef="#ctx0" brushRef="#br0" timeOffset="23680.85">28132 1673 494 0,'0'12'202'16,"-3"-1"41"-16,2 6-2 0,-2 2-32 0,0 1-9 15,3 1-21-15,-3 2-23 0,3 2-7 0,0 0-11 16,0 2-87-16,0 0-15 0,0-1 5 0,3-1-13 15,-3 1-12-15,0-5 1 0,0 1-19 16,3-4-16-16,-3 2-51 0,0-3-23 0,3-3-41 16,-2-1-6-16,-1-2 24 0,0-3-82 0,0-2-130 15,0-2-137-15,0-4 147 0,0 0 102 0,0 0 164 16,0 0 89-16,-1-20 36 0,-2 9 23 16,0-6 44-16,0-2 5 0,2 0 23 0,-2-1 8 15,0 1 22-15,3 1 6 0,-3-1-10 16,3 1 2-16,-1 5-18 0,1 0-18 0,-1 1-25 15,1 4-11-15,0-1-20 0,0 5-2 0,0 4-11 16,5-4-10-16,-5 4-11 0,0 0-7 0,13 10 3 16,-6-2-6-16,4 2-7 0,-1 0-8 0,0 2 0 15,1-2-84-15,2 2 15 0,-2-1-10 0,2 1 4 16,-3 0 14-16,4-1 5 0,-4-1-11 16,0 0 1-16,1-1 10 0,-1 0 2 0,0-3-2 15,0-1 5-15,-3 0 17 0,0-2 6 16,3-3-7-16,-10 0-1 0,14-3-8 0,-7 1 6 15,-1-5 15-15,2-2 0 0,-5-2 8 0,2-3-8 16,-3-3 2-16,-2 0-4 0,0-6 2 16,-1-4 20-16,0 0-9 0,-4-2-11 0,-1-2 20 15,1 5-15-15,2 1-2 0,-2-1 10 0,0 2 0 16,2 0-11-16,-1 5 3 0,1 2-15 16,0 1 0-16,2 3-21 0,-3-2-40 0,1 4-42 15,0 0-33-15,3-1-117 0,0 5-259 0,0-2-244 16,6 1 75-16,-1 0 64 0,4-3 59 0</inkml:trace>
  <inkml:trace contextRef="#ctx0" brushRef="#br0" timeOffset="24396.88">28532 1183 588 0,'0'0'220'0,"0"0"-12"0,0 0-24 16,0 0-15-16,-10 18-13 0,10-6-18 16,0 1-7-16,0 5-21 0,0 2-10 0,3 5-11 15,0 3-7-15,-2 5 5 0,2 2 3 0,4 1-11 16,-3 14-20-16,-1-7 18 0,4 9-3 16,-1-1 5-16,-2 1-15 0,3-1-5 0,0-1 64 15,1 1-5-15,0-1-8 0,0 2-95 0,-1 1 24 16,2-1-11-16,-2 3-13 0,1-3 11 15,2 2-11-15,-1 1 1 0,-1-3-1 0,2-2-7 16,-3 2 17-16,1-4-15 0,-2-5 6 0,0-6 9 16,-2 0-17-16,-1-2 10 0,1 2-3 0,-1-1 3 15,3 1-2-15,-2-3-4 0,-3 2-1 0,2-1 9 16,2-2-12-16,-3 0-3 0,-2 1-2 16,3-1 7-16,0 0-5 0,-1 1 0 0,0-1 8 15,-2-2-11-15,3 2 14 0,-3-4-6 0,3 7-2 16,-3-1 2-16,5-1 3 0,-5-2-3 15,3-4-5-15,0 6 3 0,0-1-1 0,0 2 9 16,-2-2-9-16,2 3 4 0,-3-9-6 0,5 0 2 16,-3 3-7-16,-2-4 8 0,3 0 0 15,4 1-6-15,-6-1 6 0,2 2 10 0,0-3-5 16,1 0 2-16,-1 1-2 0,0-1-11 0,2 0 1 16,-3 0 5-16,2 0 5 0,1 0-11 0,-3-1 1 15,1 1-1-15,2-4 1 0,-3 4 12 16,1-3-15-16,3 2 0 0,-5-2 13 0,3 1 2 15,-1 1-20-15,0 1 10 0,0-3 0 0,-2-4 6 16,2 0-9-16,0 2 6 0,0-1-6 0,-2-2 9 16,2 1-4-16,3 0 1 0,-4-3-5 15,1 2 9-15,0-1-9 0,0-4 5 0,-2 1-6 16,2 2 1-16,0-5-3 0,-3 2 5 0,5 1 0 16,-4-1 0-16,0 3 3 0,2-1-1 15,1-3-1-15,-2 3 1 0,-1 0 3 0,0-2-10 16,2 4 8-16,0-5-5 0,-3 0 2 0,3 1 0 15,-2-1-5-15,-1 2 5 0,3-5 5 16,-3 1-17-16,0-1 9 0,3 0 1 0,-3-2-3 0,0-1-10 16,3 1-14-16,-3-1-9 0,1 1-13 0,-1 0-26 15,0-4-43-15,0-2-66 0,0 0-344 16,0 0-251-16,0 0 47 0,3-20 96 0,-3 0 68 16</inkml:trace>
  <inkml:trace contextRef="#ctx0" brushRef="#br0" timeOffset="25631.01">28970 1366 724 0,'0'0'202'0,"0"0"-41"0,0-5-22 0,0 5-6 16,0 0-8-16,0 0-2 0,0 0-21 0,0 0 3 15,4 17 3-15,-4-9-13 0,3 2-14 16,0 2 9-16,2 1-13 0,-3 4-3 0,4 0-5 0,-1 1-7 16,-2 0-4-16,4-1 9 0,-1 5-18 15,-2-6-3-15,2 5 0 0,2 0-3 0,0-2-7 16,-3-1 0-16,2-2-10 0,0 0-3 0,-3-2-5 15,2 3 7-15,0-4-15 0,-2-1-7 16,1 0-6-16,-3-2-9 0,2 0-14 0,-1 0-23 16,1-2-2-16,-1-1-3 0,0-1-4 15,-3-1 14-15,3 0-38 0,-3-5-95 0,-3 5-86 16,3-5-364-16,0 0-8 0,0 0 92 0</inkml:trace>
  <inkml:trace contextRef="#ctx0" brushRef="#br0" timeOffset="26229.71">29059 1581 634 0,'3'-4'254'0,"-3"4"-26"0,12-6-16 0,-7 2-17 16,2 0-34-16,4-2-15 0,2 2-18 0,-2-1-5 15,2 2-13-15,0-3-11 0,-2 2-6 0,4 0-14 16,-6-1-23-16,4 0-46 0,-3 3 1 16,-2-3-39-16,-1 2-42 0,3-2-29 0,-4 0-34 15,-2-1-26-15,0 0-43 0,-1 0 53 16,2-2 62-16,-5 0 8 0,-2-3-1 0,-1 1 52 15,3 0 31-15,-3-3 30 0,-1 3 13 0,0-3 13 16,1 1 2-16,0 1 37 0,-1 3-14 0,1-3 16 16,0 4-5-16,1-2-18 0,-3 3-8 15,1 2 5-15,2 0-5 0,2 4-10 0,0 0 7 16,0 0-4-16,-15 14-11 0,9-5-7 0,5 3 9 16,-6 3 9-16,7 3-14 0,-3-1 6 15,3 5-18-15,3-1 10 0,-3 4 10 0,4 0-10 16,0 1-12-16,2 0 2 0,-2 1-6 0,2-1-2 15,1 1-17-15,2 1-11 0,-4-5-57 16,2-1 24-16,3-1-41 0,-3-2-62 0,0-3-58 16,1-1-208-16,0-2-251 0,3-3 23 15,-4-2 44-15</inkml:trace>
  <inkml:trace contextRef="#ctx0" brushRef="#br0" timeOffset="27368.02">29414 1683 514 0,'3'13'164'0,"-1"-2"-23"0,-1 1-3 16,0-4-33-16,2 3-5 0,3-3-18 0,-4 2-3 0,1-3 13 16,0 0-25-16,0-1 9 0,-2 0-1 15,2-2 55-15,0-1-15 0,0 2 11 0,-3-5-26 16,4 2 2-16,-4-2-7 0,0 0-11 0,0 0 3 15,7-14-5-15,-7 5-13 0,0-1-15 16,-3-5 0-16,3-2 10 0,-4-3-18 0,1 1 2 16,-1-2-2-16,4 1-10 0,-3-4-66 0,0 3 9 15,3 0 6-15,0 2-3 0,0-1 0 16,0 4-10-16,0-1 18 0,3 2-16 0,0 3 13 16,-3 1-10-16,4 0 8 0,-1 4-11 0,1 1-5 15,2 1-2-15,-2 4 10 0,-4 1 21 16,0 0-11-16,17 6 13 0,-10 0-13 0,0 3 5 15,-4 1 6-15,4 3-9 0,1 1 4 16,-5 2-1-16,3 1 8 0,-2-1 8 0,-1 2-6 16,4 0 11-16,-4-1-15 0,0-1 4 0,4 1 6 15,-3 1 17-15,2-3-25 0,-2-1-10 0,2-3 15 16,-5 0-5-16,6-1 3 0,-3-2 5 0,-1-1 2 16,0-1 0-16,4-3-10 0,-1 0 3 15,-6-3 4-15,13-2 6 0,-13 2-5 0,12-10-6 16,-6 1-2-16,2-1-2 0,0-3-3 0,-3-2-8 15,2 0 18-15,-1 0 8 0,-1-1 5 16,-2 5-8-16,3-1 8 0,-3 2 0 0,-2 0 10 16,2 2-10-16,2 0-21 0,-4 1 1 15,0 4-1-15,-1 3 1 0,3-4-14 0,-3 4 14 0,0 0-3 16,0 0 2-16,0 0 8 0,8 12 5 16,-2-7 1-16,-3 0-22 0,1-1 16 0,-1 0 3 15,4 2 7-15,-3-1-12 0,3 1-3 0,-4-5-3 16,4 4 9-16,-1-3-4 0,2 0 16 15,0 1-13-15,-8-3-2 0,12 0-1 0,-1 0 1 16,-11 0-1-16,16-5 4 0,-9 3-14 0,4-3-5 16,-3-1-10-16,0 0-5 0,-4-1-21 15,3-2 1-15,0 0 2 0,-1-1 2 0,-3-1-20 16,1 1 26-16,-1 0 4 0,0 0 22 0,-2 0-1 16,3 2 0-16,-4 2-8 0,3 0-4 15,-3 2 2-15,4 0 0 0,-4 4-3 0,6-2 19 16,-6 2-6-16,0 0 5 0,10 10 13 0,-5-4-20 15,1 2 20-15,-1 1-23 0,0 0 18 0,-2 1 0 16,1 2-3-16,2-2-2 0,0 1 8 16,-4-1-16-16,-2 1 21 0,3 0-6 0,-6-1 9 15,2 0-4-15,-6 0 9 0,4-1-9 0,-7 0 9 16,5-2 12-16,-4-1 8 0,-1 1 5 16,0-2-3-16,0-3 11 0,-1 0-16 0,4-2 33 15,7 0-25-15,-17-4-2 0,10-1-11 0,0 4 0 16,1-3 5-16,1 1 11 0,-4 0-1 0,7 0-14 15,2 3-4-15,-11-5 8 0,11 5-12 16,-7-4-11-16,7 4 8 0,-3-3-13 0,3 3 5 16,-3-4 3-16,3 4 0 0,0 0 0 0,0 0 2 15,13-6-10-15,-7 2 13 0,4 1-8 16,1 0 6-16,-1-2-16 0,4 1-3 0,3-2 21 16,3 1-8-16,2-4-4 0,0 2 9 0,1-2 3 15,-1 0-13-15,0 1 3 0,-3-2 2 16,2 1-5-16,-1-2 5 0,-3 3 3 0,-3-4-10 15,0 2 73-15,-1-1-1 0,1 0-6 0,-2-3 2 16,-4 2-12-16,0-1-2 0,0-1-4 0,-3 5 14 16,0-2-26-16,-3 1 0 0,1 4-5 15,0-1-6-15,-1 0 4 0,-2 2-16 0,0 5 10 16,0 0-10-16,-5-4 10 0,5 4-8 0,0 0-7 16,-14 14-3-16,8-5 3 0,3 2 8 15,-2-1 2-15,2 3-16 0,-3 2 11 0,6-1 0 16,-2 1-10-16,0 3 7 0,2-3-15 0,2 3 10 15,0-1 1-15,1 1-29 0,0-1-16 16,1 2-19-16,3 2-14 0,-1-3-15 0,-2 1-38 0,1-2-26 16,-3 4-51-16,-2-3-69 0,-2 2-502 15,-6 0 56-15,-2 1 57 0,-4 1 66 16</inkml:trace>
  <inkml:trace contextRef="#ctx0" brushRef="#br0" timeOffset="27830.07">29445 2173 650 0,'-3'10'192'0,"3"1"-18"16,0 0-18-16,0 3 0 0,0 0-36 0,0 3 1 15,3 0-6-15,-3 1-13 0,3-1-10 16,-3 0-23-16,4-1 3 0,-4 0-5 0,3-4 7 15,-3 2-20-15,0-3 5 0,4-1-6 16,-4 0-9-16,3-1 20 0,-3-3-3 0,2 0 13 0,-2-2-10 16,0-4-7-16,0 0-9 0,0 0 4 15,0 0-9-15,0 0-12 0,-9-17 0 0,6 4-3 16,-1-2-10-16,1-4-18 0,0-6-3 0,1-2-15 16,0-2 18-16,-1-3-18 0,0 2 3 15,6 0 7-15,-3 0 0 0,0 2 19 0,3 1 32 16,0 2-17-16,1 2 2 0,-4 4 5 0,6 0-15 15,-5 4 8-15,6 0-11 0,-2 3-15 16,0 0 3-16,1 5 9 0,-2 3-24 0,3 0 22 16,0 4 10-16,-7 0-7 0,16 2-15 0,-9 3 12 15,-2 2 13-15,4 0 61 0,-5 4-15 16,-1-3 1-16,1 6-4 0,-4-3-4 0,0 4-14 16,0 0 1-16,-4 1-18 0,1 2-14 0,-2-2-29 15,-3 0-16-15,0 0-39 0,3-3-15 0,-3 4-51 16,1-5-67-16,-2-1-107 0,1-2-471 0,4-2 97 15,-2-3 77-15,4-2 46 0</inkml:trace>
  <inkml:trace contextRef="#ctx0" brushRef="#br0" timeOffset="28196.49">29626 2038 586 0,'7'8'235'15,"1"1"-12"-15,-5 0-41 0,5 3-3 0,-3 0-21 16,1 2-19-16,-2 0-4 0,-1 1-14 16,2 0-16-16,-5-3 2 0,0 1-12 0,3-1-6 15,-6 0-19-15,3-2 6 0,0-2-1 0,-1 0 1 16,-3-2-68-16,4 0 18 0,-3-1-24 16,3-5 14-16,-5 0 1 0,5 0 1 0,0 0-20 15,-8-11 4-15,7 0-12 0,0 0-5 0,1-5-6 16,1 0 6-16,0-2 17 0,5-1-14 0,-2-3 4 15,-1 4-7-15,5-2 12 0,-2 4 21 16,1 2-26-16,1-1 8 0,-3 1-2 0,3 3-6 16,1 1 3-16,-2 3 2 0,0 1-4 0,3 1 9 15,-1 4 19-15,-1 0-1 0,3 2 6 16,-1 5-6-16,-3-1-9 0,7 3 14 0,-4 4-4 16,0-1-6-16,0 1 3 0,-1 3-5 0,-1 0 10 15,-1 2-18-15,0 0-5 0,-3-1-8 0,2 1-48 16,-2 0-54-16,-1-1-82 0,0 0-440 15,0-4-16-15,-2-1 46 0,-1-5 52 0</inkml:trace>
  <inkml:trace contextRef="#ctx0" brushRef="#br0" timeOffset="28763.95">30132 1944 724 0,'-13'12'315'0,"2"-1"-123"0,0 0-16 16,2 2-7-16,2-2-5 0,0 1-10 0,0 2-21 15,2-1-8-15,-3 1-17 0,7 0-14 0,-2-2-1 16,0 1-9-16,3-2-7 0,0 1 0 16,6-1-21-16,-5 0-7 0,7 0-1 0,-3-1-4 15,9-1 2-15,-1-3-5 0,2 0 5 0,-2-2-13 16,4-1 8-16,-3-3-20 0,3 0 76 0,3-2-8 15,-2-3-14-15,-2-1-6 0,2-3-5 16,-1-2-28-16,0-2-3 0,-3-2 0 16,-1 1 3-16,2-3-5 0,-6 4 7 0,-2 0 3 0,0 1-5 15,-1 2 7-15,0 1 16 0,-4 1-13 16,1 2-5-16,-3 1-5 0,0 5 0 0,0 0 7 16,-8-3-2-16,8 3-2 0,-10 9 9 0,4-2-27 15,1 1 22-15,0 1-12 0,0 1-80 16,-1 0 16-16,3 1-8 0,2 0 23 0,-2 3-10 15,3-3 8-15,0 3 15 0,2-1-6 0,-1-1 4 16,0 1-6-16,5 1 8 0,-1-3-13 0,-2-2-13 16,3 1-15-16,-5 0-74 0,5-2-77 15,-3-1-82-15,-2 1-551 0,-1-1 111 0,-4-2 61 16,-4-3 85-16,-11-2 35 0</inkml:trace>
  <inkml:trace contextRef="#ctx0" brushRef="#br0" timeOffset="30829.68">22369 2823 655 0,'10'-2'184'0,"-3"2"-18"0,0-1 1 16,3 0-11-16,1 1-23 0,2-2-7 15,4 2-16-15,0-1-29 0,0 1 1 0,4 0-2 16,2-2-3-16,1 1-3 0,1 1-15 0,5-2-3 16,1 1-10-16,3-1 13 0,4-2-18 0,6 0 15 15,0-1-5-15,11-2-2 0,-7 2 7 16,-6-1-25-16,16-1 0 0,-11 0 10 0,-5 2 0 15,15-1-3-15,1 0-89 0,-9 2 12 0,-5 0 9 16,0-1-1-16,1 1 11 0,0 1-9 16,-2-2 1-16,1 3 8 0,1-3 2 0,-4 2 10 15,4 0-2-15,-4-2-5 0,0 2 9 16,3-1 6-16,-3 0-7 0,-3 0 35 0,3 2-23 16,-3-1-5-16,2-1 23 0,-1 2-20 0,1-2-6 15,-2 2-12-15,2-2 10 0,2 1 2 0,-4 2 8 16,5-4 8-16,-1 3-21 0,-1-2 3 0,0 2 10 15,4-2-2-15,-5 2 12 0,5-3-7 16,-4 4 7-16,-1-2-2 0,-2-1 0 0,4 1-5 16,-8 1 17-16,0-1-22 0,-3 1 17 15,3 1-10-15,0-2 11 0,-3 0 12 0,3 2-15 16,-4-2-21-16,1 1 11 0,0-2-8 0,-1 1 10 16,1 0-2-16,0 1 23 0,0-2-18 15,-3 1-8-15,5 2 10 0,-2-4-2 0,0 3-16 16,-3-2 24-16,6 2-3 0,-1-2 5 0,-1 3-8 15,2-2-5-15,-3 0-2 0,3 0 5 0,-3 0 12 16,7-1-7-16,-8 1 0 0,4-2-5 0,-3 4 5 16,0-3 20-16,-1-1-27 0,-2 2 7 15,3-2-6-15,0 2-4 0,-4-2 2 0,4-1-5 16,-1 3 77-16,-2-2-7 0,3 0-6 0,-1 0-8 16,-2 0 0-16,-1 2-22 0,5 0 15 15,-6-3-8-15,4 3 2 0,-2 0-9 0,-1 1-16 16,1-2 5-16,1 1-5 0,-3 2 5 0,3-2-13 15,-3-1 3-15,4 0-2 0,-6 2-3 16,6-2 10-16,-5 3-5 0,2-3-3 0,1 1 8 16,-1 1-8-16,-3-1-10 0,1 1 8 15,-2 0 0-15,1 0 0 0,0 1-11 0,-4 0-2 0,4-1 21 16,0 0-19-16,0 1-2 0,-4 1 3 16,4-1-3-16,-3-1 10 0,3 1-10 0,-4 1 0 15,1-2 3-15,0 1-1 0,2 1 3 16,1-2 1-16,-3-1-4 0,3 3-4 0,-1-2 14 15,-2-1-1-15,3 2-19 0,-1-1 18 0,-2 0-15 16,3 0 15-16,2 1-12 0,-3-2 7 0,0 2 0 16,-2-2-3-16,3 3 6 0,0-3-8 0,-1 1-5 15,1-2 10-15,-3 2 5 0,2 0-10 16,1-2-7-16,-3 4 7 0,3-2-5 0,-4 0 7 16,1-1 6-16,0 2-8 0,-1-1 2 0,1 1 1 15,2-1 10-15,-6 0-11 0,4-1-12 16,-3 2 15-16,-2 0 0 0,1 1-5 0,-3-1-2 15,5-1-3-15,-7 0 12 0,5 2-4 16,-2-1-11-16,1 0 11 0,-3-1 4 0,3 1-7 16,-4 1 0-16,1-2-2 0,1 1-3 0,-1 1 10 15,1-2 3-15,-3 1-14 0,3 1 14 0,-1-2-10 16,-3 2-4-16,4 0 12 0,-1-2-14 0,-2 0 10 16,-1 2 9-16,3-2-11 0,0 1 2 15,-2 0-9-15,0-1 12 0,2 0-10 0,-2 2 15 16,0-1-8-16,2 0 1 0,-3-2-8 0,4 0 7 15,-1 1 3-15,1 1-7 0,-1-1 7 16,-2-2-5-16,3 2 3 0,-1 1-1 0,4-2 1 16,-6 1-8-16,3 0 15 0,-1 0 3 0,1-1-11 15,1 2-4-15,-3-1 2 0,-1 1 0 0,2-1 2 16,-2 2 3-16,2-2 0 0,-6 0-10 16,6 1 8-16,-3 0-1 0,-1 0-4 0,0 0 2 15,-2-1-3-15,1 0 6 0,-8 2-6 0,11 0 6 16,-11 0 5-16,12-1-3 0,-6 0 0 15,-6 1-10-15,10-2 0 0,-10 2 10 0,14-1-3 16,-10-1-2-16,-4 2 3 0,10-1-8 0,-10 1 12 16,14 0-2-16,-6-2-5 0,-3 1 13 15,-5 1-8-15,14-2-12 0,-14 2 12 0,10 0-10 16,-6-2 15-16,-4 2-5 0,12-2-2 0,-12 2 12 16,8-2 3-16,-8 2-13 0,7-1 10 0,-7 1 1 15,0 0-9-15,7-1 6 0,-7 1 3 16,0 0 4-16,9-2-2 0,-9 2-8 0,0 0-2 15,0 0-3-15,0 0-2 0,0 0 25 0,0 0-21 16,11-2-1-16,-11 2 9 0,0 0-5 0,0 0 0 16,7 0 8-16,-7 0 3 0,0 0-8 15,7-2 2-15,-7 2-13 0,0 0-2 0,0 0-2 16,10-2 12-16,-10 2 0 0,0 0 1 16,0 0-1-16,0 0-13 0,0 0-7 0,0 0 13 15,0 0-6-15,0 0-25 0,0 0-13 0,0 0-28 16,0 0-54-16,0 0-79 0,-17 14-180 15,7-7-460-15,-4-3 97 0,-3 0 49 0,-3-2 66 16,2 2 62-16</inkml:trace>
  <inkml:trace contextRef="#ctx0" brushRef="#br0" timeOffset="32413.18">28755 2756 314 0,'0'0'121'0,"0"-6"-32"0,0 6-9 0,0 0 14 16,-3-5-12-16,3 5-5 0,0 0 2 0,0 0 13 15,0 0 72-15,3-7-13 0,-3 7 3 16,0 0-13-16,0 0-21 0,0 0-12 0,-3-5-19 15,3 5 13-15,0 0-17 0,0 0-3 16,0 0-13-16,-1-6 5 0,1 6-25 0,0 0 7 16,0 0-15-16,0 0 0 0,0 0-10 0,0 0 10 15,-4-6-11-15,4 6 6 0,0 0-2 0,0 0-6 16,0 0 0-16,0 0-8 0,0 0-2 0,0 0-5 16,0 0-3-16,0 0-5 0,0 0 13 15,0 0-2-15,0 0-3 0,8-2 4 0,-8 2-1 16,0 0 12-16,10 0-2 0,-10 0-11 15,17-2 5-15,-10 2 11 0,3-3-5 0,4 2-1 16,2-1 9-16,-1 1-6 0,5-1 5 0,1-3-7 16,6 3-16-16,3-3 8 0,1 4-8 15,0-3 10-15,0 1-4 0,0 1-3 0,0-1 7 16,1 1-2-16,-3-1 0 0,-1 2-13 0,2-1 10 16,-2-2-9-16,-2 3 1 0,0-2-7 15,0 0 8-15,3 2-6 0,-3-2 9 16,-2 1-9-16,-1-2 6 0,4 1 2 0,-3 0-10 0,1 1 3 15,4-2-3-15,-3 0 7 0,-3 2-4 16,6-1-3-16,-3-2 10 0,3 2 8 0,-3-1-10 16,4 2 2-16,-2-1-5 0,2 0 8 0,-2-2 15 15,3 3-10-15,0-2-10 0,0 0 5 16,2 2-1-16,-2-2-4 0,0 0 0 0,-3 2 7 16,4-1-5-16,-3-1 6 0,-2 1-6 0,1 0-2 15,-5 1 2-15,3-2-10 0,-3 1-72 0,-1 2 21 16,-1-2 5-16,2-1-5 0,-4 0 10 15,1 2-8-15,4-2 23 0,-3 2-2 0,-1-3 0 16,1 4 8-16,0-2 2 0,1-1 5 16,0 1 8-16,1 0 18 0,-2-1-21 0,-1 2 0 15,1-3 6-15,0 2-1 0,-1 0 11 0,4-2 2 16,-3 3-2-16,2-3 2 0,-2 3-10 0,0-3 3 16,0 2 7-16,0 0-10 0,0-1-3 0,-3 0 24 15,0 0-14-15,3 2 1 0,-2-1 5 16,-1 0-3-16,2 0-10 0,-3-1 13 0,1 0-5 15,1 2 12-15,-1-2-7 0,-1 2-3 0,2-4-7 16,-3 4-3-16,2-1 12 0,-2-2-1 16,0 3-9-16,-2-1 11 0,-3 1-8 0,2 0-7 15,1-1 9-15,-1 0-9 0,-2 1 17 16,-1-1-20-16,0 3 13 0,1-4-3 0,-4 3 5 16,3 0 0-16,-4 0-7 0,2-2 12 0,-8 3-2 15,13-2-13-15,-6 1 13 0,-7 1 15 0,11-3-13 16,-5 0-4-16,1 2 6 0,-7 1-19 0,10-2 15 15,-3-1-11-15,-7 3 11 0,10 0-13 16,-10 0 23-16,10-4-23 0,-10 4 15 0,8-1-7 16,-8 1-3-16,8-1 0 0,-8 1-12 15,0 0 12-15,5-2-21 0,-5 2-40 0,0 0-36 16,0 0-5-16,0 0-24 0,0 0-73 0,0 0-198 16,-3 8-355-16,3-8 79 0,0 0 46 0,-18 5 79 15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4:54:49.0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25948 10949 281 0,'0'0'123'0,"-14"-2"-36"0,14 2 13 16,-10-3 5-16,10 3-21 0,-14-1-7 16,14 1 20-16,-13 0 1 0,6 0-17 0,7 0-4 15,-18 0-8-15,9 0 26 0,-2-2-18 0,1 2-23 16,-3 0-3-16,2-1 10 0,-3 1 1 16,0 0-14-16,-2 1 14 0,2-2 2 0,0 1-5 15,-3 1-6-15,0-1 1 0,0 0-16 0,-3 0 3 16,2 2-2-16,-1-2-11 0,-2 0 3 0,0 0 74 15,-3 0-21-15,4 0 3 0,-4 4-5 16,2-2-15-16,-2 0 2 0,1-2-10 0,-4 0-8 16,3 4-3-16,-4-3-4 0,-2 1-8 0,2-2-3 15,1 6-2-15,-1-5-3 0,2 0 5 16,-2 1-2-16,-2-1-5 0,2 2 2 0,-3 0 0 16,1-3 3-16,-1 1-1 0,0 3 9 0,-3-2-11 15,3-1 3-15,-3-1-8 0,3 3-6 16,-4 1 7-16,1-3-14 0,3 1 10 0,-3-1 3 15,3 4-15-15,-2-3 12 0,0-2-12 0,0 6 10 16,0-5-10-16,-1 2-6 0,3 2-4 0,0-3 12 16,0 2-5-16,0 0 8 0,1 0-5 15,-1-1-24-15,0 4 26 0,0-4-4 0,1 2-6 0,-1 2 7 16,3-4 1-16,-6 5 2 0,0-1-10 16,3 1 8-16,1-3-8 0,-4 2 8 0,6 1-1 15,1-2-2-15,-1 2 6 0,1-4-9 16,-1 3-2-16,4 0-8 0,1 1 16 0,-1-1-3 15,0 0 3-15,0-1-11 0,4 1 8 0,-4 1-10 16,3-1 18-16,1 3-13 0,2-2 0 16,-2 0-5-16,0 1 8 0,2-1-1 0,2-1-2 15,-2 3-5-15,-3-2 15 0,5-1-15 0,1 3 15 16,-1-3-10-16,1 0-2 0,-1 1 4 0,-1 0-4 16,3 1 4-16,0-1-2 0,-2 0 3 15,4 1-8-15,-1 0 2 0,0 0 3 0,-1-1 0 16,1 2 0-16,-1 2-10 0,3-2 15 0,0 0-2 15,-2-1-1-15,4 1-4 0,-2 2-3 0,1 0 7 16,0-4-7-16,3 6 13 0,0-3-8 16,0-3 2-16,0 6-7 0,1-1 15 0,2 1-5 15,0-3-10-15,0 4 8 0,1-2 5 0,0-1-3 16,0 2-10-16,3-3 10 0,-3 6-3 0,3-2 3 16,0 0 3-16,0 1 7 0,0-4-22 15,0 3 12-15,3 2-15 0,-3-3 12 0,3-2 3 16,0 4-10-16,0-2-2 0,-2-2 7 0,2 1 0 15,4-1 5-15,-3 2-3 0,-1-3-7 0,4 4 13 16,0-5-6-16,0 4-2 0,3-3 8 16,-3 2-8-16,2-2 5 0,-1-3-2 0,2 5-3 15,-3-4-5-15,4 2 10 0,-1-1-5 0,3-2-3 16,-2 4 8-16,-1-7-5 0,3 5-2 16,-2 0 2-16,2-5 10 0,1 5-10 0,-4-3 2 15,3 1-4-15,1-1 7 0,-3 0-5 0,3-1 10 16,-1-1-12-16,0 2-9 0,2-1 11 15,-2-4 0-15,4 5 11 0,-3-3-4 0,3 2 1 16,-4 0-3-16,2-4-5 0,-2 4 5 0,1-2 6 16,-1-3-6-16,1 5-5 0,0-5 0 15,3 6 0-15,0-5-11 0,0 3 19 0,0-2-8 16,0-2 8-16,0 5-6 0,0-6 3 0,1 1-2 16,1 4-6-16,-1-3 9 0,2-2-4 0,-2 5 3 15,2-4-2-15,0 0-8 0,-2 2 10 0,1-2 3 16,-1 2 4-16,0-2-22 0,1 1 10 15,-1-2 0-15,-1 3 3 0,4 0-6 0,-4-1 3 16,3-2 0-16,-2 2-5 0,1 1 2 0,2-2 11 16,0 2-5-16,-1-2-6 0,1-1 3 15,0 0 0-15,-5 1-2 0,5-1 9 0,-3 0-7 16,4 0-7-16,-4 3-1 0,-1-6 8 0,4 3 0 16,2 3 8-16,-2-3-14 0,-4 0 1 15,7-3 8-15,-3 3 7 0,-1 0-2 0,4 0-1 16,-3 0-1-16,2 0-1 0,-2 3-3 15,3-3 8-15,-3 1-4 0,-1-1-4 0,4 2-4 0,0-4 2 16,-4 2-3-16,4 0 3 0,-3 0 0 0,3-1 3 16,-1-2 2-16,-2 2-10 0,0 1 7 15,-1-1 1-15,1-1-3 0,2 0 2 0,-2-1 3 16,-1 1 1-16,1 2-14 0,-4-2 5 0,4-3 8 16,0 4-5-16,-2-2 0 0,2-1-2 15,0 3 7-15,-1-3-5 0,7-1 0 0,-6 0 3 16,0 2-1-16,2-3-2 0,1 4-2 0,1-5 12 15,-1 4-15-15,3-4-3 0,-4 1 18 16,1 2-7-16,1-3 2 0,-1 5-10 0,0-4 10 0,-1-1-5 16,1 3-3-16,0-2 8 0,0-1-2 15,-4 3 2-15,5-4-10 0,-2 2 15 0,-1-2-17 16,0 1 9-16,-1-3-2 0,0 5 0 16,-4 0-2-16,3-3 2 0,-3 1 7 0,1-1-4 15,2 1 4-15,-3 3-12 0,1-3 5 0,-2 0 8 16,-1 0-5-16,1-3 9 0,-2 3-83 0,3 3 14 15,-3-5-1-15,2 2-1 0,-2-1 20 16,-3 0 9-16,3 1-6 0,-4-1 25 0,3 0-9 16,1-1 17-16,-4 1-4 0,4 0 2 0,-4-2 7 15,0 1-7-15,1-1 8 0,-1-3 7 0,0 3-5 16,-3-2 0-16,3 2 0 0,-3-2-2 16,0-1 7-16,1 2-2 0,1 1 5 0,-5-2-1 15,2 2 4-15,-2-2 27 0,-1-1-33 0,-3 5 11 16,3-3-8-16,1-2-3 0,-3 2-2 0,-1-3 7 15,-1 6 0-15,-3-4 1 0,1-1 2 16,0 1-6-16,-1-1 1 0,-2 0-10 16,-1-1 7-16,-1-1-5 0,-1 4 5 0,-1-6-7 0,-1 3 12 15,-3 1-15-15,1-2 13 0,-4 0 0 16,-1 0-16-16,2 0 21 0,-2 2-15 0,1-2 4 16,-4 0 11-16,1 3-12 0,0-1 4 0,2 0-5 15,-1 1 5-15,-2 0-7 0,3-1 9 16,1 3-19-16,0 3 12 0,1-1-3 0,1-2 4 15,-1 3-1-15,2 0 2 0,-3 3-4 0,0-3-3 16,3 4 8-16,-6-2-39 0,2 2-13 0,-2 0-40 16,-4 2-39-16,0 1-66 0,-1 1-180 0,-5 3-435 15,3-1 88-15,-4-3 73 0,-3 4 44 16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6:04:41.53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1,'9903'0,"-9882"0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6:05:46.69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8749,'0'-8734,"0"8720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6:08:46.54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6423,'11092'-6404,"-11061"6385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8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 24575,'3'0'0,"2"-4"0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8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9.3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9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0.2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4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24575,'4'0'0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8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3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4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4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 24575,'0'-3'0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5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5.5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2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2.6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0.6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3.3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4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6.4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6.9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7.7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9.8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40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42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6.9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7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7.8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0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0.9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1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24575,'-4'0'0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1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7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7.9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8.8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6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06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 24575,'4'-4'0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1.9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832 0 24575,'0'0'-8191</inkml:trace>
  <inkml:trace contextRef="#ctx0" brushRef="#br0" timeOffset="1">0 241 24575,'0'0'-8191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3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24575,'4'0'0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19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1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2.4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2.9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3.4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4.9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5.4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5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6.2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24575,'0'0'-8191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6.7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7.1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24575,'3'0'0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27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0.4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0 0 24575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1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24575,'0'0'-8191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32.6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43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24575,'0'4'0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45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24575,'0'0'-8191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6:11:46.1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24575,'0'0'-8191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7:34:19.138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24575,'0'0'-8191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4:55:10.0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21202 973 742 0,'-6'-4'233'0,"6"4"-16"0,0 0-7 0,0-6-8 16,0 6-15-16,0 0-97 0,0 0 5 15,-4-5-19-15,4 5 6 0,0 0-10 0,0 0-5 16,0 0-24-16,-3-3 1 0,3 3-19 0,0 0 3 15,0 0 11-15,0 0-6 0,0 0-5 0,7 16-15 16,-1-9 18-16,-1 3-8 0,2-2 2 16,2 3-4-16,1 2 2 0,1-1 0 0,3 2 0 15,3 1-3-15,0 0-2 0,0 0 8 0,0-1-1 16,4 4 4-16,3 0-11 0,0-2 76 16,-5-2-14-16,2 4-19 0,0-1 13 0,-1-3-15 15,1-1-67-15,-3 0-15 0,-2 1 5 0,2-3 1 16,-2 3 4-16,-2-4 3 0,-1 0-14 15,-2-2 14-15,0 2-28 0,2-1-42 0,-7-2-40 16,2 2-120-16,-1-1-359 0,2-1-77 16,-5-3 38-16,3 0 65 0</inkml:trace>
  <inkml:trace contextRef="#ctx0" brushRef="#br0" timeOffset="434.05">21579 945 470 0,'0'0'169'0,"0"0"-20"0,0 0-1 0,-17 8-15 15,13-1-17-15,-2 2 4 0,-1-1-23 0,0 3 13 16,0 2-18-16,-3 2-12 0,4 0 2 16,-5 2 10-16,1 1-23 0,0 1 5 0,-1-1-7 15,1 2 2-15,0-1-10 0,-1 2 2 0,1-1-15 16,0 0-2-16,-1 2 2 0,1-2-8 16,0 1 6-16,-1-1-3 0,2 0 0 0,-1 0-11 15,2 0-7-15,-2-2-2 0,0 0 2 0,2 1-3 16,-1-4 1-16,2 0-1 0,1-2-2 0,2-1 0 15,-3-1 13-15,3-2-18 0,-2 0-16 16,5 0 11-16,-5-3-3 0,3 0 23 0,0-1-20 16,2 1-6-16,-3-2 11 0,1 1-3 15,0 0 1-15,3-5-1 0,-1 7-5 0,-2-4-2 16,3-3-21-16,-3 5-18 0,3-5-51 0,-3 5-51 16,3-5-62-16,0 0-74 0,0 0-397 0,0 0 54 15,0 0 54-15</inkml:trace>
  <inkml:trace contextRef="#ctx0" brushRef="#br0" timeOffset="1466.53">21931 533 465 0,'0'0'172'15,"0"0"-19"-15,-3-2-7 0,3 2-15 16,0 0-16-16,-7 11-25 0,4-3 4 0,3 0 6 15,-3 3-15-15,2 1 7 0,-3 2-21 0,4 4 1 16,0-1-5-16,0 3-6 0,0 1-2 0,-3 4-3 16,3 2-10-16,3 1 24 0,-3 1-27 15,4-1 8-15,-3 6-5 0,2-1-18 0,0-1 8 16,0 0 5-16,1 0 16 0,-1 2-22 0,3-1-9 16,-2-2 2-16,4 0 13 0,-2 1-18 0,1 0 10 15,0 0-2-15,3 3 0 0,0-2-3 16,-3 1-10-16,4 10 20 0,-1-6-20 15,0-5 5-15,1 0-7 0,-2 1 2 0,2 7-8 16,2-2 10-16,-6-7 3 0,0 1-5 0,3 0 3 0,-2 0 9 16,-2 1 1-16,1 1-5 0,3 10-3 15,-3-5 77-15,0-8-21 0,-4 4-5 0,1-3-20 16,2 4-3-16,-3 0 13 0,2-1-8 16,-2-1-9-16,0 1-7 0,0 0 12 0,-2 2-6 15,2-1-16-15,0 2 6 0,0-3-8 0,-2 1 8 16,2-1-8-16,0-2-5 0,1 0 3 15,-3 1-5-15,2 1-4 0,-3-3 4 0,3-5 2 16,0 0-3-16,1 4 3 0,-1 1 6 0,0 1-73 16,1-2 16-16,-1-6-13 0,4 1 13 15,-3 1 2-15,-1-2 11 0,1 0 5 0,-1-1-1 16,3 1-1-16,-2-1 1 0,0 0 1 0,2 0 8 16,-2 0-6-16,2 2 8 0,-2 0-10 0,-1-2 10 15,5 0-11-15,-5 0 6 0,3 1 8 0,-2-1 2 16,2 0 3-16,-2 0-6 0,-1 0-2 15,2 0 3-15,1 0 7 0,-2 1-13 0,-1 2 16 16,0-2-10-16,0 2-8 0,1-3 18 16,-4 1-1-16,7 1-17 0,-7-1 10 0,4-1-2 15,-4 4 5-15,3-4-19 0,0 1 22 0,-3 1-6 16,4 4 5-16,-1-5-5 0,-3 2-5 0,3-2 3 16,0 3-3-16,-2-1 5 0,-1 1-5 0,3-1 5 15,-3-2-8-15,4 4 14 0,-1-3 4 0,0 5 0 16,-2 0-5-16,2-3-2 0,0 1-8 15,0-4-5-15,-2 0 10 0,2 1-2 0,3 1-1 16,-5-2 8-16,6 7-10 0,-4-2 11 16,1 1-6-16,-1 1-10 0,3 0 5 0,-2 1 2 15,-1 0 3-15,2-2-2 0,-2 2-11 0,3 3 6 16,-2-3 15-16,-1-2-11 0,0-1 1 16,1 0-1-16,3 2-2 0,-3 1 74 0,-1-1 6 15,0 0-6-15,4 1-10 0,-1 0-3 0,-2 0-12 16,3-1 0-16,-3-1-16 0,2-1 8 15,-2-5-10-15,2 0-19 0,-2 1 9 0,3 1 5 16,-3 2 4-16,2-4-9 0,-2-1 2 0,2-1-10 0,1-2 7 16,-3 1 11-16,-1-4-11 0,1-1-7 15,-1-3-5-15,0 1-11 0,0-4 13 0,-2 1-10 16,2-4 8-16,0 1 0 0,-3-2-11 0,4-1 1 16,-2 1-11-16,-2 0 10 0,1-6-63 15,-1-2-11-15,0 0-69 0,0 0-217 0,-10-18-521 16,3-3 53-16,1-10 106 0,-4-24 72 0,-8-20 60 15</inkml:trace>
  <inkml:trace contextRef="#ctx0" brushRef="#br0" timeOffset="2300.55">22417 788 550 0,'-3'-5'310'0,"3"5"-19"0,-4-3-32 16,4 3-24-16,0 0-12 0,-3-5-26 0,3 5-20 15,0 0-26-15,0 0-26 0,0 0-4 16,0 0-17-16,0 0-6 0,0 0-11 0,0 0-8 16,0 0-10-16,6 14-7 0,-2-7-1 0,2 3-5 15,-2 0-4-15,6 0-9 0,-3 2-4 0,3 0-4 16,0 1-9-16,1 0 5 0,2 2-1 15,1 0-7-15,0 0 3 0,0-1 0 0,2 1-19 16,-1-1 16-16,1 3-5 0,1-3 0 16,-3-1-2-16,3 0-4 0,-3 2 1 0,0-5-26 15,-4 2-28-15,3-1-38 0,-2-2-31 0,-1 1-92 16,-3-3-75-16,3 0-442 0,-3-1 20 0,0-1 64 16,-1-4 44-16</inkml:trace>
  <inkml:trace contextRef="#ctx0" brushRef="#br0" timeOffset="2617.53">22745 780 739 0,'-4'-5'269'0,"4"5"-36"0,-3-6-21 15,3 6-22-15,0 0-24 0,0 0-5 16,0 0-27-16,-7 16-9 0,4-5-7 0,-1 1-3 15,1 5-15-15,0 3-6 0,0 2-7 0,-2 3-7 16,2 2-3-16,3 0-3 0,-3 0-5 0,-1 2-8 16,4 1-2-16,0 1-2 0,0 0-1 0,0 3-7 15,0 2-6-15,3-2-5 0,-2 0 1 16,2 0-8-16,0-5-3 0,2 2 5 16,1-5-5-16,-1 0 3 0,0-1-11 0,-2 0 3 0,4-1-12 15,-3-1 17-15,3-2-8 0,-4-3-12 16,1 0-11-16,2 0 32 0,-1-2-12 0,-3-1-6 15,2 0-19-15,-1-3-48 0,1 1-123 0,-4-1-582 16,0 0-2-16,0-2 93 0,-1-4 61 16,-5-1 86-16</inkml:trace>
  <inkml:trace contextRef="#ctx0" brushRef="#br0" timeOffset="3433.31">20700 2253 427 0,'0'0'174'0,"0"0"-18"16,-9 1 13-16,9-1-23 0,0 0-5 0,0 0-13 15,0 0-10-15,0 0-21 0,0 0 10 0,0 0-9 16,0 0 27-16,0 0-48 0,0 0 10 16,0 0-13-16,0 0 85 0,24-10-18 0,-14 7-8 15,6-2-87-15,2 0 5 0,2 0-8 0,3-2-2 16,2 1 16-16,9-5-11 0,0 3-8 0,7-1 6 16,10-5-9-16,4 1 12 0,0 1-6 15,3-1-6-15,1 1 6 0,2-1-13 0,1 0 11 16,2-1-19-16,1 0 16 0,3 0-10 0,12-3 4 15,1 2 19-15,4 2-13 0,-2-3-5 0,2 0 7 16,-6 1-12-16,6-1 7 0,-5-1-2 16,4 2-8-16,2-2-16 0,-1 3 32 0,1-1-11 15,-4 0-10-15,6-1-5 0,-8 1 7 0,-12 2 8 16,0 1-10-16,-3-2 8 0,-1 1-13 16,-2 0-1-16,0-1 9 0,-1 2-11 0,-2-1 0 15,-1 1 1-15,-7 1-4 0,-7 2 6 0,-5 0-5 16,-5 2-8-16,0-1 10 0,-3 2-5 15,-4-1 3-15,-1 1-3 0,-5 2 0 0,-3-1-5 16,-1 2 18-16,0-1-18 0,-4-1 3 0,1 5-11 16,-7-1-15-16,0 0 2 0,2 1 11 0,-4 0 0 15,-5 0-13-15,3 2-46 0,-3-2-3 0,-8 9-102 16,-5-3-85-16,-7 3-127 0,-1 1-346 0,-12 1 30 16,-1 1 86-16,-18 4 40 0</inkml:trace>
  <inkml:trace contextRef="#ctx0" brushRef="#br0" timeOffset="10849.11">10684 7268 470 0,'-10'3'121'0,"10"-3"-6"0,-7 3 3 16,7-3-21-16,-7 1 3 0,7-1-26 16,-6 3 13-16,6-3-10 0,0 0 7 0,-7 5 1 15,7-5 7-15,-3 3-2 0,3-3 2 16,-3 5 0-16,3-5-3 0,0 0-4 0,-2 5 2 15,2-5 5-15,0 0-71 0,5 7-1 0,-2-3 8 16,-3-4 5-16,10 4 3 0,-4 0 5 0,1-2 0 16,1-1-10-16,2 0 2 0,0 4 8 15,4-4-10-15,-1 0 12 0,1 1-9 0,3-2-6 16,-3 1-13-16,3 2 3 0,3-2 67 0,1-1-6 16,-1 0-2-16,1 0-13 0,3 2 2 15,-1-2-4-15,1 1-21 0,-2-1 10 0,5 0-87 16,3-1 13-16,-2-1-3 0,6 2 1 0,-3-4 2 15,0 3 23-15,3 1-13 0,6-3 0 0,-6 2 5 16,5-2 3-16,1 0-10 0,1 2 7 16,-3-1-5-16,3-2 3 0,-7 1 5 0,0 3 8 15,4-4-1-15,3 3-7 0,-7-2-3 0,-3 3 16 16,3-4-5-16,1 0-3 0,-1 3 0 0,0-4 7 16,-3 2-12-16,3 2 8 0,7-3-6 15,-4 1 1-15,-2 3 12 0,2-4-8 0,1 1-7 16,-4 2 0-16,7-1 0 0,-7-2 3 0,0 3-4 15,-3-1 9-15,3-2-6 0,-3 3 6 16,3-1-11-16,-3 1 6 0,-1 0 12 0,1-4-2 16,-3 4-8-16,2 0 7 0,1-1-7 0,-3-2 18 15,2 3-2-15,-2-1-14 0,-1 1 11 16,1-3-8-16,0 2 0 0,-2 2-5 0,5-1 3 16,-1 0 2-16,-2-2-5 0,3 0 20 15,-1 2-17-15,1 1 5 0,0-1-6 0,3 0 6 0,-3-3 2 16,4 4-20-16,-1 0 12 0,-3 0 4 0,3-1-1 15,0 0 10-15,0 1-12 0,-3 0 15 16,3-2-24-16,0 2 14 0,-3 0 7 0,3-3-2 16,0 2 3-16,-3 1-14 0,2-2 8 0,0 1-2 15,1 0 5-15,0-2 2 0,0 0 3 16,3 2-5-16,-3 1 10 0,3-2-8 0,-1-2 6 16,-2 4-6-16,3-1-5 0,-3 0-7 0,-3 1 10 15,3-2-8-15,0 2 13 0,0 0-8 16,0-3 8-16,-3 6-13 0,3-6 13 0,-3 3-8 15,-1 3 0-15,1-3 1 0,-3 0 9 0,2 0-15 16,-2 0 0-16,-4 0 8 0,7 0 10 0,-7 0-10 16,3 0 0-16,1 2-5 0,-2-2-6 0,-1 0 21 15,2 0-5-15,4 0-8 0,0 1 21 16,2-1-11-16,-2 1-12 0,0-1 8 0,3 0-9 16,-3 4 6-16,0-4 2 0,3 2-4 0,-3-2-9 15,4 0-7-15,-1 0 8 0,0 1 7 16,0 0-5-16,0-1 3 0,0 0-3 0,3 0-3 15,-3 2 14-15,1-4-4 0,0 4 1 0,-1-2 0 16,3 0 5-16,4 0-5 0,1 3 61 16,1-6-10-16,2 3 5 0,-1-2-13 0,1 2-2 15,0 0 3-15,2 0-9 0,-2 0-2 0,-1 0 0 16,1 2-5-16,-1 1-7 0,4-3-17 0,-4 1 9 16,1-1 7-16,-1 0 1 0,1 1-9 0,-4 1 11 15,3-1-18-15,-6 2 8 0,-1-1-6 16,-3-2 3-16,0 1-10 0,-3 0 7 0,0 3 1 15,-3-3 2-15,2 0 8 0,-5 0-19 0,-2 2 1 16,-2 1-5-16,3-3 0 0,-5 1 9 16,2-1-4-16,-6 2 0 0,1-2 2 0,-1 2-4 15,1-3-9-15,-5 4 6 0,2-2 7 0,-3-2-7 16,1 1-11-16,-1 0 14 0,-3 1-4 0,3 2-12 16,-3-4 8-16,0 1 4 0,-7-1-14 15,13 2-6-15,-6-2-49 0,0 1-25 0,0 2-79 16,-7-3-213-16,10 1-517 0,1-1 67 0,-2-5 99 15,-5 2 73-15,-1-4 76 0,1-1 51 16</inkml:trace>
  <inkml:trace contextRef="#ctx0" brushRef="#br0" timeOffset="19181.41">25972 2063 529 0,'-4'-5'220'16,"4"5"-15"-16,0 0-31 0,0 0 0 0,0 0-79 16,-6-3 2-16,6 3-4 0,0 0-6 0,0 0 10 15,0 0-20-15,0 0 5 0,0 0-6 16,0 0 83-16,0 0-5 0,0 0-19 0,0 0-7 15,0 0-10-15,0 0-5 0,0 0-14 0,0 0-12 16,0 0-5-16,0 0-20 0,0 0 9 16,0 0-14-16,0 0-9 0,0 0 6 0,0 0-10 15,0 0 2-15,17 11-26 0,-11-7 6 0,-2 2-67 16,3 3 10-16,-1-2-10 0,2 2 10 16,2 1 8-16,0 0 3 0,1 2 10 0,2-1-6 15,-3 0 1-15,7 3 10 0,-4-3-8 16,2 1 8-16,-2-1 5 0,1 2-3 0,0-3 19 0,0 2-3 15,-1-4-13-15,0 4 0 0,-2-3 7 0,-1 0 6 16,0-2-13-16,1-1 0 0,-4 1 0 16,-1-2 3-16,1 0 2 0,0 0 2 0,-3-2-9 15,2 2 2-15,-2-3-31 0,-1 2-2 0,-3-4-41 16,6 4-44-16,-5-2-151 0,-1-2-483 16,0 0 66-16,0 0 48 0,0 0 101 0</inkml:trace>
  <inkml:trace contextRef="#ctx0" brushRef="#br0" timeOffset="19882.34">26460 1938 650 0,'0'0'258'0,"0"0"-33"15,0 0-20-15,0 0-23 0,0 0-18 0,0 0-8 16,0 0-33-16,0 0-3 0,-9 13-15 0,8-6 5 16,-2-2-13-16,0 3-15 0,0 4 5 15,0-1-82-15,-2 0 8 0,2 4-5 0,1 1 0 16,-3 0 12-16,2 2 1 0,-1 0 4 0,1 0-2 15,0 1 13-15,-2 2 8 0,2 4-24 16,0 0 6-16,0 0 2 0,2 0 8 0,-2 0-8 16,0 2-10-16,0 0 7 0,2-1-2 0,0 0-5 15,-1-1-10-15,-1 0 7 0,-1-1 3 16,4-4-2-16,-3 3 1 0,2-4 9 0,1 1-5 16,-3-3 4-16,3 2 1 0,0-5-13 0,0 1 15 15,0 0-3-15,0-3-7 0,0 1 72 0,0-3-11 16,-3 2-5-16,3-2-2 0,0-1-5 15,0 0-1-15,0-1-17 0,0-2-3 0,3 2 5 16,-3-4-18-16,0 3 13 0,0-2-7 0,0 0-14 16,0-5 14-16,3 8-19 0,-3-3 3 15,0-5 5-15,0 7-7 0,0-7 7 0,1 5-15 16,-1-5 10-16,0 5-15 0,0-5 7 0,0 0-5 16,0 6 0-16,0-6-2 0,0 0 7 15,0 4-9-15,0-4 6 0,0 0 14 0,0 0-18 0,0 6-1 16,0-6 9-16,0 0-6 0,0 0-13 15,0 0 6-15,3 6 10 0,-3-6-6 0,0 0-14 16,0 6 4-16,0-1 6 0,0-5-14 0,4 7 19 16,-1-4 2-16,-1 3-10 0,-2 0 11 15,1-1-1-15,0 1-10 0,-1 0 8 0,3-1-1 16,-3 3 6-16,3-2-80 0,-1 2 11 16,-1-1 0-16,0 2 12 0,2 0 3 0,-3-2 0 15,3 1 6-15,-3 0 9 0,3-2 0 0,-3 1 8 16,1 0 1-16,-1 0 1 0,4-3 1 15,-4 2 5-15,3-1-1 0,-3-5-4 0,0 8 2 16,0-8-33-16,0 6-26 0,-3-3-73 0,3 1-178 16,-4 0-493-16,0-3 127 0,-2 0 29 15,6-1 45-15</inkml:trace>
  <inkml:trace contextRef="#ctx0" brushRef="#br0" timeOffset="21499.39">26959 2476 793 0,'0'0'320'0,"-6"2"-28"0,6-2-11 0,0 0-37 15,0 0-24-15,0 0-23 0,0 0-26 0,0 0-17 16,0 0-11-16,0 0-17 0,0 0-19 0,0 0 1 16,0 0-3-16,20 0-11 0,-20 0-12 15,11-2-5-15,0 1-16 0,1-3 3 0,-1 3 0 16,3-3-12-16,5 1-6 0,-1-2 0 16,3-1 7-16,2 0-9 0,3-1-6 0,0 1-2 15,-2 0-13-15,5 0 13 0,-3 2-15 0,-6 0 9 16,1 1-4-16,2 1-13 0,-6-3-13 15,-2 4-57-15,1 0-27 0,-2 1-34 0,-4 2-35 16,0 1-52-16,-3 1-182 0,-3-1-401 16,-4 4 81-16,0-2 62 0,-3 1 57 0</inkml:trace>
  <inkml:trace contextRef="#ctx0" brushRef="#br0" timeOffset="21848.89">27073 2794 947 0,'0'0'320'0,"0"0"-18"16,0 0-54-16,0 0-10 0,0 0-31 0,0 0-5 15,0 0-25-15,0 0-21 0,17 1-12 0,-17-1-19 16,13-4-10-16,0 1 3 0,0 1-28 15,-1-1-3-15,5-2-11 0,0 0 4 0,4 2-19 16,-4-3-7-16,3 3-3 0,-2 0 16 0,4-3-21 16,-7 2-10-16,-2 2-3 0,3 0 0 0,-4-3 0 15,-1 4-2-15,1-1-13 0,-3-1 2 0,-3 3-12 16,1-4 8-16,2 3 1 0,-9 1-6 16,10-1-1-16,-10 1 0 0,8-2-30 0,-8 2-3 15,7-2-39-15,-7 2-15 0,0 0-38 16,0 0-59-16,0 0-87 0,3 5-343 0,-3-5-156 15,0 0 74-15,0 0 51 0,0 0 80 0</inkml:trace>
  <inkml:trace contextRef="#ctx0" brushRef="#br0" timeOffset="22614.36">28006 2188 619 0,'0'0'223'15,"-4"-7"-29"-15,4 7-10 0,0 0-20 16,0 0-18-16,0 0-10 0,-10 14-29 0,4-7 3 16,5 4-20-16,-6 3 2 0,3 3-15 0,-2-1 7 15,3 2-32-15,-1 0 9 0,1 0-10 0,0 3-7 16,3-2 12-16,0 0-7 0,0 0-11 15,3 2 11-15,-3-3-13 0,4-1-11 0,2 2-7 16,1-3-3-16,3 1 6 0,-3-3 25 0,3 0-26 16,1-1-2-16,2-2-12 0,-3 0 9 15,4-3 0-15,-1-2-10 0,2 0 0 0,-2-1 16 16,1-5-13-16,-1 0-6 0,-2 0 8 16,3-3-4-16,-1-1 6 0,1-2 4 0,0-3 2 15,-2 1-16-15,-1-4 14 0,-1-1 4 0,-3-1-15 16,1-2 5-16,-2-1-5 0,-2 0 8 15,-1-4-10-15,-3 1-1 0,0 0 6 0,-3-5-3 0,1 0-5 16,-6 2 5-16,4 1 26 0,-6-2-21 16,3 5 3-16,0-1 2 0,-4 1-4 0,2 1 14 15,-2 1-7-15,1 4 10 0,0 1-7 0,0 4-3 16,-1-4 15-16,1 3 46 0,-3 2 1 16,2 2-24-16,-2 0 11 0,2 1-14 0,-1 3-4 15,0 1-6-15,-2 1 6 0,1 1-8 0,3 3-8 16,-4 3 1-16,1 0-9 0,2 1-4 15,-2 2-3-15,6 2 10 0,-4-1-5 0,4 1-5 16,0 1-11-16,1-2 6 0,-1 2 0 0,3-3 7 16,1 2-9-16,0-2-9 0,3 0 6 15,0-1 0-15,3 0 2 0,0-2 3 0,0 1-3 16,2-1 8-16,4-3-18 0,0 2 10 0,-1-4 0 16,3 2 3-16,2 0-5 0,0-3 2 0,-1 1-7 15,5-3-11-15,-4 1-18 0,1 2-22 0,3-3-39 16,-1 2-29-16,-1-1-45 0,-2 0-95 15,4 1-179-15,-3 2-358 0,0-2 104 0,-1 2 47 16,-2 1 71-16</inkml:trace>
  <inkml:trace contextRef="#ctx0" brushRef="#br0" timeOffset="23182.23">28454 2516 862 0,'3'4'254'0,"-3"-4"-19"0,0 0-25 0,0 6-16 16,0-6-14-16,-3 10-34 0,3-4 12 0,0 0-22 15,-1 4-21-15,0-2-7 0,-1 2-6 0,-1 2-7 16,3 0-8-16,0 1-18 0,0-1 2 15,0 1 4-15,0 0-22 0,0 0 1 0,3 0-5 16,-1-1-85-16,0 1 13 0,1-1-10 0,0 1 15 16,1-2 0-16,2 2 0 0,2-1 18 15,-2-2-18-15,1 2 8 0,0-2-3 0,4-2 82 16,-2 2-10-16,-2-4 0 0,4 0-11 0,-1 0 1 16,0-2 5-16,1-1-16 0,2-2 11 0,-3 1-23 15,1-2 12-15,2-2-7 0,-3 1 4 16,4-2-12-16,-4-1 3 0,-3-2 0 0,4 0-3 15,-1-3 5-15,0-3-8 0,-1 2-15 0,-4-5 13 16,2 2-5-16,-1-2-10 0,0-1-1 16,-4 0 1-16,1-1 5 0,-3 0-1 0,0 1 6 15,-3-2-3-15,1 1 6 0,-4 0-6 16,0 1 10-16,-1 0-20 0,-3 1 16 0,2 1 7 0,-5-1-16 16,3 3 11-16,-7-1 5 0,7 4-5 15,-4-1 3-15,2 2 2 0,-4 0-10 0,6 2-1 16,-3 0-1-16,2 1-1 0,1 1 5 0,0 2 1 15,-1 0 2-15,3 2-8 0,8 0 0 16,-19 1-10-16,12 0-8 0,1 1 6 0,-1 2 12 16,-1 1-10-16,1 1-3 0,1 0-12 0,1 0 2 15,-3 1-2-15,4 1-23 0,0 2-21 16,1-2-36-16,0 4-28 0,2-2-36 0,2 0-43 16,-1 2-131-16,6 0-450 0,-2-3 82 0,3 3 61 15,3-3 56-15</inkml:trace>
  <inkml:trace contextRef="#ctx0" brushRef="#br0" timeOffset="23548.26">28888 2588 696 0,'0'0'238'0,"0"0"-26"0,0 0-15 0,0 0-35 16,0 0-24-16,0 0 10 0,0 0-17 15,0 0-21-15,0 0 3 0,0 0-11 0,21-7-7 16,-15 4-16-16,7 1 3 0,-2-3-18 15,2 3 5-15,2-1-15 0,1 0-1 0,2 0-4 16,-1-1-10-16,0 1-1 0,0 0-2 0,5-1-6 16,-6 3-4-16,1 0 7 0,0-2-10 0,-4 1-5 15,2 2-25-15,-2-1-57 0,-3 1-3 16,1 0-63-16,-1 0-68 0,-10 0-96 0,17 1-410 16,-10 1 85-16,-7-2 50 0</inkml:trace>
  <inkml:trace contextRef="#ctx0" brushRef="#br0" timeOffset="23814.27">29004 2317 570 0,'0'0'231'15,"-6"12"-47"-15,6-3-5 0,0-1-5 0,3 4-33 16,-3 1 10-16,3 4-28 0,0 1-3 16,1 1-17-16,-1 0-11 0,1 1 0 0,2 2-8 0,1 0-22 15,-3-1-8-15,3 2 4 0,-1-2-9 16,1 1-8-16,1-3-31 0,-2 2-25 0,1-2-49 16,1 2-69-16,-2-5-146 0,1 3-394 0,3-4 66 15,-1-2 31-15</inkml:trace>
  <inkml:trace contextRef="#ctx0" brushRef="#br0" timeOffset="24447.85">29573 2263 734 0,'0'0'302'16,"0"0"-28"-16,-8 15-28 0,6-7-29 0,0 2-12 15,-1 2-31-15,3 1-15 0,-3 1-11 0,3 3-12 16,0 1-13-16,0-2-16 0,3 1-12 0,-3 1-23 16,0 0 7-16,5-1 0 0,-3 0-15 15,1-1-5-15,2 1-7 0,-3-2 4 0,5 0-15 16,-3-1-3-16,2-1-7 0,1-1 5 0,-1-2-8 15,-2-1 3-15,5-1-1 0,-4 0 4 16,2-2-1-16,2-1 8 0,-1-1-23 0,-1-2 15 16,3-1-10-16,1-1 8 0,0-1-13 0,0-1 2 15,1-2 6-15,-2-3 7 0,3-1 5 16,1-2-7-16,2-3-10 0,-2-3 4 0,0-1 11 16,-3-4-10-16,2-4-16 0,-3 0 5 0,1 2-2 15,-4-6 13-15,-1 5-3 0,-2-2-5 16,-1 1 0-16,1 0-6 0,-4 4 16 0,0-2-2 15,-4 0-18-15,0 1 7 0,-2 1 6 0,1 0-1 16,-4 3 18-16,-2 1-17 0,2 2 7 0,-1 2-5 16,-1 0-10-16,-4-1 7 0,-1 4 1 15,3 0-11-15,-1 1 0 0,0 2 3 0,-3 1-5 0,3 2 5 16,1 2-13-16,-4 0 7 0,4 2-12 16,-1 2 10-16,3-2-7 0,-3 5 7 0,1-1 0 15,-1 4 3-15,4 0-21 0,0 0 5 0,-1 3 1 16,5 0 7-16,-1 1 2 0,2 1-2 15,0-1 3-15,2 1-1 0,2 0 6 0,-1-1-8 16,2 2 5-16,2 0-13 0,-1 1 21 0,2-1 0 16,4 1-26-16,-1-4 18 0,4 4 0 15,-2-5-15-15,5 2-8 0,4 1 5 0,-3-1-40 16,6-3-22-16,-6 0-45 0,5-2-21 0,-1-1-48 16,0 0-108-16,2 0-494 0,-3-3 31 15,1 1 71-15,-2-2 60 0,0-1 78 0</inkml:trace>
  <inkml:trace contextRef="#ctx0" brushRef="#br0" timeOffset="24714.97">29965 2366 581 0,'0'5'261'0,"0"1"-18"0,0 2-20 0,3-1-16 16,-3 5 0-16,0 1-12 0,0 1-19 15,3 1-4-15,0 2-21 0,-2 3 2 0,2-2-4 16,1 1-100-16,0-1 9 0,-1 5-4 0,3-1-8 16,-3-4-2-16,1 1-6 0,1-1 8 15,-3 4-25-15,7-5 15 0,-7 0-3 0,4-3-2 16,-2 1 4-16,-1 0-4 0,0 0-13 0,2-2-5 16,-2-2 2-16,0 1-5 0,2-1-22 0,-3-1-52 15,1-1-23-15,2-1-54 0,-3 1-72 16,1-1-514-16,0-2 54 0,2-2 54 0,-5 0 68 15</inkml:trace>
  <inkml:trace contextRef="#ctx0" brushRef="#br0" timeOffset="25147.89">30334 2098 854 0,'3'-4'226'15,"-3"4"-29"-15,0 0-15 0,0 0-16 0,0 0-18 16,0 0-4-16,0 0-16 0,13 7-11 15,-8 0 55-15,3 1-16 0,-3 3-13 0,5 1-7 16,-2 4-13-16,4 0-5 0,-1 4-8 0,0-1-21 16,-1 2 6-16,7 2-8 0,-2 2-15 0,-2 0 7 15,0 4-17-15,3-4-6 0,0-2 3 0,-4 2-6 16,7-3 1-16,-5 2-13 0,-2-5 10 16,1-1 1-16,1 1-14 0,-1-1 3 0,0-2-13 15,-1 0 5-15,-1-3 1 0,0-1-19 0,-3 1 11 16,2-1-6-16,1-4 18 0,-4 1-12 15,2-1-8-15,-5 0-10 0,4-1-6 0,-2-2-15 16,-2 0-45-16,-1 0-40 0,3-1-17 0,-2 0-90 16,-1-2-527-16,3 0-74 0,-6-2 99 15,0 0 70-15,0 0 61 0</inkml:trace>
  <inkml:trace contextRef="#ctx0" brushRef="#br0" timeOffset="25614.76">30774 2044 885 0,'-6'-6'279'0,"6"6"-31"0,-3-5-4 0,3 5-50 16,-2-5-27-16,2 5-22 0,0 0-14 0,0 0-8 15,-8-3-8-15,8 3-13 0,0 0-9 16,0 0 1-16,-15 11-17 0,6-6 56 0,2 2-2 16,1 3-16-16,-3 1-15 0,0 0-23 15,-1 3 10-15,-4 2-16 0,4 1-2 0,-2 2-7 16,0-1 4-16,1 4-4 0,-3 2 2 0,1 1-18 16,4-4 10-16,-3 6-12 0,-1 0-3 15,2-1 7-15,3 1-4 0,-2-1 2 0,-3 2-8 16,3 0-2-16,1-2-8 0,1-1-2 0,-2 2 2 15,3-4 0-15,-2 2-2 0,1-1-19 0,3-2 11 16,-3 0 8-16,4 0-72 0,-2-2 2 16,-2 0 3-16,2-2 8 0,2-1 2 0,-2 0-4 15,4-1 14-15,-3-2 6 0,0-1-11 0,2-1 16 16,0-3 7-16,-1 1-7 0,3 1 10 16,-4-3-5-16,5-2 0 0,-3 2 18 0,0-2-13 15,3-1 5-15,-1 0 0 0,-2 0 10 0,3-5-15 16,0 8 10-16,-4-5-27 0,4-3-81 0,-3 8-132 15,3-6-633-15,0-2 83 0,0 6 53 0,0-6 107 16,0 0 52-16</inkml:trace>
  <inkml:trace contextRef="#ctx0" brushRef="#br0" timeOffset="36214.44">19727 2833 529 0,'0'0'226'0,"0"0"-24"0,-5 13-26 16,5-6-12-16,1 3-13 0,3 2-20 0,-1-2-16 15,-3 1 5-15,3 3-10 0,1-3-17 16,-1 3-4-16,0-3-17 0,1 6 7 0,-1-4-17 16,0 2-6-16,2-2-15 0,1 3-3 0,-3-3 1 15,1-1-16-15,-1-1-36 0,3 0-66 0,-5-1-60 16,6-2-68-16,0-1-356 0,-4-3-62 15,4 1 52-15</inkml:trace>
  <inkml:trace contextRef="#ctx0" brushRef="#br0" timeOffset="36379.81">19822 2725 683 0,'-3'-8'187'0,"3"4"-39"15,0 4-40-15,0 0-3 0,0 0-41 0,3-5-87 16,-3 5-108-16,7 0-442 0,-7 0 43 16</inkml:trace>
  <inkml:trace contextRef="#ctx0" brushRef="#br0" timeOffset="36580.37">19897 2963 742 0,'3'3'310'0,"-3"-3"-39"15,0 0-15-15,0 0-23 0,0 0-98 0,21-8-25 16,-14 3 1-16,3 2-12 0,1-2-17 16,2-1-31-16,-2 2-22 0,2 0-27 0,3-2-50 15,-1 1-50-15,-2-1-68 0,4 0-113 0,-6 2-346 16,3 1 14-16,-1-2 81 0</inkml:trace>
  <inkml:trace contextRef="#ctx0" brushRef="#br0" timeOffset="36813.37">20075 2988 852 0,'-3'3'310'0,"3"-3"-19"0,0 0-22 15,0 0-33-15,0 0-6 0,0 5-43 0,0-5-8 16,0 0-18-16,0 0-5 0,0 0-25 0,0 0-3 16,0 0-18-16,0 0-5 0,0 0-10 15,0 0-16-15,0 0-12 0,0 0-11 0,0 0-30 16,27-5-29-16,-20 2-43 0,3 0-72 0,1 1-71 16,-1-3-149-16,3 2-420 0,1-1 31 15,-4 0 103-15,3 0 73 0</inkml:trace>
  <inkml:trace contextRef="#ctx0" brushRef="#br0" timeOffset="37163.57">20379 2795 826 0,'0'0'269'0,"0"0"-28"0,0 0-34 0,0 0-7 15,0 0-98-15,-11 16-2 0,8-10-11 16,3-2-4-16,0 2-29 0,-3 2-7 0,3-4 15 15,3 3 0-15,-3-1-13 0,3 0-5 0,-2-1-7 16,3 1-16-16,2 0 7 0,-2-3 4 0,2 2-4 16,1-3 4-16,1-1-14 0,1 1 13 15,-2-1-10-15,3-1 3 0,-10 0-11 0,17-3 77 16,-10 0-7-16,3-1 7 0,-2 0-15 0,-2-4-8 16,1 2-8-16,0-3 8 0,-4 1-17 15,4-3 12-15,-6-1-18 0,2 1 10 0,-3-3 0 16,0 3 6-16,0-3 4 0,-3 3-9 0,2-1-6 15,-2 2 3-15,-4 0-11 0,6 3 3 16,-5 0-18-16,-1 3 3 0,-2 2-13 0,-2 2-5 0,11 0-29 16,-21 5-1-16,7 2-27 0,-2 0-46 15,2 2-27-15,0 1-50 0,-3 4-81 0,4 1-164 16,2-1-346-16,1 0 36 0,3 0 121 16,1 2 48-16</inkml:trace>
  <inkml:trace contextRef="#ctx0" brushRef="#br0" timeOffset="37946.17">19881 3429 691 0,'0'0'233'0,"0"0"-16"16,0 0-97-16,13-12 1 0,-6 8-24 0,6 0-2 15,-3-2-1-15,1 3-1 0,3-3 1 16,5 0 1-16,-1-3 2 0,3 1 18 0,-1 0-38 16,7-1-8-16,1 1 8 0,6-2-13 15,0 1 3-15,3 1-26 0,-2-2 5 0,3 1 0 16,-1 1 10-16,1 0-18 0,13-5 3 0,-7 3-15 16,-6 1 2-16,10-1 0 0,0 2-17 0,2-6-1 15,2 3 10-15,0-2 8 0,-1 1-10 0,4-1 5 16,-1 3-7-16,1-1 12 0,-1-1-10 15,4 0 2-15,-3 2 19 0,3-3-9 0,-2 2-12 16,-1 2 80-16,1-4-16 0,0 1-3 16,2 0-79-16,-3 1-5 0,3 1 7 0,3-2 19 15,1-1-29-15,0 1 23 0,2-1-22 0,-2-1 9 16,0-1 14-16,2 2-24 0,-5 1 13 16,2-1-7-16,-3 1 12 0,0-1-8 0,-3 0 1 15,3-1 10-15,0 2-6 0,0-3 1 0,0 3 0 16,4-3 2-16,-1 2-13 0,-2-1 11 15,2 0-5-15,0-1 15 0,-5 2-6 0,2-4 6 16,-4 2 0-16,1-1-7 0,-4 2 1 0,0-3 6 16,1 2-2-16,-4 2-6 0,-7 0 13 0,-7 4-5 15,0 0-5-15,-3 0-8 0,-7 1 0 0,0 1 2 16,-4 3 14-16,-3 0-16 0,-4-1-18 16,1 3-40-16,-7-1-50 0,0 4-45 0,-7 3-234 15,0-4-380-15,-10 11 45 0,-5-5 59 0,-11 2 87 16</inkml:trace>
  <inkml:trace contextRef="#ctx0" brushRef="#br0" timeOffset="38596.56">19692 3896 816 0,'0'7'220'16,"0"1"-15"-16,0 2-21 0,0 3-20 0,4-2-8 16,-1 3-20-16,-3-3-6 0,4 3-22 0,-1-2-11 15,0 1-7-15,1-2-11 0,-1 0-7 16,0 1-3-16,1-2-5 0,3 0-13 0,-4-2-10 16,4 2 10-16,-4-3-15 0,4-2-18 15,0-2-38-15,-3 1-34 0,3-3-49 0,-7-1-89 16,16-1-366-16,-5-4-89 0,-4-2 48 0,2-2 51 15</inkml:trace>
  <inkml:trace contextRef="#ctx0" brushRef="#br0" timeOffset="38713.01">19845 3686 693 0,'0'0'161'16,"0"0"-17"-16,0 0-67 0,0 0-54 0,0 0-154 15,0 0-445-15</inkml:trace>
  <inkml:trace contextRef="#ctx0" brushRef="#br0" timeOffset="38929.86">19959 4025 952 0,'0'0'294'0,"0"0"-23"0,0 0-22 16,0 0-34-16,0 0-18 0,20-8-15 0,-13 2-26 15,0 1-5-15,4 0-31 0,2-3-46 0,-3 3-51 16,4-2-36-16,-1 1-81 0,2-2-165 16,-2 4-460-16,-3 1 84 0,1-1 21 0,-1 1 76 15</inkml:trace>
  <inkml:trace contextRef="#ctx0" brushRef="#br0" timeOffset="39113.55">20038 4142 655 0,'0'0'210'0,"0"0"-6"15,0 0 1-15,0 0-49 0,0 0-2 0,0 0-21 16,0 0-23-16,23-11 3 0,-12 5-39 0,-1 1-15 15,4-2-28-15,2-2-72 0,-1 1-62 0,1-2-61 16,-3 0-158-16,8 0-305 0,-3-3 79 16</inkml:trace>
  <inkml:trace contextRef="#ctx0" brushRef="#br0" timeOffset="39362.75">20355 3686 739 0,'0'0'208'0,"0"0"-22"0,0 0 4 0,-3 14-21 16,3-5-21-16,3-1-7 0,-3 4-8 15,4 1-5-15,-1 1-10 0,0 1-21 0,1 2-15 16,3-2 0-16,-3 3 0 0,2-1-5 0,0 4-6 16,1-2-12-16,-2-2-13 0,1 1 18 15,1-3-20-15,0 2-8 0,-1-2-16 0,2 1-5 16,-2-1-22-16,-2-2-85 0,2 1-65 0,-2 2-165 15,2-4-395-15,-1 1 80 0,-2-2 53 0</inkml:trace>
  <inkml:trace contextRef="#ctx0" brushRef="#br0" timeOffset="39978.94">19603 4667 701 0,'0'0'258'0,"0"0"-22"15,0 0-11-15,0 0-30 0,17-8-29 0,-10 2-2 16,7 3-11-16,-1-4-22 0,5 0-85 0,-2 2 15 15,5-4-9-15,3 0 7 0,0 2 69 16,-4-3-11-16,11 0-12 0,-3-1 3 0,5-1-8 16,2 2-8-16,10-8-5 0,5 3 5 0,2-2-13 15,3 0 1-15,0-1-16 0,-1 1-3 0,4 0 6 16,-3-1-1-16,3-2-15 0,-3 3 16 16,-1-1-95-16,4 3 2 0,3-3 11 0,-2 0-1 15,3 0-4-15,13-4 7 0,-3-2-7 0,-8 7 27 16,-2-1-9-16,0-1-1 0,2 2 6 15,-2 1-6-15,0-5 6 0,13 0-3 0,0-1 2 16,-13 5-4-16,9-5-1 0,-9 4 3 0,17-3 5 16,-1-3-5-16,-2 6 3 0,-2-4-11 15,-8 5 13-15,-4-1-2 0,2 0 2 0,-2 2 0 16,0-2 5-16,16-5-7 0,-3 5-3 0,-10-1 0 16,10-2-5-16,-13 4 7 0,5 1 1 0,12-2-3 15,-17 1 20-15,3 2-12 0,0-3-3 0,-3 1-2 16,-1 0-6-16,4 1 16 0,11-5-10 15,-12 8 4-15,-2-2-12 0,-1 0 5 0,-2-2 8 16,2 2-6-16,-7 3-2 0,4-1 21 0,-6 0-19 16,0-2 4-16,-8 5-6 0,-7 2 2 15,1 0-7-15,-3-5 13 0,-1 5-8 0,-1-1 2 16,-5 1 1-16,0 1-1 0,-1 2 3 0,-1-4 1 16,-2 3-4-16,-2 0-2 0,2-1-5 0,-5 2-5 15,-4 0-6-15,-2 3-55 0,1-3-85 16,-7 4-90-16,1 1-217 0,-8 0-303 0,0 0 67 15,0 0 70-15,-21 7 55 0</inkml:trace>
  <inkml:trace contextRef="#ctx0" brushRef="#br0" timeOffset="40581.37">19665 4967 849 0,'-4'-6'238'0,"4"6"-15"15,0 0-31-15,0 0-8 0,0 0-30 0,-3 15-8 16,2-7-18-16,2 0-10 0,-1 1-16 0,0 1-12 16,3 4-1-16,1-3-17 0,-4 3 5 15,4-4-11-15,-1 2-7 0,0 1-13 0,0-2-5 16,4 2 5-16,-4-2-8 0,5 3 3 0,-2-6-35 16,-2 1-29-16,3 0-62 0,2-2-66 15,-1 1-133-15,2-5-417 0,0 1 61 16,-2-2 69-16,-2-2 51 0</inkml:trace>
  <inkml:trace contextRef="#ctx0" brushRef="#br0" timeOffset="40712.37">19733 4846 578 0,'-3'-4'154'0,"3"4"-78"16,0 0-186-16,0 0-420 0</inkml:trace>
  <inkml:trace contextRef="#ctx0" brushRef="#br0" timeOffset="40929.04">19842 5072 1023 0,'0'0'325'0,"0"6"-35"0,0-6-27 0,0 0-37 16,0 0-29-16,0 0 0 0,0 0-21 0,21-7-14 15,-11 4-34-15,1 2-23 0,2-5-52 0,1 2-42 16,3-2-75-16,0 1-98 0,0 1-544 16,1-2-13-16,1 4 94 0,-4-4 52 0</inkml:trace>
  <inkml:trace contextRef="#ctx0" brushRef="#br0" timeOffset="41145.75">20103 5116 542 0,'0'0'225'0,"0"4"-33"0,0-4 0 0,0 0-20 16,0 0-24-16,0 0 6 0,0 0-31 0,0 0-3 15,20-7-18-15,-10 4-4 0,-3 0-21 0,3-3-1 16,1 1-32-16,-1 1-57 0,3-3-69 0,1 1-212 16,-1 2-379-16,2-3 68 0,1 0 76 15</inkml:trace>
  <inkml:trace contextRef="#ctx0" brushRef="#br0" timeOffset="41495.75">20427 4813 645 0,'3'-4'271'0,"4"-4"-20"0,-3 3-34 0,-1 1-14 16,4-2-12-16,3 2-19 0,-2 0-21 0,1 2-23 16,-2 2-5-16,3 0-3 0,-2 2-17 0,2 4-19 15,-1-4 0-15,2 5-9 0,-4 3-1 16,-4 0-18-16,1 3-2 0,-4 2 15 0,-1 1-28 15,-2 2 3-15,-4 2-9 0,-2 1 63 16,-2-2-1-16,1 0-7 0,-1-1-26 0,1 1-3 16,0-7 6-16,3 2-11 0,0-3-8 0,0-3-7 15,1 2-7-15,2-3 4 0,1 0-5 0,0 0-2 16,2-3-3-16,1-4 11 0,0 0-21 16,4 4 2-16,-4-4 3 0,16-3-2 0,-9-1-1 15,7 2 1-15,0-5-11 0,6 1-3 0,-2-1-12 16,-2 2-2-16,2-1-37 0,-1-1-15 15,3 1-20-15,-3 2-57 0,1 2-58 0,-5-3-101 16,1 5-485-16,-4 0 48 0,-2 0 58 0,-2 5 78 16</inkml:trace>
  <inkml:trace contextRef="#ctx0" brushRef="#br0" timeOffset="42095.55">19446 5811 993 0,'0'0'309'15,"0"0"-32"-15,0 0-31 0,0 0-26 0,20-11-23 16,-6 4-13-16,0 0-18 0,6 0-4 0,1-1-16 15,9-3-8-15,1 1-20 0,3-4-3 0,11-5 3 16,2 3-24-16,2-1-9 0,-1-6-19 16,6 5 3-16,1 0 6 0,6 0-4 0,-2-3-4 15,5 3-19-15,11-4 9 0,-2 1-6 16,-2-4-13-16,-9 4 8 0,9 1-2 0,2-4-16 16,-12 6 0-16,1-3-10 0,-1 3 21 0,11-7-19 15,3 4-7-15,-3-2 12 0,2-2 6 0,-12 7-13 16,11-6 3-16,-5-1-6 0,6 0-66 0,-18 4-6 15,5 1 9-15,-3 1 7 0,1-3 5 0,2 3 13 16,11-5-3-16,-11 4 8 0,1 1-2 16,13 0-3-16,-16 1 8 0,2-1-3 15,-4 1 0-15,1 2-3 0,-2 0 6 0,-2-2 7 16,4 2-2-16,-2 0 0 0,-2-2-11 0,3 0 16 16,-1 2-5-16,2-3 2 0,3 2 8 0,1-4-7 15,12 0 7-15,-15 1-8 0,16-5 13 16,-6 3-2-16,-8 0 7 0,-3 3-3 0,1 1-9 15,2-3 4-15,-2 2-2 0,2 2 3 0,1 0-8 16,-5 0 10-16,1-2 0 0,0 5-5 0,-3-2 0 16,-3 1 0-16,-5 0-2 0,3 3 4 15,-14-1 1-15,-2 3-6 0,-3 2 11 0,-4-2-8 16,-3 3 5-16,-1-1-8 0,-2 1 6 0,-3 2-11 16,-2-1 13-16,-2 2-7 0,-3 1-6 0,-2 0-61 15,-4 3-13-15,-5 0-59 0,3 0-130 0,-3 0-571 16,-17 9 117-16,-1-5 42 0,-9 3 76 15,-24 7 65-15</inkml:trace>
  <inkml:trace contextRef="#ctx0" brushRef="#br0" timeOffset="42512.56">20547 5811 647 0,'0'0'241'0,"0"0"-16"15,0 0-30-15,0 0-16 0,0 0-28 0,0 17-49 16,3-11-43-16,-3 2-67 16,0 0-76-16,3 1-126 0,-3 0-410 0,3 2 78 0</inkml:trace>
  <inkml:trace contextRef="#ctx0" brushRef="#br0" timeOffset="42664.53">20660 6209 478 0,'0'0'207'0,"0"0"-17"0,3 2-29 0,-3-2-15 16,0 0-54-16,3 6-76 0,-3-4-280 0,0-2-294 16</inkml:trace>
  <inkml:trace contextRef="#ctx0" brushRef="#br0" timeOffset="64059.93">23374 406 842 0,'0'0'314'0,"0"0"-22"16,-3-4-33-16,3 4-21 0,0 0-21 15,0 0-30-15,0 0-20 0,0 0-24 0,0 0-7 16,0 0-19-16,0 0-9 0,0 0-6 0,-1 15-7 16,1-7-13-16,0 0-8 0,0 4-7 0,1-1-6 15,-1 3-17-15,0 2-65 0,0 3 8 0,3-1-5 16,-3 3 1-16,0-1 4 0,0 4 0 15,0 1 8-15,0 0-8 0,0 3 5 0,0 0 3 16,0-1 0-16,3 4 0 0,-3-2 5 0,0 1 10 16,0 1-15-16,0 3 13 0,0 0-6 15,0-5-7-15,0 3 15 0,-3-2-10 0,3 5 0 16,0-1 3-16,0 1 5 0,-3-1 2 16,3-3 3-16,0-1-3 0,-1 3 3 0,1 3-23 15,-3-3 22-15,3-4 6 0,-3 1-13 0,0 4-5 16,1-6 8-16,2 2-8 0,-3 5 18 15,-3-2-18-15,6 1 8 0,-4-1 4 0,1-4 1 16,3 0-5-16,-3-2 0 0,0 6 7 0,2-4-2 16,-2 5-3-16,0-7 0 0,-1 3 3 0,4-1 2 15,-1-1-9-15,-2 2 6 0,3-1-1 0,0 2 1 16,0-2-1-16,0 2-14 0,0-3 16 0,0 0-8 16,3 3 5-16,-2-1 6 0,3 5-1 15,-1 0 3-15,0-2-13 0,1 2 10 0,-1-9-15 16,0 6-2-16,1-2 9 0,-1-3-4 0,0 5 10 15,2-6-6-15,1 1 14 0,-2-2-24 16,-1 0 3-16,3 0 3 0,-2 0 7 0,-1 0-7 16,4-2-3-16,-3 1 0 0,-1-1 5 0,1-2 61 15,2 2-2-15,-2 0-7 0,3-2-4 0,-3 3 4 16,2-3-9-16,0 1-2 0,-2 0-22 16,3-1 19-16,0 0-22 0,0 2 2 0,-1-2 5 15,-2 3 0-15,5 0-5 0,-4-2-15 16,2 0 17-16,2 3-4 0,-2-3 7 0,1 1-13 0,-2 2 21 15,4 3-41-15,-3-1 20 0,4 2 1 0,-1 0-14 16,-4-4 11-16,2 4-5 0,2-1 2 16,-3 3 8-16,2-2-8 0,-1 0 3 0,-1-4 0 15,-1 4 2-15,1 2-15 0,4 1 23 0,-4-3-20 16,-1 0 17-16,1 0-7 0,-1-4 0 16,5 6-6-16,-4-2 16 0,0 0-5 0,-1-1-15 15,2 1-3-15,-2-4-10 0,1 4 15 0,0-4-8 16,3 7 1-16,-6-7 14 0,6 3-9 15,-4 0-6-15,-1-3 9 0,1 0 6 0,1 0-7 16,1 0 3-16,-6-3-5 0,8 1 2 0,-6 2-8 16,3 2 3-16,-1-2 8 0,-2-2-8 15,2 1 10-15,1-1-5 0,-3 1-5 0,-1-3 3 0,4 1-3 16,-1 2 0-16,-1-3 0 0,1 2 8 16,-2 2-3-16,2-2 7 0,-2-1-6 0,-1 1-4 15,5 1-10-15,-2 1 8 0,-2-2 0 0,-1 1 11 16,3-3-11-16,-2 1-5 0,-1 1 12 0,4-3-4 15,-3 5 12-15,-1-2 1 0,1-1-19 16,2 0 6-16,-2 1 4 0,2 1 6 0,-1-4 0 16,-2 2-6-16,3 2 1 0,-2-2-10 0,2 0 4 15,-2 2-2-15,-1-4 5 0,4 1-12 16,-3-4 4-16,2 2 6 0,-2 5 15 0,2-2-16 16,-1-1-2-16,4-2 3 0,-5 2-11 0,2-1 23 15,-2 2-12-15,2 0 5 0,-1-4-3 0,1-1-5 16,-2 0 2-16,2-1 3 0,-2-3-12 15,-1 2-1-15,0-2 8 0,1-3-3 0,-3 0 9 16,2 0-4-16,0-2-15 0,0-1 16 0,-2 0 20 16,-1 0-28-16,3-3-3 0,-3 3-20 0,3-2-28 15,-6-1-44-15,3-4-51 0,-3 5-128 0,-1-4-607 16,-7 5 34-16,1-4 104 0,-3-2 52 16,-4-2 77-16,3-5 61 0</inkml:trace>
  <inkml:trace contextRef="#ctx0" brushRef="#br0" timeOffset="80224.42">22991 1202 642 0,'0'0'205'0,"0"0"10"0,0 0-10 16,0 0-70-16,0 0 6 0,0 0 0 15,0 0 76-15,0 0-12 0,0 0-21 0,0 0-25 16,0 0-5-16,0 0-6 0,0 0-20 0,23-11-5 16,-15 6-18-16,5 0 0 0,0-1-3 15,-1-2-10-15,4 2-15 0,1-2-10 0,-3 1-8 16,3 0-8-16,-3 0-3 0,3 1-4 0,-4 0 5 16,2-1-14-16,-2 2-22 0,1 0-15 0,-4 2-32 15,0-1-45-15,1 0-62 0,-1 1-17 0,-1 2-93 16,-1-1-289-16,-4 1-203 0,-4 1 68 15,0 0 68-15,0 0 80 0</inkml:trace>
  <inkml:trace contextRef="#ctx0" brushRef="#br0" timeOffset="80607.84">23176 1139 573 0,'-4'5'233'0,"4"-5"-31"16,0 0-7-16,0 7-21 0,0-1-21 0,0 0 8 16,4 2-15-16,-4 3 54 0,3 2-18 0,-3 0-16 15,3 4-23-15,-2 2-4 0,2 0-6 16,0 4-3-16,1 1-17 0,-1 2-8 0,0-1-13 16,0 2 0-16,2-2-12 0,-2 1-1 0,0 1-10 15,1 1 5-15,-1-3-17 0,0 0-6 0,0 0-3 16,1-2 1-16,-1-4 2 0,0 1-5 15,-1-3-18-15,1-1 16 0,0-2-3 0,-3-1-15 16,3-1 2-16,-2-2 15 0,-1-2-7 16,0 1 13-16,3-1-6 0,-3-2-27 0,3 0-50 0,-3-1 4 15,3 0 12-15,-3-5 0 0,0 4-3 16,0-4 21-16,0 0-2 0,0 0-11 0,0 0 0 16,0 0 5-16,0 0 6 0,0 0-6 0,7-18-28 15,-7 11-15-15,0 0-13 0,0-2-18 16,0 0-38-16,0-2-44 0,-3 0-48 0,3 0-88 15,-4-3-86-15,1 2-336 0,0-4 41 16,-1 2 79-16,-2-1 60 0</inkml:trace>
  <inkml:trace contextRef="#ctx0" brushRef="#br0" timeOffset="81041.16">23073 1241 652 0,'-3'-3'233'0,"3"3"69"16,-7-3-30-16,7 3-27 0,-4-3-17 0,4 3-23 15,-6-2-18-15,6 2-21 0,0 0-10 16,-11-2-25-16,11 2-8 0,0 0-24 0,0 0 9 15,-7-2-21-15,7 2 10 0,0 0-10 16,0 0-23-16,-6-3-5 0,6 3 21 0,0 0 1 0,0 0-14 16,0 0 0-16,0 0-6 0,0 0-7 15,0 0-3-15,13-10-5 0,-6 7-3 0,4-2-17 16,-1 1 15-16,-1-2-15 0,6-1 2 0,-2 1 0 16,4 0 5-16,-4-1-5 0,2-1-12 15,-2 2-6-15,1-3 3 0,0 4 0 0,0-3-1 16,-1 3 1-16,0-2 0 0,-2 3 2 0,-1 0-7 15,0-3-5-15,1 3 4 0,-1-2 6 16,-3 4-10-16,3-1-6 0,-6 0-5 0,5 0-30 16,-9 3-47-16,7-3-14 0,-7 3-42 0,4-1-36 15,-4 1-79-15,0 0-197 0,4 5-351 16,-4-5 101-16,0 0 68 0,-11 6 56 0</inkml:trace>
  <inkml:trace contextRef="#ctx0" brushRef="#br0" timeOffset="81391.48">23254 1146 965 0,'0'0'302'0,"0"0"-29"0,0 0-29 0,0 0-32 15,-6 4-20-15,6-4-10 0,0 6-24 16,0 1-12-16,0 1-13 0,0 2-7 0,3 4-11 15,-3-1-7-15,0 6-14 0,3 0-68 0,-3 6-11 16,3 0 11-16,-3 2-1 0,4 1 11 16,-1-1-5-16,1 5 13 0,0 0-21 0,-1-4 0 15,0 4 20-15,1-4-20 0,2-1-10 0,-2 1 15 16,-1-3-10-16,4 0 5 0,-4-2 0 16,1 0-2-16,-1-4 4 0,0-3-9 0,-2 0 14 0,2-3-17 15,0-1 2-15,-3 0-2 0,4-3 0 16,-4 1 0-16,4-2 0 0,-1-1 7 15,-3 1 1-15,0-3-16 0,0 0 2 0,3-1-19 0,-3-4-40 16,0 0-63-16,0 0-44 0,0 0-73 16,0 0-196-16,0 0-322 0,-17-15 49 0,10 6 84 15,1-3 56-15</inkml:trace>
  <inkml:trace contextRef="#ctx0" brushRef="#br0" timeOffset="81757.75">22967 1316 939 0,'-3'-6'325'0,"3"6"-31"15,-3-5-38-15,3 5-10 0,0 0-28 0,3-9-14 16,0 5-27-16,4 0-13 0,0-2-5 0,3 0-34 15,4 0 11-15,-1-1-31 0,4-1-6 16,-3-1-12-16,7 1-5 0,-1 0-2 0,0-2-9 16,1 1-9-16,0 0 2 0,-2 1-8 0,2-1-5 15,-3 0-2-15,-1 2-8 0,0-2 8 0,0 1-14 16,0 2 9-16,0-2-16 0,0 2 13 16,-3-1-15-16,0 1-3 0,-1 0 0 0,-2 1-5 15,-1 0 7-15,0 2-17 0,0-1 2 0,-3 0-2 16,0 0 15-16,0 2-5 0,-4-1-16 15,-3 3-12-15,11-2-18 0,-11 2-26 0,0 0-33 16,0 0-92-16,6 7-185 0,-6-4-473 0,0 1 57 16,0-4 63-16,-6 6 90 0,-1-4 74 15</inkml:trace>
  <inkml:trace contextRef="#ctx0" brushRef="#br0" timeOffset="87273.88">23962 742 668 0,'0'0'291'0,"-1"-6"-24"0,1 6-19 16,0 0-25-16,-1-4-19 0,1 4-22 0,0 0-18 16,0 0-21-16,0 0-10 0,0 0-12 15,0 0-16-15,0 0 2 0,8 13-12 0,-4-6 5 16,-1 2-16-16,5 1-2 0,-2 2-10 0,4 1-1 16,-2 2-7-16,2 0-5 0,0 1 5 0,1 0-5 15,1 2-13-15,-1-2 3 0,0 0-3 16,-1 1-3-16,2-1-4 0,-1-2-6 0,-4 0 0 15,3-1-12-15,-3 0-3 0,4-1 0 16,-2 0-13-16,-2-1-15 0,-2-2-39 0,1 0-33 16,1-1-36-16,-1-1-89 0,-2 1-95 0,2-2-205 15,2-1-233-15,-5-2 72 0,4-2 67 16,-7-1 43-16</inkml:trace>
  <inkml:trace contextRef="#ctx0" brushRef="#br0" timeOffset="87640.42">24316 738 847 0,'0'0'225'0,"0"-7"-25"16,0 7-13-16,-6-6-21 0,6 6-18 0,0 0-7 16,0 0-23-16,0 0-11 0,0 0-2 0,0 0-15 15,-10 19-18-15,7-8 10 0,0 0-6 16,-1 4-12-16,1 0-2 0,-2 2-16 0,-4 3 8 15,5 2-1-15,-5-1 9 0,1-1-14 0,1 5 1 16,1-2-13-16,-1 0 7 0,3 1 11 0,-6 1 5 16,3-2-13-16,1 1-10 0,2 1 0 15,-2-3-13-15,1 1 18 0,-1 1-11 0,4-3-1 16,-3-1-1-16,5 1-13 0,-3-2 8 16,0-1 13-16,3-1-21 0,-1-1 3 0,-2 0-7 15,3-2-1-15,0-1 10 0,3 0-4 0,-3-2 4 16,0 0-2-16,1 0-5 0,-1-1-8 0,0-2-20 15,3 1-21-15,-3-1-33 0,3-2-41 16,0 0-18-16,0 0-57 0,1-2-50 0,3-1-131 16,-3-2-320-16,3 1 7 0,3-4 60 0</inkml:trace>
  <inkml:trace contextRef="#ctx0" brushRef="#br0" timeOffset="88190.61">24571 1064 770 0,'0'9'261'16,"0"0"-23"-16,0 3-13 0,0 1-17 0,0 1-106 15,3 3-2-15,-3 2-3 0,3 0-10 16,-3-1-13-16,5 1 3 0,-3-1-5 0,1 1-18 15,0-2-1-15,2 1 1 0,-2-2-10 16,0 0-14-16,1-1 11 0,-1-1-5 0,0-3 10 16,1 1-7-16,-4-4-9 0,3 3-9 0,0-5 25 15,1 0 10-15,-1-1-10 0,-2 0 67 0,-1-5-6 16,0 0-22-16,0 0-11 0,0 0 0 0,0 0-17 16,6-14-11-16,-6 3 10 0,0-1-5 15,0-3-2-15,0-1-3 0,-3-5-13 0,3 2-2 16,-3-6-3-16,2-1-2 0,-2-2-1 0,-1 1 3 15,4-3-12-15,-3-3 2 0,0 5 10 16,3-1-13-16,0 1-7 0,-1 1 10 0,1 6-5 16,0-1-1-16,1 2 6 0,-1 0-18 15,3 2-2-15,-3 0 12 0,3 2-5 0,4 1-10 16,-6 1 0-16,5 3-8 0,-2 0 11 0,2 1-9 16,1 2 4-16,0 1 2 0,0 2-16 0,0 0 16 15,-1 3 8-15,2 0-9 0,-8 2 1 0,16 5 0 16,-9-1-10-16,1 2 17 0,-2 2-4 15,1 0-8-15,-4 3 2 0,1-1 3 0,-1 3 0 16,0 1 10-16,-3-1 2 0,-3 2-7 0,0 1 3 16,-1-2 0-16,1 1-6 0,-4 0-2 15,1 0 13-15,-2-1-1 0,-2-1-2 0,3 1 3 16,-4-2-8-16,0 2-23 0,-4-1-38 0,1 0-55 16,0-1-81-16,-3-3-92 0,4 4-471 15,-5-2 33-15,2-1 84 0,2-3 60 0</inkml:trace>
  <inkml:trace contextRef="#ctx0" brushRef="#br0" timeOffset="89323.42">23712 1564 739 0,'0'0'223'0,"0"0"-23"16,-6-3-24-16,6 3-22 0,0 0-8 0,0 0-18 16,0 0-3-16,0 0-5 0,0 0 1 15,10-6-16-15,-10 6 12 0,0 0-81 0,14 0 21 16,-14 0-6-16,13-2-8 0,-3 1 11 16,1 0-18-16,2 0 0 0,0-1 7 0,2 0-17 15,7 1 10-15,-4 0-3 0,0-2-7 16,6 0-1-16,-4 3 11 0,1-3-18 0,3 1-3 15,-1 0 6-15,-2-1-1 0,3 1-10 0,0-3 19 16,-4 4 47-16,7-3 1 0,-6 1 0 0,3 1-18 16,-4-2 10-16,4 0-8 0,-3-1-2 0,3 3-2 15,0-3-14-15,3 0 3 0,-3 1-5 16,4-1-5-16,-1 1-5 0,1 0 10 0,-1-1-8 16,0 2 3-16,3-1-3 0,-2-1-10 0,-1 1 0 15,1 1-5-15,2-1 8 0,-2-1 7 16,-1 0-20-16,-2 1 5 0,5-2-6 0,-3 4-4 15,-3-4 15-15,3 1-8 0,-2 0 3 16,-1 0-10-16,-1 2-5 0,-2-1-3 0,1-1 10 16,-3 1-5-16,1-1-2 0,1 1 2 0,-4 1 2 15,3 0-2-15,-2-1-7 0,2 1 7 0,0 0-69 16,-2-1 8-16,-5 2 10 0,1-1 2 16,0 1 1-16,-1 0 7 0,1-1 2 0,-4 0 1 15,6 1 10-15,-8 1 0 0,2-2 0 0,1 2 3 16,-4 0 14-16,2-1-4 0,-2 1 13 0,-7 1-3 15,14-2-3-15,-7 0 1 0,-7 2 2 16,10-2 2-16,-3 1-2 0,-7 1 5 0,7-1 8 16,-7 1-8-16,10-3 0 0,-10 3-5 0,10-2 8 15,-10 2 2-15,8-1 1 0,-8 1-17 0,0 0 4 16,0 0-3-16,9-2-46 0,-9 2-36 0,0 0-47 16,0 0-70-16,0 0-137 0,1 5-437 15,-1-5 92-15,0 0 49 0,0 0 68 0</inkml:trace>
  <inkml:trace contextRef="#ctx0" brushRef="#br0" timeOffset="91973.93">21217 2423 842 0,'0'0'240'0,"0"0"-30"15,-3-3-13-15,3 3-38 0,0 0-13 0,0 0-16 16,0 0-14-16,0 0-9 0,0 0 11 0,0 0 5 15,0 0-21-15,16 13 3 0,-8-4-8 0,2 0 6 16,0 3-29-16,7 0 10 0,-1 2 3 0,-1 0-2 16,4 2-77-16,-1-2-16 0,0-1 13 15,5 4 8-15,1-2-3 0,0 2-7 0,-3-4 66 16,-1 2-5-16,1 0-13 0,-1-3 5 16,-3 1-12-16,1-1 4 0,-2 1-12 0,-2-5-3 15,-4 2-9-15,3-2-24 0,-5-1-34 0,2 1-32 16,-3-1-44-16,3-1-39 0,-6-2-35 15,-1 0-400-15,1-1-135 0,-1-2 43 0,-3-1 75 16</inkml:trace>
  <inkml:trace contextRef="#ctx0" brushRef="#br0" timeOffset="92340.61">21504 2346 570 0,'0'0'203'0,"0"0"-24"0,0 0-13 16,0 0-15-16,0 0-5 0,-17 14-21 0,10-7-9 16,3 3 4-16,1 1-15 0,-1 3-5 15,-2 3 7-15,-1-1-7 0,0 3-8 0,0 2 5 16,1 0-10-16,-1 0-15 0,-4 0 25 15,7 4-30-15,-5-3-3 0,2-1 0 0,1 0 5 16,-2 0-8-16,5-3-2 0,-1-1-2 0,-2 0-24 16,5-1 74-16,-5 1-2 0,3-5-5 0,3 1-18 15,-5-1-15-15,5-3-6 0,-3 1-5 16,3-1 1-16,0 1-9 0,-3-4 9 0,3 1-16 16,0-1-16-16,-3 0-9 0,3-1-62 0,0-5-31 15,0 8-82-15,0-2-89 0,3-4-500 16,0 2-17-16,0-2 97 0,-3-2 69 0,0 0 64 15</inkml:trace>
  <inkml:trace contextRef="#ctx0" brushRef="#br0" timeOffset="92939.81">21740 2633 501 0,'0'0'187'0,"10"5"-10"15,-10-5-31-15,0 8 7 0,3-3-17 0,-3 0-11 16,0 2-15-16,3 0-5 0,-3 0 0 0,0 1 5 15,4-1-12-15,-4 1-14 0,1 0 0 0,-1 0-2 16,3 2-15-16,0-1 63 0,0 0-2 16,-2-1-15-16,2-2-8 0,0 3-3 0,1-1-17 15,2-2-3-15,-1 1 0 0,1 0-18 0,-3-2 5 16,1-2-13-16,2 2 0 0,1-2 8 16,1-1-2-16,-2 1-3 0,1-2-18 0,-7-1 0 15,17-1-3-15,-10-1 6 0,0 1-6 0,2-2-2 16,-1-1-5-16,2-1-8 0,-3-2 5 15,-1 1-3-15,2-3 6 0,-2 0 10 0,-2-1-8 16,2-2-20-16,-3-3 13 0,-2 3 7 0,2-5-2 16,1 4-1-16,-4-2-4 0,0 0-3 0,0 0 3 15,-4 2 4-15,1 1 4 0,2 1-9 16,-5-1 8-16,3 2-4 0,-1 0-4 0,-2 2 1 16,-2 1-8-16,1-2 7 0,-2 3-4 0,-1 3 2 15,-1-1-8-15,1 1 1 0,0 3-6 16,-1-2 0-16,1 2 3 0,0 0-75 0,-1 2 6 15,1-2 7-15,-4 4-2 0,4-1 15 0,0 2-5 16,-1-2 11-16,1 4 9 0,1-3-7 16,2 3 5-16,-4 1 0 0,4 1 3 0,-2-2 7 15,1 2-13-15,1 0-5 0,1 1-17 0,5 0-26 16,-2 1 15-16,0-2-87 0,0 1-56 16,2 2-216-16,2-1-388 0,-1-1 110 0,3 0 48 0,-3-3 52 15</inkml:trace>
  <inkml:trace contextRef="#ctx0" brushRef="#br0" timeOffset="94506.79">22512 2114 780 0,'0'0'264'16,"0"0"-26"-16,0 0-13 0,-6-4-18 0,6 4-15 15,0 0-12-15,0 0-19 0,0 0-8 16,-3-4-12-16,3 4-3 0,0 0-25 0,0 0 10 16,0 0-16-16,0 0-4 0,-4-4-16 0,4 4-10 15,0 0-3-15,0 0-8 0,0 0-14 16,0 0 1-16,0 0-4 0,0 0 7 0,0 0-17 15,0 0 7-15,7 14-10 0,-4-10-16 0,0 1 1 16,1 1 4-16,2 1 3 0,-2-1 1 0,3 1-4 16,0 0-7-16,0 1 5 0,-1 1-13 15,5-1 11-15,-1 1-8 0,0 0 2 0,1 1 8 16,2-1 3-16,-3-1-6 0,4 2-2 0,-1-2-10 16,-2 4 17-16,2-4-25 0,-3-1 11 15,-2 1-1-15,2-1 3 0,0 0-3 0,-2-1 5 16,-2-1-12-16,1 0 4 0,-1 0-9 0,-2 0-24 15,-1 0-22-15,4 0-60 0,-3-1-58 0,-1-1-152 16,1 1-483-16,-4-1 31 0,0-3 91 16,0 0 73-16,0 0 84 0</inkml:trace>
  <inkml:trace contextRef="#ctx0" brushRef="#br0" timeOffset="94905.95">22762 2070 575 0,'0'0'246'0,"0"0"-26"0,0 0-33 0,0 0-5 16,0 0-26-16,0 0-10 0,-7 13 54 0,7-7-26 15,-3 3-16-15,3 3 1 0,0-1-26 0,0 4 8 16,-3-1-5-16,3 5-21 0,-1 0 8 15,-2 1-13-15,3 5-10 0,-4 0-1 0,1 0-19 16,3 0 4-16,0 0-2 0,-1 0-15 0,-2 2-1 16,3-2-4-16,0-2-6 0,0 0 8 15,0 2-21-15,3-2 11 0,-2-1-23 0,-1-2-3 16,0 0 0-16,3-1 18 0,-3-2-15 16,4 0 7-16,-4-3-15 0,3-2 3 0,-2 1 2 15,2-2-7-15,-3-2-1 0,3 1-4 0,-3-2-6 16,0-2 5-16,4 2 18 0,-4-4-20 0,0 3 3 15,0-2-9-15,0-5 3 0,3 9-7 0,-3-6-18 16,0-3-57-16,3 7-18 0,-3-7-84 16,3 3-61-16,-3-3-175 0,3 2-411 0,-3-2 99 15,0 0 51-15,0 0 70 0,0 0 48 0</inkml:trace>
  <inkml:trace contextRef="#ctx0" brushRef="#br0" timeOffset="95573.63">22981 2516 742 0,'0'-5'251'0,"0"5"-36"15,0 0 2-15,0 0-9 0,0 0-22 16,-4-5-6-16,4 5-14 0,0 0-76 0,0 0 4 16,0 0-9-16,0 0-1 0,0 0-7 0,0 0 5 15,-6-3-8-15,6 3-23 0,0 0 16 0,0 0-16 16,0 0-5-16,0 0 8 0,0 0-16 0,-7 11 6 15,7-11-19-15,0 9 1 0,-3-3-8 16,3 1 18-16,0-1-21 0,0 0 3 0,3 2 0 16,-3 0 5-16,3-1-13 0,-3 0-10 15,3 3 10-15,-2-4 1 0,5 1-1 0,-3 0-2 16,1 1 7-16,-1-3-5 0,4 1 0 16,-3 0 1-16,-1-3 2 0,1 2-1 0,2-2 4 0,-2-1-4 15,-4-2 19-15,14 0-23 0,-8 0-6 16,-6 0 6-16,14-2 5 0,-4-3 2 0,-3 2-12 15,0-4 15-15,-1-1-8 0,2 1 5 16,-1-1 6-16,-1-3-1 0,-2-1-12 0,2-5-11 16,-2 1 16-16,-3-1-8 0,2-2 6 0,-3 1 4 15,0-1-2-15,0 0 20 0,-3 2-23 16,2 1 59-16,-3 1 8 0,1 0 5 0,-1-1 0 16,1 4-15-16,-3 1-16 0,2 1 0 0,1 2-8 15,-2-2 1-15,-1 3-1 0,3 2-2 0,-4 0-15 16,1 2 2-16,2-1 0 0,-4 3 3 15,8 1-18-15,-16 1 12 0,16-1 1 0,-17 6-11 16,7-2-7-16,3 2 5 0,-4 0-8 0,5 1 10 16,-1 1-7-16,0-1 5 0,1 3 0 15,-2-1-11-15,5 1 1 0,-4 1 7 0,4-3-13 16,-4 4-2-16,4-4-18 0,-1 2-5 0,0-3-38 16,-2 4-29-16,5-3-38 0,-2-2-118 0,3 2-338 15,-3-3-230-15,3 2 82 0,0-7 51 16,0 5 87-16,0-5 61 0</inkml:trace>
  <inkml:trace contextRef="#ctx0" brushRef="#br0" timeOffset="100622.51">23944 2013 312 0,'0'0'128'0,"0"0"-10"0,0 0-14 0,-3-5-4 15,3 5 21-15,0 0-14 0,-3-5-2 0,3 5 87 16,0 0-10-16,0 0-24 0,-4-3 6 15,4 3-13-15,0 0-18 0,0 0-7 0,-3-4-14 16,3 4-12-16,0 0-8 0,0 0-12 0,0 0-9 16,0 0 1-16,0 0-16 0,0 0-9 15,0 0 9-15,0 0 0 0,-15 5-10 0,9-1-13 16,3-1 6-16,0 2-14 0,-1 2-4 0,1-1-59 16,-1 1-34-16,1-1 44 0,0 3-13 0,-2 1 8 15,2-1 7-15,0 0 0 0,0 3 6 16,3-4-3-16,0 4 18 0,0-3-11 0,0 2 1 15,0-1 5-15,3-2 17 0,0 2-14 0,2-2 2 16,-2 1-11-16,0-1 26 0,1-1-10 16,2 0 11-16,-2-1-9 0,2-1 19 0,1-1 9 15,-3-1-14-15,2 0 9 0,-2-2-7 16,3 1 13-16,-7-2-8 0,14-2-10 0,-5-1 5 16,-2 2-11-16,0-2 4 0,1-2 9 0,1 0 65 15,-2-1-3-15,1-2-16 0,1 0-12 0,-5 0 2 16,3-2 1-16,-4 0-1 0,0-1-13 0,2 0-2 15,-2-1-10-15,0-1 10 0,-3 1-26 16,0 1 8-16,0 0 11 0,-3 0 4 0,3-1-17 16,-3 1 14-16,-2 1-12 0,2 1 0 0,0 1 21 15,-1 0-18-15,-2 0-1 0,2 2-9 16,-2 0-4-16,3 1 6 0,-5 0-2 0,4 1-1 16,-2 1-13-16,-1 1 11 0,7 2 5 0,-14-3-5 15,14 3 0-15,-13 3-8 0,5-1 0 16,-2 2 3-16,3 0 2 0,-2 2-10 0,1 0 5 15,2 2 3-15,-1-1 2 0,0 1-5 0,1-1 0 16,1 1-12-16,2 1 7 0,0-3-3 0,3 0-2 16,0 2 0-16,-1-2 7 0,1 1 3 0,1-1 3 15,2 0-13-15,-3-1 13 0,6 0-1 16,-1-1 9-16,1 1-16 0,-2-3 7 0,6 0-1 16,0 0-4-16,0-1-2 0,0-1 8 0,1 0-1 15,1-1-7-15,0 1-12 0,-1-4-19 16,2 4-43-16,1-1-26 0,-1 0-28 0,0-1-41 15,2 1-90-15,-5-2-78 0,4 1-403 0,-1 1 26 16,1-1 92-16,-1-1 46 0</inkml:trace>
  <inkml:trace contextRef="#ctx0" brushRef="#br0" timeOffset="101059.02">24249 2061 619 0,'0'0'194'15,"-4"10"9"-15,4-10-16 0,-3 9-21 16,0-3-94-16,-1 0 4 0,1 2 14 0,0 0-31 16,2 3 5-16,-2-2 10 0,-1 2-20 0,1 0-16 15,0 0 21-15,3-1-21 0,-1 0 11 0,1 1-3 16,0-2-23-16,1 1 31 0,-1-1-23 16,3-1-3-16,0 2 15 0,3-3-4 0,-4 0 17 15,1-1 3-15,3-1-10 0,-2-1-1 0,3 0 16 16,0-2 44-16,0 0-1 0,2-2-12 15,-9 0-11-15,15-4 3 0,-5 3-30 0,-3-5 14 16,6 2-7-16,-6-3 0 0,0 0-20 0,3-1 17 16,-2-1-17-16,-2-1-11 0,1-3 6 15,-4 1-1-15,4-2 0 0,-4 1 6 0,1-1-3 16,-4 2 5-16,0-1 8 0,0 2 22 0,0 2 4 16,0 1-42-16,-4-1 3 0,4 1 5 15,-3 1-15-15,-1 1 10 0,-2 0-16 0,4 3-4 0,-6 0-1 16,0 1 1-16,1 1-1 0,7 1 1 15,-19 0-8-15,11 1 2 0,-2 1-5 0,3-2 8 16,-3 3-13-16,3-1-2 0,2 1-1 0,-3 1-2 16,1-3-12-16,0 4-1 0,3 0 8 15,-2-1-21-15,2-1-25 0,1 3-21 0,0-4 3 16,1 4-20-16,0 0-37 0,-2-4-40 0,4 2-62 16,4 1-123-16,0-3-417 0,-1 0 46 0,3 0 67 15,-6-2 66-15</inkml:trace>
  <inkml:trace contextRef="#ctx0" brushRef="#br0" timeOffset="101356.01">24509 2050 662 0,'6'-5'272'0,"-6"5"-42"15,4-4-15-15,2 1-15 0,-2 0-31 16,0-1-8-16,3 0-7 0,2-2-32 0,-2 2-1 16,4-2-11-16,-1 1-8 0,0 0-20 0,1-1 0 15,-1 0-13-15,3 2-7 0,-2-3-11 16,2 2 5-16,-2 1-15 0,2-1-8 0,-3 2 16 16,4-2-21-16,-3 1-5 0,2 0-23 0,-3 1-23 15,0 0-15-15,1-1-49 0,-4 2-31 0,0-1-69 16,-1 3-64-16,-2-3 0 0,3 0-71 0,-4 2-321 15,-3 1 65-15,0 0 33 0</inkml:trace>
  <inkml:trace contextRef="#ctx0" brushRef="#br0" timeOffset="101589">24673 1871 358 0,'-4'-2'159'0,"4"2"-3"16,0 0-16-16,0 0 14 0,0 0-18 15,-6 9 7-15,6-9-15 0,3 10 67 0,-3-3 2 16,3 0-26-16,0 1-4 0,-2 1-9 16,2-1-20-16,0 3-2 0,0-1-23 0,2 0-6 15,-2 1-17-15,1 0-82 0,-1 0 2 0,0-1 8 16,1 0-21-16,2 0 1 0,0 2 2 16,-4-1-3-16,4-3-25 0,-2 3-34 0,2-3-30 15,-2 1-64-15,2-1-49 0,2-4-66 0,1 2-284 16,-5-3-55-16,3-1 45 0</inkml:trace>
  <inkml:trace contextRef="#ctx0" brushRef="#br0" timeOffset="102088.43">24929 1841 908 0,'0'0'287'0,"0"-5"-29"16,0 5-25-16,0 0-20 0,0 0-21 15,0 0-10-15,0 0-26 0,0 0-5 0,0 0-16 16,-1 24-7-16,1-18-23 0,1-1-10 16,-1 4-54-16,0-1-23 0,4 0-18 0,-1 1 18 15,0-1-3-15,-2 0-2 0,5 2-3 16,-3-3-10-16,1 0 13 0,2-1 0 0,-1 1 0 16,-2-2-6-16,4-2 16 0,-4 1-12 0,4-1 4 15,-1-1 8-15,2-1-3 0,-8-1-4 0,13-3 4 16,-6 1-7-16,3-2-10 0,-3 0 2 0,0-4 7 15,0-1 1-15,0 2-2 0,0-2 6 16,-1-2-9-16,-2 0 5 0,-1-5-8 0,0 1 5 16,0 1-5-16,-3-4 1 0,0 0-12 15,-3 1 4-15,3-1 7 0,-3 2-2 0,-1 0 9 16,1 1 1-16,-3 1-10 0,-1 2 2 0,0-1 15 16,0 2-15-16,-3 1-5 0,3 2 11 15,-2 2 12-15,-2 2-11 0,1 0-4 0,-1 1-16 16,1 1-2-16,0 2 8 0,-1 0-3 0,4 3-3 15,0-1-2-15,-3 2 22 0,3 0-22 0,0 2 5 16,1 2 5-16,2-1 5 0,1 2-12 0,-1 0 4 16,4 0 0-16,-3-1 9 0,6 0-6 15,-3 2 2-15,4-2-4 0,0 2 12 0,2-3-8 16,-2 1 11-16,5 2-3 0,-1-3-20 16,-1 0 13-16,3-1-6 0,0 0-20 0,4 1-33 15,-1-1-31-15,4 0-59 0,-3-1-62 0,0-2-137 16,-1 0-385-16,4-2 57 0,-6 0 59 0,3-2 69 15</inkml:trace>
  <inkml:trace contextRef="#ctx0" brushRef="#br0" timeOffset="102306.02">25202 1735 847 0,'0'0'243'0,"0"0"-31"15,0 0 1-15,0 0-39 0,0 0 3 0,0 0-11 16,0 17-84-16,0-9 5 0,3 2-8 15,-2-2 18-15,-1 3-22 0,4 2 25 0,-1-2-39 16,-3 2-5-16,3 0-5 0,-2 0-10 0,2 1 3 16,-3-2 74-16,3 2-11 0,0 0-17 15,-2-1-26-15,2-1-28 0,-3 2-31 0,3-3-59 16,3 2-125-16,-4-2-264 0,4 0-307 16,-3-4 92-16,1 1 64 0,-1-4 93 0</inkml:trace>
  <inkml:trace contextRef="#ctx0" brushRef="#br0" timeOffset="102605.87">25356 1480 652 0,'3'-4'233'0,"-3"4"-5"15,0 0-36-15,0 0-10 0,15 12-21 0,-9-5-15 16,1 3-10-16,7 1-16 0,-4 1-13 0,4 4 9 16,0-2-29-16,3 3 7 0,0-1-12 15,4 1 0-15,-2 3-10 0,2-2-16 0,-3 0 0 16,1-1 6-16,-1-2-14 0,-1 2-7 0,3-4 3 16,-5 2-16-16,1-3 0 0,-1 1 0 0,1-2 3 15,-6-2-3-15,4 1-43 0,-4-1-31 16,-3-3-57-16,3 0-35 0,-3 0-90 0,-3-2-509 15,2-1 77-15,-2-2 58 0,-4-1 70 0</inkml:trace>
  <inkml:trace contextRef="#ctx0" brushRef="#br0" timeOffset="102972.02">25675 1460 742 0,'0'0'263'0,"0"0"-30"0,0 0-23 16,0 0-18-16,0 0-13 0,-14 10-5 16,10-4-17-16,1 0-22 0,-4 3-4 0,4 0 2 0,-3 1-8 15,1 1-7-15,-1 4 8 0,-1 0-14 16,0 0-4-16,0 4-19 0,0 1-2 0,0 1 0 15,1-1-5-15,-1 4-13 0,0-3-2 0,3 1-1 16,-2 0-2-16,2-1-20 16,-2-2 5-16,5 0-3 0,-6-2 7 0,4 0-7 0,0 1-84 15,3-1-5-15,-4-2 14 0,4-1 1 16,-3-1 10-16,3-2-2 0,0-1 5 0,-3 0-1 16,3-1 6-16,0-3-16 0,-1 1 1 0,1-1-24 15,0 0-35-15,0-1-39 0,0-5-33 0,0 8-123 16,1-6-500-16,-1-2 65 0,6 1 77 15,-6-1 69-15</inkml:trace>
  <inkml:trace contextRef="#ctx0" brushRef="#br0" timeOffset="103389.02">25937 1651 660 0,'0'0'256'15,"0"0"-33"-15,4 13-14 0,-1-6-17 16,-3 0-20-16,4 1-18 0,-2 2-27 0,0 0-9 16,1-2-8-16,0 3-12 0,0-1-1 0,1-1-10 15,-1 0-18-15,1-1 0 0,3 1-15 0,-1-1 5 16,-2-1 5-16,3-1-23 0,-4-1 12 0,4 0-9 15,0-1 2-15,0-1-18 0,1-1 13 16,0-1-15-16,-8-1 4 0,18-3 6 0,-11 0-2 16,6-2-4-16,-4 0-2 0,-4-4 3 0,5 0-8 15,-2-4-5-15,1 1 13 0,-5-2-6 16,-1-3-9-16,2 3 12 0,-3-2-8 0,2 0 9 16,-4 1 83-16,-4 1-25 0,4-1 0 15,-1 3-77-15,-2-1 8 0,-3-1-2 0,-1 2-6 16,1-1-2-16,-2 4 7 0,1 2-5 0,0 0-2 15,-3 1-5-15,-3 3-6 0,3 1-10 16,-1 4-10-16,-3-1-26 0,-2 5-17 0,-5 3-77 16,3 3-106-16,-1 2-383 0,-5 5-97 0,3-2 32 15,1 2 101-15,-4 0 74 0</inkml:trace>
  <inkml:trace contextRef="#ctx0" brushRef="#br0" timeOffset="104572.85">23504 2558 737 0,'0'0'245'0,"0"0"-37"16,0 0-1-16,0 0-20 0,0 0-18 0,0 0-10 15,0 0-19-15,0 0-9 0,0 0-21 16,0 0-3-16,23-10-14 0,-19 8-4 0,3 1 3 15,4-3-2-15,2 1-18 0,-3 0 2 0,7-3-5 16,1 2-15-16,1-2 7 0,3-2-15 0,2 0 5 16,2 1 1-16,2-1-9 0,2-2-7 15,-2 3 2-15,2-1-12 0,-5 1 0 0,2-1-3 16,1 1-5-16,-4-1 5 0,-1 2 7 16,1 0-4-16,-6-1 7 0,3 3-81 0,-2-3 14 15,-1 0 4-15,1 2 12 0,-1-1 0 0,2 0 7 16,1-2 65-16,0 3 0 0,3-3 2 15,-1 0-15-15,4 2-5 0,-2-2 2 0,8-1-2 16,-5 2-8-16,3 0-10 0,-1-2 11 0,-2 3-6 16,0 0 0-16,2 0-5 0,-2-1-3 15,2 1-2-15,-2 0-1 0,-1 0 1 0,8-3 15 16,-9 2-10-16,5-2 0 0,4 1 23 0,-4 1-20 16,0-3-9-16,-5 2 6 0,5-1 0 0,3 0 5 15,-3 0-12-15,0-1 4 0,3 2-5 0,-3 0 3 16,3-1 2-16,3 1-10 0,-2-2-5 15,-1 3 8-15,3-1 8 0,-2-2-16 0,2 1 15 16,-2 3-13-16,-1-4 6 0,0 1 0 0,3 1-8 16,-3-2 10-16,1 2-2 0,-4 0 2 15,3-1-5-15,0 1-5 0,-3-2 3 0,3 2 20 16,-3-2-16-16,0-2 16 0,3 2-18 0,-3-1 11 16,3 1-1-16,-1-2 3 0,-2 1 5 0,3 0-20 15,-3-2 2-15,0 1 3 0,3 0 2 16,-3 1 3-16,0-3-16 0,1 3 8 0,-3-3 5 15,2 1 19-15,-1 1-22 0,-2-1 16 0,0 1-7 16,-4 2-11-16,-3 0-8 0,1 0 26 0,-4 1-5 16,0 2-8-16,-2-1 3 0,-1 2-8 0,-2 0 3 15,-3 1-3-15,1 1-2 0,-2 0-21 16,-2 0-13-16,0 4-18 0,-3 0-30 0,-4 0-41 16,7 1-31-16,-4 4-75 0,-3 1-488 0,0 1-110 15,0 0 123-15,0 0 43 0,0 3 67 16</inkml:trace>
  <inkml:trace contextRef="#ctx0" brushRef="#br0" timeOffset="110088.68">21103 3546 593 0,'0'0'228'0,"-6"-7"-21"0,6 7-25 16,-3-4-3-16,3 4-12 0,-3-4-21 0,3 4-11 16,0 0 9-16,0 0-21 0,-1-6 66 0,1 6-12 15,0 0-21-15,0 0-13 0,-6-4-20 16,6 4-13-16,0 0-23 0,0 0-8 0,0 0-2 16,0 0-5-16,0 0-6 0,0 0-7 0,0 0-2 15,19 10-6-15,-12-3-15 0,4-2 2 16,2 5 3-16,2 0-8 0,1 2-7 0,2 1 10 15,1 0-6-15,-1-1-4 0,3 2 10 16,-1 1-13-16,0-4 2 0,1 3-4 0,-4-2-11 0,4 1 3 16,-4-2 0-16,3 3-8 0,-2-5 13 15,-5 1-5-15,1-1 2 0,0-1-5 0,-4 0-5 16,4-1 0-16,-4 0-10 0,-1-1-20 16,-1-1-44-16,-1 1-52 0,2-2-7 0,-5 0-82 15,3-1-197-15,-3-3-399 0,2 0 105 0,-6 0 84 16,0 0 44-16</inkml:trace>
  <inkml:trace contextRef="#ctx0" brushRef="#br0" timeOffset="110437.93">21445 3446 611 0,'0'0'266'0,"-6"-1"-27"0,6 1-30 16,0 0-9-16,-13 6-28 0,9-3-1 0,-3 6-86 16,0-2-11-16,4 2 0 0,-4 4-15 15,1 1 23-15,-2 1-13 0,1 0 10 0,0 1-25 16,-2 0 0-16,1 4 5 0,2-2 0 0,-4 2-8 16,6-4 5-16,-4 2-12 0,2-2-6 15,-1 0 5-15,-2 5 4 0,5-7-12 0,-3 1-1 16,3 2 1-16,-2-5-9 0,2 2-5 0,-2-3 7 15,2 2-13-15,0-4 16 0,-2 1-13 0,5 0 0 16,-2-2 5-16,0 2-8 0,0-3 0 16,2 0-2-16,-2-1 0 0,0 2-16 0,3-4 19 15,-3 1-34-15,3 2-36 0,-5-3-23 0,5 2-35 16,-3 0-21-16,3-2-80 0,0 1-122 16,0-5-175-16,0 6-132 0,3-3 38 0,-3-3 79 15</inkml:trace>
  <inkml:trace contextRef="#ctx0" brushRef="#br0" timeOffset="110837.95">21579 3564 586 0,'0'0'187'16,"0"0"7"-16,0 0-43 0,7 21-10 0,-1-11-16 15,-2-1 3-15,-1 5-15 0,5 2-3 16,-2 0-5-16,-2 1 18 0,2 0-31 0,-2 0 0 16,2 3-20-16,2 1 5 0,-1 0-8 0,-1 0-5 15,1-1-8-15,0 2-5 0,0-2 11 0,0 1-11 16,2 0 8-16,-1 0-6 0,-1-2-9 15,-1-2-8-15,1-1 0 0,0-1-1 0,0 1-6 16,-3-4-1-16,2 2-5 0,-2-3 5 0,2 1 74 16,-3-3-22-16,2 0-16 0,-2-2 7 15,0-2-4-15,0 2-1 0,-2-1-12 0,2-2 0 16,0 0-11-16,-3 0-2 0,4 0-5 0,-4-4-2 16,0 9-1-16,0-9-33 0,3 4-46 15,-3 0-69-15,0-4-103 0,0 4-133 0,0 0-401 16,0-4 27-16,0 0 96 0,-3 6 68 0</inkml:trace>
  <inkml:trace contextRef="#ctx0" brushRef="#br0" timeOffset="112903.84">22553 3119 591 0,'-3'-5'243'0,"3"5"-28"15,0 0-8-15,0 0-20 0,0 0-84 0,0 0-1 16,-3-4-7-16,3 4-16 0,0 0 13 0,0 0-23 15,0 0-2-15,0 0-11 0,0 0-10 16,0 0 3-16,0 0 7 0,0 0 0 0,0 0 1 16,0 0 4-16,0 0 6 0,14 15-11 0,-8-12 0 15,1 4-2-15,0-1 2 0,6 3 1 0,-3-5-11 16,1 5-5-16,3-1 2 0,-1-1-7 16,4 1 0-16,-3-2-3 0,3 2 1 0,-3-2 1 15,3 1-9-15,-4 0 7 0,2-2-7 16,-2-1-13-16,1 2 7 0,-1-3 3 0,-3 3-13 15,1-4 8-15,-1 3 5 0,0-3-7 0,-2 4 7 16,-2-5-21-16,1 2 9 0,2-2-35 16,-5 2-19-16,3 0-26 0,-7-3-23 0,7 5-70 15,-7-5-27-15,10 1-54 0,-6-1-430 0,-4 0 43 16,0 0 21-16,12-5 64 0</inkml:trace>
  <inkml:trace contextRef="#ctx0" brushRef="#br0" timeOffset="113271.21">22895 3054 675 0,'0'0'269'0,"0"0"-39"0,-3-4-33 16,3 4 1-16,0 0 1 0,0 0-4 15,0 0-72-15,0 0-18 0,0 0-13 0,0 19-3 16,0-11-4-16,0 3-14 0,0 1-7 0,0 1 3 15,0 0-6-15,0 5 11 0,0-1 10 0,0 1-13 16,0 3-10-16,0-2-18 0,0 1-3 0,0 1 16 16,0 3-10-16,0-5-11 0,3 4 72 15,-3-3-8-15,0 1 6 0,4-2-29 0,-4-1-10 16,0 3 7-16,3-4-1 0,-1 0-6 0,-1-5-8 16,0 3-2-16,-1-1-6 0,0-1-2 15,3-5-12-15,-3 5-1 0,0-5 3 0,0 0 0 16,3 1-11-16,-3-4-4 0,0 1-11 0,0 0 10 15,3-1-4-15,-3 0 4 0,0 1-10 16,0-6-12-16,1 8-21 0,-1-8-39 0,0 4-55 16,0-4-47-16,-1 9-100 0,2-5-378 0,-1-1-136 15,0-3 86-15,0 0 63 0,3 5 53 0</inkml:trace>
  <inkml:trace contextRef="#ctx0" brushRef="#br0" timeOffset="113704.25">23149 3289 908 0,'0'0'282'15,"0"0"-26"-15,6 12-28 0,-3-4-29 0,-2 0-20 16,2 4-5-16,3 4-94 0,-2-1-6 0,3 3-10 16,-3 4 3-16,2-1-21 0,1 3 79 15,0-1-12-15,0 1-11 0,-1-3 0 0,-2 1-4 16,2-1-11-16,-2-2-8 0,2-5-10 0,-1 3-2 16,-2-2-19-16,1-2 4 0,2-1 4 0,-3-2-10 15,0-2 8-15,-2 3 10 0,2-5-18 16,1 1 0-16,-1-3 8 0,-2 0 5 0,-1-4-11 15,0 0-2-15,0 0-13 0,0 0-4 0,3-15 17 16,-6 4-26-16,2-6-2 0,-2 0 3 16,-4-5 2-16,3 0-13 0,-2-3 5 0,-1-4-7 15,-1 1-3-15,2 3 0 0,-1 1 5 0,-3 1-7 16,4 2-3-16,-2 0-13 0,2 4-15 16,-1 1-5-16,0 3-44 0,0 1-33 0,3 0-128 15,-2 3-210-15,3 3-384 0,-1-1 108 0,-2 3 89 16,2 0 36-16</inkml:trace>
  <inkml:trace contextRef="#ctx0" brushRef="#br0" timeOffset="116371.45">24030 2825 570 0,'0'0'238'15,"0"0"-23"-15,0 0-12 0,0 0-22 0,-14 6-12 16,8-2-15-16,3 0-21 0,0 3 0 0,-2 1-18 16,2 1 8-16,-1 3-8 0,1-2-7 15,-3 5-8-15,5-2-3 0,-2 1-5 0,-1 3-10 16,1-3 0-16,3 3-8 0,-1-3-12 0,2 0-6 16,-1 2 5-16,3-4-4 0,1 2-9 15,-1-1 1-15,1-1-11 0,2-3-4 0,-2 1 9 16,4 1-2-16,-2-5-69 0,1 1 5 0,2-3-5 15,-2-1 17-15,1-2 1 0,1 3-8 0,-9-4 8 16,17-4 5-16,-9 2-8 0,2-4 16 16,-1 1-3-16,-1-2 20 0,-1-2-15 0,0 0-5 15,-4-3 5-15,3-1 3 0,-5-3-3 0,2 1 67 16,1-1 2-16,-8-1-15 0,4-1-3 16,-3 0-17-16,-1 1 9 0,-2 1 9 0,2-1-24 15,-3 3 13-15,0-2 5 0,0 4-12 16,1-1 7-16,-1 5-8 0,1-2-5 0,-2 2 3 15,1 2-8-15,1 2-7 0,-4 1-6 0,2 3 11 16,8 0-8-16,-23 6 10 0,12-3-10 0,1 3-3 16,-4 1-7-16,7-1 10 0,-1 2-18 0,0-2 7 15,0 2 4-15,2 3 4 0,5-3-7 16,-2 1-6-16,3 0 1 0,0 0 7 0,3 0-2 16,-2 0-3-16,5 1-5 0,2-2 7 0,2 4 1 15,3-3 0-15,1 0-8 0,1 0-33 16,1-2-16-16,5 1-28 0,-2-2-25 0,3 1-52 15,-2-1-86-15,0 0-127 0,1-4-411 0,3 0 26 16,-1 0 89-16,-5-2 61 0,2 0 60 16</inkml:trace>
  <inkml:trace contextRef="#ctx0" brushRef="#br0" timeOffset="116703.84">24334 3004 693 0,'-6'4'251'15,"-1"2"-31"-15,2 1-2 0,-4 0-90 0,2 3-18 16,1-2 18-16,-1 2-13 0,2 0-13 0,-1 1-4 16,3 0-9-16,1 1-2 0,0-4-13 0,2 3 8 15,0-2-20-15,0 1-3 0,2-3 2 0,0 1-10 16,1 2-10-16,3-3 13 0,2-1-8 16,-1-1-15-16,0 0 17 0,6-3 6 0,-3 2-15 15,0-4-9-15,2 0 4 0,-1-3-9 0,0 2 6 16,0-2 2-16,-4-3-10 0,3 2 0 15,-3-1 11-15,0-4-6 0,0 1-13 0,-4-1 3 16,0-2 0-16,-2-1 13 0,-1 4-1 0,0-4-12 16,-4 2 3-16,1 0-11 0,0 0 10 15,-4 2 62-15,2 1 3 0,-4 1-24 0,2-2-2 16,0 4-18-16,-3-1-5 0,0 1-44 0,0 2-51 16,2 1-40-16,-2 1-99 0,4 1-475 0,-4 0-97 15,5 0 107-15,5-1 61 0,0 0 62 16</inkml:trace>
  <inkml:trace contextRef="#ctx0" brushRef="#br0" timeOffset="117020.9">24595 3017 790 0,'0'0'313'0,"0"0"-32"0,0 0-30 0,0 0-23 15,0 0-18-15,0 0-36 0,0 0-13 0,0 0-17 16,0 0-9-16,9-4-9 0,-9 4-14 0,0 0-4 16,14 0-8-16,-14 0-6 0,17 0-2 15,-10-3-5-15,3 1-15 0,4 2-10 0,-1-2 4 16,2-2-17-16,1 3 4 0,-2 0-14 0,0-3 12 15,3 2-33-15,-4-1-38 0,2 0-34 16,-2 3-49-16,-3-2-40 0,1 1-100 0,-5-1-174 16,1 2-328-16,2-4 120 0,-9 4-12 0,5-3 66 15</inkml:trace>
  <inkml:trace contextRef="#ctx0" brushRef="#br0" timeOffset="117204.23">24697 2860 849 0,'0'0'254'0,"-4"-2"-16"0,4 2-31 16,0 0-15-16,0 0 3 0,-11 5-96 0,8 1-9 15,3 0-11-15,-3 2-12 0,3 1 2 0,0 2-10 16,0 0-5-16,3 3-1 0,0 0 14 0,-2 2-21 16,3 2-15-16,-1 1-3 0,0-1-54 15,4 4-45-15,-3-1-78 0,5 0-137 0,-1 2-400 16,2-4 69-16,-3-5 41 0</inkml:trace>
  <inkml:trace contextRef="#ctx0" brushRef="#br0" timeOffset="117736.96">24974 2877 678 0,'0'0'238'0,"0"0"-36"0,0 0-5 16,0 0-36-16,-1 23-15 0,1-15 3 0,1 3-16 15,-1-2-20-15,3 1-6 0,0 2-10 0,1-1-25 16,2-1 2-16,-1 2-12 0,1-1 4 0,-2-1 16 16,2 0-43-16,1-3 7 0,3 3-16 15,-3-3 6-15,0 0 0 0,0-2-3 0,3-2 8 16,-3-2-2-16,0 1-19 0,-7-2 16 15,17-3-13-15,-7 1 5 0,0-3-5 0,-2 0-2 16,1-3 71-16,-2 0-10 0,0-4-8 0,-4 1-10 16,3-3 0-16,-4 1-13 0,-2-4-13 0,0 0 6 15,-2 1-11-15,-4-5 6 0,0 0-11 16,-1-1-3-16,0 2 11 0,-4 0 26 0,3 3-11 16,-3 1 5-16,0 3-12 0,1 1 2 0,-1 0 0 15,-2 2-10-15,3 2-6 0,0 2 9 0,-2 0-8 16,0 5-21-16,2 1 0 0,-1 0 3 15,1 3 7-15,-4 0-2 0,7 2-5 0,-3 2 0 16,3-1-8-16,0 1-8 0,0 0 11 0,1 2 2 16,5 0-2-16,-2-2 2 0,0 2-5 15,3-1 16-15,0 0-19 0,0 0 3 0,3-1 3 16,0 1-10-16,1-1 17 0,2 1-10 0,-2-3 3 16,7 2 2-16,-1-4 3 0,0 0-16 0,4 2-20 15,-1-3-38-15,4-2-8 0,-4 4-44 16,2-4-38-16,1 0-61 0,-1 0-101 0,1 0-140 15,2-4-315-15,-2 3 49 0,-2-2 61 0,-3-1 69 16</inkml:trace>
  <inkml:trace contextRef="#ctx0" brushRef="#br0" timeOffset="117970.85">25264 2796 642 0,'0'0'256'0,"0"0"-28"0,0 0-23 16,0 0-16-16,0 0-12 0,0 0-21 0,0 0-87 15,0 0-3-15,-3 17 32 0,3-9-24 16,-1 0 69-16,1 1-10 0,-3 3 6 0,3-1-14 16,0-1-7-16,0 2-11 0,0 1-2 15,0 1-2-15,3-3-24 0,-2 3-18 0,-1-3 19 16,3 3-6-16,0-3-18 0,-3 3-15 0,5-3 5 16,-2 1-15-16,0-3-36 0,-3 1-39 0,6 1-38 15,-5-3-61-15,2-1-100 0,0 1-223 0,1-5-266 16,3 2 82-16,-3-4 38 0,-4-1 59 15</inkml:trace>
  <inkml:trace contextRef="#ctx0" brushRef="#br0" timeOffset="118236.65">25373 2646 824 0,'1'-2'279'0,"-1"2"-16"16,0 0-30-16,0 0-5 0,13 9-28 16,-5-2-16-16,1 2-12 0,3-1-29 0,1 3-7 15,0-3-8-15,1 6-8 0,3-3-92 0,0 1-2 16,0 1 4-16,3-1-14 0,-3 1 9 0,4-1-7 16,-3 1 3-16,-2-1-1 0,2-1 1 0,1-1-11 15,-4 2 3-15,1-3-1 0,0-1 1 0,-4 0-33 16,-1 1-26-16,2-5-16 0,-3 2-58 15,1-2-75-15,-2 2-135 0,-2-5-379 0,4 3 64 16,-5-4 69-16</inkml:trace>
  <inkml:trace contextRef="#ctx0" brushRef="#br0" timeOffset="118556.37">25712 2531 683 0,'0'0'292'0,"0"0"-47"16,-14 2-22-16,14-2-10 0,-10 9-42 0,3-3-2 16,-2 2-10-16,-2 2-24 0,1 1-9 15,3 1-1-15,-4 1-7 0,-2 4 5 0,3-3-23 16,-4 4-70-16,4-2 6 0,-4 2-10 0,4-1 7 15,-1 2-18-15,-2 1 75 0,3 0-3 0,0 0 3 16,2-1-14-16,-2 1-12 0,4-1-2 16,-1 0-6-16,3-2 13 0,0-1-20 0,1 1 2 15,0-4-12-15,2 2-32 0,-2-1-14 16,3-4-19-16,0 1-30 0,0 1-49 0,3-1-85 16,-2-3-181-16,5 0-412 0,-2-2 94 0,3-2 47 0,0-3 71 15</inkml:trace>
  <inkml:trace contextRef="#ctx0" brushRef="#br0" timeOffset="118887.88">25845 2623 744 0,'0'0'236'0,"0"0"-21"0,7 12-15 16,-3-5-29-16,1 3 1 0,-3 2-21 0,4 3-3 15,-2 1-15-15,2-1-13 0,2 2 65 0,-1 2-29 16,-1 4-3-16,1-3-9 0,3 2-24 0,-6-2-5 16,3 1-5-16,2-2-10 0,-5-2-18 15,5-1 3-15,-7 1-4 0,4-3-19 0,1 1 7 16,-4-2-15-16,1-1 2 0,-1-4-5 0,1 1-5 15,2 0-12-15,-5-2-14 0,2 1-30 0,2-3-44 16,-5 2-112-16,1 1-298 0,0-2-357 16,-2 2 101-16,-2-6 55 0,-4 2 84 0,-3-2 69 15</inkml:trace>
  <inkml:trace contextRef="#ctx0" brushRef="#br0" timeOffset="120120.51">23965 3377 440 0,'0'0'197'0,"0"0"-21"0,0 0-22 16,0 0-5-16,7-2-24 0,-7 2 0 0,7-4-12 15,-7 4 82-15,10 0-19 0,-3-2-9 0,1 0-16 16,1 2-11-16,1-4-7 0,3 4-7 0,1-4-19 16,3 1-76-16,1-1-18 0,2 2 20 15,-3-2 13-15,7 0-18 0,1 0 1 0,2 0-12 16,2-1 1-16,-4 1 13 0,6-1-5 0,-1-1-3 15,6 1 13-15,1-3-6 0,0 2-2 16,1-3-2-16,-1 1 12 0,5 1-2 0,8-5-18 16,-8 3 5-16,-2 1 0 0,-5 0 8 15,6-1 7-15,-6-2-20 0,5 3-7 0,-6 2 14 0,4-6-10 16,0 5 1-16,-1-3-1 0,-2 3-7 16,-1 1 7-16,-4-1-5 0,-2 1 3 0,2 0 3 15,-2 0 17-15,3-1-18 0,3 1 16 0,0-1-16 16,0 0 14-16,0 1-1 0,3-2-8 15,-1 1 11-15,1 0-6 0,-3 0-19 0,5 2 14 16,-6 0-7-16,1-2-8 0,4 3 5 0,-8-2-2 16,1 1-13-16,0 1 82 0,0 0-6 15,0-1-4-15,0 0-8 0,-1 3-16 0,-3-3 1 16,4 2-11-16,-1 0 3 0,1-3-5 16,-3 4-3-16,-1-2-8 0,3 0 8 0,-2 0-5 15,0 1-10-15,-1-3 13 0,1 3-1 0,-1 2-12 0,0-5 0 16,-3 1-11-16,3 2 14 0,1 0-14 15,-4-2-2-15,3 2 6 0,1-2-1 0,-1 1 0 16,-4 1-8-16,3-2 1 0,-3 1 2 16,1 1 7-16,-4 2-4 0,4-4-3 0,-3 1 8 15,0 1-1-15,-2-2-2 0,2 1 0 0,-4 1-10 16,4 2 13-16,-4-4-13 0,0 1 18 16,0 1-11-16,-4 1-4 0,0-1 9 0,-1 1-1 15,-1 0 4-15,0 0-3 0,-6 2 6 0,-5 0-15 16,13-2-19-16,-6 2-10 0,-7 0-58 0,9-4-24 15,-9 4-40-15,0 0-149 0,2 5-517 0,-2-5 25 16,0 0 118-16,-11 7 57 16,1-4 63-16</inkml:trace>
  <inkml:trace contextRef="#ctx0" brushRef="#br0" timeOffset="121253.52">21337 4566 757 0,'0'0'238'0,"0"0"-20"0,0-6-34 16,0 6-12-16,0 0-21 0,0 0-23 15,0 0-6-15,0 0-11 0,0 0-14 0,16 7-10 16,-8 1 2-16,2-4-14 0,0 5-11 0,4 3 7 16,-1-2-4-16,1 2-16 0,3 2-5 0,0 0-13 15,0-1 3-15,0 2 8 0,0-1-8 0,1 0 2 16,2 1-18-16,-6-1 70 0,6 1-31 15,-3-4-46-15,0 0-47 0,-4 1-50 0,-1-4-116 16,4 3-219-16,-6-4-308 0,1 0 82 16,-1-4 61-16</inkml:trace>
  <inkml:trace contextRef="#ctx0" brushRef="#br0" timeOffset="121521.02">21586 4447 854 0,'0'0'226'0,"-7"-2"-24"15,7 2-25-15,0 0-14 0,0 0-14 0,-7 14-8 16,4-6-16-16,2 4 3 0,1 2-20 0,-3 4-4 16,0 0-9-16,3 3-5 0,-3-1-3 0,3 2-18 15,0-3 3-15,0 5-8 0,-1 0-6 0,1 1-9 16,-3 0 2-16,6 0-10 0,-2 0 72 15,-1 0-16-15,0-5-20 0,3 2-11 0,-3-1-37 16,3 3-42-16,-3 0-41 0,3-1-97 0,-2 0-220 16,2-3-374-16,4-3 54 0,-3-3 59 15,-1-3 58-15</inkml:trace>
  <inkml:trace contextRef="#ctx0" brushRef="#br0" timeOffset="121970.61">21836 4617 732 0,'3'-6'245'16,"0"1"-19"-16,4 2-29 0,-3 0-16 0,-4 3-32 15,16 0 4-15,-6 3-27 0,1 3-16 0,3 1 0 16,0 2-15-16,-1 1-3 0,4 5-8 15,-3-2-7-15,0 3-3 0,-1 1 3 0,-3 4-13 16,1-3 0-16,-4 0 3 0,-4 1-29 0,0 1 8 16,-3-1-13-16,0 2 6 0,-3-2 61 0,0 1-11 15,-1-3-4-15,-2-1-11 0,-2 1-2 16,2-2-11-16,2-1-5 0,-2-4-7 0,-1 0-16 16,0-2 13-16,0-2-10 0,0-2 8 0,1 0-14 15,-2-4 6-15,8 0-20 0,-16-6 4 16,12 4 1-16,-7-7 2 0,5 1-13 0,2 0 10 15,-2-1-15-15,2-3 8 0,1 2 8 0,3 0-9 16,-3 1-1-16,3 1 4 0,0 0-7 16,0 1-16-16,3-1 18 0,0 2-5 0,1 2 1 15,2 2 1-15,4-3-9 0,1 3 12 16,-1 2 0-16,4 1-5 0,3 0-2 0,3 4-8 0,-3-3 7 16,7 2 1-16,0 2 10 0,0 0-34 15,-3-2-20-15,6 3-46 0,-3-1-82 0,-6 0-204 16,5-2-441-16,-2 2 56 0,-1-5 90 0,-6 1 56 15,0-5 85-15</inkml:trace>
  <inkml:trace contextRef="#ctx0" brushRef="#br0" timeOffset="122370.46">22656 4186 675 0,'0'0'231'0,"0"0"-14"0,13 14-15 0,-6-10-17 15,1 3-21-15,2 0-11 0,0 3-10 16,4-2 60-16,-1 6-19 0,4-5-23 0,-3 2-10 16,3 0-15-16,0 0-21 0,2 0-15 0,-4-3-3 15,2 2-5-15,-3 0-15 0,3 0 8 0,-3-5-29 16,0 3-18-16,2-1-25 0,-1 0-67 15,-3-4-76-15,0 2-98 0,-2-2-473 0,-1 2-6 16,-2-5 80-16,1 0 51 0</inkml:trace>
  <inkml:trace contextRef="#ctx0" brushRef="#br0" timeOffset="122657.87">23014 4053 788 0,'0'0'292'0,"0"0"-21"16,0 0-33-16,0 0-20 0,0 0-24 0,4 18-2 15,0-5-18-15,-1-2-84 0,-2 4-11 0,2 3 1 16,0-1 9-16,0 1 3 0,0 3 46 16,-2 4 8-16,2-3-18 0,0 3-15 0,-3 0-8 15,3-2 2-15,-2 4-20 0,3 1-5 0,-1-3-5 16,-3 0-13-16,4 1-8 0,-4-1 3 0,3 1-2 15,0-1-1-15,0-2-18 0,-2 2-4 16,2-6 4-16,0-1-7 0,0-1-8 0,-3 1-21 16,3 1-43-16,-1-8-15 0,1 3-69 15,0-4-88-15,-3-2-181 0,4 2-425 0,2-3 87 16,-3-4 59-16,1 0 61 0,-4-3 72 0</inkml:trace>
  <inkml:trace contextRef="#ctx0" brushRef="#br0" timeOffset="123102.77">23295 4242 844 0,'10'-8'256'0,"-3"2"-38"15,-3 3-24-15,6-1-12 0,-3 4-13 16,-7 0-18-16,17 5 54 0,-8-2-24 0,-1 4-17 15,-1-1 5-15,0 3-10 0,2 1-90 16,2 0-2-16,-4 3-16 0,-1-1-3 0,-2 3 1 16,0 2 2-16,0-2-15 0,-4 1 15 0,-1 0-25 15,-2 1 7-15,-1 1 0 0,1-2-7 16,-1 1-3-16,-2-1-8 0,2-3-4 0,1 0 7 16,0-2 2-16,-2-3-5 0,-1 1 1 0,3-1 4 15,-4-3-2-15,4-2-2 0,3-3-1 0,-10 2-2 16,10-2-3-16,0 0 5 0,-12-11-7 15,9 7-5-15,0-3 4 0,0 1 1 0,0 0-3 16,3 1 3-16,0-1-13 0,0 6 7 0,-1-8-7 16,1 2 13-16,0 6-8 0,0 0-8 15,4-5 3-15,-4 5 7 0,0 0-4 0,13 0-11 16,-13 0 16-16,18 5-8 0,-8-1 2 0,-1 1 3 16,5 0 0-16,-3 2 0 0,6 1-8 0,-4 0 11 15,2 0-6-15,1 0 1 0,2 3-26 16,-5-2-57-16,4-1-125 0,-3 0-181 0,0 1-352 15,-1-1 24-15,1-2 97 0,-4-5 69 0</inkml:trace>
  <inkml:trace contextRef="#ctx0" brushRef="#br0" timeOffset="123753.9">24060 3825 918 0,'0'0'244'0,"0"0"-17"0,0 0-27 16,-3 17-18-16,0-6-13 0,3 2-18 15,0-1-16-15,-3 2 4 0,3 0-11 0,0 1-8 16,3 0-5-16,-3 2-5 0,0 0-7 0,3-1-83 16,0-1 1-16,1 1-16 0,-1-4 23 15,2 1-10-15,-2-2 0 0,3-1-3 0,-2-2 18 16,5 2-17-16,-5-3 91 0,4-3-15 15,1-3 6-15,-2 2-17 0,4-3-11 0,-11 0 1 16,17-4-7-16,-6-2-7 0,-2-1-9 0,1-2-4 16,-3-1 2-16,1-4-18 0,1 2 10 0,-5-5-10 15,2-4 8-15,-5 0-8 0,2 0 3 0,-3-4-13 16,0-1 10-16,-3-1-10 16,-1 1 5-16,1 1-7 0,-4 0 4 0,1 1-17 0,1 4 25 15,-2 0-79-15,-2 4 5 0,2 0 2 16,-1 4 6-16,-1 4 12 0,-1-1-2 0,-1 2 7 15,1 6-4-15,3-2 2 0,-3 2 5 0,10 1-13 16,-17 5 11-16,10 2 12 0,0-1-18 0,0 1 19 16,3 1-9-16,-2 2 1 0,3 1 10 15,3-1 0-15,-1 1 7 0,1 1-2 0,0-3 0 16,1 0 11-16,-1 2-11 0,3-1 5 16,0 1-13-16,1-2 28 0,2-1-7 0,2 0-5 15,2-2 7-15,-1 1-15 0,2-3 3 0,0 0-1 0,-1 0-4 16,4-3-14-16,2 1-27 0,-1-2-36 15,1 0-31-15,-2 0-41 0,3 0-49 0,0 0-61 16,-3-2-118-16,3 2-312 0,-1-1 10 16,-4 1 105-16,1-4 18 0</inkml:trace>
  <inkml:trace contextRef="#ctx0" brushRef="#br0" timeOffset="124136.98">24464 3829 842 0,'0'7'245'0,"-3"-1"-27"0,2 3-8 16,-2 1-16-16,0 4-7 0,3-3 5 0,-3 3-89 16,3-1 4-16,0 2-10 0,0 3-4 15,0-1-24-15,0-1 2 0,3 1 6 0,0 0-10 16,0-2-16-16,-2 2-8 0,5-2 11 0,-1 0 2 16,1-2-17-16,-2 0-11 0,2-3 15 0,-1 0-9 15,0-3 20-15,3 1-19 0,-2-2 75 16,4-2-12-16,-3 0-16 0,4-3 7 0,-1-1-9 15,0-1-11-15,1-3 0 0,2 0-23 0,-3-1 13 16,1-4-11-16,-1 1-4 0,-4-3-1 0,2-3-4 16,-2-2-9-16,-2 0 4 0,-1-1-1 15,-3-1-12-15,0-1 14 0,-3 1-9 0,-1-2 0 16,1 5-1-16,-2 0 1 0,-4-1-11 16,2 2 11-16,0 3-1 0,-2-1-17 0,-2 2 7 15,1 3-2-15,0 3 0 0,-4 0-5 0,4 1 10 16,-4 2-11-16,3 1-9 0,-2 2-29 15,-1 3-2-15,4-1-31 0,-1 2-18 0,4 2-46 0,-2-1-64 16,2 2-92-16,4 0-292 0,3-1-215 16,0 0 84-16,3 1 62 0,0-5 82 0</inkml:trace>
  <inkml:trace contextRef="#ctx0" brushRef="#br0" timeOffset="124386.97">24833 3959 839 0,'14'-5'287'0,"-14"5"-34"0,4-1-22 0,-4 1-14 15,10-3-27-15,-4-1-16 0,5 1-13 16,-1 2-23-16,0-3-12 0,4 0-9 0,-4-2-17 15,7 3-21-15,-6-2 1 0,6 1-37 16,-4-2-32-16,1 2-35 0,-3-1-57 0,1 4-53 16,-1-6-137-16,0 5-446 0,-2-3 78 0,-1 3 40 15,-3-3 69-15</inkml:trace>
  <inkml:trace contextRef="#ctx0" brushRef="#br0" timeOffset="124602.85">24898 3756 726 0,'0'7'246'0,"4"1"-31"16,-4-1-23-16,4 3-20 0,-1 2-14 0,0-2-12 16,4 5-10-16,-1-2-18 0,-2 2-16 0,3-1-12 15,0 3 4-15,0-5-9 0,-1 5-31 16,-2-1-16-16,6 0-69 0,-3-1-53 0,-1 0-129 15,1-2-411-15,1-1-1 0,-1-1 44 16</inkml:trace>
  <inkml:trace contextRef="#ctx0" brushRef="#br0" timeOffset="125103.46">25165 3709 1052 0,'0'0'302'0,"0"0"-31"0,0 0-28 15,-4 18-18-15,5-10-28 0,2 0-17 0,-3 2-14 16,3 0-15-16,1 2-10 0,-1-2-11 0,5 0-9 16,-5 1-22-16,3 0-4 0,-2-2-5 0,2 0-13 15,2-1-6-15,-2 0 11 0,-2 0-8 16,3 0-15-16,-1-5-10 0,2 2 7 0,1-2 8 15,-2-2-10-15,3-1-13 0,-10 0 0 0,18-1-3 16,-8-2-7-16,1-2 0 0,2 1-13 0,-3-6 10 16,1 0 0-16,-1 0 0 0,-4-5-5 15,5 3 5-15,-5-5-10 0,-2 0-13 0,-1-8 6 16,1 0-19-16,-4 1 21 0,0 2-11 0,-1-3 14 16,-2 5-9-16,-3-4 1 0,-1 2-6 0,0 2 1 15,0 5 12-15,0 0-7 0,0 2-3 16,-4 1 5-16,-1 0-12 0,2 3-1 0,-1 2 16 15,0 1-15-15,-1 4 7 0,-3 1-3 0,2 2 3 16,2 0-15-16,-2 5 13 0,3-2-11 16,-1 3 11-16,1-1-1 0,3 3-7 0,-3-1 2 15,6 2-4-15,-2 0-6 0,2-2 23 0,1 5 6 16,3-4-9-16,0 1-2 0,0 0 0 0,3 2 8 16,1-3-5-16,2-1-3 0,-2 2-2 15,6-2 2-15,2-1-18 0,-1 1-23 0,4-2-25 16,-2 1-37-16,5-3-50 0,-2 0-121 0,2 1-384 15,3-2-163-15,-2-1 92 0,-4 1 89 16,1-6 31-16</inkml:trace>
  <inkml:trace contextRef="#ctx0" brushRef="#br0" timeOffset="125419.97">25544 3659 760 0,'0'8'258'0,"0"0"-12"16,0 2-16-16,0 1-4 0,4 2-27 16,-4-1-14-16,2 1-91 0,-1-1 9 15,0 2-21-15,2 1 5 0,0-2-5 0,0 2-1 0,1 0-17 16,-1 1 8-16,1 0-13 0,-1-3 10 16,4 0-13-16,-3-1 3 0,-1 1-8 0,2-1 8 0,-3 0-5 15,4-2-5-15,-3 0-1 0,-2-2-12 16,6 2 0-16,-4-2-5 0,-2-1-13 0,2-1 5 15,0 1 0-15,-3-3 2 0,4 2-17 16,-4-3 10-16,3 2-5 0,-3-5-21 0,3 7-18 16,-3-7-22-16,3 2-3 0,-3-2-21 0,0 0-30 15,0 0-52-15,0 0-74 0,0 0-407 16,0 0-51-16,0 0 62 0,0 0 61 0</inkml:trace>
  <inkml:trace contextRef="#ctx0" brushRef="#br0" timeOffset="125936.61">25706 3503 627 0,'0'0'248'0,"0"0"-36"0,0 0-20 0,0 0-15 16,0 0-6-16,0 0-35 0,0 0 0 0,0 0-31 15,0 0 12-15,16 14-19 0,-10-10-4 0,-1 3-19 16,2 1 68-16,-1 1-12 0,1-1 2 16,4 2-3-16,-1 2-15 0,0 1-20 0,1-1-5 15,-1 1-16-15,2-1 3 0,0 1-11 0,-2 0 3 16,0-1-17-16,3 0-4 0,-3-1-7 15,-3-1-2-15,4 3 2 0,-1-4-1 0,-3 0-4 16,3 0-10-16,-6 0-11 0,3-2 6 0,2 1 4 16,-2-1 1-16,0 1-6 0,0-4 3 15,-3 3-15-15,2-1-10 0,-2-2-34 0,-1 0-36 16,4-1-61-16,-4 3-77 0,-2-4-192 0,2 0-394 16,-3 2 87-16,0-4 69 0,0 0 62 0</inkml:trace>
  <inkml:trace contextRef="#ctx0" brushRef="#br0" timeOffset="126253.45">25961 3384 821 0,'0'0'277'0,"0"0"-37"0,0 0-15 16,0 0-30-16,0 0-16 0,-17 11-15 0,11-3-74 16,2 2-8-16,-2 3 2 0,2 0-2 15,-3 4-3-15,0 3 59 0,0 4 3 0,-2-4 5 16,5 3-15-16,-4 1-21 0,2-2 2 0,-1 2 1 16,4 1-3-16,-2-3-23 0,0 2 5 0,1-2-18 15,0 0-4-15,1 0-9 0,0-4 3 16,0 2-18-16,3 1 0 0,0-2-10 0,-1-1-21 15,-2 2-22-15,3-2-37 0,0-6-53 0,0 2-98 16,0-3-99-16,3 2-507 0,-2-5 51 16,2 0 82-16,0-5 71 0,1 0 73 0</inkml:trace>
  <inkml:trace contextRef="#ctx0" brushRef="#br0" timeOffset="126703.46">26269 3471 650 0,'4'-1'251'0,"5"-2"-39"16,-9 3 0-16,15 0-22 0,-6 3-14 0,-2 2 6 15,4-2-10-15,-4 4-14 0,2 1-27 16,1 3-1-16,-5 2-14 0,2 4-19 0,-1-5 8 15,-3 9-5-15,-2-2-18 0,-1-1-13 0,-1 3 10 16,-5 0-28-16,2 1 13 0,-5 2-13 0,-2-3-10 16,1 0-5-16,-3-1 5 0,1 1 0 15,1-3-5-15,-5-1-5 0,0-2-6 0,5-2 3 16,-2-1-2-16,3-2-8 0,-1-2-3 0,1 2 70 16,0-4 7-16,6-2-23 0,-3-1-5 15,0-3-10-15,7 0-13 0,0 0 2 0,-13-5-2 16,13 5-2-16,-4-7-6 0,2 4-2 0,2 3 2 15,-2-9 8-15,2 9-3 0,2-7-15 0,1 3 8 16,0 1-3-16,-3 3-2 0,10-7-16 0,-3 6 16 16,3-2-6-16,0 3-5 0,0 0-7 15,4 0-3-15,-3 0 8 0,6 3 2 0,-4-2 1 16,5 3-11-16,0-1 5 0,-2 3-5 0,2-2-15 16,-5 3-23-16,0 1-49 0,1-1-54 15,-7 1-117-15,1 2-589 0,-6 0 28 0,-2 2 105 16,-2-3 58-16,-7 2 75 0</inkml:trace>
  <inkml:trace contextRef="#ctx0" brushRef="#br0" timeOffset="127852.99">23848 4403 596 0,'8'-3'205'0,"2"-1"-24"16,3 3 27-16,1-2-44 0,3-1-36 0,1 1 5 15,2-3-5-15,0 3-26 0,1-2 67 0,3 1-3 16,1-3-15-16,1 1-5 0,3 2-15 0,-3-3-1 15,4 2-14-15,-2 1-17 0,3-2 4 16,3-2-14-16,3 1-4 0,0 3 2 0,-1-5-10 16,1 2-8-16,1 0-8 0,16-3 3 15,-2 0 5-15,2-2-25 0,-3 1 2 0,1 2-3 16,-1-4 6-16,1 2-5 0,4 1 2 0,-3-5-5 16,5 1-11-16,3-3-4 0,1 4 2 0,17-10-10 15,0 5-3-15,-1-4 1 0,4 3 9 16,0-5 3-16,-3 2-12 0,3 0 17 0,1-2-10 15,1 0-2-15,-1 2-1 0,7 1 1 0,-7 0 2 16,3 2-16-16,-1 1 11 0,-5 1 0 16,-14 1-13-16,-3 3 21 0,2-4-24 0,-5 5 14 15,-3-2-6-15,4 0-56 0,-7 2-10 0,4 2 9 16,-6-3 9-16,-1 2 2 0,-10 3 11 0,-4 0 2 16,-3 1-13-16,-6 0 15 0,0 3 11 15,-5-2 0-15,-6 3-8 0,4-1-3 0,-8 1-50 16,-2 2-37-16,-1-2-33 0,-4 6-50 0,-6-3-188 15,0 0-392-15,-19 9 57 0,-2-6 72 0,-6 2 63 16</inkml:trace>
  <inkml:trace contextRef="#ctx0" brushRef="#br0" timeOffset="128885.64">20202 5942 588 0,'0'0'246'0,"0"0"7"16,0 0-56-16,0 0-10 0,0 0-23 0,0 18-10 16,3-7-13-16,3 2-1 0,-2-1-17 15,3 3-10-15,0 2-19 0,3-1 4 0,1 3-29 16,-4 0 10-16,5-1-17 0,-5 0-3 0,4 0-1 15,-1 3 4-15,0-3-24 0,1-1-20 16,-4 0-41-16,3-3-59 0,-4-1-130 0,5 1-405 16,-4-5-54-16,-1-1 42 0,2-2 78 0</inkml:trace>
  <inkml:trace contextRef="#ctx0" brushRef="#br0" timeOffset="129069.42">20284 5826 816 0,'0'-3'335'0,"0"3"-48"0,0-10-44 0,-3 7-35 16,3 3-27-16,3-6-19 0,-3 6-68 16,7-1-78-16,-7 1-83 0,13 0-284 0,-2 4-324 15,-2-2 71-15,-2 0 79 0</inkml:trace>
  <inkml:trace contextRef="#ctx0" brushRef="#br0" timeOffset="129286.09">20444 6150 785 0,'0'0'292'0,"0"0"-33"0,0 0-14 0,14-12-22 15,-8 9-21-15,2-4-23 0,1 2-17 0,-2-1-21 16,4 0-16-16,2-2-20 0,-3 3-36 0,1-1-43 16,2-2-37-16,-3 2-83 0,1 1-109 15,-1 0-242-15,-3 0-254 0,4 2 108 0,-4 2 30 16</inkml:trace>
  <inkml:trace contextRef="#ctx0" brushRef="#br0" timeOffset="129485.97">20558 6228 934 0,'0'0'233'16,"0"0"-21"-16,0 0-38 0,0 0 3 0,0 0-26 15,0 0-8-15,16-10-17 0,-16 10-16 16,7-7-28-16,-1 6-36 0,2-2-41 0,-1-1-74 15,2 1-75-15,-2-3-147 0,4 4-372 0,-4-4 84 16,-1 4 21-16</inkml:trace>
  <inkml:trace contextRef="#ctx0" brushRef="#br0" timeOffset="129986.35">20646 5909 1018 0,'0'-8'310'0,"0"2"-34"15,3 2-20-15,1-3-20 0,2-1-29 16,-2 0-17-16,3 1-21 0,2 5-13 0,-1-4-23 16,-1 3-8-16,3-2-4 0,0 2-29 0,-3 3-5 15,-7 0-18-15,14 0-3 0,-4 3-9 0,-3 2-14 16,0-1 1-16,-4 3-3 0,3 0-8 15,-5 3 3-15,2-2-11 0,-3 2-4 0,0 3-8 16,-3-5-1-16,2 3-9 0,-2-1-6 0,0 2-22 16,0-3 12-16,2-1-15 0,-2 0-26 15,3-1-5-15,-3-3-12 0,3 2 7 0,0 0 5 16,0-6-3-16,3 6 16 0,0-1 5 0,-3-5 11 16,7 2 12-16,-3 0-3 0,-4-2 3 15,11 4 8-15,-2-4 2 0,-2 0-2 0,4 3 10 16,-4-2 10-16,3 3-5 0,-1-3 3 0,2 2 15 15,-1 2-7-15,0-3-1 0,1 4 16 0,-1 2-13 16,-3-5 7-16,4 4 19 0,-5 0 9 16,1 1 4-16,-1-4-9 0,-2 5 6 0,-4-1-10 15,4 0-1-15,-8-1-4 0,4 5 9 0,-4-3-9 16,1 0-19-16,-4 0 11 0,-2 0-1 0,1-1-1 16,1 0-11-16,-3-1 2 0,1-3 8 15,1 2 5-15,-2 0-25 0,3-3-10 0,0-1-39 16,-3 2-44-16,3-4-79 0,7 0-163 15,-10-6-474-15,3 3 51 0,3-4 94 0,1-5 60 16,0 1 63-16</inkml:trace>
  <inkml:trace contextRef="#ctx0" brushRef="#br0" timeOffset="130269.04">21463 5636 726 0,'17'7'264'0,"0"1"-23"16,1 0-8-16,-2 0 41 0,2 0-39 0,2-1-20 15,4 3-18-15,0-2-20 0,0 1-11 16,-1 2-23-16,1-2-9 0,3 5-17 0,-5-3-9 15,1 2-19-15,-2-2-32 0,2 2-27 0,-2-1-53 16,-4-2-46-16,4 2-54 0,-4-2-89 16,0-2-295-16,-4 0-217 0,2 0 74 0,-6-6 66 15</inkml:trace>
  <inkml:trace contextRef="#ctx0" brushRef="#br0" timeOffset="130518.98">21815 5525 826 0,'0'0'259'16,"0"0"-16"-16,-14 10-2 0,14-3-108 0,-6 2 5 16,3 3-20-16,3 1-1 0,-5 3-22 15,2 1 74-15,0 0-18 0,-1 7-10 0,-2-3-11 16,5 4-12-16,-5 0-13 0,2 0-5 0,-3 2-10 15,4-2-3-15,-1 2-8 0,1-2-15 0,0 1-15 16,0-1-21-16,2-1-28 0,1-1-36 16,0-3-72-16,1-2-137 0,2 3-508 0,0-5 39 15,0-3 66-15,1-1 72 0</inkml:trace>
  <inkml:trace contextRef="#ctx0" brushRef="#br0" timeOffset="131035.97">22171 5618 747 0,'10'-7'248'0,"1"0"-20"0,-2 4-16 0,1 2-25 15,-3-3-18-15,1 4-20 0,-8 0-14 16,16 1-14-16,-9 2-16 0,3 1-3 0,-3 3-7 15,0-1-6-15,0 3 16 0,0 1-23 0,-4 4-13 16,1-1 70-16,-4 2-19 0,0 2-8 0,-1-1-12 16,-2 1-8-16,-3 0-15 0,1-1-8 15,-4 1 0-15,5-3-17 0,-3-2 4 0,1 1-7 16,1-2-8-16,-1-3 12 0,3-1-22 16,0 1-3-16,3-2 5 0,-1-3-20 0,1-3-3 0,0 0 1 15,0 0-1-15,0 0 3 0,0 0 7 16,10 1-22-16,-10-1 2 0,0 0-11 0,15-7 14 15,-9 6-3-15,1-2 5 0,0 1-7 0,0 0 2 16,3 2-6-16,-10 0 14 0,17-1-10 16,-10 2 4-16,3 1-10 0,0 0 3 0,-2 1 0 15,2 3 15-15,-1-2 3 0,-1 3 3 0,-1 1 7 16,-1-1-13-16,-2 1 0 0,-1 2 3 16,0-2-3-16,-3 4 8 0,0-1-5 0,-3-2 0 15,0 2-6-15,-1 1 6 0,-3-2 8 16,-3 0-6-16,3-1 8 0,0-1-8 0,-3-2 6 15,0-2 10-15,0 1-24 0,3 0 16 0,-4-3-5 16,1-2-2-16,3 0-34 0,7 0-36 0,-20-5-5 16,10 1-43-16,3-3-67 0,-1-1-115 15,-1-1-177-15,6 1-345 0,-1-1 94 0,4-3 75 16,0 2 53-16</inkml:trace>
  <inkml:trace contextRef="#ctx0" brushRef="#br0" timeOffset="131418.81">22926 5178 711 0,'0'0'248'16,"0"0"-7"-16,0 0-26 0,0 0 8 0,0 0-34 15,24 13-17-15,-14-7-21 0,0 6-3 0,1-3-12 16,3 2-16-16,2 3-5 0,-1 2-7 15,1-4-16-15,2 3-5 0,-5 0-10 0,4 1-3 16,-3-1-20-16,3-2 7 0,-1 1-12 16,-4-2-13-16,1 1-11 0,-3-5-32 0,1 3-40 15,-1-3-88-15,0 1-78 0,-3-1-140 0,0-2-382 16,-1-4 83-16,1 0 53 0,-7-2 46 0</inkml:trace>
  <inkml:trace contextRef="#ctx0" brushRef="#br0" timeOffset="131669.19">23241 5101 565 0,'0'16'248'16,"0"-8"-25"-16,-3 2 8 0,6 2-32 0,-3 7-4 15,0-1-11-15,0 1-20 0,3 4 5 0,0 2-21 16,-2 0 6-16,2 0-31 0,0 0-6 15,0 0-9-15,0 0 10 0,-2-1-26 0,2 1-5 16,1 0-3-16,0-3-27 0,-1-2 17 16,-3-1-25-16,3 2-6 0,1-3 3 0,-4 0-13 15,3-1-38-15,0 1-25 0,0-4-40 0,-2 1-78 16,-1-4-149-16,3 3-479 0,1-4 65 0,-1-1 61 16,0-1 87-16</inkml:trace>
  <inkml:trace contextRef="#ctx0" brushRef="#br0" timeOffset="132201.75">23565 5368 808 0,'7'-8'256'15,"0"1"-23"-15,0 1-10 0,0 1-26 16,-1 4-28-16,2-4-18 0,-2 5-10 0,-6 0-26 16,14 0-13-16,-14 0 11 0,14 6-5 0,-7-2-1 15,2 3-23-15,-2 0-14 0,1 3 14 16,-2 4-5-16,-2-3-9 0,-1 3-12 0,0 2-1 16,-3-3-6-16,0 2 5 0,0 0-17 0,-3 1-1 15,0 1 16-15,-1-1-24 0,1-1 9 0,-1-5-26 16,-3 2 17-16,4 0 68 0,2-3-9 15,-5 1-12-15,6-3-3 0,-3 1 6 0,3-5-24 16,-3 3 10-16,3-6-17 0,0 0-3 0,0 0-5 16,0 0-2-16,0 0 4 0,0 0-7 15,0 0-11-15,0 0 1 0,0 0-8 0,0 0 10 16,24-9-7-16,-18 6-9 0,-2 1-4 0,2-1-5 16,-6 3 20-16,14-1-16 0,-14 1 1 15,14 0-10-15,-8 0 2 0,2 1 2 0,1 2 6 16,-2-1 5-16,0 2-8 0,1 4 5 0,-2-4-8 15,-2 3 1-15,-1 1 5 0,0 0-3 16,0-1 15-16,-1 1 6 0,-4 1-16 0,2-1 3 16,-6 2-16-16,3-3-50 0,-4 1 1 0,2 0 9 15,-1 0 10-15,-4-1 10 0,5-2-6 0,-7 0 6 16,2-2-12-16,0 2 1 0,-1-4-4 0,4-1-16 16,-6-1-41-16,2 1-48 0,-2-5-100 15,0 2-277-15,1-2-271 0,2-5 49 0,-4 2 77 16,4-3 60-16</inkml:trace>
  <inkml:trace contextRef="#ctx0" brushRef="#br0" timeOffset="133334.57">24823 4745 842 0,'0'0'289'0,"-13"6"-33"15,5 2-10-15,-1 0-31 0,2 3-16 0,0 2-9 16,-1-1-27-16,2 3-91 0,3 2-8 16,-1-1-13-16,1 1 13 0,6 1-10 0,-1-1-18 15,0 1 7-15,1-1-2 0,3-1 5 0,2 0-12 16,-1-2-6-16,3-1 3 0,0-1 7 16,1-3-2-16,2 1-5 0,-2-3-3 0,2-1 8 15,0-4-3-15,3 0 0 0,-4-4-15 0,2 1-3 16,-1-3 8-16,1 0-7 0,-1-5-1 0,-2 1 3 15,1-2-5-15,-4-4 2 0,-1 0 1 16,1 1 4-16,-2-3-7 0,-3-5-3 0,-2 2-2 16,-1-3-1-16,0-5 9 0,-1 2 7 0,-5-2-5 15,3 2-8-15,-5 0-2 0,4 1 10 16,-5 5-6-16,2 0 22 0,0 0-16 0,-3 7 7 16,3-1-4-16,-3 2-6 0,2 4-2 15,-5 3-3-15,3 2 13 0,-4 7-2 0,4-3 2 16,-7 7-11-16,6 2-6 0,-3 1 14 0,1 4-12 15,0 0 2-15,5-3 8 0,2 3-8 16,-1 0 5-16,4 0 6 0,0-1-11 0,2 0 8 0,2-3-8 16,-1 1 1-16,3-1-9 0,3-2 6 15,-2 2-11-15,6-3 24 0,-3-1-11 0,3 0-13 16,3-4 3-16,2 2 8 0,1-3-18 16,2 1-13-16,-1-4-39 0,3 1-7 0,1-1-31 15,3-1-58-15,-1 2-73 0,1-2-101 0,-3 1-406 16,5 0 68-16,-5-1 35 0,2-2 56 0</inkml:trace>
  <inkml:trace contextRef="#ctx0" brushRef="#br0" timeOffset="133753.47">25340 4861 755 0,'0'0'271'0,"0"0"-18"0,-12 11-97 0,9-4-4 0,-3 2-32 16,3 3 23-16,-1-1-15 0,1 3 54 15,0 3-3-15,-1 0-15 0,0 0-21 0,4 2-15 16,-3-1-10-16,3 1-11 0,-1-1-7 0,1-1-15 16,0 1-6-16,1 0 6 0,-1-1-14 15,3-2-14-15,1 0 4 0,-1-4-7 0,-2 3 2 16,5-4-12-16,-2 0 4 0,2-2-12 0,1 0 10 16,3-2-2-16,0-2-9 0,0 0 1 15,3-1-13-15,-1-3 13 0,2 0-13 0,-4-2 0 16,3 1 3-16,1-3-1 0,-4 0 1 0,4-2-5 15,-4 4-6-15,-3-7 0 0,0 1-5 16,0 0-4-16,0-5 9 0,-4 2 11 0,-3-3-14 16,3 0-1-16,-6-2 9 0,0 0-2 0,0 0-8 15,-1-1-2-15,-3 3 7 0,0-1 8 0,-3 3 3 16,5-3-21-16,-7 7 10 0,5-3 6 16,0 3-1-16,0 0-2 0,-3 2-8 0,3-1-2 15,0 3 8-15,-2-1-6 0,1 2 3 0,1 2-29 16,1-2 1-16,6 3 5 0,-14 0-26 15,14 0-26-15,-10 0-25 0,10 0-28 0,-7 6-49 16,3-5-69-16,1 4-153 0,3-3-408 0,0-2 37 16,0 0 112-16,7 9 38 0,-7-9 69 0</inkml:trace>
  <inkml:trace contextRef="#ctx0" brushRef="#br0" timeOffset="133968.71">25630 4959 744 0,'6'-6'282'0,"-1"3"-29"0,5-4-27 0,0 0-24 16,4 0-20-16,-1 3-14 0,5-4-27 0,-2 0-10 16,2 0-6-16,1 2-20 0,-1-1-54 15,0 3-33-15,1-4-69 0,-1 3-87 0,-2 0-151 16,-1 0-408-16,-2 3 83 0,-2-3 54 0</inkml:trace>
  <inkml:trace contextRef="#ctx0" brushRef="#br0" timeOffset="134168.75">25716 4700 854 0,'3'10'282'0,"0"5"-13"0,4 1-34 0,0-1-20 16,0 4 0-16,0 1-36 0,3 1-86 16,2-1-6-16,-4 3-13 0,2-3-2 0,4 4-19 15,-4-1-25-15,1-2-22 0,-1 4-50 0,3-4-79 16,0-3-112-16,-2 3-446 0,0-7 49 16,3-1 66-16</inkml:trace>
  <inkml:trace contextRef="#ctx0" brushRef="#br0" timeOffset="134652.47">26150 4636 678 0,'-7'17'279'15,"7"-9"-28"-15,-3 2-36 0,3 3-16 0,0-2 4 16,0 3-29-16,3-2-26 0,0 1-10 15,0 3-20-15,1-3-16 0,-1 2-4 0,5-1-4 16,-2-2-9-16,1 1-8 0,-1-2-13 16,1-3-21-16,1-1 26 0,1 0-18 0,0 0-2 15,3-4 0-15,-2-2-13 0,2-1 2 0,0 0 21 16,-1-2-34-16,3-3-4 0,-1 1 2 0,0-5 0 16,-2-3 13-16,-1 0-16 0,-3-2-7 0,4-5 0 15,-5-4 0-15,-3 0-11 0,-2-2 11 16,-2 0-3-16,-2-2 13 0,-3 2-15 0,-2-2-5 15,3 2 7-15,-7 0-5 0,2 2 69 0,-1 3 0 16,0 0-2-16,-8 8-13 0,5-4 0 16,-6 7 0-16,-1 0-13 0,4 4-3 0,-3 2-12 15,0 2 0-15,2 1-1 0,1 1-14 16,0 3 15-16,0 1-1 0,3 3-4 0,0 0-13 16,4 3 12-16,0 2-20 0,4-1 26 0,-2 2-21 15,5 0 24-15,3-2-19 0,0 4 11 0,3-5-11 16,0 3-2-16,2-3 2 0,4 0 11 15,2 0-21-15,2 0 5 0,-2-3 0 0,6 1 3 16,0-3-21-16,4 2-27 0,2-4-37 0,1 1-38 16,0 2-54-16,0-4-210 0,4 0-501 0,-4 0 109 15,-1-6 86-15,-2 0 58 0,0 0 53 16</inkml:trace>
  <inkml:trace contextRef="#ctx0" brushRef="#br0" timeOffset="134852.47">26594 4611 952 0,'-4'10'299'0,"4"3"-22"15,0-4-11-15,0 7-100 0,0-4 1 0,5 3-1 16,-2 2-12-16,0-2-26 0,2 3-21 16,-3-1-10-16,4-2-7 0,-2 2-3 0,-1-1-10 15,5 0-16-15,-5 1-22 0,4-1-22 16,-4 1-45-16,6 0-59 0,-4-4-56 0,2-1-144 0,2 0-445 15,-2 1 62-15,1-6 73 0,2-2 44 16</inkml:trace>
  <inkml:trace contextRef="#ctx0" brushRef="#br0" timeOffset="135102.47">26870 4354 1136 0,'0'0'307'0,"0"0"-23"16,0 0-25-16,0 0-34 0,18 13-12 15,-11-5-21-15,4 2-24 0,2 1-6 0,1 3-24 16,2 1-2-16,-1 1-14 0,5 2-9 0,0 1-26 16,-3-1-5-16,4 2 10 0,0-1-18 15,-2 0-12-15,-1 2-6 0,0-4-15 0,-2 0-20 16,-3-4-55-16,2 1-50 0,-2 1-67 0,1 0-243 15,-4-6-420-15,1 1 97 0,-1-4 54 0,-2-4 64 16</inkml:trace>
  <inkml:trace contextRef="#ctx0" brushRef="#br0" timeOffset="135368.68">27184 4184 842 0,'-19'2'258'0,"12"4"-30"0,1 2-23 0,-2 3-21 15,-2 3-12-15,5-1 55 0,-6 8-4 16,3-4-31-16,1 3-3 0,-1 4-30 0,-4 2-10 16,5-1-14-16,-3 5 1 0,3 0-23 0,-4 0-8 15,2 2-3-15,2 0-13 0,-4-3-17 16,7 3-8-16,-5-2 10 0,2-3-20 0,1-2-15 15,-2-1-52-15,4 1-54 0,-2-4-81 0,2 2-223 16,1-5-449-16,0-2 63 0,3-2 68 16,0-7 77-16</inkml:trace>
  <inkml:trace contextRef="#ctx0" brushRef="#br0" timeOffset="135918.47">27441 4236 1200 0,'4'-8'333'0,"3"1"-41"0,3 3-42 0,-3-2-14 15,0 4-16-15,2-3-20 0,1 4-31 16,-2 1-29-16,-8 0-9 0,18 1-16 0,-8 4-5 15,0-3-10-15,0 4-15 0,-3 2-4 0,0-2 1 16,-1 4-15-16,-3 0-1 0,-2 5-7 16,2-3-8-16,-6 2-2 0,2 3 5 0,-5-1 2 15,0 1-25-15,-1-3-3 0,3 1 5 16,-3-1-5-16,2 1 1 0,-3-5-1 0,4 0-13 0,-2-1 6 16,3 0-9-16,1-2 4 0,-1 1-3 15,0-2-6-15,0-2 6 0,3 1-8 0,0 2-2 16,0-7-1-16,0 6 16 0,0-6-15 0,3 10 4 15,0-8-4-15,2 2 10 0,-2 0-3 0,5-1 0 16,-3 3 1-16,5-3-11 0,-2 2 5 16,1 2 5-16,1-3 8 0,-3 3 0 0,4 0-11 15,-4 1-4-15,3 1 7 0,2 1 16 16,-4-1-26-16,-1 4 7 0,0-2 11 0,-3 2-7 16,2-1 7-16,-5 1-16 0,-1-1 16 0,0-2 18 15,-1 3 7-15,-2 3-20 0,-4-5 29 16,0 3-4-16,0-2-14 0,-3 1-6 0,0-4 0 15,0 1 10-15,3-1-15 0,0-3-2 0,-1 2 9 16,-1-4 4-16,2 1-14 0,1 2-15 0,-2-4-15 16,3-2-8-16,-3 2-53 0,1-1-29 0,-1-2-90 15,-1 0-191-15,2 0-518 0,7 0 62 16,-14 0 103-16,7-5 66 0,0 4 79 0,-2-5 62 16</inkml:trace>
  <inkml:trace contextRef="#ctx0" brushRef="#br0" timeOffset="142451.72">23678 6317 675 0,'-3'-4'254'0,"3"4"-11"16,0 0-13-16,-3-4-104 0,3 4-4 16,0 0 9-16,-1-6-26 0,1 6 2 0,0 0-7 15,0 0-13-15,-4-3-10 0,4 3-10 16,0 0-6-16,0 0-5 0,0 0 11 0,0 0-8 0,4 17 0 16,-3-9-3-16,2 3 82 0,3 6-5 15,1-2-12-15,0 8-11 0,3-3-21 0,-3 4 16 16,3 2-2-16,6 5-19 0,-1 11-2 0,2-1-15 15,0 0 2-15,1 0 0 0,-2 0-8 16,2 1-12-16,-4-9 0 0,-4-5-6 0,3 0 1 16,-2 2-6-16,2-3 0 0,-6-3-12 0,4-2 2 15,-5-4 5-15,1-1-10 16,0-2-7-16,-1-4 12 0,-1 5-13 0,1-8 13 0,-1 1-10 16,-3 0 0-16,1-2 10 0,0-3-17 0,0 0 19 15,-3-4-1-15,0 0-12 0,0 0-11 16,8-14 9-16,-8 3-28 0,-4-5 3 0,4-7-11 15,-7-2-2-15,1-8 5 0,-4-11-22 0,-4-6 1 16,3-2 1-16,-6-1 10 0,0 2 12 0,-3-2-12 16,3 3 5-16,-1 0 13 0,-2 3-3 15,3 4 5-15,-1 2 13 0,2 10 1 0,2 4 1 16,1 2 6-16,-1 6-5 0,4-2-3 0,-1 3 15 16,-2 1-12-16,3 4 5 0,3 0 12 15,-1 3-4-15,2 1-3 0,-1 2-3 0,0-1 3 16,1 7-5-16,-2-1 5 0,8 2-11 0,-13 5 4 15,6 1-1-15,1 3-2 0,1 5-8 16,-1 0 12-16,-1 3-4 0,1 5 0 0,2 0 12 16,-3 0-20-16,3 3 16 0,1 0-14 0,0 0 3 15,0 0-2-15,2 0 12 0,-2-1-5 0,0 1 6 16,3-5-9-16,0-1-9 0,0-2 15 0,-3 0-16 16,3-2 6-16,0-3 9 0,0-4-9 15,0 6-11-15,0-5 11 0,0-5-1 0,-1 2 9 16,1-6-6-16,-4 6-5 0,4-6 10 0,0 0-2 15,0 0-1-15,-3-25-78 0,0 9 12 16,-1-1 0-16,4-6 13 0,-3-3-3 0,3 0 3 16,0-5 10-16,0 5-2 0,0 0 18 0,0-1-3 15,3 2-11-15,0 2 14 0,-2 0 2 16,2 5-10-16,0 3 5 0,-3-2 5 0,5 6 5 16,-2-3-5-16,0 6 10 0,1-3 8 15,2 4-10-15,0 0 0 0,-1 2 0 0,5 0-3 0,0 4 3 16,1 1 10-16,-1 0-13 0,3 0 5 15,1 1 11-15,3 2-11 0,0 1 5 0,0 0 3 16,4 3 0-16,2 0-2 0,-1 0-6 0,1 2 11 16,-2-2-3-16,3 2 2 0,-4-2 11 0,4-1-13 15,-4-1 3-15,-3 2 2 0,4-3-15 16,-4 2 10-16,-3-3-3 0,-1 1 0 0,1 0 6 16,-1 0-18-16,-2-3-11 0,-4 1-56 0,3 2-59 15,-4-4-150-15,2 2-539 0,-3-1 106 16,-5-1 38-16,0 0 102 0,0 0 65 0</inkml:trace>
  <inkml:trace contextRef="#ctx0" brushRef="#br0" timeOffset="143468.03">23359 7571 578 0,'-3'12'246'0,"3"-1"-24"16,-3 5-7-16,3 2-35 0,0 3-1 0,3-2 46 15,0 6-28-15,-1-2-23 0,1 1-7 0,0 1-14 16,1-4-12-16,-1 3-16 0,0-1-79 15,1-3-12-15,-1 1 4 0,0-4-10 0,-3 0-10 16,3 0 3-16,1-6-1 0,-3 3 1 0,-1-4-14 16,3-1 14-16,0 3 2 0,-3-7-13 15,0 2-2-15,0-7-6 0,0 3-4 0,0-3-21 16,0 0 7-16,0 0 29 0,-3-21-26 16,0 7 3-16,3-4-13 0,-1 0 5 0,-3-7 8 15,4-6 0-15,0-3-1 0,-3-1-7 0,3-4 16 16,-3 3 15-16,3 1-6 0,0 3-4 15,0 2 7-15,3 2 6 0,-3 3 12 0,3 0-5 0,-3 4-8 16,0 3-5-16,4 3 1 0,-3 4-1 16,2 1 0-16,4 2 5 0,-1 2-9 0,1 3 6 15,1 3 6-15,4 3 3 0,-1 4 2 0,6 3-16 16,1 3 17-16,2 4-12 0,4 3 6 0,-3 2 5 16,1 2-7-16,6 5 4 0,-4 3-7 15,0-2-18-15,-7-4-8 0,0 1-31 0,-3-2-35 16,0 1-77-16,-1 1-110 0,-2 1-487 0,-1-6 85 15,-4 0 36-15,-2-7 74 0</inkml:trace>
  <inkml:trace contextRef="#ctx0" brushRef="#br0" timeOffset="143917.46">23241 7918 1128 0,'-3'-2'331'16,"3"2"-22"-16,-8-6-32 0,5 3-16 0,3 3-39 15,0-11-22-15,3 8-16 0,3-5-17 0,2 1-11 16,-1-2-23-16,6 1-5 0,5-2-10 0,2 0-21 16,4-3-12-16,6-4-9 0,12-1-4 0,-1-1-3 15,4-2-13-15,-1 0-10 0,4-1 6 0,-1 2-11 16,1-2-21-16,-3 3 8 0,-2-2 8 15,-8 4-21-15,-8 5 3 0,-6-1 11 0,0 2-12 16,-5 3 1-16,-1 1 0 0,-2 0-13 16,-3 0 13-16,-3 3-10 0,0-2 7 0,-4 5-7 15,-3 1 5-15,0 0-8 0,0 0 0 0,0 0 8 16,0 0 0-16,-10 14 5 0,3-9-6 0,-3 8-4 16,3-2 2-16,0 3-5 0,1 2-5 15,-2 0 8-15,2 0-5 0,4 0-1 0,-3-1 3 16,2 0-5-16,3 2 3 0,3-2 15 0,-3-1-16 15,7-2 6-15,-1 2-11 0,2-4-7 16,2 3 10-16,3-4 5 0,4-5-20 0,0 2-13 16,1-3-26-16,3 0-15 0,0-3-28 0,1-3-24 15,3 0-50-15,2-4-18 0,-3 0-116 0,0-3-174 16,3-5-296-16,-9 3 78 0,1-9 50 0,-1 1 89 16</inkml:trace>
  <inkml:trace contextRef="#ctx0" brushRef="#br0" timeOffset="144100.91">24256 7292 540 0,'-7'-18'217'0,"3"2"-4"0,-2 4-16 16,5 2 61-16,-2 3-35 0,0 3-16 0,0 3-20 16,3 1-20-16,0 0-6 0,0 0-8 0,0 0 1 15,-2 20-21-15,2-6-2 0,1 3-19 16,0 0-15-16,2 2 6 0,0 3-8 0,1 3-21 16,2 0 0-16,1 0-7 0,0 2-6 0,0 3-7 15,3-3 2-15,1 2-20 0,-1 0-28 0,0-4-39 16,1 1-64-16,-1-2-122 0,0-6-385 15,1 0-166-15,-2-1 77 0,-5-9 90 0,-1 0 50 16</inkml:trace>
  <inkml:trace contextRef="#ctx0" brushRef="#br0" timeOffset="145184.9">24109 7546 711 0,'0'-6'246'15,"3"-5"-18"-15,1 3-31 0,5-2-26 16,2-1-2-16,-1 1-10 0,8-4 51 0,0 4-13 16,1-3-28-16,1 2-10 0,-2-2-21 0,3 3-23 15,1 2 0-15,-1 0-20 0,-6 1-8 0,4 3-3 16,-4 3-12-16,1 1 0 0,-1 1-19 16,-2 0 11-16,4 6-10 0,-3 0 2 0,0 2-7 15,-1 0-5-15,-3 2-1 0,4 3-17 0,-4 1 12 16,-3-2-7-16,4 1 0 0,-1 1-6 0,-1-3-4 15,-1 2 4-15,2-1 1 0,-3-1-13 16,3-1 7-16,0 2-10 0,-3-3-2 0,3-2 5 16,-2-4-6-16,2 3-4 0,-1-2 2 0,-2-3 11 15,4-2-6-15,-1 0-3 0,0-7 1 16,1 4 2-16,-2-4-7 0,1-2-1 0,-2-4 4 16,-1 1-6-16,-1-4 5 0,-2-2 2 15,2 1-1-15,-1-3 1 0,-2 2-17 0,0-2 13 16,0 3 2-16,-2 1 13 0,2 2 7 0,0 3-12 15,-3 2 2-15,3-3-7 0,-2 8 7 0,-1-2-12 16,0 6 15-16,3-2-13 0,-3 2 0 0,0 0-2 16,0 0 2-16,11 12 2 0,-8-5 4 15,2 3-6-15,-3-2 8 0,4 3-11 0,-2-1 3 16,3-2 8-16,0 1 5 0,-1 0-5 0,1-2 0 16,0 2-16-16,3-1 6 0,1-5 7 15,1 2-3-15,-1-2-12 0,0 1 18 0,6-4-10 16,-2-4-6-16,1 3 1 0,3-2-9 0,-1-4 9 15,0-1-8-15,-2-2 2 0,2-3-2 0,-2 1-1 16,-1-4 6-16,-2-1-10 0,1-3 15 16,-1 2-3-16,-3 0 3 0,1 1 0 15,-4 2-7-15,3 0-4 0,-4 1 14 0,-1-1-13 0,1 1 17 16,1 2 4-16,-4 0 4 0,1 2-7 0,-1 2 2 16,0 0 5-16,3-1 6 0,-5 5-21 15,-1-2 2-15,0 0-2 0,0 6 8 0,-7-3-5 16,7 3-3-16,-10 0 7 0,10 0-17 0,-16 9 18 15,8-1-6-15,-5 0-2 0,3 2 3 16,-1 4-3-16,4-3-3 0,-1 3-2 0,-1-2 8 16,2 2-16-16,1-3 5 0,2 3 11 15,4-3-13-15,-3 2 2 0,3-4 3 0,0 0 10 0,0-1 3 16,3-1-19-16,-3 1 14 0,4-5 5 16,2 3-3-16,-2-5-3 0,3 0 3 0,0 1-2 15,-7-2-1-15,13-2 1 0,-13 2 7 0,17-2 1 16,-13-3-19-16,4 3 13 0,-3 0-5 15,2-2 13-15,-3 1-13 0,-4 3 5 0,10-4-15 16,-7 3 10-16,-3 1-3 0,7-3-5 0,-7 3 1 16,0 0-1-16,0 0 0 0,14 3 13 15,-8 1 3-15,-6-4-10 0,7 4-11 0,-3 0 10 16,3-2-2-16,-7-2 10 0,10 4-7 0,-3 0 4 16,-1-4 6-16,-6 0 0 0,18 0-3 15,-8 0 0-15,1-4-3 0,2 1 9 0,-3 2-14 16,4-5 16-16,-1 2-13 0,1-3 8 0,0-1 2 15,-4-1-8-15,4 1-2 0,-4 0 3 0,1-2-1 16,-2-3-7-16,-2 2 10 0,0-3-2 0,-4 2-6 16,5-3 1-16,-5-2 2 0,-3 1 2 15,0-3-12-15,0-3 8 0,-3 4 7 0,0-6-3 16,-2 1 3-16,-2 4-5 0,1-4 6 0,2 6 12 16,-5 2-8-16,5 3-8 0,0 2-7 15,-2 2-2-15,2 0 7 0,1 2 2 0,0 5-4 16,3 1-1-16,0 0 6 0,-12 10-14 0,11-1 19 15,-1 4-13-15,2-3 0 0,0 6 7 16,3 1-12-16,2-1 5 0,-2 1 5 0,1 0 8 16,5 2-14-16,-2 3 6 0,4-4 3 0,-1 0-8 15,0 3-18-15,1-4 0 0,-1-1-23 0,3-5-3 16,-2 3-25-16,2-4-49 0,-2 0-36 0,2-2-143 16,1 0-399-16,0-2-75 0,-1-5 83 15,1 1 58-15,-4-4 77 0</inkml:trace>
  <inkml:trace contextRef="#ctx0" brushRef="#br0" timeOffset="145583.26">25605 6928 724 0,'0'0'315'16,"0"0"-21"-16,8 14-2 0,-4-6-110 0,-1 1-16 15,3 0-15-15,1 5-15 0,1-3-13 16,2 5-6-16,0-4-17 0,0 1-3 0,0-3-15 15,0 3-7-15,-3-3-9 0,4-2-10 0,-4 1 3 16,4-2-10-16,-2-4-6 0,1 3-7 0,0-3 18 16,-2-3-16-16,2 0 8 0,0 0-5 15,1 0 6-15,-2-4-1 0,-2-3-8 0,3 0-20 16,-3-2 5-16,0-1-5 0,-3-5 7 0,2-1-4 16,-3-2-8-16,-2 1 7 0,-1-4-7 15,0 3 0-15,0 0 5 0,0 4-8 0,0 2 10 16,0-1-14-16,0 5 4 0,-1 3 5 0,-2 0-5 15,3 5-4-15,0 0 9 0,0 0 3 16,-6 25-3-16,2-8 3 0,4 3-3 0,0 0 3 16,0 6 59-16,0 4 2 0,3-1-4 0,-2-3-11 15,2 4-13-15,3 2 0 0,-5-6-2 16,6 0 2-16,-2 0-8 0,0-2-14 0,1 0-35 16,-2-5-11-16,3-2-37 0,-3-1-69 0,2-3-123 15,-2-1-598-15,2-3 45 0,-3-2 92 0,-2-6 68 16,-1-1 65-16</inkml:trace>
  <inkml:trace contextRef="#ctx0" brushRef="#br0" timeOffset="146884.44">25513 5586 563 0,'0'0'148'0,"0"0"-5"0,0 0-20 16,0 0-15-16,0 0-3 0,11 21-3 0,-4-17-17 15,0 2 4-15,5-1-7 0,-1 1-13 0,0 1 80 16,6-1-21-16,-1-2-5 0,-1 1-21 0,5-2 8 15,0-2-15-15,-2 2-6 0,6-3-14 16,-1-3 6-16,5 2-4 0,3-2-13 0,3-4-5 16,7 0-79-16,-6-1-6 0,15-3-10 15,1-3 11-15,-13 2 12 0,12-4 8 0,-6 0 0 16,-7 0-3-16,-6 1-10 0,9-4 15 0,-6 1 1 16,-6 2-11-16,2-2 28 0,-2 2-27 0,-1 0 9 15,-3 0-2-15,3 0-13 0,-3 5 26 16,-3 0-1-16,-1 1 16 0,1 2-41 0,-1 2 11 15,-3 1-6-15,1 4 8 0,-2-2 5 0,2 3-3 16,-1 3 3-16,0-1 5 0,0 2-7 0,-3 2-13 16,3 1 2-16,-4 0 20 0,0 1-9 15,-1 1 4-15,-1-5-4 0,-2 4 7 0,-2-1-10 16,0-1 0-16,-1-2 5 0,1 1 5 16,0-1-8-16,-3 2 11 0,2-2 10 0,-2-2 10 15,-4-2 18-15,6 4-2 0,-2-1 2 0,-4-3 0 16,0 0-10-16,0 0-1 0,14-7-12 0,-11 1 13 15,3-2-5-15,-2-1-3 0,4-1 3 16,-2-3-6-16,1 0-12 0,6-3 5 0,-2-2 0 16,2-3-10-16,5 1 12 0,1-5 3 0,-1 3-7 15,6-3 58-15,-4 6-2 0,4-4-14 16,0 5-9-16,-3 1 2 0,-1 4-2 0,1 1-13 16,-3 3-3-16,3 2 0 0,-5 0-10 0,0 4 3 15,-1-1-8-15,1 1-3 0,0 2-12 16,-4 1 7-16,2 0 3 0,-1 1 2 0,-3 2-2 15,4-2 7-15,-1 2-14 0,0 0 1 0,-2-3 6 16,0 4 2-16,3-2-4 0,-1-1-1 16,1-1 10-16,0 1 1 0,3-2-11 0,0 0 0 15,0-1-2-15,3-2 7 0,-2 1 6 0,4-4-1 16,-4 5-15-16,0-5 1 0,2 1 9 0,0-1-5 16,1-3 0-16,-4 3 1 0,0-1 4 0,-3 0-7 15,0-2-1-15,2 2 6 0,-5-3 5 16,-1 2 0-16,0 0-5 0,1-4-11 0,-4 5-2 15,-1-1-36-15,-2 1-22 0,-4 2-45 16,0 1-73-16,0 5-85 0,-7-1-282 0,7 1-230 16,-21 6 92-16,8 1 54 0,-8 6 56 0</inkml:trace>
  <inkml:trace contextRef="#ctx0" brushRef="#br0" timeOffset="147351.49">27233 5559 808 0,'0'0'267'0,"0"-9"-22"0,0 9-25 0,0 0-28 16,0 0-10-16,0 0-15 0,14 11-24 0,-7-5-15 16,-1 2-13-16,-2 1-13 0,6 2-12 15,-3 1 0-15,0-2-11 0,3 5-7 0,-1-4-6 16,-1 5-15-16,-1-3-5 0,3 1-5 0,-2 3-2 16,3-3-1-16,0 3 3 0,0-1-15 0,-1-3 10 15,0 2-13-15,3-5 7 0,-5 3-7 0,7-3 0 16,-3 2-10-16,-1-3 18 0,6-3 5 15,0 2-13-15,0-3-3 0,4 1 3 0,-1-4-5 16,4-1 67-16,0-1-9 0,7 0-4 0,3-1-3 16,3-5-10-16,1 3-3 15,4-5-12-15,8 0-6 0,-5-1-4 0,10 0 9 0,-14-3-15 16,-4 6 6-16,1-1-14 0,-4-2-2 0,-1 0 5 16,-8 2-10-16,-1 0-8 0,-3-2-15 15,0 2-11-15,-5 0-45 0,0 3-67 0,-6-3-59 16,-5 2-164-16,1 1-440 0,-5-2 41 0,-2-1 84 15,-5 1 44-15,-4 1 74 0</inkml:trace>
  <inkml:trace contextRef="#ctx0" brushRef="#br0" timeOffset="147784.1">27270 5511 880 0,'-7'6'305'0,"1"2"-26"0,0-1-23 16,-1 3-108-16,-1 2-20 0,1 2-3 0,1 2-7 16,1 0-23-16,-3 0-3 0,4-3-13 0,-3 4 1 15,4-2-21-15,-4 2 79 0,3-3-28 16,-3 3-5-16,3-6-13 0,-2 3 3 0,3-5-21 15,-1 2-2-15,1-2-6 0,-3 1-12 16,5-4-3-16,-3 1 3 0,1-1 7 0,3-2-4 0,-3 0-6 16,3-4 0-16,0 0-23 0,0 0 8 15,0 0 2-15,-10-14-9 0,8 6 4 0,0-3-5 16,-1 1-2-16,3-6-8 0,-3-2-8 0,3-2 0 16,3-1 10-16,-3-7-7 0,5 2 8 15,-3 1-19-15,4-2 24 0,-2 4-3 0,2-2 3 16,2 4-9-16,2 0 1 0,-2 7-7 0,-3 1-9 15,6 0 11-15,-4 3-3 0,3 3 0 16,3 4-2-16,-2 2-13 0,3 1 18 0,4 0-6 16,1 3-14-16,-2 3-26 0,10 1-29 0,-1 2-66 15,-3 0-138-15,10 2-569 0,0 3 52 16,-4-3 105-16,-1-2 66 0,-1 3 54 0</inkml:trace>
  <inkml:trace contextRef="#ctx0" brushRef="#br0" timeOffset="148151.37">28744 5704 972 0,'8'30'289'0,"-2"-4"-35"0,1 0-19 0,2 5-22 16,-1 0-19-16,-1-1-15 0,6 17-17 0,-2-12-21 15,-4-2-19-15,3 2-32 0,-1-4-26 0,-1 2-33 16,2-4-47-16,-4 0-32 0,-2-3-62 16,4-2-52-16,-5-7-181 0,0 0-348 0,0-5 59 15,-2-1 71-15</inkml:trace>
  <inkml:trace contextRef="#ctx0" brushRef="#br0" timeOffset="148400.21">28652 5603 770 0,'3'-15'230'16,"1"5"-30"-16,0-1-11 0,-1 4-17 15,0 0-13-15,4 4-31 0,-1-1-6 0,2 1-9 16,-8 3-5-16,17 3-9 0,-5 1-6 16,-1-1-1-16,0 5-21 0,3 1-7 0,-1 3 8 15,-3-1-11-15,1 3-7 0,2 1 3 0,-6-1-11 16,2 3-5-16,-7 1 2 0,1-1 67 0,-3-1-7 15,0 3-6-15,-3 0-13 0,-4-2-17 0,-1 0-13 16,-2 2-34-16,-1-3-33 0,-5 1-48 16,6-4-83-16,-7 0-222 0,7-1-407 0,3-5 87 15,-1-2 62-15,2-4 63 0</inkml:trace>
  <inkml:trace contextRef="#ctx0" brushRef="#br0" timeOffset="149532.94">29001 5567 709 0,'13'11'286'0,"1"2"-22"0,-4-3-41 0,-3 0-11 16,3 4-28-16,-2-4-2 0,-2 0-28 15,0 4-19-15,-2-5-12 0,1 2-13 0,-3 2-23 16,-2-2 8-16,0-3-13 0,-1 2-10 0,0 1-1 15,-4-5-14-15,1-1-1 0,-2 2-5 0,0-4-79 16,2-2 23-16,4-1 0 0,-17 0 5 16,17 0 2-16,-10-4-9 0,2-4 12 0,2 0-5 15,-1-1 12-15,4-3-12 0,2 0 6 0,-2-3-12 16,3 4 6-16,3-5 18 16,-2-1-10-16,2 4-3 0,4 1-2 0,-1-2 7 15,2 2-10-15,5-1 5 0,-3 2-10 0,4 3 2 0,2-1 14 16,-1-3-9-16,3 8 1 0,-2-5-3 15,2 2 2-15,1 2 3 0,-1 1 6 0,2-2-4 16,0 3-4-16,-2-4 10 0,2 2 7 0,1 2-17 16,0-3 12-16,-2 2-25 0,2-1 10 15,-3-2 15-15,2 3-15 0,0-2 5 16,-3 3-23-16,1-4 31 0,-1 2-5 0,-2 1-11 0,-3-2 14 16,2 3-4-16,-4-4-9 0,1 0 9 0,-3 5 6 15,-3-4-10-15,2 0-1 0,-4 2-2 16,4 2 11-16,-4-3-6 0,-3 5 5 0,0 0-2 15,0 0-1-15,0 0-9 0,0 0-1 0,-13 14 1 16,9-5-14-16,-2 2 16 0,-1 3 0 16,1-2-7-16,-2 2-1 0,4 1 16 0,-2 1-3 15,3-3-13-15,3 1 8 0,-1 0 5 0,1 0-15 16,1-1 18-16,-1 0-3 0,6 1-8 0,0 0 8 16,-2-4-5-16,7 1 5 0,-1-3-5 15,3 1 11-15,3-2-9 0,-1-2 3 0,4-2 0 16,-3 1-2-16,4-2 12 0,1-2 13 0,0-5-25 15,2 2 0-15,1-2-1 0,0-3-10 16,0-1 11-16,1 0-11 0,-3-2 13 0,-1-5-5 16,0 1-15-16,-1-4 7 0,-3-4-2 0,-3 0 2 15,-3 5-4-15,-2-1 7 0,-5 3 5 16,-1 2 0-16,-3 2-6 0,0 3 4 0,-3 0-3 16,-4 3-3-16,-2 3-5 0,-1 3 16 0,-5 3-11 15,-2 4 8-15,3 1 10 0,-3 2 3 16,0 5-20-16,0-4-4 0,4 6 11 0,2-4-7 15,0 0-11-15,2 1 5 0,4 2 21 0,-1-7-8 16,3 2-16-16,3 2 11 0,0-2 5 0,0-3 5 16,6 2-15-16,-2-2 20 0,3-1-7 15,0-1 2-15,2-2 5 0,2 0-15 0,0-4 15 16,1 1-7-16,3-2 4 0,-5-3-4 0,7 0-3 16,-4-3-8-16,2-2 3 0,-2-1-2 15,0-6-14-15,0-2-7 0,-5-3-3 0,-1-4-5 0,3 0 3 16,-6-4 13-16,1 0-1 0,-3 1 3 15,-2-9 11-15,0 2-6 0,0 4-8 0,0-5 3 16,0 9 31-16,0-4 3 0,-1 6 1 16,1 4 14-16,-3 0-18 0,0 3-3 0,3 4 0 15,-3 3-4-15,3 4-9 0,-2 5 13 0,2 2 3 16,0 0-10-16,0 0-1 0,-12 25 8 16,11-12-15-16,-2 7 21 0,0 1-11 0,3 7 0 15,0-2 13-15,3 3-8 0,-3 1-2 0,4 3-16 16,2-1 18-16,2-3-15 0,2 1 8 0,0-2-3 15,4-2 7-15,-1 2 1 0,4-6 7 16,-3 0-12-16,5-6 0 0,-4 1-6 0,4-5-5 16,0 1 3-16,-2-6-20 0,0-2-6 0,0-1-13 15,0-3-12-15,-3-1 13 0,6-4-9 16,-6 0-12-16,5-3-10 0,-7-3 5 0,5-5-10 16,-4-1-3-16,-2-3 15 0,2 0 26 0,-3-2 18 15,-2 2 18-15,2 2 67 0,-3 2-32 16,-1 1-12-16,0 4 5 0,-4 6-23 0,4-2 13 15,-4 5 7-15,-2 1 3 0,0 0-10 0,0 0 28 16,5 16-25-16,-5-7 12 0,3 0-10 0,-3 0-3 16,3 2 0-16,-3 3-15 0,1 0-43 0,2-3-31 15,-3 3-67-15,4-3-184 0,-1 3-397 16,1-4 87-16,-1-2 64 0</inkml:trace>
  <inkml:trace contextRef="#ctx0" brushRef="#br0" timeOffset="150133.75">30658 5372 662 0,'0'0'279'0,"0"0"-12"0,0 0-37 16,0 0-20-16,-18 13-23 0,10-6-13 15,0 2-21-15,1 0-7 0,1 1-2 0,-1 2-16 16,1-2 2-16,3 1-20 0,-2-1-7 0,2 2-14 15,2-1 6-15,-2 0-18 0,3 1-6 0,-3-4 1 16,6 0-16-16,-1 1 1 0,0-1-1 16,1 0-5-16,3 1-69 0,2-5-5 0,2 3-2 15,-3-1-1-15,7-3-15 0,-4 2 5 16,7-3-17-16,-3 0-14 0,3 1-30 0,0-6-6 16,3 1 3-16,-3 0-20 0,1-4-5 0,5-4 10 15,-4 2-24-15,-3-6 11 0,2 0 29 0,-5-5-1 16,3-2-8-16,-2-4 19 0,-4-1 40 15,-3 1 21-15,1-6 7 0,-5-1 21 0,3 1 5 16,-2 0 24-16,-4 1 32 0,3 4 0 0,-3 1 29 16,0 6 0-16,0-1-19 0,0 6 11 15,0-1-15-15,0 5-13 0,-3 3 2 0,3 2 5 16,0 5-15-16,0 0 8 0,0 0 2 0,0 0-25 16,-7 23 36-16,7-7-26 0,0 0-3 15,0 4 8-15,5 3-2 0,-4 2-11 0,0 2 0 16,2-1 3-16,2 0-3 0,-3-1-7 15,1 3-8-15,3-6 5 0,-4 3-10 0,4-2-26 16,-2-1-49-16,-1-3-86 0,0 2-195 0,0-3-389 16,1-1 69-16,-4-6 61 0,0-4 62 0</inkml:trace>
  <inkml:trace contextRef="#ctx0" brushRef="#br0" timeOffset="150933.17">30864 5395 924 0,'3'-7'317'0,"3"3"-38"0,2-2-10 15,-1-2-29-15,3 4-22 0,7-3-34 16,-2-1-2-16,1 2-26 0,0-1-25 0,2 3 4 16,0-2-12-16,1-2-28 0,-1 1-3 0,1 3-82 15,1-4 3-15,-5 0-5 0,6 1-6 16,-4 0 3-16,0-1-7 0,2 0-11 0,-7 2 3 15,2-4-13-15,-1 1 13 0,1 0-1 16,-4 2-2-16,-3-2-10 0,2 3 13 0,-4-1 3 16,-2 0-1-16,0 0-5 0,-2 5 11 0,-1 2-16 15,-4-6-5-15,4 6 17 0,0 0-4 0,-18 1-3 16,9 4 31-16,2-1-30 0,-1 4-1 16,-1-1 8-16,2 6-3 0,0-1 8 0,0 2 20 15,3 1-20-15,1-1-2 0,0 1 20 0,3 2-18 16,3-3 13-16,0 3-8 0,-2-4 2 15,5 1 1-15,2 1 0 0,2-3 2 0,0 0 3 16,4-1 7-16,-1-2-7 0,3-3-8 16,-1 2 3-16,4-4 2 0,-1 0 0 0,0-1-2 0,2-2 0 15,-3-1-1-15,4-1 9 0,0-2-11 16,-1-3 13-16,4-1-8 0,-3-1 0 0,2-2-10 16,-2-1-2-16,0-3 12 0,-5 0 10 0,2 1-22 15,-2-4 9-15,0 1-4 0,-8 1-18 0,-1 4 20 16,2 2-13-16,-7-3 11 0,1 4-11 15,-3 3-7-15,-3-1 2 0,3 6 18 0,-11-1-8 16,11 1-4-16,-20 7-6 0,3-1 15 16,6 6-12-16,-6 1-10 0,4 1 7 0,-1 3 10 15,3 1 1-15,1-3 2 0,0 2-3 0,3-3 6 16,1 3-1-16,2-4-4 0,1 0 7 0,0-2-2 16,3 2 7-16,0-4-10 0,3 1 13 15,0-2-1-15,1-1-4 0,2 0 10 0,1-3-3 0,0 1-2 16,3-3-3-16,-3-2-2 0,4 0-11 15,-11 0 14-15,20-4-11 0,-9-3 7 0,2-1 1 16,-3-2 0-16,1-5-6 0,-1-2-7 16,-1-5-8-16,2 1-10 0,-4-8 16 0,0 1-4 15,1-5-4-15,-2 0-5 0,-1-4 7 0,-3 1-8 16,1 1 19-16,0 1-6 0,-3 1-5 16,3 2 16-16,-3 4 2 0,0 4 5 0,0 4 11 15,0 1-16-15,0 3 5 0,-3 2-10 0,3 7 0 16,-3 2 3-16,3 4-1 0,0 0 6 0,0 0 10 15,-10 17-18-15,6-3 15 0,3 2-10 16,-2 1-2-16,0 2 7 0,3 6-7 0,0 0 2 16,0 2 5-16,3 2-5 0,0-1 13 0,-2-1-15 15,3 2 22-15,2-2-27 0,-5-1-6 0,5 2-43 16,-1-3-80-16,-3-3-202 0,1 2-445 16,0-6 97-16,-3 2 34 0,-3-8 66 0</inkml:trace>
  <inkml:trace contextRef="#ctx0" brushRef="#br0" timeOffset="151533.5">30491 6025 767 0,'0'0'300'15,"0"0"-26"-15,0 11-41 0,3-3-21 0,1 1-12 16,2 1-41-16,2 3 12 0,2 2-25 0,0-3-16 16,4 2-17-16,-1-2-3 0,3 2-20 0,-4 2-1 15,5-4 3-15,-4 1-12 0,2-3-14 0,-2 0-14 16,4-1-6-16,-4 1-21 0,2-5 1 16,-2 2-26-16,0-4-18 0,0 1-8 0,-2-3 11 15,-1 0-16-15,3-3-28 0,-3 1 6 16,-2-5-14-16,3-1-10 0,-4-2-10 0,2-1 28 15,-5-6 1-15,3 1-1 0,-6-4 5 0,2 1 8 16,0-2 36-16,-3 2 7 0,0 1 8 16,0 4 46-16,0 0-7 0,0 3-3 0,-3-4-8 15,3 7 5-15,-3 3 1 0,3 0-3 0,0 4 7 16,0 0 21-16,0 0-10 0,-18 13 2 16,14-4-7-16,-5 5-6 0,7 0 21 0,-7 3-15 15,5 5 0-15,-2 0 4 0,3-1 4 0,-4 1-14 16,4 3 14-16,1-2-6 0,-1-2-3 0,0 2-7 15,0-4 67-15,3-1-19 0,-1 3-4 16,1-4-6-16,-1-2-4 0,1-3-12 0,-2 3-19 16,2-5-34-16,-3 3-12 0,3-3-78 0,0-2-14 15,-3-1-144-15,0-3-625 0,3 2 75 16,-4-4 84-16,4-2 89 0,-14 0 50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5:03:38.4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3091 8818 496 0,'0'8'202'0,"0"1"-7"0,0 0-13 0,1 4-19 16,1-2-24-16,0-1-1 0,1 5 5 0,-3-2-7 15,4 0-13-15,-2 3-3 0,2 0-10 16,-1 2-15-16,0 0-1 0,1 3-9 0,0-1 10 15,3 2-6-15,-1 0-76 0,-3-1 33 16,4 2-59-16,0-3 21 0,1 2-3 0,-2-4 80 16,4 5-9-16,-4-4-1 0,3-1-11 0,0 3-3 15,1-3 0-15,1 0-12 0,2 0 0 0,-2 2-83 16,6-4 14-16,-4-1 7 0,2 1-2 16,1-1-1-16,1 2-1 0,1-2 6 0,-2 0 4 15,2-4 4-15,-1 3-7 0,3-4 0 0,-3 1 12 16,3-3-7-16,-2-1 2 0,2 3 11 0,-2-3-10 15,1-3 4-15,2 0-2 0,0 1 13 16,-1-3-8-16,-2 0-10 0,2 1 0 0,-3-3 23 16,1 2-23-16,-2-2 30 0,2-2-17 0,-2 2-11 15,2-2 8-15,2-1-15 0,-6 3 13 16,4-2 4-16,-2-3-19 0,1 5 17 0,0-4-3 16,0 0 3-16,0 1 3 0,0-4-3 0,-3 0 3 15,3 0-3-15,1 3-2 0,-5-5-8 16,4 2 2-16,-3-2 13 0,3-3-12 0,-4 2 2 15,1 0 28-15,3 2-10 0,-6-5-13 0,3 1-8 16,-1-5 8-16,1 2 8 0,-4-2-13 0,3 2 5 16,-2-3-10-16,-4 0 8 0,0-1 2 0,3-2 5 15,-6 4-18-15,5-4 3 0,-6-1 3 16,1-2 12-16,0 4-13 0,-1 0 11 0,1 0-8 16,-4-2 8-16,0 3-3 0,0-5-3 0,0 6 4 15,-5-7-6-15,2 2 7 0,-3-1-14 16,-1-1 12-16,0 1 0 0,-4-2-3 0,-1-2 9 15,1 3-4-15,-3-1-2 0,4 1-2 0,-4 1-6 16,-2-1 1-16,4 7-1 0,-1-3 8 16,0 3-5-16,2 0-7 0,-2 1 2 0,-1 1 10 15,4-1 5-15,-3 2-13 0,1 0 6 0,2 5 7 16,1-5-12-16,-2 5 7 0,1-2-8 0,0 0 1 16,-4 3-1-16,4-1 8 0,-1 3 3 15,-2-4-13-15,3 4 7 0,-5-2 6 0,2 1-3 16,-1 1-10-16,1 0 5 0,-4 3 0 0,6-3 13 15,-2 5-11-15,-4-4-7 0,4 2 8 16,-2 1 2-16,2 0 0 0,-4-1-5 0,6 1 3 16,-6 2 2-16,4-3 0 0,-1 2-5 0,0 2-3 15,4-1 8-15,-4 1-5 0,1-1-5 0,-1-2 3 16,1 3 2-16,1 0 0 0,2 3 0 0,-2-3 0 16,0 1 0-16,2-1 2 15,0 1-7-15,-3 1-8 0,3 2 6 0,-1-3-6 0,-2 3 21 16,3 0-8-16,-2-2-3 0,2 4 0 0,0-4 1 15,-3 3-1-15,5-3 6 0,-4 5 20 16,1-4 8-16,1 0-36 0,0 2-11 0,-1 2 6 16,1-3 12-16,0 2 1 0,-1 1-3 0,1-1-3 15,0-1-12-15,-1 2 13 0,1 0 4 16,0 0-7-16,-3 1-8 0,2 1 0 0,1-1 16 16,-1 3 2-16,-1-3 3 0,2 2-13 0,-2 3-3 15,2-2 5-15,-1 3-2 0,1-2 3 16,-2 3-3-16,1 2-3 0,4 1 0 0,0-3 3 15,-2 3 0-15,5-1 2 0,-4 4-4 0,5-3-6 16,-1 0-10-16,1 0-38 0,3 2-19 0,0-1-45 16,0-1-72-16,0 1-154 0,3 1-350 15,1-1 45-15,-1-2 83 0</inkml:trace>
  <inkml:trace contextRef="#ctx0" brushRef="#br0" timeOffset="516.07">2696 8086 660 0,'0'0'212'0,"16"10"-17"0,-6-5-26 16,4 5-5-16,3 0-13 0,4 2-8 0,6 5-23 15,1-1 1-15,-1 1-22 0,0 0-1 0,8 8-14 16,-5-7-7-16,-2 1-5 0,-2 1-26 16,-2-1-8-16,1-1-38 0,2 0-43 0,-3 1-73 15,-4-4-76-15,1-1-281 0,-4 1-170 0,-3-7 60 16</inkml:trace>
  <inkml:trace contextRef="#ctx0" brushRef="#br0" timeOffset="916.45">2672 8066 755 0,'0'0'271'15,"3"12"-18"-15,0-4-20 0,1 6-23 0,2-3-23 16,2 4-28-16,-2 2-6 0,1-2-9 15,-1 2-32-15,1-1-4 0,1 0-11 0,-2-2-7 16,-2 0-14-16,2 1 6 0,-5-4-15 0,2 3-11 16,0-6 3-16,1 2-3 0,-1-3-2 0,-3 0 2 15,1-2-9-15,-1-5-12 0,-4 6-6 0,4-6-4 16,0 0-4-16,0 0 4 0,-24-10 6 16,16 2-8-16,-4-1-18 0,2-6 16 0,-2-1-9 15,2-1 4-15,-3-5-3 0,2-3 2 0,-2 0 8 16,3 4-8-16,2-3-15 0,2 4 5 15,0 0 6-15,2 2-4 0,1 0 6 0,3 1-5 16,0 3 7-16,3 3-15 0,1-1 3 16,5 1-6-16,2 1 6 0,2 3 7 0,5-1 3 15,-2 4-11-15,6-1 3 0,5 3 1 0,0-3-6 16,-4 4-6-16,5 1-27 0,-1 0-72 0,1 0-61 16,-1 1-326-16,1 5-296 0,-4-5 107 0,-4 0 74 15,-2 0 37-15</inkml:trace>
  <inkml:trace contextRef="#ctx0" brushRef="#br0" timeOffset="1683.07">1226 8218 821 0,'-4'-7'236'15,"-3"4"76"-15,3-2-33 0,4 5-26 0,-7-3-25 16,4-1-18-16,3 4-33 0,-9-3-16 16,9 3-5-16,0 0-20 0,0 0-6 0,-12 13-17 15,9-8-11-15,0 5-15 0,0 2-20 0,2-2 5 16,1 4-16-16,0-3-2 0,0 3-6 15,1-2-4-15,2 1-14 0,0-2 4 0,0 2-14 16,1-1 3-16,3-4-2 0,0 1-16 0,-1-1 0 16,1-1-10-16,4-1 7 0,-1-4-17 15,-3 1-3-15,3-3-10 0,0-1-5 0,0-2-6 16,1-3 14-16,-1 4-1 0,0-4-2 0,-3-2 10 16,0-1 0-16,0 4 5 0,-4-1 6 15,1-3-1-15,-1 2 3 0,-3-1 0 0,3 0 35 16,-3 1 6-16,1 0 5 0,1 4 3 15,-2 3-6-15,1-9-22 0,3 5 12 0,-4 4-10 0,0 0-3 16,0 0 11-16,0 0-1 0,0 0-2 16,14 15-5-16,-8-8-10 0,0-1 5 0,-2-1 10 15,3 2-5-15,0 0 2 0,-1 1-15 0,2-1-5 16,2-3-31-16,-4 2-27 0,4 0-14 16,-1-4-74-16,0 0-141 0,4-1-504 0,-2-1 41 15,-1-1 93-15,1-2 50 0,2-3 64 16</inkml:trace>
  <inkml:trace contextRef="#ctx0" brushRef="#br0" timeOffset="2115.71">1567 8068 1003 0,'-17'6'289'0,"13"-4"-41"15,1 4-2-15,-3 3-28 0,3-1-16 16,2 1-13-16,-5 1-22 0,5-2-14 0,-2 6-14 15,6-4-14-15,-3 0-20 0,1 1 8 0,2 0-6 16,0 0-15-16,-2-3-2 0,5 1-19 0,0-1-1 16,-2-1-14-16,3-1 3 0,0-2-3 15,3-2 3-15,-3 1-5 0,6-3-1 0,-2-4-14 16,3 1 7-16,2-4-26 0,2 0-14 16,2-2-24-16,-2-1-11 0,2-5-27 0,0 1-13 15,-3-1-21-15,-3 0-15 0,0-1-43 0,-1-1-3 16,-6 2 5-16,-3-2 18 0,0 1 0 15,-4-1 18-15,-1-1 26 0,-3 0 7 0,-3-3 46 16,-2 1 31-16,-1-2 5 0,-1 2 67 0,1-1-8 16,-4 1 10-16,3 3 28 0,-1 1 6 0,4 2 10 15,-2 3-16-15,3-3-10 0,0 6-10 16,0 1-10-16,4 4-11 0,0 0-10 0,3 3 6 16,0 0-3-16,0 0-3 0,10 13 0 0,-3 0-10 15,3-1 0-15,4 3-8 0,-1 3 0 16,0 2-7-16,5 0 0 0,3 3-6 0,-1-4 6 15,-2 6-11-15,5-3-35 0,-3-1-16 0,2 0-67 16,1-2-55-16,-6 4-190 0,0-7-469 16,0 0 44-16,-6-4 110 0,-1-4 56 0,-6 2 52 0</inkml:trace>
  <inkml:trace contextRef="#ctx0" brushRef="#br0" timeOffset="3065.48">1734 8025 936 0,'0'-7'295'0,"1"-1"-47"0,2-1-7 0,4 1-34 15,0-2-20-15,3-2-21 0,0 1-10 0,1 1-12 16,2-4-21-16,1 6-3 0,-1-2-18 16,1 0-17-16,0 3 2 0,0-1-16 0,-1 1-7 15,-3 4 8-15,4-2-26 0,-4 2-5 16,1 2 3-16,0-2-6 0,1 6-5 0,-1-3-5 15,-11 0-5-15,17 1 6 0,-7-1-14 0,0 1 3 16,-2 1-3-16,1-2 3 0,2 0 3 0,-4 3-3 16,2-3 2-16,-9 0-15 0,18-3 11 15,-8 3-6-15,-3-2 5 0,3 0 3 0,-2-3-5 16,1 4 0-16,-2-6-1 0,1 3-6 0,-2-2-1 16,0-1 5-16,1-1-5 0,-4 3 10 15,2-2-2-15,-2-1-3 0,0-1 6 0,-2 1 2 16,-1-1 15-16,3 1-15 0,-3 1 7 0,3 0 6 15,-3 0 10-15,0 2-5 0,0-1-16 16,0 6 1-16,1-7-11 0,-1 0 0 0,0 7 3 16,0 0-10-16,6-3 7 0,-6 3 5 0,0 0-9 15,0 0 6-15,14 8-4 0,-14-8 2 0,10 5-7 16,-6-1 2-16,2-1-10 0,1 0 18 16,0-1-1-16,0 0-1 0,2-1-11 0,-1-1 5 15,2 0 8-15,-10 0-8 0,16 0 2 16,-7 0 6-16,1-3-13 0,-1 1 13 0,2-3-13 15,-1 0 13-15,0-1-18 0,1-2 7 0,-4 1-7 16,2-2 8-16,2-1-11 0,-7 0 10 0,3 0-4 16,-1 0-1-16,-3 0 6 0,0 0 5 0,-2 0-6 15,2 4 1-15,-3-2-1 0,4 1 1 16,-4 0-8-16,0 4-8 0,0 3 21 0,-4-11-3 16,4 11-5-16,-4-1 7 0,4 1-7 0,0 0 6 15,0 0-4-15,-13 12-2 0,10-8 0 16,-3 3 0-16,1 0-10 0,2 3 0 0,-1-3 10 15,4 1-3-15,-3 0-12 0,3 0-6 0,-3-4 16 16,6 3 3-16,-3 1-1 0,0-2-5 16,0-4-5-16,3 4 1 0,-3-6 1 0,3 4-4 15,-3-4 7-15,4 5 8 0,-4-5 0 16,11 0-12-16,-11 0 4 0,0 0 3 0,13-5-8 16,-6 2 5-16,-7 3 11 0,10-5 5 0,-6 2-3 0,2-1 0 15,-2 1-13-15,0 0 6 0,3-2-11 16,-1 1 23-16,-2-2-10 0,2-1 3 0,1 0-9 15,-4 2 6-15,2-2-5 0,1-1 13 16,-3 0 0-16,1 1-8 0,-1-1 2 0,0-2-4 16,-2 2 15-16,2 0-6 0,-3-2 1 15,0 2 0-15,0-5-8 0,-4 3 2 0,4 0 1 0,-3-3 4 16,-3 1 1-16,2-4-11 0,-3 1 14 16,0 1 1-16,0-3-12 0,-3-1 6 0,-1-2-4 15,1-2 8-15,0 3 16 0,0 2-8 16,3 1-3-16,-2 2 3 0,5 1-8 0,-3 1 13 15,-1 2-17-15,5 3-6 0,0 4 5 0,3 3 0 16,0 0 3-16,0 0-8 0,0 0 10 0,7 32-5 16,1-18 0-16,1 7 0 0,1 0-2 15,4 4-3-15,0 0 5 0,3 3-3 0,-3-3 6 16,3 0-8-16,0-3 0 0,3 1 0 0,-3 0 5 16,4-4-5-16,0 3-31 0,-1-2-53 15,1-2-64-15,-1-3-206 0,4 2-488 0,-4-4 49 16,-2-4 99-16,-2-1 87 0,-1 2 47 0</inkml:trace>
  <inkml:trace contextRef="#ctx0" brushRef="#br0" timeOffset="6248.98">6060 8203 506 0,'0'0'195'0,"-12"0"-36"16,12 0-14-16,-13 3 1 0,6-3-13 0,7 0-15 16,-14 2-8-16,4-2-18 0,4 2 13 15,-5 3-20-15,1-2-13 0,3-3-3 0,-7 3-11 16,4 1 6-16,0-3-12 0,-1 5-11 15,1-3 15-15,-3 2-20 0,2-2 7 0,-2 0 8 16,3 2-22-16,-4 0 17 0,4-3-8 0,-4 5-23 16,1-4 14-16,2 3-11 0,-3-4 2 0,1 4 3 15,-1-1 3-15,1 1-3 0,2-5-28 16,-3 5 12-16,1-3 9 0,-1 2 4 0,1-2-12 16,2 2 5-16,-3-3-3 0,1 4 0 15,0-4 5-15,2 3-22 0,-3-3 27 0,4 0-22 16,-4 0 2-16,1 2 2 0,0-2 8 0,1 1-4 15,-1 1 6-15,-1-3 4 0,1 4-14 0,-1-3-2 16,3 2 0-16,-5 2 5 0,-1-5-5 16,3 5-2-16,-3-3 4 0,0 2 6 0,3 3 7 15,-6-5-12-15,6 3 5 0,-4 0-1 0,-1-2-2 16,4 2 8-16,-4-3-5 0,1 3 10 0,1 0-16 16,3-2-9-16,-6 2 4 0,6-3 6 15,-4 3 7-15,5-3-18 0,-1 2 11 0,1-2 7 16,0 2-2-16,-1-2-8 0,4 3 15 0,-2-5-10 15,0 6 6-15,2-4-4 0,-1 2-9 16,1-2-1-16,3 3 3 0,-4-3 0 0,1 2-8 16,0 2 14-16,0-4-17 0,0 4 24 15,3-4-18-15,-3 2-3 0,-1 3 8 0,1-3 8 16,3 0-3-16,-4 2 0 0,-1 1 5 0,4-5-2 16,-2 4-18-16,0 0 15 0,0 3-2 15,-1-4-14-15,1-2 14 0,-3 5 5 0,2-2-8 0,1 0-11 16,-4 0 14-16,4 3 5 0,3-4-11 15,-3-2-5-15,-1 4 8 0,2-1 8 0,2 1-11 16,-1-1 6-16,-2 3 0 0,1-3-3 16,2 1-16-16,-1 2 6 0,-2-3 10 0,3 0 5 15,1 2-5-15,-2 0-2 0,-1-1-1 0,2 0 0 16,3 1 9-16,-3-1 1 0,0 0-25 0,1 1 23 16,2-2-12-16,1 2 12 0,0 0-8 0,0-1 6 15,2 2-11-15,-3-2 13 0,4 3-10 16,-3 2 5-16,3-2 0 0,0 2 0 0,0-4 5 15,0 5-7-15,3-3 12 0,-3 0-10 16,0 3 8-16,4 0 15 0,-4-3-31 0,0 5 21 16,4-4-13-16,-4 2 7 0,3 1-4 0,1-2 7 15,2 2-7-15,-3-1 15 0,1 1-16 16,3-1-12-16,-3 0 5 0,2 2 13 0,-2-1 7 16,5 1 0-16,-5-2-10 0,4 1 11 0,-2 2-11 15,1-2-13-15,2 2 13 0,-1-1 11 16,-2-1-16-16,1 1 7 0,0-3 9 0,4 2-3 15,-4 1-11-15,3-1 77 0,0-3-9 0,0 3-6 16,0-1-6-16,1 0-1 0,-1 0-16 0,0-2 2 16,1 1-12-16,-1-1 7 0,3 1-7 15,-2-2 7-15,-1 2-15 0,3-4 11 0,2 2-6 16,-2 1-10-16,7-2-5 0,-7 0 7 0,5-3-5 16,-5 3 9-16,5-2-17 0,-1 1 9 15,0-1 1-15,1 0-9 0,1-2 10 0,-1 0-10 16,-1-1 12-16,3 3 3 0,1-2-10 15,-4-2 0-15,3 1 5 0,1-2 2 0,-4 3-2 0,3-5 0 16,1 4 0-16,-1-3-3 0,-2 1 1 16,2-1-11-16,-2 0 3 0,5 1 7 0,-6-3-7 15,4 0 7-15,-4 1-7 0,3 2 2 0,-2-1-10 16,-2-1-10-16,5-1 20 0,-4 1-2 16,0-1-6-16,1 0 13 0,-1 0-2 0,0 0-5 15,-1 2-8-15,2-2 0 0,-2 0 5 0,2 0 0 16,-1 0-2-16,0 3 17 0,0-3-20 15,3-3 5-15,1 3-2 0,0-2-6 0,-4 2 11 16,4 0 0-16,0-1-11 0,1-2 16 0,-4-1-13 16,3 4 2-16,-1-2-9 0,0-1 14 15,1 1-1-15,-1-1-6 0,-2 2 7 0,2 0-9 0,0-4 9 16,-2 5-12-16,2-1 8 0,-2-2-6 16,-2 0 6-16,2 2 7 0,2-1-10 0,-3-1-8 15,0-2 8-15,3 4 3 0,-2-5-6 16,2 5 16-16,-3-2-13 0,4-1 0 0,-4-1 8 15,3 0-6-15,-2 0 9 0,-1 2-11 0,3-4-8 16,-3 4 8-16,0-4 5 0,1 5-5 16,-5-3 3-16,0 4 2 0,1-6-13 0,0 5-10 15,0-1 13-15,-4-2 5 0,0 3 8 0,1-3-6 16,-1 5-2-16,0-2 3 0,1-3-6 0,2 4 11 16,-2-2-8-16,-1-1 3 0,-1 1-3 15,3 1 0-15,1-3 5 0,-3 4-8 0,1-5 13 16,2 5-7-16,-3-5-1 0,4 4-2 0,-4 0 3 15,4-3-8-15,-4 2-3 0,3 0 16 16,-2-1-8-16,-1 1-3 0,3-1 6 0,-2 1-8 16,-1 1 10-16,4-3-3 0,-4 4-9 0,0-2 7 15,1-1 5-15,2 1 0 0,-3-1-15 0,1 1 12 16,-1 1 1-16,0-3 5 0,1 3-11 16,-1-3 6-16,0 4-3 0,4-2-6 0,-4-1 12 15,0 1-6-15,-2 1-3 0,2-3 18 0,-1 4-20 16,2-2 5-16,-1-1 5 0,-3 4-2 0,4-3-1 15,-1-2 1-15,-1 3 0 0,0 0-6 16,0-3 3-16,1 4 0 0,-3-2 3 0,3 0-6 16,-3 2-5-16,3-1 13 0,-3-2-12 0,0 3 4 15,0-2 13-15,0 3-7 0,-1-2 2 16,2-1 11-16,-1 1-24 0,-7 2 8 0,13-1-5 16,-5-2 2-16,1-1 11 0,-5 2-3 15,5 1-8-15,-2-3-4 0,1 1 7 0,-2 1 2 16,1-3-2-16,-7 5 3 0,14-1-1 0,-10-2-2 15,5-1 0-15,-9 4-5 0,10-2 16 0,-2-2-9 16,-4 2-4-16,5 0 12 0,-9 2-18 0,10-5 3 16,-2 2 10-16,-2 2-7 0,1-4-6 15,-3 4 0-15,2-1 13 0,1-2 0 0,0 0-5 16,0 3 3-16,-1-3 0 0,1 1-11 0,-2 2 10 16,1-5-4-16,0 6-3 0,-6 0 0 15,10-7 10-15,-2 4-10 0,-5 2 7 0,-3 1-2 0,10-6 0 16,-6 5 8-16,2-2-11 0,-3-1 11 15,5 2-5-15,-8 2-11 0,7-8 5 0,-1 6 3 16,-3-3 3-16,1 4-3 0,-4 1 0 0,11-7 8 16,-8 5-11-16,0-2 6 0,1 0 2 15,-4 4-3-15,7-7-2 0,-1 5 0 0,-2-4-2 16,-1 4 2-16,-3 2 10 0,7-8-10 16,-4 6 8-16,1-4 4 0,-1 5-7 0,1-5-2 15,-4 6 5-15,10-8-3 0,-9 5 5 0,5-1-10 16,-3 1-18-16,-2-4 5 0,2 5 1 15,0-4 22-15,0-1-10 0,0 4 0 0,2-4 0 16,-2 1 2-16,-3 1 6 0,3-2-3 0,1 0-2 16,-4-3 2-16,3 3-3 0,0-1-7 15,-2-2 10-15,2 2-10 0,0-1 0 0,0-1 5 16,1-2 10-16,-3 3-10 0,2-1-15 0,-3 0 12 16,3-4 9-16,-3 4-1 0,0-5-5 0,0 5 10 15,0-5-13-15,0 1 14 0,0 2-9 16,0-2 6-16,-3 2-3 0,3-2-2 0,0 1-3 15,0-1 10-15,-3 3-13 0,2-3 6 0,-2 3 7 16,2-1 3-16,-2 1-8 0,3-3-2 0,-3 4-1 16,-1-3-2-16,1 2 3 0,0 3 2 15,-1-4 0-15,-2 0-5 0,1 3 0 0,2-1 10 16,0 1-10-16,-4-1 3 0,4 1 4 0,-3-2-7 16,2 1 8-16,-3 2-3 0,3-2-2 0,-2 2-1 15,2-1 6-15,-3 0 0 0,0 2-6 16,1 0-4-16,2-3 12 0,-3 3 0 0,1-1 0 15,-2 2-5-15,-1 1-5 0,2-2 3 0,0 0 7 16,-1 1 0-16,-1 1 1 0,2-2-4 16,-3 0 1-16,2 1 7 0,-2 0-12 0,-2-1 10 15,3 1-11-15,-3-4 11 0,1 3-10 0,-2-1-6 16,2 0 3-16,-3-1 13 0,1 1-8 16,-2 0 0-16,2-1-7 0,0 2 9 0,-1 0-14 15,1 1 2-15,-2-4 10 0,2 5-8 0,-1-4 6 16,1 2-3-16,-4 0 2 0,3 0 1 0,-3-1 7 15,3 4 3-15,-3-2-13 0,3-2-10 16,-3-1 15-16,1 4 0 0,1 0 8 0,-2-3-16 16,0 1-56-16,4 2 3 0,-4 0 5 0,3-3 7 15,-3 3 6-15,4 1-3 0,-2-2 10 16,2 0-7-16,3 2 17 0,-4-1-2 0,1 2 8 16,-1 2 7-16,3-4-12 0,-3 4 15 0,1-2-16 15,3 0 16-15,-4 1 0 0,1 0 2 0,-1 2-7 16,3-1 5-16,-2 0 0 0,-1 1-3 0,1-3 11 15,2 1-6-15,-2 2-5 0,3 0 1 16,-1 0 4-16,1 0 6 0,-3-1-6 0,2 1 1 16,1 0 2-16,0 0-3 0,-1 0 13 15,1 0-12-15,0 0-1 0,-4 0-2 0,4 1 8 16,-5-1 9-16,3 0-19 0,0 0 2 0,-1 0-6 16,0 2 9-16,2 1 7 0,-2-3-5 15,3 1 5-15,-4 0-5 0,1-1 3 0,1 2-11 16,0-1 11-16,0 0-3 0,2 2-6 0,-3-2 17 15,2 1-11-15,1-2-5 0,-3 1 7 0,2 4-7 16,1-4 13-16,-3 0-6 0,2 1 3 0,-2 2-5 16,-1-3 5-16,4 2-5 0,-5 2-2 15,3-3 7-15,1 1 8 0,-3 2-13 0,1 0-3 16,-1-1 1-16,0 4-1 0,1-5 6 0,-4 2-8 16,7 2 5-16,-5 0-13 0,2-3 10 15,-4 3 6-15,4 0-3 0,-1 0-5 0,0-3 5 16,0 3 2-16,1 0 1 0,0 1 2 15,1-3-20-15,-1 0-29 0,-1 2-20 0,1 3-41 16,-2-4-8-16,3-4-43 0,1 4 0 0,0-3-489 16,-1-1-118-16,4 2 65 0,-2-2 86 0,3-2 69 15</inkml:trace>
  <inkml:trace contextRef="#ctx0" brushRef="#br0" timeOffset="6548.64">5823 7810 570 0,'3'8'251'0,"1"5"46"0,3 0-28 0,0 4-26 16,-1 4-84-16,4 0-26 0,1 2-21 16,-1 4-7-16,1 1 8 0,3-2-18 0,-1 0 5 15,1-1-24-15,-1 0-17 0,-3 0 3 0,4-2-19 16,-4-4-2-16,1 0-20 0,-4-2-42 0,0-2-15 16,-1 2-38-16,0-4-41 0,2-1-87 15,-4-4-449-15,-1-1 22 0,0 1 20 0</inkml:trace>
  <inkml:trace contextRef="#ctx0" brushRef="#br0" timeOffset="6914.94">5772 7815 847 0,'0'6'253'0,"0"4"-86"0,0 2-4 16,0 2-37-16,4 0 12 0,-4 1-38 15,3 6-3-15,-3-3-7 0,0 0-6 0,3 0-10 16,-2-1-7-16,-1 1-3 0,3-4 0 0,-3 1-8 16,0-4 1-16,0 3-9 0,0-4-2 15,0-2-7-15,0 0 7 0,0-1 7 0,0 1 1 16,0-8-13-16,-3 8-5 0,3-8 0 0,0 0 5 16,0 0 48-16,0 0 1 0,-12-16-3 0,9 4-10 15,-3-1-11-15,3-4-7 0,-1 0-10 16,4-4-3-16,-3 3-5 0,2 1-5 15,1-5 5-15,0 7-11 0,1 0 6 0,2 0-20 0,-3 4 14 16,3-3-14-16,1 6-4 0,2-2 6 16,2 3-7-16,-2 2 7 0,4 2 2 0,0 1-12 15,4 2 2-15,-3 2-5 0,6-2 3 16,-1 7 5-16,2-4-52 0,-2 4-30 0,2 1-79 16,3 0-608-16,-1 2-1 0,-6-2 76 0,-1 1 90 15,-2-1 35-15</inkml:trace>
  <inkml:trace contextRef="#ctx0" brushRef="#br0" timeOffset="7531.96">4791 7721 798 0,'7'22'223'15,"-1"0"-11"-15,1-4-22 0,0 0-24 0,1 0-17 16,1 3-16-16,1-3-11 0,1 2 1 0,-4 2-18 16,2-4-20-16,-1-1-1 0,2-1-10 15,-6 1-4-15,5-3-19 0,-5-2-15 0,3 2-6 16,-4-4-17-16,1-2 0 0,-1 2 13 0,-2-3-6 16,1 0-15-16,-2-7-20 0,-2 3 2 15,2-3-2-15,0 0-3 0,0 0 10 0,-15-10-5 16,8 3 11-16,-3-3 7 0,-3-1-10 0,2-8 2 15,-2-1 11-15,-5-4 10 0,2-2-16 16,-1 0 26-16,3-3 6 0,0 1-1 0,4 1 16 16,-1-3-16-16,2 5 0 0,5 0-5 0,-2 5-7 15,5-3 7-15,1 5-10 0,1 0 15 0,2-3-18 16,3 6 6-16,-2 1-13 16,2-1-6-16,2 2 6 0,2 3-11 0,-3 6 3 0,4-3 16 15,1 2-4-15,-2 5 12 0,1 0-4 16,-1 1 3-16,0 3 36 0,-2 4-44 0,2 0 24 15,-3 1-14-15,-1 1 6 0,2 5 0 0,-2-2-1 16,-3 2-7-16,-2 2-2 0,-1-2 5 0,3 0-6 16,-6-2-10-16,2 1-2 0,1 1 5 15,-3-4-31-15,0 3-26 0,0-3-25 16,2-1-74-16,-3 0-126 0,1-1-489 0,3-3 75 0,-3-2 61 16,3-4 33-16</inkml:trace>
  <inkml:trace contextRef="#ctx0" brushRef="#br0" timeOffset="8599.36">5103 7793 647 0,'3'7'241'15,"0"0"-13"-15,3-3-21 0,-5 3-25 16,2-6-3-16,0 5-26 0,0-3-17 0,-3-3-8 15,1 7-3-15,-1-7-55 0,4 5-4 0,-4-5 1 16,0 0-11-16,0 0-2 0,0 0-6 16,0 0-2-16,0 0 11 0,0 0-6 0,-8-19-18 15,5 9 11-15,0 2-6 0,2-2-2 0,1-1-8 16,-3-2-2-16,3 2-1 0,3 2-4 0,-3-5-8 16,4 4 12-16,-1 0-17 0,1-2 10 15,3 2-3-15,0 2 3 0,2-2-5 0,2 3 7 16,0-3-17-16,-1 3 10 0,4-1-3 0,-1 1 10 15,1 2-9-15,-4-2-6 0,3-1 0 16,1 0-5-16,-3 3 2 0,-1-2 11 0,3 3 3 16,-6-3-6-16,3 0-8 0,-3 3 6 15,0-3 0-15,0 1-1 0,-4 2 1 0,1-3-16 16,-1 1 19-16,1 3 1 0,-4-3-17 0,0 6 10 16,0-10-2-16,-4 4-6 0,4 6 9 0,-4-8-1 15,1 5-10-15,3 3 2 0,-6-4-12 16,6 4 22-16,0 0-14 0,0 0 4 0,-11 7 13 15,9 0-12-15,1 1 7 0,-3 2 5 0,4 3-12 16,0-4 4-16,0 2-2 0,4 2 0 16,-3-3-2-16,2 2 9 0,3 0 1 0,-3-2-3 15,7 0 3-15,-2-2-8 0,-1 1 10 16,6-1 3-16,-2-1-16 0,5 0 11 0,-2-6-8 0,3 1 10 16,1 1-2-16,-1-6 5 0,6 1-8 15,-2 0 8-15,-1-4-8 0,1-1-18 0,3 2 18 16,-4-5-20-16,1 0 4 0,-4 2 6 0,-3-2-5 15,3 0-10-15,-7-2 2 0,0 1-5 16,-2 0-3-16,-2-3 0 0,-2 4 19 0,2-4-9 16,-6 6 11-16,3-1 10 0,-3 1 16 15,0 4-19-15,-3-2-14 0,0 1 17 0,3 5-10 16,0 0 5-16,-10-3 15 0,10 3-15 0,0 0 3 16,-14 11 4-16,10-4 1 0,1 0-8 0,-3 1 8 15,5 1-1-15,-2-2-2 0,3 1 6 0,0 0-9 16,3 1 3-16,-3-1-12 0,3-4 17 15,-2 3-3-15,5-1 4 0,-5 1-9 0,5-5-4 16,1 1-1-16,-3 1-12 0,-4-4 5 16,13 0 17-16,-13 0-4 0,15-1-16 0,-6-3-13 15,-2 1 3-15,0-5 5 0,3 2 1 0,-3-1 9 16,-1-1-23-16,1-2-20 0,-3 2 10 16,3-3-15-16,-4-2 7 0,-3 1-2 0,0-2-3 15,0-3 16-15,-3-1-3 0,0 0 0 0,-5-6 5 16,1 1 13-16,-2 2 8 0,2-3-6 0,-1 2 21 15,-2 1 26-15,1-1 17 0,5 7 1 16,-6-2 25-16,6 6-18 0,-3-3 8 0,4 4-18 16,-3 2-3-16,5 5-7 0,-3-1-5 0,4 4 9 15,0 0-6-15,0 0-12 0,4 21 1 16,0-11-2-16,2 6 2 0,-2 1-3 0,2-1-12 16,5 3 15-16,-4 0-3 0,3 2-10 15,0-3 15-15,4 0-7 0,-1 3 5 0,1-3-8 0,-3-1-4 16,3-2 6-16,2-1-7 0,-2 0 8 15,-1-5-8-15,1 1-20 0,0-3 2 0,-4-1-7 16,1 1 4-16,2-6-4 0,-3-1-11 0,-2 0 13 16,2-4-5-16,-1 0 5 0,-2-2-10 15,1-1 0-15,-5-1-3 0,0-2 1 0,1 0 1 16,-1 1 6-16,0-1-5 0,-2-1 15 0,1 5 6 16,-1-2-27-16,-1 2-1 0,3 4 14 15,-3 2 29-15,7-5-3 0,-7 5-5 0,0 0 5 16,10 16 16-16,-6-8-16 0,2 2 5 0,2 4-5 15,-2-2-38-15,1 3-16 0,3-1-28 0,-2 2-46 16,-2-4-212-16,1 2-376 0,3-4 78 16,-3-2 52-16</inkml:trace>
  <inkml:trace contextRef="#ctx0" brushRef="#br0" timeOffset="9164.85">6189 7353 558 0,'-7'7'240'0,"-3"1"-4"15,3 2-24-15,0-2-12 0,0 2-21 16,1 2-18-16,2-2-10 0,0 1-20 0,1 2-14 16,3-2 6-16,0 1-25 0,0-2-6 0,0 0-5 15,3 1-8-15,1 0-17 0,3-2 2 16,0 0-3-16,0-2 3 0,2-3 0 0,2 2-13 15,0-2-2-15,3 0-21 0,-1-4-15 0,4 0-16 16,-6 0-12-16,5-4-26 0,1 0-3 16,-3-2-27-16,0 2-14 0,2-3-15 0,-5-1-12 15,2-2-11-15,-3-1 8 0,-2 0 23 0,-2-3-8 16,-2 1 5-16,-1-3 8 0,0-1 41 0,-5-1 23 16,1 1 36-16,-2-5-6 0,-1 0 27 15,-2 4 12-15,3 1 25 0,-2 0 22 0,-1 2 9 16,2 4 0-16,1 1-12 0,0 1-18 0,-1 2 15 15,1 1-3-15,3 3-30 0,0 3 0 16,0 0-6-16,0 0-2 0,0 17-7 0,1-9 12 16,2 3-23-16,3 3 5 0,-3 2 11 0,4-4-26 15,-4 5 12-15,5-2-4 0,-2 3-8 16,1-1-44-16,0-1-45 0,0 1-24 0,0-2-64 16,-3 1-573-16,5 0 62 0,-5-3 40 0,3-2 54 15</inkml:trace>
  <inkml:trace contextRef="#ctx0" brushRef="#br0" timeOffset="9898.6">6398 7451 655 0,'6'-2'251'0,"1"-4"-13"0,-1 3-21 16,3-4-25-16,3 2-13 0,-2-2-20 0,2 1-8 15,1-2-33-15,4 1-8 0,-4-2-84 16,-1 0-6-16,0 1 8 0,-1-1 13 0,0 1-13 16,-2 1-10-16,-2-1 3 0,0-1-1 15,0 2 3-15,-3-1 3 0,-1 1 22 0,0 3-32 16,0-3 25-16,-3 1-13 0,0 6-3 0,0-4-4 16,0 4-11-16,-6-5 3 0,6 5-3 15,0 0 8-15,0 0 3 0,-15 11-3 0,9-4-8 0,2 1 3 16,1 2-8-16,3 1 15 0,-3-1-2 15,3 1 10-15,0 1-10 0,3-1 8 0,-2-1-13 16,2 4 7-16,3-4 1 0,-2-1-16 16,3 1 13-16,0 2-11 0,0-4 6 0,3-3 8 15,3 1 4-15,-3 0-17 0,4-4 12 0,0 1-9 16,3-3 6-16,0-2 68 0,1 1-11 16,1 0-7-16,2-5-8 0,-3 3-16 0,1-2 11 15,-4-2-8-15,1 1-26 0,-2-2 3 0,0 0-12 16,-3-1 1-16,-1-3-9 0,-1 5-13 0,-5-3 7 15,2 3 3-15,-4 3 13 0,1-3-18 16,-3 4 13-16,0-4-3 0,0 7 0 0,0 0 5 16,-8-4 5-16,8 4 6 0,0 0-1 0,-19 11 3 15,15-8 0-15,-4 4 0 0,-1-3-5 16,2 3 0-16,3 0-2 0,1 0-9 0,-5 1 9 16,5-1-11-16,0-3 13 0,3 3-5 0,-3-1-1 15,0-2 9-15,3-4-13 0,0 10-6 0,3-6 6 16,-3-4-6-16,3 4 1 0,-3-4 15 15,10 3-13-15,-10-3-3 0,0 0 9 0,21-7-9 16,-14 3-7-16,3-1 10 0,-3-3 0 0,0 1-2 16,2-1-6-16,-4 0-4 0,1-2 4 15,-2 1-2-15,-1-4-8 0,-3 1-12 0,0-3 4 16,0-3-2-16,-3 2 5 0,-1-2 8 16,-2-5-5-16,1 4-1 0,-1 2 39 0,2 2 5 15,1 1 8-15,0 3-5 0,-1 1-5 0,1-1 2 16,0 7-3-16,0-3-2 0,3 7 0 0,0 0-5 15,0 0 0-15,-4 16 3 0,8-7-6 0,-1 5 0 16,0 3-4-16,1-1 4 0,2 2 0 16,4 2-7-16,1 2-3 0,2 3-20 0,1 0-29 15,0 0-68-15,3-1-85 0,0 2-625 0,1-2 41 16,1-4 77-16,-5 1 93 0,0-7 47 16</inkml:trace>
  <inkml:trace contextRef="#ctx0" brushRef="#br0" timeOffset="11498.46">9005 8307 865 0,'0'0'251'0,"-16"0"-19"16,6 0-22-16,10 0-36 0,-18 0-2 15,8 0-16-15,0 1-7 0,0-1-11 0,0 2-10 16,-1 0-13-16,1 2-8 0,-3-2-2 0,-1 4-82 16,0-4-5-16,0 5-7 0,-3 1 9 15,0 0-5-15,1 0 14 0,-5 1-12 0,0 0 12 16,4 2 4-16,-4-1-10 0,-3 2 10 0,4-2-7 15,-1 0 20-15,0 5-18 0,2-7 3 16,1 6-3-16,-2-4-5 0,3 2-8 0,-1 1 8 16,2 2-2-16,-2-5-8 0,2 5 76 0,1-4-9 15,-1 6-4-15,2-4-9 0,1 0-8 16,1 1-11-16,-1 3-2 0,3-5 8 0,-1 2-18 16,1 1-3-16,1-3-7 0,1 3 0 0,-2-1 9 15,3 1-14-15,1 0 10 0,-2-1-6 16,2 3-7-16,2-2-5 0,-2 2 5 0,2 1 0 15,-3-1-11-15,3-1 4 0,1 2-22 0,-3 3 22 16,5-3-4-16,-5 0-2 0,6 0 8 16,-3 3-10-16,2-3 7 0,1 0 3 0,0 3-3 15,1-2 0-15,2 0 1 0,-3 2-9 0,6-1 3 16,-2 4 3-16,2-5-3 0,-2 5-2 0,3-2 7 16,0-2 0-16,3 3-10 0,-3-3-3 15,3 2 1-15,0 2 7 0,0-5 3 0,1 3-11 16,-1-4 1-16,4 2 7 0,-4 1 2 15,3-4-7-15,2 0-5 0,-2 1 5 0,1-1-2 16,-1 0-1-16,2-1 3 0,1 1 3 0,-2-2 7 16,0 2-10-16,3-2 5 0,-4-4-15 0,5 4 15 15,-5-3 0-15,5 3 0 0,-5-7 0 0,5 2-2 16,-2 1 7-16,-1-2-7 0,1 0 4 16,1-2-4-16,0-1-13 0,0 2 20 0,0-1-10 15,0 0 5-15,0-6-5 0,0 5-5 0,1-3 10 16,-1-2 3-16,-3 1-11 0,3 0 3 15,0-2 3-15,-1-2-3 0,-1-1 0 0,1 1 10 16,2 0-15-16,-2-3 13 0,-2-2-8 0,3 3-3 16,0-3 16-16,-3 0-13 0,3-1 2 0,-3-2 1 15,3 3-1-15,-3-3 1 0,6-3-8 0,-6 3 0 16,3-5-3-16,0 5 3 0,-3-5-5 16,3 3 5-16,-4-3 7 0,1 0 3 0,0 1-15 15,-1-1 13-15,1 1 2 0,-3-4 2 16,2 1-4-16,-2 2 5 0,2-4 4 0,-2-2-12 15,2 3 3-15,-3 1-3 0,1-4-3 0,-1-1 11 16,-3 3 0-16,6-4-8 0,-6 5-10 16,0-4 15-16,-1-2-5 0,-1 5 5 0,1-5 0 15,-3 4-5-15,1-3 0 0,2 5 0 0,-5-3 13 16,2 2-3-16,0 0-7 0,-3-2-14 0,0 1 22 16,0-2-9-16,-3 3-66 0,3-4 0 0,-4-2 3 15,1 5 17-15,0-3 8 0,-3 1 6 16,2 4 7-16,-3-3-8 0,3-1 18 0,-3 3-5 15,1-2 3-15,-1 4 7 0,-3-4-2 0,3 5-3 16,0 0 5-16,0 1 6 0,0-2-6 16,0 2 13-16,-2 0-12 0,5 3 9 0,-3-3-2 15,-3 4-5-15,6-3 8 0,-3 4 4 0,-2-3 9 16,4 3-16-16,-4 2-6 0,2-2 17 16,0 1 12-16,-1 0-18 0,2 1 8 0,-4 0 2 15,3 0 3-15,-3 1-15 0,3-1 9 0,-3 2-9 16,-1 2 7-16,4-3 8 0,-3 5-8 0,-4-4-2 15,4 4 2-15,0-2-7 0,-4 2 4 0,1 0-4 16,3 1 10-16,-4 0-11 0,1-2-2 16,-1 1 3-16,3 2 10 0,-3 0-11 0,1 0 6 15,3 2-11-15,-4-2-2 0,0 3 8 0,1-1 17 16,2-2-15-16,-2 3-15 0,2 1 5 16,-2-1 5-16,2-3 5 0,1 3-5 0,0 1 0 15,-1-3 0-15,2 4-2 0,-1-3-3 16,6 0-3-16,-6 0 5 0,6 1-17 0,-3 0-11 15,1-3-15-15,6 0-5 0,-7 3-26 0,3 0-5 16,0-2-13-16,1 0-22 0,3-1-55 0,0 7-66 16,0-7-123-16,3 4-376 0,1 2 33 0,3-6 85 15,-7 0 48-15</inkml:trace>
  <inkml:trace contextRef="#ctx0" brushRef="#br0" timeOffset="12048.96">9235 8499 744 0,'4'-6'218'0,"2"0"-24"0,0 0-17 0,2-1-8 15,2-5-21-15,0 1-20 0,7 1-15 0,0-5-11 16,4 4 9-16,3-5-17 0,0-1-2 16,4 1-7-16,2-1 20 0,8-7-31 0,-1 0-10 15,4 4-5-15,1-4-8 0,-1 0-2 0,3 1 12 16,1-1-12-16,-2-1-11 0,2 0 75 16,-4 5-18-16,-4-3-6 0,-6 5-12 0,-6 1 2 15,-1 2-17-15,-5 5-6 0,-1 1 0 16,-1-4-7-16,-6 3-21 0,1 2-20 0,-4 1-26 15,-1-1-13-15,-1 4-20 0,-2-2-3 0,-4-1-15 16,0 2-5-16,0-1-5 0,0 6 12 0,-7-7-10 16,0 0 31-16,4 4 5 0,-5 1-7 0,2-1 9 15,-1 0-4-15,1 2 45 0,-2-5 8 16,8 6 21-16,-10-2-13 0,10 2 5 0,-7-5-8 16,7 5 1-16,-6-3-1 0,6 3 11 0,0 0-1 15,0 0 9-15,0 0 1 0,0 0 1 16,0 0 5-16,0 0 0 0,20 10-10 0,-12-4 23 15,1-2-11-15,4 4 8 0,-2 0 11 0,0 5 10 16,1-2-9-16,0-1 1 0,1 5 11 16,-2-1-9-16,2-2 3 0,-6 2-25 0,3 3 17 15,-3-1-4-15,-3 0-1 0,-1 1 3 0,-3-1-21 16,0 2 3-16,0-1-28 0,-4 1-44 16,1 0-35-16,-3 4-52 0,1-4-74 0,-2 5-581 15,4-6-15-15,-4-2 84 0,1-2 69 0,-5 1 61 16</inkml:trace>
  <inkml:trace contextRef="#ctx0" brushRef="#br0" timeOffset="12831.46">10592 8156 813 0,'0'-10'192'16,"0"4"-15"-16,3-6-18 0,-3 2-24 0,0-1-7 15,0-2-7-15,1 1-27 0,-1-2 11 16,-1 2-12-16,1-1-9 0,-3-2-7 0,0 5 7 16,-1-5-10-16,1 5 19 0,-4-1 1 0,3 3 6 15,1 0 0-15,0 0-13 0,-1 1-5 16,-2 5-8-16,2-3-2 0,4 5-16 0,0 0-7 15,-17 6-1-15,13 0 68 0,1-1 4 16,0 8-20-16,0-4-8 0,0 1-8 0,6 4 1 0,-3-2-6 16,3 4-17-16,3-1 7 0,-2 3-10 15,3-3-8-15,4 2-13 0,2-2 6 0,0-2-1 16,4 2 6-16,1-1-16 0,-2-3-2 0,2-1 0 16,2 2-3-16,-2-8 0 0,2 3-8 15,0-1-30-15,-2-5-33 0,2 1-50 0,-3-4-45 16,4 1-82-16,-4-3-253 0,3 1-357 0,-6-4 116 15,3-3 51-15,-7 1 62 0,-3-4 50 16</inkml:trace>
  <inkml:trace contextRef="#ctx0" brushRef="#br0" timeOffset="13138.8">10876 7874 839 0,'0'0'269'0,"0"0"-21"0,17 16-25 16,-10-10-100-16,0 5-6 0,3 0-1 0,0 2-37 15,3-1-2-15,-2 1 2 0,-1-1-10 0,0 1-5 16,1-1 0-16,-1-2-13 0,0 2-7 16,-4-2-6-16,2-2 8 0,-1 2-12 0,-1-3 2 15,1 0 102-15,-4-3-13 0,2 3-7 0,-2-6-11 16,-3 5-12-16,0-6 13 0,0 0-19 0,0 0-4 16,0 0-3-16,0 0-6 0,-17-15-12 15,10 6-2-15,0 1-8 0,-3-7-8 0,3 3 2 16,-3-4-4-16,3-1-3 0,-1 2-11 0,2-1 9 15,-1-1-8-15,4 0-3 0,0 2-5 16,-1-2 13-16,4 2-13 0,0 1 0 0,0 0-11 16,4-1-32-16,-1-2-16 0,1 6-43 15,2 1-52-15,0-4-91 0,2 6-311 0,-1-2-260 16,3 5 81-16,-4-4 57 0,5 6 61 0</inkml:trace>
  <inkml:trace contextRef="#ctx0" brushRef="#br0" timeOffset="13464.98">11255 7953 483 0,'7'12'167'0,"-3"-2"-19"0,2-3-10 0,-3-3-5 0,4 4-12 16,-4-2-3-16,2 1-26 0,-2-3 2 15,0 3-25-15,-2-6 13 0,2 5 11 0,-3-6 4 16,3 6-2-16,-3-6 66 0,0 0-20 0,0 0-6 15,0 0-4-15,0 0-26 0,0 0 0 16,-13-16-3-16,5 8-12 0,2 0-1 0,-1-6-9 16,-3 3-4-16,-1-5 4 0,4 1 4 0,-5-2-15 15,4 2 16-15,1 3-19 0,0-4 6 16,1 1-11-16,2 0-9 0,0 3 1 0,1-1-14 16,3 3-16-16,0-5 23 0,0 5-13 0,3 0-20 15,1 1-28-15,0 0-49 0,2 1-36 0,1 1-54 16,0 0-115-16,1 4-488 0,1-4-1 15,1 2 116-15,4 3 40 0,-4 0 70 0</inkml:trace>
  <inkml:trace contextRef="#ctx0" brushRef="#br0" timeOffset="14047.97">11463 7815 816 0,'4'9'271'16,"-1"-1"-38"-16,2 1-10 0,1 0-23 0,1-1-19 15,2 2-22-15,2-2-5 0,-4-1-24 16,3 1-84-16,1-3-7 0,-1 0 4 0,0 1-4 16,1-5-16-16,-1 2 18 0,0 2-29 0,0-5 27 15,0 2-11-15,-10-2 3 0,11-2-3 0,-5-3-5 16,1 4-3-16,-7 1 14 0,1-7-9 16,-1 7 1-16,-4-10-13 0,-3 3 5 0,0-1-6 15,-6-2 4-15,2 0-4 0,-2 2 9 0,-5-6-1 16,2 3 16-16,1-3-2 0,2 3-9 15,-1-3 16-15,4 4 10 0,-3-1-5 0,2-3-15 16,4 4 10-16,0-3-3 0,4 3-7 16,0 0-8-16,3-2 3 0,0 2-8 0,6 2 5 15,-2-1-13-15,6 5 3 0,1-3 2 0,-1 2 11 16,3 3-19-16,4 1 6 0,-3 2 3 16,3 1-9-16,4 2-2 0,-1 0-7 0,1 3 12 15,-1 3-10-15,0-2 8 0,4 5-13 0,-6-4 5 16,-1 1-6-16,3 3 6 0,-6-3 0 0,-3-1-2 15,2-1 2-15,1 2-5 0,-7-3 20 16,3 1-10-16,-4-1 0 0,-2-3 8 0,6 2 5 16,-9 0-8-16,2-4 11 0,-3-2-3 0,3 3 0 15,-3-3 20-15,0 0-20 0,0 0 5 16,0 0-8-16,-13-10 8 0,8 2-12 0,-1-2 1 16,-1-5 6-16,1 0-2 0,-1-2-6 15,-1 0-7-15,5 1 9 0,-3-4 4 0,5 5-14 0,-2-3 8 16,3-1-2-16,0 4-5 0,3-2 10 15,-3 0-6-15,4 2-9 0,-1-1-1 0,0 1 8 16,1 4-2-16,3-3-3 0,-3 3 2 0,3 2 3 16,-1 0-12-16,5 1 81 0,-5 0-13 15,4 0-4-15,-3 3 4 0,1 2-33 0,2-3-35 16,-1 5-24-16,-2 0-74 0,-7 1-87 0,14 4-476 16,-7 0-141-16,-1 3 92 0,-6-3 88 0,1 6 53 15</inkml:trace>
  <inkml:trace contextRef="#ctx0" brushRef="#br0" timeOffset="26347.4">5112 9441 35 0</inkml:trace>
  <inkml:trace contextRef="#ctx0" brushRef="#br0" timeOffset="27780.59">6647 9244 127 0,'0'0'54'0,"0"0"-20"0,0 0-1 0,0 0 3 0,0 0 20 16,0 0-23-16,0 0 11 0,0 0 2 16,0 0 15-16,0 0-4 0,0 0-11 0,0-3-11 15,0 3-1-15,0 0-1 0,0 0 8 16,0 0-5-16,0 0-11 0,0 0-7 0,0 0 8 16,0 0 2-16,0 0-10 0,0 0 10 0,0 0-23 15,0 0 11-15,0 0 22 0,0 0-15 0,0 0 5 16,0 0-5-16,0 0 5 0,0 0-17 15,0 0 14-15,0 0 1 0,0 0 2 0,0 0-8 16,0 0 1-16,0 0-13 0,0 0-1 16,0 0 19-16,0 0-8 0,0 0 7 0,0 0-2 15,0 0-15-15,0 0 0 0,0 0 2 0,0 0 8 16,0 0-8-16,0 0-28 0,0 0-41 0,0 0-66 16,0 0-87-16,1-6-336 0</inkml:trace>
  <inkml:trace contextRef="#ctx0" brushRef="#br0" timeOffset="38945.93">23110 11005 225 0,'0'0'82'0,"0"0"-18"0,0 0-18 16,0 0 13-16,0 0-26 0,0 0-8 0,0 0-4 15,0 0 12-15,0 0-28 0,0 0-15 16,0 0 10-16,0 0 15 0,0 17-17 0,0-17-19 16,0 9 34-16,0-4-28 0,0 2-21 0,4-2 16 15,-4 2-11-15,1-3-8 0,-1 5-27 0,0-1-3 16,3-1-26-16,-3 1 31 0,3-1-31 0,-3 2 42 15</inkml:trace>
  <inkml:trace contextRef="#ctx0" brushRef="#br0" timeOffset="39080.9">23134 11222 140 0,'0'0'36'0,"3"9"15"0,-3-9-2 16,0 8-11-16,-3-4-10 0,6 0 21 15,-3-4-31-15,1 10 18 0,-1-6-16 0,0 3 1 16,0-3-29-16,3 0-5 0,-3 2-25 0,0 1-31 15,4-3-18-15,-4 1-3 0,3-2-10 16</inkml:trace>
  <inkml:trace contextRef="#ctx0" brushRef="#br0" timeOffset="39228.49">23158 11450 115 0,'0'5'28'0,"0"-5"8"16,1 3-93-16,-1-3-63 0</inkml:trace>
  <inkml:trace contextRef="#ctx0" brushRef="#br0" timeOffset="39628.25">23220 11916 291 0,'0'5'77'0,"0"0"-8"0,0 2-15 16,3 0 10-16,-3 0-8 0,0 1-25 0,3-2-41 16,-3 4-72-16,0-5-31 0,-3 5-127 15</inkml:trace>
  <inkml:trace contextRef="#ctx0" brushRef="#br0" timeOffset="39778.1">23233 12246 327 0,'0'4'131'0,"0"-4"-26"15,3 8-3-15,-3-5-23 0,0-3-12 16,0 10-49-16,0-5-197 0,0 2-356 0</inkml:trace>
  <inkml:trace contextRef="#ctx0" brushRef="#br0" timeOffset="39963.08">23260 12615 575 0,'0'3'103'0,"-3"5"-78"15,3-1-168-15,0 1-59 0</inkml:trace>
  <inkml:trace contextRef="#ctx0" brushRef="#br0" timeOffset="40178.49">23233 13077 604 0,'-3'6'248'0,"3"-6"-25"0,0 6-24 0,0-6-14 16,0 4-19-16,0-4-25 0,3 8-29 0,0-4-22 16,-1-1-34-16,1 4-76 0,0-4-67 15,-3-3-128-15,4 9-382 0,-4-2 37 0,3 0 22 16</inkml:trace>
  <inkml:trace contextRef="#ctx0" brushRef="#br0" timeOffset="40534.4">23238 13346 662 0,'0'5'200'0,"0"-5"-18"15,-2 5-21-15,2-5-23 0,-3 3-2 16,3-3-28-16,0 0-6 0,0 7 5 0,0-7-17 15,0 9-16-15,0-9 3 0,0 8-16 0,0-4 3 16,3 0-7-16,-3-4-11 0,0 10-18 16,2-3-25-16,-2 0 2 0,0-1-5 0,3 1-21 15,-3 2-10-15,3 0-20 0,0 1 23 0,-3-1-13 16,1-1 3-16,2 2 10 0,-3-3-1 0,0 1 22 16,3 2-11-16,0-2 15 0,0-1-7 15,-2 1-3-15,-1 0 0 0,3-1 1 0,-3 0 9 16,4-2 16-16,-1 3-3 0,-2-1 3 0,2 0-5 15,-3-3 15-15,3 3-8 0,-3 0-2 16,0-2 0-16,3 0 5 0,-2 1 7 0,-1-4 8 16,3 7-15-16,-3-4 8 0,0-1-11 0,3 3 8 15,-3 0-5-15,3 0-5 0,-2 0 5 16,-1-3-15-16,0 6-27 0,3 1-19 0,-3 0-39 16,4-1-171-16,-4 0-380 0,3 5 42 0,0-7 48 15</inkml:trace>
  <inkml:trace contextRef="#ctx0" brushRef="#br0" timeOffset="40745.5">23350 13989 867 0,'-4'2'272'0,"4"-2"-32"15,-3 10-32-15,0-5-24 0,3-2-38 16,-3 4-34-16,3 0-25 0,0 1-41 0,0 0-28 15,0-1-7-15,0 3-40 0,0 0-4 16,3 0-31-16,-6 4-107 0,6-3-65 0,-3 4 62 16,0 2-18-16,-3-1-246 0,3 1-127 0</inkml:trace>
  <inkml:trace contextRef="#ctx0" brushRef="#br0" timeOffset="40928.49">23340 14520 286 0,'0'8'126'0,"0"-2"-4"0,0 5-4 16,0-5-21-16,0 1-2 0,0 1 8 0,0 6-6 16,0-3-5-16,0-1-10 0,0 1-5 0,0 1 5 15,0-2-18-15,0 4-8 0,0 0-28 16,0-2 16-16,0 3-16 0,0-3-10 0,3 3-16 16,-3 0-27-16,0 1 22 0,0 2 1 0,0 0-114 15,-3 0 1-15,3 2-28 0,-3 0-415 16,3 1 51-16</inkml:trace>
  <inkml:trace contextRef="#ctx0" brushRef="#br0" timeOffset="41161.57">23356 15286 691 0,'0'9'130'0,"0"-3"16"0,3 4-46 16,-1-1 0-16,1 1 0 0,-3 0-39 0,3-1 13 16,0 0 16-16,-2 4-34 0,2-1-7 15,-3-4 2-15,3 5-18 0,0-2-12 0,-2 0-6 0,-1 0-56 16,3 0-28-16,0-1-82 0,-6 3-125 16,3-1-303-16,3-4 34 0</inkml:trace>
  <inkml:trace contextRef="#ctx0" brushRef="#br0" timeOffset="41328.49">23384 15663 842 0,'-3'3'271'0,"3"-3"-18"0,0 0-15 16,0 0-33-16,0 0-18 0,-4 5-15 0,4-5-16 15,0 0-33-15,0 0-52 0,0 0-4 0,0 0-75 16,-3 5-43-16,3-5-139 0,3 4-521 0,0-1 79 15,-2 0 40-15</inkml:trace>
  <inkml:trace contextRef="#ctx0" brushRef="#br0" timeOffset="42311.34">23305 15438 342 0,'0'0'144'0,"-6"-5"-6"0,6 5 0 0,-4-7 8 16,4 7 10-16,-4-5-12 0,1 0-11 0,3 5 5 16,-6-4 5-16,6 4 1 0,-4-4-78 0,4 4-4 15,-6-4 9-15,6 4 19 0,-4-5-6 0,4 5 6 16,-7-1-11-16,7 1 62 0,-4-7-13 15,4 7-13-15,0 0-5 0,-6-1-17 0,6 1-1 16,0 0-16-16,-7-3 14 0,7 3-21 0,0 0 21 16,0 0-16-16,-6-4-10 0,6 4-8 0,0 0 8 15,0 0-18-15,0 0-2 0,0 0-1 16,0 0 9-16,0 0 12 0,0 0-11 0,0 0-12 16,6 16 8-16,-2-10 2 0,2-3-2 0,1 5-13 15,3-1-6-15,-3 1 9 0,6-1-1 16,-2 3 3-16,3 0-10 0,0-2 7 0,2 2-79 15,2 1-5-15,-1 0 13 0,0-1 12 16,-1 3-7-16,2-1 8 0,-5-4-1 0,1 2-9 16,-3 2 22-16,3-2-8 0,-1 0 1 0,-3 2 0 15,1-2 5-15,-1-2 4 0,0 0-14 0,0 0-8 16,-3-1 0-16,0-2-16 0,-1 3-5 0,2-1-27 16,-2-5-27-16,-2 5-9 0,-1-6-65 0,1 6-10 15,-1-6-140-15,3 1-249 0,-5 1-136 16,-1-3 72-16,0 0 62 0</inkml:trace>
  <inkml:trace contextRef="#ctx0" brushRef="#br0" timeOffset="42915.01">23528 15323 586 0,'0'0'225'16,"-13"7"-20"-16,8-4 35 0,-1 1-17 15,2 0-26-15,-2 4-18 0,-1 1-2 0,4-1-29 16,-5 2 8-16,2 2-22 0,-1 1-6 0,0 1-11 16,0 0-14-16,0-2 7 0,0 5-5 15,-2-1-8-15,1 0-15 0,-2 2 0 0,3 0-11 0,-4-3-1 16,2 2 4-16,2-1-2 0,0 1-11 15,-1 0-5-15,-1-1-2 0,5 0-8 0,-2-1-5 16,2-4-5-16,-2 4-11 0,1-5 11 0,2 0-2 16,0 1-1-16,0-2-15 0,-1 0 2 15,1-2 6-15,3-3-1 0,-3 3 4 0,3 0-1 16,-1-4 13-16,-2 2-3 0,3-5 8 16,0 0-13-16,0 0-10 0,0 0 13 0,0 0-18 15,0 0 16-15,0 0-4 0,0 0-7 0,0 0-5 16,3-22 3-16,-3 14-9 0,1-1 12 15,2 0-17-15,0-2 3 0,0-2 1 0,-2-2-6 16,5 0-5-16,-3-1 10 0,2 0-2 0,-2-1-8 16,1 0-8-16,2-2 11 0,0 1-6 0,-2 1-66 15,4-1 0-15,-2 0 10 0,-2 0 15 16,2 2-7-16,1 0 8 0,-1-1 2 0,2 2 7 16,-1 0-1-16,-1-2 9 0,1 6 6 15,1-3-14-15,1-1 11 0,-5 2 10 0,5-1-10 0,-1 2-2 16,-1-1 15-16,-1 2-8 0,-2 2 15 15,2 0-10-15,-1 0 1 0,-2-1 4 0,0 5-5 16,1-1 16-16,-1-1 12 0,0 3-23 0,-3-1-2 16,4 2-10-16,-4-2 4 0,0 5-7 0,6-8-23 15,-6 8-26-15,0-3-15 0,0 3 11 0,0 0-1 16,0 0-36-16,0 0-53 0,0 0-31 16,0 0-174-16,-10 11-374 0,7-4 95 0,0 0 40 15,-1-3 42-15</inkml:trace>
  <inkml:trace contextRef="#ctx0" brushRef="#br0" timeOffset="43927.92">23271 15380 570 0,'-10'-1'195'0,"10"1"-6"15,0 0-22-15,0 0-14 0,0 0-7 0,0 0 5 16,-10-3-25-16,10 3-19 0,0 0 19 16,0 0-14-16,0 0 70 0,0 0 0 0,0 0-8 15,13 15-21-15,-6-10-9 0,-3 0 12 0,3 2-31 16,-1 1-7-16,5 0-8 0,2 1-3 0,-3 3-17 15,1 1-11-15,2-5 6 0,2 7-11 0,1-5-20 16,2 7-3-16,-2-5-7 0,2 1 7 16,1 0-13-16,-1-1 6 0,-2-4-14 0,-1 5 4 15,-2-5-4-15,1 0 1 0,-4-2 0 16,0 1-3-16,-2 0 0 0,2-2-10 0,-1-1-3 16,-1 2 3-16,-4-3-7 0,2 1 17 0,1 0-8 15,-1 1 8-15,-1-2-20 0,-2 3 2 0,3-5 6 16,-2 4-9-16,-1-3-2 0,1 1 3 15,-4-3 2-15,6 7-5 0,-6-7-5 0,3 3 3 16,-3-3-8-16,2 5 5 0,-2-5 15 0,0 0-4 16,0 0-17-16,0 0 4 0,0 0-3 0,0 0 15 15,-21-8-18-15,11 1 1 0,2-1 7 16,-5 1-16-16,-1-3-4 0,-3-1 7 0,0-3-8 16,0 3 14-16,0-3 2 0,0 2-3 0,-4-1-5 15,4 1 3-15,0-1 7 0,-4 1 1 0,4-1-3 16,0 5 2-16,1 1 3 0,-2-3-2 15,1 6 4-15,3-3-4 0,1 0 7 0,-4 0 10 16,7 3-12-16,-2 0 4 0,0 0 6 16,5-1-8-16,-4 2 3 0,4-2 0 0,1 4-11 15,2-2 8-15,-2-1-5 0,6 4 8 0,-11-3-11 16,11 3 11-16,-7-4-8 0,7 4 8 0,0-3-6 16,0 3-2-16,0 0-5 0,0 0 15 15,0 0 3-15,0 0-8 0,18 10 8 0,-8-6-10 16,-1 0-1-16,1 4-2 0,2-1 0 0,1 2 8 15,1-1 0-15,6 2-11 0,-3 3 16 0,4-1 0 16,-1 0-8-16,1 1 0 0,3 2-3 16,0 0 9-16,-1-2-4 0,-2 1-2 0,0-3 8 15,-4 3-10-15,3-3-1 0,-3 1 9 0,1-2-1 16,-5 0-8-16,1-2-7 0,-1 0-2 16,-5-1 12-16,2 0 5 0,-1 0-10 0,-2-3-10 15,1 2 30-15,-5-3-2 0,4 1 3 0,-1 0 27 16,-3-4-2-16,1 5-23 0,-4-5 0 15,3 3 0-15,-3-3-15 0,0 0 7 0,0 0 8 0,0 0-17 16,0 0 1-16,-16-12 3 0,9 6 1 16,-4 1-4-16,4-5 6 0,-6 2-8 0,-1-1 8 15,-2 1 0-15,1-7-11 0,-4 4-9 0,1-5 9 16,-3-2-4-16,1 2-1 0,-4-1-7 16,3-5 10-16,1 4 0 0,3 1-5 0,-1 6 13 15,5-3-6-15,0 6-4 0,5 1 12 16,-2-3-3-16,1 5-12 0,2 0-5 0,2 3 8 15,-1-1 4-15,6 3 6 0,0 0-6 0,-3 11-2 16,6-3 0-16,0 1 3 0,5 2 5 16,2 0-14-16,0 3 4 0,4 1-6 0,2 0 11 0,-1 1-8 15,4-1-6-15,-1 0-4 0,3 2-18 16,2-1-18-16,-5 0-21 0,3-5-41 0,2 4-22 16,-2-1-47-16,2-3-28 0,-2-1-130 0,3 1-503 15,-3 0 60-15,2-3 87 0,-2 1 71 16,-4-1 55-16</inkml:trace>
  <inkml:trace contextRef="#ctx0" brushRef="#br0" timeOffset="48127.34">23210 11334 586 0,'0'0'189'0,"0"0"-17"0,0 0-19 0,0 0-27 16,0 0 9-16,0 0-2 0,7 2 3 15,-7-2-21-15,0 0-12 0,0 0 4 0,0 0-12 16,0 0-13-16,0 0 7 0,0 0-14 0,0 0-17 16,-14 11 6-16,14-11-20 0,-4 4-1 0,4-4-2 15,-6 4-5-15,6-4-5 0,-7 3-3 16,4-2 3-16,3-1 0 0,-7 6-3 0,7-6-16 15,-5 3-4-15,5-3 8 0,-6 0-6 0,6 0 0 16,-6 4 5-16,6-4 11 0,0 0 0 16,-4 4 7-16,4-4 8 0,0 0 2 0,0 0-4 15,0 0-11-15,0 0 13 0,0 0 7 16,0 0-81-16,0 0 13 0,0 0 4 0,0 0-7 0,0 0-7 16,0 0 14-16,0 0 11 0,0 0-8 15,0 0-2-15,10-12-8 0,-10 12 18 0,0 0 0 16,0 0 2-16,6-6-2 0,-6 6-8 15,0 0 0-15,0 0 24 0,0 0-19 0,0 0 8 16,0 0-3-16,12 10 1 0,-12-10-6 0,6 5 8 16,-6-5 28-16,3 7-23 0,-2-4 6 0,-1-3-19 15,0 7 18-15,0-7-2 0,0 4-3 16,0-4 8-16,0 7-16 0,0-7 21 0,0 7-18 16,0-7 8-16,-4 6 5 0,4-6 5 0,-3 4-11 15,3-4-14-15,-4 5 14 0,4-5-2 0,-10 3 13 16,10-3-13-16,-4 0 3 0,4 0-3 15,-6 5 5-15,6-5-4 0,0 0 17 0,0 0-5 16,-13-1-11-16,13 1 3 0,-8-4 3 16,8 4-5-16,-4-7-3 0,4 7 13 0,-6-3-5 15,6 3-6-15,0-7-4 0,0 7 12 0,-3-4-7 16,3 4 10-16,0 0-8 0,0-8 16 0,0 8-13 16,0 0 2-16,3-7-7 0,0 3 2 0,-3 4-2 15,7-3 2-15,-3 1-5 0,-4 2 5 16,0 0-2-16,13-5-3 0,-13 5-5 0,7 0 5 15,-7 0 3-15,0 0-6 0,11 6-2 0,-8-5 26 16,-3-1-34-16,7 8-2 0,-4-6 15 16,-3 5-7-16,3-2 4 0,-3-2-7 0,0 5 5 15,1-2-5-15,-2-2 2 0,-2 3 11 16,3 1-5-16,-3-2 2 0,0-2-3 0,3 3 3 16,-4 0 6-16,1-4-9 0,-1 2 8 0,0-2-7 15,1 4 87-15,-3-6-34 0,2 5 5 0,4-6-12 16,-6 3 7-16,-2 0-2 0,8-3-11 0,-7 1 6 15,7-1-3-15,0 0-10 0,-16-4 5 16,12 2-5-16,4 2-11 0,-11-8-4 16,5 6 4-16,3-3-4 0,3 5-1 0,-4-8-7 15,1 6-10-15,0-5 17 0,3 7-7 0,0-9-5 16,0 2-1-16,3 3-9 0,0-4 4 0,0 2-4 16,-2-1-1-16,2 0 8 0,3 2-10 0,-2-1 8 15,3-1-6-15,-3 4 3 0,-1-3-7 16,3 4 2-16,-2 0-1 0,2-2 6 0,-6 4-2 15,12-1-1-15,-12 1-7 0,10 1 5 16,-10-1 7-16,9 5-7 0,-5-3-7 0,3 5 12 16,-4-4-3-16,-2 5 6 0,2-1-1 0,0 0-17 15,0-3 17-15,-3 3 1 0,1 1-1 0,-1 1-4 16,-1-2 7-16,1-1 3 0,-3-1-1 0,3 2-12 16,-3-2 13-16,3-2 0 0,-3 4 7 15,3-7-7-15,-4 8 4 0,4-6-4 16,0-2 5-16,-7 7 2 0,7-7-10 0,-7 1 16 0,7-1-6 15,0 0 3-15,0 0-15 0,0 0 2 16,-17-8 0-16,10 6-5 0,4-5 13 0,-1 4-11 16,1-2 9-16,3 0-1 0,-3 0-10 0,3-3 5 15,-1 1 5-15,-2 3-12 0,3-2-6 0,0-2 18 16,0 1-5-16,4 3 0 0,-4-3 0 16,3 0-2-16,0 0-11 0,0 4 16 0,-2-2-11 15,2 1 9-15,1-2-12 0,0 4-1 0,-4 2 12 16,6-5 0-16,-6 5-5 0,4-7 8 0,-4 7-24 15,6-1-9-15,-6 1-3 0,0 0-29 16,0 0-14-16,0 0-14 0,11 8-20 0,-11-8-56 16,-4 8-187-16,4-1-441 0,0-4 37 0,0 4 92 15,-4-2 71-15,4-5 49 0</inkml:trace>
  <inkml:trace contextRef="#ctx0" brushRef="#br0" timeOffset="48493.68">23137 11443 568 0,'0'0'233'0,"0"0"-36"16,0 0-18-16,0 0-5 0,0 0-31 0,0 0 8 15,0 0-15-15,0 0-13 0,0 0-23 0,0 0 5 16,-23 5-3-16,23-5-12 0,-11 3-19 0,5-3-9 15,-1 0-1-15,1 5-7 0,6-5 0 16,-15 2-39-16,6-1-17 0,2 4-47 0,-1-4-69 16,2 0-115-16,-1 1-386 0,1-2 15 15,-2 3 51-15</inkml:trace>
  <inkml:trace contextRef="#ctx0" brushRef="#br0" timeOffset="48677.04">22854 11458 501 0,'-6'0'215'0,"6"0"-25"0,0 0-32 0,-10-2-4 15,10 2-29-15,-11 0 3 0,11 0-18 0,0 0-12 16,-10 0-14-16,10 0-35 0,-10 2-21 16,10-2-36-16,-11 0-17 0,11 0-108 0,-10 6-154 15,3-4-266-15,0 0 5 0</inkml:trace>
  <inkml:trace contextRef="#ctx0" brushRef="#br0" timeOffset="48828.02">22642 11506 578 0,'-10'2'207'0,"10"-2"-25"0,0 0-16 0,-7 0-22 16,7 0-47-16,0 0-59 0,-10 0-66 0,10 0-161 15,-4 0-379-15,4 0 40 0</inkml:trace>
  <inkml:trace contextRef="#ctx0" brushRef="#br0" timeOffset="48993.78">22540 11498 545 0,'0'0'74'0,"-10"-1"-59"16,10 1-86-16,0 0-52 0,0 0-46 0,0 0 13 15</inkml:trace>
  <inkml:trace contextRef="#ctx0" brushRef="#br0" timeOffset="49560.52">22502 11472 332 0,'0'0'179'0,"0"0"-2"0,0 0 7 0,0 0-12 16,0 0-11-16,0 0 8 0,0 0-28 15,0 0 5-15,-3-4-18 0,3 4-28 0,0 0-11 16,0 0-2-16,0 0-5 0,0 0-15 16,-14 0-8-16,14 0 7 0,0 0-12 0,0 0-3 15,-10 0-28-15,10 0 13 0,0 0-5 0,-14 0-19 16,14 0-12-16,-10 3-12 0,10-3-4 0,-7 1-9 15,7-1-21-15,-14 1-6 0,14-1 4 0,-10 2 4 16,10-2 16-16,-10 1-15 0,10-1 4 16,-11 0 11-16,11 0-13 0,-13 0 0 0,13 0 18 15,-10 0-5-15,10 0 5 0,-11 0 10 0,11 0 21 16,0 0 15-16,-10 0-5 0,10 0-8 16,0 0 28-16,-10 0-7 0,10 0 10 0,0 0 5 15,-11 0-18-15,11 0 11 0,0 0-9 16,0 0-7-16,-9 0 13 0,9 0-8 0,0 0-2 15,-10-1 5-15,10 1-11 0,0 0-2 0,-11-3-8 16,11 3 1-16,0 0-4 0,-10-1-2 16,10 1-7-16,0 0-6 0,-10 0 3 0,10 0-26 15,-11 0-22-15,11 0-6 0,0 0-36 0,-13 1-82 16,13-1-30-16,-11 1-26 0,11-1 36 0,-7 2 31 16,7-2 2-16,-7 1 13 0,7-1 61 15,-9 0 29-15,9 0 45 0,0 0 39 0,-8 4 26 16,8-4 28-16,0 0 15 0,0 0 13 15,-10 1-18-15,10-1 26 0,0 0 15 0,-7 2-23 16,7-2-3-16,0 0-13 0,-9 0-1 0,9 0 9 16,0 0 0-16,0 0-25 0,-12 0 7 0,12 0 11 15,0 0-16-15,0 0-13 0,-10 0 3 16,10 0-10-16,0 0-13 0,-10 0-13 0,10 0-2 16,0 0-13-16,-13 0-13 0,13 0-34 0,0 0-22 15,-11 0-59-15,11 0-113 0,-11 0-240 16,5 0-154-16,6 0 48 0,-10 0 34 0</inkml:trace>
  <inkml:trace contextRef="#ctx0" brushRef="#br0" timeOffset="49710.5">21986 11491 767 0,'0'0'210'0,"-10"0"-18"0,10 0-18 16,0 0-25-16,0 0-24 0,-11-1-38 0,11 1-36 15,0 0-63-15,0 0-162 0,-10 0-423 0,10 0 37 16</inkml:trace>
  <inkml:trace contextRef="#ctx0" brushRef="#br0" timeOffset="49910.7">21842 11522 734 0,'-10'-4'300'0,"10"4"-26"0,-7-2-29 0,7 2-25 16,-10-2-17-16,10 2-22 0,-7-3-53 15,7 3-41-15,0 0-43 0,-10-3-24 0,10 3-58 16,0 0-85-16,-14 1-146 0,14-1-368 0,-7 2 15 16,7-2 59-16</inkml:trace>
  <inkml:trace contextRef="#ctx0" brushRef="#br0" timeOffset="50060.5">21531 11533 450 0,'0'0'118'0,"-7"0"-1"0,7 0 1 15,-10 0-64-15,10 0-31 0,-10 0-41 0,10 0-41 16,-10 0-125-16,3 1-338 0</inkml:trace>
  <inkml:trace contextRef="#ctx0" brushRef="#br0" timeOffset="50244.46">21168 11558 529 0,'-16'0'218'0,"9"0"-31"0,7 0-8 15,-14 0-18-15,14 0-20 0,-13 0-8 16,13 0-20-16,-15 0-31 0,6 0 0 0,9 0-26 16,-15 0-64-16,6 1-58 0,-2 1-203 0,1 1-325 15,0-2 36-15</inkml:trace>
  <inkml:trace contextRef="#ctx0" brushRef="#br0" timeOffset="50378.03">20803 11597 319 0,'0'0'8'16</inkml:trace>
  <inkml:trace contextRef="#ctx0" brushRef="#br0" timeOffset="50560.51">20488 11626 673 0,'-10'0'243'0,"1"0"-28"16,-2 0-21-16,11 0-17 0,-17 0-26 15,9 0-51-15,8 0-51 0,-16 0-85 0,16 0-113 16,-13 0-460-16,8 4 36 0</inkml:trace>
  <inkml:trace contextRef="#ctx0" brushRef="#br0" timeOffset="50760.93">20245 11646 668 0,'-6'-3'199'0,"6"3"-17"15,-13 0-21-15,6-2-20 0,7 2-8 0,-14-1-36 16,7 0-20-16,7 1-8 0,-11-3 6 16,4 1-63-16,7 2-40 0,-13 0 10 0,13 0-79 15,-14 2-103-15,8-2-363 0,-1 3-5 16</inkml:trace>
  <inkml:trace contextRef="#ctx0" brushRef="#br0" timeOffset="50910.68">19934 11633 358 0,'0'0'156'0,"-13"0"-18"0,13 0-15 0,-14 0-18 16,14 0-13-16,-13 0-12 0,6 0-42 0,7 0-38 16,-11 3-72-16,5 0-84 0,-1-2-340 0</inkml:trace>
  <inkml:trace contextRef="#ctx0" brushRef="#br0" timeOffset="51126.97">19668 11668 755 0,'-17'0'235'0,"13"-2"62"0,4 2-26 0,-13-2-22 15,6-1-24-15,7 3-20 0,-13-2-11 0,13 2-20 16,-11-1-18-16,4 1-17 0,7 0-29 0,-13-2-3 15,13 2-15-15,-10 0-20 0,10 0-21 0,-11-1-46 16,11 1-41-16,-10 0-35 0,10 0-67 16,0 0-57-16,-14 1-99 0,11 1-395 0,3-2 21 15,-7 0 74-15,7 0 80 0</inkml:trace>
  <inkml:trace contextRef="#ctx0" brushRef="#br0" timeOffset="51377.62">19453 11668 742 0,'0'0'248'0,"-11"0"-94"0,11 0-3 0,-13 0 13 16,13 0-13-16,-14 0 10 0,10-2-28 0,4 2-23 16,-13 0-3-16,13 0-25 0,-14-1 77 15,14 1-18-15,-10 0-3 0,10 0-20 0,-10-1-6 16,10 1-22-16,-11 0-11 0,11 0-17 0,0 0 2 16,-10 1-13-16,10-1-2 0,0 0-29 15,-10 0 8-15,10 0-5 0,0 0 0 0,-11 0 0 16,11 0-10-16,-9 1 13 0,9-1-11 0,0 0 6 15,-10 0-14-15,10 0 6 0,0 0 2 0,-11 2-12 16,11-2 2-16,0 0-13 0,0 0-48 16,-10-2-28-16,10 2-113 0,-4 2-195 0,4-2-338 15,0 0 44-15,0 0 62 0,0 0 66 0</inkml:trace>
  <inkml:trace contextRef="#ctx0" brushRef="#br0" timeOffset="52210.5">17836 11739 691 0,'0'0'199'0,"-7"0"-17"0,7 0-10 16,0 0-16-16,0 0 0 0,0 0-15 15,-10 4-6-15,10-4-7 0,0 3-18 0,0-3 5 16,0 0-2-16,0 0-16 0,0 5 1 0,0-5-9 16,3 7 14-16,-3-7-21 0,7 8-26 15,-4-3 0-15,-2-3-2 0,5 1-5 0,-3 4-3 0,1-6 0 16,3 5-10-16,-3-4-6 15,2 3-2-15,-3-2-5 0,1-2 11 0,2 4 4 0,-1-3-17 16,-5-2-1-16,10 3-12 0,-4 1 2 0,-6-4 0 16,7 1 6-16,-7-1-14 0,8 0 3 15,-8 0 3-15,9 0-3 0,-9 0-2 0,0 0 15 16,13 0-21-16,-13 0 0 0,8 0-4 16,-8 0 14-16,0 0-1 0,10-2-1 0,-10 2-5 15,7-5-11-15,-7 5 17 0,0 0-32 0,0 0-48 16,6-1-67-16,-6 1-46 0,0 0-36 0,0 0-191 15,0 0-295-15,0 0 69 0,0 0 61 0</inkml:trace>
  <inkml:trace contextRef="#ctx0" brushRef="#br0" timeOffset="52592.97">17857 11780 696 0,'0'0'233'0,"0"0"-8"15,0 0-20-15,0 0-11 0,0 0-12 0,20 6-11 16,-10-2-14-16,-3-2-4 0,3 2-15 16,4 0-17-16,-1 1-14 0,1-2-4 0,-3 3 55 15,2-4-22-15,1 4-13 0,-1-2-11 16,-2 1-1-16,2-2-9 0,-3 4-10 0,1-2-13 16,-1 0-4-16,0 0-16 0,-2-2-6 0,-2 3-12 15,1-5-13-15,-1 5-10 0,-2-2-30 0,3 1-27 16,-3-3-25-16,-1 4-36 0,0-4-40 15,1 3-35-15,-4-5-88 0,3 5-477 0,0-5 18 16,0 4 100-16,-3-4 41 0</inkml:trace>
  <inkml:trace contextRef="#ctx0" brushRef="#br0" timeOffset="52861.53">18058 11648 780 0,'-3'-5'218'0,"3"5"-26"0,-1-9-13 0,1 9-20 16,-3-1-16-16,3 1-12 0,0 0 2 16,0 0 10-16,0 0-12 0,-3 14-19 0,3-6 62 15,0 2-13-15,0 1 1 0,0 2-19 0,3-1-2 16,-3 3-21-16,0 0-2 0,0 2-3 0,0 1-18 16,0-1-15-16,3-2-2 0,-3 2-11 15,0 1-3-15,0-4-7 0,0-2 3 0,0 4-14 16,1-2-9-16,-1-2 7 0,0 3-21 0,0-1-12 15,0-3-39-15,3 4-35 0,-3-5-54 16,3 5-49-16,1-3-164 0,0 3-475 0,-1-1 40 16,4-3 102-16,-4-3 60 0,3 2 63 0</inkml:trace>
  <inkml:trace contextRef="#ctx0" brushRef="#br0" timeOffset="53343.8">18328 12168 831 0,'7'21'259'0,"0"-5"-24"16,-3-3 47-16,5 2-29 0,-5 0-17 0,6-2-24 16,-3 2-20-16,3-2-7 0,-3-1-32 0,-1 1-9 15,2-4-9-15,-2 1-30 0,1-2-5 16,-3 2 2-16,-1-3-12 0,4 0-8 0,-6-1 0 15,2-1-69-15,0-1 10 0,-3-4-13 0,0 0-2 16,0 0-3-16,0 0-3 0,0 0 19 16,-14-16-11-16,7 3 3 0,-3-4-6 0,-1-1 6 15,-2-8 0-15,-5-13-10 0,-1-3 9 0,1 1-12 16,5 6 3-16,2 4 7 0,1 1 6 16,0-1-6-16,4 1-5 0,-2 5-10 0,5 4 20 15,-1 2-10-15,1-1 5 0,3 3 1 0,0 4-4 16,0 0-1-16,3-2-9 0,1 5 3 15,2-1 0-15,2 3-3 0,-1 0 3 0,2 3 6 16,2 1-14-16,-1 3 8 0,0 1 5 0,-10 0 0 16,18 5 0-16,-8-1 8 0,-4 0 0 0,2 5-11 15,-2-1 9-15,-5 2 6 0,-1 2-4 16,-1-2 5-16,-2 5-2 0,-4-2-1 0,0 2 0 16,-3-1 8-16,0 1-18 0,-4-4 8 0,1 6 3 15,-1-9-11-15,0 2-13 0,0 3-10 0,1-5-10 16,-2 0-26-16,-1-4-23 0,2 3-28 15,1-7-66-15,3 0-141 0,-1 0-489 0,4 0 76 16,-3-2 47-16,4-4 102 0,1-1 33 0</inkml:trace>
  <inkml:trace contextRef="#ctx0" brushRef="#br0" timeOffset="54560.92">23084 10881 726 0,'0'0'208'16,"0"0"-3"-16,0 0-13 0,0 0-16 0,0 0-89 16,0 0-5-16,0 0 0 0,0 0 0 0,0 0-10 15,0 0-14-15,0 0-1 0,0 0-6 0,0 0 23 16,0 0-33-16,0 0-5 0,0 0-31 16,0 0-2-16,0 0-26 0,0 0-23 0,0 0-65 15,-21-7-32-15,21 7-136 0,-10 2-353 0,5 2 59 16</inkml:trace>
  <inkml:trace contextRef="#ctx0" brushRef="#br0" timeOffset="54699.65">22772 10919 89 0</inkml:trace>
  <inkml:trace contextRef="#ctx0" brushRef="#br0" timeOffset="54944.08">22372 10919 363 0,'0'0'-67'15</inkml:trace>
  <inkml:trace contextRef="#ctx0" brushRef="#br0" timeOffset="55393.12">22177 10944 563 0,'0'0'210'16,"-13"0"-16"-16,13 0-22 0,0 0-11 0,-11-1-26 15,11 1 6-15,0 0-23 0,-10 0-31 16,10 0-20-16,0 0-52 0,-10 4-18 0,10-4-32 16,-8 3-60-16,2-2-13 0,6-1-48 0,-10 0-43 15,10 0 35-15,-10 5-36 0,3-4 11 0,7-1 48 16,-7 1 23-16,7-1 16 0,-10 1 10 15,10-1 48-15,-7 2 29 0,7-2 43 0,0 0 61 16,-11 3-4-16,11-3 17 0,-6 1 11 16,6-1 12-16,0 0 16 0,-13-1 0 0,13 1-21 15,0 0 3-15,-12 0 0 0,12 0 8 0,-9 1-27 16,9-1 12-16,-10 0-9 0,10 0-84 16,-14 1 3-16,14-1 7 0,-10 0-12 0,10 0 7 15,-14 2-3-15,7-2-4 0,7 0-1 0,-13 0-4 16,5 0 14-16,8 0-19 0,-13 0 1 0,13 0-4 15,-13 1-36-15,13-1-5 0,-11 3-29 16,4-1 11-16,7-2-5 0,-10 0-1 0,10 0 19 16,-11 0-26-16,11 0-8 0,-10 0-10 0,10 0 31 15,0 0-67-15,-17 0-61 0,13 0-118 16,-2 1-266-16</inkml:trace>
  <inkml:trace contextRef="#ctx0" brushRef="#br0" timeOffset="55543.77">21688 10941 279 0,'0'0'84'0,"-13"-1"-81"0,13 1-103 0</inkml:trace>
  <inkml:trace contextRef="#ctx0" brushRef="#br0" timeOffset="55726.45">21435 10943 440 0,'-13'0'158'0,"13"0"-12"0,-14 0-15 0,14 0-36 0,-10 0-29 15,10 0-43-15,-11 4-48 0,11-4-16 16,-10 2-169-16,4-1-335 0</inkml:trace>
  <inkml:trace contextRef="#ctx0" brushRef="#br0" timeOffset="55896.57">20981 10976 404 0,'0'0'113'0,"-10"0"-49"0,10 0-29 16,-13 4-78-16,5-4-113 0</inkml:trace>
  <inkml:trace contextRef="#ctx0" brushRef="#br0" timeOffset="56065.1">20663 10994 317 0,'0'0'130'0,"-14"-1"-4"15,14 1-29-15,-10 0-15 0,10 0-46 16,-13 0-39-16,13 0-71 0,-11 0-100 0,4 0-146 15</inkml:trace>
  <inkml:trace contextRef="#ctx0" brushRef="#br0" timeOffset="56243.68">20404 10997 540 0,'-8'-4'209'0,"8"4"-14"15,-16 0-29-15,9 0-9 0,7 0-17 0,-15 0-7 16,6 0-28-16,9 0-12 0,-14 0-27 0,14 0-43 16,-14 0-74-16,7 0-195 0,-3 0-343 0,10 0 44 15</inkml:trace>
  <inkml:trace contextRef="#ctx0" brushRef="#br0" timeOffset="56426.36">20168 10983 593 0,'-15'-1'162'0,"15"1"-22"15,-10-1-19-15,10 1 9 0,-13-1-45 0,6-3-1 16,7 4-17-16,-10 0-52 0,10 0-17 16,0 0-37-16,-11 0-43 0,11 0-46 0,-10 0-36 15,6-1-127-15,4 1-244 0</inkml:trace>
  <inkml:trace contextRef="#ctx0" brushRef="#br0" timeOffset="56594.02">19935 10983 332 0,'0'0'133'0,"-7"-1"-23"0,7 1 8 0,0 0-10 15,-13 1-21-15,13-1-3 0,0 0 1 16,-11 0-21-16,11 0-16 0,-10 0-30 0,10 0-25 15,0 0-4-15,-10 0-66 0,10 0-91 0,-11 0-124 16,8 1-236-16</inkml:trace>
  <inkml:trace contextRef="#ctx0" brushRef="#br0" timeOffset="56793.92">19675 11011 609 0,'0'0'215'0,"-10"-2"-8"0,10 2-30 16,-11 0-29-16,11 0-17 0,-10 0-42 0,10 0-63 16,-10 0-93-16,3 5-194 0,4-4-325 0,3-1 38 15</inkml:trace>
  <inkml:trace contextRef="#ctx0" brushRef="#br0" timeOffset="57010.01">19432 11026 726 0,'-7'0'228'0,"7"0"-23"0,0 0-56 16,-14 0-32-16,14 0-40 0,0 0-44 0,-9 4-51 16,5-2-66-16,4-2-52 0,-6 2-138 0,2 0-268 15,4-2 66-15</inkml:trace>
  <inkml:trace contextRef="#ctx0" brushRef="#br0" timeOffset="57159.99">19292 11058 793 0,'-7'-1'233'0,"7"1"-15"15,0 0-32-15,-7-2-14 0,7 2-13 0,0 0-39 16,-6-4-56-16,6 4-31 0,0 0-28 16,0 0-82-16,0 0-493 0,0 0-45 0,0 0 73 15</inkml:trace>
  <inkml:trace contextRef="#ctx0" brushRef="#br0" timeOffset="58026.18">16762 10801 821 0,'0'0'225'16,"0"-1"-12"-16,0 1-26 0,0 0-6 0,0 0-9 15,0 0 12-15,0 0-38 0,18 7-20 0,-12-3-1 16,4 3-15-16,1-1-15 0,2 1-11 15,2 1 8-15,-5 0 54 0,3 1-15 0,4 0-6 16,-4 1-15-16,-1-2-10 0,1 2-20 0,1 2-22 16,-1-2-40-16,0 1-38 0,-2-1-49 15,-1 1-64-15,0-1-108 0,-2-2-192 0,2 1-304 16,-1-3 82-16,-1-3 61 0,-1 3 67 0</inkml:trace>
  <inkml:trace contextRef="#ctx0" brushRef="#br0" timeOffset="58292.68">17039 10818 931 0,'-3'-9'277'0,"3"9"-37"0,0 0-7 16,0 0-102-16,0 0-6 0,0 0-5 0,0 0-7 15,-4 17 0-15,4-10-6 0,0 4-7 0,1 3-8 16,2 4-23-16,-3-1 3 0,0 1 10 15,3 2-13-15,-3 0-8 0,3-3-2 0,0 5 3 16,-1-3-11-16,-2 3-2 0,3-2 17 0,0 1-17 16,-3-2-8-16,3-2-11 0,-2 1 4 15,2 0-9-15,0 2-2 0,0-4-20 0,-2-3-39 16,2 1-10-16,0-3-33 0,0 1-60 16,2-2-30-16,-2-2-40 0,3-1-93 0,-5-1-410 0,5 1 85 15,-2-6 36-15</inkml:trace>
  <inkml:trace contextRef="#ctx0" brushRef="#br0" timeOffset="58742.68">17261 10976 765 0,'-3'-2'292'0,"-1"-4"-26"16,-2 6-31-16,6 0-22 0,-10-3-29 15,10 3-12-15,-11 3-16 0,4 1-23 0,1 0-13 16,-1 3 0-16,-1 3-12 0,2-2-3 16,2 2-13-16,-2 3-13 0,3-4-2 0,2 2-5 15,-2 1-13-15,3 0-3 0,0-4-12 0,3 5 4 0,-2-2 6 16,2-3-16-16,3 2-7 0,-2-5-13 15,2 3 5-15,-1-5 3 0,1 2-1 0,1-1-4 16,0-4-14-16,3 0-2 0,-10 0 1 16,14-2-6-16,-4-3 5 0,-3 2-5 0,0-4 10 15,0 0 0-15,-1 2-5 0,-3-4-15 0,1-2 13 16,0 1 2-16,-4 2 0 0,3 0 3 16,-3-2 2-16,1 3 8 0,-1-1 0 0,3 1-21 15,-3 2 13-15,0 0-7 0,0 5 5 0,3-7-6 16,-3 7 1-16,0 0-11 0,0 0 5 0,0 0 9 15,0 0-12-15,16 12 14 0,-11-10-36 16,1 5-23-16,-2-3-41 0,3 3-36 0,-1-1-62 16,2-2-107-16,-2 1-427 0,4-2 23 0,-3 3 109 15,4-5 16-15</inkml:trace>
  <inkml:trace contextRef="#ctx0" brushRef="#br0" timeOffset="59042.93">17470 10901 645 0,'0'0'225'0,"-13"-1"-18"0,13 1-17 16,-11 1 48-16,7 4-13 0,-2-3-18 0,2 5-20 16,-2-3-13-16,2 3-15 0,1 0-16 15,-1 3-7-15,1-2-18 0,3-1 2 0,0 3-5 16,0-3-18-16,0 0-7 0,3 1-1 0,1-4 14 15,-1 3-21-15,1 0-13 0,-1 0 15 16,4-3-25-16,-1 2 5 0,2-5 3 0,2 4-13 16,-3-4-14-16,4 0-4 0,1-2-23 0,-1 0-5 15,3 0-18-15,-1-3-16 0,1 0-30 0,0 0-34 16,3-5-17-16,-4 5-34 0,-3-2-54 16,4-2-102-16,-7 0-135 0,0 1-303 0,-1-1 77 15,2-2 64-15,-5-1 49 0</inkml:trace>
  <inkml:trace contextRef="#ctx0" brushRef="#br0" timeOffset="59210.62">17565 10725 734 0,'-3'-6'246'0,"3"6"-16"0,0 0-5 0,0 0-27 16,0 0-6-16,7 14-24 0,-3-4-1 0,3-2-24 16,-1 0-2-16,1 7-23 0,4-5-8 0,-1 6-5 15,-1-2-95-15,3 2 23 0,-3 1-43 16,2 0-18-16,2 0-46 0,-2-1-80 0,-2 2-130 15,-1-3-412-15,-1-2 58 0,2 2 68 16</inkml:trace>
  <inkml:trace contextRef="#ctx0" brushRef="#br0" timeOffset="60112.98">17586 10936 929 0,'3'-4'256'0,"1"-3"-26"0,2 0-25 16,2-2-16-16,2 1-17 0,0 0-16 0,1-1-10 15,2 1-11-15,1 0-14 0,-1-1-14 16,-3 6-20-16,1-3 5 0,-4-1-17 0,3 3-6 16,-3-2-10-16,3 5-6 0,-3 0 9 15,-7 1-21-15,10 1 2 0,-2 0 6 0,-2 5-16 16,-2-2 18-16,2 2-20 0,-2 1-74 0,2 2 12 15,2-2-8-15,-5 3 9 0,4-2-1 0,-1 1 3 16,-2-1 25-16,3 1-33 0,0-1 24 16,-1-2 1-16,1 0-6 0,0 1-1 0,0-3 7 15,0 0-7-15,-1 0 13 0,1-2-5 0,-3-1-3 16,-4-1 8-16,14 0-5 0,-14 0 15 16,9-7-2-16,-5 5 15 0,-1-4-26 0,1-1 16 15,-3 2-11-15,2-4 0 0,-3-2-2 0,0 1 3 16,0 2-1-16,0-4-5 0,0 3 3 15,0-2 8-15,0 5-11 0,0-2 16 0,0 1-11 16,0 0-15-16,0 0 11 0,0 7-14 0,0-4 16 16,0 4 8-16,0 0 4 0,6-3-4 15,-6 3 2-15,0 0 5 0,10 11-17 0,-6-8 12 16,-1 3 5-16,4-2-13 0,0 0-4 0,-3 0-1 16,5 2 16-16,-1-2 2 0,-2 1-13 0,1-3 9 15,3 4-4-15,-2-4 1 0,-1-2-3 16,2 0-3-16,1 0 8 0,-10 0 3 0,18 0-11 15,-11 0 3-15,3-4 8 0,0 0-23 0,-3 1 15 16,3-4-16-16,-3 0 16 0,0 0-2 16,-1 2-8-16,-2-2-3 0,-1-1 0 0,1 2 0 15,-4-3-2-15,4 5 12 0,-4-2-2 16,3 0-3-16,-3 6 8 0,-3-9-15 0,3 9 20 16,-4-3 11-16,4 3-27 0,-4-5 4 0,4 5 12 15,0 0 0-15,0 0-8 0,-16 7 1 0,16-7-11 16,-7 3 10-16,0 1 11 0,3-1 0 0,4-3-11 15,-6 6-10-15,6-6 11 0,-4 2 22 16,1 4-17-16,3-6-13 0,-3 4-6 0,3-4 9 16,-1 7-9-16,1-7-7 0,0 0 16 15,1 6 12-15,-1-6-5 0,0 0 7 0,6 2-2 16,-6-2-2-16,7 4 0 0,-7-4-3 0,10 1 12 16,-10-1-1-16,11-1-1 0,-11 1-13 0,9-4 6 15,-9 4-21-15,11-1 23 0,-4-2 3 16,-4-1-6-16,4 2 1 0,-1-3 7 0,-2 1-25 15,-1-2 25-15,5 2-20 0,-5-2 7 0,1-1-10 16,-1-1 13-16,-3 4-5 0,3-2-2 0,-3-2-1 16,0 0-15-16,0-1-5 0,0-1 0 15,-3-3 17-15,0 3-2 0,-1-5-4 0,1 3 19 16,-1-4-17-16,-3 1 12 0,3-2-2 0,1 8 10 16,-3-6-2-16,3 7 10 0,-1-2-1 15,1 1-9-15,-1 3 5 0,0-1 2 0,4 6 5 16,0 1-10-16,0 0 3 0,0 0 2 0,0 0 13 15,0 18-15-15,4-5 2 0,3-1-2 0,-3 3-13 16,5 6-36-16,1 0-44 0,-2 1-53 16,2 1-256-16,3 5-302 0,4-1 53 0,-3 2 70 15</inkml:trace>
  <inkml:trace contextRef="#ctx0" brushRef="#br0" timeOffset="61709.95">18851 10997 619 0,'-7'-4'235'16,"7"4"-20"-16,-6-4-17 0,3-1-4 16,3 5-81-16,-5-2-16 0,5 2-25 0,-6-6 15 15,6 6-13-15,-10 0-13 0,10 0-4 0,-10 0-1 16,10 0-7-16,-11 0-14 0,4 4 6 0,-3-2-5 15,3-1 10-15,-3 2-10 0,0 2 5 0,-1-3-5 16,1 4-13-16,0-4 18 0,3 4-8 16,-3-2 3-16,3 1-10 0,-3-3 2 0,2 5-13 15,2-6 13-15,-1 6-17 0,1-1-4 16,2-2 19-16,-3 0-13 0,6 0 5 0,-5 1-11 16,3-2 1-16,2 4 5 0,-2-4-1 0,0 4 1 15,3-1-5-15,0 1 12 0,-3-3-4 16,6 3-1-16,-3-1 3 0,3-1-5 0,0 2 2 15,-2 0 1-15,5-1-4 0,-2-1-1 0,3 2 4 16,-3 0-7-16,5-1 2 0,-2-1-2 0,1 2 4 16,1 0 6-16,-2 0 3 0,0 0-21 15,4-2-3-15,-5 2 16 0,4 1-5 0,-3 1-8 16,4-1 5-16,-5 0 10 0,4 2-2 0,-2 1 2 16,-1-2-7-16,-1 2-5 0,1-3 7 15,-1 2-5-15,-1-2-10 0,1 2 15 0,-2 1-2 16,2-1 2-16,-6 1 10 0,4-3-17 0,-4 0 0 15,3 1-3-15,-3-1 25 0,0 0-15 16,-3 1 3-16,3-1 5 0,-4 0-15 0,1 1 7 16,0-1 5-16,-1-1-12 0,-2 1-8 15,-2-2 25-15,5-2-20 0,-4 3 10 0,1-6-4 0,2 5 4 16,-3-3 8-16,3 0-11 0,4-3 6 16,-10 4-5-16,10-4-6 0,-9 1 11 0,9-1-3 15,-8 0 8-15,8 0-2 0,0 0-9 16,0 0-4-16,0 0 5 0,-10-4-1 0,10 4 4 15,0 0-9-15,0-6 1 0,0 6 7 0,0 0 5 16,6-8-2-16,-5 1 2 0,6 6-7 16,-3-3-3-16,-1 1 5 0,3-1-17 0,-2-2 2 15,2 4 12-15,-2-3-4 0,3 4 2 0,0-2 3 16,-7 3-11-16,10-4 8 0,-10 4-5 0,7-2-13 16,-7 2 19-16,13 2-12 0,-13-2 6 15,7 0 3-15,-7 0-8 0,4 8 10 0,-1-4 10 16,0-1-9-16,2 4-4 0,-5-1 6 0,3-1 15 15,-3 2-28-15,3 3 10 0,-3-3 2 16,0 1-1-16,0 2 6 0,0-2-6 0,0 5-9 16,0-2 95-16,-3-2-15 0,3 5-16 0,0-3-2 15,-3 5-10-15,3-5 5 0,-1 4-13 0,-3-1-6 16,4-3 14-16,0 6-8 0,-3-4-3 16,3-1 8-16,-3 3-12 0,3-5 4 0,0 5 3 15,0-5-15-15,-1 2 2 0,1-3-3 0,0-1 11 16,0 1-15-16,0 0-3 0,1-2-6 15,-1 1 11-15,0-2 1 0,3 0-14 0,-3 2 10 16,3-3 3-16,-3-2-13 0,4 4 8 0,-3-4 16 16,2 4-11-16,-3-7-90 0,6 6 29 0,-2-4 5 15,-1 1 7-15,-3-3 3 0,10 3 2 0,-10-3 6 16,14 0 5-16,-14 0 2 0,14-5 0 16,-4 4-2-16,-3-1 0 0,0-3-18 0,-1 5-3 15,-2-4-5-15,3-2-43 0,-4 5-18 0,1-6 12 16,-1 0-122-16,-3-1-113 0,0-1-522 15,-3 1 97-15,-1-1 56 0,-6-3 60 0,3-2 76 16</inkml:trace>
  <inkml:trace contextRef="#ctx0" brushRef="#br0" timeOffset="62892.68">18434 11351 726 0,'-7'-7'221'0,"7"7"-19"0,0 0-18 15,-10-1-25-15,10 1-13 0,-7 0-18 0,7 0 2 16,-14 0-27-16,8-2 4 0,6 2-10 16,-17 0-30-16,9 0 17 0,-5 0-4 0,3 2-9 15,-4-2-86-15,-2 0 7 0,1 0 8 0,-2 1 6 16,-6 3-12-16,1-1 14 0,-1-3-13 0,-5 6 25 16,-3-4-14-16,-3 5 19 0,-3-1-2 15,-1-2 8-15,-2 4 7 0,1 1-2 16,-14 3 0-16,4-1 0 0,5-2-5 0,9-1 4 0,-2 2 1 15,3-2-8-15,0 0 1 0,-1 4 4 16,2-3 0-16,5 1 0 0,-3-2 62 0,0 2-8 16,1 0 0-16,2 3-8 0,-2-1-12 15,2 0 0-15,0 1-16 0,-2 2 0 0,-1-1-13 16,3 3-2-16,-12 2 3 0,9 3-27 0,-6-1 19 16,-1 3-3-16,0-1-10 0,7-3 5 0,-6 4-7 15,3 1 4-15,0-1 6 0,0 6-6 16,3-3-5-16,3 1 1 0,-2 4 4 0,2 0-2 15,1 0 0-15,3 2 5 0,4-7-13 0,2-2 8 16,2 3-7-16,1 0 6 0,-1-1-1 0,-5 13-6 16,8-7-5-16,-2-6 11 0,2 3-11 15,2 0 7-15,-2 0 14 0,3-2-18 0,-4 3 2 16,4-5 3-16,-1-1 5 0,1 0-5 0,0-2-11 16,2-4 6-16,-1-1-1 0,-1-3-4 15,0 2 10-15,2-4 5 0,2-1 0 0,-1-4-8 16,0 3 10-16,0-4 3 0,0 0-7 0,0 0 4 15,1-4 6-15,-1-2-1 0,-3-1-7 0,10 0-7 16,-14-2 1-16,6-7-1 0,-1 7-4 16,-1-6 4-16,3 0-1 0,-1-1-8 0,-1-4 14 15,2 3-11-15,0-5 13 0,-3 4-11 0,6-3-7 16,-2 2 3-16,2-2 2 0,-2-2-2 0,5 5 7 16,-2-3-2-16,-1 5-11 0,1-4 0 15,2 2-2-15,-2 1-2 0,3 0 4 0,-3 2-5 16,3 1 1-16,0-1-4 0,-3 2 11 0,3 6-10 15,3-6-8-15,-3 6 21 0,0 0-3 0,0 0-15 16,0 0 15-16,0 0-11 0,0 0 4 16,10 20 7-16,-6-10 2 0,-4 1-2 0,4 3-8 15,-1 1 6-15,0 0 4 0,1 1 4 16,-1 1-9-16,3-1 3 0,-2 0 3 0,0 0-6 0,3-2 8 16,-4 1 8-16,4 0 0 0,-1-5 5 15,2 1 5-15,-2-1-5 0,4-4-6 0,-3 1 14 16,7-6-6-16,-1 0 24 0,2-1-29 15,1-1 1-15,5-7-1 0,3 4 6 0,-1-8-9 16,5 1 1-16,2 0-5 0,-2-3-11 0,-4 6-15 16,-3 0-5-16,-1-1-43 0,-2 5-31 0,-2 0-49 15,-2 4-62-15,-4 0-168 0,1 0-453 16,-4 8 43-16,-4-2 97 0,-3 3 65 0,-3 1 61 16</inkml:trace>
  <inkml:trace contextRef="#ctx0" brushRef="#br0" timeOffset="63692.71">16321 13416 716 0,'0'0'272'0,"0"0"-11"0,0 0-16 15,0 0-89-15,0 0-4 0,0 0-7 16,0 0-29-16,0 0 81 0,0 0-31 0,11-8 6 16,-4 1-27-16,-4 2-9 0,1-4-16 0,-1 0 3 15,0-3-25-15,-3 4-6 0,4-3-13 0,-1 1 3 16,-3-1-15-16,0-1-6 0,0-1-2 0,-3 3-11 15,2 0 6-15,-2 1 13 0,0 1-29 16,0-1 13-16,-1 2-2 0,-3 0-11 0,4 6 1 16,3 1-3-16,-10-1-16 0,10 1 19 0,-11 2-4 15,4 4-1-15,3-1-14 0,-2 2 3 16,-1 0 0-16,4 4-7 0,-3 2 14 0,5-2-9 16,-3 3 7-16,4-2 21 0,0 2-26 0,0 4 23 15,0 1-31-15,5-4 3 0,1 4 13 16,-3-3-1-16,4-1-2 0,0 1-10 0,3 0 3 15,-3-4-6-15,3 1 13 0,1-5-15 0,2 0 0 16,-3-1-5-16,4-4 22 0,0-1-14 16,0-2-1-16,2-2-12 0,2 1-11 0,-2-6-7 15,2 3-8-15,-1-4-6 0,-3-1-12 0,-1 1-5 16,1-5-15-16,-4 2-16 0,-3-3 31 0,1 2-26 16,-2-2 19-16,-3 1-6 0,0 2 15 0,-2 0 26 15,-1-1-2-15,0 5 22 0,0 0 16 16,0-1 0-16,-1 2 5 0,1-1-10 0,0 7 5 15,-3-6-3-15,3 6 1 0,0 0 4 16,0 0-2-16,0 0 0 0,0 0-8 0,0 0 8 16,0 0-2-16,4 19-6 0,2-13-10 0,-3 0 18 15,1 4-11-15,0-4 14 0,-1 1-19 16,1 2 6-16,-1-1 0 0,0-2 0 0,-2-2 2 16,2 3 0-16,0-2-2 0,-3-2 2 0,0-3 0 15,0 8 11-15,0-8-1 0,0 6 8 0,0-6-15 16,0 0 0-16,0 0 2 0,0 0-7 0,-20-10 2 15,9 4 3-15,5-2-5 0,-4-3 10 16,-1-1 5-16,-2-5-18 0,3 0 0 0,-1 2 2 16,1-3 6-16,3 1 5 0,0 2-18 0,3-3 5 15,-2 1 3-15,2 6 0 0,4-3-16 0,0-1 3 16,0 4-10-16,3-2-21 0,-2 2-16 16,5 3-6-16,-2 0-42 0,0-1-38 0,3 1-13 15,-1 5-70-15,1-2-106 0,-1 1-400 0,5-1-36 16,-4 5 77-16,0-1 67 0,3 1 68 15</inkml:trace>
  <inkml:trace contextRef="#ctx0" brushRef="#br0" timeOffset="64491.97">16687 13191 634 0,'4'6'190'0,"-1"-1"2"0,4 2-18 16,0 2-16-16,3 3-12 0,-3-1-2 15,3-1-4-15,1 3-12 0,-1-2-12 0,-1-2-11 0,2 4-3 16,-1-2-7-16,-3-1-6 0,1-1-14 15,-2 1 6-15,-2-1 9 0,2-2-3 0,-2-2 0 16,-1 2 10-16,0-4-20 0,0 4-3 0,-3-7-5 16,0 5-7-16,0-5-3 0,0 0-13 15,0 0 8-15,0 0-13 0,-26-14-3 0,15 6-10 16,1-3-10-16,-3-3 72 0,-1-3-16 16,0-1-5-16,0 0-5 0,4 2-5 0,0-2-5 15,-1 3-3-15,2 0-8 0,5 1-9 0,-4 3-4 16,5 0 1-16,0-1-5 0,3 2-1 15,-3 3-7-15,6-3 5 0,-3 8 5 0,6-4-10 16,-1 0-5-16,1 5 0 0,-6 1 0 0,14-1-6 16,-14 1 1-16,20 6-3 0,-10-3 5 0,4 4 6 15,-3 3-11-15,3-3-5 0,-1 1 5 0,-3 3 3 16,4-1 4-16,-1-1-4 0,-3 0-13 16,1 0 10-16,2-2-7 0,-2-2 7 0,2 0-5 15,-3-3 10-15,1 4-5 0,-1-5 8 0,0 0-8 16,1-1 13-16,-1-2-21 0,0-4 14 15,-2 4-4-15,1-3-4 0,-5-5-6 0,-1 6 1 16,-3-3 7-16,0-2-8 0,0 0 1 0,-6-2-16 16,2 1 13-16,-7 2 7 0,5-4-12 15,-4 0 5-15,0 4-11 0,-4-2 6 0,4 0 8 16,-4 1 9-16,4-1 6 0,0 0-10 0,-1 1-6 16,4 3 6-16,-3-1-3 0,4-1 7 15,-2 2-2-15,2-2-5 0,5 2 0 0,-2 1-7 16,0-1 7-16,3-2-3 0,0 8 6 0,6-10-11 15,-2 3 3-15,6 3 10 0,-3 0-5 0,3-2-8 16,4 5 21-16,-1-2-23 0,2 3 5 16,-2 2-5-16,3-1 17 0,2 3-4 0,0 0-13 15,1 3 5-15,-4 0-3 0,5 3 16 0,-3-2-16 16,1 1 13-16,-5-1 5 0,0 0-2 16,1 3 0-16,-4 1-6 0,0-3 8 0,-2 1 8 15,-1-2 0-15,-1-2-5 0,-3 2-3 0,1-4 11 16,-1 3-8-16,-3-2-3 0,0-5 5 0,0 5 0 15,0-5 1-15,0 0-1 0,0 0 3 0,0 0-18 16,-23-10 15-16,12 2-7 0,1-4 5 16,0-1-13-16,-4-4 13 0,1-2-18 0,1-1 5 15,0 1 5-15,2 0 2 0,3-4-7 16,-4 7 6-16,7-1-9 0,-2 0 8 0,3 2 3 16,-1 4-11-16,4-3-4 0,-4 4-1 0,4 2 13 15,4-2-8-15,-3 3 6 0,2-1-11 0,0 6-12 16,4-3-3-16,-1 5-18 0,-6 0-26 0,14 4-17 15,-4-1-29-15,0 3-46 0,4 1-86 16,0-1-244-16,0 4-338 0,-1 0 105 0,2-1 67 16,1 1 69-16,1-1 51 0</inkml:trace>
  <inkml:trace contextRef="#ctx0" brushRef="#br0" timeOffset="72708.9">28344 8100 153 0,'0'0'41'0,"0"0"3"0,0 0-37 0,0 0-20 15,-4-6-2-15,4 6-26 0,0 0-25 0,0 0-37 16</inkml:trace>
  <inkml:trace contextRef="#ctx0" brushRef="#br0" timeOffset="73490.93">28392 8108 204 0,'-3'10'82'0,"3"-10"-23"0,0 3-15 16,0-3-37-16,0 5-58 0,0-5-59 15</inkml:trace>
  <inkml:trace contextRef="#ctx0" brushRef="#br0" timeOffset="73690.89">28378 8237 248 0,'0'6'74'0,"0"-6"-7"0,0 7-3 0,0-7 25 16,0 6-40-16,0-6-3 0,0 6-13 0,0-6-20 15,0 7-28-15,0-1-24 0,0-6-32 0,4 8-55 16,-4-1-30-16,2-4-13 0</inkml:trace>
  <inkml:trace contextRef="#ctx0" brushRef="#br0" timeOffset="73840.66">28399 8368 209 0,'0'0'77'0,"0"0"8"0,0 0-6 16,0 7 11-16,0-7-24 0,0 0-7 15,0 6-5-15,0-6 10 0,0 4-23 0,0-4 2 16,0 8-12-16,0-8 25 0,0 6-12 0,3-4-47 15,-3-2-76-15,0 7-75 0,0-3-376 16</inkml:trace>
  <inkml:trace contextRef="#ctx0" brushRef="#br0" timeOffset="74559.12">28505 9247 189 0,'3'9'15'0,"-2"0"-74"0,2-2-35 16</inkml:trace>
  <inkml:trace contextRef="#ctx0" brushRef="#br0" timeOffset="74775.69">28519 9624 591 0,'0'7'228'0,"-1"-2"-19"0,1 2-37 15,0 1-8-15,-1-1-16 0,1 1-25 0,1 1-20 16,-1-2-22-16,0 4-19 0,1-3-16 16,-1 6-90-16,0-3-43 0,3 4-5 0,-3-3-148 15,3 3-57-15,1 2-215 0,-4-1 235 0,7 1 55 16,-4-2 160-16,-3-1 37 0,2-2-9 16,-1 3 27-16,0-3-9 0</inkml:trace>
  <inkml:trace contextRef="#ctx0" brushRef="#br0" timeOffset="74941.2">28542 10016 92 0,'0'10'61'0,"-1"-3"1"0,1 3 14 0,0-2 27 15,-2-1-21-15,2 0 12 0,-3-3 19 16,3 3-6-16,0 0 93 0,-4 3-16 0,8-3-22 16,-8-1 12-16,4-1-80 0,-3 2-7 0,3 1-23 15,0-1 18-15,0 3-10 0,0-2-16 16,-1 6-28-16,1-4-4 0,0 1-35 0,0 3-12 16,1-3-56-16,-1 4-13 0,0 0-3 0,3 0-46 15,1 1-46-15,-4 0-7 0,3-1-211 0,-1 4 16 16</inkml:trace>
  <inkml:trace contextRef="#ctx0" brushRef="#br0" timeOffset="75074.23">28539 10699 325 0,'2'8'140'15,"-2"1"-22"-15,1 1-13 0,-1 0-23 0,1 3-59 16,2-1-46-16,-3 2-197 0,0 2-302 0</inkml:trace>
  <inkml:trace contextRef="#ctx0" brushRef="#br0" timeOffset="75824.11">28573 11350 312 0,'1'19'74'0,"2"1"-69"15,-3-1-299-15</inkml:trace>
  <inkml:trace contextRef="#ctx0" brushRef="#br0" timeOffset="76074.92">28662 11889 657 0,'-3'4'251'0,"3"4"-10"16,0-1-26-16,0 1-18 0,0 1 10 0,0-1-35 16,0 0-42-16,0 2 3 0,4 5-17 0,-4-5-9 15,0 4-10-15,3-3-20 0,-3 4 2 16,3-5-20-16,2 4 3 0,-4-3-24 0,-1 3-7 16,1-3-29-16,-1 2-19 0,0-2-37 0,3-2-33 15,-3 4-46-15,3-2 7 0,-6-3-263 16,3 1-292-16,3-1 72 0,-1 0 64 0</inkml:trace>
  <inkml:trace contextRef="#ctx0" brushRef="#br0" timeOffset="77340.92">28807 12537 604 0,'1'10'102'15,"0"1"-46"-15,-1 3-43 0,4 3-62 0,-8 0-207 16</inkml:trace>
  <inkml:trace contextRef="#ctx0" brushRef="#br0" timeOffset="77523.92">28809 13122 558 0,'0'8'225'0,"-1"-4"-28"0,1 3-8 0,-1 3-30 16,1-3 2-16,0 1-23 0,0 2-12 0,1-2-19 15,-1 5-30-15,1-2-61 0,-1 4-29 0,0-1-33 16,4 1-36-16,-4-1-161 0,3 7-361 0,0 0 61 16</inkml:trace>
  <inkml:trace contextRef="#ctx0" brushRef="#br0" timeOffset="77708.03">28839 13766 647 0,'-3'10'256'0,"0"1"-26"0,0-1-17 16,3-2-29-16,0 1-12 0,-1 0-14 0,0-1-12 16,1 1-5-16,0 0-23 0,0 0-18 0,0 5-8 15,1-3-54-15,0 3-22 0,-1 1-24 16,0-1-66-16,3 3-116 0,0 2-237 0,-3 0-205 15,3-1 45-15,2 5 37 0</inkml:trace>
  <inkml:trace contextRef="#ctx0" brushRef="#br0" timeOffset="78157.78">28823 14451 652 0,'-3'11'282'0,"-1"-2"-26"0,1 0-31 0,-1-2-89 16,3 1-3-16,0 0-21 0,-4 1 14 15,2 3 61-15,0-2-18 0,2 3-18 0,-2-2-34 16,3 4-22-16,0-4-16 0,0 6-40 0,0-3 4 16,0 1-76-16,-3 0-33 0,6 2-45 0,0 0-9 15,-2 0 13-15,2 1-32 0,3-2-17 0,-2 1-5 16,0 0-98-16,1-2 11 16,-3 1 66-16,1-3-7 0,-3 3 41 0,5-2-3 0,-4-1 48 15,-1 2 24-15,0-2 43 0,0-1 23 0,0 2-10 16,0-3 23-16,-1 3 16 0,-1-3 35 15,-1 2 18-15,3-1 26 0,-3 1-8 0,2-1 25 16,-2 1 3-16,0-2 44 0,3 0-39 0,0 0 6 16,0 1 7-16,0 1-13 0,0-1-10 15,0 1 13-15,0-1-13 0,3 1-15 0,-3-1 10 16,2 1-16-16,-1 1-12 0,0 0-8 0,2 0-15 16,-3-2-5-16,3 6-6 0,0-1 6 15,-2-2-54-15,2 5-5 0,0-2 2 0,1 1-13 16,0-1 11-16,-1-1-13 0,3 5 0 0,-5-3 18 15,2 3-3-15,2-3-2 0,-3-1-3 0,1 3-23 16,4-4 13-16,-3 0-5 0,-1 0 8 16,1-6 12-16,-1 6 8 0,-3-5 5 0,3-2 3 15,2 0-8-15,-4-1 5 0,0-1 13 0,2 0-5 16,-3-2 10-16,4-1-16 0,-4 0-50 16,0 1-54-16,-4-2-528 0,4 0 11 0,0-4 10 15</inkml:trace>
  <inkml:trace contextRef="#ctx0" brushRef="#br0" timeOffset="79857.14">28329 8421 335 0,'-8'-2'82'0,"8"2"-5"0,-8-1 4 0,8 1-14 16,0 0 5-16,-10-2 2 0,10 2-13 0,0 0 14 16,-10-1-1-16,10 1 3 0,-8-3-3 15,8 3 15-15,-9-2-17 0,9 2 5 0,-4-2 12 16,4 2 1-16,0 0-3 0,-9-7 0 0,9 7 72 15,-4-1-3-15,4 1-10 0,-4-4-13 16,4 4-3-16,0 0-14 0,-3-3-4 0,3 3-9 16,0 0-1-16,0 0-5 0,-4-3-12 0,4 3-3 15,0 0-16-15,0 0-4 0,-6-4-1 0,6 4 3 16,0 0-8-16,0 0-17 0,0 0-72 16,0 0 17-16,0 0-4 0,0 0 4 0,0 0 11 15,0 0-15-15,-2-4 27 0,2 4-4 16,0 0 2-16,0 0-15 0,0 0 10 0,0 0 13 15,0 0-11-15,0 0 24 0,0 0-21 0,0 0 0 16,5-7-10-16,-5 7 8 0,0 0-1 0,0 0-10 16,0 0 21-16,7-4-18 0,-7 4 8 0,0 0 9 15,0 0-9-15,7-2-8 0,-7 2 7 16,0 0-4-16,0 0 4 0,0 0-12 0,15 2 3 16,-15-2 14-16,8 4 1 0,-8-4-16 15,11 3 11-15,-4 1-3 0,-1-3 5 0,1 2 0 16,1 1-5-16,1-1 13 0,-2 3-11 0,0-5 6 15,1 5-13-15,3-4 0 0,-3 2 15 16,-1 2-7-16,1-5-3 0,-2 4-6 0,1-3 14 16,1 3-3-16,-2-3 6 0,0 1-11 0,-2 1 0 15,2-1 2-15,-2-2-7 0,2 4 0 0,-1-4 2 16,1 0 11-16,-2 4-11 0,-4-5 19 16,9 2-6-16,-5 1-10 0,-4-3 0 0,8 4 0 15,-8-4-3-15,9 3 1 0,-9-3-29 0,4 0 6 16,-4 0-19-16,0 0-2 0,8 1-51 15,-8-1-57-15,0 0-33 0,0 0-105 0,0 0-155 16,0 0-237-16,0 0 54 0,0 0 49 0</inkml:trace>
  <inkml:trace contextRef="#ctx0" brushRef="#br0" timeOffset="80340.82">28467 8303 432 0,'0'0'190'0,"0"0"50"0,0 0-22 15,0 0-11-15,-3-3-10 0,3 3-5 0,0 0-10 16,0 0-21-16,-10 10-5 0,9-5-18 16,-5-2-20-16,3 5 0 0,-5-1-11 0,2 1-9 15,2 1-6-15,-3-1-5 0,-3 2-13 16,3-2 0-16,0 6-15 0,-2-4-5 0,-2 5-3 15,1-5 5-15,0 1-9 0,-1 2 1 0,1-4-15 16,3 1 14-16,0 0-12 0,-3-2-4 16,3 0-8-16,1-1 8 0,-1 0-11 0,1 1-4 15,1-5 7-15,1 3-5 0,-2-3 2 0,3 2-66 16,0-2-3-16,3-3 11 0,-4 7-3 0,4-7 13 16,-7 3 2-16,7-3 8 0,0 0 0 0,0 0 1 15,0 0-14-15,0 0 21 0,0 0 12 16,0 0-12-16,0 0-3 0,0 0 3 0,10-15 7 15,-9 10 1-15,5 0-8 0,-1 2-6 16,-3-3 14-16,6 2-4 0,-6-3 17 0,7 2-11 16,-4 0-13-16,1-3 18 0,-2 1-5 0,5 2 10 15,-4 2-12-15,2-5 2 0,-4 4 0 0,4-2 5 16,-4 0-3-16,5 5-9 0,-5-5 12 0,0 2 5 16,3-1-12-16,-2 3-1 0,-4 2-12 15,6-7 9-15,-5 6-6 0,-1 1-11 0,7-3-18 16,-7 3-51-16,0 0-57 0,0 0-143 15,7 1-432-15,-7-1 61 0,0 0 49 0,0 0 58 16</inkml:trace>
  <inkml:trace contextRef="#ctx0" brushRef="#br0" timeOffset="80756.66">28286 8408 716 0,'0'0'289'0,"0"0"-30"0,0 0-16 15,0 0-28-15,0 0-28 0,0 0-21 0,0 0 3 16,0 0-15-16,33 4-16 0,-28 0-10 16,2-2-2-16,2-1-6 0,-2 5-23 0,4-5-5 0,-1 4-76 15,-3-3-11-15,4 2 10 16,-1 2 0-16,3-5 9 0,-2 5-9 0,-1-3 0 0,0 2-2 16,4 2 5-16,-4-4 5 0,1 0-10 0,2 1 2 15,-3-1 6-15,0 1-6 0,0-1 0 16,-3-1 3-16,0 2-5 0,0-2-5 0,-7-2 2 15,12 3 3-15,-10 1-6 0,4-4-19 16,-6 0 4-16,0 0-41 0,8 3-45 0,-8-3-47 16,0 0-54-16,0 0-120 0,0 0-388 0,0 0 63 15,0 0 30-15,0 0 68 0</inkml:trace>
  <inkml:trace contextRef="#ctx0" brushRef="#br0" timeOffset="81190.78">28505 8301 749 0,'0'0'279'0,"0"0"-23"15,2-5-28-15,-2 5-26 0,0 0-17 16,0 0-19-16,0 0-12 0,0 0-13 0,0 0-16 15,0 0 0-15,0 0-15 0,0 0-15 16,-19 11 0-16,12-7-16 0,1 3 3 0,-2 0-18 16,3 0 0-16,-3 1 8 0,-2 1-1 0,-1 0-17 15,1 1 10-15,0 3-15 0,-1-1-62 0,1-2 0 16,2 5 8-16,-3-5 5 0,-1 5 3 0,2-2-1 16,0-1-4-16,0 3 7 0,0-4 0 15,-1 3 0-15,4-3 0 0,0 3 13 16,-3-4-10-16,8 0-11 0,-6-1 11 0,6 0-6 15,-6 1 6-15,5-4 13 0,-1 0-14 0,0 1-2 16,1-1-7-16,1-1 7 0,-3 2 3 0,5-6 12 16,-3 5-2-16,3-6-15 0,-2 6 66 0,2-6 2 15,-5 5-12-15,5-5-8 0,-3 5 6 16,3-5-19-16,0 0 1 0,-1 3-6 0,1-3-33 16,0 0-18-16,0 0-36 0,0 0-76 0,0 0-47 15,0 0-238-15,0 0-394 0,0 0 93 0,0 0 63 16,0 0 69-16</inkml:trace>
  <inkml:trace contextRef="#ctx0" brushRef="#br0" timeOffset="82873.8">28276 8433 291 0,'0'0'95'0,"0"0"-11"15,-10 0 16-15,10 0-18 0,0 0-5 0,0 0-3 16,0 0 3-16,0 0 13 0,0 0-34 0,0 0 13 16,0 0-28-16,0 0-8 0,0 0-76 0,0 0-47 15,-11 0-120-15,11 0-337 0</inkml:trace>
  <inkml:trace contextRef="#ctx0" brushRef="#br0" timeOffset="84423.71">28416 8018 460 0,'0'0'192'0,"0"0"-23"16,0 0-8-16,0 0-17 0,0 0 2 15,0 0-11-15,0 0 6 0,0 0-10 0,0 0-11 16,-17-10-7-16,17 10-3 0,0 0-5 0,0 0 2 16,0 0-22-16,0 0 2 0,0 0-3 0,0 0-71 15,-7-5 10-15,7 5-23 0,0 0 26 0,0 0-1 16,0 0-4-16,-3-3-6 0,3 3 3 15,0 0 5-15,0 0 2 0,0 0-7 0,0 0-7 16,0 0 12-16,0 0-11 0,0 0 9 0,7-7-11 16,-7 7 6-16,0 0-9 0,0 0 1 15,6-3 7-15,-6 3-10 0,0 0-5 0,7-4 16 16,-7 4-11-16,0 0-5 0,0 0-8 0,0 0 8 16,0 0-7-16,14 7 12 0,-14-7 2 15,0 0-14-15,3 7 22 0,-3-7-12 0,0 6 2 16,0-6 18-16,-3 9-16 0,0-6-4 0,2 3 7 15,1-6 6-15,-6 4-9 0,1 1-4 0,-1-2 17 16,3 2 6-16,3-5-16 0,-7 3-5 16,1 2-2-16,6-5 12 0,-8 1-12 0,8-1 15 15,-7 3-11-15,7-3-4 0,0 0 12 0,-10 0 1 16,10 0-6-16,0 0 5 0,0 0 11 16,-14-3-8-16,14 3 10 0,-6-7-18 0,5 5 0 15,1 2 6-15,-1-9-9 0,-1 3-4 0,2 1 2 16,0 5 5-16,2-10 3 0,-1 5-13 0,0-1 10 15,-1 0-5-15,0 6 1 0,6-8-24 16,-1 5 15-16,-2 1 3 0,-3 2 3 0,6-6 12 16,-2 5-18-16,-4 1-4 0,6-3 4 0,-6 3 3 15,0 0 0-15,0 0-2 0,15 5 4 16,-12 0-4-16,0-3 2 0,0 1-16 0,-3-3 14 16,4 10 4-16,-4-5-4 0,3 0-9 0,-3-1 9 15,0 2 2-15,0-6 5 0,-3 9 0 16,3-6-13-16,0-3 6 0,-4 8 4 0,1-3 9 15,0-2-11-15,3-3 2 0,-7 6-7 0,3-5 8 16,4-1-1-16,-7 7-9 0,7-7 14 0,-6 2 1 16,6-2-3-16,0 0 0 0,-7 1-10 0,7-1-13 15,0 0-10-15,0 0-23 0,-6-8 0 16,6 8-26-16,-1-3-26 0,1 3-12 0,0 0-43 16,1-7-98-16,-6 0-121 0,5 7-283 15,8-3 61-15,-8 3 69 0</inkml:trace>
  <inkml:trace contextRef="#ctx0" brushRef="#br0" timeOffset="85142.18">28467 7993 844 0,'0'0'256'0,"0"0"-31"0,0 0-33 0,0 0-20 16,0 0-19-16,0 0-4 0,0 0-19 0,0 0-7 16,0 0-13-16,0 0-12 0,14-7-16 0,-7 7-57 15,1-3-35-15,1 3 25 0,1-2 1 16,0-1-1-16,6 1-2 0,-4 1 0 0,8-3 5 16,-3 1-6-16,1 1 14 0,5-3-11 0,-3 4-2 15,1-1 8-15,2-3-1 0,-2 3 1 16,2 0-9-16,1-3 4 0,-2 4 9 0,-2-1-7 15,1-3-8-15,0 4 6 0,-4-1-3 16,0 0-6-16,-1-1 1 0,-4 1-23 0,-2 2 25 16,0-1-8-16,2 1-2 0,-4-1-2 0,-8 1-29 15,0 0-2-15,10 2-77 0,-10-2-67 0,0 6-130 16,0-6-376-16,-8 9 71 0,0-4 56 0</inkml:trace>
  <inkml:trace contextRef="#ctx0" brushRef="#br0" timeOffset="85706.54">28501 8449 506 0,'0'0'185'0,"0"0"-14"16,-10 0 72-16,10 0-15 0,0 0-13 15,0 0-18-15,0 0-7 0,0 0-29 0,-10 0-10 16,10 0 0-16,0 0-33 0,0 0-1 0,0 0-24 16,0 0 1-16,0 0-12 0,-6 1-10 15,6-1 0-15,0 0-8 0,0 0-6 0,-1 7-9 16,1-7 7-16,-4 3-12 0,4-3-3 0,-3 8-3 15,3-8-12-15,0 6-6 0,0-6 11 16,-3 2-11-16,3-2 9 0,-1 6-14 0,1-6 0 16,0 0 3-16,0 0-2 0,-1 4-4 0,1-4-4 15,0 0 15-15,0 0-2 0,0 0-3 0,5 5-6 16,-5-5-12-16,0 0 16 0,0 0 2 16,21-5-6-16,-21 5-4 0,10-1 2 0,0-1-69 15,-1 0 11-15,-1-3-3 0,3 4 5 0,2 0 2 16,1-5 11-16,3 3 5 0,0-2 2 15,0 2 3-15,1-3 2 0,0 4 11 0,1-4 0 16,-2 3 2-16,4-2-4 0,-1 2 6 0,-3-3 9 16,4 5-3-16,-1-3 5 0,-3 1-7 15,1 1-6-15,-2 1-2 0,0-3 15 0,-4 1-5 16,2 2 2-16,-1 0 3 0,-3-4-2 0,1 5-3 16,-4-1 0-16,3 0 3 0,-10 1-1 0,14-3-4 15,-8 3-32-15,-6 0-17 0,0 0-46 16,0 0-80-16,7-2-120 0,-7 2-442 0,0 0 78 15,0 0 57-15,0 0 64 0</inkml:trace>
  <inkml:trace contextRef="#ctx0" brushRef="#br0" timeOffset="86757.09">29074 7908 806 0,'0'0'258'0,"2"-5"-32"0,-2 5-17 16,3-3-11-16,-3 3-19 0,7-6-31 15,-7 6-4-15,11-1-9 0,-11 1-25 0,10 0-10 16,-4 0-5-16,-6 0-8 0,16 0-8 0,-8 1-7 15,-8-1-3-15,15 6-8 0,-9-3-2 16,4 1 0-16,-3-1-8 0,0 5-2 0,0-5 7 16,0 4-5-16,-1 0-10 0,0 1-69 0,-5 1-2 15,3 0-6-15,-1 1 26 0,-6 2-1 0,3-2 4 16,-4 3 4-16,0-1 3 0,-2 2 0 16,-1-3 15-16,0 2-7 0,-3-1 10 0,0 1-13 15,3-1 8-15,0-2 7 0,-3 2-12 16,3-2 15-16,2 0-5 0,-3-2 8 0,0 0-3 15,5 2-3-15,-4-2-7 0,4-1 2 0,0 0-2 16,-1 1 2-16,1-3-7 0,-1 0-8 0,4 2 8 16,-1 0 7-16,1-7-2 0,0 9-5 0,0-9 4 15,1 7-6-15,3-5 11 0,-1 2-17 16,1 0 18-16,2-2-12 0,-2-1 1 0,-4-1-2 16,13 6-5-16,-9-6 5 0,-4 0 3 0,10 1 7 15,-4 1-2-15,-6-2 0 0,7 3-5 16,-7-3-6-16,0 0 9 0,11 0-6 0,-11 0 0 15,0 0-10-15,0 0 2 0,7 1 11 16,-7-1-6-16,0 0 26 0,0 0-25 0,0 0 2 16,0 0-7-16,0 0 4 0,0 0 3 0,0 0-7 15,0 0 17-15,0 0-28 0,0 0 8 0,0 0 3 16,0 0 2-16,0 0 0 0,0 0 2 0,0 0-10 16,-13 9 1-16,13-9 4 0,0 0-2 15,0 8-8-15,0-8 6 0,3 2 4 16,-3-2 6-16,9 7-3 0,-8-4-3 0,5 2 8 15,-2-3 18-15,3 4-23 0,0-4 0 0,0 3 0 16,-1-1 3-16,1 2 7 0,3-3-7 0,-3 3-3 16,0 0 2-16,-1-1 3 0,2 2 0 0,-3-4-5 15,0 1 3-15,-2 3-8 0,0-3 30 16,-2 3-22-16,-1-4 2 0,0 2 18 0,0-5-13 16,-4 9 16-16,-2-3-18 0,-1-3 71 0,-1 3 13 15,-1-3 3-15,-1 1-29 0,-1-1-4 16,1-1-1-16,3 2-10 0,-3-2 6 0,2-2-11 15,-1 3-5-15,2 0-5 0,7-3-16 0,-17 0-10 16,10 0-20-16,7 0-41 0,-16 0-13 0,8 0-87 16,8 0-82-16,-17 0-146 0,8 0-460 15,1 1 76-15,8-1 92 0,-14 0 47 0,4 0 63 16</inkml:trace>
  <inkml:trace contextRef="#ctx0" brushRef="#br0" timeOffset="87656.05">29751 8176 693 0,'-9'-11'233'0,"9"11"-31"0,0 0 1 16,1-12-45-16,2 9-4 0,0-1-21 0,1 1-8 15,-1-4-12-15,3 3-18 0,-1-2-11 0,-2 1-2 16,2 2 0-16,-3-5-10 0,1 4-8 0,0-3 0 15,0 1-11-15,-2-2 4 0,-1 1-16 16,0 3 12-16,-2-2-12 0,-3-1-2 0,2 3-14 16,-1-2 14-16,-2 5 2 0,-2-5 56 0,0 5-7 15,-2 1-11-15,-3 0 0 0,0 0-5 16,3 3-2-16,-4 1-8 0,4-3-2 0,-1 6 4 16,-2-4-7-16,3 4-15 0,2 1 9 15,-1-1-2-15,2 3-12 0,2-3-3 0,0 1-3 16,1 2 0-16,4-3 1 0,0 1-9 0,0 2 11 15,4-2 0-15,2 2-3 0,1-2 0 16,0-1-12-16,4 3 7 0,2-3-2 0,0 1-11 0,5-1 0 16,1 1-4-16,-1-5-22 0,3 3-2 15,0-3-27-15,-1 2-37 0,4-3-56 0,-3-1-77 16,-1 0-215-16,2-1-387 0,-3 0 98 0,-4-1 44 16,-2-2 68-16,-3-4 75 0</inkml:trace>
  <inkml:trace contextRef="#ctx0" brushRef="#br0" timeOffset="88006.93">30044 8126 514 0,'8'17'166'0,"-3"-4"1"0,1-1-16 15,-2 1-21-15,4-3-20 0,-5-1-7 16,5-1-21-16,-6 2 10 0,4-2-26 0,-2 2 11 15,-1-3-21-15,3 1 11 0,-4-1 0 0,1 0-3 16,-3-4 5-16,3 4 10 0,1-6-7 0,-4-1 2 16,0 7-2-16,0-7-21 0,0 0-8 15,0 0 3-15,0 0-5 0,0 0 8 0,-10-15-18 16,8 5 74-16,-7 2 0 0,5-7-8 16,-3 1-8-16,1 0 1 0,-1 0-85 0,0-4 18 15,2 1-13-15,0 0 8 0,1 0 5 0,-2 0 3 16,3 3 2-16,1-4 3 0,1 4-11 15,-1 3 1-15,-1-3 2 0,3 2 2 0,3-1-4 16,-1 2-1-16,1 4-7 0,0-4-23 0,2 3-18 16,0 0-39-16,2 0-43 0,-1 3-115 0,5 3-482 15,-4 1 19-15,2 0 66 0,-1 1 49 0</inkml:trace>
  <inkml:trace contextRef="#ctx0" brushRef="#br0" timeOffset="88355.74">30255 8149 798 0,'4'8'256'16,"-1"0"-13"-16,-1 1-25 0,0-1-31 15,1 1-16-15,2 0-10 0,-4-2-27 0,0 1-4 16,2-2-17-16,2-1-6 0,-4 2 3 0,0 1-25 15,3-5-3-15,-4 3 10 0,3-3 0 16,-3-3-8-16,3 7 1 0,-3-7-3 0,0 0-8 16,0 0-15-16,0 0 0 0,0 0-16 0,0 0 14 15,-10-17-24-15,9 10 16 0,-2-3-14 0,-3-1-65 16,5-4-1-16,-2-2 21 0,-3 2 5 16,5-2-11-16,-2 1-2 0,0-1 11 0,-1 0 7 15,4 6 0-15,0-4 7 0,0 1 1 16,0 3 0-16,0-3-3 0,0 3 0 0,4 2-8 15,1-1 1-15,-3 0-29 0,1 4-23 0,4-1-61 16,-4 0-46-16,4 5-187 0,0-4-410 0,-3 6 72 16,-4 0 79-16,11-3 65 0</inkml:trace>
  <inkml:trace contextRef="#ctx0" brushRef="#br0" timeOffset="88972.9">30478 8118 888 0,'3'7'253'0,"-3"0"-7"0,3 1-36 0,-1-2 0 0,-1 4-29 16,3-5-14-16,1 3-19 0,-3-1-4 16,7 0-32-16,-4 3 1 0,3-7-6 0,-3 2-9 15,2 1-9-15,3-3-15 0,-1-2-20 0,-4 4 5 16,4-3-5-16,-9-2-13 0,15 0-3 15,-15 0-7-15,10-3 7 0,-5-1-17 0,-2 1-6 16,-3-4-5-16,0 2-2 0,0 5 7 0,-3-14-4 16,-2 6-1-16,1-5 0 0,-5 2 8 15,2-3-62-15,-1 3 6 0,-2-3 12 0,-1 3 6 16,0-3 79-16,1 3 13 0,-1-3-6 16,0 3 3-16,4-3-10 0,-3 4-8 0,4 2 6 0,1-2-1 15,2 2-2-15,0-1-8 0,3 1-13 16,0 0 3-16,3 1-3 0,0 4-2 0,2-4-8 15,4 2-8-15,-2 2-5 0,3 2 11 0,1-2-8 16,-1 6 12-16,4-2-17 0,-1 0 0 16,2 1-6-16,-2 5 16 0,5 1-15 0,-3-1-1 15,-1 1-2-15,2 2 0 0,-1 3 11 0,-1-1-6 16,2 1-5-16,-2-1 5 0,-4-2 0 16,2 3 0-16,-3-3 8 0,-2 4-16 0,0-4 8 15,3-2-5-15,-6 2 8 0,2-2-8 0,-5 1-5 16,2-1 10-16,2-2-2 0,-4-2 17 0,0 1-7 15,2 2-8-15,-3-7-2 0,0 6 2 0,0-6 5 16,0 0 5-16,0 0-2 0,-5 4-5 16,5-4 5-16,0 0 2 0,0 0 3 0,-12-17-5 15,9 10 10-15,0-1-11 0,2-3 1 16,-3-2 8-16,1 1-19 0,3-2 1 0,0-3 2 16,0-1 0-16,0 1 0 0,6-3-2 0,-4 0-1 15,4 1-7-15,-2-2 13 0,4 3-8 0,0 0 5 16,-1 3-5-16,0 1-5 0,-3 1-51 0,4 5-49 15,-3-2-144-15,2 3-621 0,-3 2 51 16,-1 2 141-16,-3-3 40 0,0 6 70 0,-14-8 61 16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4:59:11.7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2518 1276 668 0,'-3'-5'207'0,"3"5"-20"0,0 0-29 16,0 0-14-16,0 0-14 0,0 0 3 0,0 0-10 16,16 15-20-16,-12-9 12 0,7 4 51 15,1 1-17-15,-1 3-8 0,6 3-3 0,1 2-13 16,2 1-7-16,3 3-16 0,8 4 1 0,0 3-11 15,0-2-8-15,0 0-17 0,-4-3-1 16,-3-6-7-16,-1 1 0 0,1 2 0 0,-3-2-3 0,0-1-17 16,-1 0 7-16,-5-5-13 0,1 3-5 15,1-3-7-15,-4-1 7 0,1 1-8 0,-3-4-15 16,-1 1-17-16,0-3-42 0,0-1-64 16,-3 2-79-16,-3-3-228 0,6-3-348 0,-7 0 72 15,4-3 81-15,-7 0 50 0</inkml:trace>
  <inkml:trace contextRef="#ctx0" brushRef="#br0" timeOffset="398.81">3038 1244 785 0,'0'0'213'0,"-1"-5"-19"0,1 5-20 0,0 0-7 16,0 0-29-16,-11 0-2 0,11 0-26 0,-9 7 0 15,2 0-18-15,-1 1-5 0,-2 4 0 0,0 1-28 16,-4 2 0-16,1 3 2 0,-5 4 6 16,2 0-6-16,-5 3-5 0,-6 8-2 0,2 1-8 15,2 0 3-15,-1 2 12 0,0-1-12 0,4 1-8 16,-1-6-10-16,4-3-6 0,3 0 16 15,-3-1 3-15,1-1-11 0,2 0 0 0,3-5 6 16,1 0-16-16,-1-2 64 0,2-2-3 0,2-1-12 16,0-3-3-16,0 1-5 0,3-2-3 15,-2-3-15-15,2 1-7 0,1-1 2 0,0-1-3 16,-2-1-4-16,2-2-1 0,3 1-8 0,-3 0-19 16,0 0-27-16,0-2-12 0,3-3-49 15,0 0-38-15,0 0-108 0,3 5-553 0,-3-5 26 16,0 0 87-16,0 0 54 0,17-11 71 15</inkml:trace>
  <inkml:trace contextRef="#ctx0" brushRef="#br0" timeOffset="1835.32">4121 658 862 0,'0'0'266'0,"-6"-2"-28"0,6 2-33 0,0 0-18 15,0 0-21-15,0 0-7 0,0 0-13 16,0 0-18-16,-5 11-15 0,5-5-16 0,0 1-20 16,-3 1 12-16,3 5-7 0,0-1-2 15,-3 5-14-15,2 1-5 0,1 4 1 0,0 3-16 16,-3 1 3-16,3 3 2 0,-3-1-3 0,3 2 1 15,0 0-11-15,3 5-7 0,-6 0-8 0,6 1 3 16,-3 0 5-16,3 1-14 0,-3-1 4 16,4 2 2-16,-1-1-8 0,-3 1-7 0,4 1 2 15,0 13 3-15,2-8 13 0,-5-6-14 0,2 12 1 16,0-4 5-16,1 4 5 0,2 0 5 16,1 0-17-16,-3-9 1 0,-1-4 6 0,1 13-5 15,2 0-5-15,0 0-3 0,2 0-8 0,-1 0 3 16,-1 0 13-16,4 1-5 0,-2 1-16 15,2 1 11-15,-3-2 2 0,3 2 0 0,0 0 3 16,-3-1-6-16,3-2-2 0,1 0 5 16,-5-1 0-16,4 1-2 0,-2 0 2 0,2 0 0 15,-4-1-5-15,4-2 13 0,-2 5-8 0,2-6 0 16,0 4-7-16,-6 0 2 0,6 0 5 0,0 4 3 16,-3-4 4-16,1 0-12 0,1 1-2 0,-2 1 9 15,0 4-14-15,3-2 4 0,-3 1 16 16,-4 2-8-16,4-4-10 0,-1 4 15 0,2-3-2 15,-5 3-11-15,1 1 3 0,2 1 8 16,-5-2-11-16,2 1 3 0,0-1-2 0,0 0-3 16,1-3 5-16,0 6 2 0,-1 0 11 0,-2 2-3 15,1-2 6-15,2 2-14 0,-1-2 6 0,0 1-11 16,-2-1 3-16,2 1 8 0,0 1 2 16,1 1 8-16,-4-2-5 0,4 3 10 0,-1 3-5 15,0-1-13-15,0 1 16 0,1-2-3 0,-1-1-13 16,1 1 20-16,3-1-22 0,-4 3 15 0,1 0-3 15,2-1-15-15,-5 1 8 0,2 0-3 16,3-1 10-16,-3 1-7 0,2 0-6 0,-2 12 14 16,0-8-14-16,1-4 6 0,-1 0 2 15,0 1-7-15,1 13-1 0,-1-13-2 0,0 1 16 0,2 13-11 16,1-1-3-16,-5-12 14 0,5-1-9 16,-3 12 4-16,4-14-9 0,0 0 3 0,-3 11 1 15,2-11-4-15,1 11 3 0,-1 3 8 0,2-17-13 16,-4 4 10-16,2-2-2 0,7 14 0 15,-9-13-3-15,3 11-72 0,-3-10 8 0,2 1 13 16,-3-3-8-16,1 2 11 0,-1 1 10 0,0-1 15 16,2-2 2-16,-2 3 1 0,0-3 0 15,-2 3 2-15,1-1-13 0,2-2 11 0,-1 2 7 16,-2-5 6-16,5 2-3 0,-3 3 10 0,1-7-3 16,0 5-7-16,-1 0 18 0,0-1-10 0,-2-3 4 15,5-1-2-15,-6-2-17 0,3-1 9 16,-2-3 11-16,1-8-1 0,-1-5 6 0,-1-4-3 15,3 3-5-15,-3-5 1 0,0 3 14 16,0-4-17-16,0-4 4 0,-3 0-7 0,2-5-10 0,-2 0-18 16,0 0-54-16,-3-3-61 0,-1-4-216 15,-4 0-473-15,1 0 105 0,-3-6 52 0,2-10 89 16,1-1 51-16</inkml:trace>
  <inkml:trace contextRef="#ctx0" brushRef="#br0" timeOffset="3031.81">4890 1114 688 0,'-3'-6'348'0,"3"6"-36"0,0-5-17 15,0 5-39-15,0 0-28 0,-4-5-31 0,4 5-13 16,0 0-15-16,0 0-21 0,0 0-12 15,0 0-18-15,0 0-6 0,20 9-9 0,-9-3-8 16,-4 0-11-16,3 1-12 0,4 0 4 16,-1 2-14-16,1 0-3 0,3 0-8 0,-4 1-13 15,5 1 6-15,-1-1 2 0,-3 1 3 0,6 0-21 16,-7 2 5-16,5-1-5 0,-4 0 5 0,0-1-10 16,-1-1 6-16,-3 2-9 0,4 0-7 15,-4-2-11-15,0 2-12 0,1-2-61 0,-5-1-75 16,1 0-146-16,0-1-532 0,0 0 40 0,-3-3 116 15,2-2 49-15,-6-3 81 0</inkml:trace>
  <inkml:trace contextRef="#ctx0" brushRef="#br0" timeOffset="3364.98">5310 1070 703 0,'0'0'231'0,"0"0"-16"16,0 0-18-16,-4 15-18 0,2-8-23 15,2 4-2-15,0 2-21 0,-1 4-18 0,1 1 5 16,1 2 54-16,-1 5-25 0,0 4 2 0,0-1-15 16,2 2-8-16,-4 7-13 0,2-2-15 0,0 2-3 15,0 2-5-15,-1 1-5 0,1-3-18 16,-3 1 3-16,3-1-18 0,-3-1 10 0,3-7-11 15,0 1-7-15,-3-2 18 0,3-2-18 16,-1-1-5-16,1-5-5 0,-3-1 0 0,3-1 2 16,0-1-4-16,0-3-6 0,-3-2 0 0,3 0 13 15,0-1-38-15,0-2-11 0,0-2-43 16,-3 0-105-16,-1 0-285 0,0-3-375 0,0-1 45 16,-2-1 103-16,6-2 87 0,-18-3 36 0</inkml:trace>
  <inkml:trace contextRef="#ctx0" brushRef="#br0" timeOffset="5182.06">6110 1063 575 0,'0'-7'233'0,"-4"2"-30"16,2 0-6-16,2 5-5 0,-1-7-39 0,-2 4-4 15,3 3-19-15,0 0-7 0,0 0-10 16,0 0-16-16,0 0 0 0,-7 21-23 0,7-7 6 16,0 1-6-16,0 2-7 0,-3 3-6 0,3 2-15 15,0-1 72-15,-3 2-13 0,3 2-16 0,-3-3-4 16,3-2-8-16,-1 0-21 0,1 0 8 0,0-2-13 15,-4 0 13-15,8-4-18 0,-8 1-12 16,4-3 4-16,0 0 3 0,0-1-5 0,0-2-6 16,0-1 4-16,0-1 7 0,0-4-8 15,0-3 0-15,0 5-2 0,0-5-11 0,0 0 11 16,0 0-3-16,-3-22-71 0,3 11-6 0,0-3 8 16,0-4-5-16,-3-1 13 0,2-6 0 15,-1-2 7-15,1-2-5 0,1-1 11 0,0 0-1 16,0 0 6-16,0 3 5 0,1 0-1 0,1 0-4 15,-1 2-3-15,2 4 5 0,-3 3-5 0,3 1 8 16,-3 2-13-16,4 4 5 0,0 1-2 16,-1 1 10-16,4 6 7 0,-1 0-7 0,5 4 2 15,-1 2 16-15,3 4-8 0,1 3-8 0,3 3 13 16,-2 0 5-16,1 3-10 0,5 5 16 16,-1-2-14-16,-3 1-2 0,1 3 5 0,-1-1-12 15,3 1 12-15,-4 1 3 0,2 1-1 0,-3-2-12 16,1 0-13-16,-6-3-10 0,4 0-56 0,-4-1-39 15,-3-1-72-15,1-3-127 0,1-1-380 16,-6-3 14-16,1 1 91 0,-4-6 60 0</inkml:trace>
  <inkml:trace contextRef="#ctx0" brushRef="#br0" timeOffset="5581.99">6005 1275 954 0,'-4'-4'287'16,"4"4"-21"-16,0 0-10 0,0-8-33 0,7 3-21 16,-1 0-20-16,5 0-29 0,3-2-4 15,7-2-6-15,3 0-23 0,2-1-12 0,5-1-1 16,4 0-17-16,9-5-13 0,-4 2-3 0,-6 1-7 16,12-2-6-16,1 1-12 0,-6 1-3 0,-6 3-10 15,2-1 5-15,-3 1-8 0,-3-1 0 16,0 3-7-16,-4 0-1 0,-6 2-2 0,-1 2-7 15,-3-2 4-15,-6 4-4 0,2-1-11 0,-3 1 10 16,-3 0 0-16,-7 2-9 0,8 3 9 0,-8-3-2 16,-4 7-3-16,4-7 3 0,-7 13-8 15,0-2 8-15,0-1-1 0,-6 1-1 0,5 0-1 16,-1 3-2-16,-2-1 7 0,4 1 0 16,-2 0-2-16,2 0-13 0,2-1 18 0,-1 2-10 15,3-1 4-15,2-1 1 0,1-3-2 0,0 2-1 16,4-1-10-16,2 0 7 0,2-2-73 15,2 0 7-15,7-3 13 0,-3-1 2 0,3 0-7 16,3-1 8-16,1-3-24 0,3-2-30 16,-1 0-26-16,4-2-46 0,1-3-72 0,0-2-107 15,-1 1-394-15,1-5 36 0,-5 0 96 0,-3-1 29 16</inkml:trace>
  <inkml:trace contextRef="#ctx0" brushRef="#br0" timeOffset="5764.98">7005 770 517 0,'0'0'215'16,"0"13"-26"-16,0-2-15 0,2 1-8 0,4 5-2 15,-3 5-15-15,4 2-11 0,0 3-18 0,3 3-5 16,0 0-22-16,1 2 4 0,2-1-15 16,-2 0-5-16,2 0 7 0,-2-1-25 0,-1 1-36 15,4 0-41-15,-4-1-77 0,-7-3-253 0,7-1-340 16,1-2 71-16,-4-6 74 0</inkml:trace>
  <inkml:trace contextRef="#ctx0" brushRef="#br0" timeOffset="6831.21">6979 1111 573 0,'10'-15'230'0,"0"4"-12"16,1-1-29-16,2 2-15 0,0 2-23 0,1-1-25 0,0 1 4 16,4-2-25-16,2 2 3 0,-3 1-14 15,3 1-4-15,0 1-3 0,1 3-26 0,-3 0-2 16,-1 2-7-16,3 3-11 0,-3 1 2 16,3 1-5-16,-5 4 3 0,1-1-5 0,-2 3-8 15,-3 1 3-15,1-1 2 0,-1 3-4 0,-1-1-1 16,-3 0-13-16,4 0 26 0,-5 1-38 15,1-1 12-15,0-2-2 0,-1 1 0 0,2-1-8 16,-1-1-3-16,-4-1 8 0,3-2-10 0,1 0 3 16,-3-1 0-16,3 0-9 0,-3-3 14 0,2 0 0 15,1-2 7-15,-7-1 0 0,14-2 1 16,-7-2-26-16,2-1 15 0,-1-1 13 0,-1-3-21 16,0-1 16-16,-1-3-3 0,1-1-7 15,0 0 9-15,0-3-4 0,-1 3-8 0,-2-3 13 16,2 3-5-16,-1 1 66 0,-2 1 13 0,1 1-3 15,-1 1-12-15,0 1-5 0,0 2-16 16,0 1-20-16,-3 2 2 0,0 4-2 0,4-5 4 0,-4 5-4 16,0 0 7-16,0 0-12 0,11 14 0 15,-8-7 4-15,1 0-1 0,2 2-12 0,-3 1-1 16,1 1-6-16,3-3 0 0,0 3 3 16,-1-1 5-16,4 0-13 0,-2 1 0 0,5-2 3 15,-3-1-3-15,4 0 13 0,0-1-5 0,3-2 5 16,0-1 0-16,3-1-11 0,1-2-4 15,-1 1 4-15,1-4 6 0,0 1-5 0,2-2 7 16,-5-2-7-16,3-2 15 0,1 0-8 16,-4-3-4-16,-4-1-6 0,3-3 0 0,-4-1 3 15,-2-3-11-15,-5 3 0 0,1 1 6 0,-4-2 2 16,-2 2-7-16,-1 2 7 0,0 2-5 0,-1 0-3 16,-5 1-7-16,0 5 10 0,-1-2 8 0,-1 4-21 15,-2 2 15-15,10 0-2 0,-21 6-7 16,11-2 12-16,0 2-3 0,-1 2 6 0,1-1-11 15,4 1-4-15,-1 0-1 0,0 0 3 16,3-1 0-16,-2 2 2 0,3-2 6 0,2 0 2 16,1-1-10-16,0 0 5 0,0-1-3 0,4 1 3 15,-1-2 3-15,0 0-8 0,1 0 7 0,3-2-9 16,-3 3 7-16,3-4 7 0,-1 4 1 0,1-3-3 16,3 0-2-16,-3 2-6 0,0-1 6 15,0 0-6-15,6 2 3 0,-6-2-8 0,3 1 19 16,1 1-19-16,-1-3 11 0,0 2-3 15,4 0 0-15,-4-1 7 0,4-2-7 0,-4 1 5 16,3-1 0-16,-1 1-7 0,4-2 12 0,-5 0-5 16,5-3 5-16,-2 1-10 0,-3 1-12 0,2-5 17 15,4 2 2-15,-4-3 1 0,-1 0 2 16,0 0-2-16,3-4-10 0,-8 3 17 0,3-5-13 16,0 1 6-16,-6-5 0 0,2 2-18 0,-3-3 12 15,1-1-2-15,-4-2 0 0,0 0-5 0,0-5 20 16,-4 2-17-16,1-2 7 0,0 1-5 15,-1 0 0-15,1 1-3 0,-4 3 3 0,3 3 13 16,-2 1-13-16,3 4 3 0,2 1-3 16,-2 4 2-16,0 2-2 0,-1 4 0 0,4 2 3 15,0 0-3-15,-10 12-5 0,9-1 10 0,-1 3 0 16,2 5 0-16,0 1 0 0,2 5 0 16,2 2 0-16,-1-2 1 0,1 2 4 0,0-1 3 15,2-1 7-15,1-1-5 0,0-2-15 0,0-1 3 16,3 1 2-16,-3-3 0 0,0 0-5 0,3-5 5 15,-3 0 0-15,-1-2 1 0,1-1-1 16,-4-2-21-16,2 0-25 0,1 0-46 0,-5-2-48 16,2-2-185-16,-3 3-510 0,0-3 47 0,-4 0 105 15,-2 0 76-15,1-3 57 0</inkml:trace>
  <inkml:trace contextRef="#ctx0" brushRef="#br0" timeOffset="9013.82">8828 369 645 0,'0'-6'207'0,"0"6"-10"15,0 0-31-15,0 0 3 0,0 0 0 0,-3 18-23 16,-1-11-3-16,4 5-104 0,0-1 10 0,-3 3 2 16,3-1-3-16,0 5 34 0,0 2-38 15,3 0 2-15,-3 5 10 0,0 2-2 0,4 1 2 16,-1 1-12-16,-3 4 2 0,4 2 2 0,-1 2-12 15,4-1-2-15,-1 13 12 0,5-3-11 16,-1 1 4-16,0-3-19 0,1 1 8 0,-1-6 1 16,0 6-9-16,4 2-5 0,-4-3 9 15,4 0-9-15,-4 2 5 0,0 0 1 0,1 1-19 16,-5-7 4-16,4 6 6 0,-3 2 27 0,1 0-16 16,-2-7-3-16,1 9-2 0,-4-7-3 0,1-5 1 15,-1 12-3-15,4-6-6 0,-6 8 14 0,5 1 61 16,-3-2-13-16,-2 1-3 0,5 1-7 15,-3-2-13-15,1 4 6 0,3 0 1 0,-4-2-9 16,1 0-19-16,-1-1 11 0,0-11-8 0,1 11 11 16,2-4-11-16,-2-6 3 0,0-3-19 15,0 11-1-15,2-8-1 0,1 6 10 0,-1-7 1 16,2 7-11-16,-2 1 11 0,1-8-9 16,-1 8 4-16,1-1-1 0,1-3-12 0,-2-3 9 15,1-5-1-15,0 13-11 0,0-4 7 0,-3-3 4 16,5 6-16-16,-5-3 10 0,-1 5 0 0,1 2-3 15,3 1-2-15,-4-3 8 0,1 2-8 0,-1-7-3 16,0 8 11-16,0 0 2 0,1 0 1 16,-1 1-9-16,-3-1-2 0,3 1-5 0,-2-2-13 15,3 1 16-15,-4-9 7 0,3 6-3 0,0 4 6 16,-3 0-6-16,4 0 6 0,-1 1-3 16,0 2 5-16,-3-2-2 0,4-1-5 0,-1 1-1 15,0 2 3-15,2-5 3 0,-2 3-8 0,0-4-5 16,1 4 8-16,-1 2-6 0,3-1 8 15,-2-3 8-15,-1 5-18 0,2-3 2 0,1 2 16 16,-3-6-8-16,0 4-13 0,1-2-2 16,2 0 8-16,-5-1 14 0,6 1-78 0,-7 0 4 0,4-2 14 15,2 2 9-15,-3-1-4 0,1 0 22 16,2 0 4-16,2 0-7 0,-5 3 1 0,4-5-2 16,-1 4 15-16,-2-4-1 0,2-1 16 0,2 1-7 15,-2 0-13-15,4-1 7 0,-3 0 3 16,1 2 2-16,-2 0 1 0,1 0-6 0,-1-2 13 15,5 1 0-15,-4 1 5 0,0 2-7 0,3-1 2 16,0-2 5-16,0 3-7 0,0-2 17 0,1-2-17 16,0 0 5-16,-2 1 4 0,2 2-1 0,-1-3-1 15,-3 0-2-15,4 0-8 0,-1 0 12 16,0 3 11-16,1-3-15 0,-2-3-3 0,-2 3 13 16,0-2-2-16,7 1 7 0,-7-1-13 0,5-3-8 15,-1 4 19-15,-1-2-13 0,0-1 7 16,1-6-7-16,-4-7-3 0,0 15-3 0,3-3 16 15,0-6-8-15,-3-4 1 0,-4-2 1 0,5 2 4 16,-2 0-1-16,1-3 0 0,-3 2-9 0,2-2 6 16,-3 0-4-16,2-5-10 0,-2 1 7 15,0-6 5-15,0 0-8 0,-2-4 70 0,2-1-3 16,0-2-5-16,-3-3 0 0,0 1 5 16,3-3-20-16,-3-2 7 0,-3-1-38 0,3-1-33 0,0-6-47 15,-13 0-130-15,2-6-675 0,-6-7 22 16,-10-6 105-16,-10-16 59 0,-15-15 85 0</inkml:trace>
  <inkml:trace contextRef="#ctx0" brushRef="#br0" timeOffset="10381.53">1399 2725 703 0,'11'-4'262'0,"-4"3"-37"15,3-2-23-15,4-1-13 0,2 1 55 0,2-3-19 16,6 0-18-16,-1 2-23 0,5-2-17 0,6-3-16 16,4 1-13-16,-1 1-20 0,18-3 2 0,-1 2-23 15,2-2 1-15,1 1-14 0,-1 1-7 16,1-1 0-16,2-1-8 0,-1 1-15 0,-1-3-11 16,2 2-5-16,2-1 3 0,4-2 0 0,1 1 5 15,15-4-2-15,-12 3-16 0,16 0 28 16,-17 0-25-16,1 2 2 0,13-5-7 0,-13 6 5 15,-1-2-8-15,1 3-3 0,2-1 1 0,4 0 4 16,-3-1 9-16,14 0-11 0,-12 2 5 0,-1-2-15 16,1 3 7-16,15-1-2 0,-17 1-10 15,0 1 4-15,0 0-73 0,2 1 5 0,2-3-3 16,-4 3 13-16,7-1 7 0,-4 1-2 16,0-1 13-16,0 2 5 0,-3 1-5 0,0-2 2 15,-1-1 21-15,1 3-23 0,0-2 5 0,0 4 5 16,-1-4 8-16,2 1 0 0,1 1 0 0,-2 0 2 15,4 0 8-15,-5-1 0 0,-2 2-8 16,3-2-2-16,-1 0 2 0,-3 2-2 0,5-3 5 16,-1 0 0-16,2 1 0 0,-1 2-3 0,1-4 5 15,-1 4 9-15,-2-4-14 0,-2 2 13 16,2 0 5-16,-2 2-7 0,0-1 4 0,-1 0-1 16,3 0-6-16,1-1-6 0,0 2 9 0,-1-2 5 15,-1 1-13-15,1 0 7 0,0 0 3 0,-1-1-12 16,-2 2 4-16,-3-1 8 0,-1-1 8 15,1 1-10-15,-3 0 2 0,-1-1-8 0,1 2 3 0,0-1 3 16,2-1-11-16,1 1 5 0,0 0 9 16,-3-1-12-16,2 0 6 0,-5 0-10 0,2 1 15 15,-12-1 8-15,-3 4-5 0,13-6 5 0,-1 3-8 16,-6-2 2-16,-8 4-7 0,11-4-7 16,-7 1 7-16,-7 0 10 0,0 0-5 0,0 1 21 15,-3-1-26-15,-1 2-3 0,-6 0 21 0,0-2-13 16,-1 3 0-16,-3-3 16 0,-2 5-16 15,-5-4 13-15,1 1 7 0,2 2-20 0,-2-2-2 16,-4 1 0-16,4-1 9 0,-2 0 14 0,2 1-13 16,-3-2 12-16,2 2-7 0,-3-1-2 0,-3 0-6 15,3 1-2-15,-4 1-3 0,-1-1 2 0,0 0-9 16,-1-1-19-16,-1 3-35 0,0-1-46 16,-3 1-55-16,0-1-129 0,0 2-551 0,-3 0 105 15,-4-1 30-15,0 0 93 0,0 0 54 0</inkml:trace>
  <inkml:trace contextRef="#ctx0" brushRef="#br0" timeOffset="12380.65">22902 932 1100 0,'-3'-5'320'0,"3"5"-20"0,0 0-27 15,0 0-47-15,0-6-16 0,0 6-18 0,0 0-16 16,0 0-15-16,0 0-17 0,23 14-19 0,-15-7 1 15,5 3-3-15,4 2-29 0,0 2 1 16,1 0-13-16,-2 1-3 0,5-1-7 0,0 3-13 16,-1 1-11-16,1-1 9 0,0 4-9 0,-2-7-7 15,-1 1-7-15,-2 0-6 0,-1-2-36 0,1 2-25 16,-2-4-39-16,0 0-56 0,0-1-56 0,-4-2-67 16,0-1-166-16,1-1-364 0,-1-4 57 15,-1 2 58-15,-5-3 67 0</inkml:trace>
  <inkml:trace contextRef="#ctx0" brushRef="#br0" timeOffset="12647.82">23326 953 645 0,'0'0'225'0,"0"0"-26"0,0 0-14 0,-4 18-16 16,4-8-21-16,0 3-25 0,-3 0 10 0,3 5-25 15,-3-1 2-15,3 4 0 0,0-2 64 0,-1 2-15 16,1 2-8-16,-3 2-18 0,3 1-5 16,-3 0-93-16,3 2-6 0,0-2 6 0,0 3-6 15,0-2 1-15,-3-1-2 0,3 1 1 0,0-2 4 16,0-3-15-16,0 0 5 0,0-1 0 16,0 0-10-16,0-2-8 0,0-2 10 0,0-3-25 15,0 0-28-15,0 0-32 0,0-3-68 0,0-1-102 16,0-3-270-16,3-1-171 0,0 0 24 15,-3-6 93-15</inkml:trace>
  <inkml:trace contextRef="#ctx0" brushRef="#br0" timeOffset="14280.67">23695 1620 563 0,'0'-4'245'0,"0"4"-12"0,-3-6-25 0,-1 2 50 15,4 4-17-15,-6-8-13 0,5 6-13 0,1 2-34 16,-6-5-7-16,2 2-17 0,4 3-27 0,-11-2-5 16,11 2-14-16,-13 2-14 0,2 1-10 15,2 1 0-15,-1 1-5 0,0 1-13 0,-1 1-5 16,1 3-8-16,-4-1-12 0,4 3 15 15,3-3-18-15,-4 4-6 0,4-2-6 0,1 0-14 16,3-3 0-16,2 2 1 0,-2 0 2 0,3-1-11 16,3-1 11-16,1 0-10 0,-1-1 2 0,4 0-2 15,4-2 12-15,-4-2-7 0,6 0-10 16,-2-2 4-16,-1 1-4 0,4-4-11 0,-4-1 18 16,0 2-2-16,4-4-5 0,-4 0 17 0,-1 0-7 15,-2-2-3-15,1-1-5 0,-1 0 0 0,-1-1 6 16,-2 0 7-16,2 2 2 0,-2-1-2 15,0 1 13-15,-1 2-19 0,0-2 19 0,0 3-8 16,-2-1-2-16,-1 5-9 0,3-7 1 0,0 5-3 16,-3 2 6-16,0 0-8 0,0 0-1 15,0 0 3-15,3 14 3 0,-2-10-8 0,-1 4 8 16,0-1 0-16,0 1-3 0,4 3-12 0,-1-1-11 16,-3 0-15-16,6 1-39 0,-5-1-38 15,2 0-38-15,4 1-90 0,-1-3-169 0,2 3-412 16,-1-3 95-16,2-2 48 0,1-1 67 0,-2-1 61 15</inkml:trace>
  <inkml:trace contextRef="#ctx0" brushRef="#br0" timeOffset="14547.34">24016 1598 742 0,'-6'-4'274'0,"6"4"-39"0,-11 0-20 15,11 0-23-15,0 0-15 0,-13 9-11 0,6-2-20 16,0 2-20-16,0 0-4 0,3 2-17 0,-2 2-7 16,0-1-14-16,1 1 8 0,-1-2-15 15,5 2-18-15,-2-1 10 0,3 0-28 0,0-2 2 16,0 1-14-16,0 0 6 0,4-2-1 0,-1 0 7 16,4-1-11-16,0-2-1 0,3 1-1 15,0-3-3-15,4-1-17 0,-1 0-57 0,2-2-33 16,1-2 16-16,2 0-42 0,3-3-63 0,-2-2-39 15,-1-1-51-15,-2-5-110 0,2 0-292 0,-2-1 54 16,-4-3 66-16</inkml:trace>
  <inkml:trace contextRef="#ctx0" brushRef="#br0" timeOffset="14713.81">24232 1427 716 0,'-3'-6'315'16,"3"1"-26"-16,-1 2-48 0,1 3-16 0,0 0-12 15,0 0-21-15,0 0-21 0,0 0-5 0,-10 12-27 16,7-2-4-16,3 1-9 0,3 4-21 15,-3 2-16-15,3 1 3 0,1 2-10 0,0 2-15 16,-1 3-6-16,4 0-17 0,-1-2-26 0,1 2-59 16,1-1-49-16,-2-3-143 0,1 1-545 0,-1 0 72 15,-3-5 63-15,-2-2 70 0</inkml:trace>
  <inkml:trace contextRef="#ctx0" brushRef="#br0" timeOffset="15664.22">24139 1717 668 0,'-1'-7'261'0,"1"-1"-23"0,0 1-31 16,0 0-20-16,2-3-18 0,1 2 18 15,3-2-47-15,1-2 52 0,4 2-10 0,2-1-31 16,1 3-13-16,0-3 1 0,-1 1-11 0,5 3-23 16,-1-1-18-16,-2 2-11 0,-3 0 1 0,-1 4-13 15,2-1-7-15,-2 1-14 0,-1 2 1 16,0 5 2-16,1-3-11 0,0 4 6 0,-6 2-12 15,2 1 1-15,3 2-7 0,-3 0 5 0,-3 3-10 16,2 0 5-16,1-1-10 0,0 1-3 16,-3 1 6-16,5-1 7 0,-2-1-18 0,1 1-18 15,1-2 6-15,-2 0-6 0,0-2-8 0,4-1 6 16,-4-2 2-16,4-2 5 0,-2 1 1 16,1-5-1-16,-3 1 8 0,3-2 8 0,1-3-13 15,-2-2 15-15,-2-1 0 0,1-2-12 0,-1-4 9 16,-1-3 1-16,0 0-13 0,-2-1 12 15,3-1-4-15,-3 0 23 0,-1 1 4 0,1 1-2 16,-4 1 13-16,3 3 8 0,-3 0 2 0,3 1-2 16,0 2-21-16,-3 1 5 0,1 0-10 15,-1 0 3-15,0 7-11 0,3-4 1 0,-3 4-6 0,0 0 5 16,0 0 1-16,0 0-1 0,9 19 0 16,-7-11-4-16,1 1-6 0,0 1 10 0,4 0-15 15,-1 0 0-15,2 2 3 0,-1 0-3 0,3 0 18 16,0-3-3-16,1 1-2 0,2 0-16 15,1-2 8-15,-1-1 0 0,2-1 0 0,1-4 8 16,1 0-10-16,-3 0-8 0,3-4 2 16,-3 0 11-16,3 0-16 0,-4-4 13 0,2-1 0 15,-2-3-7-15,0 0-8 0,-2-3 15 0,-1 1-5 16,-1-3 2-16,-1 4-12 0,-4-1 5 16,-1 2 10-16,3 0 0 0,-5 2-7 0,2 1-9 15,-3 0-7-15,0 2 16 0,-3 0 4 0,3 5 6 16,-7-5-8-16,7 5-2 0,-10 0 2 0,10 0-8 15,0 0 16-15,-17 5-14 0,13-3 4 0,-2 1-16 16,2 1 15-16,0-1-4 0,4-3-1 16,-4 8 0-16,3-3 6 0,-1-1-1 0,2-4-7 15,-3 8 2-15,3-3-4 0,0-5 12 0,3 8 0 16,-1-4 2-16,-2-4-12 0,2 8 10 16,1-3-10-16,1-2 12 0,-1 1 8 0,1-1-12 0,-4-3-1 15,7 7-7-15,-4-5 10 0,5 1 10 16,-2 0-5-16,-6-3-5 0,13 0 6 15,-3 0-4-15,-2 0 6 0,5 0-8 0,-3-3 2 16,4-1-2-16,-4 0 0 0,4 0 3 0,-4 0-11 16,0-2 13-16,1-1-10 0,-1-1 5 0,0-1-2 15,4 0-21-15,-7-2 5 0,2-3 13 16,-2 0-16-16,1-1-7 0,-2-3 7 0,-2-1-9 16,-4 0 12-16,3-3-10 0,-3 0 12 0,-3-3 4 15,3 0-4-15,-3 1 19 0,-1 4-11 16,1 1 11-16,0 2 15 0,3 4 12 0,-5 1-9 15,5 1-6-15,-3 1-2 0,0 1-11 0,3 4 11 16,-1 0-8-16,1 5 3 0,0 0 2 0,0 0-10 16,0 0 8-16,0 0-11 0,-1 26-2 15,2-13 5-15,3 3 0 0,-1 0 13 0,2 3 0 16,-2 1-16-16,4 2 6 0,-1 0 2 0,1-1 5 16,3 1 3-16,-3 0-16 0,3-1 6 0,1-1-31 15,2-3-34-15,0 1-37 0,-1-2-63 16,1-1-222-16,1-2-437 0,-1-5 61 0,2 0 94 15,-2-6 62-15,-3-2 64 0</inkml:trace>
  <inkml:trace contextRef="#ctx0" brushRef="#br0" timeOffset="15864.08">25572 1152 865 0,'7'-4'268'0,"-3"1"-17"0,2-1-20 16,4 1-21-16,1-3-36 0,2 4-18 0,0-2-5 15,1-1-51-15,0 4-39 0,0-2-33 16,2 2-51-16,-1-1-141 0,-5 2-174 0,4 0-335 16,-1 2 82-16,-3 1 23 0</inkml:trace>
  <inkml:trace contextRef="#ctx0" brushRef="#br0" timeOffset="16030.41">25716 1306 739 0,'0'0'330'0,"-1"4"-33"0,1-4-28 0,0 0 2 16,0 0-35-16,0 0-21 0,0 0-23 0,0 0-21 16,0 0-17-16,25-7-16 0,-16 4-25 15,2-1-44-15,2 0-36 0,-2 0-63 0,0 2-119 16,2-1-232-16,-3 1-339 0,4-2 14 0,-4 2 69 15,-3-2 81-15</inkml:trace>
  <inkml:trace contextRef="#ctx0" brushRef="#br0" timeOffset="16780.8">26758 1095 844 0,'0'0'248'0,"-3"-6"-17"15,3 6-21-15,-3-3-31 0,3 3-2 16,0 0-29-16,0 0-17 0,-11 12-11 0,9-5 3 16,-3 2-21-16,2 2-7 0,0 0-24 0,-1-1 1 15,1 4-5-15,3-1-11 0,0 2-10 16,-3-2-2-16,3 0-1 0,3 1-2 0,0 0-8 16,0-1-2-16,1-2-5 0,-1 0 2 15,4 0-10-15,2-3 0 0,-4 1 74 0,5-3-10 16,-3-3-11-16,7 0-1 0,-4-1-9 0,4-4-2 15,2 1-5-15,-3-2-13 0,2-2 7 0,-2-1-9 16,4-1-1-16,-6-2 5 0,0-2-4 0,-2-1-16 16,-2-5 0-16,-1 2-5 0,-5-3-5 15,3-3-6-15,-8 0 9 0,4-4-4 0,-4 0-1 16,1 0 12-16,-2 2 5 0,-3 2-20 0,1 0 4 16,-1 3 1-16,-1 1 3 0,2 3-6 15,-4 2-5-15,1 0 8 0,0 2 2 0,-4 3 6 16,1 1-9-16,-1 2-9 0,3 1 7 0,-2 3 3 15,-4 2-13-15,4 1 2 0,0 3-2 0,-2 1 3 16,4 2-6-16,-2 0 9 0,3 2-6 16,3 0 0-16,0 1 0 0,0-2-6 0,4 2 9 15,3-1-8-15,0 2 5 0,3-2 8 16,1 0-8-16,2 0 2 0,5 1-12 0,2 0 18 16,2 0-14-16,4-2-32 0,2 2-18 0,0-2-36 15,2-2-54-15,4 0-128 0,-2 1-530 0,2-2 34 16,-2-2 89-16,-6-1 49 0,2-1 102 15</inkml:trace>
  <inkml:trace contextRef="#ctx0" brushRef="#br0" timeOffset="17130.28">27147 1236 588 0,'-3'8'249'0,"-1"-1"-37"16,-2 5-2-16,1-2 48 0,-3 5-25 0,5-2-38 15,-2 0 2-15,2 3-31 0,0-1-17 0,3 0-14 16,0-2-14-16,0 2-21 0,3-1 10 16,0 0-21-16,5 0-9 0,0-2 2 0,-3-1-11 15,8-1-2-15,-2-2-18 0,2 2 3 0,2-5-13 16,1 1 8-16,1-3-3 0,-3-2 0 0,4 1-15 16,-2-4 2-16,-2 2-5 0,3-5 21 0,0 0-11 15,-4-4-5-15,-1 1-15 0,-1-5 5 16,-6-1 8-16,3-2-10 0,-5-2-3 0,-3 1-3 15,-3-1 13-15,0 1 8 0,-5 0-3 16,4 1-5-16,-5 3-7 0,-2-1 2 0,-1 3 10 16,-4 2-5-16,3 0-12 0,-2 3 4 0,-4 1 1 15,4 1-24-15,-1 3 13 0,3 1-23 16,-1 1-17-16,2 2-6 0,1 0-43 0,0 2-52 16,7-1-135-16,1 2-515 0,3-1 5 0,3 0 80 15,1 0 79-15,2-2 47 0</inkml:trace>
  <inkml:trace contextRef="#ctx0" brushRef="#br0" timeOffset="17347.32">27777 1220 998 0,'0'0'286'15,"10"-6"-30"-15,-1 5-28 0,1-4-18 0,1 2-23 16,1 0-16-16,4 1-19 0,2-2-42 0,3 3-21 16,-2-2-38-16,2 2-61 0,-1-1-74 0,4 1-60 15,-3-2-163-15,-4 3-356 0,3 0 16 16,-6-2 86-16</inkml:trace>
  <inkml:trace contextRef="#ctx0" brushRef="#br0" timeOffset="17530.53">27876 1019 537 0,'0'0'225'0,"0"0"-5"0,0 0-28 0,0 13-25 0,0-6-9 16,3 5-19-16,3 3-6 0,-1 1-21 16,1 2-12-16,1 3-8 0,0 2 3 0,4 4-18 15,-1-2-13-15,0 4-8 0,4-3-48 0,-1 1-23 16,1-2-119-16,0-1-96 0,3 0-395 15,0-4 19-15,0-2 53 0</inkml:trace>
  <inkml:trace contextRef="#ctx0" brushRef="#br0" timeOffset="18014.3">28563 981 675 0,'0'0'266'16,"-12"19"-30"-16,7-9-21 0,5 1-28 0,-3 3-23 15,2 2-18-15,0 0-16 0,-1 2 1 16,4-1-21-16,-1 2 5 0,0-2-28 0,2 2 64 16,3-1-15-16,1-2-21 0,-3 1-5 0,7-2-10 15,0 0-8-15,0-2-15 0,-1-1-1 0,1-4-76 16,3 1-2-16,-3-6 12 0,2 2-15 15,1-5-5-15,-4 0 7 0,4-3 6 0,-4-2 4 16,6-4-1-16,-6 1-1 0,-2-4-3 0,-1-3 3 16,1-4 6-16,-2-2-9 0,-1-4 3 15,-5-2 0-15,0-3-5 0,-5-3 16 0,-1 0-21 16,-2 2 10-16,1 2 8 0,1 4-8 0,-4 1 20 16,2 4 1-16,-2 1-11 0,-3 1 16 0,2 3-11 15,-2 4 9-15,-1 1-17 0,3 5 4 0,-6 2-3 16,4 3-6-16,-1 3 9 0,-6 2-9 15,6 2 6-15,-3 1-3 0,3 2 3 0,1 4 5 16,3-3-21-16,2 6 19 0,3-4-14 16,-3 2 1-16,5 0 5 0,3-1 4 0,0-1-17 15,3 2 18-15,3 0-5 0,1 0 2 0,4-1 3 16,2-1-31-16,4 1-18 0,2-2-48 0,0-1-34 16,7-1-33-16,-4 1-113 0,0-4-194 0,3 0-256 15,-3-2 28-15,1 1 97 0,-3-5 23 16</inkml:trace>
  <inkml:trace contextRef="#ctx0" brushRef="#br0" timeOffset="18197.41">28949 1132 775 0,'10'4'297'16,"-10"-4"-46"-16,0 6-18 0,0-2-28 16,3 5-1-16,-2-1-22 0,-1 0-92 0,4 3-19 15,-4 1 6-15,3-1-5 0,-3 3-13 0,4-2-6 16,-4 3-14-16,3 0-3 0,0 0 7 0,-3 1-7 15,5-1-23-15,-3 1 18 0,1 0 4 16,2 0-40-16,-2-1-54 0,0-2-63 0,4 0-129 16,-1 2-456-16,4-5 72 0,-2-1 34 0</inkml:trace>
  <inkml:trace contextRef="#ctx0" brushRef="#br0" timeOffset="18463.28">29305 798 747 0,'4'16'241'0,"2"-7"-26"0,-2 3-6 0,2-1-24 15,1 6-21-15,4 1-13 0,2 1-16 16,-2 1 1-16,2-1-13 0,4 3-5 0,-3 0-21 15,5 1-13-15,-4-1-4 0,4 1 53 0,-4-1-5 16,3 1-21-16,1-3 1 0,-1 2-26 16,2-2-8-16,-1 0-36 0,-3-3-63 0,-3-1-65 15,4 0-97-15,-3-2-430 0,-3-3-102 16,-1-2 66-16,0-3 75 0</inkml:trace>
  <inkml:trace contextRef="#ctx0" brushRef="#br0" timeOffset="18765.21">29595 801 1036 0,'0'0'295'0,"-3"-5"-34"0,3 5-18 16,0 0-18-16,0 0-30 0,-17 17-19 15,13-7-7-15,-2 5-8 0,-1 0-15 0,-4 3-7 16,1 6-4-16,0 1-9 0,-4 1-1 0,1 1-17 15,-1 2-9-15,-6 8-9 0,5-5-8 0,-1-2 10 16,-5 7-8-16,4 1-4 0,0-7-1 16,0-5-33-16,7-1 13 0,-1-3-10 0,-2-2-6 15,3-1-2-15,0 0 3 0,2-2-11 0,1-1-7 16,-2-1-6-16,2 0 1 0,-1 0-19 16,2 0-12-16,-1 0-23 0,-3 0-52 0,2-1-43 15,-5 3-112-15,0 1-285 0,-4 0-310 0,-4 2 80 16,1-2 77-16,-4-1 53 0,-1-4 93 15</inkml:trace>
  <inkml:trace contextRef="#ctx0" brushRef="#br0" timeOffset="22346.38">28932 2961 670 0,'0'0'223'15,"0"0"-26"-15,0 0-15 0,0 0-21 0,-7-3-18 16,7 3-20-16,0 0-15 0,0 0-16 0,0 0-3 15,0 0-9-15,0 0-3 0,0 0-26 16,0 0 0-16,-10 9-5 0,10-1 8 0,-3-2-8 16,0 4-10-16,1 1 2 0,-4 1-2 0,6 0-8 15,-3 1-5-15,3 1-2 0,0-1 12 16,0 0-25-16,0 2 7 0,3-1-2 0,3 3-1 16,-4-4-4-16,4 1 33 0,-2 0-23 15,5-2-3-15,-1-1-4 0,-1 1-1 0,3-3-2 16,0 0 15-16,4-3 2 0,-1-2-20 0,-2 2 13 15,5-5 0-15,-1 1-18 0,1-2 23 0,-1-3-2 16,1 2-6-16,2-5 0 0,-2-1 1 0,1-1-9 16,-3-2 11-16,5-4-5 0,-7 2-3 15,-1-2 8-15,-1 1-2 0,-4-4-4 0,0 0-4 16,-5-3-10-16,-1 0 17 0,0 0-13 0,-4-1 11 16,-5-1-13-16,2 0-2 0,-4 2 17 15,1 0-5-15,0 2 18 0,-4 2-17 0,1 0 9 16,0 3-4-16,1 1 1 0,-1 2-9 15,-1 0 2-15,1 4-2 0,-5 0-8 0,5 1 13 16,-4 4-8-16,3 1 3 0,0 1 2 0,-2 4 72 0,1-1-21 16,-1 4-10-16,2 0 1 0,0 3 1 15,0 0-4-15,7 3-6 0,-2-4-2 16,2 5-5-16,3-4-18 0,-3 3 15 0,7-3-17 16,0-1-3-16,0 2 7 0,6 0-2 0,-4-3 3 15,4 1-1-15,1 1-5 0,3-1 6 0,4-3-13 16,-1 1 17-16,5-4-4 0,1 2-1 15,4-3-10-15,-4 0 1 0,5-2 1 0,-4 1 9 16,4-1-14-16,-3-2-9 0,-1 1 2 0,-2-2-21 16,3-1-22-16,-5 2-34 0,-2 1-38 0,0-3-57 15,-2 1-132-15,0 0-497 0,-3 0 74 0,-2 2 61 16,1-1 95-16,-8 1 24 0</inkml:trace>
  <inkml:trace contextRef="#ctx0" brushRef="#br0" timeOffset="22930.83">29424 3204 913 0,'0'0'269'0,"0"0"-44"0,0 0-22 15,0 0-22-15,0 0-14 0,0 0-21 16,0 0-13-16,0 0 0 0,0 0-21 0,0 0-9 16,0 0-16-16,-16 15-13 0,12-9 0 0,1 3-5 15,0-1-5-15,-2 1-12 0,2 3 1 16,0 0-7-16,-1-2-2 0,1 1-11 0,0 2-2 15,2-1-5-15,0 1-6 0,1-2 8 0,0 3-2 16,0-4-19-16,1 0 4 0,0 0 4 16,2 1-10-16,3-1 8 0,-2-3 10 0,4 1-3 15,-2-2-12-15,4-1 2 0,-3 1-86 0,4-3 27 16,-1-2-5-16,-1 3 6 0,-1-4 12 0,2 0 8 16,0-4-8-16,-3 1 23 0,4-2 0 15,-2 2 0-15,-2-5-15 0,1 1 10 0,-2-2 16 16,-2-2-14-16,-1-1 16 0,-3-1-2 0,3-1 4 15,-3-1-7-15,-3-2-8 0,0 1 11 16,1 3 2-16,-3-3 10 0,1-1-2 0,-3 3 7 16,2-1-2-16,-3 3 10 0,1-1-13 15,0 1 16-15,0 3-6 0,3 1-4 0,-2-1 7 0,1 1-8 16,-4 2-7-16,2-1-8 0,1 4 13 16,2-2-8-16,-3 4-3 0,0-2 1 0,7 3-1 15,-16 2 1-15,16-2-6 0,-11 2 8 0,4 3-5 16,0 0-2-16,1 2-11 0,-1-1 8 15,4 2-23-15,-2 1-18 0,2 0-52 0,0 0-22 16,0 4-92-16,3-3-116 0,3 1-378 0,0 1 89 16,1-2 33-16</inkml:trace>
  <inkml:trace contextRef="#ctx0" brushRef="#br0" timeOffset="23212.84">29882 3200 698 0,'-3'14'236'16,"0"-7"-16"-16,2 1-10 0,-5 2-31 0,3 2-15 15,-1 4-5-15,-3-2-29 0,4 1-15 16,-1 3 3-16,1 2-16 0,0-3-15 0,1 2-12 16,-3 0-14-16,5 2-28 0,-3-2-15 0,3-2-74 15,0 1-34-15,3 2-109 0,2-4-306 0,0-3-122 16,1-1 31-16</inkml:trace>
  <inkml:trace contextRef="#ctx0" brushRef="#br0" timeOffset="23730.22">30255 2920 742 0,'0'0'312'0,"0"0"-35"0,-10 13-27 0,6-4-19 16,-2 1-21-16,3 1-29 0,1 1-12 15,-4 2-28-15,6 3-13 0,-3 2-5 0,3-5-10 0,3 5-16 16,1-1-2-16,-2-2-26 0,0 2 15 16,1-1-25-16,4 0-3 0,-1-3-10 0,-2-1-15 15,3 1 8-15,3-3-1 0,-3 2-10 0,3-8 0 16,0 2 6-16,-3-2 1 0,3-2-12 16,1-1-10-16,-1-2 10 0,0-2 0 0,1-1 5 15,-1-2-2-15,0-2-8 0,0-3-5 0,-3-2 7 16,0-1-10-16,2-3 3 0,-8-1-10 15,3-2 4-15,-4-2-17 0,0 0 13 0,-4-4-8 16,2 1-6-16,-6 1 22 0,6-1 4 0,-6 5 6 16,4 1-1-16,-6 4-5 0,6-3 16 15,-3 4-3-15,-2 1 5 0,-2 2-2 0,4 2-13 16,-3 5 0-16,-4-2-8 0,4 4 8 0,-7 1-10 16,6 2 5-16,-5 3-1 0,2 2-9 0,1-1-3 15,1 5 13-15,0-3-3 0,2 3-7 16,5-1-3-16,-2 0-13 0,4 1 15 0,0-1 4 15,0 0-1-15,6-2-10 0,-3 2 7 0,6 2-2 16,-2-4 10-16,4 0-2 0,2 1 0 16,1-5-6-16,2 5 1 0,0-3 4 0,7 0-45 15,-3-2-18-15,1 2-42 0,3-2-53 0,-2 2-79 16,2-1-115-16,0-3-469 0,-1 2 87 16,1-2 79-16,-2-2 49 0</inkml:trace>
  <inkml:trace contextRef="#ctx0" brushRef="#br0" timeOffset="23946.92">30653 3006 729 0,'0'0'243'0,"0"0"-12"16,0 0-11-16,0 0-18 0,-5 22-10 16,2-11-21-16,3 2-7 0,0 2-15 0,0 1 4 15,0 3-25-15,0 0-7 0,0 1-6 0,0 0-5 16,3 0-13-16,-3 1-7 0,3-2-8 15,-1 4-6-15,0-4-1 0,-2 2-101 0,3-2 21 16,3 3-21-16,-4-3-30 0,-2 0-41 16,3-3-195-16,-3 5-466 0,-3-3 88 0,2-1 55 15,-9-2 65-15</inkml:trace>
  <inkml:trace contextRef="#ctx0" brushRef="#br0" timeOffset="25496.43">28901 3867 847 0,'0'0'228'15,"-10"-4"-21"-15,10 4-30 0,0 0-16 0,0 0-18 16,0 0 3-16,0 0-23 0,0 0-26 16,0 0 13-16,0 0-43 0,0 0 4 0,31 0-1 15,-21 0-1-15,4 0-3 0,3 0-20 16,6 0 5-16,-2 0-15 0,4-2-5 0,6 1 15 16,-1 0-2-16,1 1-11 0,0-5-5 0,3 4-5 15,-3-1 0-15,3 1 0 0,0-3-7 0,3 3-9 16,1-2-7-16,3 3 16 0,0-4-4 15,-1 1-7-15,-1-1 6 0,2 1-4 0,3 0 14 16,1-1-6-16,-1 0-5 0,17-2 3 0,-1 4 3 16,-3-6-4-16,-4 3 4 0,-9 2-6 15,-1-1 0-15,1 1 13 0,3 1-18 0,-2-1-7 16,-1-1 4-16,0 2 9 0,0 2 14 0,-1-4-35 16,-2 4 5-16,0-1 15 0,-3-1-15 15,-4 2 10-15,0 0-2 0,3 0-3 0,-3 0-3 16,-1 0 11-16,-1 0-13 0,-1 0 10 0,0 0 3 15,-1 2-14-15,-5-2 12 0,6-2 6 0,-4 2-17 16,-3 0-5-16,-1-1 28 0,1 2-8 16,-1-2 0-16,-1 1-7 0,-2 0-1 0,-5 0 1 15,1 0 0-15,1 0 2 0,-3 0-8 16,-3 0-5-16,2 0 8 0,-3 0-7 0,1 0 4 16,-4-3 8-16,-7 3 0 0,17-1-2 0,-10 1 7 15,-7 0 3-15,13 0 23 0,-6-3-11 0,0 2-1 16,-7 1 4-16,13-5-8 0,-9 2 75 15,2-2 7-15,-1 1-20 0,-2-4 5 0,3 0-20 16,-5-1 7-16,2-4-18 0,0 1-7 0,0-5 2 16,-2-2-10-16,-1-1-5 0,0-3-3 0,0-2 6 15,0-3-9-15,0-3-7 0,0-5-10 0,0 2 5 16,0-5-3-16,0 0-2 0,0 0 3 16,0 0-6-16,-1 0 0 0,-2 3 3 0,0 0-3 15,0 0 8-15,1 1-21 0,-3 2 14 0,1 3-6 16,-6-1-3-16,6 5-2 0,-5 1 3 15,2 1 7-15,-4 1 3 0,4 0-5 0,-1 0-6 16,-4 3 6-16,5-1 5 0,-3 2-3 0,6 4-2 16,-6-1-3-16,3 1-5 0,1 1 2 0,-1 1 1 15,2 1 7-15,-4 2-15 0,7 1-3 0,-3 0 13 16,0 0-5-16,0 2 0 0,-1-1-5 16,1 1 10-16,-1 1-5 0,-1 0-2 0,-3 2-11 15,-1-1 8-15,1 0 5 0,-4 2-5 16,-1-1 10-16,-7 3-15 0,2-2 12 0,-4 3-12 15,-1-1 10-15,-5 1 3 0,-4 0-9 0,0 0 4 16,-7 1-1-16,-1 1-2 0,3-1 0 16,-3 0-8-16,-3 3 11 0,-17-1 2 0,-1 2-8 15,-3 0 18-15,1-2-15 0,0 2 3 0,0 1-4 16,3 0 9-16,-4 0 2 0,5 0-7 16,0 0 2-16,5-3-13 0,6 4 15 0,6-4 1 15,-1 2-8-15,1-3 12 0,-17 4 6 0,4 0-20 16,-3-1 7-16,11-2-6 0,5 1-1 0,-3-1 9 15,3 1-2-15,-1 0-2 0,1 0 4 0,3 0-14 16,-4 1 12-16,-10 2-13 0,8 0 8 16,6-2 0-16,3-1-6 0,0 2-2 0,0-1 8 15,3 2 0-15,3-4-5 0,4 3 5 0,1-2 10 16,3 0-15-16,3 2 10 0,1-3-8 16,4-1 3-16,-2 2 2 0,4-1-4 0,2-2 7 15,2 1-5-15,-3 1-1 0,4-2 1 0,2 0 5 16,-1 0 0-16,8-1-10 0,-13 4 15 15,8-4-15-15,5 0 5 0,-12 2 5 0,5-1 10 0,7-1-7 16,-7 2 2-16,1 1-15 0,6-3 7 16,-11 4-5-16,9-3 8 0,2-1 0 15,-11 4 3-15,11-4 7 0,-7 3-18 0,7-3 11 16,-5 5 0-16,-1-2 4 0,2 0-12 0,1 2 0 16,0 1-3-16,-1 2-7 0,1 0 5 0,0 3 5 15,0 3-13-15,-1 3 18 0,3 1-8 0,1 2 13 16,-3 5-20-16,3 6 17 0,3 3-2 15,-2 5-5-15,-1-1 13 0,7 12-3 0,-1 0 0 16,-2 4 10-16,2-4-15 0,1 3 8 16,1-3-10-16,-1-3-1 0,2-5 13 0,-5-6-5 15,7 8-2-15,-2-6 5 0,-2-4-1 0,0 0-2 16,4-1 1-16,-2 2 6 0,1-3-4 0,-2-1-5 16,2 2 7-16,0-1 3 0,1-3-11 0,-1 1 1 15,-3-9 4-15,3 3-4 0,-3-3-6 0,0-3 14 16,2-2-6-16,-5-3-3 0,3-1 11 15,-3-1 3-15,2-2-24 0,-2-1 10 0,4-1 4 16,1-1 1-16,-2-4-7 0,3 1 0 16,4-3 5-16,1 0 8 0,1-1-3 0,3-2-5 15,2-2-5-15,7 2 3 0,6-6-18 0,3 1-26 16,20-6-41-16,-4 3-59 0,5-5-166 16,-2 7-540-16,0-4 63 0,-1 1 86 0,0-2 73 15,-3-1 57-15</inkml:trace>
  <inkml:trace contextRef="#ctx0" brushRef="#br0" timeOffset="29145.23">8974 1994 734 0,'0'0'213'16,"0"0"-14"-16,0 0-22 0,0 0-6 0,15 1-17 16,-15-1-21-16,13 0-10 0,-2 0-18 15,-4 0-5-15,3-1-16 0,4 1 1 0,-1-2-11 16,1 2-8-16,3 0 68 0,0-1-4 15,3 1-25-15,1-2-5 0,0 1-8 0,2 1-2 16,-2-2-19-16,3 1-9 0,0-1 9 0,7 0-4 16,-4-1-6-16,0 2 6 0,3-1-18 15,1 0 4-15,0 0-7 0,4 0 6 0,-4 0-14 16,3-1 5-16,0 2-2 0,0-1 5 16,0-1-12-16,0 3 2 0,0-2-8 0,0-1 8 0,-2 2-1 15,1-1 1-15,1-2-5 0,-3 4-13 0,1-1 0 16,2 0 13-16,0-1-3 0,-3-1 5 15,3 2 3-15,0-1-80 0,0 1 3 0,7-1 11 16,0-1-9-16,0 3 11 0,3-3-5 16,1 1 30-16,-1-2-12 0,1 4 7 0,-1-2-5 15,1-1 13-15,2 1 13 0,-2 1-10 0,0-2-1 16,3 1 1-16,-4-1 2 0,4 0-5 0,-4 2 18 16,1-2-10-16,-1 1-1 0,0 0 1 0,1 0-3 15,-1-1 8-15,4 2-11 0,-4-1 4 16,2 1 9-16,1-2-2 0,-2 2 2 0,2 0-10 15,-2-2 16-15,-1 2 2 0,-2 0-11 0,-8 1 1 16,3-2 10-16,-6 0-20 0,0 2 7 16,-4 0 5-16,-3 0-17 0,-4 0 7 0,1 0-10 15,-4 0 15-15,0-1-12 0,-4 1-1 0,2 0 3 16,-2-1 13-16,-2 1-3 0,-2 0 5 16,-9 0 3-16,14-2-15 0,-6 2-11 0,-8 0-35 15,10 0-24-15,-10 0-81 0,6 0-98 0,-6 0-478 16,0 0-57-16,0 0 56 0,0 0 80 0,0 0 80 15</inkml:trace>
  <inkml:trace contextRef="#ctx0" brushRef="#br0" timeOffset="30446.2">9590 667 637 0,'0'0'230'0,"0"0"-15"0,0 0-18 0,11 15-20 16,-4-9-3-16,2 2-28 0,3 2-8 0,4 1-23 15,2 3-10-15,1-1 5 0,-1 0-2 16,3 1-16-16,-1 3-10 0,4-2-10 0,-3 3-6 15,3-1-2-15,-4 0-13 0,0-2-40 0,4 3-58 16,-7-4-47-16,-2 0-160 0,4-2-388 16,-5-2-1-16,3-2 52 0</inkml:trace>
  <inkml:trace contextRef="#ctx0" brushRef="#br0" timeOffset="30729.1">10062 691 716 0,'0'0'295'0,"-10"-2"-24"15,10 2-33-15,0 0-20 0,-13 7-19 0,9 2-9 16,1-1-27-16,-5 4-17 0,2 1-13 16,2 4 6-16,1-1-9 0,-4 5-15 0,0 1-15 15,0 2 0-15,1 1-10 0,-1-2-8 16,3 2-1-16,-5-1-9 0,4-1 2 0,-2 0-12 15,1 1-6-15,-1-2-10 0,4-1 3 0,-4-2 5 16,3 0-11-16,1-3 8 0,-1 2-23 16,1-3-5-16,0-4-7 0,0 3-24 0,0-3-35 15,2 0-50-15,1-1-50 0,0-2-95 0,0-2-543 16,3-1 24-16,1-2 84 0,-4-3 79 0,13-1 56 16</inkml:trace>
  <inkml:trace contextRef="#ctx0" brushRef="#br0" timeOffset="31229.85">10281 902 714 0,'4'19'261'0,"-1"1"-23"0,3 0-18 0,-5 0-18 16,2 0-18-16,0 2-22 0,4 1-22 15,0 2-6-15,0-1-14 0,-1 0-13 0,2-1-4 16,-1 1-19-16,2-2-2 0,-2 0-8 0,1-2 8 16,-2 0-20-16,1-4-21 0,0-2 7 15,-1-2-17-15,-2-1 13 0,0-1-16 0,2-2-3 16,-5-1 6-16,2-3-5 0,-3-4-1 0,0 0-9 16,0 0-1-16,0 0-5 0,0 0-2 15,-7-25 2-15,0 12 5 0,0-4-2 0,-3-3-13 0,0-6 10 16,-1-3 6-16,1-2-3 0,-3-13-18 15,2 5 12-15,4 6-7 0,1-3 26 16,-1 2-21-16,3 1 5 0,1 4-2 0,3 4-3 0,0 3 5 16,0 1-7-16,3 2-1 0,1 0-2 15,0 2 3-15,2 2-8 0,1 1-5 0,0 4 10 16,3 2-11-16,0 1 4 0,0 2 1 16,1 2 6-16,2 3-7 0,1 1 4 0,-4 4-2 15,0-1 8-15,1 5-1 0,-1 0-2 0,-3 2 13 16,-1 3-8-16,-2 0 5 0,-4 0 6 0,0 0 20 15,-4 4-18-15,-2 0 10 0,-1 1-16 16,-3 1-1-16,-1-1 4 0,-2 0-2 0,-1-1-3 16,1-1 0-16,0-2-2 0,1 0-16 0,3-3-35 15,-1 0 10-15,-1-1-54 0,1-4-36 0,3-2-185 16,0 1-472-16,3 0 107 0,-2-5 17 16,3 3 57-16</inkml:trace>
  <inkml:trace contextRef="#ctx0" brushRef="#br0" timeOffset="32133.44">10623 1113 831 0,'13'-8'231'16,"-2"-1"-6"-16,-1-1-28 0,0 1-18 0,-2 1-20 15,1-1-11-15,-2 0-12 0,-3-1-13 16,2 0-16-16,1 0 14 0,-3 0-29 0,-1-1-5 15,0 0-10-15,-3 2-6 0,0 0-12 0,0 1 10 16,0 1-5-16,-3 2-12 0,3 0-4 16,0 5-4-16,-7-5 12 0,7 5-23 0,-14 3 8 15,14-3-2-15,-13 11-3 0,6-3-1 0,0 0-4 16,3 2 5-16,-2 0-5 0,3 1-11 16,0 0 3-16,2 2 0 0,1-1-2 0,0 1-3 15,1-1 10-15,5 0-13 0,-3 1 3 16,4 1-8-16,4-3 6 0,-1 1-4 0,3-1-1 15,1-2 71-15,0-2-13 0,6-1-16 0,-2 0-4 16,2-3-34-16,4-1-22 0,-3-2-16 16,2-2-16-16,1-1-35 0,0-1-10 0,3-1-14 15,-2-4 1-15,-2 1 10 0,-2-4 8 0,6-3-1 16,-9 0 1-16,1 0 15 0,-4-2 0 0,-2-1 18 16,1 2 20-16,-7 2 49 0,0 0 21 0,-1 0 28 15,-3 3 7-15,1 1-2 0,-4 0-1 16,4 3-4-16,-8 1-23 0,4 0-6 0,0 6 9 15,-7-3-9-15,7 3 13 0,0 0-12 16,-20 10-13-16,12-3 7 0,2 1-2 0,-1 1 0 16,-2 2-3-16,1 1 10 0,4-2-22 0,-2 1 10 15,3-1-8-15,0 0 5 0,2 1-15 0,1-3 2 16,0 3-5-16,0-4 11 0,1 0-6 0,2-1 6 16,0 0 4-16,3 0-20 0,1-3 16 15,1 0-3-15,-1-1 7 0,2-3-12 0,5 0-10 16,-4-2 2-16,1 0 5 0,2-3 0 15,-2 0-7-15,3-2-3 0,-4-4-5 0,-3 0-1 16,2-1 9-16,-1-4-18 0,-2-1 12 0,-2-3 6 16,-1-3-3-16,0-1-8 0,-3 0-5 15,0-1 6-15,0 0-73 0,-3 1 26 0,0 0-2 16,-1 2 18-16,4 4 10 0,-3 3-3 0,3 3 10 16,-3-1-12-16,0 4 5 0,2 0-5 0,-3 5 7 15,1 1 6-15,3 4 2 0,0 0 10 0,0 0-2 16,-7 21-8-16,4-9 8 0,3 1 7 15,0 5-2-15,3 1-8 0,-2 0 3 0,5 4 15 16,-3-1-8-16,5 2-2 0,-2-1 10 0,1-1-7 16,3 0 7-16,1-4 0 0,2 3-7 15,1-5-4-15,0 0 4 0,3-3 10 0,3 0-8 16,-3-2 5-16,0-3-8 0,1-3 1 0,2-1-1 16,0-3-2-16,-2 0 0 0,-1-3 5 0,3-2-8 15,-5-3 6-15,1-2-6 0,-2-1 5 16,-4-4 1-16,0-2-14 0,-3 1 9 0,3-1 2 15,-6 2 7-15,2 0-2 0,-2 3 3 0,-1 0-1 16,0 2-15-16,-3 0 6 0,1 4 14 0,3 2-7 16,-4 3 3-16,0 0 5 0,0 0 7 15,0 0-18-15,0 15 9 0,0-5-6 0,0-2 7 16,3 6 1-16,0-3-3 0,-2 1-10 0,2 1 2 16,0 1-27-16,3-1-32 0,-2 2-71 15,3-7-141-15,-3 3-522 0,2-2 87 0,1-2 56 16,-3-3 67-16</inkml:trace>
  <inkml:trace contextRef="#ctx0" brushRef="#br0" timeOffset="32545.35">11874 817 995 0,'0'-4'307'0,"0"4"-22"0,0 0-27 16,0 0-33-16,-17 10-15 0,10-2-18 0,-4-1-8 15,2 5-30-15,2 1-16 0,-3-1-5 0,2 1 3 16,2 1-11-16,-1 1-22 0,1-1-8 16,2 1-6-16,4-3-15 0,-4 1 19 0,4-2-27 15,4 2 3-15,-4-2-2 0,4 0-24 0,2-1 11 16,1-1-8-16,3 1-8 0,4-1 3 16,-1-1 0-16,4-2-23 0,0-2-7 0,1 0-19 15,2-3-31-15,0 1-1 0,4-4-19 16,-3 0-21-16,3-1 32 0,-3-3-80 0,3-1-21 15,0-3-73-15,-5-2-88 0,2 1-154 0,-6-3-268 16,-2-3 69-16,-3-2 67 0,-2-1 53 16</inkml:trace>
  <inkml:trace contextRef="#ctx0" brushRef="#br0" timeOffset="32711.84">12124 625 785 0,'-4'-9'241'0,"0"1"-39"16,1 2-12-16,3 4-29 0,0 2-20 15,0 0-3-15,0 0-3 0,0 0-12 0,-6 14 8 16,9-3-29-16,-3 2-2 0,0 2-13 0,3 3 8 15,-3 2 0-15,3 3-14 0,1 1-9 0,-3 2 7 16,2 1-12-16,3-1-6 0,-2 2-12 0,-1-2-16 16,0 1-58-16,1 1-21 0,3-2-100 15,-7 0-233-15,4-4-338 0,-1-3 31 0,-3-2 82 16,3-5 67-16</inkml:trace>
  <inkml:trace contextRef="#ctx0" brushRef="#br0" timeOffset="33512.14">12041 971 924 0,'0'0'312'15,"4"-7"-25"-15,-1 3-19 0,4-1-25 0,0-2-33 16,6 1-5-16,-2-1-31 0,6-2-10 16,1 0-18-16,2-1-10 0,4-1-19 0,3-2-4 15,4 1-8-15,-4-1-18 0,4 0 0 0,-4 1-10 16,4 0-13-16,-7-1-3 0,0 3-15 15,0 0 13-15,-4-1-10 0,-3 1 4 0,0 1-12 16,-6 2 0-16,3 0 0 0,-4 1-18 16,-1-1 11-16,-5 1-14 0,3 2 3 0,-3-1-5 0,-4 5 5 15,0-3-13-15,0 3 1 0,0 0-11 16,0 0 15-16,-28 7-2 0,17-2 2 0,-2 3-10 16,0 3 0-16,-1 0 6 0,1 3-4 0,2-1-4 15,4 1-8-15,-3 3 10 0,7-3-8 16,-1 3 8-16,4-4 1 0,0 1 1 0,4 3-4 15,2-3 4-15,1 0-1 0,7 1 1 0,0-1 6 16,9-2-3-16,-3-2-2 0,5 0 5 16,2-2 2-16,0-2-5 0,4-1-2 0,-3-3-5 15,3 1 4-15,2-3 6 0,-2-1-5 0,0-3 2 16,0 3-18-16,-3-3 16 0,2-2-5 16,-2 1 4-16,-1-4-7 0,0 2 8 0,-7 0-3 15,1-2 3-15,0-1-1 0,-11 2-22 0,3-2 2 16,-5 0 6-16,-1 1-4 0,-4 2-1 0,0-1-1 15,-3 2 8-15,0 6-11 0,-7-9 6 16,1 8 0-16,-5 0 2 0,1 1 8 0,10 0 0 16,-21 4 0-16,8 1 3 0,-1 2-11 0,1 2 11 15,2 0-3-15,0 2-8 0,-1 1 10 16,5 0-7-16,-1-2 8 0,2 2-1 0,2-2-4 16,1 0-3-16,3-2 12 0,0 0 1 0,0 1 0 15,6-3 7-15,-2 0-10 0,3-2-2 16,3 0-3-16,0-3 0 0,4 0 13 0,-4-1-1 15,4-2 1-15,0-2 10 0,2 0-7 0,-1-3-9 16,-2-1-2-16,1 0 3 0,-1-4-8 0,0-3 3 16,-2-1 7-16,-4-3-8 0,0 0 9 0,0-5-6 15,-3-1-67-15,-1-1 6 0,-3-1-11 16,-3-1 19-16,0-5-3 0,-2 3 10 0,-1 4-3 16,2 2 1-16,-3 2 25 0,4 4-10 15,-5 1 5-15,2 2 12 0,0 5-7 0,2 2 0 16,-6 1 6-16,2 4 12 0,-2 3-5 0,10 0 22 15,-20 10-24-15,13-1 78 0,-3 5-4 0,4 0-6 16,-2 2 26-16,5 2-23 0,-1 2 0 16,1 1-20-16,3 0 15 0,3 4-21 0,-2 0 1 15,5 0 7-15,1-2-5 0,-3 1-8 16,3 1 3-16,2-3 7 0,2 2-17 0,-1-3-29 0,0 2-38 16,1-3-53-16,-7-1-98 0,-1 0-246 15,0 0-471-15,-9-1 111 0,-1 0 63 0,-8-4 75 16,-9 1 79-16</inkml:trace>
  <inkml:trace contextRef="#ctx0" brushRef="#br0" timeOffset="34445.22">2080 3144 875 0,'-4'-3'256'16,"4"3"-26"-16,0 0-33 0,-6-5-20 0,6 5-18 16,0 0-16-16,0 0-20 0,0 0-5 0,20 10-3 15,-10-3-3-15,2 3-12 0,3-2-26 16,3 5 6-16,2-2-6 0,1 3-12 0,3 2 1 16,-7-3-4-16,7 2 59 0,0 1-18 15,0-1-3-15,-4-3-15 0,1 3-5 0,-1-1-8 16,0-3-2-16,-2 3-14 0,-2-4-1 0,2 1-4 15,-5-1-15-15,-2-2-27 0,2 3-24 0,-2-2-62 16,-1-5-66-16,-3 3-148 0,0-2-479 16,3-2 23-16,-6 0 118 0,2 0 40 0,-6-3 63 15</inkml:trace>
  <inkml:trace contextRef="#ctx0" brushRef="#br0" timeOffset="34778.41">2445 3039 547 0,'-3'-3'197'0,"3"3"-10"16,0 0-2-16,0 0-27 0,-10 10-14 15,7-4-22-15,0 3 9 0,2 0-39 0,-5 2 8 16,2 0-3-16,0 3-2 0,1 1-8 0,-3 2-3 15,2-2-9-15,0 3-1 0,-2 3-8 0,-2 0 4 16,2 1-4-16,-1-1-2 0,1 0-15 16,2 2 2-16,-7-3-2 0,5 2-1 0,-1-3 65 15,1 1-11-15,1-1-12 0,2-5-3 0,-3 6-10 16,2-8-11-16,0 3-2 0,2-1-8 16,1-4-7-16,-2 1 2 0,3 2-7 0,-3-5-6 15,-1 0-2-15,4-2-36 0,0 1-18 16,-1-3-38-16,2 4-52 0,3-7-163 0,-1 1-507 15,1 4 46-15,2-6 46 0,-6 0 97 0</inkml:trace>
  <inkml:trace contextRef="#ctx0" brushRef="#br0" timeOffset="35362.74">2784 3342 678 0,'0'0'246'0,"-16"8"-19"0,12-4-19 15,1 2-37-15,0 1-10 0,-2 1-4 0,2 2-19 16,0 0-13-16,2 1-10 0,1 0-10 15,-3 0-7-15,3 3-6 0,3-2-18 0,-3 1 69 16,0-2-12-16,3 0-11 0,1 2-15 0,0-2-2 16,-1 1-24-16,4-3-13 0,-3-1 14 15,5 1-16-15,-1 0-5 0,-1-2-3 0,3-3 3 16,-1 2-8-16,3 1-13 0,-2-6 1 0,2 2 2 16,0-3-3-16,1-2 6 0,-2 1-3 0,2 0-16 15,1-5 6-15,-4 3-8 0,0-2 10 16,1-2 3-16,-1 0-10 0,-3 1-8 0,2-5-8 15,-4 1 21-15,1 1-1 0,-3-2 11 16,-2-2-18-16,2 2 5 0,-3 1-2 0,-3-4 5 16,0 3-8-16,2-1 8 0,-5 1-6 0,1 1 6 15,-1 2-6-15,-1-1 1 0,-2 1-8 16,-2 0 0-16,0 1 7 0,1 1-4 0,-4 4-3 0,1-3-23 16,-1 4 15-16,0-1 21 0,0 1-13 15,-2 1 2-15,2 0-20 0,1-1 18 0,2 2-15 16,0 0-1-16,-1-1-2 0,2 2 3 15,-1-1-6-15,4 2 13 0,0-1-10 0,-4 0 5 16,5 2-2-16,-1-3 2 0,0 1-13 0,1 4-4 16,1-2 1-16,-1 0-12 0,2 0-20 15,1 3-24-15,-3 1-35 0,2-2-26 0,4 3-38 16,-3 1-32-16,-1 0-109 0,3 0-478 0,1 1 27 16,0-1 59-16,-2 1 67 0,1 1 76 0</inkml:trace>
  <inkml:trace contextRef="#ctx0" brushRef="#br0" timeOffset="36328.11">5423 2726 877 0,'0'0'249'0,"0"0"-47"16,-6-5-18-16,6 5-12 0,0 0-24 0,0 0-15 15,0 0 0-15,0 0-12 0,21 17-9 0,-12-11-19 16,2 1-1-16,3 0-21 0,-1 1 6 16,4 1-21-16,-3 1 80 0,3-1-8 0,-1-2-20 15,2 2-3-15,-2 1-21 0,2-2 0 16,-4 0-20-16,3 0 0 0,-1-1-2 0,-1 0-8 15,1 1-1-15,-1-3-32 0,1 1-21 0,-2 0-46 16,-1-1-46-16,1-2-52 0,0 0-78 0,-7-1-165 16,7 2-348-16,-1-4 37 0,-2 0 60 15,-1-4 65-15</inkml:trace>
  <inkml:trace contextRef="#ctx0" brushRef="#br0" timeOffset="36628.47">5844 2652 860 0,'0'0'199'0,"-3"-6"-7"0,3 6-31 16,-3-4-10-16,3 4-15 0,0 0-10 0,0 0-14 15,0 0 8-15,-5 16-15 0,2-7 6 16,3 2 1-16,0 2 62 0,0 2-7 0,0 0-6 16,0 2-15-16,0-1-93 0,0 6 22 0,0-2-29 15,0 1 20-15,0 0-4 0,0-1-14 0,3 3-7 16,-3-2-2-16,0 2-1 0,4-4 11 15,-4 0-1-15,0 1-22 0,1 0-3 0,1-2 15 16,-1-1-9-16,2-3-6 0,-3-2 0 0,3 1-8 16,-3-2 8-16,1 1-8 0,-1-4 11 15,2 0-11-15,-2 1-2 0,1-3-28 0,-1 1-29 16,0-1-22-16,3 0-24 0,-3-2-17 0,3 3-29 16,-3-2-107-16,4 0-100 0,-1 1-410 0,4-2 85 15,-3 0 36-15,2-1 66 0</inkml:trace>
  <inkml:trace contextRef="#ctx0" brushRef="#br0" timeOffset="37062.86">6039 3111 849 0,'0'0'313'0,"0"0"-22"0,0 0-19 0,0 0-32 16,0 0-25-16,0 0-28 0,9 10-15 15,-9-4-16-15,1 0-5 0,3 0-23 0,-1 1-16 16,0 1 4-16,-2 1-19 0,5-1-10 0,-3-1-3 16,4 3-17-16,0-3-3 0,0 0-13 0,0 0 5 15,-1 1-9-15,5-4-4 0,-1 3 6 16,0-1-19-16,1-2 6 0,-1 0 0 0,3-4-3 16,-2 2-4-16,2-2-1 0,0-2 5 0,-1 2 10 15,1-4-19-15,1 0 6 0,-1-3 9 16,1 1 19-16,-4 2-27 0,-3-4 23 0,4 0-18 15,-5-1-5-15,-2 1-11 0,2-5 11 0,-6 2 2 16,1 1 3-16,-1-2-5 0,-1-1-3 16,-2 1-10-16,0 2 5 0,-4 1 2 0,0-2-79 15,0 3 21-15,-3-3-10 0,3 5 15 0,-4-1-6 16,-1 2 11-16,1 0-13 0,-3 2 13 16,1 0 0-16,-2 1 11 0,-1 0 4 0,2 0 5 15,-3 2-12-15,0 0 5 0,3 2 2 0,-3 0 11 16,4-2-14-16,-4 3 11 0,3-1-5 0,0-1-33 15,0 2-1-15,0 0-68 0,4-2 7 16,-3 4-107-16,2-2-218 0,1 3-371 0,1-3 36 16,1 1 97-16,1 0 76 0,-2 0 83 0</inkml:trace>
  <inkml:trace contextRef="#ctx0" brushRef="#br0" timeOffset="41627.97">9894 2496 639 0,'-3'-4'246'0,"3"4"-31"0,0 0-23 16,-7-3-15-16,7 3-13 0,0 0-13 15,-6 11-26-15,2-3-17 0,0 3 4 0,1 1-15 16,-3 3-15-16,2 2 3 0,1 1-16 0,-1 1 0 16,1-2-15-16,3 2 5 0,-3-1-11 15,0 1 3-15,3-1-22 0,3-1 14 0,0 0 67 16,0-1-18-16,-2 1-12 0,5-4-6 15,-2 2-10-15,5-3-5 0,-1 0 0 0,-1-3-16 16,2-2 14-16,3 2-17 0,0-5 1 0,-2 2 6 16,5-5-4-16,-2 1-5 0,1-2-4 0,-1 0 4 15,1-2-12-15,0 0-3 0,-1-4 15 0,1 1-7 16,0-3-13-16,0 0 2 0,-4-3 1 16,1-1-6-16,-1-3 0 0,-1 0 1 0,-5-3-3 15,2-1-8-15,-1-2 2 0,-2-4 19 16,0 0-11-16,-6-2-12 0,0 1 5 0,0 0 12 15,-2 1-10-15,-1 1-12 0,-1 2 15 0,3 1 4 16,-5 0 6-16,4 5-25 0,-1 1 40 16,-1-1-12-16,0 3 7 0,-3 3-10 0,3 2 13 15,0 0-28-15,-2 3 5 0,-2 2 4 0,1 3-1 16,-1 1-3-16,-2 3 5 0,-1 2-18 0,0 2 5 16,1 3 5-16,-2 2 3 0,-1 1-8 15,2 1 8-15,4 1-6 0,0 1-4 0,-1-3-11 16,4 3 18-16,1-2-4 0,2 2-1 0,1-3-16 15,0 3 14-15,3-3 0 0,0-1 14 16,3 1-14-16,0-3-8 0,1 3 20 0,2-3-20 16,1 1 5-16,4-3 8 0,-1 0-8 0,4 0-10 15,2-3 22-15,2-1-17 0,-2 1 10 16,5-2-25-16,-4 0-21 0,7-1-44 0,-3-3-48 16,3 1-59-16,-1-2-199 0,1 2-408 0,0-1 16 15,1-1 120-15,-6 1 41 0,2-2 77 0</inkml:trace>
  <inkml:trace contextRef="#ctx0" brushRef="#br0" timeOffset="42078.31">10398 2701 680 0,'0'0'251'0,"0"0"46"0,-24 7-20 0,20-2-24 0,-4 3-28 15,5 0-25-15,-3 2-13 0,2-1-21 16,-2 3-17-16,2 1-11 0,1 0-87 0,0-3-18 15,-1 4 6-15,3-3-9 0,1 3 4 0,0-3-1 16,0 3-5-16,0-3-2 0,1 1-3 16,3-1 13-16,-1-2-18 0,1 1 10 0,2-2-10 15,0 0 2-15,4 1-10 0,-2-5 6 16,2 0-1-16,0 1-2 0,1-3 0 0,2-1-1 16,2-2 6-16,1 0-15 0,-2 0 12 0,0 0 1 15,3-5-4-15,-4 0 4 0,2-1-3 0,-3 1-1 16,-1-6 4-16,-1 3 2 0,0-3-8 15,-6 1 3-15,2-1-13 0,-6-3 5 0,0 2 5 16,0-5-2-16,-3 3-1 0,-3-1-9 0,2 1 12 16,-2 1 5-16,-2-1-15 0,1 3 8 0,0 1 7 15,-2 0 11-15,-2 1-21 0,1 2 0 16,0 4 0-16,-1 0-2 0,-2 1-3 0,-1 1 10 16,3 2-10-16,-2-2 3 0,2 4 10 0,1 0-3 15,-4 1-18-15,4-2 18 0,0 5-12 16,1-3 4-16,1 2-7 0,1 0-8 0,1 0 3 15,3-1-26-15,-1 2-17 0,1-1-14 16,3 0-51-16,0-5-12 0,6 11-57 0,-5-9-120 0,8 4-423 16,-2 0 67-16,4-4 46 0,2 1 62 0</inkml:trace>
  <inkml:trace contextRef="#ctx0" brushRef="#br0" timeOffset="42328.17">10777 2728 742 0,'0'0'263'16,"6"-7"-27"-16,-6 7-24 0,7-2-17 0,1 0-24 15,2-2-9-15,3 2-29 0,1-1 2 16,2-2-24-16,2 2-7 0,-2-2-11 0,5 1-24 15,-3 1 77-15,2-2-23 0,0 0-6 0,1 2-43 16,-1-1-35-16,-2 0-54 0,3 0-73 0,-5 1-178 16,2-1-473-16,-5 1 42 0,1 1 96 15,-4-1 58-15</inkml:trace>
  <inkml:trace contextRef="#ctx0" brushRef="#br0" timeOffset="42543.87">10910 2521 614 0,'0'6'243'0,"0"2"-2"16,0-1-42-16,3 4-4 0,-3 3-26 0,4 2-13 16,3-1-20-16,-1 3-14 0,1-1 6 15,0 2-23-15,1 0-18 0,1 4 75 0,-2-4-22 16,3 1-19-16,1-1-29 0,-1 0-61 0,-1-1-57 15,2 1-94-15,-4-2-205 0,6-3-397 0,-2 3 56 16,2-7 65-16</inkml:trace>
  <inkml:trace contextRef="#ctx0" brushRef="#br0" timeOffset="43066.28">11420 2519 793 0,'-4'9'261'16,"1"1"-25"-16,-2 4-24 0,2 1-5 0,0 1-38 16,0-1 62-16,0 3-34 0,3-5-5 15,3 4-13-15,0 0-18 0,0-2-20 0,0 1-18 0,5-2-13 16,-1-1-15-16,0-1-3 0,2 0-3 15,2-3-7-15,2 1-15 0,-2-3-3 0,3 0-3 16,-1 0-10-16,4-4 1 0,-3 0-1 0,0-2-15 16,2-2-3-16,-1-1 3 0,-2 1 7 15,4-4-20-15,-6-2 18 0,3 0-10 0,-1-4 7 16,-6-1-4-16,3-1-11 0,-3-3-3 0,-4 0-2 16,0-4 0-16,-3-3 2 0,-3-2-9 15,0-2 12-15,-4-3-5 0,-4 0-13 0,2 3 2 16,-2 0-1-16,-2 6 14 0,3 0 8 15,-1 2-12-15,-3 2-6 0,-2 1 0 0,1 4 3 16,-1-1 0-16,-2 6 7 0,-2 1-10 0,3 2 1 16,-1 4-24-16,-5 0 23 0,6 4-5 0,-1 0 3 15,-1 3 5-15,4 1-3 0,-1 5-2 0,1-3-1 16,5 2 9-16,0 1-11 0,-3 1 10 16,9 1 0-16,-3-1-22 0,1 1 12 0,6-4 10 15,0 4 3-15,0-3-13 0,3 3 13 0,4-2-13 16,0 0 0-16,7-1-5 0,2 1 0 15,2-1-10-15,5-2-13 0,1-1-33 0,0-1-41 16,4 0-72-16,-1-3-85 0,1 0-411 0,2 0-152 16,-2-3 88-16,-5-1 55 0,-2-2 73 0,0 0 53 15</inkml:trace>
  <inkml:trace contextRef="#ctx0" brushRef="#br0" timeOffset="43277.37">11820 2561 729 0,'0'0'238'0,"-4"18"-18"16,4-9-28-16,0-1-10 0,-3 4-26 0,6 1 3 15,-3-1-24-15,0 1-4 0,3 1-16 0,-3-3-10 16,4 3-15-16,-1 1 4 0,0-2 57 0,1 1-15 16,2 0-18-16,-1-3-18 0,-2 1-65 15,3-1-68-15,1 2-187 0,0 0-520 0,1-1 36 16,1-2 57-16,-2-2 86 0</inkml:trace>
  <inkml:trace contextRef="#ctx0" brushRef="#br0" timeOffset="43545.39">12021 2288 898 0,'0'0'310'16,"10"10"-31"-16,-3-4-18 0,-3 3-31 0,2 1-25 15,5 3-11-15,-1-1-19 0,3 4-27 0,1 1 0 16,3 0-20-16,0-1-15 0,0 5 7 0,4-4-20 16,0 2 0-16,-2-1-31 0,2-1 5 0,3 0-5 15,-7-2-20-15,1-2-51 0,2 0-45 16,-3 0-70-16,0-4-157 0,-3 1-502 0,0 0 31 15,-4-3 103-15,0-3 40 0</inkml:trace>
  <inkml:trace contextRef="#ctx0" brushRef="#br0" timeOffset="43827.36">12312 2151 819 0,'-4'-6'320'0,"4"6"-31"16,0 0-28-16,0 0-13 0,0 0-23 0,-14 11-7 15,8-3-29-15,2 4-20 0,-5 1-7 0,4 4-24 16,-5 4-5-16,3 0 3 0,-2 2-24 0,1 2 1 16,1 2-21-16,-3 2-5 0,4-4-20 15,-2 2 12-15,-2 2-12 0,4-4 2 0,-1 0-3 16,0-2-2-16,3 0-15 0,-3 0 5 0,4 1-1 15,-3-2-14-15,2-3-19 0,0 2-43 0,1-5-77 16,3 3-64-16,-3 0-222 0,6-3-456 16,4-3 64-16,0 1 76 0,-1-5 85 0,1-3 34 15</inkml:trace>
  <inkml:trace contextRef="#ctx0" brushRef="#br0" timeOffset="44247.71">12626 2501 757 0,'0'10'300'0,"0"0"-42"0,0 2-15 0,0-3-20 15,0 3-18-15,3 0-23 0,-2 0-8 0,2 4-34 16,3-2-1-16,2-2-6 0,-2 1-26 15,1-1-7-15,0-1-13 0,4-1 67 0,-2-3-29 16,-2 1-2-16,4-1-10 0,-1-1-14 0,-3-4-14 16,3 2 7-16,1-3-15 0,-2 0-3 15,-9-1 18-15,18-2-43 0,-11-2-75 0,-1 0 21 16,1-3 13-16,0-1-6 0,-3-3 1 0,2-4-6 16,-2 0 11-16,-1-2 2 0,0 0-12 15,-3-2 20-15,0 3-6 0,-3-1 17 0,0 5-1 16,3-3 8-16,-4 3-3 0,1 1-2 0,-3-1 7 15,1 2-28-15,-1 3 8 0,2-1-10 0,-6 1 5 16,0 3-1-16,0-2 4 0,-1 6-1 16,0 0-12-16,-5 0 4 0,2 0 1 0,1 5-3 15,-1 0-13-15,-3 2-9 0,3 0-35 0,-6 4-40 16,5-1-82-16,2 2-49 0,-4 1-160 0,7 0-411 16,0 0 36-16,-1-2 93 0,1-1 66 15,0 0 59-15</inkml:trace>
  <inkml:trace contextRef="#ctx0" brushRef="#br0" timeOffset="45794.42">2039 4211 670 0,'-3'5'210'0,"3"-5"0"16,0 0-26-16,0 0-23 0,0 0 1 0,0 0-24 15,30-5-13-15,-20 3-12 0,4-1-5 16,0 0-9-16,6 0-14 0,1-2 2 0,-1 2-23 15,5-4 5-15,2 0-13 0,7 0 67 0,0-1-8 16,0 1-2-16,4-3-29 0,-1 1 6 16,15-2-8-16,3-2-3 0,3 0-17 0,3 1 17 15,1-1-15-15,-1-1-8 0,4-1 8 16,-3 4-10-16,2 1 2 0,4-4 3 0,-2 3-23 16,16-5-13-16,-10 3 21 0,13 1-11 0,0-1-5 15,1 2 3-15,-15 1-8 0,16-2 0 0,-13 5-3 16,15-3 6-16,-17 2-8 0,3-1 0 15,-3 1-3-15,20 0-2 0,0-2-3 0,-2 2 6 16,-12 1-1-16,11-2 5 0,-14 5-2 0,1-4-7 16,16 0 9-16,-17 2-7 0,17-4 7 15,0 3-15-15,-15 2 6 0,18-1-9 0,-6-2 14 16,-14 2-4-16,4-1-4 0,9-1 7 0,-9 1-71 16,13-1-3-16,1 2 0 0,-1-2 3 15,-13 4 10-15,13-5 15 0,-4 1 6 0,-9 5-3 16,-4-2 15-16,17-4 2 0,-3 1 1 0,7 4 0 15,-4-4-10-15,5-1 4 0,-2 1 3 0,-2-3 3 16,2 1 5-16,-17 6 2 0,11-4-2 0,0-5 8 16,-14 9-3-16,14-7 0 0,3 1-10 15,1 2 7-15,2-2 18 0,-2 3-9 0,3-1-4 16,0-2 6-16,-1 0 2 0,-2 1-7 0,2 0-11 16,-6-2 10-16,1 3-2 0,-1-2 0 15,-2 2 0-15,-11-1 13 0,-1 1-8 0,-2 1-10 16,1-1 5-16,15-2 13 0,0 2-8 15,0-2-2-15,0 1-6 0,0 0 1 0,3 0 7 16,-3 0 2-16,-1 1-7 0,-12 0 0 0,-4 1 6 16,-1-3 9-16,2 2-5 0,16-4-12 0,-2 2 4 15,2 0-10-15,0 1 11 0,0-1-6 16,-3-1 1-16,-11 3 2 0,-3 2 2 0,0-5 19 0,3 3-11 16,-3-2-10-16,17 2-2 0,-18-1 7 15,18 0-3-15,-14 0 1 0,14-1 5 0,-16 3-6 16,2-1 6-16,-1-1 5 0,-1 2-6 15,1 0-4-15,-8-2 17 0,6 1-15 0,-1 0 24 16,1 1-29-16,0-3 5 0,0 3-5 0,2 1 7 16,-1-2 11-16,-2 0 0 0,-2-1 3 15,3 2-14-15,-7-2-2 0,0 0 8 0,-1 1-10 16,-2-1-1-16,3 1 6 0,-4 0 10 0,1 0-3 16,0-1 1-16,2 2 12 0,-2-2-5 0,-1 0-10 15,1 1 12-15,-1 0-4 0,-2 1-11 0,-1-1-25 16,-3 1 27-16,-11 0 14 0,-4 2-8 15,2-1 2-15,-4 0-2 0,-1 1-5 0,0-1-3 16,-1 0 11-16,-3 2 7 0,-5 0-20 0,-2-1 5 16,-5 2-8-16,3-2 54 0,-7 3-57 15,0 0-4-15,-6 0 19 0,3 0 12 0,-1-2-27 16,-2 4 3-16,-1-2 16 0,-3 0-16 0,2-1-8 16,-1 3 16-16,-1-1-10 0,-7 1-11 0,13 0-20 15,-13 0-13-15,0 0-44 0,14-2-61 16,-14 2-17-16,6 2-185 0,-5-1-525 0,-1-1 120 15,-1 6 49-15,1-6 62 0,-13 5 63 0</inkml:trace>
  <inkml:trace contextRef="#ctx0" brushRef="#br0" timeOffset="46843.77">2432 4836 622 0,'0'0'212'16,"0"0"-15"-16,0 0-25 0,0 0-24 0,0 0-7 15,14 14-13-15,-3-10-18 0,1 5-3 16,2 0-7-16,0 3-3 0,4-1-20 0,1 1 0 15,-1-1-13-15,1 3 3 0,2-3-14 0,1 5 1 16,2-3-10-16,-1 1-24 0,-2 0 29 0,2-3-6 16,-1 3-12-16,-3-3 5 0,2 4-23 0,0-5-62 15,-5 4-79-15,-1-5-166 0,1-1-413 16,-1 0 72-16,-2-5 88 0</inkml:trace>
  <inkml:trace contextRef="#ctx0" brushRef="#br0" timeOffset="47161.06">2784 4696 701 0,'0'0'276'0,"-10"5"-20"0,3 3-25 0,0-1-16 16,0 3-23-16,-3 2-11 0,3 4-88 15,-4 5-4-15,2-3-10 0,-1 6-4 0,3 0-11 16,-4 2 2-16,1 0 62 0,0 3-2 0,-1-1-11 16,2-6 3-16,2 1-21 0,0-1-2 15,-4 2-11-15,4-5-10 0,1-1 3 0,-1-1-8 16,3-1-13-16,-3-1-2 0,1 0-3 16,3-3-2-16,-1-4-13 0,1 3-11 0,0 1-27 15,-1-4-31-15,3 0-57 0,1-4-17 0,0 2-80 16,0 0-154-16,1-5-432 0,-1-1 82 0,10 0 49 15,-10 0 61-15</inkml:trace>
  <inkml:trace contextRef="#ctx0" brushRef="#br0" timeOffset="47461.23">2989 4870 563 0,'0'14'210'0,"3"-7"-6"16,-2 2-30-16,2 1-15 0,0 6-18 0,0 0 2 15,-1 2-25-15,4 4-3 0,0 0-15 0,1 2-3 16,-3-2-5-16,4 3 13 0,-2-3-25 16,0 1-9-16,1-1-12 0,0 2-2 0,0-5-1 15,0 0-8-15,-1-1 9 0,1-2-14 0,-4-1 6 16,2 0-8-16,1-4-5 0,-2 2-23 0,-1-2 15 15,1-3-5-15,-1 2-3 0,0-3 8 16,0 0-15-16,-2 0 13 0,1-2-11 0,3 1-15 16,-5 0-26-16,3-4-45 0,-3-2-108 0,3 7-369 15,-2-4-130-15,2-2 38 0,-3-1 69 16</inkml:trace>
  <inkml:trace contextRef="#ctx0" brushRef="#br0" timeOffset="48160.66">5854 4261 898 0,'0'0'294'0,"0"0"-30"0,0 0-21 16,0 0-18-16,0 0-17 0,14 9-29 0,-10-3-82 16,2 2-15-16,4 0-18 0,1 0 0 0,-1 2 5 15,3 0-7-15,-2-1-16 0,2 4 2 16,1-4-2-16,0 1-7 0,3 0-11 0,-4 3-8 16,0-4 16-16,5 4 10 0,-5-2-25 0,1 0-6 15,3 2-12-15,-3-4-39 0,-3 1-36 0,3 0-86 16,-1-2-98-16,1 0-326 0,-1-2-111 15,0-2 99-15,-2 0 23 0</inkml:trace>
  <inkml:trace contextRef="#ctx0" brushRef="#br0" timeOffset="48446.86">6271 4253 629 0,'0'0'233'16,"0"0"-23"-16,-10 15-23 0,9-5 59 0,1 0-29 16,-3 2-25-16,3 1 0 0,-3 2-13 0,3 3-28 15,-3-3-7-15,2 5 7 0,-1 0-28 16,1 0-3-16,1 1-15 0,0-2-16 0,-3 4 9 16,3-4-6-16,-3-1 3 0,0 3-8 0,2-3-21 15,1 0 19-15,-4-1-19 0,4-1 1 0,-3 1-21 16,0 0 5-16,2-2-2 0,-2 0-8 15,0 1-6-15,3-4 1 0,-4 1-10 0,4-3-26 16,-3 0-51-16,0 0-54 0,3-2-57 0,-3-1-150 16,6-1-476-16,-3 2 22 0,3-5 98 15,-3-3 74-15,7 4 52 0</inkml:trace>
  <inkml:trace contextRef="#ctx0" brushRef="#br0" timeOffset="48777.75">6435 4478 1023 0,'0'0'297'16,"3"13"-30"-16,-3-7-22 0,1 6-12 0,2 0-28 16,0 5-5-16,0 4-37 0,2 1 1 0,1 0-23 15,-3 1-10-15,1 1-9 0,2 1-1 0,1-3-14 16,-2 1-12-16,1 0 0 0,1 0-3 15,-4-3-21-15,3 1 11 0,1-2-20 0,-2 0-1 16,1-4-25-16,-2 0 20 0,2-4-15 0,-3 3-2 16,1-5-24-16,0-1-25 0,-1 1-18 15,-3-1 0-15,3-1 25 0,-2-2 0 0,2 0 19 16,-3 1 2-16,3-2-3 0,-2 1 16 0,-1-5-16 16,2 5-5-16,-2-5-17 0,4 5-1 0,-4-5-41 15,0 0-40-15,3 3-21 0,-3-3-64 16,0 5-75-16,0-5-176 0,0 0-342 0,0 0 37 15,0 0 100-15,0 0 54 0</inkml:trace>
  <inkml:trace contextRef="#ctx0" brushRef="#br0" timeOffset="53847.32">9782 3950 867 0,'0'0'279'16,"0"0"-33"-16,0 0-21 0,0 0-17 15,0 18-27-15,3-8-17 0,-3 0-13 0,4 3 49 16,-1 3-13-16,4-2-31 0,-1 1-5 0,2 5-13 15,2-2-20-15,0-2-8 0,4 1-8 16,-4 0-12-16,3-1-13 0,2 0-8 0,2-4-23 16,-1 2 13-16,-1-3-16 0,-2-3-68 0,0 1 4 15,2-1 11-15,-2-2-3 0,-2-4 8 0,2-2-5 16,-3 2 5-16,4-4 7 0,-4 1-4 16,1-5 7-16,-1 2-10 0,-4-4 5 0,1-5 0 15,-1 1-3-15,-1-4-2 0,-2 0 7 0,-3-2-4 16,-3-3-3-16,-4-4 2 0,3 0 24 15,-6-4-26-15,0 0-8 0,-4 4 15 0,4 4-2 16,-4 0 5-16,1 3-5 0,0 1 3 0,1-1 5 16,-4 4 2-16,1 6 5 0,2 0-7 15,-4-1 5-15,0 6-6 0,3 2 6 0,-3 1-5 16,3 0 2-16,-2 3 3 0,1 3-3 0,-1-2 0 16,5 4 11-16,1-1-8 0,0 3 0 15,2-2-3-15,2 5-15 0,3-5 25 0,0 3-22 16,2-1-1-16,2 2 0 0,2-1 9 0,3-1-6 15,-2 4 2-15,3-3-2 0,3 2 10 0,0-4 3 16,1 1-3-16,2-2-10 0,0-1-5 16,2 1-15-16,1 0-21 0,2-6 5 0,0 3-51 15,1-4-79-15,2 2-172 0,0-2-458 0,2-1 79 16,-2-1 44-16,0-2 99 0,-2-1 32 0</inkml:trace>
  <inkml:trace contextRef="#ctx0" brushRef="#br0" timeOffset="54309.33">10298 4003 783 0,'-4'6'338'0,"1"-2"-39"0,-3 3-2 0,2 1-23 16,1 0-16-16,-1-1-43 0,0 3-5 0,1 0-7 15,-1 2-22-15,4-1-19 0,-3 3-29 0,0-3 7 16,0 3-104-16,3-3 5 0,-3 3-5 15,3-2 0-15,-1 2-5 0,2-2 4 0,-2 1-6 16,2-3-11-16,2 4 7 0,0-3 1 0,-3-1-3 16,6 0-10-16,-5 0 2 0,5-5 23 0,2 3-27 15,-2-1-9-15,1-1 6 0,0-2 0 16,3 0 4-16,0-4-4 0,-3 0-8 0,-7 0 8 16,21-4 2-16,-11 1-15 0,1 1 12 0,-1-4 6 15,-4-1 5-15,1-3-10 16,0 1 0-16,0-7-11 0,-4 1 6 0,-3-3 7 0,0 0-8 15,0-3 11-15,0 3-5 0,-3 0 2 0,0 0-7 16,0-3 4-16,-2 6-12 0,2 0 5 16,-3-1 26-16,2 1 4 0,-3 1-17 0,1 4 23 15,1 0-18-15,2 1-18 0,-3 2 15 0,2 0-9 16,-2 4 11-16,-1-2-6 0,-1 3 7 0,8 2-3 16,-13 3-13-16,6 2 4 15,-3 0-4-15,0 2-7 0,3 1 8 0,1 5-24 0,1-5-40 16,-2 3-26-16,7-1 2 0,-3 2-27 0,3-2-27 15,0 1-53-15,3 2-125 0,1-5-418 0,3 3 47 16,-3-1 22-16,2-3 57 0,1-1 59 16</inkml:trace>
  <inkml:trace contextRef="#ctx0" brushRef="#br0" timeOffset="54543.25">10845 4070 1164 0,'6'1'348'0,"-6"-1"-38"0,0 0-28 0,18-1-32 16,-11-1-17-16,2 1-28 0,2 0-15 0,3-2-27 15,0 1-14-15,2 0-16 0,-1-1-31 16,1 0-25-16,2 1-77 0,-2-3-64 0,-2 4-136 15,3-2-573-15,-3 2 31 0,-4-4 87 0,0 3 64 16,-2-4 45-16</inkml:trace>
  <inkml:trace contextRef="#ctx0" brushRef="#br0" timeOffset="54728.87">10944 3854 709 0,'-4'9'273'0,"4"-2"-24"0,0 4-16 16,0 0-31-16,1 3-10 0,2 1-23 0,0 5-23 16,5 0 5-16,-2 3-26 0,1-4 59 15,-1 4-22-15,2-3-45 0,2 2-50 0,-3-2-90 16,7 1-79-16,-7-2-267 0,6-2-332 0,1-1 25 16,-4-2 56-16</inkml:trace>
  <inkml:trace contextRef="#ctx0" brushRef="#br0" timeOffset="55245.43">11371 3829 749 0,'-3'21'292'0,"3"-12"-23"16,-3-1-26-16,3 3-33 0,0 3-13 0,3 0-15 15,-3 1-18-15,6 5-13 0,-2-2-18 16,3-2 0-16,0 2-28 0,0 2-5 0,2-5-13 16,2 0-5-16,-1 1-11 0,0-5-1 0,1 3-1 15,2-6-13-15,-1 0-10 0,1 1-8 16,0-5 1-16,1-1 2 0,-1-2 2 0,1-1-7 16,0-4-5-16,0 1 5 0,-1-1-16 15,1-2 1-15,-4-6 7 0,0 0-5 0,1-1-8 16,-7-4-2-16,2-1 7 0,-3-1-4 0,-3-2-11 15,-3-4 0-15,0-2 8 0,-1 2-5 0,-3 0 17 16,0 2-17-16,-2 2 79 0,-1 4-8 16,-1-4-10-16,1 5-2 0,0 3-6 0,-4 1-12 15,3 1 2-15,-6 4 11 0,1 0-96 0,-2 3 19 16,5 4-8-16,-2-3 0 0,-1 6 5 16,2-1 13-16,-3 1 0 0,3 4 2 0,1 0-2 15,2 3 2-15,1-2 6 0,3 5-16 0,-2-4 18 16,4 1-5-16,2 4 5 0,3-3-7 15,-3-1-1-15,6 2 3 0,0-2 11 0,1 1 1 16,3-1 6-16,3 1-10 0,4-2 2 0,-1 0-15 16,5-2 2-16,-1 1 3 0,6-4-28 0,-2 1-15 15,-1-3-47-15,4 0-22 0,-3 1-24 0,2-2-51 16,-2-1-66-16,0-1-157 0,-1 1-348 16,-2-3 44-16,-1 1 90 0,-1 0 50 0</inkml:trace>
  <inkml:trace contextRef="#ctx0" brushRef="#br0" timeOffset="55459.6">11829 3885 693 0,'0'0'261'0,"0"0"-7"0,0 0-9 15,1 15-14-15,-1-11-34 0,0 5-8 16,0-1-17-16,0 5-19 0,0-4-12 0,0 4 2 16,3 1-38-16,-3 2 11 0,3 1 53 15,0-2-11-15,2 3-20 0,-2-1 1 0,0 1-24 16,0-1-13-16,-2-2 1 0,5 0-11 0,-3 1-13 15,1-4-30-15,-1 1-39 0,2-1-46 16,1 1-28-16,-3-5-46 0,1 0-143 0,2 1-551 0,1-5 23 16,0 0 85-16,-3-3 77 0,-4-1 50 15</inkml:trace>
  <inkml:trace contextRef="#ctx0" brushRef="#br0" timeOffset="55693.21">12055 3671 729 0,'4'6'307'16,"0"2"-18"-16,5 0-12 0,-2 3-31 0,4 2-21 16,-1-1-31-16,3 4-7 0,4 0-25 0,4 2-14 15,-1 3-25-15,4-3 10 0,-3 2-36 16,2-4-10-16,1 1-2 0,-2 4-11 0,1-4-10 15,-2-1-3-15,-1 0-7 0,1-4-23 0,-5 3-57 16,-1-2-38-16,1 2-77 0,-2-5-155 16,-4 1-462-16,0 0 31 0,-2-5 92 0,-1-2 67 15</inkml:trace>
  <inkml:trace contextRef="#ctx0" brushRef="#br0" timeOffset="56009.21">12343 3643 1059 0,'-4'-5'300'0,"1"3"-1"16,3 2-30-16,-8-5-28 0,8 5-14 16,-9-2-30-16,9 2-20 0,-10 6-11 0,2 1-12 15,1-3-26-15,1 6-5 0,-1-2-10 0,-4 5-1 16,1-1-4-16,3 2-6 0,-2 1-33 15,-2 1-13-15,4 1 11 0,-3-1-11 0,2 1-2 16,2 0 13-16,-1 0-6 0,-2 3-7 0,5-4-13 16,-4 5-3-16,5-4 11 0,-4 1-3 15,4 0-10-15,0 0-11 0,0 2 1 0,0-2 7 16,2-2-48-16,-3 2-16 0,4-1-2 0,4 1-41 16,-4-1-80-16,0-3-56 0,4-2-230 0,5 2-418 15,1-3 126-15,2-4 41 0,-2 0 74 0,2-6 52 16</inkml:trace>
  <inkml:trace contextRef="#ctx0" brushRef="#br0" timeOffset="56308.97">12691 3771 908 0,'0'6'379'16,"0"1"-26"-16,3-3-28 0,-3 8-15 0,0-2-21 16,0 5-7-16,0-2-47 0,3 5-9 0,-2 1-11 15,2 6-26-15,1-4-28 0,3 4-12 0,-4 0-11 16,1 0-15-16,2-1-5 0,1-1-26 16,-3 1-3-16,2-3-9 0,1 2-4 0,-3 0-6 15,2-6-22-15,-2 0-68 0,3 0-8 16,-1-1 20-16,-2 0-5 0,-1-4-41 0,1 2-40 15,-1-3-91-15,0 1-117 0,1-3-601 0,0 0 94 16,-4-1 92-16,0-4 54 0,0 3 57 0</inkml:trace>
  <inkml:trace contextRef="#ctx0" brushRef="#br0" timeOffset="57809.02">1614 6207 806 0,'0'0'312'0,"0"0"-33"0,0 0-15 0,0 0-26 15,0 0-16-15,0 0-32 0,0 0-6 16,0 0-28-16,0 0-5 0,0 0-20 0,42-3-11 16,-28 2-7-16,9-2 2 0,8 1-20 0,0-3-1 15,4 0-14-15,5 1 2 0,2-2-21 0,16-4 3 16,-7 2-8-16,4-1-15 0,2 0 11 15,-4 1-9-15,1-1-5 0,3-3-9 0,-2 2 1 16,1-1 6-16,5 1-5 0,1-3-11 0,5 3 1 16,-1-5 10-16,1 5-8 0,2-3 7 15,0 1-7-15,13-4 0 0,0 1 16 0,3-2-96 16,1 6 9-16,0-5 15 0,6 2 4 0,-4-2-6 16,4 4 9-16,0-2 0 0,1-1 11 0,-1 2 10 15,0-1-16-15,0 1-4 0,4-1 12 16,1-2 5-16,2 7 3 0,-4-7 3 0,4 7-6 15,-6-7 5-15,5 7 1 0,2-4-3 0,0 1 5 16,5-1-3-16,1 1-4 0,0-2 4 0,-3 3 23 16,3-5-7-16,0 2-13 0,3 2 10 15,0-2-7-15,4 2 12 0,-3-1-7 0,2 1 0 16,-2-4-3-16,3 1 15 0,-1 1-20 16,5 2 3-16,-1-5 12 0,-1 3-7 0,2-3 2 15,-1 6 6-15,-3-4 4 0,-4 0-17 0,1 2-6 16,3-2 18-16,7-1-2 0,2 1 0 15,-2 0 7-15,3-2 4 0,0 4-12 0,0-3-12 0,-3 2-12 16,3-1 29-16,0-2 24 0,0 4-30 16,0-3 12-16,0 2 5 0,7 0-5 0,1 2 8 15,29-3-24-15,-30 2-9 0,-3-1 12 0,-1-1-10 16,0 3 20-16,34-4-9 16,-29 2-9-16,-1 3 14 0,3-3-1 0,-4 3-2 0,-1-3 0 15,5 3-8-15,31-5 2 0,-30 3-12 0,-4 2 8 16,-1 1 4-16,-3-2-4 0,-2 3 5 15,5-2-13-15,-3 2 10 0,5 0-8 0,-4-3 13 16,-1 3 1-16,-3 0-6 0,-3 0 15 0,0 1-17 16,3-2-8-16,-4 2 0 0,-3-1 7 15,1 0 6-15,-5 1-6 0,-3-1 3 0,1-3 11 16,-4 2-9-16,3-1 16 0,-3 1-25 0,1-1-3 16,-2 0 10-16,-6 1-3 0,-3-5 1 0,3 5 5 15,-6-5-3-15,-1 2-13 0,-3 1 8 16,-1-1 0-16,-2 2-5 0,-14 1 15 0,13 0 3 15,-13-3 5-15,-3 3-13 0,-1 1 0 0,-3 0 5 16,0 0-7-16,-1-3 0 0,-5 3-9 16,-1 0-4-16,-3 1 5 0,-11 0 13 0,-3 4 5 15,-6-3-13-15,-5 1 0 0,1 3 0 0,-4-2 2 16,-7 2 26-16,-2-1-35 0,0 1 25 0,-2 2-29 16,-6-2-7-16,4 0 11 0,-4 1 32 15,1-2-22-15,-1 3 35 0,-4-2-33 0,-6 3 11 16,15-1-21-16,-15 1-6 0,9 0-42 0,-9 0-52 15,0 0-49-15,4-4-133 0,-4 4-624 0,0 0 115 16,-18 5 67-16,5-2 71 0,-5 1 72 16</inkml:trace>
  <inkml:trace contextRef="#ctx0" brushRef="#br0" timeOffset="58909.18">2463 6517 931 0,'-6'-1'264'0,"6"1"-39"0,0 0-20 0,0 0-13 15,0 0-23-15,0 0-16 0,0 0 1 0,19 7-16 16,-8-2-7-16,-1 3-11 0,7 2-7 0,3 3-8 16,4 1-13-16,1-1 0 0,5 4-13 15,1-1-4-15,6 6-1 0,4-2-21 0,-5 4 1 16,-3-6-3-16,-5-2-12 0,-2 1 7 0,-1 1-10 16,-1-1-18-16,0 2-36 0,-5-6 8 15,2 1-75-15,-6-3-30 0,-2 2-110 0,-6-4-218 16,6-5-279-16,-3 3 21 0,-3-3 135 0,0-3 10 15</inkml:trace>
  <inkml:trace contextRef="#ctx0" brushRef="#br0" timeOffset="59175.96">2842 6434 683 0,'0'0'238'0,"0"0"-28"16,-7 14-8-16,4-5-10 0,3 2 56 0,-3 3-28 16,0 4-10-16,2-1 5 0,-2 2-33 15,0 4-3-15,-2 0-25 0,2 2-13 0,0 0-8 16,-4 2-18-16,4-2 0 0,-3 0 3 0,2 0-21 16,-4 0-2-16,5 0-18 0,-4-2-13 15,4-2 2-15,0 1-4 0,-3-4-11 0,5 0 0 16,-6-1-18-16,3 1-43 0,1-3-44 0,3-1-46 15,-3-3-109-15,0 3-244 0,3-5-344 0,0-1 63 16,3-1 56-16,-3-6 109 0,0-1 29 16</inkml:trace>
  <inkml:trace contextRef="#ctx0" brushRef="#br0" timeOffset="59628.05">3143 6625 1159 0,'7'-8'310'0,"3"2"-21"16,-2 4-23-16,1 0-15 0,1 2-28 0,1 2-24 16,-1-2-27-16,4 4-62 0,0 4-5 15,3 0-21-15,-1 5-2 0,2-1 3 0,-5 3-19 16,1 2-2-16,-3 6 3 0,-1-4-11 0,0 3-2 15,-6-1-16-15,-1 0 1 0,-3-2-9 0,-3 4-4 16,-1 0-5-16,-6-2 4 0,0 2-2 16,-1 1 8-16,-6-1-8 0,4-4 8 0,-2-2-19 15,-1-1 6-15,1-1-7 0,-1-5 9 16,2 0-2-16,-2-3-5 0,4-3 5 0,-1 0-3 0,-1-3 6 16,4-1-11-16,3 0 5 0,7 0-2 15,-21-1-3-15,15-3 21 0,-1 1-16 0,-1 2 6 16,2-1-8-16,6 2-6 0,-6-6 1 0,5 1 10 15,1 5-11-15,0 0 4 0,0 0-4 16,11-5 4-16,-1 2-4 0,-3 3 1 0,-7 0-3 16,27 4 5-16,-7-1 1 0,-2-2-14 15,3 5 13-15,3 0-5 0,2 2-7 0,-2 0 7 16,4 0 5-16,-4-2 3 0,0 5-16 0,0-3-40 16,-1 1-42-16,1-1-45 0,-3 1-124 0,-1 0-339 15,1 1-196-15,-3-3 44 0,-2 0 95 0,-6-5 79 16</inkml:trace>
  <inkml:trace contextRef="#ctx0" brushRef="#br0" timeOffset="60276.44">6356 6059 583 0,'0'0'261'0,"0"0"-20"0,0 0-16 16,0 0-12-16,0 8-24 0,0-8-28 0,15 12 6 16,-3 0-24-16,0-3 0 0,7 2-17 15,-1 3 7-15,-1-3-13 0,4 3-7 0,6 2-29 16,-3 0 1-16,0-2 4 0,-1 1-20 0,1 2-10 16,1-3-38-16,-1 1 45 0,-1-3-63 15,-2 3-44-15,0-7-115 0,-2 3-144 0,2-3-424 16,-3-2 33-16,-2 2 82 0,-6-7 53 0</inkml:trace>
  <inkml:trace contextRef="#ctx0" brushRef="#br0" timeOffset="60509.71">6790 6044 1108 0,'0'0'312'0,"-3"-6"-30"0,3 6-24 0,0 0-25 16,0 0-28-16,0 0-13 0,-4 13-13 15,1-3-5-15,3 4-20 0,0 2 2 0,-3 0-36 16,3 3 6-16,0 1-6 0,0 1-2 0,0 0-29 16,0 4-9-16,0-2-70 0,0 0 0 15,0-3-2-15,0 5-1 0,0 0 11 0,3-1-5 16,-3-2-8-16,0-1 3 0,3 0-16 0,-3 0-71 16,1 0 0-16,2-2-108 0,4-3-172 15,-3 1-457-15,2 0 91 0,-2-3 60 0,2-5 79 16</inkml:trace>
  <inkml:trace contextRef="#ctx0" brushRef="#br0" timeOffset="60959.27">7081 6309 837 0,'7'-9'268'0,"3"3"-17"0,1 3-15 0,-2-2-34 0,-1 4-26 15,5 0-4-15,-3 1-26 0,2 1-5 16,1 0-21-16,0 5-2 0,1-2-18 0,-4 3-6 16,0 3 3-16,1 2 11 0,-1-2-41 15,-4 3-1-15,-5-1 6 0,1 3 58 0,-5-2-4 16,0 3-21-16,-3 3-11 0,-4 0-17 0,-1-2 3 16,0 0-11-16,-2-1 0 0,-1 1-5 0,4-1-18 15,-4-5 20-15,1-1-9 0,3 3 2 16,-1-5-18-16,4 0-59 0,1-1 7 15,-1-3 1-15,3 2 13 0,0 0-11 0,-2-3 8 0,3 0 20 16,3-3-22-16,-4 6 4 0,4-6 1 0,-3 6 7 16,3-6-20-16,0 0 7 0,13 2 3 15,-6-1 0-15,1 1 3 0,4 0-6 0,3 0 6 16,-2-2-6-16,4 1 3 0,0-1-7 16,1 0 7-16,2-1 5 0,1 1-10 0,2 0 7 15,-2-2 1-15,2-2 10 0,-1 2-11 0,-1-2 9 16,1 2-6-16,-4 0 5 0,-1-3-8 15,0 4 11-15,-4-1-5 0,-2 1-11 0,2-1 6 16,-2-2-36-16,-4 3 12 0,0 0-48 0,-7 1-49 16,13 0-38-16,-13 0-87 0,11 2-223 0,-8 2-356 15,0-2 96-15,-3-2 50 0,7 3 69 0</inkml:trace>
  <inkml:trace contextRef="#ctx0" brushRef="#br0" timeOffset="62125.16">10264 5597 734 0,'-4'-4'254'16,"4"4"-32"-16,0 0-20 0,-6 10-12 15,3-2-24-15,2 6 1 0,-2-3 48 0,3 4-39 16,0 4 1-16,0 2-29 0,3-2-2 0,-2 5-23 16,5-1-3-16,0-2-20 0,1 1-5 0,4-1-13 15,-1-1-5-15,0-2-6 0,4-1-12 0,-1-1 0 16,2-4-15-16,1 1 4 0,2-4-2 15,-2-1 3-15,2-4-8 0,-1 0-5 0,0-3 0 16,0-1-8-16,3-2 5 0,-2-3-15 16,-2-2 10-16,-2-1-7 0,0-2-9 0,-3-1 1 15,-4-4-5-15,2 0 2 0,-6-4-7 0,-3 2 9 16,0-6-1-16,-6 0-4 0,-1-2-2 16,-3-2 8-16,-4 0-13 0,1 2 8 0,-1 1-6 15,1 5 9-15,-2 0 9 0,2 6 6 0,-1-3-21 16,0 7 13-16,1 0-13 0,-4 2 8 15,4 6 0-15,-1 0-6 0,3 2 3 0,-3 0-4 16,1 6-9-16,0 0 13 0,2-1 0 0,1 6 1 16,-1-2 12-16,4 1-5 0,1 3 20 0,3-3-2 15,-1 2-85-15,4-2 21 0,3 1 20 16,-3-1-33-16,7 0 24 0,-3 2-12 0,6-2 14 16,3-1-3-16,2 0-5 0,4-1-5 0,2-3-13 15,3 1-15-15,3-2-8 0,0 2-26 0,1-5-40 16,-4-1-11-16,7 0-41 0,-7-1-61 15,0 0-80-15,-1-1-4 0,-2 0-270 0,0-4-27 16,-5 4 40-16,5-1 47 0,-7 1 485 16,-3-3 104-16,-1 0 35 0,-1 4 48 0,-1-6 16 0,-1 5 92 15,-1 0 19-15,-6 1-93 0,7-5-16 16,-7 5-17-16,6-1-6 0,-6 1-20 0,0 0 0 16,0 0-15-16,5 13 0 0,-5-8 2 15,0 3-12-15,-4 5 7 0,4-2-3 0,-1 3-9 16,1 3-14-16,0-1 14 0,5 1-4 0,-5 0-4 15,6 0 5-15,-2-1-6 0,-1 2-7 16,4-2 3-16,-1 0 2 0,2-4-23 0,-1 1 8 16,2-1-8-16,2 0-10 0,-1-3 2 0,-3-2-4 15,3-3-6-15,1 1 0 0,2-4 0 0,-2-1-2 16,2 0 7-16,0-4-13 0,-2 2 3 16,2-5-2-16,-6 1-3 0,4-4 0 0,-1 0 0 15,-4-2-6-15,-5-4 1 0,2 0-3 16,-3-5 67-16,-3 3-2 0,-1-2-14 0,-2-2-7 15,-1 3 2-15,0-2-2 0,-4 6 10 0,1-1-13 16,-4 1-23-16,1 5 13 0,0-2-10 0,-1 3-1 16,0 2 4-16,-3 3-9 0,4-1-9 15,-1 2 4-15,3 3-17 0,-3 0-1 0,5 0-50 16,9 0-19-16,-14 4-79 0,7 0-25 0,6-1-26 16,1-3-75-16,5 8-511 0,1-2 18 0,1-3 107 15,3 2 38-15,4-4 73 0</inkml:trace>
  <inkml:trace contextRef="#ctx0" brushRef="#br0" timeOffset="62325.12">11306 5786 826 0,'0'0'341'0,"7"0"-26"0,-7 0-44 16,11-2-10-16,-5-3-31 0,1 2-20 15,3 2-18-15,4-4-18 0,-1 2-18 0,5-3-28 16,-2 4-23-16,5-4-46 0,-3 3-49 0,-1-1-76 16,3 1-83-16,-3 1-214 0,0-3-359 0,1 3 39 15,-5-4 66-15,-3 3 69 0</inkml:trace>
  <inkml:trace contextRef="#ctx0" brushRef="#br0" timeOffset="62525.39">11368 5610 826 0,'0'0'269'16,"-7"7"-85"-16,7 1 3 0,0-1-15 0,0 3 63 15,3 1-20-15,1 3-2 0,2 3-29 0,2 2-18 16,2-1-20-16,3 3 0 0,1 3-31 0,0-2-15 16,3 1-10-16,0 0-39 0,1-3-10 15,2 2-39-15,0-2-45 0,1 0-57 0,-5-7-74 16,5 1-305-16,0-3-245 0,-4 1 74 15,3-7 48-15,-2-1 57 0</inkml:trace>
  <inkml:trace contextRef="#ctx0" brushRef="#br0" timeOffset="62975.04">11878 5559 872 0,'0'0'256'16,"0"0"-38"-16,0 0-11 0,0 0-7 0,0 0-29 15,-4 19 1-15,4-9-26 0,0 3-13 16,0-3-20-16,0 4 76 0,0-3-10 0,4 3-20 0,-4-1-26 16,3-1-10-16,1-1-13 0,2 3-13 15,-3-4-10-15,1-2 5 0,3 2-20 0,0-2 2 16,-1 1-7-16,1-3-6 0,0-3-7 0,3 2-11 16,-3-5-73-16,3 0 14 0,-10 0 14 15,18-6-6-15,-8 1 0 0,0-1 3 0,0-2 3 16,0-1-3-16,-3-5 5 0,0 0 2 15,-3-1-15-15,-1-4 1 0,-3-1 9 0,-6-3-10 16,2-2 6-16,-3-3-4 0,-3-3-1 0,3 11 6 16,-4-4 17-16,1 4-4 0,-3 2 1 15,2 0-3-15,-2 8 3 0,-1 0-6 0,1 1-2 16,-1 3 21-16,0 2-11 0,1 3-7 0,-1 1 2 16,3 4 0-16,-3-1 13 0,1 5-13 0,3 1 3 15,-1 0-1-15,5 3 14 0,2-2-24 0,-2 2 13 16,6 1 8-16,-3 2-7 0,6-3 27 15,0 2-25-15,1 3 2 0,2-5 1 0,5 2-4 16,-1 1 4-16,3-4-11 0,1 4-21 0,0-5-4 16,6 0-41-16,-3-2-14 0,4 1 11 15,-1-4-76-15,0 2-27 0,1-4-35 0,3-2-51 16,-3 2-93-16,-1-3-120 0,1-4-230 0,-4 2 69 16,0-2 51-16</inkml:trace>
  <inkml:trace contextRef="#ctx0" brushRef="#br0" timeOffset="63158.74">12229 5585 813 0,'0'0'203'0,"4"-3"-16"15,-4 3-24-15,0 0-17 0,0 0 0 0,0 0-2 16,0 0-6-16,0 0-8 0,11 13-4 16,-11-5 12-16,3 0-18 0,0 3 11 0,1 1-16 15,-1 1-10-15,3 1 64 0,-2 3-13 0,3-2-23 16,-3 1-2-16,2 0-32 0,-2 0-1 16,2-3 4-16,1 4-23 0,1-2-2 0,1 0-20 15,-2 1-50-15,0-4-35 0,3 2-74 0,0 0-67 16,-3-3-151-16,7 0-486 0,-4-4 84 0,4-1 66 15,-4-2 63-15</inkml:trace>
  <inkml:trace contextRef="#ctx0" brushRef="#br0" timeOffset="63375.18">12674 5434 926 0,'14'13'259'0,"-1"1"4"0,1 0-22 16,-1-3-24-16,1 3-27 0,3 2-13 0,0-3-26 15,0 5 61-15,7 1-20 0,0-1-18 0,-3-1-13 16,2 0-30-16,-2 1-60 0,3-3-27 16,-7 1-62-16,1-4-100 0,2 2-271 0,-6-3-361 0,0 1 36 15,-1-7 95-15,-6 0 45 0</inkml:trace>
  <inkml:trace contextRef="#ctx0" brushRef="#br0" timeOffset="63658.35">12944 5267 1046 0,'-14'3'318'0,"8"3"-6"15,2 3-51-15,-3 1-10 0,-3 4-33 0,4 2 22 16,-1 4-43-16,-1 2-2 0,2 3-16 0,-1-4-23 16,0 4 5-16,0 3-10 0,0 1 11 15,1-3-37-15,-1 4 6 0,3-3-24 0,-6 4-12 16,6-4-8-16,-2 0 8 0,2 2-6 0,-2-4-30 16,3 1 13-16,2 2-11 0,-3-1-7 15,4-2-51-15,-3 2-55 0,3-7-35 0,3 1-92 16,-3-2-305-16,4 5-373 0,3-8 43 15,-3-3 107-15,2-1 60 0,1-5 66 0</inkml:trace>
  <inkml:trace contextRef="#ctx0" brushRef="#br0" timeOffset="64158.48">13142 5592 1034 0,'7'-8'389'0,"0"2"-46"0,0 0-34 0,3 2-30 16,-3 3-20-16,3 0-31 0,1 1-21 0,-1 1-25 15,3 0-6-15,1 3-7 0,-1 2-23 16,1 2-13-16,-3 1-12 0,3 5-1 0,-4-2-20 16,-4 3-8-16,-2 2-2 0,-1 2-21 0,-3 1-3 15,-4 5-7-15,-2-1 0 0,-4-2-16 0,-1 3 1 16,-2 0-6-16,-4-2 11 0,6 0-18 15,-2-7-3-15,2 1 3 0,1-5 12 0,-1 1-17 16,1-2 7-16,1-1-7 0,2 0 7 16,0-4-20-16,3 1 10 0,-3 0 7 0,4 0 11 15,-3-4-33-15,5 3-16 0,-5-4 24 0,6-2-57 16,-5 6 5-16,5-6 13 0,0 0 8 0,0 0-11 16,0 0 11-16,0 0-6 0,0 0 11 0,0 0 5 15,25-7-11-15,-19 4 6 0,5-1-5 16,-1 2 2-16,3 1 8 0,-2-3-5 15,-1 1 2-15,4 2 0 0,-3 0 3 0,2-2-15 0,1 3 12 16,-1-2-5-16,1 2 8 0,-1 0 3 16,-1 0-1-16,1 0 3 0,0 2 3 0,1-2-3 15,-1 0-6-15,-1 3 4 0,0-3 7 0,-2 1 0 16,1-1-10-16,-1 0 2 0,0 0 1 16,-2 0 4-16,-8 0 6 0,16 0 7 0,-9 1-15 15,-7-1-12-15,14 2-9 0,-10-1-50 16,2 3-47-16,-3-3-102 0,-3 2-128 0,0 4-553 0,-3 0 112 15,-3 0 78-15,-4 2 53 0,-5-5 61 16</inkml:trace>
  <inkml:trace contextRef="#ctx0" brushRef="#br0" timeOffset="83723.28">7235 9701 616 0,'0'0'241'0,"-7"-1"-23"0,7 1-11 0,-7-6-28 16,7 6-15-16,0 0-16 0,0 0-17 0,0 0-11 16,-4 14 16-16,8 0-23 0,0 4 7 15,3 3 0-15,0 11-12 0,3-1 9 0,7 13 55 16,-4 1 10-16,1 1-13 0,0 4-98 16,3 2-4-16,-4 2-8 0,1-1 2 0,0-3-7 15,3 4 5-15,-4-1-11 0,2-4 6 0,-2-4-10 16,0 4 4-16,2-4-25 0,-2-3 16 15,1-6-1-15,-4-8-17 0,0 4 9 0,1-3-4 16,-1-1 5-16,0-2-21 0,0-2-28 0,-3 0-33 16,0-5-64-16,-1-1-11 0,2-1-76 0,-4-4-5 15,2-7-264-15,0-3-310 0,-2-3 95 0,-4 0 64 16,7-9 48-16</inkml:trace>
  <inkml:trace contextRef="#ctx0" brushRef="#br0" timeOffset="83989.43">7498 9718 726 0,'7'26'369'15,"0"5"-41"-15,-1-5-34 0,1 8-30 16,7 12-19-16,-4-1-19 0,4 5-83 0,3 0-23 15,-2 0-10-15,4 0-10 0,-1 0-15 0,-1 0 25 16,3 0-39-16,4-4-1 0,-7 0-1 16,4-5-18-16,-3 1 10 0,1 0-4 0,-2-3-14 15,0-8-4-15,-6-4-11 0,-1-8-26 0,0 3-30 16,-2-6-21-16,-2 0-15 0,1-3-23 0,-4-6-130 16,-3 3-582-16,0-9 103 0,0-1 25 0,0 0 93 15</inkml:trace>
  <inkml:trace contextRef="#ctx0" brushRef="#br0" timeOffset="84423.29">7156 9583 560 0,'-6'20'228'16,"5"3"-28"-16,-5 2-8 0,3 0-21 15,2 2-20-15,-5 5 0 0,2 1-28 0,0 0-5 16,4-3-6-16,-6 0-12 0,3-1 3 0,2-3-22 16,-2-1 4-16,0-7-21 0,0 1 0 15,2 2-10-15,-2-7 10 0,3-1 0 0,0-1 5 16,-4-1 31-16,1-3 66 0,2-2-33 0,-2-1-15 16,3-5 0-16,-10-2-11 0,10 2-25 0,-14-15 0 15,7 4-13-15,-3-11-5 0,-2-3-3 16,3-7-4-16,0-3-11 0,2 2-5 15,1-2-8-15,4-1-5 0,-1-1-2 0,3 3-8 0,5-1 5 16,1 2 5-16,1 1-3 0,0 5-9 16,4-4 2-16,1 6 7 0,5 4-9 0,4 0-1 15,0 3 8-15,6 3-5 0,1 4 8 16,2 4-6-16,-3 1-10 0,3 5 11 0,2 5-6 16,6 2 3-16,-1 3-5 0,11 7 0 0,0 5-1 15,3-2-9-15,-6 6 0 0,3 0-6 16,-1 7-46-16,8 6-45 0,-4 2-60 0,-10-2-71 15,0-3-602-15,-2 5 34 0,-2-5 91 0,-6-3 78 16,-1-2 53-16</inkml:trace>
  <inkml:trace contextRef="#ctx0" brushRef="#br0" timeOffset="85256.69">6630 11476 442 0,'0'0'133'16,"-7"-3"-15"-16,7 3-15 0,0 0 9 0,0 0 1 16,0 0-11-16,0 0 19 0,0 0-6 0,0 0 59 15,0 0 7-15,-6-2-17 0,6 2-2 16,0 0-14-16,0 0 3 0,0 0-18 0,0 0-69 15,0 0-5-15,0 0-5 0,0 0 0 16,0 0-11-16,0 0 3 0,0 0-23 0,0 0 18 0,0 0-8 16,0 0-10-16,0 0-2 0,0 0 2 15,0 0-10-15,0 0-8 0,0 0-8 0,0 0-12 16,-4-3-13-16,4 3-36 0,0 0-16 16,0 0-42-16,0 0-73 0,-3 7-250 0,3-7-216 15,0 0 32-15,-3 6 78 0</inkml:trace>
  <inkml:trace contextRef="#ctx0" brushRef="#br0" timeOffset="86808.81">6589 11466 340 0,'0'0'164'0,"0"0"-16"0,0 0 11 0,0 0-11 16,0 0 9-16,-6-5-14 0,6 5 67 15,0 0-13-15,0 0-13 0,0 0-20 0,0 0 5 16,0 0-26-16,0 0-12 0,0 0-11 0,-4-3-18 16,4 3 1-16,0 0-11 0,0 0-8 0,0 0-9 15,0 0-4-15,0 0-7 0,0 0 0 16,-3-3-7-16,3 3-16 0,0 0 18 0,0 0-24 15,0 0-6-15,0 0 11 0,0 0-11 0,0 0-4 16,0 0-7-16,0 0 13 0,-8-4-21 16,8 4 3-16,0 0 10 0,0 0-5 0,0 0 10 15,0 0-5-15,0 0 3 0,0 0-19 16,0 0 11-16,0 0-2 0,0 0-4 0,0 0 1 16,-3-3 0-16,3 3 2 0,0 0 6 0,0 0-8 15,0 0-72-15,0 0 8 0,0 0 10 0,0 0 28 16,0 0-5-16,0 0 5 0,0 0 0 15,0 0-5-15,0 0 11 0,0 0 22 0,0 0-12 16,0 0 2-16,0 0-8 0,0 0-2 0,0 0 13 16,0 0-1-16,0 0-19 0,0 0 30 15,0 0-16-15,0 0-2 0,0 0 3 0,0 0 9 16,0 0-12-16,0 0-7 0,0 0-1 0,0 0 11 16,0 0-8-16,0 0-3 0,0 0-10 0,-3 10 18 15,2-3-3-15,1-1 3 0,0-6-5 16,1 10 3-16,-1-5-1 0,0 2 3 0,0-7-2 15,0 8-1-15,0-4 8 0,0-4-7 0,0 6 14 16,0-6-9-16,0 7-1 0,0-7 4 16,0 7-9-16,0-7 18 0,0 5-4 0,0-5-4 15,0 0-7-15,0 4 26 0,0-4-16 16,-4 7 3-16,4-7-13 0,-3 9 8 0,-3-8-6 16,2 6 1-16,-4 1 4 0,2-2-1 0,-1 3-1 15,1-1-5-15,-2 1 5 0,-2 1 0 0,3 4-5 16,-4-2 13-16,2 5-24 0,-1 0 6 0,3 4 5 15,-4-2 3-15,5-1 20 0,-1 6-23 16,3-3-3-16,1-1 9 0,3-2-12 0,0 4 6 16,0-2 11-16,4 2 4 0,2-2-23 15,1 1 13-15,4-2-2 0,-2-1 0 0,5-3-3 16,0 2 7-16,3-7 3 0,3 3-10 0,-2-4 3 16,-1-3 2-16,3-1-7 0,-3-5-9 15,1 0 73-15,1 0-11 0,-1 0-8 0,-1-3 1 16,-4 1 2-16,2-3-18 0,-5 0 11 0,-3 0-11 15,2-1-15-15,-6-3 2 0,2 1 8 0,-5 1-8 16,0-3-2-16,-3 2 2 0,-2-2-9 16,2 2 12-16,-4-2 2 0,-2 2 0 0,2 1-7 15,-4-2 8-15,1 1-11 0,-1 1 5 0,1 0 6 16,0 4 10-16,-1-3-8 0,2-1-5 16,2 4 7-16,0-3-12 0,-3 5 0 0,6-6 0 15,-3 6 2-15,4-3-20 0,0-1 2 0,3 5 6 16,-4-8-3-16,5 1-16 0,2 3 27 0,4-3 1 15,2 0-14-15,2 0 2 0,-1-2 5 16,5 3 0-16,1 3-5 0,2-4-2 0,1 6 2 16,2-1-13-16,-3 1 10 0,2 2 1 15,1 2 4-15,-2 4-9 0,5 1 4 0,-3 1-2 16,0 2 5-16,-5 3-10 0,-1 1-6 0,1 1 19 16,-2 1 2-16,-3 1-5 0,-1 5 13 0,0-4-11 15,-3 6-2-15,-1-3 11 0,1-1-4 16,-4 1-2-16,1-4 0 0,3-1-28 0,-6 0-28 15,5-2-31-15,-3-4-48 0,0 2-39 0,4-5-77 16,-4-3-238-16,5 1-335 0,-4-6 79 16,2-2 93-16,1-4 50 0,-1-3 75 0</inkml:trace>
  <inkml:trace contextRef="#ctx0" brushRef="#br0" timeOffset="87006.22">7072 11633 813 0,'3'10'256'0,"3"2"54"0,-3 1-44 16,4 2-15-16,-4 2-18 0,5 1-26 0,-1 3-17 15,2-2-29-15,-2-1-10 0,4 6-31 0,-4-6-22 16,0 3-39-16,2-2-64 0,2-2-49 16,-4-3-82-16,0-2-235 0,3-4-353 0,-3-1 76 15,-1-2 39-15,-2-4 58 0</inkml:trace>
  <inkml:trace contextRef="#ctx0" brushRef="#br0" timeOffset="87123.28">7023 11546 194 0,'7'-7'-64'15</inkml:trace>
  <inkml:trace contextRef="#ctx0" brushRef="#br0" timeOffset="87888.93">7207 11608 537 0,'10'15'284'0,"1"-4"-33"0,-1 2-28 0,-3-2-1 15,4-1-27-15,-1 3-8 0,0-1-23 16,1 0-16-16,-1-1-7 0,3-1-18 0,-2 0-8 16,-1 1-10-16,3 0 0 0,-2-2-92 15,-4-1 17-15,2-2-19 0,-1-1 14 0,2 1-9 16,-4-2 9-16,1-2-7 0,-7-2 15 0,11-1-15 15,-11 1 3-15,10-6-1 0,-6-2-2 0,-1 1-5 16,0-1-13-16,0-1 18 0,-2 1-5 16,2-2 7-16,-2-1-5 0,2-1-4 0,-3 2 1 15,3 2 4-15,0-2-11 0,-3 1-13 0,4 0 13 16,-1 1-2-16,0 0 12 0,1-1-12 16,3 2 5-16,0-2 2 0,-1 0 3 0,4-2-16 15,1 1 8-15,-1 2 5 0,0-2-25 0,-2 3 23 16,2-1-6-16,0-2-4 0,-3 2 4 15,0 1-4-15,0-3 12 0,-1 2-10 0,-2 1 3 0,-1-2 4 16,0 1 3-16,1 5 1 0,-4-2-1 16,0-2 5-16,0 7-10 0,-4-6 11 0,4 6-1 15,-7-4-2-15,7 4 5 0,0 0-5 16,-12 10-3-16,8-3-8 0,-3 1 11 0,6 2 0 16,-5 1 7-16,3 0-12 0,2 2-8 0,1-1 21 15,0 1-9-15,0-1 17 0,4 1 58 16,-1-1-16-16,0 1 6 0,5-1-21 0,2-2 6 15,0-2-1-15,1 2-15 0,-1-3 0 0,7 0-12 16,-4-6-9-16,1 3-22 0,6-4-19 0,1-4-4 16,-1 1-26-16,1-2-10 0,0 1-6 15,-1-4-2-15,0-2-13 0,-2-2-5 0,-4 3-10 16,3-5 5-16,-7 3-2 0,0-3 7 0,0 3-3 16,-3-3 55-16,0 4 42 0,-1 2-1 15,-2 1-9-15,3 2 6 0,-3 0 0 0,-1 2 2 16,-3 3 18-16,0 0 5 0,0 0-7 0,16 8-6 15,-11-3 8-15,-2 2 3 0,0 1-3 16,1 2-10-16,-1 0 5 0,0-1 5 0,-2 1-7 16,2-3-3-16,0 1 18 0,-3-4-16 0,3 5 13 15,-3-5 21-15,4 0 23 0,-4 3-16 0,0-7-7 16,0 3-8-16,0-3 13 0,0 0-13 0,0 0 8 16,0 0-11-16,0 0-7 0,-13-18-10 15,12 9-8-15,-2 0 2 0,0-7-12 0,3 0 2 16,-4-1-12-16,4-1 7 0,0-4 5 0,0 4-13 15,0 0 1-15,1 1 2 0,2 2 8 16,0 2-14-16,1 1-4 0,2 2 5 0,2 3-5 16,1 0-11-16,-2 6 14 0,3-1 2 15,1 2-1-15,2 2 9 0,1 2-6 0,0 0 1 16,3 3-1-16,0 3 11 0,0-2-13 0,3 2 2 16,-2 1-38-16,2-2-25 0,0 1-37 0,1-1-55 15,-3-1-80-15,-2-2-435 0,2-2-93 16,-1 1 85-16,0-3 54 0,-4-2 72 0</inkml:trace>
  <inkml:trace contextRef="#ctx0" brushRef="#br0" timeOffset="88139.33">8540 11026 1034 0,'12'25'325'0,"-2"-4"-26"16,-1 0-25-16,2 0-13 0,-1-2-25 0,0 7-29 15,4 1-28-15,-3 2-15 0,3-1-10 0,-1-3-21 16,0 0-26-16,1 0-51 0,0 1-61 16,3-2-33-16,-4-3-100 0,-2-4-320 0,2-5-287 15,-3 0 66-15,1-8 70 0,-4 1 46 0</inkml:trace>
  <inkml:trace contextRef="#ctx0" brushRef="#br0" timeOffset="88412.89">8825 11141 680 0,'0'10'264'0,"3"5"-26"0,-3 1-15 15,4 0-26-15,-1 1-15 0,1-1-31 16,2 0 0-16,0 1-13 0,2-5-15 0,2 3-3 15,-3-5-25-15,4 3-6 0,2-4 16 0,-3-2-28 16,1-4 13-16,2-2-8 0,1-1-29 16,-1-1-1-16,-2-6-1 0,3-1 0 0,-1-1-18 15,-2 0 6-15,-2-7 7 0,-2 1 10 16,0-3-23-16,-4 3 18 0,1-3-4 0,-8 1-9 16,1-1 64-16,-3 1-2 0,-1 2-15 0,-3-3-11 15,-5 3-15-15,2 5-36 0,-8 2-18 0,0 1-59 16,2 4-43-16,-2-1-77 0,-3 4-246 15,-1 0-361-15,2 3 44 0,-1-2 69 0,-3-1 72 16</inkml:trace>
  <inkml:trace contextRef="#ctx0" brushRef="#br0" timeOffset="88606.21">8452 11156 949 0,'-14'-1'382'0,"14"1"-32"15,-3-4-35-15,3 4-46 0,0-8-23 0,0 8-14 0,7-13-19 16,-1 2-19-16,8 1-30 0,0-1-84 0,6-4-24 16,1 4-23-16,6-4-35 0,-3 1-75 15,7 1-46-15,-3-1-112 0,6 4-536 0,-1-3 72 16,1 3 57-16,-3 3 76 0</inkml:trace>
  <inkml:trace contextRef="#ctx0" brushRef="#br0" timeOffset="89288.78">9533 10790 1144 0,'3'7'332'0,"-3"2"-45"0,3 1-16 16,1 0-22-16,-1 5-93 0,1-1-8 15,2-1-22-15,0 2-8 0,5 2 4 0,-1-1-19 16,1-1-6-16,2-3-7 0,-2 3-3 0,3-1-13 16,-1-4-15-16,-2 1-3 0,2-3-7 0,0-1-3 15,-2-4 8-15,2 2-14 0,2-3-6 16,-2-2 4-16,1-2-5 0,0-5 6 0,3 4-16 16,-4-6 2-16,0-2-7 0,-2 1-2 0,-1-2-1 15,-3-1-5-15,-1-2-5 0,2 1 1 0,-5 1 14 16,-2 3-20-16,2 0 15 0,0-3-2 15,0 6-8-15,-3 3 3 0,0-3-3 0,0 7 5 16,0 0 3-16,-6-2-5 0,6 2 0 16,0 0 7-16,-7 12-7 0,4-6 7 0,0 0-15 15,3 0 15-15,0 1-15 0,3 1 8 0,-3-1-11 16,3 1 6-16,0 0 10 0,4-2-8 16,-3-3-3-16,5 4-4 0,-1-4 7 0,2 1-8 15,0-2 14-15,4-4-4 0,-4-1 1 0,7 2-5 16,-4-3 7-16,2-3-5 0,-2 1 0 0,0-2-5 15,1-2 5-15,-4 3-2 0,2-4-6 0,-3 1 1 16,-2-4-14-16,-1-1-7 0,-1 0 0 16,-2-2-18-16,0 5 8 0,-3-2 10 0,0-3-3 15,0 6 11-15,0-3 0 0,0 6 4 0,0-2-4 16,0 3-8-16,0-1 5 0,0 3 3 16,0 0 2-16,0 5 0 0,0 0 16 0,0 0 4 15,14 10 6-15,-8-3 5 0,2 2 0 0,2 4-5 16,0-2 17-16,1 7-22 0,2-1 13 15,-3-1-16-15,1 6 8 0,-1-2 20 0,-1-3-15 16,-1 1-5-16,-5-3 20 0,4 2 0 0,-4-1-5 16,-3 0-17-16,0-5 17 0,0 3 10 0,-3-6 13 15,0 2-10-15,-1-2 5 0,-6-2-5 0,3-4-23 16,0 3 28-16,-3-5-23 0,-4-3 11 16,4 0-11-16,-4 1 7 0,1-4-19 0,0-1-1 15,-2 0-13-15,2 1-61 0,-4 0 28 0,4-2-40 16,-2 0-93-16,2 1-82 0,-5 6-248 15,2 0-315-15,-2-1 61 0,-2 2 67 0,-3 2 74 16,-2 0 42-16</inkml:trace>
  <inkml:trace contextRef="#ctx0" brushRef="#br0" timeOffset="89888.9">6456 12940 1005 0,'0'0'295'0,"0"0"-29"0,0 0-30 15,0 0-11-15,3 15-33 0,4-8-11 16,-3 3-6-16,5 1-14 0,2 3-118 0,-4 1 16 16,6 0-5-16,-2 5-39 0,2-1-22 0,1-2-39 15,-3 2-65-15,2 0-75 0,1-1-175 0,2-2-348 16,2-5 82-16,-5-1 63 0</inkml:trace>
  <inkml:trace contextRef="#ctx0" brushRef="#br0" timeOffset="90239.63">6784 13062 650 0,'6'13'192'15,"-1"-5"-21"-15,1 2-7 0,-3-1-26 16,-2-2-10-16,2 0-18 0,0-1-20 0,-3-2 15 16,3 3 66-16,-3-7 29 0,0 6-23 0,0-6-9 15,0 0-11-15,0 0-27 0,0 0-20 0,0 0 18 16,0 0-23-16,-13-23-25 0,7 13 4 16,1-5-5-16,-1-1-15 0,2-3 0 0,-3-4-12 15,4 4-1-15,-3-4-10 0,6 4 18 0,-3-1-21 16,3 7 13-16,0-3-23 0,3 2 0 15,0 5-5-15,1 0 3 0,2 1-3 0,4 5 5 16,-2-1 0-16,5 4-2 0,0 0 0 0,1 4-3 16,0-1 10-16,3 5-10 0,1-1-3 15,2 3-4-15,0-2-1 0,-3 6-28 0,3-3-48 16,-6 0-47-16,0 3-86 0,-4-4-605 0,-2 3 21 16,-2-4 79-16,-3-1 90 0,-3-2 49 15</inkml:trace>
  <inkml:trace contextRef="#ctx0" brushRef="#br0" timeOffset="90388.95">6380 12722 596 0,'0'0'148'0,"28"5"-61"16,-14 1-156-16,3 0-335 0</inkml:trace>
  <inkml:trace contextRef="#ctx0" brushRef="#br0" timeOffset="91355.55">7693 12443 724 0,'-6'-2'294'0,"6"2"-15"16,-14 6-43-16,10-2-21 0,-3 3-13 16,1 1-25-16,-2 3-14 0,2 3-9 0,2 3-21 15,-2 0-23-15,2-1-5 0,1 2-5 16,-1 3-5-16,1-3-19 0,3 0-6 0,-1-1-4 15,2 1-2-15,2-3-8 0,-3 2-7 0,4-7-3 16,-1 3-2-16,4-3 2 0,-3-1-13 16,5-3-10-16,-1 0-2 0,2-3 2 0,-3-2 0 15,2-2 2-15,3-5-4 0,-3 5 7 0,1-6-15 16,1-3 2-16,-4 0-7 0,0-5-8 0,-1 1 0 16,-1-1 10-16,-3-1-13 0,-1 0 1 0,2 2 9 15,-3-1-12-15,0 5 8 0,0-1 10 16,0 2-3-16,0 2-15 0,0-1-3 0,0 3 6 15,0 5 2-15,0 0 7 0,0 0-2 0,0 0-5 16,6 14 8-16,-5-7-3 0,2 1-2 0,3-1-3 16,-2 2 2-16,3 0-2 0,0 1 8 15,-1-3-11-15,1 1 14 0,4-1-6 0,-4-3-3 16,2 5-2-16,-1-7 11 0,5 4-4 16,-3-6-7-16,2 0 3 0,0 0-11 0,-1-6 6 15,6 2-9-15,-4-3 4 0,-2-3-9 0,2 0-9 16,-3-3-11-16,4-4 0 0,-4 1-13 15,1-3 1-15,-1 2-1 0,-3-4 11 0,0 4-1 16,3 0 1-16,-6 4 10 0,3 0-6 0,-1 1 6 16,-2 3-15-16,3-1 10 0,-4 1 2 15,1 5 3-15,-1-2 0 0,3 3 7 0,-2-1 8 0,-1 0-5 16,1 0 0-16,0 2 3 0,-1 1 12 0,-3 1-2 16,7-3 0-16,-4 0 0 0,-3 3 3 15,3-1 9-15,-3 1-2 0,0 0-5 0,0-6 11 16,0 6-4-16,0 0 4 0,-7-4-9 15,7 4 13-15,-9-2 6 0,4-1-3 0,-4 3 2 16,9 0 1-16,-14 3-6 0,6-1 11 0,-1 1-3 16,2 2 5-16,-3 3 3 0,2 0-6 15,2 3 9-15,-1-1-6 0,1 5 2 0,2-1 4 0,4-2-11 16,0 4 5-16,0-1-8 0,1 0 14 16,5-2-11-16,-2 2 0 0,5-1 13 0,2-3-24 15,-1 2 14-15,3-4-6 0,2 0-9 0,1-7 1 16,2 4 1-16,2-3 10 0,0-5-5 15,4-3-2-15,0 1-11 0,1-4-10 0,1-2-13 16,-1-3-5-16,-2-2-11 0,2-1 1 0,-6 4-3 16,-4-5-10-16,-2 2 23 0,-2-4-8 15,-5 1-20-15,-5-2-15 0,-1 2 7 0,-1-7 2 16,-5 0 1-16,-5-7 5 0,1 2 13 0,0-1 2 16,-4-1 31-16,4 7 17 0,0 1 11 15,-1 5 29-15,4 1-9 0,1 4-22 0,0 3 14 16,1 4 1-16,2 1-8 0,0 6 11 0,3 0-1 15,0 0 1-15,3 18-4 0,0-4 1 0,4 3 3 16,0 1-3-16,3 3-6 0,4 4-14 0,-4 3 9 16,4-2 1-16,7 12-13 0,-1-9-11 0,0 9-22 15,1-10-19-15,-4-3-53 0,0 0-67 16,1-1-84-16,1-2-543 0,-4-5 70 0,-5-5 58 16,0 0 59-16</inkml:trace>
  <inkml:trace contextRef="#ctx0" brushRef="#br0" timeOffset="92355.63">8261 12333 824 0,'3'-8'299'0,"-3"-2"-35"0,3 1-29 16,4 0-12-16,0-4-13 0,3 5-44 16,4-3-20-16,-3-2-2 0,2 2-11 0,4 3-16 15,-3 0-94-15,3-1 16 0,0 4-24 0,0 2-7 16,0 0 10-16,0 3 2 0,0 0 14 15,-3 3 9-15,4 0-20 0,-2 2 8 0,1 4-11 16,-4-1 31-16,2 0-27 0,-2 3-9 0,1-2-7 16,-4 2 4-16,3 0 1 0,-2-3 5 0,-4 2-8 15,3-3 3-15,-3 1-5 0,3 1-6 16,-3-3 11-16,-3-1-13 0,2 0 8 0,1 1-8 16,0-3 10-16,-3-2-5 0,-4-1-2 0,10 0-3 15,-10 0 13-15,14-10-29 0,-8 5-2 16,-3-4-2-16,1-2 2 0,-1 1-8 0,0-5-10 15,-2 4 8-15,3-3 10 0,-4-1 3 0,3 5 15 16,0 0-5-16,-3 1-10 0,0 2-1 16,1 0 14-16,2 1-6 0,-3 6 13 0,0 0-8 15,6 0 29-15,-6 0 2 0,7 9-20 0,0-4 18 16,-3 4 4-16,2-1-7 0,1 0-2 0,0 1 4 16,4-1-7-16,-4 0 5 0,2 2-5 15,5-3 0-15,-4 1 10 0,0-1-23 0,1-3 11 16,2 0 9-16,2-2-4 0,-2-1-3 15,4-2-5-15,-3 1-13 0,6-7 2 0,-3-1-7 16,4-1-28-16,-4 0 5 0,3-7-19 0,-2 3 7 16,-2-6-27-16,-2 0-5 0,-7-3 13 15,3 1-22-15,-7-3-1 0,1-1 38 0,-4 7-12 16,-4-3 7-16,4 2 36 0,-6 2 6 16,2 2 30-16,-5 3-8 0,1-1 0 0,-2 8 11 0,0 0 10 15,-1 3-18-15,-2 3 10 0,0 0 5 16,-2 6-5-16,2 3 11 0,-1-2-9 0,4 2 9 15,0 4-11-15,0-3-10 0,3 2 15 0,3-4-15 16,1 1 5-16,3 3 0 0,-3-4-10 16,3 1 15-16,3-3-10 0,-3 1-15 0,3-4 4 15,1 3 6-15,2-1-10 0,-2-2 27 0,3 1-22 16,0-3 0-16,-1 1 10 0,1 1-8 0,0-3-2 16,1 1-14-16,1 2 6 0,-5-1 13 0,5-2-8 15,-1 3 1-15,-1-3-9 0,0 1 3 16,2 1 15-16,-1 0-22 0,-1-1 7 0,2-2 0 15,-2 5 2-15,1-3 8 0,1 0-7 16,-2-1-6-16,4 0 14 0,-5 2-6 0,4-2-8 16,-10-1 6-16,15 0 10 0,-8-1-6 0,2-2 9 15,1 1-9-15,1-1 4 0,-1-3-9 16,0-1 13-16,1 3 3 0,-1-5-15 0,-3-1 7 16,4 0-12-16,-2-1 20 0,1-3-24 0,-2 2 12 15,-2-4-19-15,-2 1 0 0,-1-3-13 0,-3-1-9 16,0-1 32-16,0-1-41 0,-3-4 11 15,-1-4-15-15,-6-1 4 0,3-1 3 0,-3-1-2 16,3 0 14-16,-4 3 6 0,2 5 28 0,2 2 8 16,0 4 26-16,0 0-6 0,3 4-25 15,-2 3 12-15,2 2 6 0,-2 4 2 0,2 4 0 16,4 1-10-16,0 0 8 0,-7 11 4 0,7 0-2 16,3 1 11-16,1 5-3 0,-3 4 7 15,8-1-15-15,-2 5 3 0,3-1 7 0,4 6-15 16,-1-4 3-16,2-1 2 0,-2 0-20 0,4 0 17 15,0-4-9-15,0 1 68 0,0-4-15 0,-3-3-7 16,3-2 4-16,-3-1-14 0,-1-2 1 16,-2-2 1-16,-1-2-28 0,0-2-21 0,1 1-36 15,-4-3-33-15,2-2-72 0,-5 0-189 0,3 1-499 16,-7-1 56-16,0 0 85 0,0 0 79 16,1-8 35-16</inkml:trace>
  <inkml:trace contextRef="#ctx0" brushRef="#br0" timeOffset="93655.95">10219 11773 895 0,'-6'-1'300'0,"6"1"-47"16,-17 3-10-16,10 2-22 0,0-2 4 15,-1 6-28-15,-4 0-23 0,5 5 0 0,-4 1-23 16,7-2-13-16,-5 3-20 0,5 1-10 0,1 3-9 15,0-2-14-15,3-6-16 0,0 3 5 16,0 2-7-16,3-4-8 0,0-1 2 0,0-2-17 16,1 2 9-16,2-6-19 0,1-1 14 0,1 2-7 15,-1-4-13-15,2-4-7 0,-9 1 2 0,21-9 2 16,-11 2-14-16,1-1 1 0,-1-2 6 0,0-1 0 16,-2-4-5-16,-2 0-8 0,-2-2 5 15,-1-1-7-15,-3-4-8 0,0 2-3 16,-3-3-2-16,-1-4 5 0,-4-4 15 0,-2 0-10 15,0 0 3-15,-7-13-8 0,0 4-1 0,3 3 19 16,1 9-8-16,-1 2 16 0,0 1 7 0,5 3 8 16,-2 7-8-16,4-2 10 0,0 6-17 15,1 4-1-15,-2 0-2 0,5 7 13 0,3 0-8 16,0 0 5-16,-10 17-7 0,10-2 2 0,3 2 0 16,-2 6-13-16,5 4 0 0,-2 3 6 0,6-1-11 15,3 5-3-15,-3-2 3 0,8 8 6 0,3-4 4 16,2 2-2-16,1-6 0 0,0-6-3 15,0-7 5-15,1 1-2 0,1-1-11 0,2-6-2 16,5-1-10-16,-5-6 23 0,3-2-5 16,0-3-13-16,-1-2-6 0,1-5 9 0,-3 2-24 15,-1-4 16-15,-3-5-10 0,0 2-14 0,-10-4 4 16,3-4 6-16,-7-2-4 0,-4 1-8 0,-5-2 13 16,-1 4-7-16,-1-1-4 0,-5-2 32 15,3 4-3-15,-4 2 20 0,-1 2-15 0,-1-1 8 16,2 6-1-16,-3 0 11 0,-1 5-15 0,1 2-3 15,0 1 15-15,-4 4-10 0,4-1 6 16,-1 2-11-16,1 3 12 0,-3 1-6 0,5-1-9 16,2-1 11-16,-1 3-3 0,1-3-8 0,5-1 11 15,-2-1 2-15,0 2-10 0,0-3-10 16,3-4 13-16,-2 9-11 0,2-7 16 0,0-2-3 0,5 8-10 16,-5-8 7-16,6 6-2 0,-5-3 0 15,5-2 3-15,1 4-6 0,-1-3 8 0,5 1 5 16,-1 2-2-16,0-3 0 0,4 3-8 15,-1-2 0-15,2 2 13 0,1-3-6 0,2 1-9 16,-2 1 9-16,2-4-12 0,-1 1-5 0,-3-1-3 16,6-2-10-16,-3-3-13 0,4 4-10 15,-5-6-28-15,2-1-16 0,-1 1-17 0,-3-3 12 16,-1 1-7-16,-2-2-3 0,-1-2 3 0,0 1 17 16,-3-1-5-16,-3-4 6 0,2 0 17 15,-6 1 1-15,0-4 22 0,-3-2-4 0,0-3 12 16,-1 0-5-16,-6-4 8 0,3-2 20 0,-3-2 15 15,-1 1 14-15,1 4 12 0,3 5 41 0,1-1 8 16,-2 7 10-16,2 2-15 0,2 4-14 0,1 4 4 16,3 4 2-16,0 3-8 0,0 0 13 15,0 0-7-15,10 18-1 0,-3-4-2 0,3-1-8 16,-3 9 8-16,7-3-18 0,-4 6 10 16,3 2-15-16,2 1-5 0,1-1-11 0,-2 0-4 15,0 1-14-15,0-1-22 0,2-2-26 0,-4 0-67 16,0-5-43-16,-2-4-146 0,1 1-499 15,-7-2 28-15,-1-6 94 0,-3-3 83 0,0-4 40 0</inkml:trace>
  <inkml:trace contextRef="#ctx0" brushRef="#br0" timeOffset="94089.23">10780 11583 816 0,'-3'-2'271'0,"3"2"-33"0,3-6-17 15,-3 6-37-15,10-9-15 0,-2 1-11 0,5 1-12 16,4-1-20-16,0-2-24 0,4-2 8 15,6-3-7-15,1-1-21 0,-2-2 2 0,1 1-5 16,12-5-20-16,-12-2-8 0,0 8 1 0,-3-4-6 16,0 3 0-16,-7 2-10 0,0 0-3 15,-3-2 16-15,-3 8 15 0,-1-2 12 0,3-2 42 16,-6 5 0-16,0 4-11 0,-4-2-7 0,1 5-13 16,-4 1-7-16,0 0-11 0,6 12-16 15,-9 2 6-15,0 0-10 0,2 4-3 0,-5-1 3 16,3 1-14-16,2 0 6 0,-2-2-15 0,3 1 2 15,0 0 3-15,0-2-8 0,3-1-3 16,-2-3 1-16,2 2-19 0,3-3 16 0,-2-1 3 16,3-3 7-16,0-1-13 0,0-5-4 0,2 0 4 15,2 0-10-15,-1-1 10 0,0-3 3 0,4 1-13 16,-4-1 11-16,0-2-9 0,1 3 11 16,-1-2-7-16,0 1-6 0,-2 1 10 0,1 0-7 15,1-1-3-15,-2 2-10 0,2 1 15 0,-3 1-5 16,3 0 8-16,0-2-13 0,0 2 3 15,-10 0 4-15,21 2-7 0,-11-2 5 0,0 0-2 16,1 0 7-16,-4 0-5 0,2 1-12 0,2 5-6 16,-1-3-41-16,-3 2-43 0,0 3-111 0,0 1-600 15,0 1-40-15,-7-2 101 0,0 2 81 16,-7 5 55-16,-4-5 60 0</inkml:trace>
  <inkml:trace contextRef="#ctx0" brushRef="#br0" timeOffset="106756.43">31229 3088 888 0,'3'-3'243'0,"-3"3"-49"0,0 0-20 16,0 0-17-16,0 0-17 0,0 0 1 15,0 0-23-15,10 15-5 0,-9-9-14 0,3 4-19 16,2 1-3-16,-5 1 2 0,5 2-10 16,-2 2-8-16,2-1 14 0,2 1-24 15,-5-3 5-15,3 2-12 0,-2-1-6 0,3-2 6 0,-1 1-1 16,-1-2 6-16,1 0-24 0,0 0 9 16,-2-2 4-16,2-4-12 0,-2 2 20 0,3 0 10 15,-3-1-13-15,3-2 80 0,-1-3-18 0,5 2 8 16,2-3-11-16,0-3-12 0,2 2-6 0,1-3-15 15,2-4 1-15,6-1 1 0,-4 1 4 16,9-7-14-16,-3-2-10 0,1 1-15 0,11-7 5 16,0-2-3-16,-4 1-2 0,3 1-5 0,-9 2-8 15,-1 2-3-15,-1 1 3 0,-4-2 6 0,1 3-6 16,-3 6-21-16,-8 1-12 0,1-1-44 16,-2 3-76-16,-1 2-101 0,-2 1-9 0,-6 2-60 15,-2 3-463-15,0 0 21 0,0 0 41 0,-17 12 92 16,1-3 63-16</inkml:trace>
  <inkml:trace contextRef="#ctx0" brushRef="#br0" timeOffset="107103.9">31342 3639 785 0,'0'7'251'0,"0"0"-13"0,1-1-20 16,-1-1 2-16,0 2-33 0,3-2-13 0,0 3-18 16,0-4-2-16,-2 0 68 0,5 0-27 15,0 1-3-15,2-4-23 0,4 0-13 0,4-1 3 16,3-1-16-16,6-1-7 0,5-6-14 0,5 0-6 16,16-9-17-16,0 1-9 0,3-1-3 15,0-4-5-15,-1-4-18 0,-2 4-3 0,1-7-4 16,9-5-16-16,1-2 5 0,-1 0-10 0,-1-1-1 15,-3-1 6-15,4-1-18 0,-6 1 3 0,6 1 5 16,-13 9-8-16,-3-3 5 0,2 4-13 0,-6 3-12 16,-1 2 10-16,-11 4-24 0,-2 4-4 15,-10 3-69-15,1 2-70 0,-5 6-135 0,-4-3-70 16,-1 5-501-16,-5 1 74 0,-3-1 62 0,0 0 66 16,-20 8 95-16</inkml:trace>
  <inkml:trace contextRef="#ctx0" brushRef="#br0" timeOffset="123818.45">13925 351 581 0,'0'0'238'15,"-3"-6"-31"-15,3 6-74 0,0-6-28 0,0 6-10 16,-1-4-11-16,1 4-12 0,0 0-8 16,-3-4 18-16,3 4-29 0,0 0-1 0,0 0-9 15,4 15 1-15,-4-6-16 0,3 2 13 0,0 3-13 16,1 2 5-16,3 1 13 0,-3 5-25 15,2-1-14-15,1 4 6 0,-1 2-5 0,2 3-5 16,-1 1 22-16,2 1-7 0,-2 0 5 0,4 13-13 16,-1-6 1-16,-3-4 17 0,7 9 0 15,-4 1-15-15,3-8-3 0,-2 6 3 0,2 3 17 0,1-8-1 16,-1 5-17-16,-2 0 14 0,3 4-6 16,-1-4-17-16,1 1 2 0,-1 1-2 0,2-1 17 15,1 0-15-15,-2 1 16 0,0 0-6 16,3 1 24-16,-4-2-24 0,5 1 3 0,-5-1 0 15,5 0 12-15,-5 4-4 0,1-4-3 0,-1-1 21 16,1 2-29-16,3 0 8 0,-4 3-13 16,2-4 8-16,-2 3-18 0,1 1 10 0,-1-3 1 0,-2 3 1 15,2-1 6-15,-2 1-5 0,3 1 5 16,-5 0-8-16,1-1 6 0,-2 1 2 0,2-9-8 16,-4-5 10-16,-2 0-15 0,3 0 8 15,0 0 67-15,0 11-9 0,0-5-9 0,-1-4 12 16,2-1-25-16,-2 0-6 0,-2 0 6 0,2 0-6 15,5 13 8-15,-4-1-15 0,2 1 3 16,-2-1-1-16,1 0-2 0,-2-4 0 0,1 2-3 16,0 3 8-16,-1 1-82 0,2-1 8 0,-2-1 2 15,4 2 0-15,-6-8 13 0,6 8 11 0,-3 1 9 16,0-2-17-16,-1 1 7 0,2-5-5 16,-1 4-7-16,-1-1 22 0,1-7 1 0,0 8-6 15,0-9 3-15,0 10 11 0,0-2-22 0,-1 1 9 16,2-6-1-16,-2 6 1 0,-2-8 4 0,2 9 6 15,4 0-3-15,-2 0-5 0,2 5 5 16,-4-4-5-16,5-1 8 0,-4-4 2 0,3 1-7 16,-4 2-3-16,2 1 7 0,-1-5 1 0,2 5-18 15,1 0 20-15,1 5 3 0,-4-3 7 16,3 3 6-16,-2-3-8 0,1 5-5 0,-2-4 2 16,3 3 16-16,1-2-6 0,2 1 3 0,-2-1 3 15,-1 0-3-15,0-1-10 0,4 3 13 0,-1 0-21 16,1-2 6-16,-3 1-1 0,2 2 16 15,4-5 20-15,-4 0-38 0,2 4 5 0,-2 0 15 16,4-1 8-16,-3-1-16 0,0-2-9 0,2 0 4 16,-1 0 3-16,-2 2-20 0,4 0 25 15,-6 0-15-15,6-1 18 0,-7-3-3 0,3 0-10 16,4-2 15-16,-3 1-5 0,0-1-2 0,-1-4-11 16,-2-7 13-16,-4-6-7 0,3 0-9 15,0-4 6-15,-3-2-13 0,0-1 11 0,-1-1 4 16,1-4-7-16,1-3-5 0,-5 0-8 0,0-4-13 15,1-4 23-15,-1 5-12 0,0-5-50 0,-3-4-19 16,-3 2-167-16,-4-6-274 0,-3-1-353 0,-4-11 117 16,-7-8 60-16,-13-22 48 0,-10-25 89 15</inkml:trace>
  <inkml:trace contextRef="#ctx0" brushRef="#br0" timeOffset="124985.26">11638 1889 330 0,'-7'0'107'0,"7"0"-12"15,-10-1-21-15,10 1 16 0,0 0-29 0,0 0 11 16,0 0 15-16,-10 0-10 0,10 0-3 16,0 0 8-16,0 0-31 0,0 0 28 0,0 0-27 15,-7-3 9-15,7 3 8 0,0 0-15 16,0 0 12-16,0 0-7 0,0 0-10 0,0 0 17 15,0 0-17-15,10-10 13 0,-3 6-6 0,3-1 90 16,1-1-11-16,2-1-7 0,4 0-15 0,4-1-5 16,-1-2-11-16,4 1-13 0,4-4-15 15,2 2 6-15,1-3 1 0,13-4-96 0,1 1 7 16,2 1 3-16,2-1-13 0,2 2 18 0,0 0-6 16,1 1 6-16,3-2 3 0,0 2-1 0,2 0 1 15,-2-1-3-15,3 0-1 0,-3 0 12 16,0-2 11-16,3 4-14 0,-4-2-23 0,7 0 14 15,-2 0 4-15,5-1 7 0,-2 3 3 0,3-2-3 16,4 0-15-16,-4 0 20 0,0 0 15 16,0 0-12-16,-1 0 10 0,4-1 67 0,8-3 12 15,2 0-2-15,1 0-23 0,-1 0 5 16,2 1-16-16,5 0-7 0,-4 1 15 0,-1-1-17 16,2 1-16-16,-17 3 12 0,0 0-9 0,-1-1 7 15,1 0-7-15,0 2 2 0,0-2-10 0,-3 1 15 16,2-1-13-16,-5 0-2 0,2 2-8 15,-6 1-2-15,0 0 2 0,-11 3-10 16,-7 0 5-16,-2 2 2 0,-8 3-7 0,0-1 5 0,-6 1-18 16,-3-1-2-16,-2 3-6 0,-1 0 1 15,-2 1-19-15,-3 1-17 0,-3 1-13 0,-3 2-72 16,-5 2-79-16,-6 1-249 0,-6 4-370 0,-5 1 86 16,-8 3 80-16,-5-2 66 0,-17 6 59 15</inkml:trace>
  <inkml:trace contextRef="#ctx0" brushRef="#br0" timeOffset="126601.26">8558 6204 430 0,'3'12'145'0,"4"-3"-11"0,-4-5-14 16,1 2-41-16,0-3-117 0,-1 1-484 16</inkml:trace>
  <inkml:trace contextRef="#ctx0" brushRef="#br0" timeOffset="127884.39">13789 2854 358 0,'-8'4'138'0,"8"-4"-2"15,-10 0-24-15,10 0 14 0,-10 3-21 16,4-1 10-16,6-2-18 0,-11 1 18 0,11-1 3 16,-7 3-8-16,7-3-10 0,-7 2-5 0,7-2-1 15,-6 2-17-15,6-2 3 0,0 0 1 0,0 0-1 16,0 0 12-16,0 0-2 0,0 0-70 16,0 0 1-16,0 0 7 0,0 0 8 0,31-4-13 15,-15 3-8-15,2-2 21 0,1 1-8 16,6-1-2-16,2-1 9 0,1 1 4 0,9-2-24 15,0-2 29-15,2 3-19 0,1-2 3 0,1 0-7 16,1 0-1-16,12-1 11 0,-9-1 18 16,10 0-29-16,-11-1-4 0,10-3-6 0,-3 2 18 15,1-2-18-15,6-1 0 0,-6 0 16 0,2-1 5 16,4 1 5-16,0-2-26 0,3 1 13 0,-2-2 23 16,2 1-5-16,1-3-3 0,2-1-2 15,9-3 10-15,2 1 74 0,0-1-22 0,4 0-1 16,0 0-15-16,-1 1-8 0,1-2 8 0,2 0-8 15,2 2 3-15,-4 2-33 0,2 0-1 16,-16 4 16-16,0-1-5 0,1 0-85 0,-2 0-7 16,-2 1 15-16,-1 2 0 0,-2-1 7 15,-2 1 3-15,-2 1-2 0,-10 3 2 0,-5 2 3 16,-8 1-11-16,-2 2-17 0,-6 2-5 0,-7-3-37 16,1 2 1-16,-2 1-29 0,-5 4-12 0,-5-1-121 15,-6 3-537-15,0 2 59 0,-9 3 54 0,-6 0 66 16</inkml:trace>
  <inkml:trace contextRef="#ctx0" brushRef="#br0" timeOffset="129235.5">14472 416 693 0,'-3'-8'236'0,"3"8"-21"0,0 0-13 16,0 0-15-16,0 0-13 0,0 0-33 0,6 23-3 15,-2-12-13-15,2 3-7 0,-2 0 46 0,3 1-3 16,0 1-23-16,-1 0-12 0,1 2-9 0,1 0-17 16,-2-1-8-16,1 2-10 0,0 2-5 15,-1-4-5-15,2 2-26 0,-2-2-44 0,1-2-60 16,-3 2-58-16,2-2-76 0,2-2-555 0,-5-1 33 16,0-3 79-16,0-3 74 0</inkml:trace>
  <inkml:trace contextRef="#ctx0" brushRef="#br0" timeOffset="129484.33">14462 513 647 0,'0'-7'279'0,"0"-1"39"15,3 1-27-15,-2-3-14 0,5 0-34 16,-2 2-15-16,5-4-29 0,2-1-25 0,-1 1-7 15,4-1-19-15,3-2-12 0,0 2-8 16,0 0-23-16,1-1-13 0,1 2-5 0,2 2-23 16,-3 0-5-16,-2 3-49 0,2 1-18 0,-2-1-38 15,-1 4-43-15,-2 1-42 0,-3 2-91 0,1 1-444 16,-2 2-71-16,-5 0 117 0,2 3 34 0,-6 0 64 16</inkml:trace>
  <inkml:trace contextRef="#ctx0" brushRef="#br0" timeOffset="129717.31">14485 708 954 0,'0'0'338'0,"0"0"-23"15,0 0-36-15,21-7-105 0,-14 1-8 16,7-3-12-16,3 0-16 0,0-2-17 0,7 0-14 15,-4 0-5-15,4-2-15 0,-3 3-15 0,2-1-5 16,1 1-39-16,1-1-20 0,-5 3-39 16,0 2-31-16,-2 1-48 0,-2 1-38 0,-1 1-80 15,-6 3-135-15,2-2-300 0,-1 4 12 0,-3-2 96 16</inkml:trace>
  <inkml:trace contextRef="#ctx0" brushRef="#br0" timeOffset="129917.75">14687 821 609 0,'-3'5'212'0,"3"-5"1"0,0 0-1 0,0 0 49 16,0 0-13-16,0 0-15 0,0 0-12 0,0 0-32 16,24-13-12-16,-11 6-24 0,1 1-4 0,6-2-14 15,1-2-17-15,3-1-10 0,-3 3-29 0,6-3-23 16,0 1-35-16,4 0-65 0,-4 3-58 15,1-5-75-15,-1 5-550 0,-6-1 10 0,3-1 62 16,-4 2 72-16</inkml:trace>
  <inkml:trace contextRef="#ctx0" brushRef="#br0" timeOffset="130300.96">15125 471 657 0,'-4'10'256'16,"5"-3"-28"-16,2 0-5 0,3 1-21 0,-2 3-20 16,3 2-18-16,0 1-21 0,3 3-15 0,1 1-8 15,-1 2-10-15,0-2 0 0,1 4-17 16,-1-3-9-16,0 1-12 0,1-1-1 0,1-3-9 16,-5-3-9-16,0 2 1 0,1-3-13 0,-2-2-8 15,1-1 6-15,-1-1 12 0,-2 0-10 16,0-4 0-16,-1 1-18 0,-3-5 5 0,0 0-2 15,0 0-1-15,0 0-4 0,0 0-6 0,-14-13 6 16,8 3-6-16,-1 2-74 0,-4-5 0 0,1 1 8 16,3-3 10-16,-3 2 8 0,-1-5 12 15,1 4 11-15,4-1 15 0,-5 0-7 0,5-2 12 16,2 3 10-16,-3-1 9 0,4 1-9 0,-4-3 18 16,6 4-15-16,-2 1-5 0,3-1 5 15,0 1-7-15,0-1-1 0,4 1 6 0,3 2-9 16,-3 0-1-16,2 0-22 0,4 2-22 0,1 2-33 15,-1 0-62-15,0 2-34 0,4 3-129 16,-4-1-431-16,4 4 51 0,-1-1 62 0,-3 1 56 16</inkml:trace>
  <inkml:trace contextRef="#ctx0" brushRef="#br0" timeOffset="130651.96">15481 577 437 0,'6'18'179'0,"-2"-2"-15"0,3-1-13 16,-1 0-20-16,2-1 2 0,-5 1-10 0,4 0-18 16,2 0-8-16,-1 1-10 0,-1 3 8 15,2-3-19-15,-5-1 1 0,2-1-18 0,2 1 0 16,-4-3 10-16,2 0-20 0,-3-3-6 0,1 1 21 16,-1-2-23-16,0-2 36 0,1 0 0 15,-3-1-11-15,-1-5-7 0,0 0 15 0,0 0-30 16,-8 3 10-16,8-3-21 0,-10-11-2 0,3 2-1 15,-3 2-1-15,3-4-1 0,0-1 72 16,-3-1 5-16,0-2-21 0,3 2 0 0,0-2 9 16,0 1-6-16,0-2-13 0,1 0-2 15,2 2-11-15,1-3-2 0,-1 1-13 0,4 1 10 16,0 1-7-16,0-3-8 0,4 2-3 0,-1 0 1 16,1 0-9-16,2 2-9 0,5-2-16 0,-4 3-36 15,3 1-23-15,1 0-50 0,2 3-55 16,1-2-46-16,-1 2-100 0,0 3-442 0,2-1 25 15,-2 0 80-15,1 1 56 0</inkml:trace>
  <inkml:trace contextRef="#ctx0" brushRef="#br0" timeOffset="131251.16">15795 446 570 0,'0'7'223'0,"3"1"-5"0,-3 2-24 15,0 0-17-15,0 0-11 0,1 2-84 16,2-1-15-16,-3 2-3 0,3-1 15 0,0 0-20 15,1 0-3-15,0-2 3 0,2 2 10 16,-2-2-18-16,2-2 0 0,-2 2 6 0,2-3 4 16,2 0-12-16,-2-3 15 0,-2 3-21 0,3-4 11 15,-1 0-10-15,2-1 27 0,-2-2-40 16,-6 0 7-16,0 0 3 0,14-2-10 0,-11-3-5 16,1 1-8-16,-4-3 5 0,-4 0 0 0,1-3-3 15,-1-1 3-15,-2-3 5 0,-1-1-17 0,-4 2 14 16,4-1-2-16,-2 0 3 0,-1-2-1 15,2 3 83-15,-2 0-8 0,3-2 0 0,-3 3-8 16,3-1-10-16,1 3-11 0,2-1 1 16,1 1-11-16,0-1-15 0,2 1-2 0,2 0 2 15,2 0-13-15,0 1 6 0,4 0-3 0,2 3-19 16,-1 0 9-16,5 1-13 0,-3 2-5 0,5 0 15 16,-2 1-18-16,4 4 8 0,0 1-6 15,4 1-4-15,-1 2 7 0,0 2 3 0,1 3-8 16,0 2 3-16,-1 1-8 0,1 0 0 0,-3 1 0 15,1 0 7-15,-4 0-7 0,1 1 11 0,-2-2-4 16,-1-1 6-16,-2 1-10 0,-1-3 2 16,-3 1-5-16,0-1 10 0,0-3-13 0,-4 0 16 15,4-1 8-15,-3 1-50 0,2-3 4 0,-3-2 30 16,-3 2-18-16,0-5 6 0,0 0 12 16,0 0-13-16,0 0 0 0,0 0 11 0,-16-13-6 15,9 1 3-15,-4-3 16 0,1-3-6 0,0-2-5 16,0-2 0-16,3-8-7 0,-3 2 12 15,6-4-10-15,-6 1 7 0,6 5-1 0,1-1-4 16,3 1-2-16,0 5-8 0,0 2 14 0,0-1-6 16,0 3-16-16,3 4 16 0,-2 0-2 0,5 3 4 15,1 2-12-15,-3 4-13 0,3 4 10 16,-7 0-41-16,16 12-12 0,-8 1-34 0,-2 1-89 16,-2 4-113-16,2 7-530 0,-6 1 89 0,-3 1 83 15,0-2 61-15,-7 5 36 0</inkml:trace>
  <inkml:trace contextRef="#ctx0" brushRef="#br0" timeOffset="131868.38">15084 1011 734 0,'0'0'292'16,"0"0"-21"-16,0 0-15 0,13-4-13 0,2 2-86 15,1-3-19-15,2 0-8 0,6-2 1 16,6-3-16-16,1 1 8 0,4-2 56 0,19-3-7 16,4-3-24-16,3 0-20 0,1-1-15 0,20-1 4 15,0-1-19-15,3 0-16 0,4 1 12 0,0 0-4 16,-6 0-18-16,5-1-80 0,-2-1-2 0,-4 2-6 16,3-1 14-16,-2 4 4 0,-2-1-12 15,-16 2 15-15,1 2 5 0,-2-1-10 0,-5 3 8 16,-2-3-8-16,-5 6 0 0,-9-3 3 0,-8 5 7 15,-8-1-13-15,1 3 1 0,-4-1-1 16,-3 1 6-16,-5-1 2 0,2 3 5 0,-5-1-12 16,1 0 9-16,-4 1-12 0,0-1 10 15,1 1-25-15,-5 1-29 0,-6 1-15 0,10 1-66 0,-9 1-83 16,-2 3-601-16,-2 1 80 0,-10 2 68 16,-5 1 49-16,-9 0 74 0</inkml:trace>
  <inkml:trace contextRef="#ctx0" brushRef="#br0" timeOffset="132750.68">14711 1606 806 0,'-3'-4'266'0,"-1"0"-13"15,4 4-102-15,-6-9-5 0,5 8-15 0,1 1-8 16,-3-7-16-16,3 7-12 0,-3-5-11 16,3 5-22-16,0 0-3 0,0 0 5 0,0 0 0 15,0 0-21-15,0 0 6 0,17 12-6 0,-4-4 1 16,-3 3-11-16,5-1 3 0,1 4 8 15,2-1-11-15,3 0 26 0,2 1-16 0,1 3-7 16,-3-3-13-16,-1-2 8 0,1 1-1 16,2-2-4-16,-2 2-5 0,-1-3 2 0,-2 0 0 15,-1 1 2-15,0-2 14 0,-1-2-11 16,-4 1-15-16,1-1-13 0,1 1-23 0,-4-2-39 16,0 0-40-16,1-1-29 0,-2-1-125 0,-2 0-460 15,0 0 63-15,0-2 41 0,-7-2 67 0</inkml:trace>
  <inkml:trace contextRef="#ctx0" brushRef="#br0" timeOffset="133133.94">15162 1436 632 0,'-3'-5'263'0,"3"5"-37"0,0-5-22 16,0 5-19-16,0 0-16 0,0 0-29 0,0 0 6 15,0 0-25-15,3 20-14 0,-3-8 1 0,3 1-3 16,-3 5-11-16,5 4-4 0,-5 3 5 0,3 2-11 16,0 6 8-16,1 2-23 0,-1 0 23 15,0 1-15-15,-2 1 3 0,5 13-6 0,-3-7-8 16,2-6-68-16,1 0-19 0,-3-1 11 15,4-1 0-15,-3 1 0 0,2-4 7 0,-1-1 8 16,1-4-12-16,0-2-9 0,-2 0 21 16,2-2-5-16,-2-3 11 0,0 0-1 0,3-5-5 0,-4 0-5 15,0-1 2-15,1-3 9 0,-1-1 4 16,0-2 0-16,0-1-15 0,-2 0 13 0,3 0-38 16,-1-3-39-16,-3-4-57 0,3 5-71 0,-3-5-64 15,0 0-161-15,0 0-294 0,14-11 78 16,-11 5 65-16</inkml:trace>
  <inkml:trace contextRef="#ctx0" brushRef="#br0" timeOffset="133585.01">15481 1989 522 0,'-3'7'240'0,"3"0"-35"16,0 1-8-16,3 2-23 0,-3 2-15 0,3 0-26 16,1-1 5-16,2 3-10 0,-2-4-10 15,6 1-11-15,-3 1-94 0,-1-2 8 0,4-2-3 16,1-1 12-16,-4 1 4 0,3-2-1 0,1-2-13 16,-1 1 24-16,0-3-11 0,1 0-2 15,2-2 7-15,-3-3 3 0,1 1-5 0,-1-3-3 16,0-2 3-16,0 0 8 0,0-3-11 0,-3 2 3 15,0-5-11-15,-3 1 1 0,-1-5-5 0,-3 4 14 16,0-3-12-16,-7-1-5 0,3 0 5 16,1 0 8-16,-4 1-8 0,-2-1 8 0,1 3-18 15,-2 1 15-15,3-1 2 0,-3 3-12 0,-1 1 5 16,-2 2-7-16,-1 2 9 0,4 1-7 16,-3 3 3-16,-1-2-3 0,0 6-13 0,0 0 18 15,1 0-13-15,-1 2 8 0,1 0-21 0,3 0 1 16,-1 3 15-16,4-1-21 0,0 3 21 15,1-1-11-15,1 1 4 0,2 1-6 0,0 0-6 16,3 0 14-16,0 2-5 0,3-2-14 16,0 1-27-16,5-1-21 0,-1-1-23 0,3 0-64 15,4-3-79-15,2 0-412 0,5-1-52 0,-4-3 80 16,3-2 66-16</inkml:trace>
  <inkml:trace contextRef="#ctx0" brushRef="#br0" timeOffset="133934.31">15993 1713 578 0,'0'0'312'0,"0"0"-20"0,0 0-21 16,31-10-33-16,-20 7-28 0,5-3-25 0,5 0-11 15,0-1-10-15,2-1-16 0,1-1-15 0,4 2-82 16,-4-2-7-16,0 0 2 0,-1 2-15 16,-2 0-13-16,0 1 15 0,-1 0-3 0,-3 0-1 15,-4 1-14-15,2 1 0 0,-5 1 11 0,-1 0 5 16,-1 0-13-16,-1 2-8 0,2-2-20 0,-2 1 2 15,-7 2-30-15,11-2-42 0,-11 2-73 16,3 0-196-16,-3 0-383 0,0 0 85 0,0 0 68 16</inkml:trace>
  <inkml:trace contextRef="#ctx0" brushRef="#br0" timeOffset="134537.4">16793 1153 540 0,'0'0'161'16,"0"0"-25"-16,-10 11-19 0,7 0 16 0,0 0 11 0,2 6 58 16,1 5-13-16,0 3-17 0,0 5-6 15,1 4 1-15,2 5-24 0,3 13-10 0,1-1-10 16,4 0-10-16,-4-1-9 0,6-4-1 16,4-1-8-16,0-2-16 0,0-3 3 0,4 0-10 15,2-5-6-15,1 3-12 0,-3-11-85 0,3 8-18 16,-4-11-25-16,1-3 10 0,0-2-87 15,-4-6-64-15,3-1-118 0,-6-4-391 0,3-1 61 16,-1-4 77-16</inkml:trace>
  <inkml:trace contextRef="#ctx0" brushRef="#br0" timeOffset="135017.26">17142 1438 624 0,'0'7'220'0,"0"3"-41"0,0 1-12 16,0 3-32-16,4 2 1 0,-1 1-21 0,0 0-5 15,4-1-5-15,-1 4-10 0,5-1-13 0,-1-1-13 16,0 0 3-16,4-1-13 0,-1-3 5 0,-1-3-8 16,1 1-10-16,0-4 5 0,1 0 5 15,0-3 1-15,3-5-11 0,-4 0 0 0,2-1-8 16,1-6 1-16,2 0-11 0,-5-3 3 0,1-3-6 15,-4-1 16-15,0-5-5 0,-3-1-10 16,-3 0-6-16,-4-2-5 0,-3-3-7 0,-5-6 2 16,1 1 6-16,-3-1-21 0,0 4 22 0,-4-3-9 15,-2 4-8-15,-2 2 5 0,2 2 3 16,-2 5 7-16,1 3 3 0,0 1 5 0,-1 3-5 16,-1 3-5-16,1 2 7 0,0 2 6 0,-1 3-11 15,1 3 3-15,1 2 8 0,0 2-16 0,0 1 8 16,3 2 5-16,1 1-10 0,5 0 0 15,-2 3-8-15,4-1 3 0,3 1 7 0,2-1-7 16,1 0 4-16,1-2 6 0,2 2-13 0,3-2 16 16,4 1-8-16,4-2 2 0,-3-1 5 0,6-1-2 15,0-1 11-15,3-2 40 0,1 0 0 16,4-2-8-16,1 2 3 0,1-3-25 0,-2-2-27 16,2 2-24-16,-3 0-24 0,7 0-44 0,-4-2-50 15,0 0-144-15,0 1-496 0,1 2 37 16,-4-1 83-16,0 0 77 0</inkml:trace>
  <inkml:trace contextRef="#ctx0" brushRef="#br0" timeOffset="135403.91">17696 1546 504 0,'-7'14'207'0,"3"-3"-30"0,1 3-13 0,0-3-11 15,3 1-7-15,0 0-13 0,0-1-10 0,3 0-10 16,0 0-11-16,0 2-10 0,1 1-15 16,3-3 10-16,0 1-18 0,3-1 5 0,1 1-10 15,-1-2-5-15,3-2 0 0,1-2 5 0,-1-1-10 16,5-2 76-16,-2-1-4 0,-1-1-26 16,1-2-3-16,-1-2-10 0,1 1 5 0,-2-3-20 15,0-1-6-15,0-2-2 0,-4-1-2 16,0-1-75-16,-3-2-8 0,-3-1 14 0,-1-1-1 15,-3 0-12-15,-4-2 14 0,-3 0-4 0,-3-3 18 16,0 1 2-16,-4 1 0 0,0 2-17 16,-3 2 7-16,1-1 0 0,-2 3-16 0,1-1 34 15,0 5-8-15,1-1 14 0,1 2-19 0,-1 2 2 16,1 2 6-16,5-1-8 0,-4 1 16 0,4 2 4 16,0 1-27-16,-1 0 12 0,2 2-23 0,2-1-35 15,3 2-27-15,-3 0-37 0,7 2-44 16,0-1-170-16,4 1-424 0,0-2 75 0,5 0 50 15,-2 0 59-15</inkml:trace>
  <inkml:trace contextRef="#ctx0" brushRef="#br0" timeOffset="135616.91">18106 1470 921 0,'6'-4'312'16,"-2"1"-28"-16,7-3-38 0,-1 0-21 0,0-1-17 15,4-1-19-15,2 0-43 0,2 1-5 0,-1 0-29 16,3 0-32-16,1 0-73 0,-1 2-65 16,-2-2-111-16,-2 4-492 0,2-1-27 0,-1-1 76 15,-7 0 82-15</inkml:trace>
  <inkml:trace contextRef="#ctx0" brushRef="#br0" timeOffset="135817.46">18140 1217 849 0,'0'0'251'0,"-6"10"-13"0,9-2-28 15,0 1-8-15,0 2-102 0,4 4-8 16,4 3-10-16,-4 1-13 0,2 1 3 0,5 3-13 15,-3 2-3-15,-1 0 3 0,4 2-18 0,-1-2-5 16,4-1-23-16,-3 1-52 0,0-1-20 0,3-3-158 16,0 2-446-16,-1-7 56 0,-1-3 39 15</inkml:trace>
  <inkml:trace contextRef="#ctx0" brushRef="#br0" timeOffset="136267.44">18577 1255 755 0,'0'8'279'0,"0"2"-21"16,0 0-112-16,1 3-5 0,2-1-3 0,4 1-15 16,-3 1 0-16,6-1-18 0,-1 2-21 15,2-3 1-15,-1 1-11 0,0-1-5 0,4-1 0 16,0-1-2-16,0-3 4 0,-1 1-22 15,5-3-8-15,-5-1 13 0,1-3-8 0,-1-1 5 16,1-1-13-16,0-3-4 0,-1-1 7 0,1-3 69 16,-1-1-16-16,-2-3-7 0,-4 0-10 0,0-3-15 15,-4-2-1-15,-3-1-10 0,-3-2-5 0,-1-4-10 16,-5 1 0-16,-3-3 2 16,-1 1 3-16,-4 1-18 0,3 3-2 0,-3 3 7 0,1 4-10 15,-2 0 23-15,1 1-18 0,0 4 5 16,-1 2-10-16,2 3-3 0,2 1 1 0,0 3 2 15,1 0-3-15,-1 2-5 0,1 2 8 0,2 1-5 16,1 1-8-16,3 0-2 0,1 3 12 0,1 0-10 16,2 1 13-16,3-1-3 0,3 0-2 15,1 0-8-15,0 1 6 0,3-2-1 0,3 2 8 16,4-2-3-16,2-1-2 0,2 2 0 0,1-3-6 16,3 0-4-16,2-2-24 0,0 1-32 15,-4-3-57-15,4 1-57 0,0-3-219 0,0 1-405 16,-1 0 25-16,1-1 80 0,-3-2 64 0</inkml:trace>
  <inkml:trace contextRef="#ctx0" brushRef="#br0" timeOffset="136450.1">19090 1227 767 0,'0'8'297'15,"-3"2"-18"-15,3 0-33 0,0 2-18 0,0 1-34 16,0 1-7-16,3 0-13 0,-2 3-23 0,2-1-7 15,0 0-14-15,1 0-12 0,2-1-16 16,-2 2-9-16,3-2-19 0,-4-2-49 0,4 0-66 16,0 1-92-16,0-3-276 0,3 0-326 0,-3-2 67 15,-1-4 72-15,2-3 58 0</inkml:trace>
  <inkml:trace contextRef="#ctx0" brushRef="#br0" timeOffset="136667.34">19261 1046 706 0,'11'6'243'16,"-1"2"-18"-16,4 1-20 0,-1 2-3 0,5 1-25 16,1 1-11-16,-1 2-17 0,6 1-8 0,-1 0-13 15,2 3-29-15,-1-1 6 0,0 0-12 0,-1 1-53 16,1 0-50-16,0-1-118 0,-3 1-164 15,-1-1-411-15,-3-4 68 0,-6-3 74 0</inkml:trace>
  <inkml:trace contextRef="#ctx0" brushRef="#br0" timeOffset="136917.23">19491 902 660 0,'-7'-2'266'0,"7"2"-28"16,0 0-33-16,-14 8-8 0,7 1-20 0,0 4 2 15,1 1-44-15,-2 2-7 0,2 0-12 0,-1 4-4 16,0 1-2-16,0 0-15 0,0 2-3 16,0 2-12-16,-2-1-16 0,5 1 5 0,-3-2 51 15,3 4-5-15,-2-2-20 0,3 1-8 0,2-1-13 16,1 0-43-16,-3 2-36 0,6-4-57 15,-2 1-48-15,5-2-146 0,1 1-491 0,0-3 30 0,0-6 93 16,3-1 30-16</inkml:trace>
  <inkml:trace contextRef="#ctx0" brushRef="#br0" timeOffset="137253.51">19719 1186 609 0,'0'0'238'16,"0"0"-23"-16,0 0-13 0,0 0-33 0,0 19 0 16,3-11-26-16,-3-1-12 0,5 1-16 0,-2 2-2 15,4-2-21-15,-1 2 2 0,1-2-19 16,1 1 4-16,2 0 57 0,-1-3-6 0,6 1-2 16,-5-1-31-16,3-2 1 0,-2-2-4 0,2-1-4 15,1-2-13-15,-4 1 5 0,3-4-3 16,-2 2-5-16,-1-3-5 0,-3 0 6 0,3-1-78 15,-6-3 8-15,2 0-2 0,-5 0 17 0,-1 1-15 16,0-3 6-16,-1 2-4 0,-5-1 6 0,2 0-5 16,-6-2 5-16,0 2 2 0,-3 2-15 15,-2-1 5-15,2 2 13 0,-4 0-10 0,0 1-1 16,0 1-14-16,-1 0-29 0,5 0-28 0,-5 1-39 16,5-1-35-16,0 1-79 0,-1 2-160 15,4-2-378-15,-1-2 56 0,4-2 70 0,0 1 76 16</inkml:trace>
  <inkml:trace contextRef="#ctx0" brushRef="#br0" timeOffset="137517.16">19853 567 813 0,'10'4'226'0,"3"3"-16"0,2 3 7 0,5 3-12 15,0 3 0-15,4 5-18 0,-3 1-26 0,10 9 8 16,-3 3-23-16,-2 1-6 0,1 1-9 16,-6 3-29-16,3 1 3 0,-7-2-10 0,-3-1 2 15,-4-5-20-15,-4 0 0 0,-5 4-5 0,2-1-11 16,-6 1-7-16,2-1 7 0,-8 15-20 16,-1-3-36-16,-8 2-28 0,-3-1-28 0,-2-2-149 15,-4-1-327-15,-4-3-223 0,-14 6 46 0,4-15 103 16,-10-2 50-16</inkml:trace>
  <inkml:trace contextRef="#ctx0" brushRef="#br0" timeOffset="138350.37">16589 2206 716 0,'13'-4'213'0,"-3"0"-21"15,10 1-5-15,1-3-16 0,2 2-12 0,5-1-8 16,3 0-26-16,7-1 8 0,0 0-20 16,5-1-8-16,-4 2 74 0,2 0-25 0,17-5-14 15,-3 2-14-15,2 0-19 0,-2-2 1 0,3 0-13 16,0-1 4-16,1 0-19 0,2-1-9 16,1-1 9-16,3 2-19 0,2 0 1 0,-2-3-11 15,0 3 0-15,0 0-13 0,1-1-9 0,-4 0 6 16,5 2 4-16,-2-5-9 0,0 5-17 15,3-3 26-15,15-2-14 0,-15 3 19 0,14-6-1 16,-17 6-12-16,3-3 15 0,-3 0 0 0,-3-1-2 16,17-3-1-16,-1-2-2 0,-16 4 21 0,17-1-24 15,-1-2-12-15,4 1 4 0,0-2 4 0,-1 0 4 16,-1 1-12-16,5-1-1 0,-3 1 1 16,3-1 10-16,1 2-100 0,0 0 12 0,0-2 22 15,6 1 9-15,-4 2-7 0,-2 0 33 0,-1 1-38 16,-2 0 20-16,-18 5 5 0,-1-1 1 0,-5 1 2 15,2 2-3-15,-3-3 10 0,-11 7-4 16,-9 0-3-16,0 1 0 0,0 0 10 0,-8 0-15 16,-5 1 10-16,-2 1-18 0,-2 2-26 0,-4 1-45 15,-4 0-27-15,-6 4-60 0,-4 0-142 16,-9 6-542-16,-7 0 115 0,-8 0 52 0,-13 2 68 16,-22 1 62-16</inkml:trace>
  <inkml:trace contextRef="#ctx0" brushRef="#br0" timeOffset="139249.63">15565 3020 757 0,'-3'-6'295'15,"3"6"-27"-15,0 0-22 0,0 0-3 0,0 0-23 16,0 0-35-16,0 0-1 0,21 3-28 0,-8 0-10 15,1 2 10-15,0-1-36 0,3 2-4 16,0 0-11-16,0 3-24 0,1-5 4 0,2 5-6 16,1-1-10-16,0 0-10 0,1 1 8 0,-1-1-24 15,0 4-15-15,-1-4-12 0,1 1-37 0,-4-1-38 16,3 1-48-16,-5-1-62 0,1-4-151 0,1 3-463 16,-6-4 92-16,3 0 53 0,-4-1 70 15</inkml:trace>
  <inkml:trace contextRef="#ctx0" brushRef="#br0" timeOffset="139566.22">15935 2875 826 0,'0'0'226'0,"-4"-8"-22"16,4 8-14-16,-3-4-21 0,3 4-29 15,0 0-12-15,0 0 11 0,0 0-37 0,-3 15 0 16,3-5-7-16,0 3-16 0,0 2 11 0,0 2-8 15,0 2-8-15,0 4-7 0,0 2 4 16,0 0 14-16,0 0-11 0,0 0-12 0,0 1 9 16,0 1 3-16,-3-1 3 0,3 1-13 0,0 1-7 15,0-2-16-15,0 0 2 0,0-1-12 0,0 0 81 16,3-2-7-16,-3 3-5 0,0-2-18 16,3-4-8-16,0 1 3 0,-3-1-10 0,1-2-1 15,2 0-17-15,1-3-6 0,-1 2 6 0,1-5-11 16,-4-1-2-16,3-1-23 0,0 0-23 15,-3-2-39-15,4-1-7 0,-4 0-41 0,3 0-31 16,0-3-72-16,0 0-222 0,2-1-403 0,1-3 96 16,-6 0 58-16,10-4 75 0,-6-3 66 15</inkml:trace>
  <inkml:trace contextRef="#ctx0" brushRef="#br0" timeOffset="139800.13">16177 3226 929 0,'0'0'281'0,"0"0"-17"0,4 16-24 15,0-6-14-15,-1 2-29 0,1 2-15 0,2 3-16 16,1 5-84-16,0-1-13 0,3 0 0 16,-3 1-7-16,0 1-1 0,0 1-15 0,3-1 0 15,0 1 8-15,-3-3-13 0,4 0-10 0,-5-2 4 16,1 1 6-16,0-5-15 0,0 2-18 15,0-3-60-15,-1 1-27 0,-2-3-95 0,3 1-381 16,3-5-167-16,-6-2 105 0,2-3 54 0</inkml:trace>
  <inkml:trace contextRef="#ctx0" brushRef="#br0" timeOffset="140050.01">16599 3321 908 0,'6'-2'364'0,"-3"-3"-32"0,5 0-35 0,-1-3-20 16,6 1-37-16,-2-3-22 0,5 1-21 0,2 1-33 16,2-5-8-16,0 5-5 0,1 0-28 15,2-1-28-15,-2 5-24 0,-3-4-35 0,-2 4-21 16,2 0-63-16,-5 1-62 0,1 0-31 0,-4 0-143 15,0 4-494-15,-2-1 74 0,-1 0 56 0,-7 0 72 16</inkml:trace>
  <inkml:trace contextRef="#ctx0" brushRef="#br0" timeOffset="140366.6">17324 2673 742 0,'0'0'238'0,"0"0"-33"0,0 0-1 0,0 0-19 16,0 0-16-16,-8 18-13 0,8-6-13 15,0 2 57-15,0 5-1 0,3 1-22 0,-3 5-13 16,5 2-13-16,-2 1-28 0,3 5 10 0,-2-1-10 15,2 2-21-15,1 0-12 0,0-1-13 0,0 3 7 16,-3-3-5-16,5-2-15 0,2 2-7 0,-1-2 17 16,0-2-26-16,1-3 9 0,-1 3-21 15,0-10-31-15,4 0-56 0,-4-3-42 0,0-1-42 16,4-5-90-16,-4-1-500 0,4-5-53 0,0-2 112 16,-4-4 50-16,1-4 45 0</inkml:trace>
  <inkml:trace contextRef="#ctx0" brushRef="#br0" timeOffset="140800.34">17610 2908 737 0,'-6'17'222'0,"6"-11"-27"0,0 2-3 16,3 4-3-16,-3 0-20 0,3 1-13 0,1 0-23 15,2 1-5-15,1 2-10 0,4-2-10 16,-4-1-21-16,6 1 5 0,1 1-8 0,-4-4 1 15,4-1-3-15,2-2-16 0,-1 1 14 0,1-5-14 16,2 0-9-16,-2-4 14 0,-1 0-25 0,5-1 0 16,-3-5-5-16,0 0 3 0,0-2-6 15,-4-4-2-15,1-1-3 0,-3-4 3 0,-5-2-10 16,-1 1-1-16,-5-1-17 0,-1-5 7 0,-6 0-7 16,-3-5-5-16,-3 0-3 0,-5 3-5 15,-6-6 20-15,4 4-2 0,-1 6 5 0,0 3-16 16,1 1 6-16,0 5 12 0,-1 1-12 15,-3 0 0-15,4 6 10 0,2-1-3 0,-1 2 0 16,1 5-4-16,1 0 4 0,3 0-5 0,-3 6 3 16,3 0-13-16,1 0 13 0,2 3-16 0,1-1 11 15,4 0 5-15,-2 1 7 0,5 1-7 16,3 1 0-16,-3-2-8 0,6 1-5 0,0 2 13 16,2-4-11-16,1 3 1 0,4-2 10 0,4 1-1 15,3-3 6-15,0 0-25 0,6 1-4 16,2-4-50-16,2 2-18 0,0-1-47 0,1-2-35 15,-1 0-80-15,1-1-109 0,-1 1-254 16,-3-1-85-16,0-1 85 0,-3-1 33 0</inkml:trace>
  <inkml:trace contextRef="#ctx0" brushRef="#br0" timeOffset="141148.94">18085 2875 634 0,'0'0'236'0,"-6"10"7"0,5-4-2 16,-2 3-19-16,0-1-27 0,0 4-6 0,2 1-15 15,-2 4-23-15,-1-4-7 0,4 3-11 16,0 1-8-16,4 0-10 0,-4 1-2 0,4-3-18 16,-1 3-11-16,0-3 1 0,1 1 2 0,2-3-8 15,-2 0-84-15,3-1 0 0,0-3 12 16,-1-1-17-16,4 0 10 0,-2-3 8 0,5-1-3 16,-3 0 13-16,4-4-3 0,-4 0-4 0,4-2 4 15,-1-3-13-15,-2-1 6 0,-1 0 5 16,3-1 0-16,-6-3 5 0,1-4-8 0,-1 1 3 15,-4 0-8-15,0-5 79 0,-6 2-20 0,0-3-2 16,-1 2-6-16,-3 0-2 0,-3-2-6 0,3 5-17 16,-3 0 8-16,-1 3-1 0,-2-1-7 15,-4 2 4-15,3 3-12 0,0 0-5 0,-2 3 3 16,4 0-11-16,-1 1-18 0,0 2-22 0,2 0-34 16,4 0-41-16,-2 1-28 0,9 0-62 15,-11 1-92-15,11-1-429 0,0 0-24 0,0 0 80 16,0 0 73-16,0 0 50 0</inkml:trace>
  <inkml:trace contextRef="#ctx0" brushRef="#br0" timeOffset="141300.13">18373 2894 691 0,'10'-5'235'0,"0"1"-33"0,7-3-30 0,0 0 2 15,0 2-23-15,7-3-8 0,0 1-17 0,0 0-3 16,3-2-24-16,1 2-40 0,-4 0-36 15,0 2-51-15,-1-1-61 0,-2 0-121 0,-3 3-438 16,-2-2 72-16,-2 3 18 0</inkml:trace>
  <inkml:trace contextRef="#ctx0" brushRef="#br0" timeOffset="141516.87">18523 2679 803 0,'0'10'300'0,"0"2"-11"0,4 0-94 16,-1 3-11-16,0 3-33 0,4 2 0 0,0 2-18 15,-1 1-10-15,2-1 2 0,2 5-25 16,3-1-13-16,-2 1 5 0,-1-1-28 0,4 2-7 16,-1-3-50-16,1 0-78 0,3-1-73 0,-13-4-242 15,13-2-300-15,-4-2 56 0,2-7 59 16</inkml:trace>
  <inkml:trace contextRef="#ctx0" brushRef="#br0" timeOffset="142133.1">18923 2751 609 0,'4'7'258'15,"-4"1"-17"-15,0 2-21 0,3-1-20 0,0 2-24 16,1 1 57-16,2-1-25 0,-2 1-24 0,6-1-15 16,-3-1-13-16,3 1-10 0,-3-3-13 0,4-1-10 15,-1 0-11-15,-1-3-14 0,2 1-9 0,2-3 3 16,-3-2-15-16,1 0-5 0,0-2-8 16,3-1-13-16,-4-3 13 0,-1-1-5 0,2-1-13 15,-4-2 0-15,-1-4-5 0,-2-1-10 0,-4-2 10 16,0-2-11-16,-3-5-4 0,-4-1-8 15,0-2 0-15,-4-3 0 0,1 4 5 0,-4 1-5 16,4 6-3-16,-3 1 16 0,2 2-11 0,1 2 8 16,-3 3-5-16,2 2 0 0,-2 3 6 15,-1 2-17-15,1 2-1 0,2 4 9 0,-3 2 6 16,1 1-1-16,-4 3-4 16,6 1-6-16,-2 1-12 0,3 2 10 0,3 1 4 0,0 1-4 0,0-1-5 15,3 0 7-15,1-1-17 0,3 0 12 16,0-1 3-16,0 1-13 0,6-1 5 0,-2-1 3 15,3 0-16-15,0-1 21 0,3 0-8 0,4-1-18 16,0-2-15-16,3 0-23 0,0-1-44 16,4-2-33-16,3 1-36 0,-5-3-43 0,5-1-77 15,-3 0-59-15,-1-1-87 0,4 0-269 16,-6-1 387-16,2-1 91 0,-3 2 104 0,-3-4 104 0,0 1 36 16,-1 1 46-16,-2-2 31 0,-1 4 30 0,-3-2 11 15,3 0 23-15,-3 2-13 0,-1-1-8 16,-6 2-12-16,11-3-13 0,-11 3-16 0,7-2 0 15,-7 2-12-15,0 0 5 0,10 5-16 16,-7 0-5-16,-2 0-74 0,2 2 5 0,0 3 1 16,0-2-4-16,1 4 14 0,0-1-19 0,-1 1 11 15,1 2-16-15,-1-1 16 0,0 2-3 16,1 0-3-16,-1-2 14 0,3-1-16 0,-5 1 0 16,6-1-46-16,-4 0-57 0,1-2-53 0,-1 1-220 15,0-3-356-15,4 1 84 0,0-5 47 0,-3 0 53 16</inkml:trace>
  <inkml:trace contextRef="#ctx0" brushRef="#br0" timeOffset="142350.72">19392 2521 931 0,'0'0'315'0,"0"0"-28"0,0 0-44 0,23 12-15 0,-12-6-11 15,-1 3-32-15,4 1-6 0,5 1-21 16,-1-1-12-16,-1 3-15 0,4 1-8 0,-1-1-3 16,0-1-94-16,1-1-21 0,0 0-10 15,-4 0-36-15,3 0-64 0,-6-1-54 0,3-1-163 16,-4-2-418-16,2 0 77 0,-2-2 61 0,-2-1 62 16</inkml:trace>
  <inkml:trace contextRef="#ctx0" brushRef="#br0" timeOffset="142582.84">19634 2326 847 0,'-10'-1'261'0,"10"1"-18"0,-10 6-20 0,3 1-26 16,-1 5-8-16,2 1 1 0,-4 7-34 15,3 0-15-15,-4 2-16 0,4 3-5 0,1 0-5 16,-4 3-27-16,3 2 16 0,3-3-14 0,-2 1-21 15,2-3 5-15,1 1-5 0,3 2-5 16,-3-1 62-16,3-2-19 0,-1 0-30 0,1-3-44 16,1-2-76-16,2 2-100 0,0-3-165 0,1-1-480 15,2-2 53-15,1-2 103 0,1-8 69 16</inkml:trace>
  <inkml:trace contextRef="#ctx0" brushRef="#br0" timeOffset="142783.6">19973 2731 852 0,'3'10'310'0,"1"0"-26"16,-1 2-28-16,0-4-26 0,0 6-30 15,1-3-16-15,-1 1-38 0,3 1-87 0,-4-1-80 16,1 0-132-16,3-1-528 0,-5-1 20 0,2-1 78 15</inkml:trace>
  <inkml:trace contextRef="#ctx0" brushRef="#br0" timeOffset="143033.53">20099 2188 947 0,'0'0'322'0,"17"4"-22"0,-6 0-37 0,2 5-20 16,3 0-22-16,2 5-22 0,6 4-20 15,-3 5 1-15,10 8-19 0,-5 2-15 0,2 1-8 16,-1 2-15-16,-6 3-11 0,0 2 6 0,-2-3-18 16,-7-5-10-16,-2-1 2 0,-4 3-26 15,-3 0-4-15,-6 1-14 0,-3 11 4 0,-4 2-17 16,-5-2-50-16,-5 1-87 0,-4 2-67 0,-11 6-584 15,-2-1-56-15,-4-3 139 0,4-15 45 0,-5-4 47 16</inkml:trace>
  <inkml:trace contextRef="#ctx0" brushRef="#br0" timeOffset="143883.44">15631 4567 573 0,'7'-7'230'0,"-4"3"-12"16,1 1-11-16,5 0-30 0,2-4-8 15,0 2-3-15,6 1-15 0,0-2 0 0,10-4-5 16,7 1-21-16,14-5-7 0,6 0 0 0,4 0-5 16,4-3-85-16,14-2 5 0,9-2 64 15,0-1 1-15,8 1-1 0,9-4-8 0,4-1-7 16,4-2-2-16,-1 1-1 0,4 1-12 0,27-8-14 16,0 0 4-16,4 1-9 0,-4-1 14 15,0 1-1-15,-28 8-5 0,2-1-17 0,30-6 9 16,-2 1-9-16,2-1 2 0,-30 7-13 0,1 0 10 15,1 0-2-15,25-8-18 0,-29 8 13 0,5-2-6 16,26-5-2-16,-29 6 1 0,-2 0-9 16,-2 0 5-16,-2 1-12 0,-4 1 10 0,-2 0 0 15,-3 5-5-15,-7-2 7 0,-3 4-12 0,-6-1 7 16,-15 7-10-16,-7-2-10 0,-6 5-18 16,-11 4-31-16,-10 0-56 0,-6 2-30 0,-7 4-104 15,-2 2-580-15,-8 4 43 0,-7-2 118 0,-11 5 47 16,-10-1 76-16</inkml:trace>
  <inkml:trace contextRef="#ctx0" brushRef="#br0" timeOffset="144349.96">16239 5260 716 0,'0'0'302'0,"0"0"-33"0,0 0-13 0,0 0-23 16,0 0-16-16,17 18-25 0,-10-5-10 15,7-1-23-15,0 3-93 0,7 3 6 0,-2 5-16 16,2-3 11-16,3 4-13 0,4 7-11 0,2-4-2 16,-2 4 8-16,-5-7-29 0,-2-4-27 0,0 3-55 15,-1-3-45-15,1 1-70 0,-1-3-163 16,-3-1-377-16,0-2 85 0,-7-6 58 0</inkml:trace>
  <inkml:trace contextRef="#ctx0" brushRef="#br0" timeOffset="144599.19">16574 5267 611 0,'0'0'231'0,"0"0"-19"0,0 0-22 16,0 0-11-16,0 0-28 0,3 17 0 0,-2-4-5 15,2 6-8-15,1 1-13 0,-1 5-20 16,1 2 16-16,-1 2-19 0,1 1-7 0,-1 5-11 15,3-1-2-15,-3 0-3 0,-2 0-7 0,6-2 69 16,-4 2-29-16,1-2-9 0,2-1 2 0,-2-3-21 16,2 1-45-16,5-4-6 0,-4-2-54 0,0 1-63 15,2-5-88-15,3-1-575 0,1-1 12 16,-2-4 80-16,-1-5 82 0</inkml:trace>
  <inkml:trace contextRef="#ctx0" brushRef="#br0" timeOffset="144966.84">16909 5676 829 0,'4'-6'320'15,"2"-1"-26"-15,2 4-17 0,-1 2-21 16,2-1-90-16,1 4-10 0,1-2-15 0,2 2-28 16,-1 4 4-16,4 2-17 0,-2 1-5 0,-4 0-16 15,3 7 72-15,-2-4-15 0,-1 2-24 16,-6 1-17-16,2 2 5 0,-3 0 0 0,-3 0-16 15,-3 0-15-15,-3 1-7 0,2-1 7 0,-3-2-10 16,-2 1-5-16,-2-4-13 0,-2-1 2 0,2-2-17 16,-3-2 2-16,4-2 13 0,-4-4-5 0,4-1-1 15,-1 0-9-15,-2-1 0 0,6-2-6 16,-2-1 6-16,1 1 2 0,1 1-3 0,4-3-14 16,-3 3 4-16,6 2 11 0,-4-6-14 15,4 6-4-15,-3-5 5 0,3 5 2 0,0 0 8 16,13-5-10-16,-13 5 0 0,16 2 5 0,-5-2-5 15,-1 1-1-15,5-1 6 0,-2 4-7 16,4-3-6-16,0 1-5 0,0 2-23 0,3-2-26 16,-2 0-56-16,3 4-59 0,-2-3-99 0,-1 2-580 15,2-4 37-15,-2 1 69 0,-1-2 84 0,-1-2 62 16</inkml:trace>
  <inkml:trace contextRef="#ctx0" brushRef="#br0" timeOffset="145199.01">17275 5696 1046 0,'3'-4'349'0,"-3"4"-22"0,1-7-40 16,2 1-18-16,0 2-31 0,4-1-16 16,4-4-22-16,2 2-16 0,1 0-28 0,-1 1-12 15,2-3-9-15,4 2-19 0,-1-1-1 16,2 0-20-16,-2 2-3 0,-1-1-36 0,0 2-20 15,3 0-28-15,-7 3-21 0,2-3-72 0,-2 4-45 16,-3-1-32-16,1 4-285 0,-4-2-352 16,-1 4 98-16,-6-4 38 0,7 2 76 0</inkml:trace>
  <inkml:trace contextRef="#ctx0" brushRef="#br0" timeOffset="145652.34">18106 4818 849 0,'0'-5'259'15,"-3"2"-13"-15,3 3-21 0,-4-7-26 16,4 7-19-16,-3-3-22 0,3 3-9 0,0 0-6 15,0 0-12-15,-14 17-14 0,10-2-1 0,1 3 4 16,-3 4-77-16,5 6-7 0,-2 6 10 0,-1 0-7 16,4 7 7-16,4 11 0 0,-1 4-5 0,4-2 15 15,0 1-15-15,3-2-5 0,1 2-5 16,-1-5 2-16,4 0 3 0,2-6-13 0,-1 0 72 16,4 0 2-16,2-3-28 0,0-3-10 15,-1-1-21-15,1-8-43 0,-5-5-69 0,5 0-59 16,0-5-100-16,-1-1-543 0,1-5 31 0,0-2 77 15,-8-5 95-15,1-4 48 0</inkml:trace>
  <inkml:trace contextRef="#ctx0" brushRef="#br0" timeOffset="146099.81">18328 5217 629 0,'0'9'256'0,"0"3"-8"16,0 3-38-16,0 0-28 0,3 3-10 0,4-1-14 16,1 5-27-16,1-5-3 0,1 2-5 0,5-2-29 15,1 0 6-15,1-2-15 0,0 0-3 16,1-4-13-16,3-2-5 0,-5-1-5 0,2-2-13 16,-2-4 5-16,2-2-3 0,-2 0 4 0,-1-2-22 15,1-6 9-15,-2-1-9 0,0-4-17 16,-4 0 8-16,0-6-6 0,-6-2-2 0,-1-2 0 15,0 4 0-15,-6-8-6 0,-4-5 6 16,-3-1-10-16,-7-6 4 0,0-3-12 0,-3 13 15 16,5 1-5-16,-5 3 13 0,3 5-15 0,0-3 12 15,0 7 8-15,3 3-7 0,-3-1 9 16,4 6-20-16,-2-1 6 0,-1 4-4 0,2 2 27 16,1 3-27-16,1 2-17 0,-1 3 13 0,0 2-1 15,2 3 75-15,1-1 0 0,1 3-21 0,4 1 0 16,2-3-7-16,0 4-11 0,2-3 14 0,1 3-22 15,1-3 6-15,2 3 0 0,0-5-5 16,5 3 10-16,2-1-8 0,0-1-15 0,7-2 5 16,0 1-13-16,4-2 0 0,6-2-25 15,0 2-31-15,-2-1-59 0,5-2-54 0,-2 1-107 16,3 2-520-16,-1-4 18 0,1 3 100 0,-5-5 85 16,-5 0 37-16</inkml:trace>
  <inkml:trace contextRef="#ctx0" brushRef="#br0" timeOffset="146435.44">18947 5241 706 0,'-1'6'292'0,"-2"4"-21"0,0 0-38 0,0 1-31 16,0 3-10-16,2 1-7 0,-2 0-22 0,0 4-14 16,6-1-16-16,-3-2-5 0,3 1-18 15,-3 0-3-15,4-4-17 0,2 3-8 0,-2-1-5 16,2-1-82-16,2-3 15 0,2-3-2 0,-3 1 27 15,6-3-32-15,-2 0 0 0,-2-3 4 16,6-2 3-16,-2-1-4 0,1-1 4 0,-4 0 0 16,7-7 8-16,-6-1-3 0,-1 1-4 0,1-5 1 15,-2 1-4-15,-2-5 12 0,-1 0-7 16,-5-4 0-16,-1 3 0 0,0-1-5 0,-4-1 12 16,1 1 65-16,-4 2-6 0,-2-2-18 0,1 5 8 15,-2 2-23-15,0-1 8 0,-1 1 0 0,-2 5-5 16,3-2-8-16,-4 2-6 0,0 5-29 15,3-3-35-15,1 5-53 0,0 0-33 0,10 0-46 16,-17 2-110-16,10 2-520 0,4-3 48 0,3-1 116 16,0 0 33-16,0 0 62 0</inkml:trace>
  <inkml:trace contextRef="#ctx0" brushRef="#br0" timeOffset="146615.54">19213 5097 1075 0,'11'-11'314'0,"6"3"-29"16,-7-3-24-16,7 4-34 0,-3 0-19 0,3 0-32 15,0-1-40-15,0 4-67 0,3-4-36 0,-2 3-63 16,2 1-106-16,-3 0-256 0,0 1-309 16,-6 2 79-16,3-4 51 0</inkml:trace>
  <inkml:trace contextRef="#ctx0" brushRef="#br0" timeOffset="146815.34">19269 4875 665 0,'0'0'243'0,"0"0"-2"16,0 0-34-16,6 21-2 0,-2-8-13 0,2-1-31 15,5 8-30-15,-1-2 2 0,0 2-8 16,4 5-10-16,-1-1-15 0,2 2 0 0,-2 4-21 15,0-5 1-15,4 2-26 0,-3 3-34 16,0-4-40-16,-1 0-80 0,2 1-364 0,1-4-224 16,-2-5 48-16,-1-1 64 0</inkml:trace>
  <inkml:trace contextRef="#ctx0" brushRef="#br0" timeOffset="147266.15">19719 4816 714 0,'0'9'261'16,"-3"0"-46"-16,6 2-18 0,-3 3-21 0,3-3-30 16,2 4 5-16,-2 1-33 0,4 0-8 15,-1-1 0-15,1-2-10 0,4 1-5 0,-4-1-21 16,5-1 5-16,-1-3-15 0,0 1 69 0,-1-4-10 15,4-4-13-15,-1 0-12 0,1-2-6 0,-1-2-13 16,2 0-2-16,1-4 2 0,-2-2-4 16,0-2-19-16,-1 0 3 0,-2-6-6 0,-1 2-14 15,-1-5 2-15,-1-3-5 0,-5 0-8 0,-2-6 0 16,-1 2-2-16,-1-2-3 16,-5-5 0-16,-5 2-11 0,4 4 12 0,-3-3-7 0,0 10 1 15,-1-3 16-15,-2 5-24 0,2 3 23 16,1 0-10-16,-4 5 10 0,4-1 8 0,-3 4-10 15,2 3-10-15,-2 1-1 0,3 4-5 0,-1 4 6 16,1-1-3-16,0 5-3 0,-1 3-5 0,5 0 11 16,-1 2-13-16,4 1 7 0,0-2-10 15,6 2 10-15,-3-1-9 0,3 3 4 0,1-1 3 16,5 1-1-16,2 0-9 0,-1-1-3 0,3 1-36 16,2-2-15-16,4-2-23 0,2 1-70 0,4-2-83 15,-1 1-383-15,-1-5-209 0,4 0 108 16,-3-5 60-16,0 1 76 0</inkml:trace>
  <inkml:trace contextRef="#ctx0" brushRef="#br0" timeOffset="147448.96">20287 4800 962 0,'0'9'274'0,"0"-1"-18"0,3 4-28 0,-2 4-8 16,2 0-28-16,0 1-90 0,1 1-5 15,2 3-12-15,2 0-8 0,-2 0-11 0,1-1 11 0,0 2-26 16,3-2-15-16,-3 0-36 0,3-1-61 16,-3-1-88-16,3-3-230 0,-3 1-309 0,0-4 58 15,-1-4 52-15</inkml:trace>
  <inkml:trace contextRef="#ctx0" brushRef="#br0" timeOffset="147698.56">20495 4460 724 0,'8'8'261'0,"2"3"-23"15,4 3-31-15,2 3-12 0,2 2-3 0,-2 3-41 16,2-1-13-16,2 2-10 0,1-1-5 0,-1 2-16 15,3-2-14-15,-2 1-1 0,0 1-13 16,-1-3-33-16,1 1-48 0,0-3-55 0,-2 1-112 16,-7-3-74-16,4-5-458 0,-2 1 58 0,-4-5 78 15</inkml:trace>
  <inkml:trace contextRef="#ctx0" brushRef="#br0" timeOffset="147949.15">20745 4378 880 0,'-7'-3'307'0,"7"3"-30"15,0 0-21-15,0 0-11 0,-13 11-22 16,6-2-21-16,4 0-15 0,-5 5-18 0,4 3-3 16,-2 1-20-16,0 4-7 0,2 3-17 15,-2 0-4-15,4 0-18 0,-4 1-10 0,3 1-14 16,-1-1 4-16,4 4-14 0,-3-3-4 0,0 0 7 15,2 3-5-15,1-1-57 0,0-1-30 16,1 0-43-16,2-2-65 0,0 2-227 0,1-1-453 16,5-7 50-16,-4 1 73 0,2-5 63 0,-1-7 85 15</inkml:trace>
  <inkml:trace contextRef="#ctx0" brushRef="#br0" timeOffset="148348.76">21026 4636 844 0,'6'-8'274'0,"1"5"-31"0,-1 0-23 0,2 3-17 0,-8 0-24 16,20 4-18-16,-9 4-15 0,2 0-5 16,0 1-26-16,-2 3-5 0,2 4-18 0,1 2 0 15,-7 2-12-15,3-1-6 0,-6 4-2 16,3 0-6-16,-7-2-17 0,0 1 10 0,-4 0-8 15,-3 2-13-15,0 5 54 0,-3-8-2 0,-3 0-3 16,3-2 0-16,0-1-10 0,-1-4 7 16,1-3-15-16,0 1-10 0,-1-7-8 0,1-1-2 15,3-4-8-15,-4 0 0 0,11 0 0 0,-13-7-13 16,6 2 8-16,0 1-8 0,3-2 0 0,-2 3 11 16,3-2-16-16,-1 2-5 0,4 3 7 15,-3-8-4-15,3 8-11 0,3-6-2 0,-3 6 2 16,7-2 5-16,-7 2-2 0,17 2 0 0,-7-1-6 15,1 4 6-15,6-3 8 0,4 4-8 16,-5-1-1-16,8 1 9 0,0 2-14 0,-3-1-7 16,3 0-28-16,0 2-51 0,-3-1-77 0,2 0-110 15,1-1-587-15,-6-3 42 0,-2 2 81 16,1-6 60-16,-6-1 94 0</inkml:trace>
  <inkml:trace contextRef="#ctx0" brushRef="#br0" timeOffset="148631.74">21432 4153 819 0,'10'8'304'0,"7"2"-25"0,0 3-13 0,4 4-28 16,3 3-20-16,7 10-23 0,3 0-1 0,0 6-17 15,-3 0-13-15,-1 4-1 0,-2 8-24 0,0-3-14 16,-1 4-2-16,-4 0-18 0,-2-5-5 0,-3 4 5 16,-5-2-3-16,1 0-28 15,-8-4-5-15,-5-5 6 0,-1 1-17 0,-1-1 9 0,-9 13-26 16,-3 0 10-16,-8 3-23 0,-10 6-23 16,-7-5-81-16,-5-1-111 0,-9-3-213 0,-3 0-426 15,-7-6 65-15,-9-4 88 0,-1-4 59 0,-7-5 58 16</inkml:trace>
  <inkml:trace contextRef="#ctx0" brushRef="#br0" timeOffset="149798.54">14421 8449 778 0,'0'0'314'0,"0"0"-32"0,0 0-26 16,-4 2-23-16,1 4-21 0,6 2-7 15,-3-2-23-15,3 6-8 0,-2 1-23 0,2 3-72 16,4 3-20-16,-3 1 0 0,2 4-21 0,-2 1 19 16,2 0-19-16,-2 0-2 0,-1 1 0 15,1-1-3-15,-1 2 3 0,-2 2-23 0,2-3-21 16,0 2-51-16,-3-3-56 0,3 0-36 0,-2-4-161 15,2-2-418-15,0-1 70 0,0-4 58 0,-2-3 52 16</inkml:trace>
  <inkml:trace contextRef="#ctx0" brushRef="#br0" timeOffset="150032.46">14417 8575 816 0,'3'-9'300'16,"1"-4"-19"-16,3 3-22 0,0-2-32 15,3-1-24-15,0 1-24 0,4-1-5 0,-1 1-108 16,5-1 9-16,-2 1-11 0,2-1-11 16,-1 3-12-16,0 1-7 0,1 1-19 0,-2 0-38 15,-2 1-51-15,0 5-26 0,-4-4-64 0,1 6-43 0,-2 0-67 16,-2 0-49-16,1 1-306 0,-5 5 53 15</inkml:trace>
  <inkml:trace contextRef="#ctx0" brushRef="#br0" timeOffset="150235.17">14510 8732 811 0,'0'0'281'0,"0"0"-76"0,0 0 59 0,3 8-11 15,-3-8-38-15,0 0-2 0,17-5-24 0,-17 5-2 16,17-9-31-16,-9 5-12 0,5 0-14 0,-3-6-12 16,7 3-13-16,-3 0-5 0,3 0-24 15,-4 2-14-15,2-2-8 0,1 1-39 0,-2 3-64 16,-4-2-43-16,0 2-115 0,1 3-267 0,-4 0-294 16,-1-1 98-16,-6 1 66 0,11 1 64 15</inkml:trace>
  <inkml:trace contextRef="#ctx0" brushRef="#br0" timeOffset="150465.47">14537 8976 918 0,'-3'6'290'0,"3"-6"-42"0,0 0-20 15,-3 3 0-15,3-3-70 0,0 0-19 0,0 0-9 16,16 1-33-16,-16-1 13 0,18-4-17 0,-5 0-1 15,4 1 54-15,0-4-8 0,4 1-28 16,3 1-3-16,0-2-27 0,3-2-24 0,0 1-53 16,4 0-60-16,-1-1-122 0,-2 0-195 15,3 1-378-15,-4-1 81 0,-3-3 72 0,0 2 46 16</inkml:trace>
  <inkml:trace contextRef="#ctx0" brushRef="#br0" timeOffset="150798.75">15016 8600 877 0,'0'0'267'0,"0"0"-29"0,3 22-18 15,1-11-31-15,2 0-17 0,-2 5-3 16,5 0-26-16,-1 2-12 0,2 4-6 0,0-3 0 16,4-1-32-16,-4 4-4 0,0-4-4 0,1-1-6 15,-4-2-7-15,2 0-19 0,-1-4-1 16,-1 0-9-16,-1 1 1 0,1-4 7 0,-4 0-13 15,0-4 16-15,2 2-28 0,-2-5-1 0,-3-1 11 16,0 0-13-16,0 0 5 0,0 0-2 0,0 0-3 16,-18-16-13-16,9 6-59 0,-2-4-9 15,-3-3 12-15,4-1 5 0,-4 0 7 0,4-4 11 16,-4-3 0-16,4 5 3 0,0-3-8 16,4-2 10-16,-2 4 10 0,1-1 13 0,1 0 0 0,3 4-18 15,3 1 13-15,0 0 3 0,3 1-18 16,0 0-11-16,1 4-35 0,2-1-19 0,5 2-55 15,-4 3-52-15,3 1-51 0,0-1-133 0,1 4-295 16,2-2 44-16,-2 2 49 0</inkml:trace>
  <inkml:trace contextRef="#ctx0" brushRef="#br0" timeOffset="151132.46">15347 8636 716 0,'11'15'251'0,"-4"2"-15"0,2-2-98 0,-2-4-26 16,1 3 4-16,1 0-4 0,-2-3-27 0,0 0 7 16,3 3-10-16,-3-4-21 0,-3 0 8 15,2-1-12-15,-2 3 1 0,3-5 14 0,-3-1-33 16,2 0 42-16,-3 1-4 0,0-4 3 0,-2 2 65 16,-1-5-9-16,0 0-8 0,0 0-23 15,0 0-3-15,0 0-14 0,0 0 6 0,-14-11-14 16,8 1-11-16,-2-2 5 0,1-1-2 0,-2 0 7 15,2-4-25-15,-1-3-1 0,-1 1 4 0,5 1 2 16,-2 0-6-16,2 1-4 0,0-1-5 16,1-1-9-16,3 1-1 0,0 1-9 0,0 0 9 15,0 2-14-15,3-2-15 0,1 4 0 0,3-2-23 16,-1 0-18-16,1 4-51 0,4-3-30 16,-4 6-70-16,6-2-87 0,-2 2-450 0,2 1-39 15,0 1 87-15,-2 2 67 0,2-3 56 16</inkml:trace>
  <inkml:trace contextRef="#ctx0" brushRef="#br0" timeOffset="151715.6">15675 8533 752 0,'0'17'282'0,"4"1"-34"16,-1-4-82-16,0-2-15 0,0 2-20 15,2 0 2-15,1-3-15 0,1 5-13 0,0-5-16 16,0 3-4-16,3-5-1 0,0 1-12 0,-3-2-11 15,1 1 8-15,1-1-7 0,-2-2-6 0,0-4-17 16,3 5 12-16,-3-5-8 0,-3-1-17 16,-4-1 22-16,13-1-4 0,-13 1 5 0,7-4-14 15,-7-2-4-15,0-1 15 0,0 1-20 16,-7-5 7-16,3 3 0 0,-5-4 6 0,2-1-1 16,-4-4 3-16,4 3-15 0,-3-1 35 0,1 0-17 0,1 1-11 15,1-3 69-15,1 3 1 16,2 1-16-16,1-3 0 0,0 2-23 0,3 2 5 15,3-2-13-15,0 2-5 0,1-1 11 0,5 1-14 16,2-1-12-16,-4 3 0 0,6 3-10 0,-2 0 12 16,2 6-25-16,1-1 7 0,0 4-2 0,3-2-5 15,3 7-5-15,-2 1 5 0,2 3-11 16,0 3 1-16,4 3 12 0,-4 1-10 0,1-1 5 16,0 1-7-16,-4 3 5 0,0-4 7 15,-4 0-7-15,2 0-8 0,-5 1 2 0,0-5 16 16,0-1-23-16,-3 2 8 0,-4-3-1 0,4-3 8 15,-4 2 11-15,1-3-1 0,-3 0-7 0,-1-1 8 16,0-6-9-16,-5 2-1 0,5-2-6 0,0 0-3 16,0 0 3-16,-23-9 1 0,12-3 4 15,1 1-2-15,0-4-1 0,-4-3 1 0,4-1 2 16,0-4-12-16,-1-3 19 0,5-6-11 0,-1 5-9 16,1-2 13-16,5 4-5 0,-3-1 11 15,4 2-16-15,0 3 5 0,4-1-3 0,-3 3 1 16,2 0 2-16,3 0-5 0,-2 1 3 15,3 5 4-15,3-2-12 0,0 0-15 0,3 7-19 16,-1-3-20-16,1 4-15 0,7 0-33 0,-6 5-55 16,6-3-45-16,-6 5-228 0,10 5-402 0,0-3 90 15,-3-1 71-15,-1 4 74 0,7-3 67 0</inkml:trace>
  <inkml:trace contextRef="#ctx0" brushRef="#br0" timeOffset="151865.34">16704 8358 970 0,'7'-5'266'0,"-3"2"-36"0,2-3-5 15,1 3-20-15,4-3-28 0,-1 2-26 16,0-2-41-16,7 0-44 0,-3 5-86 0,3-5-49 16,-4 4-131-16,5 2-468 0,-5 0 46 15,1 0 80-15</inkml:trace>
  <inkml:trace contextRef="#ctx0" brushRef="#br0" timeOffset="152065.14">16858 8561 1110 0,'0'0'369'0,"-4"7"-26"0,4-7-38 16,0 0-6-16,0 0-35 0,0 0-8 0,0 0-26 15,0 0-30-15,18-12-19 0,-8 6-6 16,7 0-22-16,-6 2-12 0,6-3-21 0,-7 2-17 15,3 2-50-15,1-4-22 0,-4 4-46 0,0-2-52 16,1 3-38-16,-1 1-87 0,-4 0-243 0,2 1-410 16,-8 0 118-16,0 0 49 0,10-3 71 0,-10 3 65 15</inkml:trace>
  <inkml:trace contextRef="#ctx0" brushRef="#br0" timeOffset="153015.47">17696 7925 696 0,'0'0'307'0,"13"10"-18"0,-6-2-28 16,4 2-92-16,-1 5-33 0,3-1-3 16,5 4-3-16,-2-2-19 0,5 1-14 0,-3 0-2 15,1 1-1-15,2-4-27 0,-3 0 7 16,1 0-5-16,-1 1-15 0,-1-4 2 0,0 2-28 16,-3-4-12-16,0 1-11 0,-1-3-13 0,1-1-20 15,-1-4 8-15,-3 1-6 0,-2-3-15 16,2 0 8-16,-10 0-19 0,13-3 1 0,-5-4 10 15,-5 2-12-15,0-5 19 0,1-1-2 0,-4 1 16 16,0-5-16-16,-1-2 21 0,-2-1-3 0,3-3 0 16,-3 2 23-16,-1 1 10 0,-3-6 11 15,4 7-3-15,-1 0 23 0,1 0 0 0,0 3 21 16,0-1-21-16,2 5-3 0,-2 0-12 0,0 5 7 16,3 1 6-16,0 4 7 0,0 0-30 15,0 0 30-15,0 0 0 0,0 25 0 0,3-8 6 16,0 2-9-16,-2 6 24 0,5 1-21 15,-3 7 10-15,1 1-20 0,-1 3 3 0,5-3 2 16,-5 0-10-16,3 1 10 0,-2-3 0 0,2 1-8 16,2-1-2-16,-1-3 5 0,-4-2-15 0,4 3 10 15,-1-5-3-15,-2 0 69 0,3 0-27 16,0-1 4-16,-4-3-15 0,4 1-10 0,-1-5-36 16,-1-1-29-16,1 1-58 0,1-2-28 0,-1-1-64 15,1-1-80-15,1 1-163 0,-2-6-375 0,1 1 37 16,3-3 77-16,-3-2 68 0</inkml:trace>
  <inkml:trace contextRef="#ctx0" brushRef="#br0" timeOffset="153465.51">18441 8325 939 0,'-11'-7'258'16,"5"0"-27"-16,-1 3-26 0,0 0-8 16,1 2-31-16,6 2-25 0,0 0-8 0,-15 7-13 15,6 0-12-15,2 3-6 0,2-2-23 0,-4 5 6 16,5 2-18-16,1 0 2 0,-3 2-5 16,5 0-8-16,-2-1-5 0,3 1-15 0,0-2 2 15,0 2-2-15,0-5 5 0,4 2-10 0,-1 3-11 16,3-9 6-16,1 6-8 0,-1-4-10 15,2-3 2-15,2 1-13 0,0-5-2 0,4 3 8 16,-4-5-1-16,4 0 3 0,-4-1-15 0,0-1 13 16,1 0-3-16,-1-5 5 0,0-1 0 0,-3-1-13 15,0-1 13-15,0 1-7 0,-4-2 12 16,4 0-2-16,-4 1 4 0,1 1 6 0,0 0 16 16,-1 0-19-16,0 1-5 0,-2 5-2 0,-1 2-3 15,6-6 8-15,-6 6-5 0,0 0 9 16,0 0-4-16,10 13 13 0,-7-7-13 0,2 3 17 15,1 2-19-15,1 0 7 0,-1-1-24 16,1 5-14-16,4-5-18 0,-4 5-14 0,3-7-37 16,4 7-29-16,-4-5-28 0,4 0-69 0,-1-2-66 15,4-1-428-15,-3 0 53 0,3-3 50 16,-3-1 68-16</inkml:trace>
  <inkml:trace contextRef="#ctx0" brushRef="#br0" timeOffset="153901.01">18858 8418 806 0,'0'0'302'0,"-10"-2"-36"15,10 2-25-15,-10 3-16 0,2 3-8 0,2 1-25 16,-1 2-12-16,0 0-14 0,1 2-12 0,1 2-8 16,2-1-88-16,0 2 6 0,0-3 5 15,3 3-22-15,0-3 4 0,3 3-8 0,0-4 6 16,0 1 5-16,2 1-11 0,1-2-12 0,-2-2 66 15,5 2-2-15,-2-3 2 0,4 0-18 0,-1-4-2 16,4 2-20-16,-1-3-11 0,1-2-8 0,0 0-10 16,2-2-15-16,2-3-21 0,0 1 6 15,-2-2-34-15,1-4-18 0,-3 2-10 0,3-6-13 16,-3-1-20-16,0 1-13 0,-4-2-18 16,-4 0 8-16,-2-8-8 0,2 6 7 0,-6-3 14 15,-3-5 10-15,3 0 12 0,-3-1 37 0,-4 1 45 16,1-5 16-16,2 6 33 0,-4 0 26 0,2 6 17 15,2 2 8-15,-2 1 14 0,0 0-22 16,2 4-17-16,0 2 2 0,1 7-7 0,2 2-14 16,1 1 6-16,0 0 8 0,0 0-24 0,-3 19 3 15,6-4 3-15,-3 1-3 0,4 2-5 16,3 7-15-16,0-1 9 0,0 2-6 0,3 5-9 16,0-4 1-16,0 5-6 0,0-4-10 0,-2 4-13 15,2-1-43-15,0-2-41 0,1 2-59 0,-1-4-59 16,-1-2-197-16,-1-3-353 0,-1-6 35 15,-4-4 65-15,0-2 71 0</inkml:trace>
  <inkml:trace contextRef="#ctx0" brushRef="#br0" timeOffset="154832">18984 8575 749 0,'-7'-7'274'16,"4"-3"-25"-16,-3 3-4 0,5 2-30 0,1 0-17 15,0-3-30-15,1 1-4 0,2 0-23 16,3 0-13-16,1-2 0 0,4-1-36 0,-1-1 11 15,7-3-22-15,-3 3 1 0,6-3-10 0,0 2 0 16,-2-1-13-16,0 1-18 0,4 0 2 16,-4 3-2-16,-2 0-10 0,-1 4 2 0,1 0-7 15,-2 0 2-15,-3 2-13 0,-1 3-2 0,0 0-5 16,0 0 10-16,-10 0-11 0,15 4 6 16,-6 2-10-16,-5 0 4 0,2-4 9 0,-2 5 2 15,0 0-1-15,-1-3-11 0,1 3-6 0,-1 0 23 16,0 0-11-16,1-4-14 0,-1 4-8 0,0-1 2 15,1-2-10-15,0 1-8 0,2-2 11 16,-2 0 2-16,2 1 6 0,-6-4 1 0,10 0-11 16,-10 0 11-16,14 0-4 0,-14 0 2 15,13-4-2-15,-9 2 15 0,-4 2-10 0,11-1 8 16,-4 1 10-16,-7 0-24 0,0 0 4 0,10-2 7 16,-10 2 0-16,10 0 2 0,-10 0-7 0,10 2-8 15,-6 1 16-15,2 1-6 0,2-3 3 16,-2 5 5-16,1-3-5 0,0 2 8 0,4-2-3 15,-2 3 8-15,-2-4-5 0,3 0 7 0,1 2-12 16,-1-3 9-16,4 1-6 0,-1-1-1 16,0-1 7-16,-1 0-1 0,1-3-11 0,1 3 5 15,-1-5 3-15,1 3 4 0,0-3 4 0,-4 2-16 16,4-4 12-16,-4 2-1 0,0-2-9 16,0-2 3-16,-3 0 8 0,-3-3 8 0,2 3-14 15,-2-1-9-15,0 0 4 0,-1-2-2 0,-3 3-2 16,0 2 9-16,0 1 4 0,0 0-11 15,-3-1 2-15,3 1-7 0,-5 2 13 0,5 4-11 0,-9-5 16 16,5 3-13-16,4 2 10 0,-10 0-12 16,10 0-1-16,-11 6 3 0,5-5 0 0,2 6-13 15,-2-4 13-15,3 3 5 0,-1-4-10 16,0 5 0-16,1-3 3 0,2 2 2 0,-2 0-3 16,3-6-7-16,-3 9 10 0,3-6-10 0,0 4 7 15,0-7-2-15,0 6 8 0,0-6-6 16,0 8-5-16,0-5 6 0,3 2 15 0,-3-5-16 15,3 4 3-15,-2 2 3 0,-1-6-3 0,7 3-13 16,-4 1 28-16,-3-4-10 0,4 4-2 0,2-3 12 16,-6-1 0-16,10 3-9 0,-10-3 4 15,15-4-5-15,-9 1 3 0,1 2-6 0,0-5 3 16,3 5 3-16,0-6-8 0,-3 1 0 0,1 0-3 16,-2-1 9-16,1-5-14 0,-4 1-2 15,4 3 2-15,-4-9 0 0,4 3-17 0,-6 1 2 16,2-5-13-16,-3-1-3 0,0 0 4 15,0-3 6-15,0-3 12 0,-3 3-7 0,2-6 4 16,-2 1 7-16,-1 1 3 0,0 1-5 0,-2 0 12 16,3 1 18-16,-1 6 14 0,1 2-14 0,0-1 5 15,0 7-7-15,2-2-8 0,-3 6 16 0,1 1-3 16,3 5-5-16,0 0-3 0,0 0 15 16,0 0-2-16,7 26-2 0,-3-11-1 0,-1 2-2 15,4 6 3-15,-1 1-1 0,5 2 1 0,-4-2-6 16,3 4 8-16,0-3-10 0,4 0 7 15,-1 1 1-15,1-2-6 0,-1 1 65 0,-1-3-29 16,1-4-36-16,0 0-30 0,1-1-67 0,-1-2-90 16,2 1-639-16,-2-7 43 0,1-1 82 15,-4-6 74-15,0-1 70 0</inkml:trace>
  <inkml:trace contextRef="#ctx0" brushRef="#br0" timeOffset="155066.1">20273 8032 990 0,'0'0'310'0,"18"-7"-39"0,-12 1-28 0,4 3-7 15,4-5-26-15,3 1-26 0,4-1-25 16,0 1 2-16,1-3-33 0,-1 3-13 0,3-1-36 15,-7 4-20-15,4-2-41 0,-4-1-36 0,-3 4-87 16,0-2-76-16,-4 2-208 0,0 2-320 0,-2 0 35 16,-2-2 78-16</inkml:trace>
  <inkml:trace contextRef="#ctx0" brushRef="#br0" timeOffset="155698.57">20961 7471 650 0,'-8'-3'220'0,"8"3"-8"0,0 0-17 0,0 0-1 16,0 0-2-16,8 15-18 0,-2-6-7 0,1 0-6 16,3 5-30-16,7-1-3 0,-3 1-26 15,0 2-7-15,3 1 7 0,3 0-15 0,1 2-8 16,-1 2 3-16,1-2-15 0,-1-1-6 0,-3 4-17 15,1-6-52-15,-2 1-56 0,-1-5-31 16,-2 5-50-16,1-2-124 0,-1-5-353 0,1 2-34 16,-4-6 40-16,0-1 65 0</inkml:trace>
  <inkml:trace contextRef="#ctx0" brushRef="#br0" timeOffset="155965.62">21303 7418 724 0,'0'0'264'0,"-4"-2"-34"16,4 2-18-16,0 0-17 0,-7 12-29 15,7-4-15-15,-1 6 5 0,-2 3-17 0,0 6 1 16,3-2-12-16,-3 9-23 0,3-4-5 0,-4 3-10 16,4 0-1-16,-3-1-4 0,3 2 2 15,-3 5-13-15,3-7-2 0,0 1-8 0,0-1-5 16,0 2 0-16,0-2-1 0,3 1-9 0,-3-3-13 15,3 1 2-15,-3-2 1 0,3 0-14 0,-2 1-9 16,2-2-22-16,0 1-24 0,1 0-14 0,-1-7-76 16,1 2-46-16,3-2-21 15,-4-2-120-15,0-5-159 0,4-1-210 0,0 0 44 0,3-5 51 16</inkml:trace>
  <inkml:trace contextRef="#ctx0" brushRef="#br0" timeOffset="156414.14">21528 7868 926 0,'9'18'271'0,"-8"-5"-84"0,2 3-8 16,5 2-30-16,-2 5 2 0,-2-1-5 0,6 1-31 16,0 8 3-16,-3-5-13 0,3 2-16 15,1 4-7-15,-1-7-2 0,-1 3-6 0,2-6-15 16,-4 1 7-16,0-6-9 0,0 0 4 15,-1 1-18-15,1-8-2 0,-3 5 16 0,2-7-19 0,-2 1 16 16,-1-1 5-16,-3-7-31 0,0-1 10 16,0 0 1-16,0 0-9 0,0 0-9 0,-10-19 5 15,4 2-3-15,-2-1-3 0,-2-4-7 0,0-10 10 16,-1 3-8-16,-2-13-7 0,0-5 7 16,2 4-15-16,1 3 16 0,3 5-21 0,4 3 28 15,-1-3-11-15,1 2-9 0,3 2 5 0,3 5-8 16,-3 1 10-16,4 0-8 0,3 1 11 15,-4 6-10-15,4 2 7 0,-1 0-18 0,2 5 6 16,2 3 4-16,-1 1-7 0,-2 5 5 0,1 1 5 16,-8 1-7-16,17 4 7 0,-11 3-3 0,2 0 6 15,-2 4-10-15,-3 3 9 0,-2 2 6 16,-1-4-13-16,-4 8 8 0,4-1-6 0,-6 0 11 16,-2 5-13-16,2-1 10 0,-1-3-12 0,-3 2 9 15,2-2-4-15,-2 2-36 0,0-3-31 16,0 2-69-16,3-8-29 0,3 0-155 0,-2-3-448 15,3 4 86-15,2-8 44 0,-2-2 80 0</inkml:trace>
  <inkml:trace contextRef="#ctx0" brushRef="#br0" timeOffset="156765.34">21753 8101 1011 0,'0'0'291'0,"11"-7"6"15,-5 4-43-15,-2-5-19 0,3 1-33 16,-1-1-7-16,2 0-18 0,2-2-16 0,-1-4-23 16,-1 4-5-16,-1 0-18 0,0-5-2 0,-1 4-26 15,1-4-8-15,-3-2-4 0,-1 2 4 0,-3 0-20 16,0 2 10-16,0-2-10 0,0 0-11 16,-3 4 4-16,-1-2 4 0,4 2-5 0,-4 2-10 15,1 0-5-15,0 2-3 0,0 1-17 0,-1 5-1 16,4 1 11-16,0 0-11 0,-17 7 21 15,13 0-18-15,-2 2 12 0,-1 3-22 0,4 3 5 16,0 2 12-16,3 1-9 0,-1 3-14 0,1-2 6 16,1-1 2-16,2 4 3 0,0 1 5 15,4-3-15-15,-1 3-1 0,-2-4 8 0,7-1-5 16,-5 3 1-16,4-3-6 0,-4-2-44 0,2-1-2 16,-1-3-46-16,0 3-64 0,3-4-87 15,3 3-252-15,-3-4-321 0,-3-3 94 0,4-1 59 16,-4-5 64-16,2-1 82 0</inkml:trace>
  <inkml:trace contextRef="#ctx0" brushRef="#br0" timeOffset="157197.62">21918 8033 616 0,'3'-9'241'0,"0"-4"-18"16,-2 2-21-16,5-4-18 0,0 1-30 0,-2 0-6 15,4 0-22-15,1-1-3 0,-2 3-6 16,4-1-19-16,-1 1-11 0,3-1-11 0,-2 1-12 15,2 2-35-15,2 0-22 0,-2 0-38 0,4 2-38 16,-3 4-30-16,-1-2-73 0,4-1-74 16,-3 4-378-16,0 3 50 0,-1-2 29 0</inkml:trace>
  <inkml:trace contextRef="#ctx0" brushRef="#br0" timeOffset="158101.13">22260 8024 762 0,'0'0'218'0,"0"0"-31"0,16-13-11 0,-12 9-22 0,3-3-3 16,-4 0-38-16,4 0 7 0,-4 3-15 16,1-3 2-16,-1-2-20 0,0 1 3 0,1 0 0 15,-4 1 2-15,0-3 0 0,0 2-36 16,-4 1 21-16,4-3-16 0,-3 3 1 0,0-1-11 15,-1 1-18-15,-2 4 11 0,2-2 2 0,-2 2-13 16,-2 3-18-16,8 0 16 0,-16 1-8 16,9 1-7-16,-4 5 2 0,4 1-3 0,-2 0 5 15,5 1 3-15,-3 2-7 0,3 1 7 0,4 1-3 16,-3 1 1-16,6 1-16 0,0 0 13 0,1-4 7 16,4 6-9-16,-2-4 9 0,4-1-12 15,1-2 13-15,-1 2-6 0,6-3 8 0,-1-2-2 16,1-2 2-16,5 0-20 0,0-3 81 0,-1-2-4 15,7-2-13-15,0-3 9 0,-2 2-24 16,5-4-3-16,-5-1-6 0,2-2-15 0,-4 2 3 16,2-7 0-16,-2 4-10 0,-5-5-6 15,-2 1-7-15,-5-3 0 0,0 1-6 0,-5 2-22 16,-2-3 15-16,-1 1-13 0,-3 2 6 0,0 4-1 16,0-3 8-16,-3 4-3 0,-1 2 3 0,-2 1 3 15,-5 5-1-15,4-3 4 0,-3 9-9 0,-4-1 0 16,1 4-7-16,3 1 13 0,-4 2 7 15,4 3-23-15,0-1 8 0,-1 2 5 0,4-2 3 16,1 4-6-16,2-1 1 0,1 0 2 0,3-4-11 16,0 4 16-16,0-5-12 0,3 0 9 15,1 3-7-15,2-5 13 0,1 0 0 0,4-5-8 16,-1 3 0-16,-1-5 7 0,2-1 1 0,-1-1 2 16,3-5-10-16,-1 3 5 0,0-5 3 0,-1 0-3 15,0-5-2-15,-1 1 12 0,3-5-2 16,-3-4-21-16,-3 3-5 0,0-4-5 0,-4 1 8 15,2-4-5-15,-2 0 2 0,-3-4-2 0,0 1-6 16,-3-7-7-16,-2 2 8 0,-1 1-1 16,-1-3 3-16,0 5-7 0,1 1 12 0,-2 5 23 15,-2 0 3-15,4 5 0 0,-1 4-11 0,-1-1 3 16,2 7-2-16,2 2 12 0,-2 4-10 16,6 3-7-16,0 0 4 0,-14 12 9 0,10 2 4 15,1 3 5-15,3 1-4 0,0 4-11 0,3 3 5 16,1 1-7-16,3 2 22 0,0 3-2 15,3-3 5-15,0 1-7 0,4-3-8 0,-1 1 0 16,4-2-6-16,-3-2 6 0,6-3-3 0,-6-4 3 16,4 0-5-16,2-1-1 0,0-7-4 0,4 2 10 15,-6-7-16-15,2 1-20 0,1-4 13 0,1-1 0 16,-4-5-8-16,0-1 2 0,-5-1-14 16,4-2 2-16,-7-5 7 0,1 3 8 0,-4-3 13 15,0 0-2-15,-1 4 20 0,-2 2 17 16,3-1-17-16,-4 0-5 0,-2 5-5 0,2-1 5 15,0 3 5-15,-3 3-6 0,0 0-4 0,0 0 12 16,0 0-22-16,7 11 20 0,-7-3-5 0,3 1-8 16,0-1-13-16,1 5-7 0,0-1-34 15,-1-2-15-15,1 2-64 0,-1-2-38 0,0-2-100 16,1 2-528-16,2-3 21 0,-3-1 95 0,2-4 56 16,-5-2 82-16</inkml:trace>
  <inkml:trace contextRef="#ctx0" brushRef="#br0" timeOffset="158664.51">23302 7674 954 0,'-3'-6'300'15,"3"6"-29"-15,-7-7-30 0,7 7-29 16,-10 0-15-16,10 0-12 0,-11 7-17 0,1 0-9 16,3 1-26-16,-3 2 5 0,4 4-15 15,-5-2-18-15,7 2-15 0,-3 3-72 0,1-2 0 16,3 1 7-16,-1-3 29 0,3 3-23 0,1-1 10 15,1-4-16-15,-1 3 1 0,4-3 12 0,-1 3 44 16,4-4-10-16,-1 1-6 0,1-1 14 16,1-5-24-16,2 2 13 0,2 0-20 0,0-4-3 15,-2-3-10-15,7 0-5 0,-4 0-6 0,5-3-22 16,1-3-21-16,-1-2 0 0,-1 0 5 16,0-2-15-16,-3-5-34 0,0-2 4 0,-1 0 1 15,-2-2-9-15,-4-3 12 0,2-3-7 0,-5-2-3 16,-4 0 15-16,0-4-2 0,0-4 0 15,0 5 20-15,-4-4 3 0,1 7 12 0,0 1 37 16,0 2 38-16,-1-1-3 0,1 8 3 0,-1 0-3 16,4 5 8-16,-4 2-20 0,1 6-3 0,3 0-6 15,0 4 1-15,0 0-2 0,0 0-4 0,-7 22 9 16,7-11-24-16,0 7 5 0,3 3 9 16,1 0-9-16,-1 4-2 0,5 0-5 0,-5 3 2 15,4-2 1-15,0 2-22 0,-1 2-24 0,5-3-32 16,-5-2-43-16,-2-2-58 0,3-3-163 15,-1 2-462-15,-1-6 33 0,-2-4 59 0,0 0 81 16,-3-6 52-16</inkml:trace>
  <inkml:trace contextRef="#ctx0" brushRef="#br0" timeOffset="159581.44">23415 7786 778 0,'-1'-5'230'0,"1"5"-20"0,0-6-18 16,0 6-13-16,4-7-13 0,4 4-4 0,1-4-32 15,1 5-15-15,5-5-2 0,1 1-8 0,5-5-15 16,0 0-11-16,-1 0-10 0,4 1 0 16,0-5-20-16,3-1 15 0,1 3-5 0,-5-2-8 15,4-1-10-15,-3 1 5 0,-3 1-18 16,-4 1 10-16,1 1-4 0,-2-1-4 0,-2 4 1 16,-4-4 0-16,0 5-6 0,-2 1 6 0,1 1-3 15,-5-1-2-15,2 2-6 0,-5 2-12 0,-1 3 5 16,0 0 0-16,0 0-6 0,0 0 11 0,0 0-13 15,-21 17 6-15,14-9-6 0,-3 3 10 16,4 2-2-16,-1-1-8 0,-1 2 0 0,5 1 3 16,-1-2 5-16,1 3-16 0,3-2 21 15,0 3-8-15,2-6 6 0,0 6-6 0,4-2-2 16,-1-1 15-16,5-3-21 0,0 2-2 0,3-3 10 16,1-2 3-16,3-1 0 0,0-3 7 0,4 1-4 15,0-2-24-15,2-3 36 0,1-2-15 16,4-3-13-16,-1 2 0 0,2-2 10 0,3-4 1 15,-1 1-19-15,3-3 10 0,-3-3-20 0,-3 3 6 16,-1-6-14-16,-3 2 11 0,-1-2-3 16,-8 2-13-16,1-2-15 0,-5 1 13 0,-4 3 15 15,-1-2-18-15,-2 5 5 0,-4-2-2 0,-1 2 13 16,-5 3-6-16,-1 4 11 0,-1-1 2 16,-5 4 10-16,-3 4-4 0,2-1 14 0,-3 7 9 15,-4 1-19-15,4 0 16 0,0 4-8 0,0-2 15 16,4 2-12-16,1 2 15 0,3-2-18 15,2-1 21-15,2 0-13 0,0 0-3 0,1 0 0 16,4-5-5-16,0 1 18 0,4 0-25 0,1-2 9 16,0-1 1-16,2 0 2 0,2-4-5 0,-1-3-10 15,2 0 3-15,3-2 9 0,-2 1-1 16,3-6-12-16,3-1 17 0,-4-1 7 0,2-6-11 16,-2 3-7-16,1-6 3 0,-4-3 10 0,0 1-13 15,0-4 10-15,-3-6-18 0,-3 4-2 16,2-8-23-16,-6 4 7 0,0-5-2 0,-3-1-5 15,0-3 4-15,-1 3 4 0,-2 1 12 0,-2-1-2 16,1 6 28-16,-2-1 7 0,5 9-2 16,-4 2-8-16,2 5 6 0,2 7-4 0,-2 1 1 0,0 5 15 15,6 2-25-15,-12 9 35 0,6 3-4 16,3 2 1-16,-1 7 60 0,1 4 23 0,3 3-21 16,0 2 23-16,3 6-40 0,4 13 4 15,3 0-25-15,1-5 41 0,2 3-36 0,4-6-72 16,-3 0 24-16,3-7-9 0,-3-8-12 0,0 0-5 15,2-1 12-15,-2-7 6 0,-3-1-10 16,0 0 2-16,-2-2 2 0,-2-5 6 0,0-3-13 16,-1 1-16-16,-2-5-40 0,0 0-24 0,-4-3-38 15,0 0-2-15,0 0-21 0,0 0-36 0,0 0-2 16,-8-17 13-16,5 11 17 0,-1 4 29 0,-2-4 2 16,3 3 25-16,-1-2 1 0,1 2 15 15,-1-3 26-15,4 6 15 0,-7-7 28 0,4 6 29 16,3 1 25-16,-4-7 7 0,4 7 6 0,-6-3 25 15,6 3-20-15,-3-2 5 0,3 2-10 16,-4-5-3-16,4 5-13 0,0 0 3 0,0 0-2 16,0 0-29-16,0 0-74 0,-14 2-179 0,11 3-520 15,-4-2 105-15,0 1 46 0,-4-1 57 0</inkml:trace>
  <inkml:trace contextRef="#ctx0" brushRef="#br0" timeOffset="-192024.72">29633 4195 901 0,'0'0'281'0,"3"26"-25"0,0-9-28 0,1 4-26 15,-3-1-20-15,7 12-16 0,-3 3 1 0,2 19-24 16,4-3-13-16,1 2-4 0,-2 2-13 15,1-5-14-15,-1 2-12 0,-3-2-5 0,4 0 0 16,-1 0-13-16,-3-2-18 0,2-10-10 0,-4-3-41 16,1-4 6-16,-2-3-68 0,-1-2-45 0,2-1-62 15,-3 0-131-15,1-6-381 0,-3-2-2 16,3-3 74-16,-1-6 40 0</inkml:trace>
  <inkml:trace contextRef="#ctx0" brushRef="#br0" timeOffset="-191791.5">29903 4366 806 0,'0'0'340'16,"6"15"-17"-16,-5-3-21 0,5 6-23 0,-1 9-33 16,1 7-16-16,1 14-23 0,3 0-12 15,1 2-8-15,-1-1-21 0,-1-5-2 0,-1 5-34 16,2 0 9-16,-3-4-37 0,1-4-7 0,-6-4 15 15,5-3-26-15,-3 0-7 0,2-2-26 16,-2-3-35-16,-4-2-80 0,3-2-62 0,-3-4-76 16,0-2-625-16,0-2 41 0,-3-5 100 0,-4-6 69 15,0-1 36-15</inkml:trace>
  <inkml:trace contextRef="#ctx0" brushRef="#br0" timeOffset="-191541.19">29574 4957 934 0,'-6'-3'322'0,"6"3"-45"16,0 0-37-16,0 0-20 0,0 0-17 0,0 0-19 16,0 0-23-16,21-4 1 0,-5 1-1 0,2 1-18 15,12-1-7-15,1 2-26 0,7-4-3 0,3 3-14 16,3 0-6-16,-3-2-18 0,1 2-5 15,-1 1-3-15,-4-2 6 0,-6 3-32 0,0-1-22 16,-7 0-43-16,0-1-52 0,-6 2-49 0,-2 0-5 16,-6 0-15-16,0 2-56 0,-6 0-400 15,-4-2-94-15,0 0 25 0,-14 6 90 0,1-2 54 16</inkml:trace>
  <inkml:trace contextRef="#ctx0" brushRef="#br0" timeOffset="-191124.51">29431 4950 1041 0,'-11'-3'325'0,"11"3"-7"16,0 0-29-16,-6-1-25 0,6 1-13 0,0 0-31 15,0 0-21-15,18 13-76 0,-5-9-23 0,4 8 15 16,3 1-38-16,6 8 7 0,7 4-4 16,1 2 4-16,4 4 3 0,-1 2-25 0,0 1 4 15,-5 0-7-15,2 1-10 0,0 3-18 0,-1-4 12 16,-2 0-10-16,-6-5-2 0,-4-1 0 0,0-8-6 15,-8-3 9-15,3 1-14 0,-2-3-2 16,-2-1-8-16,-3-3 29 0,1 0-29 0,-3-1 0 16,1-1 11-16,-2-4 7 0,0-1 36 0,-2-1-8 15,3-2-53-15,-7-1 4 0,12-4 4 16,-7-5-4-16,2-7-2 0,-1-6 6 0,-2 1-22 16,2-4 14-16,-1-4 5 0,1-3-21 0,-1-1 28 15,-3-2 3-15,4 0-8 0,-3 1 13 0,1 0-7 16,3 1-4-16,-3 0 17 0,-1-1-22 15,4 1 4-15,-1 2-4 0,2 2 9 0,-3 4-9 16,-3-3 3-16,4 6 6 0,-2-1 17 0,-1 5-15 16,3-1-8-16,-5 4 8 0,6 0-13 0,-4 2 6 15,0 2-9-15,-2 2-4 0,-1 0-27 16,3 1-45-16,-3 1-64 0,0 1-51 0,0 5-21 16,0 1-133-16,0 0-476 0,0 0 46 0,-18 6 104 15,9-4 60-15,-3 4 56 0</inkml:trace>
  <inkml:trace contextRef="#ctx0" brushRef="#br0" timeOffset="-189908.59">28488 5921 816 0,'0'0'356'0,"0"0"-41"16,0 0-31-16,0 0-5 0,0 0-33 0,0 0-11 15,0 15-38-15,3-3-5 0,-3 3-26 0,5 1 3 16,-3 5-23-16,1 0-13 0,3 2-10 15,-4 2-18-15,4 0-7 0,-3 2-14 0,1 0-10 16,-1-2-28-16,0 2-41 0,-2-2-30 0,6 0-57 16,-2-2-59-16,-3 0-89 0,1-3-257 0,0-2-288 15,1-2 48-15,-1-6 90 0,0 1 68 16</inkml:trace>
  <inkml:trace contextRef="#ctx0" brushRef="#br0" timeOffset="-189141.18">28259 6053 829 0,'0'0'279'0,"-7"-5"72"0,7 5-29 0,0-6-43 16,0 6-20-16,0-6-26 0,0 6-21 0,11-7-18 16,-5 4-17-16,4-2-21 0,7 0-18 0,0-2-10 15,4-1-7-15,3-1-11 0,2 1-15 16,3-5-6-16,-2 2-12 0,8-1-11 0,-2 0-96 15,-2 1 7-15,-3-4 0 0,-2 3 2 16,-1-2-7-16,-2 1-5 0,-5 1 0 0,-1-1-1 16,-3 2 14-16,-4 1 4 0,0-4-9 0,-1 6-3 15,-4 0 7-15,1-1 13 0,-2 1-2 16,1 3-3-16,-3-1 1 0,1 0-6 0,-3 6 10 16,3-1-5-16,-3 1 0 0,0 0-2 0,4 19 2 15,-3-6 6-15,-1 4-9 0,3 2 9 0,0 1-6 16,2 5 8-16,-3 0 5 0,4 2-8 15,-2-1 5-15,-1 1 3 0,3-2 6 0,-4 0 1 16,1 0-14-16,0 0 9 0,1-2 1 0,-1-5-3 16,0 1 7-16,0-3-2 0,-1-2 1 0,-1 0 4 15,0-4-3-15,-1 1 24 0,4-4-3 16,-4 0-2-16,0-3-6 0,0-4-4 0,0 0 4 16,0 0-7-16,0 0 5 0,-4-18-5 0,4 6 10 15,0-1-18-15,4-2 13 0,-1 0-21 16,-1 1 19-16,0-2-9 0,1 2 9 0,3 3-16 15,-5 2 2-15,5-2-2 0,-2 4 0 0,3 1-7 16,0 3 4-16,2 0 6 0,1 3-6 16,-10 0 8-16,18 5-7 0,-8-3 7 0,1 5-3 0,-1 0 6 15,4 2 0-15,1-2 2 0,1 0 0 16,-3 2-12-16,5-3-6 0,-2 2 3 0,2-1 18 16,1-1-11-16,-1 1 8 0,-1-5-12 0,3 3 7 15,-2-3-3-15,-1-2 1 0,0 0-3 16,3-6 5-16,-2 4 3 0,-1-5-6 0,0 0-22 15,-3-3 12-15,-1 1-5 0,0-4 3 0,-2 1-13 16,-4-5 5-16,-1 3-7 0,-2-3 2 16,-1 2-8-16,-3 1 8 0,0-1-3 0,0 2 3 15,-3 1 8-15,2 4 7 0,-5-3 6 0,3 1-6 16,-4 6-2-16,0-2 12 0,-3 3-7 16,0 1 5-16,0 2 0 0,-1 3-5 0,-2 0 15 15,2 3-7-15,-2 1 7 0,3 4 3 0,-1-3-11 16,1 4 6-16,3 0 2 0,1 1-2 0,5-1-5 15,-3 1-1-15,4-1 6 0,4 1 7 0,0 0 1 16,2 1-11-16,1-3-3 0,0 3-12 16,7-3-5-16,-1 1-21 0,3-3-46 0,-4 0-18 15,8 0 13-15,-6-5-56 0,3 2-80 16,0 1-158-16,0-5-346 0,-3 0 38 0,3 0 82 16,-4-2 88-16</inkml:trace>
  <inkml:trace contextRef="#ctx0" brushRef="#br0" timeOffset="-188458.45">29503 5911 696 0,'-10'-2'181'0,"10"2"-9"0,0 0 2 0,0 0-26 15,0 0-12-15,-18 4-5 0,12 0-14 0,3-1-4 16,1 2-8-16,-3-2-10 0,5 4-3 0,-4 0-3 15,4 1 1-15,0 1-21 0,4 0 0 16,1 2-12-16,0 3-4 0,1 2 4 0,1 0-11 16,4 1 0-16,-1 1 5 0,-3 0-15 0,4-2-3 15,-1 1 0-15,0 4-2 0,2-3 2 16,-7-5 1-16,2 2-11 0,2-1 0 0,-8-3-10 16,6 2 10-16,-4-3-11 0,-2 0-4 15,-1-2 20-15,0 1-7 0,-4-2-6 0,0-1 70 16,1-3-6-16,-1 1-10 0,4-4 3 0,-10 0 2 15,10 0-15-15,-10-6 10 0,3 0 0 0,3 4 13 16,1-7-10-16,0 1 7 0,0 0-15 16,3-3-13-16,0-1-2 0,3 1 12 0,3-3-15 15,-2 3-15-15,6-4 2 0,-1 1-10 0,2-3 8 16,1 4-11-16,1-3 6 0,4 0-5 0,-3 0-1 16,3 1 3-16,-2 3 0 0,-2-3-5 15,-1 6 2-15,-2-1-7 0,0 3-5 0,-5-1 10 16,2 0-8-16,-4 2-12 0,0 1 2 15,3-1-13-15,-5 2 18 0,-1 4-8 0,0 0 1 0,0 0 7 16,0 0-20-16,0 0 15 0,-24 12-8 16,14-3 13-16,0-1 0 0,3 3-5 0,0-1 5 15,-3 3-2-15,3 2-1 0,4-3-14 16,-1 2 4-16,1-2 21 0,3 2-8 0,0 2 2 16,0-4-4-16,6 2-8 0,1 1 13 0,3-2-11 15,1 0-25-15,5 2-62 0,2-5-25 0,3 2-64 16,-1 0-67-16,7-3-568 0,-2-1 18 15,2-2 87-15,-3-3 74 0,1-1 77 0</inkml:trace>
  <inkml:trace contextRef="#ctx0" brushRef="#br0" timeOffset="-187258.68">30275 5943 947 0,'0'0'286'0,"0"0"-4"0,7 16 20 16,-3-9-21-16,0 2-27 0,-1 1-21 0,4 3-21 16,1-1-25-16,-3 3-23 0,3-4-11 0,1 4-12 15,-2 0-13-15,3-3-18 0,1 2-35 0,-1-2-17 16,0 1-22-16,-2-1-25 0,4 0-40 0,-5-5-14 16,1 2 12-16,-1-5 29 0,-1 2-9 15,-2-2 1-15,2-2 5 0,-6-2 2 0,0 0 3 16,0 0 0-16,14-12 6 0,-12 5 14 0,-2-1-2 15,1-3 23-15,-1 1-10 0,1-4 22 16,2 1-4-16,-3 0 0 0,5-1-6 0,-3 3 3 16,1-1-13-16,3-1 3 0,2 1-10 15,2 0 0-15,0 1 4 0,4-1-4 0,3 0-6 16,2 2 3-16,0-2-12 0,6 3 4 0,0 0-5 16,0-1 6-16,-1 1-9 0,6 2 1 0,-5 0 10 15,4 0-8-15,-7 2-2 0,2-2 2 0,0-1-15 16,-6 3 13-16,-2 1-6 0,-3 0 3 15,-2 1 5-15,-1 2 3 0,-3-1-15 0,3-1 2 16,-10 3 10-16,7-1-5 0,-7 1 0 0,0 0 8 16,0 0 5-16,-14 15-21 0,7-7 11 15,-3 2 10-15,-4 0-5 0,6 3 5 0,-4-5-3 16,1 3 5-16,3 3-22 0,0-3 2 0,1 3 15 16,0-5 1-16,5 1-9 0,-3 4 1 15,5-4-3-15,0 0-5 0,3-1 8 0,0 3-11 16,1-3 1-16,4 0-6 0,4-2-7 0,-2-4 4 15,2 3-1-15,1-3-14 0,1-2 11 0,-1 2 4 16,1-3 11-16,-2-4-7 0,0 1-6 0,-1-1 8 16,-1 0-11-16,2-4 9 15,-2 2 7-15,-2-1 0 0,-4-1 5 0,5 4 18 0,-4-2 3 16,1 3-16-16,-2-1-8 0,-1 0 6 0,-3 4 10 16,7-4-8-16,-7 4 3 0,0 0 0 15,0 0 7-15,0 0-17 0,11 8 10 0,-8-4-3 16,-3-4-10-16,7 7-3 0,-4-5 19 0,0 0-11 15,3 3 2-15,-2-3-12 0,3 1-13 16,-7-3 21-16,11 2-8 0,-1-2 0 0,-10 0 0 16,17-5 7-16,-7 3 3 0,1-4-15 0,-1-1 7 15,0 2 3-15,0-7-7 0,0 2 2 0,-3-3-6 16,0 0 14-16,3-2-6 0,-6-3-17 16,2-1 10-16,-2-4 2 0,-1-1-10 0,-3 1 8 15,0-2 5-15,0-3 5 0,-3 1-3 0,0 0 6 16,3 2 10-16,-1 4 4 0,0 3-6 15,-4 2 1-15,5 0-14 0,-3 7-3 0,2 2 18 16,0 1-1-16,1 6 4 0,0 0-16 0,0 0 5 16,-13 18-5-16,10-5 5 0,3 0 8 15,-3 6-13-15,3 0 2 0,3 0 1 0,-3 5-6 16,4-1 11-16,-1 2-5 0,4 0 4 0,-3-1 6 16,5 1 2-16,1-2-9 0,-2-3 1 0,2 3 6 15,0-5-8-15,6-2-7 0,-4-5-16 0,2 3 13 16,-1-7-11-16,4-3-7 0,-3 2-5 15,-1-6 8-15,1 0-14 0,-1-6 1 0,1-1 5 16,-3-2-5-16,3-7-1 0,-4-2 14 0,0-1-16 16,-1-2 23-16,-4 0 18 0,-2-1 0 15,1 5 3-15,-1-1 20 0,0 3 8 0,3 3-10 16,-5-1-16-16,2 5 0 0,-3 1-5 0,4 5 0 16,-4 2 8-16,0 0 0 0,0 0-3 15,0 0-7-15,3 23 7 0,-3-14 0 0,0 5 11 16,0-3-11-16,1 3-2 0,2 2 2 0,-3-1 8 15,5 1-8-15,-3 1 0 0,4-3 6 0,1 1-16 16,3-2-3-16,-3 0-5 0,0-3 8 0,4 0-18 16,-1-3-7-16,-1 0-1 0,3-1-2 0,-2-5 3 15,0-1 7-15,2 0-8 0,-2-4 11 16,-2 0-6-16,-1-2 3 0,4-5 13 0,-5-3-20 16,-2-1 14-16,4-2-1 0,-6-1 14 15,2 0 16-15,-1 0 10 0,0 2-5 0,-2 1 5 16,-1 4 16-16,3-3-34 0,-3 6 5 0,0-2 6 15,3 3-11-15,-3 5-2 0,0 2-6 0,0 0 19 16,0 0-11-16,0 0 5 0,0 0-2 16,0 0 5-16,0 23-20 0,0-13 7 0,0-1-3 15,0 3-7-15,5 1-43 0,-3 3-32 0,-2-4-38 16,3 4-199-16,4-1-551 0,-3 0 57 16,2-5 97-16,-2-2 61 0,3 0 62 0</inkml:trace>
  <inkml:trace contextRef="#ctx0" brushRef="#br0" timeOffset="-186908.81">31999 5710 1008 0,'-1'-9'282'0,"0"3"-19"15,1-1-9-15,-5 3-34 0,2-2-23 0,2 3-15 16,-6-1-29-16,7 4-15 0,-13-1-10 0,13 1-7 15,-18 5-11-15,8-4-13 0,2 7-5 16,-4-4-23-16,2 5 6 0,0 1-6 0,3 0-5 16,-1 2 58-16,2 1-11 0,1-1 6 0,0 1-14 15,2-1-19-15,3 1 8 0,0-2-12 16,0 2-14-16,3-1-7 0,2-2 8 0,-3 2-11 16,4-1-7-16,1 1-1 0,4-1-9 0,-2-2-19 15,1 2 6-15,-2-2 10 0,5 3-13 16,-3-3 2-16,-2-5-7 0,5 4 5 0,-3-1 3 15,1-1-3-15,-1-4-10 0,0 4-1 0,1-5-27 16,2 2 0-16,-2-1-29 0,-4 0-35 0,5-2-21 16,-2 0-61-16,-5-2-118 0,2 0-592 0,2 1 52 15,-5-2 95-15,5-1 66 0,-7 1 90 16,1 0 46-16</inkml:trace>
  <inkml:trace contextRef="#ctx0" brushRef="#br0" timeOffset="-186407.85">32009 5686 767 0,'-4'-2'305'0,"4"2"-41"0,0 0-21 15,0 0-31-15,0 0-17 0,0 0-13 16,-6 11-24-16,5-5-9 0,0 2-21 0,-4 0-8 15,2 1-12-15,2 1-9 0,-6 4 1 0,2-3-28 16,-3 3-16-16,1 2-23 0,0-4-33 16,-3 3-25-16,3 1-47 0,0-4-43 0,1 2-62 15,-2 1-140-15,5-5-405 0,-1 1 87 16,3 0 47-16</inkml:trace>
  <inkml:trace contextRef="#ctx0" brushRef="#br0" timeOffset="-185992.85">32334 5678 655 0,'-4'-3'310'0,"-2"-1"-37"0,-2 1-14 16,1 2-31-16,7 1-26 0,-20 0-20 0,7 0-26 0,3 3-8 16,-1-1-17-16,1 4-3 0,0-2-21 15,2 0-9-15,0 3-6 0,0 0-15 0,4 2-6 16,-2-1-7-16,6 0-13 0,0 1 67 0,3-1-18 16,0 3 0-16,4 2 0 0,3-1-13 15,1 2-11-15,2 3-12 0,-3-1-12 0,6 1 1 16,-3 0-4-16,-1-1 2 0,-2-5-10 0,-1 3-8 15,-3-1 3-15,2 0 10 0,-3-3-5 16,-5 4-28-16,-3-5 25 0,2 0 9 0,-8 2-9 16,-2-2 11-16,-2 1-8 0,-2-1-8 0,-4-5-8 15,1 3 6-15,-6 0 8 0,4-4-32 16,-4 3 3-16,3-4-61 0,-3-2-82 0,-3 5-197 16,0-4-530-16,0-1 54 0,-1 0 86 0,-6-4 62 15,0 2 90-15,-4 0 46 0</inkml:trace>
  <inkml:trace contextRef="#ctx0" brushRef="#br0" timeOffset="-184708.91">28470 6967 970 0,'-10'-1'281'0,"2"2"-40"0,-4-1-13 16,1 4-8-16,1 3-26 0,-4 0-22 0,1 2-16 16,-1 6-20-16,1 0-8 0,0 1-8 0,2-2-23 15,1 6-5-15,3-4-12 0,3-2-4 0,-3 3-4 16,7-2-18-16,-3-1-13 0,6 2 0 16,0-4 10-16,1 0-13 0,3 1-4 0,0-1-11 15,0-3-8-15,4-1 0 0,1-4-12 16,-1 2-13-16,0-4-6 0,2 0-2 0,-3-4 11 15,4 1-14-15,-4 0 8 0,4-5 6 0,-7 2 9 16,3-3-17-16,0-2 10 0,-6-3 13 0,3 0-3 16,-4-1 20-16,3 1-4 0,-3-2 22 15,-2 3-2-15,2 1 8 0,-3-1 66 0,0 1-7 16,0 3-16-16,4 3-8 0,-4-2-4 0,0 6-16 16,0 0-3-16,0 0-12 0,0 0-1 0,0 0 3 15,7 15-5-15,-2-7-10 0,-3 1-8 16,1 1 1-16,0 3 6 0,4-3-1 0,2 0-9 15,-1 3-71-15,-1-3 0 0,4 1 0 16,-1 1-15-16,0-2-8 0,4-2 5 0,-4 0-3 16,0-5 3-16,4 3-10 0,-4-3 15 0,4-3-10 15,-4 1 2-15,0-2 6 0,1-1 2 0,-1 0 3 16,0-6 4-16,0 0 11 0,-1-1 8 16,-4-5 0-16,2 0 2 0,-1 0 6 0,-1-1 9 15,1-1 11-15,-3 1 5 0,1 0 5 0,-1 4 29 16,-3 1-11-16,5 1-3 0,-5 2-17 0,1 1-8 15,0 3 2-15,-1 3 0 0,0 0 3 0,0 0 11 16,11 9-9-16,-8-1 16 0,3 1-18 16,-2 1-2-16,2 4 4 0,-2-3 8 0,5 6-2 15,-7-3-3-15,6 1-5 0,-3-3 10 0,1 3 8 16,-1-6-23-16,-2 2 8 0,2 0-1 16,-3-1 6-16,1-3 0 0,2 1 4 0,-3-5 27 15,-2 4-8-15,3-4 7 0,-3-3 3 0,0 0-13 16,0 0 8-16,0 0-8 0,0 0 5 15,0 0-17-15,-5-21 4 0,0 8-12 0,2 2 23 16,3-4-16-16,-2-2-2 0,0 0-3 0,-1 0 13 16,3 0-8-16,3-1-38 0,-1 1 49 0,0 1-13 15,1-1-3-15,0 3 3 0,0 3 7 16,1-2-10-16,2 4-10 0,-4 0 16 0,4 0-8 16,1 2-8-16,1 0 12 0,-3 3-4 0,3-3-5 15,2 1-3-15,-1 5 12 0,2 0-1 0,-1 1-9 16,0 0-2-16,1 0 3 0,2 0-1 15,-1 0 1-15,1 1 4 0,-3 0-14 0,4-1-6 16,-4 0 10-16,3 4 3 0,-2-3 11 0,-1-1-19 16,-1 0 3-16,-1 1 5 0,2-2 2 0,-3 1-2 15,3-1 0-15,-3-3 8 0,0 2-13 0,-1 0 2 16,1-2 6-16,-2 1 5 0,1-3-6 16,0 3-2-16,-5-2 0 0,2 1 0 0,0 0 3 15,-1-1-1-15,-2 0-4 0,0 2-6 16,-5-2 0-16,5 2 14 0,-4-1-17 0,-2 4 9 15,0-2-1-15,6 2-2 0,-18 2 8 0,11 2-11 16,-4 0 5-16,1 2-4 0,-3 2 9 0,2 2-2 16,1 4 5-16,0-3-10 0,0 4 3 15,3 0-1-15,3-2-2 0,-2 3 15 0,3 0 6 16,3-1-14-16,3 1 3 0,0 0-10 0,4 1 13 16,0-5-3-16,7 3 5 0,4 1 6 0,-2-4-16 15,5 1-6-15,-1-2 6 0,4 1-43 16,0-3-18-16,0-1-44 0,-1 0-26 0,-2-6-104 15,-4 2-277-15,6 0-282 0,-2-4 88 0,0 0 25 16,-1-6 89-16</inkml:trace>
  <inkml:trace contextRef="#ctx0" brushRef="#br0" timeOffset="-184408.07">30125 6634 898 0,'-7'-2'294'0,"-2"2"-25"16,9 0-26-16,-21 4-23 0,11 6-30 0,-1 3-14 15,1-1-27-15,0 9-1 0,2 2-22 0,2-2 4 16,3 8 1-16,-1 2-24 0,4-1-4 15,0 5-3-15,3 2-3 0,1 0-8 0,5 12-9 16,2-5-11-16,-1 3-13 0,-3-7-5 16,7-9-28-16,-7 1-43 0,7 0-52 0,-7 0-48 0,3 0-75 15,-7-6-252-15,4-5-327 0,0 1 86 16,-4-5 74-16,-3-3 48 0</inkml:trace>
  <inkml:trace contextRef="#ctx0" brushRef="#br0" timeOffset="-183792.18">29876 7128 916 0,'17'-13'281'15,"-2"-2"-40"-15,1 5-5 0,0-2-21 0,5 2-16 16,0 1-27-16,-1 1 2 0,4 0-28 0,0 5-13 16,-4-1-23-16,1 2 10 0,3 2-12 15,-3 2-14-15,-1 4-17 0,4 2-13 0,-3 1-5 16,-1 1-10-16,1 3 4 0,1-1-4 0,-7 3-8 15,3 0-3-15,-2-3 70 0,1 3-24 16,-3 0 3-16,5-3-10 0,-8 1-3 0,1-3-17 16,1-1-4-16,-4-2 4 0,1 1-26 0,-2 0 12 15,-1-5-20-15,1 4 15 0,-5-4-2 0,3 1-10 16,-6-4-21-16,0 0 10 0,0 0-4 16,0 0 1-16,0 0-9 0,-11-18 5 0,-2 5-3 15,3 3 2-15,-7-5 1 0,4 0 5 0,-2 1-5 16,-1-1 25-16,1-1-8 0,-1-2-25 15,2 2 13-15,1 0 18 0,6 1 2 0,-4 3 6 16,4-3-1-16,1 2-20 0,-1 1-5 0,3 2 15 16,4-3 13-16,0 4-10 0,4-1-3 15,2 1-5-15,-2 0-8 0,6 2 11 0,1 0-6 16,2 5 3-16,3-3-15 0,-1 5 10 0,4 0-3 16,-1 5 1-16,3-2-9 0,5 6-4 15,-3-1 12-15,0 5-12 0,4-1-1 0,0 2-15 16,-4 3-4-16,-5-5-17 0,0 2 16 0,-2 2-5 15,0-1 5-15,-6-5 3 0,1 2 2 0,-6 1 3 16,2-5 10-16,-4 1-5 0,0 0-3 0,2-2 13 16,-5 1 0-16,0-4-5 0,-5 1 8 15,5-5-8-15,-3 7 5 0,3-7-5 0,0 0 11 16,0 0-6-16,-24-13 7 0,17 6-4 16,2-4-5-16,-3-3-6 0,0-3 13 0,2-2-5 15,-1-1 3-15,4-3-3 0,1-2 8 0,-3 4-16 16,5 0 16-16,0 0-8 0,0 2 8 15,3 1 0-15,-1 1-21 0,0 1 1 0,-2 1-24 16,3 5-30-16,3-1-57 0,-2-1-10 0,4 5-31 16,1 3-69-16,-2 0-225 0,3 2-415 0,1 2 108 15,2 2 82-15,1 2 53 0,-1-1 55 16</inkml:trace>
  <inkml:trace contextRef="#ctx0" brushRef="#br0" timeOffset="-183141.42">31124 7067 668 0,'3'-6'291'0,"1"4"-17"0,2-6-18 0,0 0-7 15,-2 0-37-15,3-1-17 0,-6 0-19 16,7-5-12-16,-6 1-18 0,1-3-21 0,0 1 6 16,0-2-26-16,-3 0 10 0,0 3-8 15,0-1-2-15,-3 3-20 0,3-1-11 0,0 2 0 16,-3 1-5-16,0 2-7 0,1 1-6 0,-3 4-5 15,5 3-10-15,-14 2 0 0,14-2-5 0,-14 8-5 16,4 1 7-16,3 1-4 0,2 4-4 16,-3 1-7-16,6-2-2 0,0 1-1 0,-1 3-2 15,3-3-5-15,0-1 0 0,3 4 5 16,0-3 12-16,1 3-22 0,2-5 15 0,-2 1-13 16,3-1-2-16,4 1 2 0,0-4-2 0,1 1-34 15,-1-3 6-15,2 0 2 0,6-3-3 0,-4 0-35 16,-1-4-8-16,1 0-31 0,-2 0 1 15,3-7-29-15,1 0 10 0,-6-1 1 0,3-1 4 16,-4-1 8-16,3 0 18 0,-2-3 3 0,-1 2 15 16,0 2 26-16,-1 2-11 0,-4-2 13 0,1 5 3 15,-2 1 12-15,2 2 16 0,-6 1-10 0,0 0 20 16,11 9 0-16,-7-1-5 0,-1 1 8 16,2 1 2-16,-4 3 0 0,3-1 21 0,-1 1-5 15,0-3-8-15,-1 5 15 0,-2-3-5 0,3 1 0 16,0-4 3-16,-3 1-6 0,0-2 14 15,4 2-3-15,-4-3 12 0,0 0 11 0,0-3 8 16,0 1 2-16,0-5-15 0,0 0-3 0,0 0-15 16,0 0 15-16,0 0-18 0,3-19 8 15,-3 6-18-15,0-2 5 0,3-3-10 0,-3-1-5 16,3-7-8-16,0-4-2 0,-2 4-1 0,6 0 3 16,-3 1-15-16,4 0 20 0,-3 2-2 0,2 3 0 15,0 2-8-15,0 4-8 0,1 1 5 16,-3 3-2-16,2 6-2 0,4 0 12 0,-2 1-13 15,-2 6 21-15,4 3-8 0,2 1 5 0,-3 2-2 16,4 1-11-16,-2 3 11 0,0 0-13 0,1 4 10 16,-2-1-2-16,0 1-1 0,2 0-27 15,-2 1-47-15,-1-3-33 0,0 2-64 0,2-3-123 16,-2-3-483-16,0 2 84 0,-5-4 28 0,3-5 74 16</inkml:trace>
  <inkml:trace contextRef="#ctx0" brushRef="#br0" timeOffset="-182892.02">31827 6604 890 0,'-3'21'277'15,"3"-2"-6"-15,-3 0-23 0,3 2-35 0,-1-2-6 16,2 3-23-16,-1-1-20 0,0 2-15 0,3 2-11 15,3 0-15-15,-4 0-3 0,4-1-2 16,0 0-26-16,1-5 0 0,-3 4-7 0,7-4-11 16,-3-4-13-16,0 1-38 0,-1-1-12 0,3-4-34 15,-1-2-44-15,-4 0-41 0,6-2-30 0,-3-1-108 16,-3-3-511-16,2 3 76 0,-4-5 46 16,-3-1 77-16</inkml:trace>
  <inkml:trace contextRef="#ctx0" brushRef="#br0" timeOffset="-182609.11">31665 6918 829 0,'0'-8'353'0,"0"-1"-53"0,2 0-62 16,1-1-34-16,4-3-14 0,2 3-26 0,-1-3-13 16,2 2-18-16,8-1-10 0,1 0-8 15,-4 1-23-15,5 3-8 0,-3 0-2 0,1 2-5 16,1-1 5-16,-1 4-31 0,0 2-10 0,1 1 3 15,-1 1 2-15,-1 4-26 0,3 0 24 0,-5 3-8 16,4 4-13-16,-1-1 7 0,-3 3 1 16,1-1 0-16,-3 1-16 0,-2 1-2 0,-1-2 7 15,-1 1-7-15,-2 1 3 0,-2-3-9 16,1 4 6-16,-2-1 2 0,-1-4-12 0,3 3-41 0,-5-3-26 16,-1 3-29-16,0-4-35 0,0 1-92 15,3 0-430-15,-3-2-67 0,0-1 54 0,-3-4 72 16,2 3 46-16</inkml:trace>
  <inkml:trace contextRef="#ctx0" brushRef="#br0" timeOffset="-182192.27">32039 6591 1011 0,'-3'-5'358'0,"3"5"-36"0,-3-4-55 15,3 4-88-15,0 0-28 0,0 0-87 16,-7 0-115-16,7 0-610 0,-3 9-2 0,3-6 82 16</inkml:trace>
  <inkml:trace contextRef="#ctx0" brushRef="#br0" timeOffset="-181525.9">32224 6779 952 0,'6'24'276'0,"-4"-1"-28"16,4-3-2-16,-1 1-28 0,-3-3-29 0,4 4-7 15,-2-1-21-15,3 2-20 0,-3 0-11 16,2-4-12-16,-2-1-15 0,-1 3-9 0,0-3-7 15,3-3-2-15,-1-4-16 0,-5 3 5 0,3-4-5 16,-1-1-35-16,-1-2 91 0,0-5-15 0,-1-2-10 16,0 0-16-16,0 0-9 0,0 0-4 15,0 0-4-15,-13-22-3 0,5 8-13 0,4-3-2 16,-2-6-3-16,1-1-5 0,-1-1 0 0,3 1 5 16,1-1-13-16,0 6 16 0,-1-2-26 0,3 3 20 15,3 0-10-15,-1 3 13 0,-1 2-2 0,-1-1-3 16,1 4 8-16,2 1-24 0,5 2-4 15,-2 0 2-15,1 5 2 0,2-3-12 0,1 5 13 16,2 4-8-16,2-2-3 0,-1-1 3 0,5 4-5 16,1-2-3-16,-1 0 8 0,-1 3-13 15,5-1 5-15,-3-3-2 0,-2 2 7 0,3 1-7 16,-3-3 5-16,1-1 2 0,-1 2-10 0,-2-1 0 16,-3-4-7-16,2-1 17 0,-1 2-25 15,-2-1 2-15,-1-1-15 0,-3-3 8 0,4 0 5 16,-5-2 10-16,-1 1-18 0,-3-3 5 0,-2 2 8 15,0-2-11-15,0 2 9 0,0-2 2 0,-1 2-8 16,-2 2-5-16,0 2 5 0,-3-2-2 16,-2 5-8-16,3 1 25 0,-5 3 1 0,-3 5 12 0,0 2-5 15,-4 5 11-15,6 2 12 0,-2 5 0 16,3-4-17-16,0 5-9 0,3-3 9 0,2 3 2 16,3-4 0-16,-2 3 5 0,4-4 0 0,6 4-23 15,-4-5-11-15,6 0 45 0,0 1-21 0,5-3-6 16,-2-4 9-16,2 0-4 0,2 0 9 15,3-5 20-15,-2 1-28 0,2-3-11 0,-2-1 1 16,1-2-24-16,-3-1-15 0,0 0-45 0,-4 0-12 16,0 0-93-16,-5 0-329 0,-5 0-412 15,0 0 124-15,0 0 53 0,0 0 84 0,-36-1 62 16,8 2 77-16</inkml:trace>
  <inkml:trace contextRef="#ctx0" brushRef="#br0" timeOffset="-180892.68">28939 8058 860 0,'-7'-7'337'0,"0"6"-14"15,1-5-13-15,-4 5-36 0,2 1-39 0,8 0-94 16,-23 1-11-16,9 5-17 0,2 1 7 0,-4 2-17 16,0 0-9-16,3 6 11 0,-2-4-23 0,7 6 5 15,-2-7-23-15,1 5 5 0,5-1-10 0,1-3-5 16,0 2 0-16,3-1-16 0,0-4-7 16,6 2 5-16,-2-3 2 0,5 1 11 0,2-2-19 15,0-3 4-15,2-1-6 0,1-2-5 0,3-1-10 16,0-2-8-16,4-2-13 0,-2 1 3 15,-4-4 18-15,2-5-21 0,3 1-15 0,-7-4-18 16,-1-1 3-16,-6-5-13 0,1 2-6 0,-4-5 24 16,-3-5-8-16,0 2 0 0,-3-6 5 15,-1-4 3-15,-2 2 20 0,2 4 11 0,-2-1 22 16,-2 6 26-16,5 4 10 0,-1 3-9 16,-2 4-6-16,3-1-6 0,2 3-9 0,-5 6 10 15,6 4-11-15,-4 1-4 0,4 3-3 0,0 0-8 16,-3 12 18-16,3-2-2 0,3 1-11 0,1 10 0 15,1 0-4-15,0 7 7 0,2 1-11 0,2 4 6 16,2-1 0-16,3 11-3 0,3-3 8 0,0 1-8 16,4-5 1-16,3-2-24 0,-5-3-8 15,-4-7-35-15,5-4-44 0,-3 2-59 0,1-6-94 16,0-5-100-16,1 2-410 0,-3-4 44 0,-1-6 86 16,1-3 55-16</inkml:trace>
  <inkml:trace contextRef="#ctx0" brushRef="#br0" timeOffset="-180509.11">29383 7900 839 0,'-6'-4'274'0,"-1"2"-8"0,7 2-33 0,-17 6-8 16,7-3-30-16,-4 9 66 0,4-2-31 16,-2 6-25-16,-1 0-5 0,0 2-26 0,2 0-18 15,4 0-13-15,-2 2-15 0,5-2-5 16,-2-1-15-16,2-1-21 0,4-2 10 0,0-2-13 15,4 4 11-15,-1-7-44 0,3 1 24 0,-2-2-19 16,3-1-2-16,3 1 2 0,0-6-15 0,-3-2-18 16,3 0-5-16,4-3 2 0,-4-4-4 15,1-1-1-15,-1-2-7 0,0-4-16 0,-3 3 11 16,3-4 2-16,-3 1 0 0,-1 3 0 0,-2 2-2 16,3 0 12-16,-6 2-23 0,2 0 8 0,0 4-5 15,1-1 13-15,-4 4 2 0,0 0 8 16,0 0-10-16,12 15 12 0,-11-6-2 0,6 0 5 15,-4 4-10-15,1-2 7 0,2 2-9 0,-2-1 6 16,3 1-4-16,3-1 5 0,-3 1-18 16,0-3-20-16,2 0-26 0,-1-3-26 0,2 1-20 15,0-5-31-15,1 3-64 0,-1-5-94 0,-4-1-295 16,7 0-236-16,-2-1 78 0,0-6 76 16,-1 0 74-16,0-3 59 0</inkml:trace>
  <inkml:trace contextRef="#ctx0" brushRef="#br0" timeOffset="-180342.68">29597 7825 755 0,'2'31'289'0,"6"-4"-31"16,-2 1-14-16,-1 1-37 0,3-1-5 0,-1 4-20 15,3 0-31-15,-1-3-56 0,-1 3-93 0,-1-6-97 16,1 5-470-16,1-7-98 0,-5-5 95 15</inkml:trace>
  <inkml:trace contextRef="#ctx0" brushRef="#br0" timeOffset="-179807.68">29500 8057 1116 0,'6'-6'332'16,"-3"5"-30"-16,4-6-35 0,4 0-78 0,3-1-30 15,6-1-13-15,4 0-6 0,7-1-27 16,0-4 2-16,13-3-12 0,6 1-6 0,-4-1-8 16,5 2-12-16,-3 0-18 0,0 0 2 0,-9 2-2 15,-5 3 0-15,-5 0-20 0,-3 2 2 0,-4 1 0 16,-5 0-18-16,1 4-3 0,-6-2-7 16,0 3-5-16,-3 2 2 0,-5 2 0 0,-4 2-5 15,0 0 8-15,-3 4-3 0,-4 4 11 0,2 0-9 16,-11 5 19-16,3 1-10 0,-1 0-1 15,2 1 1-15,-4-1-21 0,3 0 20 0,0 0-5 16,2-1-7-16,1-2 5 0,5 2 5 0,-4-3-3 16,2-3-10-16,4 2 13 0,3-3-5 0,0-1 10 15,0-3-2-15,8-1 17 0,-2 0-20 0,1-3 10 16,6-2-10-16,-2 0-5 0,7-7 2 16,-2 3-2-16,4-7 7 0,0-2-17 0,-2-1 7 15,-1 1-2-15,0-2-3 0,-1-1 3 0,2 2-3 16,-3 3 0-16,-2-3-3 0,-3 4 4 15,3 2-9-15,-2 0 11 0,-1 1-3 0,0 4-10 16,1-4 17-16,0 4-9 0,-1-2-11 0,1 2 8 16,1-1 3-16,1 1 5 0,1-4-6 15,3 5 3-15,-3-4 11 0,6 2-14 0,-3-2 14 16,0 0-14-16,0 2 6 0,0-1-11 0,-3-2-4 16,5 4 9-16,-7-4 19 0,7 4-24 0,-8-4 3 15,0 2 5-15,-1 1-2 0,-3-2 15 0,4-1-13 16,-3 4 2-16,-6-2-1 0,4 2-1 15,-2-4-3-15,-1 5-7 0,3-3-56 0,-4 2-31 16,-2-2-88-16,0 5-94 0,0 0-537 0,0 0 46 16,0 0 71-16,0 0 75 0,-25 5 68 15</inkml:trace>
  <inkml:trace contextRef="#ctx0" brushRef="#br0" timeOffset="-168326.44">18297 9276 775 0,'0'0'320'15,"0"0"-23"-15,0 0-23 0,0 0-36 0,0 0-10 16,0 0-36-16,18-2-11 0,-18 2-4 16,9-5-26-16,-5 4-2 0,6 1-27 0,-2 0-6 0,2-2-4 15,3-2-15-15,1 3-2 0,-1-2-3 16,5 2-12-16,-5 0-24 0,8-4 5 0,0 4 1 16,-2-5-3-16,2 5 0 0,0-5-8 15,6 2 0-15,-3-3-7 0,0 5 4 0,3-4-4 16,-2 0 7-16,2 1-20 0,1-2 4 0,-2 0 4 15,5 1 9-15,-1 1-22 0,6-2-64 16,-2 0-6-16,3-3-2 0,0 3 26 0,1-1-6 16,13-2 3-16,4 1 2 0,-8 1 16 0,8-2-20 15,4-2 7-15,-1 4 5 0,0-2 3 0,0 2 2 16,1-2-7-16,2 3 40 0,-7-1-30 0,7 0 15 16,-5-1-12-16,2 1 7 0,0 2 3 15,0 0 5-15,0 0-11 0,-4-3-4 0,5 1-4 16,-1 1 12-16,-3 0 6 0,-7 3-4 0,-4-3-3 15,-3 0 5-15,14 0 1 0,-7 0-14 16,-8 2 0-16,1-2 9 0,-2 0-22 0,5 1 19 16,-4 0-1-16,15-3-12 0,-3-2 10 0,-5 3-2 15,5-2 14-15,-8 2-7 0,11-1-7 16,-1 1-1-16,-10 1-15 0,-2-1 16 0,9-2 20 16,4 0-5-16,-10 3 4 0,-4 0-1 0,-1 3 2 15,-2-5-13-15,16-3 5 0,-8 4 54 16,-9 3 21-16,3-2-34 0,-2-2-8 0,0 1 16 15,0 0-13-15,-1 2-7 0,1-4 7 0,0 3-5 0,3-1 15 16,-1 1-20-16,-2-1 5 0,17-1-13 16,-7 2-5-16,3-4-10 0,-6 4 10 0,-5 3-3 15,-2-4-4-15,3 1 2 0,14-2 15 16,-4 0-18-16,-3 2-10 0,7-3 11 0,-4-2-14 16,-3 5 14-16,7-2 2 0,-1-2-3 0,4 3 3 15,-3 0-11-15,3-1 6 0,-3 1-18 0,3 0 8 16,-4-1 12-16,-6 1 0 0,-7 2-12 15,1 1-8-15,12-6 13 0,1 2-3 0,3 0-16 16,-10 5 11-16,-7-2 3 0,0-1 7 0,3 3 8 16,-6-2 0-16,3 1-8 0,-4 2 3 0,2-4-18 15,-6 4 25-15,-2-2-12 0,-3 2-8 16,2-1 13-16,-9 1-11 0,2 3 9 0,0-3-4 16,-5-1-4-16,0 3-3 0,-5-1-5 0,1 2 5 15,0-1 2-15,-1-3 1 0,-6 4 7 0,3-2-48 16,-10 2-34-16,18 0-35 0,-12 0-119 15,-2 2-460-15,-4-2-245 0,0 5 122 0,0-5 66 16,0 0 83-16,-28-1 82 0,8-6 50 16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8:10:03.886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1,'9903'0,"-9882"0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8:10:03.88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8749,'0'-8734,"0"8720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8:10:03.889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6423,'11092'-6404,"-11061"6385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8:10:03.890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8:10:03.891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1 0 24575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8:10:03.892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1 24575,'0'0'-8191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8:10:03.89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8:10:03.894"/>
    </inkml:context>
    <inkml:brush xml:id="br0">
      <inkml:brushProperty name="width" value="0.2" units="cm"/>
      <inkml:brushProperty name="height" value="0.2" units="cm"/>
    </inkml:brush>
  </inkml:definitions>
  <inkml:trace contextRef="#ctx0" brushRef="#br0">0 0 24575,'0'0'-8191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8:10:03.895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8:10:03.896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1,'0'710,"0"-679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8:10:03.89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1354,'0'-1331,"0"1309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8:10:03.898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1,'0'1250,"0"-1232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8:10:03.899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0 877,'0'-858,"0"840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8:10:03.900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0 961,'0'-938,"0"916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8:10:03.901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1,'0'856,"0"-836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08:10:03.90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8749,'0'-8734,"0"8720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08:10:03.903"/>
    </inkml:context>
    <inkml:brush xml:id="br0">
      <inkml:brushProperty name="width" value="0.2" units="cm"/>
      <inkml:brushProperty name="height" value="0.2" units="cm"/>
    </inkml:brush>
  </inkml:definitions>
  <inkml:trace contextRef="#ctx0" brushRef="#br0">1 1 24575,'0'0'-8191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5:05:59.2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17607 1456 893 0,'-3'-4'317'16,"-2"0"-28"-16,2 0-84 0,0-1-26 0,3 5-12 15,-3-6-16-15,3 6-13 0,-4-3-25 16,4 3 2-16,0 0-23 0,-3 12-2 0,3-1-6 15,-3 2-5-15,3 4-4 0,3 3-6 0,-3 4-8 16,3 2-7-16,1 2-5 0,-1-1-1 16,3 6-9-16,-1-1-4 0,-2 1-1 0,4-1 7 15,-1-1-18-15,-2-2-3 0,2 3-38 0,-1-1-15 16,1-4-16-16,-2-2-97 0,2-2-97 0,-3 1-146 16,1-6-338-16,-1-1 54 0,-3-4 84 15,0-5 31-15</inkml:trace>
  <inkml:trace contextRef="#ctx0" brushRef="#br0" timeOffset="216.73">17515 1545 834 0,'10'-14'353'15,"0"3"-23"-15,4-1-38 0,-1 4-15 16,1-1-101-16,0-1-20 0,3 0-10 0,3 2-13 0,4 0-12 15,-3-1-16-15,3 2-6 0,-4 1-9 16,1 1-21-16,0 2-38 0,-5-1-16 0,-1 3-22 16,1 1-63-16,-2 0-19 0,-1 1-57 0,-3-1-123 15,1 5-437-15,-4 0 53 0,-1 0 21 0,-6 1 99 16</inkml:trace>
  <inkml:trace contextRef="#ctx0" brushRef="#br0" timeOffset="416.72">17583 1756 806 0,'0'5'248'0,"0"-5"-25"0,0 0 12 15,0 0-22-15,10 2-14 16,-10-2-9-16,17-3-14 0,-4-1-17 0,-1 0-18 0,7 0-8 16,-1 0-10-16,2-2-26 0,1 0-10 0,-1 2-18 15,0 1-38-15,1-1-31 0,-3 2-49 16,-2-1-33-16,-1 3-61 0,-2 1-136 0,1 1-456 15,-4 0 73-15,-4 0 78 0,-2 1 51 16</inkml:trace>
  <inkml:trace contextRef="#ctx0" brushRef="#br0" timeOffset="615.94">17604 2011 998 0,'7'5'353'0,"-7"-5"-25"0,0 0-37 16,24-3-17-16,-8-2-23 0,2 2-31 0,5-2-23 0,4 0-40 16,-2-2 1-16,8 0-7 0,-2 1-18 0,0-2-23 15,-3 2-17-15,2 1-68 0,-2-1-35 0,-1 1-44 16,-3-1-40-16,-4 2-106 0,-2-1-184 16,3 1-369-16,-5-2 52 0,-2-1 51 0,0 2 64 15</inkml:trace>
  <inkml:trace contextRef="#ctx0" brushRef="#br0" timeOffset="966.32">18153 1753 691 0,'4'10'202'16,"-3"-2"-10"-16,5 4-23 0,-3 1-18 0,-2 1-10 15,5 2-13-15,-2-1-6 0,2 1-22 0,1 2 74 16,-3-2-18-16,2 1-12 0,-2 0-24 15,-1-1-2-15,1-1-21 0,-1-1 3 0,1-1-13 16,-1-2-18-16,-2-2 8 0,2 1 0 0,0-2-54 16,-3-2 13-16,3 0 7 0,-3-1-5 15,0-5 3-15,0 0-10 0,0 0 0 0,0 0-8 16,0 0 10-16,-9-15-15 0,8 6 5 0,-2-3 21 16,-1-4-14-16,1-1-9 0,-1-4-1 15,1-2-2-15,3-4 5 0,0 2-2 0,-3 0 4 16,3 4 6-16,0-1 0 0,3 0-21 0,-3 2 10 15,3 2-4-15,1 0-3 0,-1 1-8 0,1 2 2 16,-1 0-9-16,1 4-24 0,-1-1-22 16,4 5-27-16,-1-1-24 0,-2 4-27 0,7-1-48 15,-5 0-136-15,4 5-475 0,1 0 91 0,-4 0 56 16,3 0 60-16</inkml:trace>
  <inkml:trace contextRef="#ctx0" brushRef="#br0" timeOffset="1282.22">18492 1860 706 0,'7'15'279'0,"-3"-1"-18"15,-1-1-105-15,0-2 8 0,0 1-41 0,1-1-13 16,-1-1-8-16,0 2 6 0,2 1-21 16,-2-1-10-16,0-1-16 0,1-2 1 0,-1 1-9 15,0-2-4-15,0 2 0 0,-2-3-3 0,2 0 5 16,-3-2-8-16,0-2-7 0,0-3 0 15,0 0 2-15,0 0-9 0,0 0 9 0,0 0-5 16,-7-15-2-16,4 4 2 0,0 0 11 0,-1-5 4 16,1-1 4-16,-4-2-27 0,6-3 42 0,-2-1-3 15,0-1-21-15,3-1 6 0,0 3-1 16,0 1-1-16,0 1-4 0,3 1-5 0,1-2 3 16,0 4-15-16,-1 0 10 0,4 1-16 0,-1 2-7 15,4 2-5-15,-2 1-29 0,5 1-48 0,-3 1-56 16,4 1-24-16,0 3-91 0,0 2-377 15,2 2-85-15,-1-2 60 0,-2 1 69 0</inkml:trace>
  <inkml:trace contextRef="#ctx0" brushRef="#br0" timeOffset="2215.56">18892 1871 813 0,'0'10'198'0,"4"-3"-12"0,-4 1-14 0,3 2-8 15,1-3-21-15,-1 1-17 0,3 1-6 16,-2-3-25-16,3 0 2 0,0 0-13 0,-3-1 65 16,2 0-11-16,1-2-15 0,3-1-3 0,-3-2-17 15,-7 0-6-15,13 0-8 0,-13 0-14 0,14-5-11 16,-10 2-3-16,-1-2 6 0,0-1-11 16,-2-2-10-16,-1-1 0 0,-1 1 18 0,-2-1 3 15,-3-3-3-15,2 2-11 0,-6-3 16 0,3 1 6 16,0-3 12-16,-4 2-31 0,5-1 18 0,-4 1-10 15,3 1-7-15,0-1-1 0,3 3-10 16,-2 0 18-16,2 0-15 0,1 1-14 0,0-2 4 16,3 3-6-16,3-3-7 0,0 3-1 0,4-2-7 15,0 2 10-15,3 0-2 0,4-1-21 16,0 2 3-16,-1 3-80 0,4-1 13 0,-3 2 8 16,3 2-8-16,0 2 21 0,0 0-6 0,3 4 3 15,-2 1 13-15,0 3 0 0,1 1-8 0,-1 3 5 16,1 1 6-16,-1 1 2 0,-5 1 0 15,2 1 7-15,-2 1 4 0,1-2-6 0,-4 2 5 16,-3-3 3-16,0 1-13 0,0-1 17 0,-4-1-6 16,1-1 4-16,-1-1 0 0,0-1 11 15,0-1-11-15,-3 0 1 0,4-3 4 0,-4-1 3 0,0 1-3 16,0-1 3-16,0 0 11 0,0-6-4 16,0 0-2-16,-4 5-5 0,4-5 3 0,0 0 0 15,0 0-3-15,-9-18 7 0,8 6 1 0,-2 0-13 16,3-1 10-16,0-6-5 0,0 1 5 15,3-1-5-15,1 0 3 0,-1 0 4 0,0 1-9 16,1 0-1-16,3 1 8 0,-3 1-7 0,2 1-3 16,4-1 7-16,-2 4-12 0,1-1 18 15,1 1-16-15,2 1 8 0,-2 1 2 0,3 0-4 16,1 3 4-16,2 0-12 0,2 1 8 0,-1 0-1 16,0 0 1-16,4 3 4 0,-1-1 3 0,1-1-15 15,0 3 7-15,2-2 1 0,-2 0-6 16,2 1 13-16,-2 0-10 0,-1-1 0 0,1 0 0 15,-4 1 8-15,0-2-6 0,-4 1 8 0,2 1-5 16,-5-3 5-16,1 2-2 0,-1-1-8 0,-1 1 2 16,-2-2 11-16,1 1-3 0,-5 0 0 0,0 0-2 15,1-1 2-15,-4 2 5 0,0 4 5 0,0-8-17 16,0 8 7-16,0-7-5 0,0 7-8 16,-7-2 13-16,7 2 0 0,0 0-12 0,-14 0 4 15,14 0-12-15,0 0-11 0,-7 10 11 0,4-3 5 16,3-1-11-16,0 1 1 0,0 2 15 15,0 2 2-15,3 0-10 0,3 3 8 0,-2 1 0 16,4 0-5-16,1 4 5 0,-2-1-6 0,4 2 11 16,-4 0 0-16,3 0 0 0,0 1-5 15,-3-2-10-15,0-2 2 0,-1-1 10 0,-2 1 16 16,-1-2-2-16,-3 2-9 0,3-4 6 0,-6 0 2 16,0 1 8-16,-1-1 10 0,-2-1-7 0,-1-1-4 15,-4-2 14-15,5-1 15 0,-4-1-33 16,-1-1 13-16,4-2 9 0,0 1-4 0,-2-2-13 15,1-3 10-15,1 1-2 0,7-1-11 0,-16-1 1 16,8-1-4-16,2-1-19 0,-1 0-11 0,0-1-21 16,1-1-48-16,-2 0-38 0,2 2-103 0,2-2-545 15,-2 2 15-15,2-2 65 0,-3 0 71 16,3-1 59-16</inkml:trace>
  <inkml:trace contextRef="#ctx0" brushRef="#br0" timeOffset="3316.61">20909 1656 773 0,'-3'-5'332'0,"0"0"-27"0,3 5-52 0,-11-1-12 0,11 1-26 15,-11 6-15-15,2 1-29 0,1 5-12 16,-2 0-21-16,3 2-2 0,-2 4-26 0,-2 0-5 16,4 0-11-16,4-1-22 0,-4 1 5 0,7-2-16 15,-3 2 1-15,6-1-6 0,0-1 0 16,1 1-15-16,-1-3-2 0,4-1-1 0,3 2 0 15,0-3-14-15,0 0-12 0,2-2-12 0,1-2 3 16,-3-1-1-16,4-3 4 0,-4 2-17 16,0-3 16-16,1 0-20 0,-5-3 13 0,1 0-14 15,-7 0 8-15,14-6 11 0,-11 0-8 0,0 0-5 16,-2-4-1-16,-2 0 11 0,-2-2 3 0,0-1 0 16,0-4 17-16,-5 3-2 0,2-4 10 15,-1 2 3-15,3 0-3 0,-2-2 10 0,1 2-12 16,-1 0 10-16,3 1-3 0,0-1-12 0,2 3 4 15,1 0-9-15,1 1-4 0,2-1 11 0,3 1-5 16,2-1-10-16,5 2-3 0,0 3 0 0,2 0 3 16,1 4-6-16,5-1 4 0,3 4 4 15,0 2-8-15,0 5 3 0,6 0-7 0,-2 4-1 16,-1 2-2-16,1 3 13 0,-1 0-6 0,-3 2-4 16,0-1-6-16,-7 0 3 0,1 1-5 15,-5-1 15-15,-3 0-13 0,1-4 1 0,-5 3 4 16,1-1 3-16,-4-3 0 0,0 0 10 0,-3 0-2 15,0-3-3-15,0 1 13 0,0-1 0 16,-3-2-3-16,3-1 16 0,-3-2 7 0,-1 0-12 16,4-3 10-16,-10 0-13 0,10 0-5 0,-11-6-3 15,2-2-2-15,5 0 13 0,-5-5-3 0,5-2 2 16,-3-2 3-16,3-5-2 0,-2 0 0 16,6-2-19-16,-4 0-2 0,4 2 13 0,3-3 16 15,-2 2-14-15,2-2-7 0,3 4 0 16,-2 2-6-16,0 1 1 0,3 1 0 0,-1 2-8 0,1 2-23 15,4-1-11-15,-1 6-14 0,3-3-42 16,1 5-28-16,-1 4-28 0,2 0-63 0,-2 2-337 16,5 2-280-16,1-1 58 0,2 2 82 0,0 0 71 15,-1 1 50-15</inkml:trace>
  <inkml:trace contextRef="#ctx0" brushRef="#br0" timeOffset="4481.89">22290 1571 1059 0,'14'10'295'0,"3"0"-29"0,-4 1-20 16,1 0-37-16,-3-1-17 0,2 5-15 0,1 0-23 15,-4 1-11-15,1-2-18 0,-4 1 1 0,2 0-11 16,-2-1-20-16,-4 1-19 0,2 0-9 15,-2-1-13-15,0-2 23 0,-3 0-31 0,-3-2 2 16,3-1-7-16,-3 0 0 0,-2-1 5 0,-1-1-5 16,-1-4 0-16,1 1 3 0,-1-3 2 0,7-1 2 15,-14-2-12-15,7-4 13 0,0-1 7 16,0-1-15-16,0-2 21 0,4-3-14 0,-1-1-7 16,1-2-5-16,0-1 2 0,3 2-7 0,0 2-3 15,3-5-2-15,1 3-1 0,2 0-9 0,1 1 12 16,0-1-5-16,3 5-5 0,0-2 2 15,1 2-14-15,-1 1 1 0,3 0 1 0,2 2 2 16,1 1 0-16,1 1-10 0,1 0-5 16,-2 0 15-16,2 1-7 0,-1 1-11 0,0 0 16 15,0 0-18-15,4 1 5 0,-8-1 0 0,7-1 7 16,-5 2-10-16,-2 0 1 0,2-1-6 0,-2 0 16 16,-3 0-1-16,4-1-12 0,-4 0 12 15,-1 0-7-15,-1 1 5 0,-1-3-7 0,0 3 7 16,-1-2-6-16,0 0-1 0,-5 0 7 0,3 0-10 15,-1-1-1-15,-3 1 1 0,0-2 0 0,0 3-3 16,0 4-15-16,0-9 2 0,-3 5 24 16,3 4-14-16,0 0 11 0,-11-3-2 0,11 3-4 15,-13 5 4-15,6 1-16 0,-1 1 15 0,-1 4 0 16,-1 1 6-16,2 0-11 0,2 1 13 0,2 0-8 16,-2 1-10-16,5 1 11 0,-2-1 1 15,3-1 12-15,0 1-9 0,3 0 6 16,1 1 2-16,-1-1-10 0,4-1-1 0,1-1 6 0,3-1 13 15,1-1-10-15,2-1 7 0,2-3-12 16,2 1 9-16,-1-3 9 0,3 0-27 0,1-4 6 16,3 0-8-16,-4-1 13 0,1-3 8 15,6-1 2-15,-7-3-12 0,5 0-11 0,-5-4-8 0,1 0 14 16,-1-2 2-16,-2-2-26 0,-5 1 18 16,1-1 3-16,-1-2 2 0,-3 4-5 0,-2-1 19 15,-2 2-4-15,-2 1 3 0,-1 1 3 0,0 1-8 16,-3 3 0-16,3-2 3 0,-3 3-11 0,0 0 3 15,-3 2 7-15,3 4-4 0,-3-5-3 16,3 5-6-16,0 0 6 0,0 0 5 0,0 0-7 16,0 16 7-16,6-7-3 0,-2 0-7 0,3 5 2 15,-3 2 8-15,6 0-2 0,0 2-1 16,0 2-2-16,0 2 13 0,0 0-11 0,1 0-5 16,-4 2 6-16,3-2-1 0,-2 0-2 0,1-1 0 15,-5 1 5-15,-1-3 0 0,-3 0 0 0,0-2 5 16,0-1 0-16,-6-1-10 0,2 0 15 0,-4-3-10 15,-1-2 0-15,-1 0-2 0,0-4 20 16,-1 0 0-16,1-3-3 0,0-1-7 16,-4-1 7-16,4-4 0 0,-1 0 1 0,-2-4-6 0,6 0 5 15,-4-3-2-15,1 0 5 0,4 0-8 16,2-2-7-16,1 3 7 0,0-1 0 0,1 1-5 16,-1 1-17-16,6 1 12 0,-3 0-6 0,2 1 17 15,4 1-24-15,-2 0 15 0,2 2-14 16,1-1 7-16,4 1 5 0,-1 0 0 0,0-1-3 15,1 3 0-15,2-2 3 0,4 1 0 0,-4-2-5 16,2 2 10-16,4-3 3 0,-4 2-10 16,4-2 9-16,-4 0-2 0,2 0-10 0,0-2-2 0,0 1 7 15,-3-1 0-15,2-2 0 0,-2 0 0 16,-3 1-6-16,3-4 1 0,-4 1-8 0,0-3 8 16,1 2 3-16,-2-1-11 0,-2-4 3 0,-1 4 12 15,-1 1-4-15,2 1 15 0,-4 2-1 16,0 0-14-16,1 2-8 0,-1 2-3 0,-3 1 3 15,0 4 10-15,0 0-6 0,0 0 12 0,0 0-1 16,6 13-10-16,-6-4 15 0,0 1-8 16,0 3-4-16,3 1 2 0,-1 1-3 0,-2 2 6 15,3-1-16-15,0 2-20 0,1 0-49 0,2-2-64 16,-2 0-92-16,2 0-584 0,-1 0 34 16,1-3 104-16,1-1 62 0,-1-3 77 0</inkml:trace>
  <inkml:trace contextRef="#ctx0" brushRef="#br0" timeOffset="6049.39">23873 1581 1098 0,'-2'-5'340'15,"2"5"-35"-15,-11-5-42 0,11 5-22 16,0 0-24-16,-22 9-14 0,12-3-22 0,-3 3-24 15,3 1-4-15,0 1-30 0,-1 1-23 0,1 1 2 16,3 1 11-16,-1 1-31 0,-1-2-5 0,5 0-3 16,1 4 3-16,0-7-8 0,3 3-10 0,0-3-18 15,0 2-8-15,3 0 0 0,0-2-5 16,4-2 3-16,1-2-18 0,1-2-3 0,1 1 0 16,0-3 3-16,4-1-5 0,-3-2-13 0,2-2-1 15,-2-3-1-15,3-1-9 0,-4-2 16 16,3-4-20-16,-2-3-6 0,-4-4-2 0,2-3-8 15,-5-2 16-15,-1-1-3 0,3-6 13 0,-6-4-11 16,-3 0-2-16,0 0 15 0,0-1-7 16,0 2 23-16,2 0 5 0,-2 7 25 0,0 2 0 15,0 5-7-15,2 2 7 0,-5 1-12 0,3 3-8 16,1 3 0-16,-1 4-5 0,0 3 2 16,0 4 0-16,3 1-12 0,0 0 10 0,-7 14 0 15,4 0-1-15,0 2-4 0,2 3-3 0,-2-1 3 16,3 4 5-16,0-1-8 0,3 4 5 0,1 0-2 15,-1 1-6-15,4 5 6 0,2-5 5 0,2 2-18 16,-4-4 15-16,6 1-20 0,-2-3-8 16,2-4-16-16,2-1-12 0,-2 1-2 0,1-4-14 15,3-2-4-15,0-3-3 0,-3-3-36 16,3 0 0-16,-4-5 0 0,1-1-3 0,-3-3 11 16,2-3-11-16,1-3-25 0,-1-2-5 0,-2-3-5 15,-1-4 38-15,0-2-3 0,-2-2 24 0,1 2 35 16,-5 2 31-16,2 0 41 0,-2 1 44 15,-1 2 17-15,0 3 6 0,-3 1-24 0,4 0-4 16,-3 4-3-16,-1 3-8 0,0 4-10 0,0 0 10 16,0 0 3-16,0 0-5 0,0 0-6 0,-8 16-10 15,8-8 11-15,-3 3-13 0,3 1 7 0,0 1 0 16,0 0-12-16,0 0 5 0,3 1-13 16,-3 2 5-16,7-2-5 0,-3-1-1 0,2 4 1 15,-2-5-13-15,3-2 1 0,-1 1-9 0,5-2-7 16,-1-1 0-16,0-4-6 0,1 0-9 0,2-2 2 15,1 0-6-15,0-6-29 0,6 2-6 16,-6-4-11-16,3-1 6 0,0-4-8 0,3-2-15 16,-2-2 18-16,-2-1 5 0,-1 0 18 0,-2-2 30 15,-3 3 34-15,1 1 18 0,-1 3 51 16,-4 1 2-16,-2 0 11 0,3 3-11 0,-4-1 11 16,1 1-28-16,-4 0-19 0,3 2-2 0,1 2-10 15,-4 3 10-15,0 0-13 0,0 0 6 0,0 0-3 16,0 0-8-16,0 0-10 0,0 0 5 0,-4 18-5 15,4-10-3-15,0 1 8 0,3 2 0 16,-3 0-7-16,1 1 1 0,2 1 1 0,0 1-5 16,4 1 0-16,-3-1 2 0,3 1 1 0,-1-2 4 15,1 0-12-15,4 1-8 0,-1-3 8 0,0-1 7 16,1-1-5-16,2-1-10 0,4 0 5 16,-3-2 8-16,3-1-3 0,0-2 3 0,0-2-3 15,0-1 3-15,0 0 2 0,3-4-9 0,-2-1-1 16,-1-1-16-16,0-4-6 0,3-1-14 15,-6-3-10-15,0-2 2 0,-1-1-1 0,-3 2 16 16,1-2-9-16,-4 2 31 0,-4 0 4 0,3 2 21 16,-5 2 3-16,2 0-1 0,-3 1-12 15,0 2 15-15,-3 1-7 0,2 2-3 0,-5 0-8 16,1 4 0-16,-3 0 6 0,8 1-11 0,-21 2 13 16,11 3 2-16,-1 0-7 0,4 2-5 15,-2-1-6-15,2 1 11 0,-1 0 0 0,2 1 0 16,2 1-3-16,-2-1 5 0,3 0-7 0,-1-1-8 15,4 1-3-15,0-1 11 0,0-1-8 0,0 0-3 16,0 0 9-16,3-1-14 0,-2 0-5 0,2 0 3 16,0 1 7-16,1-2-4 0,-1 1 9 15,0-2-7-15,3 3-3 0,-5-1 13 0,6 0-5 16,-3-2 6-16,2 2-17 0,-2 1 9 0,2-4-1 16,2 4 11-16,1-1 7 0,-2 1-5 15,0-5 11-15,4 4-11 0,-1-3-7 0,3 0 20 16,-2 0-18-16,2-1 10 0,1-1 8 0,0 0-15 15,0-1 2-15,-1-3 0 0,0 3 3 0,2-2-2 16,5-1 1-16,-6-2-4 0,3 0-3 0,-1-1 10 16,-1-2-12-16,-2-1 0 0,0-1 2 0,2-2-21 15,-2-2 1-15,-2-2-8 0,2-2-15 16,-6-3 4-16,3 0-17 0,-3-3 0 0,-2-1-5 16,0-8-6-16,-5 7 3 0,3-4 26 0,-3 1 0 15,0 0-8-15,0-2 36 0,0 6 5 16,0 0 18-16,-3 2 20 0,3 5-10 0,0 0-13 15,-3 7-15-15,3 0 6 0,-1 6-1 0,0 2-3 16,1 4-2-16,0 0 21 0,0 0-11 16,-11 18 0-16,11-6 18 0,-1 6 6 0,-2 0-4 15,6 4 4-15,-3 3-1 0,1 0-13 0,-1 2 6 16,6-2-3-16,-1 0 8 0,-3 0-11 16,4 0 16-16,-2-2-23 0,0 2 7 0,3-1 1 15,-1-3-8-15,1-1 7 0,3 0-5 0,-6-3 3 16,3-3-12-16,-1 0-4 0,1-2-25 0,-4 2-31 15,5-4-115-15,-2-2-174 0,1 1-509 16,3-3 53-16,-2-3 90 0,2-3 82 0,3-3 74 16</inkml:trace>
  <inkml:trace contextRef="#ctx0" brushRef="#br0" timeOffset="6198.6">25651 1646 931 0,'0'0'397'0,"0"-4"-41"0,0 4-39 16,0 0-45-16,0 0-101 0,0 0-66 0,0 0-128 16,0 0-663-16,-21 8 41 0,11-3 48 0,0 0 60 15</inkml:trace>
  <inkml:trace contextRef="#ctx0" brushRef="#br0" timeOffset="9265.23">14147 6990 655 0,'0'0'256'16,"0"0"-23"-16,-4-4 0 0,4 4 40 16,0 0-22-16,-6-2 0 0,6 2-26 0,0 0-20 15,0 0-23-15,0 0-11 0,-6-5-20 0,6 5 1 16,0 0-27-16,0 0-10 0,0 0-20 15,0 0 10-15,0 0-18 0,0 0-10 0,-7-1-24 16,7 1 14-16,0 0-16 0,0 0 5 0,0 0-7 16,0 0-8-16,0 0 3 0,0 0-11 0,0 0-3 15,0 0 6-15,20-3-8 0,-10 3 1 0,-10 0 6 16,24 0-6-16,-7 0 12 0,0 0-11 16,4 0-9-16,3 0 4 0,0 0 1 0,-1 0-18 15,8-1 17-15,-1 1 3 0,1 0-86 16,0 0 6-16,4 0 11 0,-4-3 3 0,3 6 2 15,0-3 0-15,3 0 8 0,-3 1 8 0,1-1 2 16,6 1-3-16,0 1 8 0,3-2 1 16,1 0-6-16,-1 1 15 0,1-1 13 0,2 0-17 15,1 0-9-15,-3 0 16 0,6 0 3 0,14-1 7 16,0 1 0-16,3-3-20 0,-3 3 18 0,1-1-11 16,-2-2 3-16,1 1 0 0,3 0 8 0,-2 1-3 15,5-4 0-15,-2 4 16 0,-1 0-3 16,0-5 5-16,0 3-26 0,1-1-2 0,-3 0-10 15,2 2 25-15,-3-2-8 0,3 2-4 0,0-4 12 16,-2 3 8-16,2 3-5 0,-3-4-5 16,-4 1 4-16,1 1-7 0,-8 1 3 0,-13-3 10 15,0 2-8-15,1 2-15 0,-8-5 21 0,-4 4-4 16,-2-1-1-16,-2 1-14 0,-5 1-7 16,-3-2-54-16,-2 0-39 0,-2 0-101 0,-7 0-170 0,-3 2-478 15,-4 0 99-15,0 0 41 0,-31-2 103 16,-3-4 46-16</inkml:trace>
  <inkml:trace contextRef="#ctx0" brushRef="#br0" timeOffset="10898.7">3512 7949 767 0,'0'0'277'15,"0"0"-29"-15,-3 1-12 0,3-1-32 0,0 0-12 16,0 0-12-16,0 0-19 0,0 0 3 16,0 0-18-16,21 0-8 0,-14 0-13 0,6 0-12 15,4 0 7-15,7 0-15 0,-1-1 0 0,5-4-15 16,3 4-3-16,6-1-21 0,5-3 11 16,2 2 7-16,11-2-20 0,6 1-87 0,-3-2 11 15,-2-1 22-15,5 2-8 0,-3-2 4 0,3 1 4 16,2 3-5-16,1-4 3 0,-2 2 2 0,2 1-8 15,-5-2 14-15,2 4-19 0,-13-3 24 0,13 2-6 16,-12-2 8-16,-3 5-2 0,16-3-16 16,-10-3 7-16,-8 5-12 0,17-2 8 0,-2-2 7 15,-5 3-4-15,-9 1 9 0,3 0-2 0,13-2 0 16,-9 1 0-16,-5 1-10 0,-1 1 10 16,-2 0-6-16,1-1-7 0,1-2 11 0,-1 3-1 15,0 0-17-15,3-2 7 0,-1 2 2 0,-2 2 4 16,2-2-9-16,-1 0 11 0,1-2-5 15,-2 4 2-15,-1-2 0 0,1-2 11 0,2 2-9 16,-6 0-12-16,4 0 18 0,-1 2-5 0,1-2-5 16,-1 0 2-16,-2 0-5 0,1 3 5 15,-2-3 3-15,4 0-5 0,-4 0 15 0,0 1-3 16,3-1-7-16,0 0 10 0,1 0-13 0,-1 0 3 16,-3 0 0-16,4-1-10 0,-1 2 22 0,1-1-17 15,-1 0-8-15,-2 0-8 0,2 0 21 0,-4 0-5 16,-5 0-1-16,3 0 9 0,-4 0-11 15,0 1-13-15,0-1 16 0,0 0-8 0,-3 0 13 16,0 0-8-16,0 2-3 0,3-2 14 0,0 0-19 16,-3 0 11-16,2 0-11 0,-1 3 16 0,3-3-8 15,-1 1-5-15,-1-1-2 0,1 0 7 16,1 1-8-16,-1-1 6 0,0 0-6 0,0 0-2 16,0 0-3-16,4 0 11 0,-4 0-3 0,0 0-3 15,0 0 6-15,1-1 5 0,-1 2 2 16,0-2-5-16,0 1 0 0,1 0 8 0,-1-1-13 15,0 1 2-15,3 0 11 0,1 0-10 0,3 0-6 16,-6 0 3-16,6 1 5 0,2 0 1 0,-4-1 1 16,-2 0 6-16,4 2-8 0,0-1-20 15,0-1 22-15,0 4-14 0,0-1 14 0,0-3-12 16,0 3 3-16,-7 0 7 0,4-2-10 0,-4 2 7 16,7 0 6-16,-6-1-16 0,-1 0 8 15,7-1 75-15,-7 4 19 0,3-3-35 0,-3-1-8 16,1 1-20-16,-1 2 2 0,0-4-10 0,4 3 8 15,-4-3-21-15,-3 4 16 0,3-3-1 0,-3-1 16 16,-1 0-33-16,1 3 33 0,-6-3-33 0,-2 0 2 16,1 5 34-16,-3-6-42 0,-1 2 29 15,-3-1-11-15,-1 0 1 0,-1 0 2 0,-2 0 2 16,1 0-12-16,-4 0-10 0,1 2-3 0,-4-2 18 16,-1 0-67-16,-2 0-20 0,-4 0-77 15,0 0-59-15,9 0-25 0,-9 0-95 0,0 0-85 16,-3 7-463-16,3-7 105 0,0 0 49 0,-6 6 92 15,6-6 51-15</inkml:trace>
  <inkml:trace contextRef="#ctx0" brushRef="#br0" timeOffset="11014.92">9782 7936 970 0,'0'0'299'16,"0"0"-25"-16,0 0-31 0,0 0-10 0,0 0-49 15,0 0-51-15,0 0-61 0,0 0-64 0,0 0-93 16,-11 7-460-16,5-6-125 0,-1 4 73 15</inkml:trace>
  <inkml:trace contextRef="#ctx0" brushRef="#br0" timeOffset="13348.67">9813 10624 811 0,'0'0'243'0,"0"0"-20"0,0 0-8 0,0 0-100 15,0 0-13-15,0 0 8 0,0 0 1 0,26 0-17 16,-26 0-2-16,21-2-7 0,-7-1 15 15,0 3-26-15,3-1 3 0,0 1-16 0,4-2 6 16,-2 1 68-16,6-3-7 0,-1 1-20 16,4 3 20-16,2-2-16 0,4-3-2 0,3 4-20 15,5-5 2-15,2 5-20 0,0-1 2 0,19-3 13 16,-6 2-23-16,-2 1-10 0,-10 1-8 16,16-3 0-16,-10 3 3 0,-3-2-19 0,-4 3 4 15,2-4-1-15,-2 4 10 0,0 0-19 0,-3-2-1 16,-4 1-8-16,-3-1 8 0,0 0-5 0,-3 0-3 15,-3 2 8-15,2-1-5 0,-5 1 3 16,-4-1-6-16,-1 1-2 0,-3-1-11 0,-1 1-7 16,-4 0-23-16,1-1-13 0,-3 1-10 0,0 1-39 15,-10-1-25-15,7 1-28 0,-7-1-121 16,0 4-529-16,0-4 27 0,-10 8 57 0,-1-2 80 16,-2-5 60-16</inkml:trace>
  <inkml:trace contextRef="#ctx0" brushRef="#br0" timeOffset="13781.16">10118 10711 739 0,'0'0'256'0,"-8"-3"-28"16,8 3-18-16,0 0-13 0,0 0-23 0,0 0-10 16,0 0-16-16,0 0-17 0,0 0 2 15,20-7-20-15,-9 7 2 0,3-1 3 0,5-2 45 16,6-1-4-16,5 4-8 0,8-5-15 0,7 0-6 16,16 2-25-16,4-2 0 0,0-1-8 15,3 5 6-15,0-4-26 0,-2 0-16 0,-1 3-5 16,3-3-63-16,0 3-4 0,-3-4 4 15,3 6 2-15,-6-5-6 0,4 3 11 0,-5-2 6 16,-3-2-1-16,-7 5 10 0,-6-2 13 0,-4-1-2 16,-1 2 5-16,-6 1-3 0,5-5-3 0,-8 5-7 15,-5-1 3-15,-1-3-6 0,-2 4 16 16,-2-2-26-16,-4-1 8 0,0 4 10 0,-3 0 0 16,-3-3-8-16,2 1-25 0,-6 0 2 0,3 2-30 15,-3-2-52-15,-7 2-7 0,0 0-46 0,10 6-106 16,-10-6-572-16,-10 7 71 0,-1-3 41 15,-6 1 79-15,-3-3 67 0</inkml:trace>
  <inkml:trace contextRef="#ctx0" brushRef="#br0" timeOffset="18064.24">8620 12016 552 0,'-7'-2'210'0,"-1"-3"-33"16,2 4-11-16,-1-1-10 0,0-3-5 0,7 5-30 15,-14-1 2-15,8-2-6 0,-1 2-9 0,0-4-6 16,0 5-22-16,7 0 4 0,-16-1-12 16,9 0-6-16,-1-2-2 0,8 3 0 0,-16-2-5 15,9 1-5-15,-1 1 2 0,-1 0 3 0,9 0-3 16,-17 0 1-16,6 0-14 0,1 0 3 15,0 0 6-15,-1 0 17 0,-2 1-41 0,2 4 2 16,-2-4-1-16,0 0 1 0,-2 4 1 0,2 0-3 16,-1-1-5-16,1-1 0 0,-2 5-5 15,-1-1 3-15,2 3-1 0,0-3-2 0,-3 0 3 16,4 2-11-16,-2 0 15 0,2-1-4 0,0 2-11 16,-1 0 3-16,0 3-5 0,-3-3-6 15,4 5 8-15,-2-3 6 0,2 3-14 0,-4-1 6 16,4 0 79-16,1 1-18 0,-1 0 8 0,3 0-11 15,-1 0 1-15,1-2-21 0,1 4 3 16,1-2-11-16,-2 2 3 0,3-2 3 0,-2 2-9 16,1-2-12-16,2 2 11 0,2 0-11 0,-2-1 2 15,2 0-2-15,-3 2-2 0,6-1-1 16,-5 0-2-16,3 1-2 0,2-1-1 0,-2 1 5 16,3 2-7-16,0 0 13 0,1-3-6 0,1 5 3 15,2 0-7-15,-1 2-1 0,5-2 16 0,-2 1-16 16,-2-3 3-16,2 5-5 0,1-2-5 0,4-4 2 15,-4 6 3-15,3-3-11 0,1-1 19 16,2 4-9-16,0 0-12 0,1-4 11 0,-1 0-1 16,2 2-7-16,1 1 4 0,2-5-4 15,2 5 7-15,-3-6-5 0,4 3-13 0,-1-2 16 16,0-2-10-16,2 1 7 0,2-3-8 0,-1 0 18 16,4 0-2-16,-3-3-3 0,0-4-4 0,1 2 12 15,1-3-80-15,-2 1 8 0,4-3 3 0,-1-1 3 16,0-2 14-16,-2 2-2 0,-2-4-5 15,1 2 13-15,3-4 3 0,-2-2-3 0,2 3 2 16,-2-3 0-16,1-2 31 0,1 2-25 0,-3-3-3 16,0-1 8-16,-3 0 15 0,2-4-11 15,-1 1 6-15,1-3 0 0,-2 1-3 0,2-5 8 16,-2 2-12-16,0-5 4 0,-4 3 5 0,0-5-2 16,-3 2-2-16,3-1 7 0,-7-1 0 15,3-3-3-15,-5 1-5 0,2-4 3 0,-4-2-2 16,-2 2 9-16,-1 0-7 0,1 1-8 0,-4-2 11 15,0-2-6-15,-4 5 8 0,4-5-3 0,-4 6-4 16,1-2 7-16,0 0-5 0,-4 2 12 16,1 1-12-16,-2 0 3 0,1 1 7 0,1 2-3 15,-1 0 9-15,-4-3-19 0,2 6 8 0,2-4 5 16,-3 5-2-16,2-3-3 0,-2 2 10 0,1 2-10 16,1-1-8-16,-2 1 11 15,3 1-3-15,-3 1-5 0,3-2 10 0,-3 2-8 0,3 3 3 16,-3-3 5-16,3 1 0 0,0 2 3 0,0-2-3 15,-3 4 8-15,3-1-16 0,0-3 14 16,-2 6-14-16,1-3 8 0,-2 3-5 0,3-1 5 16,-3 1 0-16,-1 2 6 0,1-2-9 0,0 1 1 15,-3 6-3-15,2-3-3 0,-3-1 16 0,1 4-16 16,-1 0 3-16,0 1-2 0,1 0 2 0,-4 2-10 16,-1-2 10-16,2 6 2 0,-2-2-7 15,2 3 3-15,1-1-4 0,-1-2 1 0,2 4-5 16,0-1-3-16,4 0 11 0,-1-1-21 0,1 0-11 15,1 3-19-15,1-2-32 0,1 2-20 16,1 3-56-16,6-3-116 0,-3 1-321 0,6 3-132 16,-3-3 47-16,3 0 68 0,1 0 62 0</inkml:trace>
  <inkml:trace contextRef="#ctx0" brushRef="#br0" timeOffset="18563.84">8887 12576 1018 0,'13'-10'359'0,"-7"9"-47"0,-2-6-38 16,7 5-16-16,-1-3-20 0,3-5-23 15,4 6-87-15,4-2-12 0,2-3-6 0,1 2-13 16,4 0-10-16,6-3-13 0,0 2-2 0,4-1 5 15,0 0-21-15,13-4-5 0,0 4-5 0,-3 0 0 16,3-2-2-16,-9-1-8 0,-2 3-3 0,-2 5-10 16,-1-5-5-16,-2 3-5 0,-8-1-11 15,0 0-9-15,-3-1 24 0,-6 4-6 0,-1-2-11 16,0-1 5-16,-4-3-15 0,-6 3-21 0,1-1-13 16,-2-2-9-16,-3 2 14 0,-3-3-4 15,-3 0 9-15,0 1-7 0,-1 0 21 0,-3 0 7 16,0 0 11-16,0 0 4 0,1 0 14 0,-2 2-4 15,2 1 11-15,-1 1 3 0,1-1-3 16,2 0-3-16,1 5-7 0,0-4 0 0,-1 4-5 16,4 2-6-16,-4-5 16 0,4 5-2 0,0 0 4 15,0 0-2-15,0 0-13 0,17 13 13 16,-10-9 10-16,3 5 0 0,1 3-23 0,-1-1 11 16,4-2 9-16,-4 7-2 0,0-1 0 0,1 0-7 15,-4-2 2-15,2 3-3 0,-5 1 0 16,-1-2-4-16,0 3-6 0,-3 3 2 0,-6-4 9 0,2 4-8 15,-5 2-8-15,-2 0-47 0,-2 0-42 16,-1-1-90-16,-3 2-72 0,-1-1-456 0,1-3-27 16,-3 1 48-16,3-6 64 0,-1-1 69 0</inkml:trace>
  <inkml:trace contextRef="#ctx0" brushRef="#br0" timeOffset="19330.27">10322 12205 949 0,'-7'-5'343'0,"0"-2"-31"0,0 5-30 0,0 2-31 16,-3 0-18-16,1 2-16 0,1 2-27 0,-2 1-21 16,-3 4-21-16,2 3-4 0,-3 4-1 15,0-3-15-15,4 6-31 0,0-1-7 0,-1 1-1 16,2 0-12-16,2 1-5 0,4-1-3 0,0-2-8 16,2 1-15-16,1-3 6 0,1 2 1 15,2 0-12-15,3-2-20 0,1-4 15 0,3 2-6 16,1-4 6-16,-1-1-74 0,4-5-6 0,-1 2 6 15,0-3 7-15,2-3 0 0,1 0 1 16,-1-5-4-16,1-1 11 0,-2-1-2 0,-1-1 2 16,-2 1 2-16,2-4 3 0,-6-1-2 0,1 1 7 15,-2-2 3-15,1 4 17 0,-4-3-7 0,1 2 16 16,2 3 4-16,-2 1-4 0,-3-3-11 16,2 8 5-16,0-4-2 0,0 3-6 0,-3 3 6 15,0 0-11-15,0 0 3 0,0 0 3 0,10 9 7 16,-10-5 3-16,4 4-5 0,-1 0-3 0,1 1-5 15,0 4 7-15,2-3-22 0,-2 0-5 16,2 3-34-16,5-1-41 0,-4-4-12 0,3 4-55 16,4-2-83-16,-1-1-121 0,2-3-351 0,1-1 10 15,1-1 60-15,-3-3 61 0</inkml:trace>
  <inkml:trace contextRef="#ctx0" brushRef="#br0" timeOffset="19614.18">10824 12251 839 0,'-7'-1'269'0,"7"1"-6"0,-16 0-12 15,16 0-31-15,-18 5-25 0,5-2 64 0,2 5-29 16,-2 1-33-16,-1-1-5 0,0 5-15 0,1-1-26 16,2 1 2-16,1-1-2 0,0 2-18 0,0-2-25 15,3 2-11-15,4-4 5 0,0 4-14 16,2-3 6-16,1-1-22 0,4 2 2 0,2-2-5 15,1-3-18-15,7 1 6 0,-1-4-3 0,5 2-6 16,-2-5-15-16,5 1-25 0,0-2-39 16,-1-2-15-16,4 1-18 0,0-5-38 0,1 2-3 15,-3-4-61-15,0 1-39 0,1-3-61 16,-2-2-103-16,-4 2-391 0,1-7 28 0,-2 2 66 16,-5-3 101-16,-1-4 40 0</inkml:trace>
  <inkml:trace contextRef="#ctx0" brushRef="#br0" timeOffset="19781.12">11064 12108 491 0,'0'-19'269'0,"0"2"-54"0,-1 3 0 15,1 4-5-15,-3 2-8 0,3 1 64 0,0 0-30 16,-3 3-16-16,3 4-26 0,0 0 11 0,0 0-36 16,0 0-10-16,0 0-8 0,-6 21 7 15,8-6-27-15,-1 2-8 0,2-1-11 0,3 8-14 16,-2-3 2-16,3 2-24 0,3 2 4 0,-3 5-9 16,3-3-73-16,-2-2-14 0,5 2-35 15,-3 2-41-15,4-3-49 0,-4-6-25 0,1 3-52 16,-4-6-107-16,2 1-361 0,-5-4-18 0,2-4 34 15,-2-4 73-15</inkml:trace>
  <inkml:trace contextRef="#ctx0" brushRef="#br0" timeOffset="20763.99">10965 12308 813 0,'-4'-7'287'0,"1"2"-10"0,0-2-27 0,3 1-14 15,0-1-24-15,3-3-30 0,0 2-21 0,4 0-15 16,-1-2-20-16,6-3 2 0,1 2-8 0,4 0-10 15,0-3 51-15,7 4-15 0,-6-3-20 0,4 4-19 16,3 2-4-16,-7 3-6 0,4-1-13 16,-1 3-7-16,-3 2-10 0,-1 0-19 0,3 6 6 15,-3-2-10-15,0 3-3 0,-4 1-1 0,2 2 1 16,-2 3-12-16,-2-2-9 0,-1 0 11 16,0 3 2-16,-2-3 0 0,1 3-7 0,-2-3-8 15,-1 3-3-15,2-3 8 0,-4 0-5 16,2 0-2-16,-2-3 12 0,2 2-16 0,0-2 14 15,2-1-18-15,-1 2 5 0,-1-4-11 0,4-2 13 16,-2-2-9-16,-1-1-9 0,-7 0 8 0,20-3 0 16,-10-2-2-16,0-5-11 0,1 2-10 15,-4-7 8-15,3 2-8 0,-3-8 8 0,3 3-8 16,0 2 5-16,-6-1 5 0,5 0 8 0,-4 3 6 16,1 3-4-16,-2 1 16 0,2 0-5 0,-3 3-18 15,-2 1 17-15,5 3-9 0,-2-1 2 16,-4 4 16-16,0 0-11 0,4 10 3 0,-1-5-3 15,0 5 10-15,1-3-20 0,-1 1 13 16,0 3-10-16,4 1 2 0,0-3 3 0,-3 1-1 16,3 0 1-16,3 3 5 0,1-3-16 0,1 0-12 15,-2 0 17-15,2-3 9 0,4 1-1 16,1-1-2-16,-3-1 2 0,6-4 0 0,1 0-10 16,-1-2-8-16,1-2 1 0,0 2-6 0,2-7 8 15,4 3-21-15,-5-5 1 0,1-3 27 0,-3 1-10 16,1-4-7-16,-3-2 7 0,-5 1-10 0,1-1 3 15,-4-5 7-15,0 2-2 0,-6 5 2 16,3 0 6-16,-4 4 7 0,1-3 10 0,-4 4-9 16,-4 0-4-16,1 2 3 0,-1 1 11 0,-3 3-1 15,0-2-7-15,-2 6 7 0,1 0-10 16,8 0 13-16,-20 0-5 0,9 5-3 0,1-1 0 16,0 1-7-16,-1-1 7 0,2 3-2 0,5 3 2 15,-3-3 8-15,1 1-13 0,-1 2 3 0,6-2-6 16,-2 1 1-16,3 0-6 0,0-2 11 0,3 2-5 15,-2-1 2-15,2-1-5 0,4 1 7 16,-3-2-2-16,2-1-2 0,1 1 2 16,-1 1 0-16,2-1-5 0,-4-1 8 0,2 0-8 15,1-2 0-15,3 4 0 0,-3-5 13 0,0 5 0 16,3-5-3-16,0 4-15 0,-3-3-6 0,3 2 22 16,4-5-16-16,-4 5 2 0,0-3 3 15,4 1 13-15,0-3-11 0,0 0 14 0,2 0-21 16,-1-1 17-16,1-1-12 0,2 0 8 0,1-3 0 15,-1 0-6-15,0 2-2 0,1-4 5 16,-1-3-10-16,-2 2 3 0,2 0 9 0,-4-6-9 0,3 0 9 16,-7-2-4-16,1-4-6 0,-1 0 6 15,-1-3-3-15,-5-2 3 0,-1-2-3 0,1 1 0 16,-4-5-8-16,-4-2 16 0,1-2-16 16,-1 0 3-16,-2 2-3 0,0 1 8 0,2 7 3 15,-4 2 17-15,5 5-4 0,-3 1-29 16,2 2 8-16,1 5 7 0,-4 3 3 0,0 4 0 15,3 3-12-15,4 0 12 0,-13 13-5 0,6 2 15 16,0 1 6-16,3 8-16 0,4 1 10 0,0 2 1 16,0 6-9-16,4 2-2 0,3 0 3 0,0-1-13 15,6-3 7-15,1 10 9 0,3-9-6 16,-3-2 2-16,-1-4 9 0,2 0-32 0,-5-8-12 16,3 0-13-16,-5-4-51 0,1 1 5 0,-5-5-51 15,-1-3-128-15,-6 1-497 0,-1-6-97 0,-5 4 118 16,-6-6 50-16,-5-5 73 0,-10 4 66 15</inkml:trace>
  <inkml:trace contextRef="#ctx0" brushRef="#br0" timeOffset="22080.75">7139 11893 826 0,'-11'-4'256'0,"5"-2"-28"15,-1-1-33-15,-3 6-93 0,3-3-2 0,-3-1 18 16,0 4-13-16,-1-3-8 0,1 1-13 0,0 3-4 15,-1 0-6-15,-2-2-10 0,3 2 0 16,-4 0-3-16,1 2-4 0,2-2-11 0,-3 3-5 16,1 1 61-16,-1-1 5 0,-2 4-17 0,1-1-16 15,-1 3-5-15,-2 1-15 0,-2-1 5 0,3 5 2 16,-1 2-9-16,-2 3-6 0,-1-1-5 16,1 4 0-16,0 2-6 0,2 1 6 0,-9 9-10 15,10-7 13-15,0 1-8 0,-7 9-8 0,7-1-3 16,-4 5 1-16,5-1-6 0,-1 1 11 15,3 1 0-15,-3 1-3 0,4 3-5 0,1 0-10 16,-1 1 17-16,2-1-12 0,2-6 5 0,5-5 3 16,-2-2-3-16,2 4 0 0,4 0 3 15,-3-4 4-15,6 7-1 0,-3-5-6 0,4 15-11 0,2-8 4 16,0-4 2-16,4 7-8 0,2 3 0 16,0-4-2-16,6-5 5 0,-5-3-1 0,-1-7-9 15,4 0 7-15,-2-4 0 0,2 2 6 16,2-4-1-16,-1 2-10 0,0-1-2 0,-3-6-8 15,3-3 15-15,4 2-2 0,-5-4-11 0,2-1 18 16,-2-2 6-16,2-2-21 0,-2-2-3 16,2-4 11-16,-2 0-3 0,2-2 8 0,3-2-5 15,-1 1 7-15,1-6-7 0,3 2-1 0,-1-7 1 16,1 4 7-16,3-7-15 0,1 3 8 16,-1-4-3-16,-3-1-5 0,0 0 0 0,3 0 5 15,-3-4 3-15,-2 1 7 0,1-1-4 0,-3 2-4 16,1-6-12-16,-4 1-3 0,3 4 16 0,-2-5-8 15,-4-2 3-15,3 2 2 0,-4-4-5 0,1 2 15 16,-1-4-5-16,-2-3-2 0,-1 2-8 16,3-12 0-16,-3-3 5 0,1 9 5 0,-7-1 3 15,3 6-13-15,-1-4 5 0,-3 3 6 16,1-1-6-16,-3 6 5 0,2-1 8 0,-3 3 5 16,0 0-3-16,0-3 1 0,0 4-8 0,-3 1-6 15,-1-2 14-15,3 1-8 0,-6-2-3 0,1 3-2 16,0-1-1-16,2 1 1 0,-4-4-8 15,-4-2 5-15,4 5 10 0,-2-3 1 0,0 1-6 16,0 3-2-16,-1-2 2 0,4 4 10 0,-3-1-9 16,0 4-9-16,0-3 11 0,3 5-13 15,-3 0 0-15,2-3-5 0,-2 8 10 0,1-2 3 16,2 0-8-16,-1 4 18 0,-1-3-8 0,2 4-13 16,3 1 14-16,-6 1-6 0,6-1 0 15,-5 1-8-15,2 2 3 0,3-2-5 0,-6 1 10 16,3 4-2-16,0 1-19 0,0-3 16 0,-3 5-10 15,10 0 8-15,-17 0-29 0,3 7-15 16,1 1-3-16,-5 2-89 0,1 4-13 0,-3 6-31 0,-11 6-104 16,7 9-541-16,-3 1 23 0,7 0 100 15,2-5 64-15,1 6 74 0</inkml:trace>
  <inkml:trace contextRef="#ctx0" brushRef="#br0" timeOffset="22646.35">6777 13306 588 0,'6'10'228'0,"-2"0"-21"0,-1-3-10 16,5 6-28-16,2-1 11 0,0 2-14 0,7 3 11 15,-4 0-26-15,11 3-8 0,-3 2-5 16,10 6 0-16,0 2-7 0,3-3-8 0,3-1-21 16,1 2 6-16,3 0-16 0,0-2-3 0,0-1-9 15,0 0-11-15,0 0 54 0,-3-1 5 0,3-2-16 16,-3-1-91-16,-1-6 4 0,-6-1-7 0,3-2-10 15,-3-2-16-15,3-1-10 0,-4-1 11 16,-2-3-14-16,-1-3-25 0,-3 2 5 0,-3-2 5 16,-1-2 6-16,-2 0-14 0,-5-6 19 0,1 4-11 15,-4-3 5-15,-3-5 11 0,-1 3-6 16,-6-1 0-16,0-2 6 0,-3 2-3 0,0-3 25 16,-1-2 19-16,-5 5 15 0,5-2 7 0,-4 2-7 15,2-1 15-15,0 1-2 0,2 1-18 16,1 4 2-16,-1-2-7 0,0 0 2 0,1 0-3 15,3 5 3-15,0 0-10 0,0 0 10 0,0 0-15 16,0 0 10-16,24 6 5 0,-14-2 1 16,4 3-4-16,-1-1 1 0,2 2-8 0,1 1 2 15,2 1-15-15,-2 4 11 0,-1-3-9 0,-2 1-4 16,-3 1 15-16,-2 4-16 0,-2-2 9 0,-3 3-1 16,-3-1 5-16,-3 1-12 0,-4 4-16 0,-3 1-30 15,-4 2-39-15,-2-5-77 0,-2 5-59 16,1-8-125-16,0 1-440 0,0-3 89 0,3 2 37 15,0-9 63-15</inkml:trace>
  <inkml:trace contextRef="#ctx0" brushRef="#br0" timeOffset="23180.24">8162 13823 1156 0,'6'10'331'0,"1"4"-22"0,0 1-48 0,0 6-17 16,3-3-22-16,1 3-17 0,2 4-21 16,4 2-22-16,-6 0-6 0,2-2-10 0,1 0-16 15,-4-3-20-15,4 3-15 0,-7-7 10 0,2 5-33 16,1-6-3-16,-2-2-21 0,-4-3 6 0,2 3-8 15,-3-5 21-15,1-2-21 0,-1 0 5 16,-3-2 8-16,0-3-13 0,0-3 5 0,0 0-10 16,0 0 0-16,-17-15-10 0,6 5-3 0,-5-7-8 15,-2-6 3-15,-5-12 1 0,-4-2-4 16,-1-4-7-16,4 0 10 0,0-1-5 0,4 3-3 16,3-3 8-16,3 9-7 0,3 5-11 0,5 1 0 15,2 2 5-15,2-2 5 0,2 7 6 16,3-3-3-16,3 4 2 0,1-4-4 0,1 7-1 15,5-1-2-15,0 6-6 0,1 1 9 0,0 4-3 16,6 1 2-16,-2 2-5 0,-2 5 0 16,2-1 3-16,-1 3-18 0,0-1 10 0,-1 5-5 15,-4 2 18-15,0-2-10 0,-2 5-11 0,-5-2 6 16,-5-1 2-16,0 5-3 0,-5-1 4 0,-1-2-6 16,-4 5-6-16,-7-2 30 0,3 2-22 15,-6-4-4-15,0-1-4 0,-4 1 9 0,2-3-3 16,2-1-5-16,0-6-21 0,2 2-56 0,2-2-28 15,1-3-23-15,2-2-72 0,-1 0-109 16,4-4-99-16,4-1-439 0,5 3 105 0,1-4 48 16,1 1 74-16,2-2 57 0</inkml:trace>
  <inkml:trace contextRef="#ctx0" brushRef="#br0" timeOffset="24297.12">8510 13758 609 0,'14'13'322'0,"-1"-1"-35"15,-2 1-21-15,-1-1-15 0,-3 1-26 0,-1-1-76 16,2 3-34-16,-4-1-8 0,2 0-2 0,-3-3-15 16,0 1-6-16,-2-2-2 0,2 3 0 15,-3-2 0-15,3-3-8 0,-6-1 8 0,0 0 8 16,-1-4-16-16,1 1 0 0,-7-4-7 0,10 0-13 16,-18-6-1-16,5-3-7 0,-1-4 1 0,-3 1-17 15,0-2 11-15,4-3 10 0,-1 0-12 16,3 1 2-16,0-2 7 0,5 2-17 0,-1 0 10 15,4-1-10-15,0 2 12 0,3 3-7 0,0-3-3 16,3-1-4-16,4 4-6 0,-1-1-6 16,2 2-4-16,5-2 5 0,0 5-13 0,1 3 8 15,3 0-8-15,1 1 8 0,-1 0 8 0,0 4-6 16,1 4-2-16,1-1-13 0,2-2-3 16,0 4 13-16,-5 0-5 0,5-1 1 0,-4-1-1 15,0 4 2-15,-4-6-1 0,2 5 14 0,-2-4-15 16,-2 2-5-16,-1-1-2 0,0-1 4 0,1-2-4 15,-2 0 4-15,-9 0 1 0,14-5 2 0,-3 0-5 16,-5-2 5-16,-2-1-3 0,-1 1 1 16,1-3 2-16,-2 0-5 0,-1-3 0 0,-1 3 3 15,-1 0-6-15,1 2-2 0,-2 1 8 16,1-1-9-16,1 1 6 0,-3 4 0 0,3 3-5 16,-6-3 8-16,6 3-3 0,0 0 2 0,-11 13 6 15,8-5-13-15,-1 0 20 0,1 6-17 16,2-3 12-16,1 3-10 0,0-3 5 0,0 6 0 15,1-2-5-15,6 2-7 0,-3-1 4 0,2-1 13 16,1 1-10-16,2-2 5 0,3 1-5 0,-2 2 8 16,4-9 2-16,-1 4-2 0,4-1-11 0,-3-4-2 15,3-2 16-15,0 2-11 0,0-7 12 16,0 0-4-16,1 0-3 0,5-5-5 0,-3-1 3 16,4-2 2-16,0-3-8 0,4-1-2 0,-5-3 13 15,1-3-16-15,0 1 3 0,-10 2 2 16,3-3 1-16,-4 1 7 0,-2-2-13 0,-1 3 8 15,-6 1-10-15,2 0 0 0,-2 5 12 16,-3 0-12-16,2 4 5 0,-6-3-3 0,3 9 3 0,-8-1 18 16,8 1-13-16,0 0-2 0,-23 11 4 15,15-4-4-15,-5 1 4 0,6 4-4 0,-4 1 17 16,2-1-10-16,2 1-2 0,0 4 2 0,0-3 0 16,3 1 0-16,-2-1-3 0,6 0 4 0,-3-1-1 15,2 0-5-15,2-3 7 0,2 3 9 16,0-4-16-16,1 1 2 0,2-6 1 0,-1 0 5 15,1-2-6-15,4 1-2 0,-4-3 3 16,5-5-3-16,-1 1 0 0,0-3-8 0,4-5 3 16,-4 2 2-16,0-2 3 0,1-6 8 0,-4-2-16 15,-1-1 3-15,-2-4-13 0,-1-4-2 16,1 2 4-16,-8-7-19 0,1-4 9 0,-4-12-5 16,-3 5 1-16,-4-1 9 0,4 11 1 0,3 3-1 15,-4 6 6-15,5 2 7 0,-1 3 13 0,1 5 0 16,-1 0-17-16,0 5 9 0,3 4 0 0,-2 2-4 15,2 3 2-15,4 2-3 0,0 0 23 16,-17 16-2-16,13-5 0 0,1 4-5 0,0 3 10 16,3 5-6-16,0 4-1 0,0-2 1 0,3 4-4 15,4 0 0-15,0 6 7 0,3-3-5 16,7 7-2-16,0-5-3 0,-3-7-10 0,6-2 13 16,-2 0-6-16,2-3 8 0,1-3-7 0,3-2 15 15,-7-2-13-15,6-5-8 0,-2 0-4 0,-1-3-6 16,-2-6 5-16,2 2-10 0,0-6-2 15,-2 2-3-15,-2-6-13 0,2-3 18 0,-5 2-20 16,1-9-3-16,-4 2 2 0,-3-3 6 0,0 1 8 16,-3 2 9-16,2-2 14 0,-5 6 20 0,2 0 2 15,0 0-2-15,0 3-18 0,-2 6 8 16,2-2-6-16,-3 4 3 0,0 0 18 0,0 0 0 16,0 0 0-16,4 21-2 0,-4-11-8 0,4 3 17 15,2-3-19-15,-3 7 1 0,1-4 1 16,2 0-13-16,2 2 5 0,-2 2-17 0,4-3-42 15,-3-3-54-15,1 6-53 0,-5-9-261 0,7 6-408 16,-3-4 98-16,2-3 41 0,-4-5 90 0,1 0 76 16</inkml:trace>
  <inkml:trace contextRef="#ctx0" brushRef="#br0" timeOffset="24447.6">9611 13443 560 0,'3'8'138'0,"4"-1"-79"0,0 1-54 0,3 2-117 15,3 3-398-15</inkml:trace>
  <inkml:trace contextRef="#ctx0" brushRef="#br0" timeOffset="24897.74">9946 13471 1077 0,'-3'-5'361'0,"3"5"-28"0,-7-7-31 0,7 7-39 15,0 0-24-15,-14 7 1 0,7 0-22 0,-2 1-34 16,1 2-7-16,1 5-19 0,0-3-17 0,-2 4-3 16,4 1-17-16,-2-2-9 0,1 3-4 0,3 1-16 15,-1 0-8-15,1 0-9 0,3-2-6 16,0-1 13-16,4 1-18 0,2 0-11 0,-2-2 1 15,5-1-3-15,-1-2-2 0,2-3 0 16,4 4-6-16,-1-6-15 0,0-2 11 0,2 1-9 16,1-4-4-16,-1-2-8 0,1 0-5 0,-2 0-26 15,3-4-10-15,0 0 5 0,-4-3-10 0,-1-1-18 16,1-2 0-16,-2 0 2 0,-1-4-15 0,-1-2 3 16,-5-4-16-16,2-4 6 0,-4-2-8 15,1-1 7-15,-6-10 18 0,1 3-12 0,-4-15 17 16,-4 3 19-16,3 7 2 0,-1 10 30 15,2 1 27-15,-1 8-9 0,1-3 19 0,2 7 10 16,1-1 2-16,-4 6-7 0,6-2-3 0,-2 6-11 16,0 3-1-16,0-1 2 0,3 5 7 15,0 0-7-15,-1 15-8 0,5-5 8 0,-1 5 0 16,5 2-3-16,-2 1-7 0,1 5-1 0,3 1-7 16,1 2-3-16,-1-1 6 0,3 2-21 15,-2 2-5-15,2-3-54 0,1 1-59 0,-7-4-199 0,3 4-280 16,-3-5-255-16,3-3 51 0,-9-2 76 0,2-3 101 15,0-5 35-15</inkml:trace>
  <inkml:trace contextRef="#ctx0" brushRef="#br0" timeOffset="25146.24">10017 13651 1292 0,'-3'-10'346'0,"3"10"-39"0,3-8-20 15,-2 3-31-15,5-1-34 0,2-1-20 0,1-3-15 16,1 1-20-16,5-3-14 0,-2 3-17 16,4-2-13-16,-3-2-16 0,0 3-2 0,2-1-13 15,2-3-5-15,-5 6-12 0,1 0-16 0,0-1-8 16,-3 1-5-16,-2 1-18 0,-2 2-15 16,3 0-29-16,-2-2-35 0,-2 6-18 0,-2-2-31 15,-4 3-64-15,9-4-130 0,-9 4-512 0,4 7 38 16,-4-7 66-16,0 6 73 0,0-6 63 0</inkml:trace>
  <inkml:trace contextRef="#ctx0" brushRef="#br0" timeOffset="26368.26">10404 13462 788 0,'7'-14'217'15,"-1"0"-30"-15,-2 5 10 0,-1-2-25 0,1 2-8 16,-3 0-29-16,2 2-9 0,0-1 2 15,-3 0-21-15,0 1 78 0,0 0-39 0,-3 4-1 16,3 3-11-16,-3-9-19 0,2 5 0 16,1 4-10-16,0 0-8 0,0 0-10 0,-21 8-8 15,15-3-4-15,-2 4-4 0,5-1 6 0,-3 2-18 0,2 0 8 16,1 5-16-16,3-2 8 0,0-1-11 16,3 5-2-16,0-2 0 0,1 1 1 0,2-4-9 15,8 4-5-15,-3 1-2 0,6-4-5 16,3-1-1-16,1-4-10 0,3-1 8 0,3 2 8 15,1-4-15-15,2-2 4 0,1-3-5 0,-3-2-2 16,3-3-5-16,2 1 7 0,2-3-12 16,-5-2-3-16,1-1-10 0,-3-3 4 0,-5 2 14 15,-2-3 2-15,-1 3-2 0,-6-3-3 0,0-3-2 16,-4 2 4-16,-3-2 9 0,-1 4-6 16,-2 0 5-16,-3 1 3 0,-2-1-2 0,-3 3-1 15,1 2-15-15,-4 1 20 0,0 0 21 0,-6 3-12 16,3 3-17-16,-1 2 9 0,-3 2 12 15,1 2-7-15,-1-1-11 0,1 5-2 0,3 3 7 16,-1-1 3-16,4 1 8 0,0 1-8 0,1 1 0 16,3-3-15-16,2 4 15 0,2-5-5 0,2 7-8 15,0-9 11-15,4 7-16 0,-1-5 5 0,5 0 5 16,-1-3-10-16,0 0 0 0,1-4 6 16,-1 0-1-16,3-2-7 0,1-2 9 0,-4-4 1 15,1 4-8-15,2-6-2 0,-2 0-3 0,0-3 13 16,-1-3-11-16,-1 1 16 0,-2-3-3 15,-3-3-12-15,0 1-16 0,-4-3 11 0,0-5-3 16,-1-5-6-16,-6-2-7 0,0-1 0 0,-2 0-10 16,-2-9 5-16,0 6 10 0,-2 5-7 0,2 5 7 15,2 1 3-15,2 7 15 0,0 1 5 16,-1 2-15-16,2 3-5 0,0 3 15 0,2 5-5 16,1 1-8-16,3 3 11 0,0 0-8 0,-7 11-3 15,7 0 8-15,3 3 5 0,-2 4 8 16,5 7-3-16,4 6-5 0,1-5-5 0,-1 6 3 15,3 0 10-15,5 4-6 0,-2-2-1 0,-2-8 9 16,0 1-5-16,3-2 0 0,-7-5 6 0,4-2-11 16,-1 3 0-16,-2-5-31 0,0-3 3 15,-2 1-43-15,-2-3-1 0,0-2-58 0,0-3-77 16,-4-4-310-16,-2 4-341 0,2-6 55 0,-3 0 84 16,0 0 48-16,0 0 77 0</inkml:trace>
  <inkml:trace contextRef="#ctx0" brushRef="#br0" timeOffset="171146.86">24279 11568 199 0,'0'0'80'0,"0"0"-14"16,0 0-7-16,0 0-5 0,0 0 12 0,0 0-15 15,-3-3 19-15,3 3-6 0,0 0-21 0,0 0 36 16,0 0-15-16,0 0 21 0,0 0-16 16,0 0-2-16,0 0-1 0,0 0-12 0,0 0-11 15,0 0 1-15,0 0-1 0,0 0-9 0,0 0 9 16,0 0-15-16,0 0 0 0,0 0 6 0,-5 11-19 16,5-4 11-16,-2-1-1 0,2-6-9 15,0 11-21-15,-3-3 12 0,3-1-22 0,0 1-47 16,0 2-60-16,0 0-86 0,0-2-340 0,0 5 6 15</inkml:trace>
  <inkml:trace contextRef="#ctx0" brushRef="#br0" timeOffset="171347.39">24321 11871 437 0,'0'0'197'15,"0"9"-33"-15,0-9-10 0,0 4-31 0,0 2 5 16,0-6-16-16,0 10-17 0,0-4-8 0,0-3-13 16,0 4-23-16,3 0-15 0,-3 1-13 0,0 1-54 15,0-2-12-15,3 4-65 0,-3-3-30 16,-3 2-31-16,3 5-51 0,-3-5-100 0,3 3-77 16</inkml:trace>
  <inkml:trace contextRef="#ctx0" brushRef="#br0" timeOffset="171513.15">24324 12198 371 0,'0'8'133'0,"-3"-3"-8"16,3 0-17-16,0 4-11 0,-3-3 18 0,3-1-15 15,0 0 0-15,0 4-3 0,-1-1-5 0,1-2-12 16,0 1-9-16,0-2-25 0,1 2 26 0,-1 1-29 16,-1 1-17-16,1-1-21 0,1 0-59 15,-1 1-66-15,-2-1-164 0,3 2-312 0,-1 3 48 16</inkml:trace>
  <inkml:trace contextRef="#ctx0" brushRef="#br0" timeOffset="171680.65">24337 12689 430 0,'-3'4'197'0,"3"4"-44"0,0 0-12 15,3-1-39-15,-3 3-20 0,1 3-33 0,2-4-34 16,-3 1-109-16,3 0-37 0,-6 2-97 16,6-1-314-16</inkml:trace>
  <inkml:trace contextRef="#ctx0" brushRef="#br0" timeOffset="171863.11">24348 13137 447 0,'-4'6'267'16,"1"3"-29"-16,0-2-21 0,3 5-15 0,-1-3-22 15,1 0-24-15,-3 0-44 0,0 1-25 16,3 0-40-16,0 5-42 0,0-7-105 0,3 7-115 16,-3-3-300-16,3 3-91 0,-2-5 89 0</inkml:trace>
  <inkml:trace contextRef="#ctx0" brushRef="#br0" timeOffset="172046.48">24337 13658 747 0,'-6'8'215'0,"3"4"-3"16,-1-3-25-16,4-3-31 0,-3 2-10 0,0-1 0 15,3 1-25-15,-1-1-73 0,1 0-25 0,-1 0 8 16,-2 3-11-16,3-2 9 0,-3 1-22 0,3 0-35 15,3 1-123-15,0 4-31 0,-3-3 34 0,1 2-303 16,0-1-140-16</inkml:trace>
  <inkml:trace contextRef="#ctx0" brushRef="#br0" timeOffset="172263.07">24321 14155 527 0,'-3'4'179'0,"2"3"-10"0,-3 0-5 0,1 0-18 16,0 0-6-16,0-1-19 0,3 2-14 0,-4 0 6 15,4 4-26-15,-3-2-5 0,3 0-8 16,0 0-10-16,-3 3-28 0,6-1-11 0,-3 1-30 16,0-1-48-16,3 3-206 0,1 6 49 15,-1-3 28-15,0-1-33 0,-3 1-112 0,7-2-216 0</inkml:trace>
  <inkml:trace contextRef="#ctx0" brushRef="#br0" timeOffset="172413.76">24360 14666 458 0,'-2'7'187'0,"2"-1"-29"16,0-6-4-16,-3 8-21 0,0-4-5 0,3 3-3 16,-3-1-12-16,3-2-16 0,-1 3-2 15,-3-1 0-15,4-1-21 0,-3 2 0 0,0 0-18 16,3-1-27-16,0-1-32 0,0 2-43 15,0 1-36-15,0 0-118 0,3 1-422 0,-3-2 31 16</inkml:trace>
  <inkml:trace contextRef="#ctx0" brushRef="#br0" timeOffset="172846.96">24379 15083 550 0,'0'0'235'0,"-4"8"-12"0,4-8-18 0,0 6-26 15,0-6-13-15,-3 9-17 0,3-7-14 16,0 5-4-16,0-2-21 0,-1 1-18 0,2-1-2 16,-1 1-6-16,0-2-40 0,0 4 2 0,3 1-15 15,-3-4-34-15,0 3-20 0,0 1-26 16,0-1 3-16,0 2-69 0,0 0-51 0,0-2-24 15,0 2 3-15,0 1-429 0,7 6 55 16,-7-5 471-16,0 1 26 0,1-2 54 0,-1 0 49 16,0 1-14-16,0-1 49 0,0-2 26 0,0 3 15 15,0-2-7-15,0-2 15 0,0 2-18 0,0-2 5 16,0 1 2-16,0-1-9 0,0-1 2 16,0 0-3-16,0-3 1 0,0 4 7 0,0-1-8 15,0-2 8-15,0-5-92 0,0 10 13 0,0-7 2 16,0-3 18-16,-1 9-7 0,1-9-8 15,0 7 4-15,0-7 12 0,0 5-19 0,0-5-2 16,-3 4 10-16,3-4-16 0,0 0 14 0,0 7-9 16,0-7 4-16,0 0-16 0,0 0-6 15,-4 5 4-15,4-5-60 0,0 0-17 0,0 0-65 16,0 0-150-16,0 0-397 0,0 0 46 0,0 0 63 16</inkml:trace>
  <inkml:trace contextRef="#ctx0" brushRef="#br0" timeOffset="175463.12">24383 9106 788 0,'-11'19'243'0,"4"-3"-97"0,2 1-13 16,-3 0 0-16,4 1-10 0,-3 5 2 0,3 1-27 16,-2 1 73-16,2 4-10 0,-2 3-20 0,2 0 3 15,-3 1-16-15,1 1-6 0,2-2-19 0,-2 2 4 16,2 0-27-16,1-2 4 0,-2 2-7 16,-1 0-5-16,2-2-16 0,-2-6 5 0,3 1-9 15,0-1-6-15,-1-2 5 0,0-1-18 0,1 1 0 16,-1-5 1-16,1-2-6 0,3-4 10 15,-4 0-10-15,1 1-7 0,0-4 20 0,3-2 5 16,-3-1-15-16,2 1 7 0,-2-6-7 0,-1 4 12 16,4-6-12-16,-10 0-5 0,10 0 4 0,-10-8-7 15,4 0 8-15,-2 0-8 0,3-6-2 16,-3 3-4-16,1-6 1 0,1 3 3 0,-2 1-8 16,1-2 2-16,1 0-2 0,-1 4-18 15,0-3 12-15,3 4 1 0,-2 1 7 0,2 1 3 0,1-1-10 16,0 1 7-16,-1 2-20 0,0-1 10 15,1 6-2-15,3 1-8 0,-1-7 15 0,1 7-7 16,0 0 2-16,0 0-5 0,0 0 7 0,0 0-7 16,0 0 5-16,1 20-2 0,6-15-3 15,-4 3 3-15,1-1-1 0,2 2-15 0,-2-1 13 16,3 0 11-16,0-1-6 0,0 3 5 0,2-3-13 16,-2 0 14-16,1-1-6 0,-2-1-5 0,1 3 0 15,0-2 5-15,-1-2-18 0,2 1 13 16,-5-3 3-16,4 4 2 0,-4-4 0 0,4 0 10 15,0 1-10-15,-7-3-5 0,13 2-2 0,-6-3 9 16,-7 1-7-16,18-6-5 0,-8 5 3 0,0-2-1 16,1-1-25-16,-1 1-49 0,-4-1-122 15,2 1-633-15,-2 3 20 0,-2-1 119 0,-4 1 55 16,0 0 67-16</inkml:trace>
  <inkml:trace contextRef="#ctx0" brushRef="#br0" timeOffset="176280.08">23555 8358 698 0,'0'0'228'0,"7"17"-15"0,-1-10-34 0,-2 4-8 16,6-3 6-16,-3 9-24 0,6-2-19 16,-2 2-17-16,2 1-12 0,-1-3-7 0,1 3-11 15,0 2-16-15,-2 0-20 0,2-3-35 0,1 1-47 16,-4-1-56-16,3 1-79 0,-5-3-172 15,5 2-320-15,-3-7 72 0,1 3 41 0</inkml:trace>
  <inkml:trace contextRef="#ctx0" brushRef="#br0" timeOffset="176563.29">23801 8408 673 0,'0'0'266'0,"0"0"-2"16,0 0-24-16,-7 17-7 0,3-7-20 16,4 4-16-16,0-2-80 0,0 8-22 0,0 0 5 15,0 5 7-15,-3 0-12 0,3 2-28 0,0 3 84 16,-3-3-16-16,2 6-2 0,0-2-12 0,-4-2-14 16,2 1-4-16,3-2-21 0,-3 2 10 15,2-3-21-15,-2 2-4 0,3-2-8 0,0-1-3 16,0-1-5-16,0-6-7 0,0 3-11 0,0-5-12 15,4 1-37-15,-4-1-25 0,3-4-30 16,0-1-37-16,2-2-40 0,-3-2-152 0,4 0-465 16,-1-1 43-16,1-2 67 0,-2-3 40 15,2 0 73-15</inkml:trace>
  <inkml:trace contextRef="#ctx0" brushRef="#br0" timeOffset="176995.51">24072 8683 867 0,'0'0'233'0,"-11"-7"-13"0,4 7-10 0,7 0-31 15,-10 7-12-15,4-3-19 0,-2 3-10 0,1 6-27 16,-3-2 9-16,4-1-18 0,-2 5-25 0,1-1 13 15,1-2-21-15,-1 2-5 0,3 2 0 16,0-4-11-16,1 2 4 0,0-4-14 0,3 2-9 16,0-2 4-16,0 1-5 0,0-4 3 0,3 1-5 15,1-1-24-15,-1-4 11 0,4 4-20 16,-3-6-6-16,2 1-15 0,1 1 0 0,-7-3 0 16,14-5-3-16,-7 4-7 0,0-2 20 0,-1-1-2 15,2-4 2-15,-2 1-5 0,-2-3 5 0,2 2 11 16,-2-1-13-16,-1 1 4 0,0-2 27 0,2 3 7 15,-2 5-8-15,0-4 6 0,-3 0-16 16,0 6 18-16,4-4-5 0,-4 4-6 0,0 0 6 16,0 0-5-16,0 0 2 0,6 16 1 15,-3-9-24-15,-1-2 21 0,0 3-5 0,1 1 30 16,4 0-48-16,-3 1 10 0,-1-1-36 0,4-3-15 16,0 4-36-16,0-4-49 0,0 1-94 15,3 1-275-15,-1-7-188 0,2 5 61 0,1-5 74 16</inkml:trace>
  <inkml:trace contextRef="#ctx0" brushRef="#br0" timeOffset="177263.08">24287 8710 852 0,'0'0'307'0,"0"0"-25"0,-21 6-21 0,15-3-28 16,-2 3-26-16,1 2-25 0,1 0-11 15,-1 1-4-15,4-1-24 0,1 2-15 0,-4 0-3 16,6 3-15-16,-3-4-10 0,6 1-10 0,-3 2-16 16,6-2 0-16,-4-1 1 0,4-1-4 0,1-1-17 15,-1-1-3-15,2 0-18 0,5 0-2 0,-3-4 0 16,5-2-18-16,-2 2-21 0,4-4-25 16,-3 2-19-16,6-2-22 0,-3-4-26 0,1-4-15 15,-1 3-54-15,-1-1-89 0,-1-4-208 16,1-1-253-16,-1-4 68 0,-5 3 47 0,1-5 62 15</inkml:trace>
  <inkml:trace contextRef="#ctx0" brushRef="#br0" timeOffset="177429.21">24491 8415 685 0,'-3'-7'287'0,"-3"7"-31"16,6 0-28-16,0 0-8 0,0 0-20 0,-7 13-13 16,7-3-88-16,0 2-9 0,0 2-11 15,6 3 3-15,-5 2-13 0,5-2-5 0,0 5-5 16,2-1 5-16,-4 4-15 0,5-2-13 0,-2 1-11 15,0 0-55-15,3-4-63 0,-3 4-124 16,3-2-472-16,-2-4 60 0,2 0 37 0</inkml:trace>
  <inkml:trace contextRef="#ctx0" brushRef="#br0" timeOffset="178295.98">24436 8726 790 0,'1'-4'236'0,"3"0"-18"0,-1-6-19 16,3 3-32-16,1-1-6 0,3 1-18 0,4-3-7 15,-1 3-13-15,-1 0-16 0,4 2 1 0,1-2-26 16,-3 1 7-16,3 5-17 0,-4-1-6 0,-1 1-17 16,1 1 5-16,0 3 7 0,-2-2-12 0,2 5-6 15,-2 1-7-15,-4 2-5 0,2-1 2 16,-2 0 8-16,1 1-23 0,-2 0 5 0,-2 1-5 15,2-2 20-15,-2 0-20 0,5 3 3 16,-7-1-8-16,4-4-3 0,1 2 3 0,0-1-18 16,-1 0 2-16,2-6-7 0,0 5 0 0,-3-5-6 15,5-1-2-15,-10 0-10 0,14 0 13 0,-7-5-16 16,2 2 16-16,-1-4-8 0,-4 0 0 16,2-3 0-16,-2 2 15 0,2-3-20 0,0-3 33 15,-4 3-8-15,-2-3 21 0,3 3-26 0,2-2 32 16,-3 2-4-16,-2 3-2 0,3 1-8 0,0-3 16 15,-3 3-19-15,3 6 9 0,-3 1 7 16,1-7-10-16,-1 7 7 0,0 0-10 0,0 0 6 16,0 0 7-16,14 13-3 0,-11-9-2 15,3 2-18-15,-2 0 10 0,1-2-10 0,0 3 8 16,2 0 2-16,0-3 21 0,0 3-23 0,1-1 10 16,1-2-11-16,-2 1-7 0,3-3 8 15,1-2-5-15,-1 0 7 0,3 0 61 0,1-2 1 0,1-3-3 16,1 1-5-16,0-3-13 0,2 0-7 15,-2-3-6-15,-1 3-7 0,-2-1-5 0,1-4-8 16,-4-1-8-16,0 2-5 0,-2-3 13 0,-2 2-13 16,-3 0 3-16,-2 1-8 0,-1 3 5 15,0 1-3-15,0-1-2 0,-1 1 3 0,-2 4 5 16,0-3-3-16,3 6 0 0,-11-1 10 0,11 1 0 16,0 0-2-16,-20 7-8 0,14-6 6 15,-2 6 4-15,3-3-10 0,0 2 3 0,-1 1 7 16,2 1-7-16,1-1 10 0,-1-3-11 0,3 3 9 15,1 2-11-15,0-1 8 0,0-2-11 0,1-4 6 16,-1 5 0-16,4-3-1 0,2 2 4 16,-6-6 6-16,7 6-1 0,-1-5-8 0,-2 0-19 15,-4-1 16-15,14 0 1 0,-14 0-6 0,14-1-6 16,-2-2 9-16,-4-1-8 0,2 1 7 0,1-4-7 16,-1 0 3-16,0-1-14 0,1-2-4 15,-1 1-6-15,0-4-7 0,0 2 2 0,-3-4-5 16,0-1-15-16,0 0 13 0,-1-4-6 0,-1-2-2 15,-2 1 8-15,-3-1 10 0,0 0-3 16,0-3 5-16,-3-2 8 0,3 2 13 0,-5 0 8 16,2 2 15-16,0 3 10 0,-1 2 0 0,-2 3 3 15,5-2-6-15,-2 7 1 0,0 1 0 0,0 2-1 16,-2 6-14-16,5 1 1 0,0 0 11 16,-10 9-2-16,4 2-6 0,6 6-2 0,-3 4 5 15,3-2-3-15,0 8 1 0,3 3-22 0,0 5 4 16,1-3-24-16,-1 4-40 0,6 11-116 15,-1 3-642-15,-1-5 41 0,0 3 84 0,-1-8 61 16,-1-6 52-16</inkml:trace>
  <inkml:trace contextRef="#ctx0" brushRef="#br0" timeOffset="179449.37">24044 11265 952 0,'0'0'286'0,"-3"-6"-99"0,3 6-15 15,0 0-19-15,-3-3 1 0,3 3-21 16,0 0-20-16,-5-5 12 0,5 5-15 0,0 0-7 16,0 0-1-16,0 0-13 0,0 0 4 0,-3-4-17 15,3 4-12-15,0 0 23 0,0 0-23 0,0 0 0 16,0 0 0-16,0 0-5 0,0 0 72 15,0 0-24-15,24 4 9 0,-17 1-12 0,4-3-6 16,-1 4-24-16,2-2 13 0,0 1-8 0,4-2-15 16,0 4-66-16,-1 1-1 0,3-1 11 0,6 1 0 15,-1 1-11-15,1-1 3 0,0 2-3 16,3-2 11-16,-2 1 2 0,1-2 6 0,1 0-14 16,-2-3 1-16,-1 4-3 0,0-1 15 15,-4 0-12-15,1-4-3 0,-4 2 7 0,-3-2 1 16,-4 2 0-16,4-3 5 0,-4 1-16 0,0 2 8 15,0-3 0-15,-6-2-2 0,5 4-6 16,-9-4-20-16,11 3-23 0,-11-3-36 0,4-2-25 16,-4 2-39-16,0 0-82 0,0 0-258 0,3-5-275 15,-3 5 27-15,-6-10 117 0,6 10 49 0</inkml:trace>
  <inkml:trace contextRef="#ctx0" brushRef="#br0" timeOffset="179945.27">24420 11073 496 0,'0'0'197'0,"0"0"-2"0,-7 8-16 0,4-6-8 16,-1 5-4-16,3-3-14 0,-5 3 75 16,3 3-28-16,-1-2 2 0,1 5-15 0,-3-2-5 15,2 3-34-15,-3 1 24 0,3-3-21 0,-2 5-18 16,-1 0-23-16,1-2 10 0,1 3-15 0,-2 0-3 16,-2 3-9-16,2-3-19 0,2 0 3 15,-4 4-3-15,2-2-3 0,-3-4-7 0,2 5-7 0,-1-3 9 16,2-2-7-16,1 0-2 0,-2 0-9 15,1-1 8-15,0 0-73 0,-2 2-4 16,1-2 1-16,2-2-9 0,-1-1 22 0,3 2-3 0,-2-3 15 16,2-1 0-16,0-2 0 0,-2-1-10 15,4 3 0-15,-3-5 5 0,2 2 0 0,0-4-3 16,2 4 13-16,-2-4-2 0,3 4 5 0,0-7 0 16,-6 6-1-16,6-4-17 0,0-2 18 15,0 0-8-15,-5 7-5 0,5-7 3 0,0 0-1 16,0 0-9-16,0 0-4 0,-6-1-4 0,6 1-21 15,0 0-25-15,0 0-49 0,-1-13-34 16,1 12-50-16,0 1-95 0,1-7-249 0,-1 7-225 16,0-7 54-16,3 4 67 0,-3 3 45 0</inkml:trace>
  <inkml:trace contextRef="#ctx0" brushRef="#br0" timeOffset="180379.71">23983 11258 813 0,'0'0'205'0,"-1"-3"-18"0,1 3-15 0,0 0-6 15,0 0-12-15,0 0-6 0,0 0-10 0,0 0-2 16,17 13 5-16,-9-9-11 0,-2 0 1 16,4 3 40-16,0 0-2 0,1-3-23 0,-1 3-5 15,3 1-5-15,2 1-29 0,-2-1 13 0,4-1-4 16,4 3-22-16,-1-2-12 0,1 5 3 16,3-5-1-16,-4 1-20 0,4 0-5 0,-3-1-13 15,3 2 10-15,-1-3-2 0,-2 0-18 0,0-3 7 16,-5 3-7-16,2-1-10 0,0-2 7 0,-2 1-12 15,-3-2 2-15,-2 2-3 0,2-3 11 0,-3 4-5 16,1-4-6-16,-1 0 3 0,-3 1-15 16,0-1 7-16,0 1 0 0,0-3-4 0,-1 4-6 15,-6-4 2-15,7 3 1 0,2-3-3 0,-9 0 3 16,5 1-23-16,-5-1-14 0,7 5-42 16,-4-4-65-16,-3-1-102 0,0 0-609 0,0 0 40 15,6-7 83-15,-6 7 71 0,0 0 85 16,-6-10 25-16</inkml:trace>
  <inkml:trace contextRef="#ctx0" brushRef="#br0" timeOffset="180845.36">24467 11051 737 0,'0'0'294'16,"0"0"-23"-16,0 0-27 0,0 0-35 0,-10 14-14 15,7-10-3-15,0 8-23 0,-1 0-21 0,-2 1 6 16,-2 3-8-16,2 1-13 0,-4 2 8 0,-1 3-16 16,1 3 13-16,-3 1-12 0,2-1-3 15,0 2-13-15,-1-2-16 0,1 1-73 0,0 1 2 16,2-5-3-16,-2 3 39 0,1-3-10 0,3-1-31 15,-4 0 7-15,5 0 9 0,-1-3 12 16,1 1-8-16,-2-3-17 0,1-1 15 0,1 0-6 16,2 2-17-16,-2-2 25 0,4-2-30 0,-7-1 0 15,6-2 28-15,-1 2-21 0,-2-3 3 16,5-1-8-16,-2 1 21 0,0-4-11 0,0 2-12 16,-2 0 20-16,5-2 0 0,-3-1-5 0,0 2 3 15,3-6-16-15,-1 7 3 0,0-3-5 0,1-4 7 16,-5 7-15-16,5-7 8 0,0 3-1 0,0-3 11 15,0 0-10-15,-3 7-3 0,3-7-2 16,-3 4-19-16,3-4-37 0,0 0-19 0,0 0-20 16,0 0-13-16,0 0-26 0,0 0-50 0,0 0-35 15,0 0-55-15,0-14-126 0,0 7-376 16,0 3 85-16,3-2 45 0,-3-2 52 0</inkml:trace>
  <inkml:trace contextRef="#ctx0" brushRef="#br0" timeOffset="181228.89">24020 11350 616 0,'0'-6'226'15,"0"6"-19"-15,0 0 21 0,0 0-46 0,0 0-6 16,0 0 1-16,0 0-13 0,16 11-19 0,-8-8-6 15,-1 3-9-15,3-2 75 0,4 3-28 0,2-1-3 16,-1-3-8-16,1 6-17 0,2-4-24 0,3 3 0 16,2 0-7-16,1-3-15 0,0 2-11 15,0 1-3-15,-1 1-22 0,2-1 10 0,2-1-19 16,-3 1 9-16,0-1-21 0,-1 1 0 0,-2-5 3 16,-3 4-11-16,1-5 1 0,-4 5-6 15,-2-6-2-15,-3 6 12 0,1-7-12 0,-1 6 5 16,0-2 20-16,0-4-15 0,-6 3 2 0,3-2-4 15,-1 2-8-15,-6-3 7 0,11 1-10 16,-11-1 5-16,10 0-12 0,-5 5-8 0,-5-5-3 16,5 2-5-16,-5-2-13 0,0 0-7 0,8 1-26 15,-8-1-31-15,6 5-66 0,-6-5-18 0,0 1-190 16,0-1-529-16,0 0 64 0,0 0 94 0,0 0 64 16,0 0 82-16,0 0 67 0</inkml:trace>
  <inkml:trace contextRef="#ctx0" brushRef="#br0" timeOffset="182862.22">24393 10101 655 0,'0'0'184'0,"0"0"-20"0,0-8-18 16,0 8-3-16,0 0-15 0,0 0-13 15,3-7-5-15,-3 7 13 0,3-3-25 0,-3 3 4 16,5-7-15-16,-5 7-8 0,6-1 1 0,-6 1-9 15,7-6-4-15,-1 5-6 0,-6 1-10 16,10 0-10-16,-10 0 8 0,14 0-8 0,-14 0 3 16,14 4-11-16,-4-1 0 0,-3-2-7 0,3 5 7 15,0-2-5-15,1 3 0 0,-4-3 0 0,3 2 13 16,0 2-10-16,-3 0-3 0,0 4-7 0,2-3 2 16,-4 0 61-16,2 0-7 0,-4 1-3 15,3 4-20-15,-3-3 13 0,-2 2-9 16,-1-1-6-16,3 1 1 0,-6 0-12 0,3 1 5 15,-1 4-15-15,0-1 5 0,-4-1 10 0,-1 1 3 16,2 0-6-16,-3-1-7 0,3 1 0 16,-2 0 0-16,-1-2 10 0,4 1-23 0,-1-4 2 15,-3 3-4-15,4-3-6 0,2 1 3 0,-2-3-2 16,0 3 7-16,0-4-6 0,3 2 1 0,0 1-5 16,0-2 5-16,0 0-18 0,3-2 10 15,0 2 1-15,1 1-1 0,-1-5-2 0,4 2 2 16,-3-1 5-16,2 0-10 0,4-2 8 0,-2 0 0 15,-1-4 0-15,4 5-3 0,-3-5 5 0,3-1-2 16,-4 0-8-16,3 0 0 0,1 0-2 0,-11 0 7 16,13 0 3-16,-6 0-11 0,3-1 14 15,-10 1-9-15,7-1 9 0,-1-4-11 0,-6 5-13 16,0 0 16-16,7-3-16 0,-7 3 21 0,0 0-3 16,0-5 1-16,0 5-11 0,0 0 17 15,0 0-24-15,0 0 14 0,0 0-7 0,0 0 0 16,-23 8 0-16,16-2 0 0,3-5 6 0,-2 5-9 15,2-2 0-15,-2 3-2 0,5-3 5 16,-2 0 11-16,-1 3-22 0,1 1 4 0,3-2 2 16,0 2 7-16,0-4-10 0,0 5 19 0,3-1-16 15,1 2 15-15,-1-2-8 0,1 3 1 0,2-1-1 16,1 0 11-16,-3-2-15 0,7 2 4 0,-2 2 14 16,-2-1-9-16,4-1-2 0,-4 3 8 15,3-3-5-15,-1 0-3 0,-1 0-10 0,2 3 7 16,-3-4 4-16,3 1-1 0,-3-2-5 0,-1 2 0 15,-2 2-13-15,2-3 10 0,-2 2 16 16,-4-4-13-16,4 3 15 0,-4-2-4 0,0 6-14 16,-4-4 6-16,1-1 12 0,-1 4-15 0,-2-3 18 15,2 1-13-15,-5-3 18 0,1 0-2 0,1 2-3 16,-3 2 2-16,3-3-2 0,-3-2 8 16,0-3 2-16,3 4-21 0,-4 1 16 0,3-5 3 15,-3 0 5-15,0 1-8 0,4-3-8 0,-3-1-2 16,3 1 10-16,-3-2-8 0,0 3 3 15,10-3 3-15,-18-6 7 0,5 5-5 0,6-5-8 16,-4 3 1-16,1-2-9 0,3-2-4 0,-6 3 12 16,6-2-15-16,0-1 10 0,0 4 3 15,-3-4 0-15,6 5-10 0,-2-4-1 0,3 5 8 16,-1-5-20-16,-2 5 15 0,6 1-7 0,-8-9 9 16,5 8-7-16,3 1 0 0,-7-3 3 0,7 3-6 15,-3-4 3-15,3 4 3 0,0 0-8 16,-7-4 7-16,7 4-7 0,0 0 8 0,-3-4-1 15,3 4-4-15,0 0 4 0,0 0-4 0,0 0-8 16,0 0 10-16,-8 0-6 0,8 0 1 16,0 0 8-16,0 0-1 0,0 0 1 0,-3 12-3 15,3-9 0-15,0-3-3 0,0 10 6 0,0-5-3 16,0 2-3-16,3-4 1 0,-3 4 4 0,0-3-9 16,3 3 12-16,-2-2-10 0,3-2 10 15,-4 6-3-15,3-5-2 0,0 0 8 0,0 2-13 16,-2-2 2-16,5 3 1 0,-3-3 2 0,1 0 0 15,-1 1 8-15,2-2-16 0,1 4 5 0,1-4 1 16,-1 4 2-16,1-2-3 0,1-2 6 16,-2 3-16-16,4-3 3 0,-6-2-16 0,8 5-5 15,-4-5-43-15,2 3-26 0,-2-3-69 0,2-1-107 16,-1 0-556-16,-2 0-5 0,4-1 95 16,-4-3 76-16,3 0 75 0,-1 0 48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7:13:23.99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24796 1370 358 0,'0'0'72'15,"0"-7"-34"-15,0 7-28 0,3-7-7 0,2 4-108 16,-5 3-62-16</inkml:trace>
  <inkml:trace contextRef="#ctx0" brushRef="#br0" timeOffset="346.27">24878 1253 680 0,'0'0'295'0,"0"0"-39"0,0-5-11 0,0 5-99 16,0 0-5-16,0 0-15 0,0 0 30 0,0 0-59 15,0 0 3-15,0 0-11 0,0 0-9 16,0 0-9-16,0 0 6 0,0 0-5 0,20 9-11 15,-9-3 75-15,-1 2-11 0,7 3-4 0,-3-1-9 16,9 3-14-16,-6-2-4 0,4 1-9 0,6 4-93 16,-2-3 11-16,2 1 9 0,1 3-12 0,-5-2 11 15,4-1-11-15,-6-1-11 0,0 1-12 16,-1-3-15-16,1 1-21 0,-5-2-30 0,2-1-47 16,-5 0-20-16,-2-3-34 0,2 0 1 15,-6 0-100-15,4-5-318 0,-5 2-5 0,1-1 67 16,-1-1 38-16</inkml:trace>
  <inkml:trace contextRef="#ctx0" brushRef="#br0" timeOffset="595.99">25421 1280 762 0,'0'-9'279'0,"0"9"-105"15,0-7-23-15,0 7-33 0,0 0 10 0,0 0-18 16,0 0 16-16,0 0-24 0,0 0-7 15,-13 16-29-15,9-7 3 0,-2 3 11 0,-2 3-21 16,2 0-6-16,-4 4 6 0,3 1-15 0,-4 2 17 16,4 0-10-16,-6 5 1 0,-1 1-19 0,4-1 8 15,-4 2-8-15,4-1 13 0,-3 1-15 16,2 0-13-16,1-1 10 0,0-1-43 0,-1 2-19 16,4-5-35-16,-2-2-59 0,5 1-217 0,-3 1-311 15,6-6 73-15,-2-1 50 0,0-4 47 16</inkml:trace>
  <inkml:trace contextRef="#ctx0" brushRef="#br0" timeOffset="1429.82">25852 975 657 0,'0'0'182'0,"0"0"-18"0,0 0-13 15,0 0-3-15,0 0-25 0,0 0 8 0,7 16-13 16,-10-7-1-16,3-1-4 0,3 5 0 0,-6 2-6 15,3 2-10-15,0 1-5 0,0 5 3 16,0 2-8-16,0 2-7 0,0 0-86 0,-4 2 22 16,8 7-16-16,-8-3 18 0,8 4-18 15,-4 1 13-15,0 2-1 0,0 0 6 0,0 1 0 16,0 12 0-16,3 0 10 0,-3-7 3 0,0-5-13 16,2 12 2-16,-1-8 14 0,-1-5-14 15,1 14 6-15,2 0-6 0,-3-9-12 0,0 9 15 16,3-1-5-16,-3 0 5 0,0-6-5 0,0 5 0 15,0-4-11-15,3-10 11 0,-3 4 3 0,0 1 2 16,0-3-13-16,0 2 5 0,0-2-7 16,0 1 7-16,0-2-12 0,0 1 5 0,-3 0-6 15,3-2 6-15,0 0-11 0,0 2 16 0,-3 0-13 16,3-1 10-16,-3-2 1 0,3 1 1 16,-1-2 1-16,0 1-5 0,-1 1 2 0,-1 1 8 15,3-2-8-15,-4-1 1 0,4 0-4 0,0-7 6 16,0 6-13-16,0 3 79 0,0-3-12 0,4 3-1 15,-4-2-4-15,3 0-11 0,-1 0-2 16,-1-1-19-16,0 0 11 0,-1-2-7 0,3 2 7 16,-3-6-11-16,3 0-2 0,0 6 6 0,-2-2-6 15,-1-1-2-15,3-2-1 0,0 0-2 0,0-1 0 16,-2-1 0-16,3 5-7 0,-1 2-4 16,0 0-1-16,-2-1 7 0,2-6 12 0,-3 4-71 15,0-1-2-15,3-2 9 0,-3 5 11 16,3 3 0-16,-3-3 0 0,0 2-7 0,2-1 17 15,-2 0 0-15,1 1 3 0,-1-2 0 0,1-1 15 16,-1-6 0-16,0 5 0 0,0 3 5 0,3-2-10 16,-3-2 8-16,0-1 0 0,3-1-1 15,-3-2 9-15,4-1 2 0,-3 4-8 0,-1-3 3 16,3 4 4-16,-3-2 70 0,3 0-12 0,-3 0-14 16,4 1-2-16,-4-3-18 0,3 3 2 0,-3-4 6 15,3 2-5-15,-3-1 2 0,3 1-10 16,-2 0 7-16,-1-3-5 0,3 4-4 0,-3-4-1 15,3 2 13-15,-3-2-8 0,4 0 1 0,-2-5-19 16,-1 2-4-16,-1-3-27 0,0 2-27 0,0-3-44 16,0-5-53-16,-1 3-242 0,-5-1-467 15,3-2 63-15,-4-4 92 0,0-6 57 0,-2-5 51 16,-4-8 56-16</inkml:trace>
  <inkml:trace contextRef="#ctx0" brushRef="#br0" timeOffset="2729.66">24294 966 616 0,'-4'-5'192'0,"4"0"-5"0,-3 1-23 0,3 4-10 15,-5-7-1-15,2 3-15 0,3 4-20 0,-3-6-5 16,0 2-8-16,3 4-21 0,0 0 8 0,-4-5-17 16,4 5-4-16,0 0-14 0,0 0 12 15,0 0-16-15,-10 15 22 0,7-8-22 0,-1 5 9 16,1-1-8-16,3 4-6 0,-1 1 9 16,-2 3-6-16,3 1 69 0,0 5-10 0,0 1-10 15,0 3-10-15,3 7-75 0,-2 2-7 16,-1-1-3-16,3 16 5 0,-3-7-2 0,4 8-3 0,-4-1 13 15,3 3-8-15,-2-2 0 0,2 0 16 16,0 0-16-16,-3 1 10 0,5 0-4 0,-3 0 4 16,1 1 1-16,-3 2-6 0,3 2-12 0,0 0-6 15,-2-1 13-15,-1 4 13 0,4-2-5 0,-4 1-7 16,3-1-11-16,-3-1 7 0,0-4 6 16,0-2-10-16,0-8 7 0,0 10-5 0,-3-1 15 15,6-2-9-15,-6 1 4 0,3-3 3 0,0-3 13 16,0-7-21-16,0 13 10 0,0 1-2 15,0 1-15-15,0-4 10 0,0 5-8 0,-4-3 8 16,4 0-3-16,0 0 3 0,4 1-1 0,-4-10-4 16,0 10 0-16,0-10-8 0,0 9 15 15,0-9 11-15,0 10-13 0,0-9 4 0,0-6-1 16,0 2 2-16,0-2-3 0,3 17-5 0,-3-6 6 16,0-6 53-16,3-6 0 0,-2 1-8 0,-1-3 3 15,3 1-10-15,0-2-13 0,4 14-3 0,2 0-4 16,-4 0-1-16,2-2-2 0,-1-7 2 0,-2-5 0 15,2-1-15-15,2 3 18 0,-2-5-13 16,-2 0 0-16,2 1 5 0,-2-1 0 0,6 0-12 16,-6-4 7-16,3 2-13 0,-1-6-5 0,0 0 8 15,-1-1 5-15,1-4-18 0,-2 2 8 16,2-3-3-16,-2-3-16 0,3 2-7 0,-3-2-17 16,2-1-22-16,-2 0-19 0,2-5-63 0,-3-2-45 15,-2 0-515-15,5 0-120 0,-2-6 110 0,0-2 77 16,-4 0 64-16,6-11 45 0</inkml:trace>
  <inkml:trace contextRef="#ctx0" brushRef="#br0" timeOffset="3362.26">23384 1246 1098 0,'-4'-4'314'0,"4"4"-37"0,0 0-16 16,0 0-31-16,0 0-15 0,0 0-23 0,1 16-23 16,5-5-77-16,2 0 6 0,5 3-39 15,1 2-3-15,-1 1-5 0,5 2 0 0,2 4 3 16,0-1 2-16,-3 1-15 0,4 1-2 0,0-1-19 16,-1 1-15-16,1-2-25 0,-1 2-13 15,-3-3-47-15,4 2-15 0,-5-3-38 0,-1-2-18 16,-2-3-112-16,-2-2-39 0,2-1-369 0,-2-2 80 15,-3-4 66-15,0-2 21 0</inkml:trace>
  <inkml:trace contextRef="#ctx0" brushRef="#br0" timeOffset="3595.53">23756 1288 813 0,'-3'-6'277'0,"0"1"51"0,3 5-37 15,-4-6-35-15,1 4-28 0,3 2-18 0,-10 0-18 16,10 0-15-16,-14 6-21 0,4 0-10 0,-1 4-18 16,1 1-90-16,0 3 6 0,-4 2-14 0,1 2 1 15,0 1-5-15,1 0-1 0,-4 4-2 16,5-2-7-16,-2 4-32 0,-1 1-30 0,4 1-56 16,3 1-31-16,0-3-85 0,-4 3-176 0,5-3-264 15,3 0 21-15,-1-3 61 0,1 1 56 16</inkml:trace>
  <inkml:trace contextRef="#ctx0" brushRef="#br0" timeOffset="4162.92">23097 2120 760 0,'-7'0'307'0,"7"0"-28"16,0 0-31-16,0 0-7 0,0 0-42 15,0 0-17-15,0 0-15 0,0 0-16 0,0 0-13 16,0 0-10-16,34-1-13 0,-24 1-2 0,1 0-1 15,2 1-22-15,1 0 2 0,3-1-8 16,1 2-12-16,2-2-69 0,4 0-8 0,7 2 7 16,-1-2 13-16,4 0 6 0,7 1-8 0,4-4 7 15,2 1-17-15,12 1 17 0,6-2-2 16,-1-1-2-16,2-1 14 0,-1 0-14 0,3-2 17 16,4 2-2-16,0-1-3 0,0-1-13 0,2 0 8 15,5 3-10-15,-4-2 10 0,20 1 0 0,-18 0 0 16,0 0 5-16,2 1-12 0,-1-2 2 0,-1 1-3 15,15 0 3-15,-10 2 0 0,-4 0 7 0,15-3 1 16,-14 2-1-16,-1 0-22 0,1 0 12 16,-4 2 1-16,-3-3-11 0,-1 2 10 0,-6-1 3 15,0 1-8-15,-3 1-7 0,-8 0 2 0,-9 1-2 16,0-1-1-16,-2 1 8 0,-1 0-7 16,-1 0 7-16,-7 1-2 0,0 0-6 0,-3 0 1 15,0 0-3-15,-4 0-3 0,-3 0 3 0,2-2 3 16,-8 2-8-16,3 0 5 0,-3 0 13 0,-2 0-11 15,0 0-17-15,-4 0-13 0,-2 3-26 16,3-3-36-16,-4 2-25 0,-4 1-74 0,2 1-170 0,-3-1-424 16,-1 1 97-16,-3 0 39 0,0-4 89 15,-7 5 43-15</inkml:trace>
  <inkml:trace contextRef="#ctx0" brushRef="#br0" timeOffset="7145.51">3081 4168 862 0,'-2'-5'287'0,"2"5"-11"0,-4-7-30 0,4 7 66 16,-3-6-43-16,3 6-8 0,-1-5-51 0,1 5-15 16,0 0-19-16,-2-4-9 0,2 4-22 15,0 0-6-15,0 0-19 0,0 0-15 0,19 9-3 16,-11-3-4-16,1 1-22 0,1 1-4 0,0 2 5 16,2 1-21-16,1-2-7 0,1 1-88 15,-1 0 19-15,-3 4-6 0,7-3 1 0,-2 4-3 16,1-1 15-16,2 2-21 0,-5-4-17 0,2 2-15 15,1-2-55-15,-6 1-53 0,4-2-61 16,-4-3-144-16,1 2-356 0,2-2 44 0,-6-2 90 16,0-3 63-16,3 1 65 0</inkml:trace>
  <inkml:trace contextRef="#ctx0" brushRef="#br0" timeOffset="7428.37">3478 4113 632 0,'0'0'263'0,"0"0"-27"0,0 0-31 15,0 0-1-15,0 0-24 0,-17 16-11 0,13-4-90 16,1 0-2-16,-4 2-18 0,1 3 17 0,-2 2 57 16,-2 3-2-16,1-1-3 0,1 1-13 15,1 2-7-15,-3 4-8 0,0-2-11 0,-1 4-10 16,2 0 3-16,2 0-5 0,0 1-13 0,-4 2-5 15,5-4 2-15,2 2-2 0,-2-5-13 0,2-1-7 16,0 0-1-16,1 0 8 0,0 0-23 16,2-2-33-16,-1-6-39 0,2 3-56 0,2-3-5 15,-1 2-156-15,5-5-451 0,-2 0 14 0,3-3 109 16,-1-4 56-16,1 0 49 0</inkml:trace>
  <inkml:trace contextRef="#ctx0" brushRef="#br0" timeOffset="7678.33">3789 4525 775 0,'0'0'271'16,"0"0"-30"-16,3-7-8 0,-3 7-26 0,4-2-25 15,2-1-21-15,-6 3-10 0,15-2-12 0,-6 0-9 16,6 2-15-16,-5-3-15 0,7 1-23 16,-4 1-52-16,1 1-45 0,3-2-72 0,1 1-146 15,-2 1-435-15,2 0 66 0,-2 0 46 0,-4 0 47 16</inkml:trace>
  <inkml:trace contextRef="#ctx0" brushRef="#br0" timeOffset="7879.91">3857 4736 719 0,'-6'5'325'0,"6"-5"-28"16,0 0-113-16,0 0 3 0,0 0-5 0,0 0-29 15,0 0-7-15,0 0-13 0,21 1-20 0,-8-5-11 16,1 2-7-16,6 0-21 0,-2-3-94 0,3 4-34 15,1-2-174-15,6-1-455 0,-4 0 58 16,3-2 103-16,-2 1 31 0</inkml:trace>
  <inkml:trace contextRef="#ctx0" brushRef="#br0" timeOffset="8379.62">4525 4400 939 0,'0'0'328'0,"0"0"-37"16,0 0-17-16,0 0-28 0,-8 16-34 15,5-7-9-15,-1 2-19 0,1 3-28 16,-1-1-20-16,4 3-16 0,-3 2-5 0,3 2 0 16,0-3-12-16,3 2-26 0,-3-1-8 0,4 2-8 15,3-2 1-15,0-2-1 0,0 1-7 0,2 1-8 16,2-3 2-16,-1-4-4 0,1 0-1 0,2 1-7 15,-2-5 0-15,6-2-5 0,-4-1 0 16,-3-1-3-16,4-3 10 0,-3-3-5 0,6-2-4 16,-4-4-17-16,1 1 6 0,-4-7 5 0,3-2 5 15,-2-3-12-15,-4-3 9 0,-4-2-14 0,0 0-11 16,-2-6 12-16,-1 2-73 0,-3 2 10 16,-1-5 12-16,-3 1 24 0,1 6-3 0,-2 0-2 15,-2 3 9-15,-3 1-4 0,-1 3 10 0,0 2 5 16,-3 1 0-16,0 4-5 0,-4 2-3 15,4 2 13-15,0 2 6 0,-4 5-9 0,1 0-7 16,3 5 10-16,-4 2 8 0,5-2-3 0,1 3-18 16,2 1 8-16,-1 3 11 0,5-1-4 0,2 3-7 15,3-4 6-15,1 1-1 0,-1 2 5 16,8-2-2-16,-1 0-3 0,4 1-3 0,3 1 3 16,4 1 3-16,3-3-13 0,4 0 5 0,3 0-13 15,3-3-12-15,-3 2-11 0,6-3-28 16,-3 0-36-16,1 0-15 0,3-3-67 0,-4 1-84 15,1 0-105-15,2-1-333 0,-5-3 28 0,-2 1 46 16,-2 1 77-16</inkml:trace>
  <inkml:trace contextRef="#ctx0" brushRef="#br0" timeOffset="8728.07">5026 4493 511 0,'0'0'198'0,"0"0"-19"0,0 0-3 15,0 0-4-15,0 0-21 0,-6 18 5 0,0-11-10 16,5 3-8-16,-5 3-5 0,1-1-12 0,2 3-6 15,-1 2-15-15,1-1-1 0,0 0-12 16,3 1 8-16,-3-1-13 0,3 0 0 0,3-3-8 16,-3 3-18-16,4-1 70 0,2 0-1 15,-3-4-4-15,5 4-22 0,2-5-19 0,0 4-3 0,1-5-8 16,2-1-3-16,1 0 14 0,2-5-9 16,-1 3-22-16,-2-5-3 0,1-1 13 0,0 0-11 15,-1-3-17-15,4-3 13 0,-6-3-8 16,0-1 2-16,1-5-12 0,-5-2 7 0,-1-5-13 15,-1 5 21-15,-2-2-15 0,-3-2 2 0,0 3 0 16,-3 1 3-16,-1-1 10 0,0 3-16 16,-2-2-7-16,2 6 0 0,-6-3-56 0,0 3-8 15,3 2 0-15,-3-1 2 0,3 4 19 0,-6 1-6 16,5 1 0-16,-1-1-20 0,-2 3-23 16,4 2-34-16,1-3-17 0,6 3-34 0,0 0-17 15,-12 3-63-15,12-3-160 0,1 2-305 0,-1-2 69 16,11 6 31-16,-2-5 72 0</inkml:trace>
  <inkml:trace contextRef="#ctx0" brushRef="#br0" timeOffset="8878.79">5283 4538 826 0,'7'-2'264'15,"0"0"-18"-15,0-3-24 0,3 2 60 16,0-1-11-16,0-1-20 0,5-1-44 0,1 1-22 16,1-1-11-16,0 1-8 0,4-2-28 0,-3 3-15 15,1-2-13-15,5 0-23 0,0 1-33 0,-3-1-62 16,-1 4-40-16,1-4-65 0,-4 4-181 15,3 1-438-15,-6-6 38 0,3 5 69 0,-7-4 60 16,-2-1 55-16</inkml:trace>
  <inkml:trace contextRef="#ctx0" brushRef="#br0" timeOffset="9062.82">5642 4236 606 0,'-7'-1'236'0,"7"1"-24"16,0 0-7-16,0 0-8 0,-6 15-13 0,5-9-5 15,-1 4 42-15,1 2-6 0,1 1-29 16,1-1-24-16,-1 5-9 0,2-1-2 0,-1 4-23 16,2 0-10-16,0 4-10 0,0-3-27 0,1 4-11 15,2 0-40-15,-1 0-43 0,1-1-56 16,1-1-74-16,0 1-187 0,3-5-402 0,0 1 87 16,1-4 56-16,0-3 77 0</inkml:trace>
  <inkml:trace contextRef="#ctx0" brushRef="#br0" timeOffset="9548.06">6025 4331 1031 0,'0'0'253'0,"0"0"-35"0,3 15-6 15,-3-7-25-15,0 1-7 0,0 3-12 0,-2-1-9 16,4 3-23-16,-1 2-3 0,2-1-13 0,0 1-7 15,0 3-16-15,1-1-7 0,-1-2-8 16,5 0-21-16,-2-1 6 0,1 1-3 0,-1-2 2 16,1 0-10-16,4-3-7 0,-1 0 7 0,0-2-2 15,1-4 0-15,2 1-11 0,1-3-7 16,-4-2 0-16,3-2 8 0,2-2-3 0,1-4-11 0,-2 0 1 16,-3-4 0-16,3-3 2 0,-1-3 8 15,-3 1-28-15,1-4 7 0,-5-4-7 0,-5-1-8 16,2 0-2-16,-3 2 10 0,-1-2 4 15,-2 1-9-15,-3 4 13 0,2-3-14 0,-3 4-2 16,-3 2 3-16,3 2-8 0,-3 1 3 0,-1 3-1 16,-2 2 8-16,-1 1-2 0,1 6 10 0,-2-3-13 15,2 5-5-15,-4 0 0 0,4 6 5 16,-1-2 5-16,0 3-10 0,4 1 8 0,-4 2-8 16,4 3 0-16,3-2 3 0,1 3-3 15,1-5 0-15,2 4-8 0,0-2 16 0,6 0-1 16,-3 3-7-16,3-3 0 0,2 2 8 0,1-1-3 15,4-2-5-15,0 2-7 0,4-2-9 0,-1-2-25 16,5 0-25-16,-1 0-16 0,3-4-62 0,1 1-42 16,-1-2-78-16,1-2-181 0,0-1-257 15,-1-2 14-15,-3-1 89 0,1-4 64 0,-2 0 76 16</inkml:trace>
  <inkml:trace contextRef="#ctx0" brushRef="#br0" timeOffset="9728">6479 4342 662 0,'3'-4'305'0,"-3"4"-8"15,0 0-31-15,0 0-28 0,0 0 0 0,8 12-25 16,-8-8 2-16,3 3-28 0,-3 3-3 0,1 3-18 16,2-1-15-16,-3 3-15 0,3 3-11 0,-3 3-9 15,3-3-14-15,-2 5-5 0,1-3-10 0,-1 5 0 16,2 0-7-16,0 0-16 0,-3-2-18 16,4-3-18-16,-3 1-18 0,5-1-46 0,-3-2-53 15,-2 0-88-15,5-4-125 0,-3 1-458 16,5 0 41-16,-4-6 89 0,5-2 67 0,-5-5 58 15</inkml:trace>
  <inkml:trace contextRef="#ctx0" brushRef="#br0" timeOffset="9978.54">6733 4210 862 0,'3'-6'346'0,"-3"6"-19"0,0 0-17 0,0 0-85 15,13 9-28-15,-9-1-2 0,7 2-8 0,-1 1-21 16,3 1 49-16,1 5-25 0,-1-2-6 16,2 3-20-16,4 3-16 0,-1-3-20 0,0 6-15 15,1-3-6-15,-1 2-17 0,-1 0-6 0,3-3-2 16,-3 4 3-16,0-2-19 0,-2 0-22 0,-2-2-34 16,0-3-28-16,1 0-64 0,-4-1-33 15,-3-2-87-15,1-3-356 0,1-3-210 0,-2-4 36 16,-4-2 92-16,1-4 74 0,-4 2 39 0</inkml:trace>
  <inkml:trace contextRef="#ctx0" brushRef="#br0" timeOffset="10212">7098 4134 1100 0,'-3'-6'376'0,"3"6"-43"0,-1-7-31 15,1 7-43-15,0 0-11 0,0 0-25 16,0 0-1-16,-22 16-24 0,14-7-24 0,-2 5-80 15,-3 1-14-15,1 2 2 0,-1 2 53 0,-4 5-12 16,1 0-3-16,-2 1-17 0,1-3-3 16,0 3-13-16,-4 0-11 0,4 3 1 0,0-3-10 15,0 2-6-15,-7 9-2 0,3-7-13 0,5-2-18 16,-2-2-17-16,-9 7-86 0,10-6-129 0,-14 6-244 16,10-8-407-16,1-5 110 0,3-5 46 15,-4-3 77-15,-3-4 51 0,-2 0 64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7:19:36.7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21938 12291 665 0,'0'0'246'16,"11"0"-24"-16,-11 0-19 0,13 0-14 0,-13 0-30 16,20 0-11-16,-10 0-20 0,1 0-7 0,3 0-17 15,-1 2-1-15,5-2-8 0,-5 0-1 0,4 3 4 16,0-3-32-16,0 1 1 0,1-1-24 15,-1 0 11-15,0 0 30 0,6 1-15 0,-2 1 65 16,3-2-14-16,4 0-5 0,-1 1 3 0,4-1-29 16,3 1-81-16,-3 2 13 0,6-2-6 15,1 1-18-15,3-1 24 0,3 4-16 0,0-4-5 16,4 0-5-16,11 4 20 0,5-3 8 16,-5 1-18-16,-5 1 3 0,-9-3 5 0,0 1-13 15,-1-1 5-15,4 4-2 0,-1-3-1 0,-2-2 8 16,17 0-7-16,-9 5 15 0,-7-4-8 15,1 0-13-15,-2 1 3 0,2-2-5 0,-2 1 5 0,3-1 26 16,-3 0-29-16,2 1 11 0,-2-1-10 0,-1 3 7 16,1-6-3-16,-1 3-2 0,-3 0 8 15,4-1-6-15,-5 1 9 0,1 0-11 0,-6-1 12 16,6-1-4-16,-1 2-3 0,2-2 8 0,-5 2 5 16,4-3 0-16,0 1-8 0,4 2 3 15,-4-1 5-15,3 0-3 0,0 1-10 0,-3-3 11 16,4 1-9-16,-1 2-4 0,1 0 2 0,-4-1 0 15,4 1 5-15,-1 0-10 0,0 0 8 16,1 0-3-16,-1 0-2 0,4 0 2 0,-1-2-8 16,15 2 3-16,-7 0 16 0,-7 0-24 0,17-1 13 15,0-2 10-15,-3 3-25 0,2-1 23 0,-9 1 0 16,-7 0 5-16,17-1-3 0,-14 1-2 16,-3-2 10-16,0 2-18 0,0-1 5 0,3 1 3 15,11-1 0-15,-8 1-3 0,-6-3-5 0,17 3-2 16,-13 0-1-16,-2 0 9 0,12-2-1 0,3 2-2 15,-10 0 2-15,9 0-5 0,-9 0 26 0,7 0-29 16,-7 0-4-16,-4 0 12 0,11 0 3 16,3-1-6-16,-1 2 21 0,-10-2-25 0,9 2-3 15,-1-2 13-15,3 2-5 0,-1-1-3 0,1 0 7 16,-3 0 4-16,3 0-1 0,1 0 1 16,-3 0-16-16,2 0 20 0,3 0-5 0,-6 0 19 15,4 0-9-15,-1 0-20 0,2 0 21 0,-1 0-13 16,5 0-3-16,-2 0 0 0,-4 0 3 15,0 0-5-15,3-1 20 0,-4 0 10 0,-2-4-28 16,-10 4 29-16,-8 1-31 0,-2 0 35 0,0-2-58 16,-3-2 33-16,1 2-6 0,-12-1-6 0,3-1 22 15,0 2 5-15,-1 0-33 0,-2-4 15 16,-4 6 21-16,0-3-33 0,-3-1 15 0,-4 1-3 16,0 1 3-16,-4-3-15 0,0 5-24 0,-5-2-25 15,-4-3-39-15,2 4-94 0,-6 1-87 0,0 0-479 16,-16-6-56-16,1 5 69 0,-12-7 59 15,-1-2 71-15,-25-5 52 0</inkml:trace>
  <inkml:trace contextRef="#ctx0" brushRef="#br0" timeOffset="26636.26">11070 8868 870 0,'-3'-7'292'16,"3"2"-16"-16,-4-1-20 0,4-1-23 0,-3 1-21 16,0 2-25-16,-1-3-10 0,1 5-16 15,0-4 54-15,-4 0-15 0,3 4-18 0,-3-1-29 16,1 2-10-16,6 1-12 0,-17 0-21 0,17 0-2 15,-17 4-27-15,6 2 7 0,1 2-9 0,0 0-10 16,-1 3 5-16,4 2-17 0,-3 0-11 0,1 5-5 16,1 3 2-16,1-1-2 0,4 2 5 15,-3 0-10-15,5-1 5 0,-2-2 0 0,3 4-31 16,3-1 13-16,-3 3 5 0,1-1 0 0,2-2-7 16,3 1-13-16,-2 1-11 0,-1 0-7 15,1-5-59-15,3 0-31 0,-1 1-46 0,-2-3-23 0,-1-1-92 16,0-5-297-16,1 3-243 0,-1-4 89 15,1-3 54-15,-4-3 57 0,0 1 63 16</inkml:trace>
  <inkml:trace contextRef="#ctx0" brushRef="#br0" timeOffset="26968.06">10783 9226 901 0,'0'0'376'16,"-3"-4"-33"-16,3 4-41 0,-3-6-15 0,3 6-44 15,6-8-10-15,-2 6-34 0,6-4-4 16,0 0-29-16,4 3 3 0,3-3-36 0,0 2-18 16,7-3 3-16,0 1-18 0,3-2-13 0,-2 1 3 15,5 3-98-15,1-2 3 0,-3-2-21 16,6 1-20-16,-4 3-13 0,-6-2-12 0,3-4-4 16,-2 3 4-16,-1 3 9 0,-4 0-15 0,-3-4 31 15,0 4-12-15,-6-2 6 0,1 0 34 0,-1 5 3 16,-1-5 18-16,-3 4-14 0,1 0 6 15,-2 0-15-15,1-1 10 0,-7 3 10 0,10 0-11 16,-10 0 32-16,7 7-14 0,-3-1 4 0,-1 2 9 16,0-1-15-16,0 2-2 0,1 1 7 0,-1 0-5 15,1 2 5-15,3-1-4 0,-4 3 9 16,1-1-25-16,2 2-21 0,-2-3-97 0,-1 2-177 16,3 1-468-16,2-5 121 0,-1-1 42 15,-4-1 75-15</inkml:trace>
  <inkml:trace contextRef="#ctx0" brushRef="#br0" timeOffset="27118.84">11430 8850 760 0,'0'0'235'0,"0"0"-58"0,0 0-88 16,0 0-183-16,6 16-485 0,2-8 83 0</inkml:trace>
  <inkml:trace contextRef="#ctx0" brushRef="#br0" timeOffset="27453.98">11786 9183 857 0,'-1'7'340'0,"1"-7"-25"15,0 10-33-15,-3-7-16 0,3 2-28 0,-4-1-18 16,1 2-30-16,3-6 14 0,-1 6-9 16,1-6-21-16,0 0-2 0,-6 1-19 0,6-1-22 15,0 0-6-15,-7-9-5 0,7 1-7 0,-3 0-16 16,3-2-17-16,0-5 4 0,3 1-12 0,-3-3-11 16,3 1 1-16,1 0-9 0,2 3-9 0,2-3-1 15,-5 1 1-15,4 3-6 0,0-1-7 16,-1 3-3-16,-2 2-7 0,6 1-1 0,-3 4-4 15,-3-1-1-15,5 4-2 0,-9 0 2 0,15 7 0 16,-6-1-7-16,-2-2 2 0,4 8-5 16,-4-2-10-16,2 0-10 0,-1 4-13 0,2-5-41 15,0 5-3-15,-3-1-53 0,4 1-47 16,-1-3-66-16,4 1-169 0,-1-1-399 0,0-1 40 16,1-2 80-16,0-1 67 0,3 0 46 0</inkml:trace>
  <inkml:trace contextRef="#ctx0" brushRef="#br0" timeOffset="27884.89">12359 9025 1167 0,'-3'-3'366'0,"-1"-1"-39"0,4 4-32 16,-13 0-21-16,2 0-21 0,-2 6-12 0,-1-4-26 16,1 8-34-16,-1 1-9 0,0 0-19 0,1 3-9 15,-1-1-16-15,4 2-26 0,3-3 3 0,-1 2-10 16,2 3 0-16,0-4-24 0,5-1 6 15,-2 2-16-15,6-3-7 0,-2 2-8 0,5-1 11 16,0-5-19-16,2 1 6 0,2 2-16 0,-3-4 0 16,4-4 15-16,2 3-9 0,-6-5-14 15,4-3-15-15,2 1 3 0,-4-5-26 0,2-1 13 16,-1-3-3-16,-3-4 3 0,-3-2-8 0,3-8 6 16,-4 0-4-16,-3 0 6 0,0-8-15 15,-3-2 10-15,-1-5 12 0,0-10-20 0,-2-2 5 16,2 10 16-16,1 7 2 0,0-2 0 15,-4 9 13-15,3 2-3 0,0 4-7 0,1 4 7 0,0 1-17 16,-3 2-8-16,5 5 12 0,-5 5 6 16,3 3-3-16,3 2 8 0,0 0-16 0,-8 17 16 15,5-3-18-15,2 4 10 0,2 0 5 0,2 7 1 16,0 0-9-16,5 6 8 0,2-2-5 16,-1 3-2-16,6 9 0 0,5 1 7 0,0-4-8 15,1-1-12-15,-4-6-28 0,7 3-67 0,-7-6-54 16,-6-4-289-16,2-3-414 0,-2-2 68 15,-2-4 65-15,-5-5 94 0,2-2 51 0,-1 0 64 16</inkml:trace>
  <inkml:trace contextRef="#ctx0" brushRef="#br0" timeOffset="29518.03">13265 8893 1003 0,'11'7'297'0,"-2"-1"-23"0,-1 0-26 15,2 6-25-15,3-1-31 0,1 4-21 0,-4 3-7 16,4 0-23-16,-4 2 0 0,0-1-16 0,1-1-23 16,-4 0-9-16,0-3-6 0,-1 2-6 15,2 0-11-15,-5-2-12 0,0-4-4 0,1 3-3 16,-4-4 8-16,3-1 0 0,0-2 18 0,-3 0 33 16,1 1-33-16,-2-6 5 0,1-2-13 0,0 0 0 15,0 0-3-15,0 0 6 0,0 0-28 16,-10-18 7-16,7 5-5 0,3 1 8 0,0-3-18 15,0-2 10-15,3 0-8 0,-2 1 5 0,5 0-7 16,-3 3 8-16,4 0-13 0,-4 2 10 16,5 3-21-16,-2 0 0 0,1 2-4 0,0 4-1 15,4 1-7-15,-11 1 5 0,19 5-11 0,-7 1 8 16,1 2 1-16,1 3-4 0,-4 2-2 16,3-2 3-16,-2 2 5 0,-1-2-3 0,0 3-5 15,1-5 0-15,-2 5 3 0,-5-4-16 0,3-1 21 16,-1 0-15-16,-1-2 7 0,1 1 2 0,-3-1 6 15,1-4-10-15,-1 0-1 0,0 1-2 16,-3-4 6-16,0 0-1 0,0 0 10 0,7-10-7 16,-3 0 10-16,-1-1 5 0,-2 0-16 0,2-5 6 15,0-5-21-15,4 1 19 0,-4 3-75 16,5 0 2-16,-2 0 14 0,1 1-1 0,-1 0 8 16,-2 3-10-16,2 2 7 0,-1 3-4 0,1-2 9 15,1 5 3-15,-1 3-5 0,-2 1 8 0,-4 1 13 16,14 6 2-16,-11-1 5 0,1 3-13 15,2 4 11-15,-2 0 5 0,3 1-6 0,-3-1 9 16,-1 3-6-16,3 1 3 0,-2-3 0 0,2 1-6 16,-2 1 16-16,4-3-2 0,1 3-4 15,-2-5 1-15,4 5 0 0,-4-7 5 0,6 1-10 16,-2-1 5-16,2-2 13 0,0-4-3 0,4 0-5 16,-3 1 5-16,0-8-13 0,3 4 3 0,-3-6 2 15,2-3-4-15,2-1 9 0,-5-3-7 16,2-1-5-16,-2-3 5 0,1-1-3 0,-4-2 11 15,-3 4-11-15,3 2 11 0,-3 3 4 0,-1-3-7 16,1 7 16-16,-4-2-16 0,2 2-13 16,-2 1 0-16,-3 7 8 0,0 0 7 0,0 0-2 15,0 0 6-15,0 0-6 0,-3 15-8 0,3-5 18 16,-5-2 0-16,5 7-10 0,-3-5-2 0,3 4 2 16,0-3-3-16,0 3 3 0,3-4 13 0,2 2-18 15,-2 1 15-15,4-3-5 0,2 2-10 16,-2-3 3-16,4 0-19 0,-1-2 11 0,0-3-5 15,4 2-6-15,-1-5 3 0,-1 1-5 0,4-2-8 16,-5-2 21-16,2-3-5 0,0 1-6 16,1-4-7-16,-4-2 0 0,1-3 0 0,-1 2 18 15,-3-3-1-15,0-1-7 0,0 5 11 0,0-2 4 16,-1 0-2-16,-2 3 8 0,-1 0 15 16,0 1-26-16,1 5-5 0,-4-4-2 0,0 7 20 15,4-2-8-15,-4 2-2 0,0 0 15 0,0 0 3 16,0 0-3-16,-4 20-12 0,3-13 4 0,1 3 1 15,0-2-3-15,0 1-5 0,0 3 13 0,1-2-11 16,3 1 3-16,-4-3 8 0,3 1-19 16,1-1 9-16,2 0 12 0,-2-1-10 0,5 1 0 15,-1-5 8-15,2 3-3 0,-3-5-5 0,4 1-8 16,-1-4-12-16,3 1 2 0,-2-2-3 16,2-1-14-16,-3-6-9 0,4 1-5 0,-1-4 14 15,1-4-19-15,-4 1 5 0,0-4 3 16,-2-1-13-16,2-1 31 0,-4-3-3 0,1-5 1 15,-3 3 12-15,3-5-10 0,-4 6 12 0,0 1 1 16,1 0 23-16,-4 1 22 0,3 5 4 0,-3 2-1 16,3 1 0-16,-3 2-7 0,0 3-19 0,1 2 4 15,-1 2 4-15,0 5 0 0,0 2 3 0,0 0-13 16,0 0 21-16,-7 20-23 0,7-3 17 16,-4 1-10-16,1 4 6 0,0 3 9 0,3 2-7 15,-3 0-3-15,3 2 6 0,0-1-3 0,3 2 0 16,-3-4-3-16,3 2-5 0,1 0 6 15,2-2-9-15,1-1 11 0,0-1-5 16,3-4-5-16,0 4 5 0,1-6-8 0,-1 0-5 16,3-3-8-16,-2-1-5 0,2-5-5 0,1-2-15 15,-3-5-16-15,-1 0-20 0,4-4 3 0,-1 0-3 16,1-5-6-16,-1-9-19 0,1 1 12 0,-3-3 2 16,-1-8 16-16,4-5 18 0,-5-1 0 0,-2-1 3 15,4-12 4-15,-4 5 21 0,-1 5 1 16,-2 2 27-16,2-1 5 0,-3 5 11 0,-2 3 30 15,3 8-2-15,-4-3 15 0,3 2-18 0,0 7-10 16,-3-3-8-16,1 8 8 0,-1 6-5 16,0 1-5-16,0 0 12 0,0 0-12 0,0 15-5 15,0 1 17-15,0 3-2 0,0-1-13 0,0 6 8 16,0 2-10-16,0 4 12 0,0-3-12 16,0 4-1-16,3-4 6 0,-3 8-21 0,3-2 13 15,0-1-18-15,1-1-17 0,-1-5-42 0,0 1-25 16,2-4-52-16,-5 0-64 0,0-4-188 0,0-1-360 15,0-3 62-15,-4-5 47 0,3-2 63 16</inkml:trace>
  <inkml:trace contextRef="#ctx0" brushRef="#br0" timeOffset="29752.22">14731 9037 811 0,'-3'-9'271'0,"3"0"-15"0,0 2-28 15,3 1-21-15,-2-1-15 0,6-1-33 0,0-1 0 16,3 1-11-16,4-1-4 0,2 0-37 15,-1 2-15-15,5-2 3 0,0 2-11 0,1 2-2 16,2 2-7-16,-2 3 4 0,3 0-18 0,0 1-2 16,0 6 0-16,0 1-3 0,0 1-25 0,0 3 31 15,-1 7-27-15,-2-1 6 0,0 1-5 0,-5-4 5 16,-1 3-3-16,-2-1 1 0,-2 1-11 16,2 2 8-16,-6-2-8 0,3-2-10 0,-3-3-41 15,-3 2-23-15,2 0-64 0,-3-1-110 0,-2-3-507 16,2 0 20-16,0-4 42 0,-3 0 68 15,0-3 62-15</inkml:trace>
  <inkml:trace contextRef="#ctx0" brushRef="#br0" timeOffset="29867.6">15214 8856 545 0,'0'0'-236'0</inkml:trace>
  <inkml:trace contextRef="#ctx0" brushRef="#br0" timeOffset="31084.18">15501 8891 1036 0,'-10'6'297'0,"0"3"-20"0,-4 3-6 0,0 2-28 16,0 3-31-16,1 0-25 0,3 0-10 0,-1 3-18 16,4 2-8-16,-2-4-23 0,5 0-8 0,0 2-2 15,4-2-13-15,0 1-11 0,7-2-14 16,-3-1-6-16,2 1-15 0,4 0 10 0,5-2-2 16,-2-4-39-16,4 0-5 0,-3-5-8 0,6 1 3 15,-3-2-18-15,1-2-3 0,-1-3-2 16,0-3 3-16,0-2-19 0,-3-4 1 0,6 1 2 15,-6-4 3-15,3-1-3 0,-4-2 5 0,1 5 8 16,-4-5 5-16,-3 5 5 0,0 2 8 0,0-1 10 16,0 1-26-16,-4 5 6 0,0-2-8 15,1 3 15-15,-4 2-3 0,0 0 6 0,0 0-5 16,0 0 5-16,0 0-6 0,3 17-4 0,-3-11 2 16,0-1 0-16,3 2-2 0,-3 0-1 0,5 1 1 15,-5-1 10-15,6 0-3 0,-2-3-5 16,-1 3 3-16,3-3 2 0,1 2 3 0,1-5-6 15,-1 4 4-15,2-5 1 0,-2 1-1 0,-7-1-9 16,18-3-2-16,-9-1-2 0,2-2 7 16,-7 1 13-16,5-2-8 0,-8-3-7 0,5-4-16 15,-6 0 2-15,0-4 19 0,-3 0-16 0,-1 0 14 16,-2 1-6-16,-1-2 2 0,0 0 6 0,0 6-13 16,0-2 23-16,-3 2-8 0,0 2-5 15,0 3 8-15,0 2 0 0,-1 2 10 0,1 4-16 16,0 2 1-16,-4 3 5 0,4-1-8 0,0 8 5 15,-1 0 3-15,4-2-11 0,-2 5 1 0,5-1 5 16,-3-2 2-16,6 2-5 0,1 0-5 16,0-1 5-16,4-1 8 0,0 1 7 0,3-1-4 15,3-2-1-15,0 1-5 0,4-4-7 0,2 0 17 16,-1-3-9-16,1 0 7 0,-1-1-11 16,1-3 6-16,5-3-3 0,-1-4-7 0,-3 2-6 15,4-5 3-15,0 0-7 0,-1-5 9 0,0-3-4 16,-2-6-16-16,-2 1-8 0,-5-4 6 0,0 0 9 15,1-4-22-15,-5-2 10 0,-2-1 15 0,1 2-7 16,-3 6 7-16,1 1 3 0,-4 0-2 16,3 6 9-16,-3 1 6 0,3 2-8 0,-3 2-8 15,0 6 3-15,0 0 13 0,0 5-13 0,0 3 5 16,0 0 18-16,0 0-18 0,-16 19-11 16,8-2 6-16,2 2 8 0,2 4-1 0,-2 2-2 15,2 0 11-15,1 2-1 0,0 2-8 0,3-2-9 16,0-1 7-16,3 4-3 0,1-4 1 15,2-1 27-15,4 1-15 0,-2-1-2 0,2-1 0 16,3-6 7-16,-2 1-10 0,2 0 3 0,4-7-16 16,-3 2 1-16,3-3-14 0,-3-5 1 15,3-4-19-15,-1-2 11 0,2-1-18 0,-2-5 15 16,-1-1-10-16,1-5 8 0,-1-6-31 0,-2-6-10 16,4-1-18-16,-7-7 23 0,4-11-3 0,-7-3 21 15,3 0-8-15,-3-4 18 0,0 2 20 0,-3 6 1 16,2 9 22-16,-3-2-9 0,-3 9 35 15,1 1 5-15,-1 3 3 0,3 3 20 0,-3 2-25 16,0 1-13-16,0 5 5 0,0 0 0 0,0 7 0 16,0-2 0-16,0 6-8 0,0 0 14 15,0 0-9-15,-7 24 6 0,7-12-16 0,-3 7 5 16,0 0 8-16,3 6-5 0,-4 1 0 0,4 4 0 16,0-3 0-16,0 2-3 0,0 2 3 15,0 2 0-15,4 2-10 0,-1-3 12 0,3 0-2 16,-2-6 0-16,-1-1-5 0,4 0 2 15,0 0-4-15,3-1-1 0,-3-6-10 0,4 0 8 0,-1-3 2 16,0 0-8-16,1-5-9 0,2-3-11 16,-3 0-3-16,0-4 1 0,-3-3-6 0,3-6 3 15,1 0-28-15,-4-7 18 0,2 1 2 0,-2-3-15 16,-3-1 20-16,6 1 34 0,-6 4 0 0,-1-3 27 16,0 4-1-16,1 0-6 0,-1 1-10 15,-3 2-8-15,0 1 8 0,3-1-8 0,-3 7 18 16,0 0-5-16,0 0-2 0,0 0 12 0,0 0-17 15,0 0 7-15,0 0-11 0,-3 22 1 16,3-14 10-16,0 1-2 0,3-1-14 0,-3 2 1 16,5 3-8-16,-2-3-5 0,0-1-28 0,1 1-36 15,2-1-72-15,1 0-92 0,0 0-384 0,3-3-141 16,-3 1 52-16,0-6 74 0,3 1 61 0,-3-4 46 16</inkml:trace>
  <inkml:trace contextRef="#ctx0" brushRef="#br0" timeOffset="31218.04">16588 8683 578 0,'0'0'-166'0</inkml:trace>
  <inkml:trace contextRef="#ctx0" brushRef="#br0" timeOffset="31568.1">16691 9118 647 0,'0'8'259'0,"0"2"-24"0,-3-2-22 0,6-1-6 15,-6 0-30-15,3 3-14 0,0-6-19 16,0 0-14-16,0 3 75 0,0-7 15 0,0 8-33 15,0-8 0-15,0 0-31 0,0 0-10 0,0 0-18 16,0 0-13-16,9-16-10 0,-9 6-8 16,3-5-17-16,1-2-4 0,0-5-1 0,0 1-19 15,2-1-7-15,1-3 4 0,-1 1-9 0,2 5 5 16,-1 0-11-16,-1 3-10 0,1 1 13 0,-1 2-23 16,2 4 8-16,-1 0-11 0,-1 5 5 15,1-1-4-15,4 3 9 0,-4 2-20 0,2 4 3 16,1 2 10-16,1 1 13 0,-1 3-21 0,4 2-5 15,-7-1 10-15,3 6-4 0,-3-5 9 16,3 2-12-16,-3 3-8 0,0 0 10 0,-1-1-2 16,-1 1-47-16,1 0-19 0,-2-1-14 0,2 1-82 15,-2-3-117-15,2 1-192 0,2-4-346 16,-2-1 105-16,1-3 66 0,-1 0 55 0,1-4 58 16</inkml:trace>
  <inkml:trace contextRef="#ctx0" brushRef="#br0" timeOffset="32318.03">17186 9019 806 0,'7'-11'302'0,"-1"2"-26"0,2-3-22 0,-5 3-29 16,1 0-13-16,-1 2-27 0,0-4-4 0,0 7-19 16,-2-3-75-16,2 0-8 0,-3 0 6 15,0 3-4-15,0-2 4 0,0 6-8 0,0-9-8 16,-3 3-3-16,3 6-9 0,0 0-9 0,-10 0-4 15,10 0 2-15,-10 7 5 0,5-3 0 0,-1 2 3 16,2 2-16-16,-2 1-4 0,3-1-9 0,-1 2-2 16,1 3 11-16,3-3-9 0,0 4 3 15,0-3-12-15,0 3-6 0,3-3 16 0,1 0-16 16,2 2 0-16,1-1 3 0,4 0-11 0,-1-3-7 16,3 1-10-16,4-3 15 0,0-1 3 15,4-2-16-15,-3 1 0 0,4-2-33 0,-1-3-10 16,0 0-11-16,-1-2 0 0,1-4 16 0,-3-1-33 15,1-2 7-15,2-2 3 0,-6 0 20 16,-2-3 8-16,0-1 15 0,-2-2 34 0,-4 6 17 16,-1-3 21-16,0 4 5 0,-5-3-5 15,2 3 8-15,-3 2-3 0,0-1 3 0,0 1 4 0,-3 1-7 16,2 3 11-16,-5-2-6 0,3 5 3 0,3 1-19 16,-10-3 12-16,10 3-1 0,-14 2-16 15,14-2 6-15,-11 2-5 0,5 4 15 16,0-3-13-16,1 3-17 0,-2-3 2 0,4 3 7 0,-3 0-7 15,2-4 8-15,1 5-21 0,-1-4 13 16,0 4-11-16,4-7 19 0,-3 7-8 0,0-4-18 16,0 2 10-16,3-5 3 0,-1 9-13 0,1-9 10 15,0 7-7-15,1-2 9 0,2 2-4 16,0-3 0-16,0 0 5 0,0 3-1 0,-2-3-1 16,6 2-9-16,-3 1-9 0,2 0 14 15,1-3 9-15,-4 3-9 0,5-3-9 0,-2-1 2 0,-2 3 7 16,2-4 4-16,-2 1-16 0,-4-3 12 15,10 5 3-15,-6-3 1 0,-4-2-1 0,6 0-10 16,-6 0-3-16,0 0 6 0,0 0-6 0,13-6-2 16,-13 6 10-16,4-5-5 0,-4-1-5 0,4 4 5 15,-4-4 0-15,3 0 0 0,-3 6-2 16,1-11 2-16,-1 7-3 0,3 0-2 0,0-3 13 16,-3 7-6-16,3-8-15 0,-3 5 1 0,0 3 4 15,1-7-5-15,-1 7-2 0,0 0-3 16,6-2 15-16,-6 2-4 0,0 0-1 0,0 0 13 15,0 0-15-15,11 9 10 0,-8-3 8 16,1-1-14-16,-1 2 4 0,3 0 2 0,-2 3-18 16,2-2-82-16,-1 2-43 0,1 3-93 0,-2-4-327 15,2 2-205-15,-3 0 67 0,1-1 69 0,-1-1 56 16,2-1 51-16</inkml:trace>
  <inkml:trace contextRef="#ctx0" brushRef="#br0" timeOffset="32784.37">17610 8797 765 0,'7'-4'279'0,"0"4"-28"15,-7 0-31-15,17 1-13 0,-4 5-17 0,2 0-21 16,-2 0-21-16,4 7-2 0,0-1-16 0,0 2-12 15,0 3-18-15,1 1-16 0,-2 2-2 16,-2-2-2-16,0 1-6 0,-4-1-10 0,0 3 3 16,0-3-9-16,-2-2-9 0,-2 0-21 15,-2-1 3-15,-4-4-18 0,0 5 7 0,0-7-4 16,-3 2-1-16,-1-2-2 0,1 0 10 0,-2-2-10 16,-1 0 7-16,3-2-5 0,-1-3 16 15,4-2-13-15,0 0-5 0,0 0 5 0,-6-9 0 0,6 1-6 16,3-5 9-16,0 3-6 0,1-8-2 15,2-1-8-15,5-4 31 0,-4 2-31 0,3 2-2 16,4-5 2-16,-4 6-3 0,3 0 9 0,-2 3-14 16,-1 0 18-16,0 5-15 0,-2 0 11 0,1 2-1 15,1 5-8-15,-2-1 4 0,-1 4 4 16,-7 0-13-16,16 7 24 0,-8-1-11 0,2 0 0 16,-4 6 6-16,-2-3 4 0,6 1 1 15,-3 4-11-15,-3-2 13 0,2 2-10 0,-2 2 7 16,2-4-7-16,-2 2 2 0,-1-2-38 0,-2 1-31 15,2-1-68-15,0 1-86 0,-3-3-278 0,3-2-269 16,-2 0 56-16,2-2 77 0,-3-3 92 0</inkml:trace>
  <inkml:trace contextRef="#ctx0" brushRef="#br0" timeOffset="32901.15">18122 8758 696 0,'0'0'156'0,"0"-7"-115"0,0 7-108 0,0-4-447 16</inkml:trace>
  <inkml:trace contextRef="#ctx0" brushRef="#br0" timeOffset="33100.83">18280 8608 1028 0,'1'10'280'0,"-1"3"-22"0,0 0-33 16,3 5-10-16,-3 3-23 0,0-1-25 0,3 3-6 15,-3 2-25-15,0 2-3 0,0 1-13 16,-3-1-43-16,3 1-47 0,-3 2-65 0,-2-3-119 16,-1 5-143-16,2-7-414 0,-2-1 89 15,3-5 33-15,-4-2 64 0</inkml:trace>
  <inkml:trace contextRef="#ctx0" brushRef="#br0" timeOffset="33734.08">18215 8910 793 0,'8'-10'287'0,"1"1"-19"0,1 1-22 0,1 0-23 16,-1 2-23-16,-3 2-19 0,4-3-12 15,-1 2-20-15,3 2-11 0,-2-3-23 0,-1 5-2 16,0-1-26-16,1 1-8 0,-2 1-5 0,1 0-12 15,1 3-6-15,-4-2 3 0,3 5 5 0,-3 1-3 16,3 1-17-16,0 1-1 0,-3 0-12 16,0 1 5-16,0 0 15 0,0 3-28 0,2-3 8 15,-1 4 2-15,2-3 0 0,-3 3-15 0,3-4 16 16,1-2-1-16,2 2-25 0,1-2 15 0,2 2-8 16,-1-3-12-16,1-1-11 0,-1-4 5 15,-2 3-12-15,1-4 0 0,-4-1 12 0,3-4-5 16,-2 1 3-16,-1-4-5 0,-3 0-5 0,4-3 12 15,-2 0-5-15,-2-5 8 0,0 5 3 16,0 0 12-16,-3-2 11 0,2 4 5 0,-2 0-19 16,-1 4-4-16,0-2-8 0,-3 6 8 0,0 0 17 15,0 0-2-15,3 15-12 0,-6-1 12 16,0 4 5-16,0 4-15 0,3 9 22 0,-4 2 1 16,1 22 3-16,0 0-1 0,0 3-5 15,2 5 60-15,2-2 1 0,-1 2-17 0,0-1 13 0,0 3-24 16,3-5-7-16,-6 0 5 0,2-3-13 0,1-4 3 15,-4-10 2-15,-2-9-10 0,2-6-10 16,-6-3 5-16,4 0-13 0,-2-10 21 0,-2-4-11 16,0-4 11-16,-4-5-3 0,1-4-13 0,-5-2 8 15,2-3-10-15,-2-7 10 0,1-1 0 16,-6-3-15-16,5-3-6 0,8 5 16 0,-4 0 41 16,4-5-21-16,0 3 46 0,3-1-84 0,-1-2 10 15,5 3 13-15,-3 1 3 0,6-3 7 16,0 2-30-16,3-2-1 0,3 2 11 0,2-1 2 15,2-1-23-15,0 2 16 0,7 1-8 0,0 1-3 16,4-1 3-16,3 0-10 0,-4 2 2 0,4 4-10 16,-3-3 5-16,0 3-25 0,-1 1-3 0,0-4-31 15,-3 6-5-15,0 0 5 0,-6 1-10 16,3-2 8-16,-4 6-100 0,-4-3-77 0,-2-3-123 16,0 7-565-16,-4-4 35 0,-4-2 118 0,-3-1 51 15,-3 1 85-15,-7-7 59 0,0 2 56 16</inkml:trace>
  <inkml:trace contextRef="#ctx0" brushRef="#br0" timeOffset="34633.65">19494 8993 624 0,'0'0'259'15,"0"0"-11"-15,0 0-18 0,-10 0-20 0,10 0-13 0,0 0-25 16,0 0-11-16,0 0-10 0,0 0-8 16,0 0-33-16,0 0-10 0,0 0 8 0,0 0 53 15,0 0-5-15,0 0 8 0,0 0-13 0,0 0-10 16,37 0-8-16,-16-3-15 0,5 0 2 15,2-1 0-15,11 2-97 0,4-4 8 0,16-1-8 16,6 1-2-16,2 1 2 0,2-1 0 0,3 2 10 16,-3 0-20-16,2-3 10 0,-6 4-8 15,-1-2 0-15,-12 2-9 0,-7 3 11 0,-7-3-4 16,-4-1-3-16,-4 4-7 0,-2-2 5 16,-4 1-1-16,-4-2 1 0,1 2 7 0,-8 0 6 0,1-1-19 15,-4 0-22-15,-3-1-47 0,0 1-55 0,-7 2-24 16,0 0-64-16,-7-8-146 0,7 8-427 15,-17 0 87-15,3 0 30 0,0 1 62 0,-3-1 66 16</inkml:trace>
  <inkml:trace contextRef="#ctx0" brushRef="#br0" timeOffset="35001.54">19607 9301 883 0,'0'0'348'0,"-3"5"-56"0,3-5-3 0,0 0-33 16,0 0-16-16,0 0-30 0,0 0-5 15,0 0-21-15,16 2 3 0,-2-3 3 0,0-3-39 16,3 2-23-16,3 1 10 0,8-2-64 15,5-1-15-15,5-2 15 0,3 2-23 0,15-4 6 16,1 1-16-16,-6 5 2 0,8-6-2 0,-8 6-10 16,-10-3 23-16,0 4-39 0,0-5 21 0,-7 5-13 15,0-1 2-15,-6-2-2 0,-1 2-5 16,-7 0 0-16,1 2 5 0,0-2 0 0,-5-1-10 16,-2 1-8-16,-3 2-12 0,2-1-24 0,-5 0-41 15,1-1-61-15,-2-2-92 0,-4 4-116 0,0-3-455 16,-3 3 90-16,0-7 43 0,0 7 56 15,-9-8 59-15</inkml:trace>
  <inkml:trace contextRef="#ctx0" brushRef="#br0" timeOffset="35433.65">20369 8711 867 0,'0'-4'330'0,"-1"-2"3"0,1 6-3 16,-6-7-40-16,6 7-55 0,0-4-12 15,0 4 0-15,-3-7-24 0,3 7-30 0,0 0-13 16,0 0-20-16,0 0-16 0,20 0 1 0,-20 0-22 16,17 8 1-16,-3-6-10 0,0 5-8 15,3 1-3-15,3 2-84 0,1 0 0 0,3 3 0 16,0-1-16-16,4 3 24 0,-2 0-13 0,4 2-6 15,-5-1 16-15,2 0 0 0,-2 1 5 0,-1-4-12 16,-1 3-1-16,-3-1 8 0,-6-1-5 16,3-2 15-16,-4 1-15 0,-1-2 2 0,-3 2 11 15,-2-1-13-15,0 1 5 0,-6-1 33 0,-1-2-10 16,-5 5 16-16,-1 2 32 0,-1-2-9 16,-3 3-55-16,-4-4-9 0,1 3 30 0,-1-1-2 15,-3-3 12-15,0 2-5 0,3 0 16 0,-3-4-11 16,0 3-4-16,3-4-6 0,1 0 8 15,-1 2 7-15,4-3-30 0,0-1 10 0,-1 0-13 16,4-4-5-16,-3 3-41 0,4 0-15 0,-2 1-51 16,4 0-49-16,-2-6-49 0,3 5-117 0,-1-3-500 15,4 2 70-15,-3 0 43 0,3-6 74 16,0 0 62-16</inkml:trace>
  <inkml:trace contextRef="#ctx0" brushRef="#br0" timeOffset="37084.14">21709 8682 834 0,'0'0'274'0,"0"0"-41"16,0 0-18-16,0 0-33 0,-7 24 10 0,4-12-29 15,3 3-14-15,-4 3-19 0,1 3-14 16,3-2 4-16,0 0-23 0,0 2 0 0,0-2-25 16,7 5 7-16,-3-5-12 0,2 0-3 0,1 1-13 15,-1-2-7-15,5 0-3 0,-1-5 2 0,0-1-17 16,1-4 12-16,-1 2 0 0,3-3-4 15,-2-3 7-15,2-1-5 0,1-3-6 0,-4-1-4 16,0-5 2-16,1 0 5 0,2-3-10 0,-3-1-10 16,-2-2 13-16,-1-3 2 0,3-1-13 0,-4-2 16 15,2 4-3-15,-1-3 3 0,-1 3-6 16,0 3 1-16,-2 3-11 0,0 0-7 0,0-1 0 16,-1 7-6-16,0-3 3 0,-3 5 8 0,0 0-13 15,0 0 0-15,10 12 16 0,-6-7-16 16,-1 2 5-16,1 3-5 0,2 2 13 0,-2-2-6 15,6 1 1-15,-3 2-8 0,4-4-3 0,-2 2 14 16,6-2 1-16,-2 0 1 0,4 1-3 16,-3-6-7-16,3 3 12 0,0-3-7 0,4 0-5 15,-5-4 7-15,2 0-8 0,2-5 9 0,-3 2-6 16,1-5 5-16,-2-1 3 0,1-1-8 16,-3-3-5-16,-3-4-5 0,-1-1 0 0,0 0-1 15,-4-4-11-15,-1-2 14 0,-2 5-5 0,-3 1 3 0,3-2-2 16,-3 2-11-16,-3 5 7 0,3 0-4 15,0 1 5-15,0 0-13 0,-3 3 10 0,3 0-8 16,0 7 19-16,0 2-16 0,0-6 5 0,0 6 16 16,0 0-13-16,0 0 2 0,13 14-13 15,-4-6 11-15,2 2 10 0,0 5-2 0,6 1-9 16,-1 0 6-16,-1-1-2 0,5 6-4 0,-6-3 16 16,6 3-7-16,-6-2-8 0,-4-2 15 15,4 0-10-15,-7-1 10 0,-1-4 5 0,-3 3 3 16,-6-5 10-16,3 2 0 0,-6-2 5 0,-1-2-5 15,-1 0 15-15,-5 0-20 0,-4-6 5 16,3 4 11-16,-6-5-1 0,6 1-7 0,-3-2 4 16,-3 0 4-16,3-2-24 0,-4 1 23 0,8-3-36 15,-2 1-17-15,5-3-64 0,0 5-44 0,4-7-64 16,2 1-87-16,4 1-190 0,7-4-268 0,0-1 51 16,6 3 67-16,1-9 53 0</inkml:trace>
  <inkml:trace contextRef="#ctx0" brushRef="#br0" timeOffset="37251.04">22707 8668 796 0,'0'7'320'0,"0"1"-29"16,0 0-32-16,0 2-24 0,0 1-32 0,0 2-9 0,-3-1-25 16,6 2-15-16,-3 3-11 0,0-3-12 15,0 4-47-15,0 0-33 0,0-3-71 0,3 2-113 16,1-2-561-16,-3-4 41 0,2 3 39 15,3-7 76-15</inkml:trace>
  <inkml:trace contextRef="#ctx0" brushRef="#br0" timeOffset="37999.65">22669 8562 511 0,'0'0'100'15,"0"0"-43"-15,18 6-27 0,-11 0-19 0,3-4-27 16,4 7-9-16,-1 0-14 0,5 4 19 0,1-1 61 16,-1 5 41-16,-2-2 25 0,2 6-5 15,0 0 32-15,-5-3-1 0,0 3-3 0,-2-2 1 16,2 5 2-16,-2-5 3 0,-4 5-3 0,-1-5-8 16,1 2 8-16,-4-3-13 0,1-1 14 15,0 0-4-15,-4-3 13 0,3-3-2 0,-3 3-3 16,0-5 19-16,0 1 6 0,0-3-24 0,0-4 1 15,0-3-17-15,-3 5-10 0,3-5-13 0,0 0 5 16,0 0-26-16,-8-14 11 0,8 5-24 0,0-1-2 16,0 0-8-16,0-4-4 0,0 4-6 15,4-3 0-15,0 3-10 0,-1 0-6 0,0 1-14 16,1 1-11-16,2 0 18 0,-2 1-18 0,7 6 18 16,-2-5-10-16,2 5 7 0,-1 1 1 15,3 0-11-15,-2 0 8 0,6 1-21 0,-1 2 3 16,-1-3 21-16,4 0-13 0,2 0 4 15,0-4-4-15,0 4-8 0,-1-3-15 0,4-4 12 16,0 0-79-16,-4-1 0 0,1-2 23 0,-3 2-7 16,-2-2 7-16,-2-2 13 0,-1 2 5 0,-3-2-3 15,-2-1 1-15,-1 1 15 0,-1-1 5 0,1 2 10 16,-4 1 0-16,0-1-12 0,-1 6-4 0,1-1 11 16,-3 0-7-16,0 6 4 0,0 0 11 15,0 0-5-15,-11 18-3 0,8-4 5 16,2 7-15-16,-5 4 18 0,6 3-1 0,-3 7 11 15,6 6 3-15,-3 15-8 0,7 2 5 0,-1 1 8 16,5 0-16-16,-1 1 16 0,0 0-14 0,4-1 22 16,0-2-24-16,0-1 6 0,-4-6 12 15,0 0-23-15,-3-10 21 0,-3-6-8 0,-4-7 0 16,-1-2 2-16,-5-1 9 0,-2-6-14 0,-2-3 16 16,0-5-13-16,-7-4 15 0,4-4-5 0,-5-3 8 15,0-5-2-15,-4 3 2 0,1-7 7 0,-3-3-2 16,4 2 13-16,-1-6 0 0,-3-1 5 15,10 2-16-15,-3 0 6 0,4-5-13 0,2 3 15 16,4 0-15-16,4 0 5 0,0-4-7 0,6 4 4 16,6-6-2-16,-1 5-13 0,6-5 18 0,6 1-15 15,0 0 10-15,11-4-16 0,0 0 19 16,7 2-16-16,-7 8-3 0,-5 1 6 0,6-1-8 16,-5 6-8-16,0-3-25 0,0 6-10 0,-6 1-19 15,4-3-15-15,-6 3-76 0,-4 6-37 16,-2 1-140-16,-2 0-481 0,-5 0 99 0,-2 0 49 15,-4 0 57-15,0 0 68 0</inkml:trace>
  <inkml:trace contextRef="#ctx0" brushRef="#br0" timeOffset="61232.44">24276 8693 921 0,'0'0'282'15,"0"0"-1"-15,0 0-45 0,0 0-29 0,-3 23 67 16,3-11-18-16,0 9-36 0,0-2-31 0,3 6-4 16,-3 4-1-16,3 2-30 0,0 3-24 0,-2 3-2 15,3-4-10-15,-1 1-11 0,1 0-17 0,-1-1-16 16,4-1-15-16,-4-3-28 0,6 3-31 16,-4-7-51-16,-2 0-60 0,1 0-60 0,-1-1-62 15,0-6-525-15,1-1 1 0,-4-3 112 0,3-7 69 16,-3-2 41-16</inkml:trace>
  <inkml:trace contextRef="#ctx0" brushRef="#br0" timeOffset="61517.3">24287 8665 808 0,'7'-14'277'15,"-1"4"-1"-15,-2 2-22 0,5 0-32 0,-1 2-19 0,-1 5-19 16,3 1-15-16,4 0-10 0,-1 0-24 15,5 6-17-15,-2-2 2 0,2 5-25 0,-2 4-3 16,2-2-10-16,-5 4-8 0,1 2-7 0,-7-2-13 16,2 2 20-16,-5 1-23 0,0-3 3 15,-4 2-11-15,0 1 3 0,-7-1-2 0,0 4 17 16,-3-3-7-16,-4 1-13 0,1-4 8 0,-5 2-6 16,2-1-7-16,-2-6 2 0,1 5-10 15,-3-6 1-15,2-1-22 0,2-4-22 0,-2 2-13 16,5-6-57-16,-1 1-25 0,4-1-25 0,0-1-88 15,3 1-92-15,-4-6-228 0,8 4-143 0,0-1 26 16,3 3 61-16,6-7 67 0</inkml:trace>
  <inkml:trace contextRef="#ctx0" brushRef="#br0" timeOffset="63380.31">24580 8925 709 0,'18'-6'253'0,"-2"5"-20"0,-1-6 59 16,-5 2-21-16,3-1-10 0,1-1-33 15,-4 0-13-15,4-3-15 0,-1 2-19 0,1-2-9 16,-3 1-19-16,-1-5-60 0,1 4-12 0,-2-4-9 16,-2 2 28-16,-1-4-28 0,2 2-21 0,-5 3 3 15,1 2-6-15,-1-3 9 0,-3 1 7 16,3 3-6-16,-3 1-1 0,-3 3-6 0,0-2 5 16,3 6-15-16,-7-4-5 0,-1 4 0 0,8 0-11 15,-19 4 11-15,8 2-13 0,1-1 11 0,-3 7-4 16,-1-3-2-16,4 2 3 0,-1 3-3 15,-1 2 0-15,1-3-15 0,3 1 3 0,1 3 9 16,1-2-12-16,5 2 8 0,1-5-1 0,0 4-7 16,4-1 10-16,3 0 0 0,4 2-5 15,2-1-5-15,4-6 4 0,0 7-4 0,4-9 10 16,3 2-12-16,3-2-9 0,-1-1 1 0,-1-2 12 16,6-3-35-16,2-2-3 0,0 0-8 15,7-2-41-15,-2-4-5 0,2-1-25 0,9-8 20 0,-9 5-15 16,-6-5 25-16,-3 3 3 0,-3-4 15 15,-1-1 13-15,-3 0-5 0,-4-2 8 0,-6 3 5 16,1 0 22-16,-6 1 16 0,-2-2 11 0,-1 2 4 16,-2 0 26-16,-4 5-33 0,0-1 31 15,-3 1 2-15,-1 3-8 0,-2-1 8 0,-1 1-5 16,-4 4 0-16,1-1-5 0,0 4-3 0,-4 4-2 16,1-1 2-16,-2 3-2 0,2-1-5 15,-4 2-6-15,4 3-7 0,1-1 2 0,2 4 6 16,1-3 2-16,2 4-11 0,-1-5 6 0,2 2 0 15,3 2 3-15,3-2-19 0,0-3 14 0,3 1-4 16,4-1 1-16,3 0 0 0,2-2-8 16,0-2 13-16,2 0-18 0,2-3-8 0,-1 1 1 15,1-4 9-15,2-3-2 0,-1 2-5 0,-3-4 10 16,-1 0-12-16,-2-2 12 0,2 0 0 0,-6 2-5 16,3 3 8-16,-3-3 4 0,0 0-17 15,-4 5 5-15,4-3-10 0,-7 5 5 0,4-1 15 16,-4 1-10-16,0 0 8 0,3 13 5 0,-3-8-6 15,0 2-2-15,3 1-12 0,-2-1 17 16,2 3-7-16,0 0 2 0,2-1 5 0,0 3-25 16,3-3 20-16,2 1 2 0,0-2-4 0,3-1-16 15,-2 1-10-15,3-5 15 0,-1 3-25 16,0-6-10-16,2 1 2 0,1-2-11 0,2-2 1 16,-5-1-8-16,6-6 8 0,-7 2 10 0,2-2 3 15,-4-5 10-15,1-2 0 0,-2 0-6 0,-5-5 9 16,3 3-1-16,-4 0 11 0,0-2 10 0,-3 2-6 15,5 0 27-15,-5 3 9 0,3 3 3 16,-3-4-2-16,0 9-13 0,0-2 5 0,0 3-5 16,0 6-1-16,0 1 16 0,0 0-7 0,0 0-11 15,0 0 8-15,-3 25-10 0,3-14 12 16,0 3-2-16,3 4-15 0,-3 0 4 0,3 2-7 16,2 0 13-16,-3 4-5 0,4-5 0 0,-2 5 7 15,3-1-10-15,-3-6 10 0,2 0-2 0,-2 1-5 16,-1-4 7-16,0-3-17 0,2 2 17 15,-3-3-15-15,2-2 18 0,-4-6-8 0,0 3-2 16,0-5 2-16,0 0 6 0,0 0-14 0,-11-13-2 16,8 5 13-16,-4-2-11 0,1-7 14 15,-2 2 9-15,4-3-20 0,-2 1 11 0,3 0-8 16,-1 0 4-16,1 0-1 0,0 1 6 0,3 0-14 16,0 2 23-16,3 3-26 0,2-3 15 0,0 2-7 15,2-2 15-15,3 3-8 0,4-5-20 0,3 2 25 16,-3 3-14-16,8 0-6 0,-4 0 7 15,3 0-4-15,3 4 4 0,2-4 1 0,-4 4-5 16,2 0 2-16,-3-1-10 0,2 4-8 0,-9-2 8 16,5 0-11-16,-8 5-1 0,0-1 11 15,-4 1-9-15,-7 1 23 0,10 1-8 0,-10-1-8 16,3 6 11-16,-3-6-3 0,-9 6 2 0,5-1-4 16,-3 2 4-16,0 0-2 0,3-1-13 15,-2 2 11-15,2-1-6 0,-2 1-5 0,2 3 1 0,1 2 14 16,2-3-2-16,2 2-15 0,-1 1 7 15,3 1-7-15,6-1 2 0,-4 1 5 0,8 3 3 16,-2 1-21-16,2-3 21 0,2 2-10 0,1 0 7 16,0-2 3-16,-4 3 5 0,1-5-15 15,1-1-8-15,-4 1 7 0,-3-1-19 0,0 1 17 16,-3-3-8-16,-1-1 11 0,-3-1 2 0,-3 2-5 16,2-3 10-16,-5 0 8 0,0-3-5 15,-3 1 3-15,0-3 4 0,2-2 14 0,7 0 4 16,-17 0-5-16,7-7-2 0,2 3 0 0,2-3-5 15,2 0 5-15,-2-4 7 0,6 1-25 0,0-4 20 16,3 3-5-16,4-4 1 0,3-5-4 16,0 5-9-16,4-1 2 0,3 0 0 0,-1 1 8 15,2-2-3-15,3 3-10 0,-1 2 12 0,1-1-14 16,-1 2 1-16,-3 4 1 0,0 0-2 0,-3 4 4 16,0-1-7-16,-4 4 7 0,3 4 6 15,-5-2-16-15,2 5 18 0,-2 0-10 0,-3 2 8 16,2 0 2-16,-3 1-5 0,-1 2-3 0,1-1 13 15,2 5-5-15,-2-4 1 0,3 2 4 16,0 1-10-16,3-4 15 0,-1 3-20 0,3-3 15 16,-1 0 3-16,2 1-10 0,-3-4-8 15,3 1 2-15,1-6 0 0,-4 3-4 0,0-5 2 16,1 1 7-16,-3-4-9 0,-3 1-4 0,1-2 11 16,-5-4-5-16,-1-1 3 0,-1-5-6 0,-5 2-5 15,-4-6 5-15,-4 1-4 0,1-2 19 0,-8-3-9 16,4 3 12-16,-2 1 10 0,-4 2-7 0,4 1 15 15,1 0-5-15,2 0 11 0,1 2 2 16,2 2-8-16,-1 0-13 0,7 4 23 16,0-1-20-16,1-1 8 0,-1-1-16 0,7 2 3 0,0 0-3 15,7 1 11-15,0 1-6 0,3-1-10 16,7-1-5-16,0 6 3 0,3-2 10 0,3 0-8 16,-2 3 8-16,3 3-16 0,-2 0 13 0,5 1-7 15,1 0-16-15,-5 6 26 0,1-2-13 16,0 5 5-16,-3-2 0 0,-2-1-13 0,-1 3 1 15,-5-3-6-15,0 4 8 0,-5-4 5 0,2 0-3 16,-2-1 6-16,-5 3-8 0,3-6 17 0,-5 1-6 16,2 0-1-16,-3 0 7 0,0 1-9 0,0-5 0 15,0-3-3-15,-3 7 17 0,3-7-11 16,0 0-1-16,0 0 2 0,0 0-7 0,-10-11 13 16,6 2-8-16,3-4-10 0,-2-4 18 0,3-1-13 15,0 0 0-15,3-4-8 0,-2-3 13 16,6 0-12-16,-2 0 7 0,0 0-3 0,2 6 6 15,4-4-6-15,-2 7 1 0,-2 2-16 0,3 4 25 16,1 5-9-16,-1-1-1 0,4 6-7 16,-4 1 13-16,6 4-3 0,-1 4-6 0,-2 2 14 15,4 4 2-15,-3 1 3 0,0 3-15 0,-1 5-1 16,5 0 13-16,-5 1-15 0,-2-6 18 16,-1 6-28-16,0-6 22 0,1 2-2 0,-1-1-2 15,-1 2-8-15,-2-4-28 0,1-1-47 0,-2-2-38 16,-2 1-178-16,-1-6-585 0,0-1 95 0,1-1 59 15,-1-7 62-15,-3-1 79 0,0 0 35 0</inkml:trace>
  <inkml:trace contextRef="#ctx0" brushRef="#br0" timeOffset="64364.28">28207 8433 1208 0,'-10'-1'366'0,"10"1"-44"16,-17 5-27-16,7 1-14 0,-1 2-33 0,-5 9-10 15,1-2-28-15,-4 3-15 0,1 5-16 0,2-1-18 16,-2 1-12-16,1 1-95 0,6 1-11 15,0 0 6-15,-1 0-1 0,8-6-12 0,-2 1 10 16,6-2-10-16,0 0 0 0,6-1-8 0,-2-1-7 16,8 1-1-16,-1-4-5 0,4-1 11 15,1-5-11-15,2 0 3 0,2-6-2 0,4 1-1 16,0-2-10-16,3-4 8 0,-2-1 0 0,-2-2-3 16,1 3-7-16,-6-3 4 0,1 2 3 15,-4 2-17-15,-2 0 12 0,-2-1-13 0,-1 4 11 16,-1 0-19-16,-9 0 19 0,12 4-8 0,-6-1 2 15,0-2 6-15,-5 5-1 0,5-3 9 0,-2 3-4 16,-1-3-4-16,4 4-3 0,-3 0-3 0,3-3 8 16,2 2 1-16,-1 0 1 0,2-4 1 15,0 3-8-15,4-3 15 0,-4 0 1 0,0-1-14 16,1 0 6-16,-1-2-11 0,0 0 24 0,0-1-14 16,-3-3 4-16,0 1-4 0,-4-2 1 15,1-2-3-15,-4-1 5 0,0 1-2 0,-1-2-5 16,-5 1-3-16,2 0 7 0,-5-5 6 0,-2 6-10 15,1-2 2-15,-3 3 5 0,2-1-5 0,-1 1 5 16,-4 3-2-16,8-2 2 0,-4 4 11 16,1-4-14-16,2 3 6 0,2-2 0 15,2 2 2-15,-4-1-4 0,5 1-6 0,4 3-3 0,-3-7 3 16,3 1 3-16,6 2 2 0,2-3 1 0,-1 0-9 16,6 3 6-16,3-3 0 0,-1 0 4 15,5 5-9-15,-3-4 5 0,1 4 4 0,6 1-14 16,-4-2 10-16,1 6-6 0,0 0 1 0,1 1 7 15,-4 0-10-15,3 6-3 0,-1 1 3 16,0-1-5-16,-5 1-8 0,2-1 19 0,-3 3-12 16,-1-3 17-16,-3 4-29 0,1-3 15 0,-3 3 11 15,-3-4-11-15,2 1 3 0,-4 0-7 0,4-1 4 16,-6-1 6-16,2-1-3 0,-3-4 0 16,3 3 2-16,-3-1 1 0,0-6 4 0,-3 6 4 15,3-6-6-15,0 0-3 0,0 0 3 0,-14-14-5 16,10 7 6-16,-2-3 4 0,2-5-5 0,-2-3-5 15,2 1 10-15,-3-6 6 0,4-2-14 16,2 7 6-16,0-4-11 0,2 2 19 0,0 3-1 16,2 0-10-16,0-1-5 0,2 2 18 0,-2 0-23 15,5 0 2-15,-3 4 13 0,1-1-12 16,2 5-6-16,-1 1-17 0,0-1-47 0,-1 4-53 16,5-2-93-16,-4 5-92 0,2-2-442 0,-2 3-37 15,1 3 55-15,-8-3 104 0,16 0 44 16,-9 1 76-16</inkml:trace>
  <inkml:trace contextRef="#ctx0" brushRef="#br0" timeOffset="64663.86">29007 8725 980 0,'4'16'302'0,"2"-6"-21"0,-2 5-40 15,-1-5-16-15,4 0-25 0,-6 1-18 0,2-2-13 16,2 1-13-16,-4-1-3 0,0-1-22 0,-1 0 2 15,3-2-2-15,0-2 4 0,-3 3 9 0,0-4-11 16,0-3 7-16,0 0-17 0,0 0-10 16,0 0-11-16,0 0-7 0,-7-12-10 0,1-1-16 15,3-1-8-15,1-2-12 0,-4-5 2 0,3 1 5 16,3-2 3-16,0 1-13 0,0-1-5 0,0 0 0 16,0 2 18-16,3-1-13 0,3 2-2 15,-4 1-4-15,6 1 4 0,-6 2 7 0,7 0-15 16,-1 5-15-16,2-5-11 0,0 6 8 0,1 1-16 15,-1 4-48-15,3-2-49 0,-2 4-86 16,2-3-50-16,-3 7-122 0,1-2-497 0,4 4 54 16,-3-3 85-16,-1 6 63 0,1-3 82 0,0 3 62 15</inkml:trace>
  <inkml:trace contextRef="#ctx0" brushRef="#br0" timeOffset="65165.02">29370 8701 683 0,'6'5'338'0,"-6"-5"-31"15,0 0-15-15,10 0-29 0,-10 0-19 0,11-6-32 16,-7 3-15-16,3-1-20 0,-1-3 2 0,1-1-25 16,0 2-21-16,-3-4-5 0,4 1-16 15,-6-1 9-15,1 0-9 0,0 1-4 0,0-3-3 16,-2 6 7-16,-1-1-20 0,0-1-12 0,-1 2-6 16,-2 3-2-16,3 3-16 0,-8-1 0 0,8 1-2 15,-16 5 20-15,9 2-28 0,-3 0 16 16,1 1-19-16,-2 3 11 0,4 2-10 0,0-1-3 15,-3 2 7-15,6 3-17 0,1-2 5 0,0-4-6 16,3 6-4-16,3-7-11 0,0 5 14 0,1-1 17 16,3-3-23-16,0 2 5 0,3-4-15 15,1 0 7-15,2-2-5 0,4-3-20 0,0 1-28 16,0-5-26-16,0-3-25 0,4-1-8 16,3-3-29-16,-1-1-20 0,-2-2-35 0,0-5-44 15,-1-2-13-15,1-2 2 0,-4-5 9 0,-1-1 45 16,-4-5 29-16,1 2 32 0,-4-4 17 0,1 0 55 15,-5-3 31-15,1 2 31 0,-2 1 28 0,-1 4 13 16,2 2 28-16,-4 2 21 0,-1 6 2 16,1-3 13-16,-1 5-31 0,0 4 10 0,4 2-33 15,-4 3 13-15,0 1-10 0,0 6-11 0,0 0 3 16,0 0-5-16,0 0 10 0,0 23-15 16,0-11-5-16,0 3-6 0,0 4 13 0,3 1-15 15,0-1 6-15,-2 6-1 0,2 0-5 0,3 0 5 16,-2 2-13-16,3 3 0 0,3 2-2 15,-3-4-8-15,0-2-28 0,4-2-44 0,-1-1-46 16,1-3-76-16,1 0-126 0,-1-4-520 0,2-1 44 16,1-2 95-16,2-5 48 0,-1-4 62 15,-2 2 49-15</inkml:trace>
  <inkml:trace contextRef="#ctx0" brushRef="#br0" timeOffset="65530.87">30153 8565 901 0,'-7'-3'340'0,"7"3"-10"16,-21 6-30-16,8-6-32 0,-2 7-4 16,-7 1-41-16,4 2-26 0,-3-2-10 0,5 7-21 0,-2-5-10 15,2 5-28-15,3 0-2 0,3-3-6 16,1 1-25-16,-1-1 15 0,6-4-31 0,1 3 11 16,3 1-29-16,0-4 6 0,4 1-14 0,6-3 14 15,0-2-24-15,2-2-2 0,1 1-10 16,0-3-3-16,4-3 3 0,-3 0-16 0,3-4 3 15,0 0-5-15,-3 2 0 0,-1-2-5 16,-3 1 9-16,1-1 9 0,-1 3-13 0,0-2 18 16,-3 5-19-16,0-2-7 0,-2-1 13 0,-5 4-7 15,0 0 9-15,12 6-10 0,-8-4 16 0,-1 4-18 16,3-2 17-16,-5 3-20 0,5-1 0 16,-2 1-2-16,2-2-11 0,-1 2 11 0,1 0-21 15,1 0-10-15,2-3-36 0,-1 3-79 0,2-6 35 16,-3 4-99-16,3-4-208 0,1-1-376 15,-1 0 36-15,4-6 64 0,-4 2 61 0,0-3 57 16</inkml:trace>
  <inkml:trace contextRef="#ctx0" brushRef="#br0" timeOffset="65697.7">30418 8308 1172 0,'-9'17'315'0,"8"-7"-29"0,-2 4-9 0,0 2-29 15,3 2-25-15,0 2-16 0,0 3-17 0,0 2-14 16,3 2-20-16,-1 2-17 0,0-1-37 0,2-2-48 16,-1 3-62-16,1-1-64 0,-1-2-115 15,3-1-435-15,-5 0-107 0,2-3 86 0,-3-5 50 16,0-3 53-16</inkml:trace>
  <inkml:trace contextRef="#ctx0" brushRef="#br0" timeOffset="65964.25">30310 8660 1284 0,'0'-9'359'0,"0"5"-29"0,0-3-23 16,3-1-46-16,2 1-7 0,-2-3-27 0,6 1-17 15,1-3-18-15,3 3-30 0,-1 0-11 0,1 1-21 16,6-2-4-16,-3 2-19 0,1 1-15 16,0-1 3-16,-1 4-13 0,-1-2-16 0,1 5-9 15,-2-4 12-15,0 5-23 0,-4 0 5 0,1 2-5 16,2 2-2-16,-4 3-14 0,1 1 1 15,-2-2 2-15,-4 5-17 0,4 0-3 0,-5 3 15 16,3-2-15-16,-3 2 12 0,0 0-10 0,-2 1 1 16,2-1-11-16,2 3-8 0,-3-2-43 15,1 1-20-15,4-4-34 0,-3 2-33 0,2-4-46 0,1 4-21 16,0-6-89-16,3 0-198 0,-1-5-293 16,2 3 68-16,2-5 90 0,-3-1 49 0,0-3 79 15</inkml:trace>
  <inkml:trace contextRef="#ctx0" brushRef="#br0" timeOffset="66513.68">30870 8586 760 0,'3'-3'297'0,"-3"3"-23"0,0 0-26 16,0 0-10-16,0 0-18 0,0 0-10 15,-6 18-18-15,3-8-18 0,3 3-10 0,-1-2-11 16,1 3-20-16,0-2-12 0,1 2-19 0,-1 1-7 16,3 1 2-16,0-3-10 0,5 3-8 0,-2-1-12 15,-2-3-8-15,5 1-8 0,-2-3-7 16,1-2-1-16,1 0-7 0,-2-1 2 0,0-4-9 15,1-2-6-15,-2-1 0 0,-6 0 5 0,13-4-5 16,-9-4-10-16,3 1 2 0,-3-8 0 16,-4-1-2-16,3-2 0 0,-3-1 7 0,0 0-2 15,-3-4 13-15,3 5 15 0,0-4-8 16,0 4-12-16,0 1 10 0,0 2 15 0,0 4 5 0,0-3-30 16,3 3 23-16,-3-2-19 0,5 5-4 15,-3-2-6-15,4 5 3 0,-1 2-10 0,6 0 0 16,-3 3 8-16,-8 0-21 0,21 3 12 0,-8-2-7 15,1 6-2-15,-3 2 25 16,2 0-20-16,1 4-3 0,-4-2 3 0,4 6-6 0,-4-1 1 16,0 1 2-16,-2 0-3 0,0 1-9 0,-3 1 12 15,1-4-5-15,-5-1 5 0,2 3-2 16,0-3-1-16,-3-3-10 0,0 2 19 0,0-3 17 16,4-1-38-16,-2-1 86 0,-2-1 19 0,-2-4-31 15,2-3 10-15,0 0-15 0,0 0-13 0,0 0-5 16,0 0-5-16,-4-21 0 0,4 7-13 15,6-1-8-15,-4-6 8 0,6-2-7 0,-3-1 2 16,2 0 0-16,7 5-6 0,-4-1-7 0,4 1 11 16,-1 2-3-16,-3 7-8 0,4 0 10 0,-1 3 3 15,-1 1-3-15,4 6 16 0,-2 0-31 16,0 3 15-16,3 4-4 0,-2 5-6 0,1-1 0 16,-3 6 21-16,3 0-21 0,-4 4-3 0,0-1-17 15,-1 3-3-15,-1 3-33 0,-6-1-80 16,3 0-173-16,-7 1-633 0,0-2 54 0,-4-2 110 15,-2-1 76-15,-1-8 63 0,0-1 58 0,-4-8 74 16</inkml:trace>
  <inkml:trace contextRef="#ctx0" brushRef="#br0" timeOffset="66663.23">31207 8360 1420 0,'0'0'402'15,"0"-4"-49"-15,0 4-64 0,0 0-79 0,0 0-117 16,-15 6-288-16,10 1-514 0,-8 2 54 0,-3 3 94 16,-5-2 57-16</inkml:trace>
  <inkml:trace contextRef="#ctx0" brushRef="#br0" timeOffset="67764.14">22331 9526 1174 0,'0'0'338'0,"-16"0"-20"0,8 5-37 0,-2-1-15 15,3 4-33-15,-4 0-10 0,-2 9-28 16,0-2-24-16,2 3-2 0,-2 5-20 0,6-3-11 16,-7 10-23-16,7-7 5 0,1-1-15 0,2 3-20 15,0-1-16-15,4-6-5 0,4 3 7 0,-3-2-9 16,5-2-8-16,1 1-6 0,3-3 1 0,1-1-16 16,2-3-2-16,1-3 2 0,2 1-23 15,2-5-7-15,-1 0-3 0,4-4 2 0,-1 0 4 16,-3-4-4-16,3 0-2 0,-6-1 0 0,4-2 8 15,-5 0 2-15,1-1-12 0,-1 0 2 16,-6 1 10-16,4 5 0 0,-2-4-2 0,-5 6-8 16,3-3-3-16,-7 3 6 0,0 0-1 0,0 0 8 15,10 10-7-15,-9-7 7 0,-1 2-5 16,0 3-10-16,0 0 5 0,3-4 11 0,0 4-11 16,-3-1-3-16,3 1 3 0,1-1 5 0,2 0-10 15,2-4 13-15,-1 3-3 0,3-4-5 16,3 0 5-16,-6 1 5 0,3-6-5 0,6 1-5 15,-4 2 8-15,-2-7 5 0,7 4 0 0,-7-5 7 16,1 0-12-16,-1-2-6 0,-3-4 16 0,2-1-2 16,-4 1-6-16,-2-5 5 0,0 4-7 15,-6-4 10-15,3 1 28 0,-3 2-13 0,0-1-7 16,-2 2-72-16,-1 2 5 0,-1-1 18 0,-3 6-3 16,-4-3 8-16,4 4-2 0,-4 0 7 0,0 7-26 15,0-2-37-15,-2 4-22 0,1-2-19 16,2 4-98-16,0 0-85 0,-1 2-145 0,4 0-331 15,3-1 41-15,0 2 88 0,6-1 68 16,-2-2 55-16</inkml:trace>
  <inkml:trace contextRef="#ctx0" brushRef="#br0" timeOffset="68097.18">22871 9919 624 0,'14'-11'292'15,"-4"0"-26"-15,4-2-5 0,-4 3-20 0,1-3-24 16,-1 2-4-16,-1-3-19 0,-2 2-25 0,1-4 59 16,-1 1-36-16,-1-2 3 0,-2-1-3 0,-1 3-26 15,-3 3-12-15,0-1 7 0,3-2 15 0,-6 5-37 16,3 0-1-16,-3 3-15 0,2-1-26 16,-5 5-7-16,3-2-14 0,3 5 9 0,-18 1-6 15,11 4-2-15,-2 1-8 0,-2 3-13 0,1 3 3 16,3 1 18-16,0 0-39 0,0 6 19 15,0-1-34-15,4 0 5 0,0 1 26 0,3-2-18 16,3-1-8-16,0 5 10 0,4 0-12 0,3-6 7 16,1 3-5-16,3 0-10 0,2-3-13 15,2 2-2-15,2-3-49 0,1-4-6 0,3-2-22 16,0 2-33-16,-1-4-62 0,1-4-67 0,0-2-117 16,-3 0-295-16,6-4-194 0,0 0 87 15,-3-6 59-15,4-5 82 0,-4-2 66 0</inkml:trace>
  <inkml:trace contextRef="#ctx0" brushRef="#br0" timeOffset="68313.28">23408 9456 867 0,'-4'-6'320'0,"-2"0"-20"0,2 5-24 16,-3 1-28-16,7 0-33 0,-13 6-7 16,6-2-11-16,1 8-8 0,-2-1-7 0,1 6 0 15,1 0-6-15,3 5-25 0,-1 2-23 0,1 1-18 16,-1 1-2-16,4 0 7 0,-1 6-28 0,2 0-10 15,3 2 7-15,-1-2-7 0,1 2-15 0,2-5-11 16,1 4-13-16,-1-6-38 16,2 3-64-16,-1-3-36 0,-1-2-81 0,-2 0-206 0,2-3-447 15,-3-6 107-15,2-4 66 0,-5-4 52 0,0 0 77 16</inkml:trace>
  <inkml:trace contextRef="#ctx0" brushRef="#br0" timeOffset="68496.68">23227 9959 918 0,'0'0'364'0,"-1"-8"-42"0,-2 6-17 0,3 2-18 15,3-11-26-15,1 6-33 0,2-2-18 0,2-1-8 16,2-2-38-16,7 3 10 0,-3-1-34 16,7-2-14-16,3 3-26 0,-1-1-59 0,1-2-77 15,0 3-85-15,1-1-173 0,2-2-487 16,4 2 85-16,-8-1 59 0,8-1 63 0,-4-3 78 15</inkml:trace>
  <inkml:trace contextRef="#ctx0" brushRef="#br0" timeOffset="68763.7">23774 9333 924 0,'-10'3'371'0,"-1"1"-26"0,4 0-12 0,-3 3-31 16,-1 4-2-16,1 2-37 0,1 3-107 16,1 3 8-16,2 3-3 0,2-1-10 0,1 4-20 15,0 4-24-15,3-3 4 0,3 1-17 0,0 6-4 16,0 0-13-16,1 1-13 0,3-1 12 16,0 0-6-16,0-3-6 0,3-1-13 0,-3-3-13 15,0 3-30-15,-1-8-36 0,1 2-65 0,1-1-60 16,-5-4-95-16,3-2-323 0,-2-5-189 0,2 1 43 15,-3-3 56-15,-2-5 68 0,-1-2 47 0</inkml:trace>
  <inkml:trace contextRef="#ctx0" brushRef="#br0" timeOffset="69113.52">23582 9851 1144 0,'-6'-4'394'0,"2"0"-15"0,4 4-6 16,-1-8-50-16,1 4-31 0,0 4-34 15,1-9-35-15,3 5 2 0,3-4-25 0,3 4-29 16,0-3-9-16,7 1-11 0,1-4-41 0,5 3-5 16,-2-1 0-16,6-2-6 0,4 2-22 0,-7 1-15 15,7-3-42-15,-1 3-38 0,-6-1-18 16,6-2-25-16,-5 3-21 0,-1-1-23 0,0 3 13 16,-4-5 7-16,-3 4 16 0,1-1 3 15,-5-1 2-15,0 2 41 0,-2-2 18 0,-4 5 20 16,2-2 11-16,-5 1-8 0,3-1 7 0,-7 5 11 15,7 0 0-15,-7 0 10 0,0 0 3 16,0 0 15-16,3 12-13 0,-3-7 10 0,0 3-5 16,0 4-12-16,-3 0 2 0,3 1 5 0,3 0 0 15,-2 4-12-15,-1 0-1 0,3-1-7 0,0 1-5 16,2 3-26-16,-3-2-54 0,5 0-54 0,0-2-71 16,-4 0-205-16,4-3-471 0,0 1 36 15,0-4 92-15,-1-2 87 0,-2-3 57 0,2-3 45 16</inkml:trace>
  <inkml:trace contextRef="#ctx0" brushRef="#br0" timeOffset="69233.5">24190 9526 627 0,'-13'6'161'0,"10"0"-43"0,6-1-65 0,-3 3-188 16,7-1-413-16</inkml:trace>
  <inkml:trace contextRef="#ctx0" brushRef="#br0" timeOffset="69663.12">24482 9653 1197 0,'-10'-2'382'16,"10"2"-24"-16,-15 0-28 0,8 2-30 0,-2 3-21 15,-2 2-28-15,1 0-26 0,0 2-20 0,-1 1-6 16,1 0-12-16,3 4-8 0,-3-3-28 0,3 6 0 16,0-2-23-16,1 2-12 0,3-2-32 15,-2-2 13-15,5 2-22 0,4-1 9 0,-3 1-7 16,5-3-16-16,1 4-12 0,2-5-6 0,3 2-7 16,1-4-18-16,4 1-20 0,0-2-9 15,4-2-12-15,-1-4-12 0,2 4-42 0,-3-5 10 16,5-2-22-16,-4-5-9 0,6 0 9 15,-3-3-19-15,0-2-25 0,-2-6 3 0,1-2 4 0,-6-3 16 16,1-2 15-16,-3-1 24 0,-4 2 53 16,0 3 43-16,-4-2 16 0,2 5 34 0,-2 1 12 15,-2 4-8-15,-1-1 5 0,0 3-20 0,1 3 0 16,-1 3-2-16,-3-2 7 0,0 6 8 16,0 0-18-16,0 0-3 0,0 0 3 0,0 0 7 15,4 21-9-15,-4-15-24 0,0 6 8 0,3-1-10 16,-2-1-1-16,2 3-7 0,0-4-38 15,0 5-31-15,1-3-69 0,2 5-110 0,-2-5-252 16,3 1-385-16,-3-3 56 0,5-2 94 0,-5-2 69 16,2-5 91-16,-6 0 40 0</inkml:trace>
  <inkml:trace contextRef="#ctx0" brushRef="#br0" timeOffset="69796.35">24849 9575 918 0,'-8'-3'264'0,"8"3"-72"0,0 0-97 0,0 0-129 16,-2 6-521-16,7-1 0 0</inkml:trace>
  <inkml:trace contextRef="#ctx0" brushRef="#br0" timeOffset="70396.65">25049 9669 1141 0,'3'-6'346'0,"-3"0"-19"16,0-1-14-16,0 0-11 0,0 0-95 0,0 2-36 15,0 5-4-15,-3-7-11 0,3 7-20 0,-4-6-3 16,4 6-3-16,0 0-15 0,0 0-4 0,-20 14-9 16,13-6-23-16,0 1 3 0,1 0-2 15,2 2 1-15,-2 3-22 0,1 3 5 0,2-1-23 16,3-4 18-16,-3 4-8 0,6 1-17 15,0-2 4-15,5 2 0 0,-2 0 3 0,4-2-20 0,4 1 2 16,0-4-5-16,6 3-31 0,-3-7-15 16,4 4-28-16,3-6-1 0,-4 1-17 0,4-7-39 15,-3 5 1-15,0-8-6 0,-1 1-13 0,-3-2 29 16,0-5 10-16,0-3-5 0,-3-1 10 16,-3-1 5-16,-1-4 31 0,-1 3 22 0,-1 0 24 15,-2-1 39-15,-2 3 1 0,2 1 11 16,-2 3-15-16,-1 1 0 0,1 0-6 0,-4 4 9 15,4-1 7-15,-4 5-11 0,0 0 4 0,0 0-24 16,0 0 16-16,9 17 12 0,-9-9-2 0,0-1-16 16,1 3-4-16,-1 3 2 0,0-1 12 0,-1-4-14 15,1 2 14-15,-1 1-7 0,1-2 18 0,-2-2-5 16,-1-2 15-16,3 3 18 0,0-2-15 16,0-6 0-16,-3 8 2 0,3-8-12 0,0 0-3 15,0 0 2-15,0 0-7 0,0 0 18 16,0 0-18-16,3-30-13 0,0 19 5 0,0-5-3 15,1-1-12-15,2 1 10 0,-2-2-7 0,4 2-11 16,-2 0 5-16,1 1 16 0,1 2-21 0,-3 2 5 16,-1 1-5-16,3 3 3 0,0 6 15 0,-1-2-23 15,-6 3 10-15,14 1-20 0,-14-1 23 16,13 8 5-16,-9-4-8 0,3 4 8 0,3 0-3 16,-6 4-2-16,4-2-6 0,-3 0 1 15,2 2 5-15,0 1-18 0,-3-3-18 0,2 3-21 16,-2-4-22-16,6 1-78 0,-3-2-27 0,-1-1-59 15,-2 0-170-15,3-4-424 0,4 1 92 0,-2-1 33 16,-2-4 72-16,4-4 84 0</inkml:trace>
  <inkml:trace contextRef="#ctx0" brushRef="#br0" timeOffset="70697.25">25795 9333 1031 0,'0'0'384'15,"0"0"-15"-15,6 24-21 0,-6-13-39 16,0 4-17-16,0 3 15 0,0 3-69 0,3 0-2 16,-2 4-31-16,-1 0-13 0,0 0 12 0,3 0-45 15,0 0 8-15,2 0-19 0,-3 0 6 16,5-3-52-16,-3 3 36 0,2-4-10 0,-2 1-13 16,2-4-5-16,1-1-48 0,2-2 7 0,-4 1 3 15,5-4 7-15,1-1-25 0,2-2 2 0,0-5-5 16,1-1 8-16,0-1-8 0,3-1-12 15,0-4-11-15,4 0-3 0,0-1-1 0,3-2-17 16,-1-1-7-16,-2-3-23 0,0 2-25 0,0-2-29 16,-5 2-72-16,0-5-68 0,-3 2-142 0,-5 2-580 15,-1-5 58-15,-4 3 88 0,-3-3 69 16,-6 1 81-16,-1-3 65 0,-3-2 55 0</inkml:trace>
  <inkml:trace contextRef="#ctx0" brushRef="#br0" timeOffset="70963">25565 9568 883 0,'-7'0'373'15,"7"0"-25"-15,-7 0 8 0,7 0-72 0,0 0-5 16,0 0-53-16,0 0 1 0,0 0-22 0,21-5-3 16,-1 0-35-16,1 3-16 0,7-3-3 0,6-3-17 15,3 1-13-15,0 2-8 0,-2-2 0 16,-1-1-13-16,-4 2-15 0,-5 2-5 0,2-2-13 15,-6 3 0-15,-4-1 0 0,0 2 5 16,-4-2-13-16,-2 0-7 0,-1 3-8 0,0-3 0 16,-7 2-11-16,1 1-37 0,-4 1-24 0,0 0-51 15,0 0-133-15,-14-3-338 0,6 3-335 0,-4 2 117 16,1-4 65-16,0 2 99 0,-5-4 47 16,3 2 58-16</inkml:trace>
  <inkml:trace contextRef="#ctx0" brushRef="#br0" timeOffset="174202.24">3376 15276 619 0,'6'-3'251'0,"4"0"-26"0,0-1-23 15,1 1-15-15,2-2-5 0,-1 2-39 0,4-1-10 16,-1-1-12-16,1 0-4 0,1-2-19 0,-3 6-6 16,3-6-8-16,-4 5-4 0,2-1-14 15,1-2 1-15,-2 2-6 0,-1-1 8 0,5 3-10 16,-5-2-3-16,2-1-7 0,1 2 0 0,2 1-11 16,-2-2-2-16,1-1 2 0,0 3-22 0,4-1 4 15,-5-2 8-15,5 3-5 0,0 1 13 16,-4-2-10-16,3 0-11 0,-1-1 8 0,0 1 3 15,2 1-8-15,0 0-3 0,-4 0 8 0,6 0 0 16,-2 1-5-16,-1-4-13 0,1 4 11 16,0 0 4-16,-1-1-10 0,4-2 0 0,-3 0 11 15,2 2-13-15,1 1-1 0,0-3 1 16,0 2 2-16,0-2 0 0,-1 1 3 0,5 0-5 16,-3 1 2-16,5 0-7 0,-6-3 20 15,4 4-23-15,-1 0 0 0,0-1 5 0,3 1-5 0,1-2 0 16,-4-2 2-16,1 4 4 0,-1-1 1 15,4 1-9-15,-3-3 7 0,2-1 5 0,-2 4-7 16,2-4-1-16,1 2-4 0,-3-2 9 0,0 1-76 16,5-1 8-16,-5 3 15 0,3-2 5 15,0-1 5-15,2 1 8 0,-2 2-11 0,0-5 9 16,3 6 22-16,3-4-7 0,-6 0-11 0,3 4 13 16,0-2-5-16,0 0 11 0,-2-1-6 15,3 1-3-15,-1 0 14 0,3 0-8 0,-3-2 10 16,0 3 5-16,-3-5-5 0,3 5 0 0,0-1 7 15,-3 0-7-15,3-3 0 0,-3 3-7 0,7-4 22 16,-1 5-28-16,-3-5 11 0,1 5 12 16,2-3-2-16,1-2-11 0,-1 3-2 0,1-4 13 15,-1 2-3-15,1 2 0 0,3-3 3 0,-6 3-3 16,5-2 5-16,-3-2 16 0,-1 3-19 16,1 0 3-16,-3 0 1 0,3-2-4 15,-3 2-2-15,-2 0 11 0,1 0-3 0,1-1-6 0,0 1 16 16,1 0-12-16,3-3 71 0,-1 4-8 0,-2-2 0 15,5 0-10-15,-2 0-5 0,0 1-16 16,-1 0 9-16,-2 0-6 0,6-1-11 0,-7 1-22 16,0 0 31-16,3 0-31 0,-2 0 12 15,2 0-2-15,-6 1-5 0,7-2 8 0,-4 0-8 16,-3 2-3-16,6-2 3 0,-9 1-8 0,3-1 11 16,0 2-1-16,-1-2-15 0,1 1 5 15,-1 0-2-15,1 0 2 0,0-1 3 0,0 2 0 16,0-2-5-16,0 4-6 0,0-5 11 0,3 5-5 15,-1-1 7-15,1 0-5 0,-2-1-2 0,8-1 5 16,-2 2-8-16,0-2 0 0,-1 0-2 0,4 0-1 16,-3 1 3-16,0-1-2 0,-1 0 20 15,1-2-28-15,3 5 12 0,-4-6 9 0,1 5-21 16,-1-3 15-16,1 2-8 0,-3-4 1 0,-1 6 7 16,-3-2-87-16,2-1 16 0,-2 2 12 15,0 1-4-15,0-3 17 0,0 1-5 0,0 1 2 16,-1-3 14-16,-2 5-8 0,2-2 15 0,1-3-13 15,0 4 10-15,-3-2 6 0,2-1 10 0,1 1-10 16,0 1-3-16,-1-3 7 0,-2 5-1 16,3-2-6-16,-5-3 5 0,2 4 3 0,2-1-1 15,-2 0 11-15,0-3-5 0,2 4-2 16,-3-1 7-16,1-3-8 0,3 5 0 0,-1-4 6 0,-2 1-6 16,0 2 13-16,2-2-2 0,1-1-1 15,0 1-7-15,0 1 8 0,2-3-6 0,-2 5 13 16,3-2-17-16,4-4 9 0,-4 6-9 15,6-3-1-15,-1-1 5 0,-5 2 3 0,3-1 0 16,1-2 6-16,3 5-4 0,-3-2 8 0,-1-4-15 16,-3 6 15-16,0-2 3 0,5-3-5 15,-2 2 2-15,-3 2-5 0,0-1 3 0,7-2-16 0,-2 3 3 16,1-2 0-16,1-1 13 0,-1 4-6 16,5-3 9-16,-4-1-1 0,4 4-5 0,-1-4 3 15,1 3 4-15,-1 0 1 0,-3-3-15 0,4 3 4 16,-4-2 11-16,3 0 0 0,-3 2-8 0,0-1 8 15,1 1-3-15,1-3-2 0,-5 4-6 16,4-2 8-16,-2 1-2 0,1 0 0 0,1 0-1 16,2 0-1-16,-3 1 1 0,7-4 19 15,-4 4-19-15,4 0 4 0,-4 0-6 0,4-1-3 16,-1 0-2-16,-2 1 3 0,-1-2 10 0,1-1-6 16,-1 2 9-16,1 1-3 0,-4 0-11 15,0 0-2-15,1-2 13 0,-8 1-13 0,3 1 13 16,1-4-8-16,-4 4 8 0,0 0 5 0,-3-2-16 15,3 1 11-15,-7 0-13 0,-3 1-3 0,0-1 6 16,-3 1 7-16,-7 0-7 0,3 0-8 0,-4 0-6 16,-3 0-7-16,1 0-20 0,-5 1-69 15,-2 1-78-15,-1 0-132 0,0 0-482 0,-3-2 108 16,1 5 33-16,-1-5 72 0,0 0 46 0</inkml:trace>
  <inkml:trace contextRef="#ctx0" brushRef="#br0" timeOffset="174301.93">12253 14533 924 0,'7'-2'330'16,"-7"2"-49"-16,0 0-63 0,0 0-77 0,0 0-213 15,0 0-527-15,3 3 31 0,-3-3 92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7:38:04.0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8025 16166 793 0,'3'-4'271'0,"1"0"-22"0,-4 4-19 16,6-7-10-16,-2 5-30 0,-1-1-14 0,-3 3-17 15,11-4 0-15,-5 2-26 0,1-1-8 16,0 1-5-16,-1 0-12 0,2 0 2 0,2 0-8 15,0-1-84-15,4 1 5 0,-4 1-5 0,4-2 8 16,-1 0 5-16,5 1-8 0,-5-1 10 16,8 1-33-16,-4-2 23 0,4 2-3 0,-1-3-7 15,3 4 13-15,2-5-16 0,-1 4 5 0,3-1 11 16,1-3 51-16,-1 4 0 0,-1-1-11 16,2 0-12-16,-1 0 10 0,-5 0-8 0,5-1-17 15,0 2-1-15,1-3 5 0,-2 3-2 0,2-4 3 16,-1 0-11-16,-2 4-7 0,2-2 7 15,0-1-7-15,-3 3 2 0,0-4-3 0,0 4 4 16,0-2 1-16,-3 2-19 0,2-2 4 0,-2-1-7 16,3 5 4-16,-4-5 9 0,4 3-11 0,-3 1-2 15,0-2-3-15,1 0 0 0,0-1 5 16,2 2 0-16,0-1-4 0,-5 1 4 16,6 0-8-16,-4-1 14 0,2 0-16 0,1 0 0 0,-3 0-3 15,6 1 19-15,1-2-19 0,-1-1 16 16,-3 3-11-16,6-3 1 0,-3 4-3 0,1-5 8 15,0 5-19-15,2-2 4 0,-2 1 27 0,-1-3-10 16,4 5-15-16,-4-2 0 0,-4-1 10 16,2 3 8-16,-1-3-13 0,0 3 3 0,0-2-3 15,-1-2 2-15,1 4 3 0,0-1 0 0,1 0-5 16,-5-1-2-16,4 1 10 0,-3-1-11 0,3 0 6 16,-4 0-9-16,4 1 14 0,-4 0 0 15,1-2-21-15,0 1 13 0,-1 1 3 0,0-1-6 16,1-2 6-16,0 3-3 0,-2-2 2 0,2 1-17 15,0-1 30-15,-1 0-20 0,1-1 2 16,0 2 6-16,2 1-6 0,-5-2 9 0,5 0-12 16,-3 2 17-16,1 0-6 0,0-2-3 0,-1 2 6 15,1-2-5-15,0 1-9 0,-1 1 9 0,4-3-6 16,0 4 6-16,0-3 15 0,-1 3-15 16,1-3 4-16,0 0 1 0,1 3 0 0,2-1 2 15,-4 0-3-15,5 1 6 0,-4 0-10 0,3 0 7 16,-2 0-20-16,2 1 7 0,-4-1 3 0,4 1-2 15,-2-1-3-15,-1 0 12 0,0 0-14 16,3 3 7-16,0-6 0 0,3 3 2 0,1-1 3 16,4 1-7-16,-4-1 22 0,3-1-7 15,0 1-10-15,0 0-1 0,1-2-7 0,2 3 13 16,4 0-3-16,-6 0-13 0,2-2 11 0,-3 2-8 16,0 2 10-16,3-2-16 0,-5 0 19 0,6 0-5 15,-4 0-8-15,0 0 10 0,0 0-3 0,0 0-2 16,0 0 5-16,0-2-12 0,0 2 12 15,1 0-8-15,-1 0 6 0,0 0-8 0,0 0 12 16,-3 0-7-16,3 0-2 0,-3 0 9 0,0 0-1 16,0 0-1-16,-1 0 0 0,-2 0-13 15,3 0 3-15,-1 0 13 0,-5 0-16 0,1 0 16 16,-2-1-11-16,1 2 8 0,-1-2 3 0,0 1-8 16,-1-1 8-16,1-2-3 0,0 3-8 15,-3 0 3-15,-1-2-2 0,1 1 4 0,-1 1-2 16,0 0-5-16,-2-2-3 0,2 1 8 0,-3-3 11 15,4 4-17-15,-4 0 6 0,0 0-10 0,0-3 10 16,4 2 5-16,-1 0-7 0,0-2-14 16,1 1 19-16,0 2-13 0,-1-1 20 0,1 0-7 15,-1-2 4-15,1 1-2 0,3 1-7 16,0-1 4-16,6-3-9 0,-2 5 7 0,-1-3-11 0,4 2 19 16,-3-3-5-16,3 2-1 0,2 1-2 15,-2-3-7-15,3 2 17 0,-3-1-8 0,0-2-4 16,3 4-8-16,-3-3 7 0,3 1 11 15,-4 0-3-15,4-1-3 0,-3 1-2 0,0 1 3 16,3-3 10-16,-3 4-6 0,3-1-9 0,-3-3-3 16,3 5 10-16,7-3-3 0,-10-1-9 0,3 2 2 15,0 1-3-15,0-1 8 0,4-3 2 0,3 5 6 16,-3-3-13-16,-4 2-3 0,3-3 13 16,-2 4-10-16,-1-2 0 0,4 1 5 0,-1-3-2 15,-2 4 7-15,-1-2 5 0,3 1-10 0,-3 1 3 16,0 0 2-16,1-2-3 0,-1 1-12 15,3 1 10-15,-2-4-3 0,-1 4 6 16,3 0 2-16,-3 0-5 0,8-1-5 0,-8-1-3 0,3 2 11 16,-2-1-1-16,6 1-7 0,0-1 10 15,-1-2 1-15,-2 3-6 0,0 0-3 0,3-2-5 16,0 2 19-16,0-1-9 0,-6 1-4 0,5-4-6 16,1 4 13-16,0-2-5 0,0 1 10 0,0 1-5 15,1-2-7-15,1 1 2 0,2-3 0 16,-4 4-3-16,0-1-7 0,4-1 10 0,-4 1 5 15,4 0-7-15,-2-2-4 0,-2 3 12 0,4-2-9 16,-1 2 6-16,1-1 4 0,2 0-2 0,-2 1-10 16,-1-3 8-16,1 3 2 0,-4 0-5 15,3 0-3-15,-2 0 6 0,2 0-3 0,1 0 5 16,-4 0-7-16,2 0-4 0,-1 3 1 0,2-2 3 16,-3-1 7-16,4 0 5 0,-4 0 0 15,4 1-12-15,-1-1 4 0,1 0-2 0,-4 2 5 16,3-2 1-16,0 0-1 0,0 0-10 0,-2 0 7 15,-1 3-4-15,-1-2 7 0,-5-1-8 16,3 1-2-16,-1-1 10 0,-3 2-13 0,1-1 8 0,-1-1-5 16,3 0 0-16,-3 4-5 0,0-3 7 15,1 1 9-15,-1-2-9 0,0 1 8 0,4 1 0 16,-4 1-7-16,6-1 2 0,-1 0-11 0,1-2 19 16,-2 4-8-16,3-1-13 0,-7-2 13 15,-2-1-5-15,8 5 8 0,-3-3 2 0,-2 1-8 16,-1 0 8-16,-3-1-5 0,3 0-7 0,1 1 14 15,-2 1-9-15,-2-3-6 0,3 4 16 16,-3-3-11-16,3 1 1 0,0 0 9 0,1-1-14 16,2 0 2-16,-2 2 2 0,5 0-5 0,-2-4 6 15,2 7 2-15,-4-4 10 0,4 0-5 0,-2-1 0 16,2 3 3-16,-4-1 5 0,1 1-11 16,0-2-14-16,1 0 17 0,-4 2-3 0,4 0-4 15,-7-3 9-15,0 1-7 0,0 1-10 0,3-1 10 16,-4 0-5-16,1 0 8 0,0-1-1 0,-1 0-4 15,-2 1 14-15,3-2-17 0,-5 2 5 16,5-2 5-16,-7-1 3 0,1 4-8 0,2-3 0 16,-3 1 3-16,-1-1-14 0,1 1 19 15,0-2 0-15,1 0-1 0,-5 3-4 0,3-2-1 16,-2 0 16-16,0-1-18 0,-4 0-5 0,3 0 5 16,-3 0-5-16,-2 0 5 0,1 0 8 15,2 0-13-15,-2 0 5 0,-2-1 0 0,0 0 2 16,0 1 6-16,-1 0-11 0,-2-3-4 0,-4 3 12 15,3 0 0-15,-1-2-5 0,-9 2 0 0,15 0 0 16,-9-1-26-16,-6 1-40 0,10 0-29 0,-10 0-48 16,11 0-42-16,-8 0-73 0,-3 0-172 15,4 3-146-15,-1 1-164 0,-3-4 57 0,0 3 81 16,0-3 47-16</inkml:trace>
  <inkml:trace contextRef="#ctx0" brushRef="#br0" timeOffset="119.24">19792 15936 437 0,'0'0'-110'0</inkml:trace>
  <inkml:trace contextRef="#ctx0" brushRef="#br0" timeOffset="2069.42">6281 17233 550 0,'0'0'246'16,"0"0"-24"-16,0 0-20 0,10-4-10 0,-10 4-17 15,4-3-9-15,-4 3-18 0,10-3-12 16,-10 3-3-16,10 0-5 0,0-2-18 0,-2 1 3 16,-8 1-13-16,16 0-16 0,-6-2 3 15,4 2-5-15,-3 0-13 0,6 0-13 0,-4 0 11 16,2 0-3-16,1-1-13 0,2 1-7 0,1 0-80 15,2-1 18-15,0 0-13 0,3-1 11 0,-1 0 10 16,5-1-8-16,-1 1 10 0,1 0-2 16,2-3 7-16,1 4-7 0,-3-4 2 0,3 2 11 15,-1-1-3-15,1-1-3 0,0 1 1 16,6 0 14-16,-9-2-4 0,3 1 2 0,0-1-5 16,5 2 6-16,-5-2-14 0,0 1 21 15,-4 0-15-15,4 0-3 0,-3-2 10 0,-1 3-5 16,1-3 8-16,0 0-11 0,-1 3 9 0,-1-2-9 15,2 0 1-15,-1 1 53 0,0-1 8 0,1 0 3 16,-1 0-11-16,-3 0-5 0,4 1-2 0,-5 0-19 16,5-1-7-16,-1 1 24 0,-3 0-17 15,1 0-7-15,2 1 3 0,-1-1 7 0,-2 0-17 16,1 0 1-16,-1 0 4 0,-4 3-3 16,4-1-8-16,0 0-2 0,-3 0 5 0,2 0-3 15,-2-1 0-15,3 1 3 0,0-1 5 0,-4 0-11 16,4 0 14-16,0-2-8 0,-3 4 0 0,-1-2 4 15,1-1-11-15,0 1-4 0,-1 0 6 0,1-2 7 16,-1 4 3-16,0-3-13 0,1 1 16 16,0 0-9-16,-2 0-68 0,2-2-13 0,0 5 20 15,2-3-4-15,-2-2 14 0,0 5 3 16,-1-3-2-16,1 1 5 0,3 0 10 0,-4 0 74 16,4-1-8-16,-3 1 3 0,3 1-15 0,-4 0 5 15,1-2-13-15,-1 1 3 0,0 2-6 16,1-1-4-16,0-2 1 0,-5 4-9 0,2-2 18 0,-1-1-16 15,3 1 3-15,-6 0 10 0,3 0-3 16,-4 1-2-16,2 1-10 0,-2-3 12 0,4 2 3 16,-6-1-7-16,3 1 4 0,-4-1-7 0,3 1 5 15,-2-2 10-15,-1 2-2 0,-1 0-3 16,-1-1 0-16,-1 0 7 0,0 1-12 0,-7 1 13 16,14-4-5-16,-8 4-11 0,-6 0 13 0,10-2-7 15,-10 2-29-15,4-5-38 0,-4 5-69 16,3-7-162-16,-3 5-547 0,0-3 43 0,-4 0 100 15,1-2 54-15,-3-1 72 0,-1-1 53 16</inkml:trace>
  <inkml:trace contextRef="#ctx0" brushRef="#br0" timeOffset="4516.42">21534 17058 680 0,'0'0'313'16,"0"0"-6"-16,0 0-33 0,0 0-21 0,0 0-15 16,0 0-28-16,0 0-8 0,0 0-5 15,0 0-12-15,0 0-32 0,0 0-20 0,0 0-12 16,0 0-1-16,0 0-23 0,0 0-2 0,0 0-13 16,0 0 5-16,0 0-18 0,0 0-15 15,0 0 5-15,0 0-1 0,0 0-19 0,0 0 12 16,34-2-13-16,-23 2 24 0,3-1-111 0,0-2 21 15,2 2 5-15,-1 1 8 0,5-2-1 16,3 1 4-16,-1 1-1 0,1 0 0 0,7-2 3 16,-5 2-1-16,9 0-4 0,-1 0 15 0,-1 2-8 15,3-2 11-15,-1 0 0 0,3 1-14 16,-3-1 19-16,0 2-16 0,0-1 13 0,0-1-7 16,0 2-3-16,1-1 5 0,-1-2 2 15,0 1-14-15,0 0 9 0,1-2-5 0,-1 2 1 0,-3-1 17 16,3 1-5-16,0-3-20 0,0 3 7 0,1-2 16 15,-4-2-13-15,3 4-3 0,-3 0 5 16,3-2-7-16,0-1 5 0,-1 2 7 0,-1 0 9 16,1-3-11-16,-2 4 13 0,3-2-8 15,-3-1 23-15,0 1-44 0,3 1 19 0,-3-2 10 16,0 0-18-16,-1 1 12 0,1-1-2 0,0 2 3 16,-1-2-10-16,1 1-4 0,0 1 12 15,0-2-6-15,3 0-8 0,-3 2-7 0,4-1 4 16,-4-2 14-16,9 2 10 0,-6 0-8 0,0 0-10 15,4-1 0-15,3 1 5 0,-3 0-3 16,2-1 6-16,-2 1 2 0,4 1-8 0,-5-1 13 16,0 1-5-16,1-2 6 0,4 2-14 0,-8 0-12 15,3 1 10-15,4-2 2 0,0 2 3 0,3-1-8 16,-3 0 14-16,4 1-6 0,-1-1-3 16,1 1-7-16,-4-2 20 0,4 0-15 0,-1 2 5 15,0-1 0-15,1 1 2 0,-2-1 1 0,2-1 5 16,-4 2-13-16,0-1 5 0,1 1 2 15,-1-2 6-15,-7 2-3 0,7-1 0 0,-4 1-2 16,1-2-9-16,-1 2 12 0,1-1-17 0,0 2 4 16,-1-2 4-16,1-2 11 0,3 3-8 0,-3 0 0 15,3-1 0-15,-1 1-5 0,5-1 12 16,-4 1-9-16,0 0 7 0,3-2-13 0,-1 1 18 16,-3 0-12-16,1 0 12 0,0 1-12 0,-4 0 2 15,-2-2 2-15,2 2-4 0,-1 0-6 16,-3 0 16-16,1 0-8 0,3-2 2 0,-3 2-7 15,1 0 8-15,-1 0-1 0,0 2-4 0,0-2-6 16,0 0 3-16,-3 0 2 0,3 2 1 0,-3-2 12 16,3 1-8-16,-3 0-7 0,-1 2 10 0,-2-3 13 15,3 2-18-15,-7-2-2 16,3 0 9-16,-2 3 17 0,-2-3-24 0,1 1-6 0,0-1 4 16,-3-1 7-16,2 1 5 0,-2-3-10 15,3 2 13-15,-4 0-16 0,0-1 9 0,1 0-19 16,-4-1 15-16,1 1 1 0,-2 1-1 0,1-2 19 15,-6 0-19-15,3 2 9 0,-1-2-14 16,3 0 6-16,-8 2 10 0,2 0-6 0,1-1-4 0,-4 1-3 16,1 0-18-16,-3 0-8 0,-5 1-20 15,14 1-33-15,-14-1-85 0,0 6-253 0,0 1-369 16,0-1 92-16,-3 0 44 0,-2-1 59 16,-1-1 81-16</inkml:trace>
  <inkml:trace contextRef="#ctx0" brushRef="#br0" timeOffset="-7243.89">5891 8043 642 0,'11'0'225'0,"-4"1"-7"0,-7-1-39 16,13 2-13-16,-5-2-12 0,-8 0 0 0,19 3-19 15,-8-3-17-15,-1 0 0 0,1 1-6 16,2-1-22-16,1 0 2 0,0 0 0 0,2 0-15 16,-1 0-16-16,-2 0 3 0,4 0-10 0,0 0 0 15,-3 0-28-15,3 0 12 0,0 0 13 16,0 0-5-16,0-1-2 0,-3-2-16 0,3 3 8 15,0-2-6-15,0 1 9 0,0 1-3 0,0 0-13 16,4-2 13-16,-4 1-19 0,3-3-6 16,-3 3 4-16,4-1 11 0,0 1-8 0,-4-3-3 15,6 2-2-15,-5 1-6 0,2-3 9 0,1 1 2 16,-1 3 5-16,0-7-13 0,1 6 3 16,0-1 7-16,-1 0 1 0,1-3-14 0,3 4-71 15,-4-3 3-15,-2 1 15 0,5 3 2 0,-3-2-4 16,1-3 12-16,-3 4 8 0,5-1 10 0,-2 0 2 15,6-3 6-15,-2 4-10 0,5-5 2 16,-7 5 5-16,5-6 13 0,-1 3-3 0,1-1-9 16,2-1 4-16,-2 3 23 0,-1-4-30 0,1 4-3 15,2-2 21-15,-2 2-1 0,-1-1-4 16,0 1 2-16,1-4-3 0,-1 6 6 0,0-2-9 16,-3-1 6-16,4 1-7 0,-4 2 12 0,-4-4 3 15,4 4 2-15,0-2-2 0,0-1-1 16,-1 1-4-16,-1 2 10 0,5-3-11 0,0 1-4 15,1-1 17-15,-1 1 0 0,0 3 3 0,0-3 10 16,-2-1-20-16,2 1 7 0,0 2-4 0,0-3 4 16,1 2-2-16,-5 1-3 0,1 0-2 0,1-2-8 15,2 1 13-15,-3 1 4 0,-1 1-4 16,2 0 0-16,-1-3 2 0,3-1-12 0,-3 4 7 16,0 0-2-16,3 0 10 0,0 0-8 0,1-1 8 15,-1-1-10-15,4 2 4 0,0-1 9 16,0-3-13-16,0 4 2 0,2-2-8 0,-2 1 1 15,3 0-1-15,-3-2 1 0,0 0 5 0,3 3-3 16,-3-2 0-16,0-3 0 0,3 4 13 16,0-1 2-16,4-3-12 0,-1 3 0 0,1 0 0 15,-4-3-6-15,4 4 11 0,-1-6 0 16,1 4-8-16,-1-2 5 0,-6 2-2 0,6-3-13 0,-1 5 7 16,1-7-2-16,0 4 5 0,-2-2-10 0,5 0 3 15,-1 3-1-15,1-5 11 0,1 3-8 16,0 1 7-16,13-5-1 0,-8 2-6 0,-3 0 7 15,-1 0-12-15,-1 3 15 0,-1-3-10 0,15-1 0 16,-11 1-5-16,-2 0 8 0,-4 4 7 16,2-4 5-16,-1 2-12 0,1 2-1 0,-2-5 4 15,-1 4 1-15,5-2 9 0,-2-1-16 16,-2 0-8-16,4 4 13 0,1-2-13 0,1 1 11 16,12-3-1-16,-8 0 4 0,-4 1-14 0,11 2 18 15,-4-3-5-15,-10 5-5 0,0-4 5 0,3 3-12 16,-3-1 12-16,0 0-13 0,4-2 11 0,-7 3-1 15,6-2-7-15,-3 2 8 0,0-1 2 16,1 1-13-16,1-3 11 0,1 3-6 0,1-2 6 16,-4 2 2-16,18-2-8 0,-8 1-7 0,-10-2 20 15,4 4-5-15,-2-3 1 0,1 2 4 16,1-1-10-16,-4 3 2 0,1-2-7 0,-1-1 10 16,-4 1-12-16,4 2 12 0,-3-1-8 0,0-3 6 15,-1 2-8-15,3-1 10 0,-1 1-10 0,-2 2 10 16,1-5-10-16,-1 5 15 0,2-5-15 15,1 5 7-15,-2-2-4 0,6-1 2 0,-6 1-3 16,3 2 6-16,0-6-13 0,0 6 15 16,0-4-3-16,0 2 14 0,0-1-16 0,0 3-3 15,-4-2 6-15,5 2-6 0,-11-4 8 0,3 3-7 16,0 2-4-16,0-1-1 0,3-4 12 0,-3 5-10 16,0-1-3-16,8-1 6 15,-4 2 2-15,2-4-11 0,2 3 19 0,-2 1-13 0,1 0 0 16,1-2 12-16,-5 4-7 0,4-4 6 0,1 2-9 15,-8 0 3-15,3 0-8 0,0 0-2 0,-3-1 28 16,4 1-23-16,-3 1 5 0,2 1-3 16,-3-2 3-16,0 0 8 0,4 0-3 0,2 1 0 15,-4 2-18-15,-2-3 13 0,6 1-15 0,-5 1 30 16,5-1-17-16,-5 3-3 0,0-3 12 0,5 0-7 16,-2 1 6-16,3 3-12 0,-3-4 1 0,2 2 5 15,-2 2 8-15,-4-3 2 0,-3 3-5 16,4-3-5-16,-1 0-12 0,-4 4 14 0,4-3 3 15,-3 1-5-15,0 0 0 0,0 1 0 0,-1-2-5 16,1 3-8-16,-3-2-12 0,2 3-24 16,-2-1-51-16,-2 1-28 0,2-3-77 0,-7 4-166 15,6-1-379-15,-3 3 105 0,-4-5 34 0,-2 4 73 16</inkml:trace>
  <inkml:trace contextRef="#ctx0" brushRef="#br0" timeOffset="-5894.09">16821 7943 517 0,'14'0'209'0,"-4"-2"-19"0,3 1-6 0,1 1-10 15,-1-4-18-15,2 3 75 0,1-1-21 16,2 0-31-16,-2-1 0 0,5 0-20 0,-3 2-19 16,4-5-1-16,-1 3-19 0,0-2-2 0,-1 2-21 15,4-1-5-15,0 0-2 0,1-2-11 0,2-1 0 16,-1 3-2-16,2-3-8 0,6 0 16 15,1-3-3-15,-1 2-3 0,4 1-2 0,-1-1-11 16,15-2 4-16,-8 1-17 0,-3 1 1 0,0 3-8 16,14-4 8-16,-8 5-16 0,-5-3-7 15,-1 5-3-15,2-4 0 0,-1 2-76 0,-1 1 7 16,-1 0-5-16,2-2 5 0,-4 3-3 0,3-3 31 16,0 3-20-16,0 1 15 0,0-5-7 0,3 5 27 15,0-1-17-15,-3-3 5 0,7 2 2 16,-7 2-7-16,4-3 9 0,-4 1 1 0,4 2 0 15,-4-4-5-15,-1 4 0 0,-2-1 17 0,3-3-7 16,-3 2-2-16,-4 3-11 0,0-1 18 0,-3-3-15 16,3 4 15-16,4-3-15 0,-4 3 7 15,0-1 6-15,0-4-3 0,7 4 5 0,1 1-3 16,-2-2-7-16,1 1 3 0,1-3 4 0,2 4-7 16,-4-1 8-16,5-1-1 0,-1 2-14 15,-2 0 14-15,2-1 6 0,-3 0-6 0,4 1 6 16,-1 0-16-16,1 0 8 0,-1-3-2 0,1 3 7 15,2 0-20-15,-2 0 20 0,-1 0-13 0,4-2 8 16,-1 2 5-16,-1 0-2 0,1 2 9 16,1-2-6-16,-1 0-6 0,-1 0 15 0,1 3-18 15,-2-2 19-15,-1 0-19 0,1-1 6 0,-1 2 2 16,-3-2-10-16,4 1 2 0,-1-1-10 16,1 4 8-16,-2-3 8 0,-2 1-8 0,1-1 2 15,2 1 3-15,-3 1-8 0,3-2 6 0,-3 2-1 16,1 0 1-16,2-2 2 0,-3 0 2 0,3 2-4 15,-3-3 15-15,-3 5-13 0,4-3 2 0,-2-2-12 16,1 3 15-16,0 1-5 0,-3-4 3 16,3 3 4-16,0 1-17 0,-3-3 15 0,2 2-2 15,-6-3-8-15,4 7 2 0,0-7 11 0,0 6-13 16,-1-5 2-16,3 2 16 0,-1 2-13 16,-2-2 10-16,1 2-15 0,2-3 7 0,-1 4-4 15,-2-4-1-15,1 4 1 0,-1-2 7 0,1 3 5 16,-3-4-5-16,-1 2-10 0,3 1 8 15,-6-2-6-15,3 3-2 0,-3-4 10 0,-4 2-10 16,4 1 8-16,-1-2-11 0,-2 3 8 0,3 0-5 16,-4-1 2-16,1-2-12 0,-5 2 7 0,1-1-2 15,-3 0-13-15,0 1 8 0,-2-2-8 16,-1 3-18-16,-2-6 2 0,-1 5-7 0,-2-3-13 16,1 2-2-16,-4-3-8 0,0-1-23 0,1 6-1 15,-4-7 29-15,3 3-5 0,-4 1-13 16,2-4-5-16,0 3 21 0,-3 0 2 0,1-1-21 0,-2 0 11 15,3-1-5-15,-3 6-13 0,-4-7-49 16,10 3-18-16,-7 1-41 0,4-1 3 0,0 2-386 16,0-2 32-16,0 4 9 0</inkml:trace>
  <inkml:trace contextRef="#ctx0" brushRef="#br0" timeOffset="-4345.08">23808 7869 570 0,'0'0'208'0,"0"0"-16"15,0 0-6-15,0 0 1 0,0 0-43 0,0 0-44 16,0 0-16-16,0 0 16 0,10 5-5 15,-10-5-1-15,0 0-2 0,20-5 1 0,-10 4-37 16,-2 1 85-16,5 0-6 0,2-2-7 16,1-3-2-16,2 4-14 0,2-1 3 0,3 1-15 0,-1-3-13 15,5 1 18-15,4-1-18 0,0 1-69 16,3 1-15-16,6-3 17 0,-2 2 1 0,6-2-3 16,-3 2 15-16,3-1-5 0,1 1 5 0,13 0-10 15,-2-4 3-15,-3 5 2 0,5-4-5 16,-9 2-7-16,12 1 4 0,-13-4 6 0,10 3-1 15,-7 0-7-15,8 0-13 0,-1-2 16 16,-7 3-6-16,-6-2-2 0,-1 3-5 0,4-3-8 16,-4 5 7-16,1-3-2 0,2-1 8 0,-2 2-8 15,-1 1-10-15,-3-1 26 0,1-3-21 0,1 2 2 16,-5 2 6-16,4-3 0 0,-2 2-1 0,-2 0-2 16,0-3 6-16,3 4-9 0,0-2-2 0,0-2 0 15,0 3 0-15,0 0 5 0,4-1-5 16,-2 0 5-16,0 3 3 0,0-1 2 0,1-2-12 15,-2 3 4-15,2-2 1 0,-3 2-6 16,3-1 29-16,-3 1-18 0,-6 0-6 0,3 0-4 16,-4 0 9-16,0 1-7 0,0-1 5 0,0 0-5 15,0 2 0-15,-3-2-2 0,3 3 7 0,-3-2 3 16,3-1-6-16,-3 0-7 0,3 0-3 16,-3 1-2-16,2-1 18 0,1 2-6 0,-2-2 9 15,-1 0-4-15,3 3-12 0,3-2 0 0,-5-1 8 16,5 1-3-16,5-1 0 0,-2 2 7 0,-2-1-12 15,5 3 10-15,-1-3-5 0,-4 1 0 16,2-1 11-16,-1 4-6 0,3-4-10 0,-6 2 7 16,4 0-7-16,-1-1 8 0,-2 1-11 0,-1 1 5 15,-2-1 6-15,2-3-6 0,-2 3 3 0,1 1 0 16,4-1 0-16,-3 1-2 0,1-3 12 16,5 2-7-16,-5 2-9 0,4-3 12 0,0-1-1 15,0 4 5-15,-3-3-10 0,2 0 5 0,-1 2-5 16,1-1 8-16,-6-2-1 0,4 4-9 15,3-3 12-15,-7-1-2 0,4 4 10 0,2-4-18 16,-2-1 18-16,-3 3-21 0,3 1 29 0,-4-3-26 16,0-1 10-16,3 2-2 0,-3-1 2 0,0 3-10 15,5-3 0-15,-5 1 13 0,3-2-8 0,-3 1-3 16,0 1 6-16,0 1 0 0,0-2-1 16,-3-1-4-16,0 3-8 0,0-3 2 0,1 3 6 15,-6-3 7-15,-2 1-7 0,0-1 4 0,2 1 1 16,-4-1 0-16,2 0-8 0,0 0 18 0,0 2-18 15,0-2 5-15,-1 0-8 0,-2 1 8 16,3-1-7-16,0 4 12 0,-1-3-13 0,0-1 8 16,-1 2-10-16,0-2 8 0,0 0-6 15,1 0 6-15,-1 1-3 0,0 1 13 0,-3 1-11 16,5-2 16-16,-4 0-5 0,6 1 2 0,-4 2-4 16,1-3-1-16,-1 2-10 0,1-3 10 0,-1 5 10 15,2-3-20-15,-1-1 34 0,1 1-16 16,0 2 5-16,2-4 7 0,-4 3-19 0,1 0 7 15,-2-2-18-15,2 0 28 0,-5-1-13 0,6 3 13 16,-6-3 3-16,2 4-16 0,1-4 13 0,1 1-20 16,-4 1 23-16,0-2-6 0,1 0 1 0,-1 0 0 15,-1 0-1-15,3 0-7 0,-5 1-8 16,3 1 8-16,-2-2-10 0,2 3 7 0,-5-3-7 16,3 0 0-16,2 0-8 0,-5 0 15 0,1 1-20 15,2-2 31-15,-4 1-19 0,1 0 6 16,1 1 15-16,-4-1-30 0,0 0 20 0,1 0-16 15,-2 0-4-15,1 0 9 0,-10 0-9 0,15 0-9 16,-7 0 29-16,-3 1-10 0,-5-1 2 16,11 0 3-16,-11 0-10 0,10 0-14 0,-10 0 17 0,0 0-17 15,13 0-9-15,-13 0-29 0,0 0-35 16,0 0-83-16,0 0-107 0,0 0-601 0,-18 7 82 16,2-5 53-16,-1-2 79 0,-7-2 52 15,-6 0 64-15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7:14:30.3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1967 1466 650 0,'-3'-6'258'0,"3"1"-20"0,-3 0 51 0,2 0-22 16,-1-1-16-16,2 6-16 0,-1-8-25 0,-3 4-21 15,1 0-22-15,3 4-14 0,-1-6-12 16,1 6-15-16,-3-4-9 0,3 4-14 0,0 0-19 15,0 0 1-15,-3 15-6 0,3-5 8 0,0 3-20 16,-3 0 2-16,3 3-13 0,0 2-2 16,0 1-3-16,0 2 10 0,0-2-22 0,-3 2-3 15,3 1 5-15,0-1-13 0,0 2-3 0,0-3 1 16,0 5-8-16,3-1-18 0,0-4-26 16,0 0-63-16,0-2-47 0,1-1-94 0,1 1-551 15,4-3 26-15,-6-4 84 0,1-2 44 0,0-2 69 16</inkml:trace>
  <inkml:trace contextRef="#ctx0" brushRef="#br0" timeOffset="400.41">1991 1292 744 0,'-3'-7'254'16,"3"7"-14"-16,0 0-27 0,0 0-16 0,0 0-18 15,6 17 59-15,-2-6-33 0,0 4-13 16,5 5-18-16,-1 3-13 0,2 4-10 0,0 2-33 16,4 2-3-16,-1 0-7 0,1 11-14 0,0-7 4 15,-1-5-16-15,1 0-11 0,-1-3-9 0,-2 1 2 16,0-2-18-16,1-1 10 0,-1-4-20 16,-1-3 15-16,-3-1-15 0,1-3-5 0,-2-2-8 15,-2-1-3-15,2-1 21 0,-2-1 10 0,-1-3-7 16,0-4-8-16,-3-2 2 0,0 0-5 15,0 0 6-15,11-20-16 0,-11 5-3 0,0-4 19 16,0-2-14-16,-3-5-4 0,2-2-1 0,-1 0 1 16,2-3 9-16,-1 3 6 0,1-1-72 15,0 0-2-15,0 3 5 0,0-1 10 0,-4 2-3 16,8 3 13-16,-4 1 6 0,0 2-16 0,0 0 2 16,0 1 1-16,0 5-14 0,1-2-27 0,2 2-31 15,0-1-39-15,1 6 11 0,5-4-36 16,-3 3-34-16,3 3-63 0,0 0-93 0,1 2-176 15,1 1-156-15,2 1 41 0,-6 2 55 0</inkml:trace>
  <inkml:trace contextRef="#ctx0" brushRef="#br0" timeOffset="732.43">2422 1552 629 0,'-3'19'213'0,"-1"-1"-6"0,1-1-7 0,2-2-16 16,1-1-2-16,0-1-34 0,0 2-7 15,0-2-8-15,0 0-10 0,3 3-16 0,2-1 1 16,-2 0-26-16,4-2 5 0,-1 0-18 0,4-1 13 16,-2-2-13-16,5-1 0 0,1-1-7 15,-3-2 1-15,2-2-9 0,4-1-5 0,-4-3-6 16,2 0 1-16,1-2 7 0,-2-3-18 0,0-3 1 16,3-1-1-16,-4-3 10 0,-1-4-12 0,0-1-3 15,-5-4-10-15,0 0 18 16,0-1-15-16,-4 2 2 0,-3-1 0 0,0 1 74 0,-2-1 0 15,1 3-7-15,-2 1-29 0,-2-1-4 0,-1 1 14 16,-1 3-12-16,1 1-13 0,-5 1 3 16,1 3-3-16,-3 0-72 0,-2 1-4 0,2 3 4 15,-1 3-5-15,1-1-10 0,-4 3-33 16,6 2-28-16,-6 0-83 0,4 1-122 0,3 1-468 16,2 3 68-16,1-2 49 0,4-1 70 0,3-1 78 15</inkml:trace>
  <inkml:trace contextRef="#ctx0" brushRef="#br0" timeOffset="1366.4">3755 1138 1036 0,'0'-6'297'0,"0"6"-33"0,0 0-19 15,0 0-17-15,0 0-20 0,0 0-27 0,3 28-14 16,-3-13-3-16,3 2-95 0,1 7-13 0,-1 2-5 16,-2 1 8-16,2 0-10 0,1 2-6 15,-1 4-10-15,0 1 1 0,-2 0-14 16,2 1-12-16,-3 0-29 0,3-1-60 0,0-1-91 0,-2-4-174 16,2-1-380-16,3-3 88 0,-2-3 57 15,0-4 56-15</inkml:trace>
  <inkml:trace contextRef="#ctx0" brushRef="#br0" timeOffset="1866.48">3683 1178 765 0,'0'0'251'0,"0"0"-11"0,0 0-30 0,0 0-20 15,0 0-14-15,11 20-20 0,-2-8-7 16,-2 1-31-16,4 5-8 0,2-2-8 0,1 3-15 16,-3 0-10-16,2-1 10 0,4 2-18 0,-4-1-5 15,1-1-23-15,3 1 8 0,-2-1 4 0,1-2-9 16,1 0-1-16,-6-2-14 0,2-1 6 0,-2-3 9 16,3 0-16-16,-5-1 5 0,-1-3 1 15,1-1 1-15,-1-3 1 0,2 0-20 0,-10-2 27 16,17-5-22-16,-10-2 71 0,3-3-13 15,-3-2-12-15,3-3 7 0,-3-4-13 0,0-2 1 16,0-2-14-16,3 0-7 0,-3-1 3 16,0-4-3-16,2 3-5 0,-4 2-3 0,2 0-5 15,2 1 3-15,-6 5-11 0,4-1-2 0,-3 1 21 16,0 2-6-16,-1 3-15 0,0 2-5 0,-2 0 10 16,1 0-11-16,-1 5-17 0,2 0 8 0,0 2 5 15,-3 3 2-15,0 0 15 0,11 11-12 16,-8-3 3-16,1 6-14 0,2 3 8 0,-2 5 11 15,2 1-21-15,2 4-51 0,-4 4 5 0,2 3-1 16,1-2-4-16,-1 2 15 0,1 1 8 16,0 0 3-16,0 0 12 0,-3 1 3 0,5 0-3 15,-1-3-10-15,-2-2 10 0,1 0-18 16,-3-4-22-16,6 1-88 0,-3-3-56 0,-1-5-85 16,1 0-517-16,-3-3 101 0,3-5 35 0,-3-2 92 15,-1-6 67-15</inkml:trace>
  <inkml:trace contextRef="#ctx0" brushRef="#br0" timeOffset="2282.38">4422 1538 862 0,'0'0'266'0,"10"12"-56"15,-7-6 0-15,-3 2-3 0,3 1-48 16,1 3 0-16,-1-1-26 0,1 3 10 0,3-1-35 15,-3 2-8-15,2-2-11 0,1 2 19 16,3-3-31-16,-2 1-8 0,1-1-8 0,1-2-5 16,1 0-4-16,2-1-11 0,-2 0 15 0,2-4-2 15,-3 0-1-15,4-1-14 0,-4-3-1 0,1 0-12 16,2-3 10-16,-2-3-1 0,0-3-9 0,-1-2 12 16,-1-2-20-16,2-3 13 0,-4-4-3 15,-1-1-2-15,-2-2-6 0,2 3-7 0,-5 0 8 16,6 1-4-16,-4 1 73 0,-2 6-3 15,1-3-8-15,-2 4-9 0,1 0-1 0,2 1-16 16,-3 3 6-16,0 1-15 0,0 5-3 0,0 0 0 16,0 0-3-16,0 0-7 0,0 0-8 15,-7 20 10-15,4-10-10 0,3 0-7 0,0 4 4 0,0-1-5 16,0 0-2-16,0 1 0 0,3 0 2 16,0 3-4-16,4-2-6 0,-3 0 5 0,5 0-13 15,-1-2-25-15,2 0-10 0,3-2-47 16,1-1-38-16,-1-2-76 0,2-4-162 0,1-1-422 15,2-2 28-15,-2-1 86 0,2-3 55 0,-1-3 97 16</inkml:trace>
  <inkml:trace contextRef="#ctx0" brushRef="#br0" timeOffset="2533.69">4972 1057 918 0,'0'0'251'0,"0"0"-25"0,0 0-17 0,0 0-9 16,-7 14-28-16,4-3-9 0,3 2-4 0,0 2-18 16,3 3-11-16,-3 2 50 0,0 5-6 0,3 2-16 15,-3-1-25-15,3 1-20 0,2 6 0 0,-2-2-11 16,1 2-23-16,2-3-4 0,-2-3 7 16,5 4-24-16,-1-2 14 0,-2 0-21 0,1-5-12 15,3-2-24-15,-2-1-17 0,1-2-45 16,-1-5-50-16,5 0-90 0,-3-3-481 0,0-4-92 15,1-2 100-15,2-3 40 0,-3-4 72 0</inkml:trace>
  <inkml:trace contextRef="#ctx0" brushRef="#br0" timeOffset="2766.2">5266 1058 775 0,'0'20'251'0,"-3"0"-26"16,6-1-7-16,-3 2-13 0,0-1 48 0,3 4-33 15,-2 2-20-15,2 2-26 0,3 3-5 16,-1 0-13-16,1 2-15 0,-2-1-29 0,5-1-14 16,-5-2-24-16,3 1-56 0,0-3-57 0,-4-1-119 15,4-1-493-15,-4-1-60 0,1-6 91 16,-1-3 44-16,-3-5 57 0</inkml:trace>
  <inkml:trace contextRef="#ctx0" brushRef="#br0" timeOffset="3016.65">5156 1305 939 0,'4'-9'294'0,"0"-1"-22"16,2 1-29-16,4-2-21 0,1 1-14 15,-1 0-24-15,4 2-18 0,3 0-22 0,-1 1-11 16,5 3-15-16,0 1-3 0,-1 1-5 0,4 4-13 16,3 1-7-16,1 3-19 0,-3 1 1 15,5 5-3-15,1 1-15 0,-4 5 0 0,-3-1-13 16,3 4 0-16,-3-1 7 0,-3 3-17 0,-4 1 10 16,3-1-15-16,-2 1-6 0,-5-1-38 0,4 0-33 15,-7-2-41-15,0-1-116 0,1-1-388 16,-4-1-149-16,-1-3 95 0,1-4 36 0,-4-3 86 15</inkml:trace>
  <inkml:trace contextRef="#ctx0" brushRef="#br0" timeOffset="3166.51">5645 1071 570 0,'0'0'54'0,"-3"14"-131"0,9-7-417 16</inkml:trace>
  <inkml:trace contextRef="#ctx0" brushRef="#br0" timeOffset="3766.27">6014 1241 1054 0,'-16'11'328'0,"-2"0"-34"15,5-1-28-15,-1 2-25 0,7-1-103 0,-6 1-18 16,5 1 6-16,-2 4 2 0,4-3-31 0,-1 3-12 16,4-1-4-16,-1-1-1 0,4-1-6 15,4 3-25-15,-1-2 12 0,1 2-5 0,5-4-12 16,1-1 2-16,1-2-18 0,3-1-12 0,3-2 9 15,-3-1-25-15,6-3 10 0,-6-1 3 16,6-2-10-16,-6-2 2 0,6 0-3 0,-2-3 9 16,-1 0-1-16,0-3 3 0,-4 1-3 0,2-1-13 15,-2 1 9-15,-3 2-9 0,1 0-2 16,-2 0 5-16,-2 2-5 0,-3 3-16 0,-4 0 24 16,13 0-11-16,-9 4 13 0,2 0-2 0,-5 2 2 15,5 0 0-15,-2 0-5 0,0 3 5 0,2-1 8 16,1 0-13-16,-1-1 3 0,5 3-1 15,-1 0-2-15,1-3 8 0,3 2-13 0,-1-3 15 16,4 0-10-16,-3-4 10 0,3 2-10 0,-3-4 0 16,3 0 0-16,-1-4 3 0,-1 2-1 15,1-4 8-15,-2 0-17 0,-3-3 9 0,1 0-4 16,-4-3 2-16,-1-1 0 0,-4-3-3 0,0-1 3 16,-3-1-5-16,-3-3-3 0,0-1 6 15,-4-2 4-15,-1 3 14 0,-4 1 2 0,1 1-3 16,-3 2 3-16,-3 1-3 0,-3 4 3 0,3 2 5 15,-7 0 3-15,0 6-11 0,3 1 8 16,-2 3 3-16,2 3-1 0,0 1-7 0,-3 2-2 0,4 3 9 16,0 1-9-16,3 2 4 0,2 1-10 15,5 1 6-15,-3-1-3 0,6 2-1 0,3-1-4 16,1 1 7-16,3-1-2 0,3 1-18 16,1 0 8-16,6-1-3 0,0-1-11 0,4 0-27 15,7-1-26-15,-2 0-74 0,3-4-139 0,2 3-439 16,3-5 14-16,-3-1 42 0,-4-4 81 0,4-1 55 15</inkml:trace>
  <inkml:trace contextRef="#ctx0" brushRef="#br0" timeOffset="4399.92">6633 920 1098 0,'0'0'322'15,"0"0"-33"-15,0 0-30 0,-7 18-18 0,4-8-19 16,3 5-20-16,0 4-7 0,0 1-26 0,0 5-28 16,3 3-8-16,-2-1-5 0,5 7-34 15,-3 0-9-15,5-1 5 0,-5 1-16 0,4 0 3 16,3 0-8-16,-2-2-8 0,1-1 1 16,1 1-16-16,4-4-5 0,-4 0-11 0,0-7 16 15,1-1-15-15,-1-1-3 0,0-2-2 0,4-5-16 16,-4-2 8-16,0-3-13 0,4-3 3 0,-4 0-8 15,1-4-16-15,-1-5-2 0,0-2-7 16,1-3-8-16,-1-5-13 0,-3-4-3 16,2-5-2-16,-1-7 2 0,-4 0 23 0,2-6 1 0,-3 1 4 15,-2-4 9-15,2-13-11 0,0 7 17 0,-3 11 30 16,3 1 11-16,-3 3-7 0,0 6 24 16,-3-1-1-16,3 6-5 0,0 1 3 0,0 2-3 15,0 3-11-15,-3 2-6 0,3 4 4 16,-1 3-13-16,-2 1 6 0,3 4 0 0,0 0-3 15,-9 18-3-15,5-5-2 0,-2 4-8 0,4 2 24 16,-1 3-24-16,-3 4-5 0,5 1 15 0,1-1-4 16,0 5-88-16,0-3 21 0,4 6 7 15,2 1-2-15,2-2 13 0,2-1 7 0,0 0-17 16,1 0 12-16,5-3 0 0,-1-2 3 0,4-2-13 16,-1-2 13-16,3-3-36 0,-2-2 5 0,2-6 8 15,0-4-10-15,-1 0-1 0,1-4-22 16,-7-3-13-16,3-3 4 0,1-4-9 0,-2-1 10 15,1-5 2-15,-6-4 19 0,1-1-1 16,0 0 8-16,-3 1 38 0,-2 1 34 0,0 2 25 16,0 1 16-16,0 0 2 0,-4 3-5 0,1 2-18 15,-1 0 21-15,0 5-26 0,-3 2 3 0,0 0 9 16,0 0-9-16,0 0-11 0,0 0 11 0,0 0-6 16,3 18 1-16,-2-11 5 0,3 0-16 15,-4 4-8-15,3-3-27 0,0 3-44 0,1-1-90 16,2-2-164-16,-2 2-398 0,6-1 32 0,-6-2 82 15,3-1 93-15</inkml:trace>
  <inkml:trace contextRef="#ctx0" brushRef="#br0" timeOffset="4552.13">7310 1046 688 0,'0'0'207'0,"0"0"-71"16,-7 9-69-16,7-3-177 0,0 0-244 16,1 2-150-16</inkml:trace>
  <inkml:trace contextRef="#ctx0" brushRef="#br0" timeOffset="4883.34">7494 1483 568 0,'0'8'253'0,"0"-3"-17"16,0-5-3-16,0 9 0 0,0-6-72 0,0-3 3 15,0 6-21-15,0-6-7 0,0 0-19 0,0 0-14 16,0 0 14-16,0 0-22 0,-6-16 2 16,6 9 57-16,0-4 2 0,-3-3-38 0,2-2-5 15,-1-3-16-15,2 1-10 0,2-3-8 16,-1 0-2-16,2 3-13 0,-3 1 0 0,3 1 10 15,0-1-10-15,-2 5-7 0,2-1-14 0,1 2 3 16,-1 2-18-16,1 2-5 0,-1 2-5 16,3 1 15-16,1 4 1 0,-7 0-21 0,14 4 12 15,-4 1-7-15,0 1 3 0,1 3-11 0,-1 2 5 16,0 0-74-16,1 3 13 0,2 3 8 0,-2-3-6 16,2 3 6-16,-3 0-3 0,1 1 0 15,-1 0-100-15,0 0-64 0,1-1-145 0,-1 3-434 16,0-3 96-16,1-4 45 0,-4-1 55 0</inkml:trace>
  <inkml:trace contextRef="#ctx0" brushRef="#br0" timeOffset="5583.85">7922 1389 1108 0,'3'-7'310'0,"0"1"-29"0,2-1-27 16,1-1-24-16,-2 0-20 0,2 1-21 16,1-1-17-16,-3 0-24 0,6-1-2 0,-6 1-26 15,2 1-4-15,1-1-9 0,0 1-15 0,-3-1-7 16,2 1-6-16,-5 1-10 0,2-1 0 0,0 2-7 16,0 0-14-16,0 0 4 0,-3 5-22 0,0-6 6 15,0 6 15-15,0 0-20 0,0 0-8 16,0 0 0-16,-19 3 8 0,15 2-8 0,-6 1-3 15,3 1-4-15,0 1-1 0,-3 4 18 16,3 1-22-16,0 2 4 0,1-1 0 0,2 0-2 16,1 2 15-16,-1 0-7 0,4-2-9 0,4-1-1 15,-1 2 2-15,0-1 15 0,4 1-28 16,3-1 15-16,4 0 6 0,0-1-24 0,6-1 13 16,-3-2 6-16,4-2-9 0,3 0 3 0,0-2-12 15,3-2 22-15,-6-2-27 0,6 1 20 0,-3-3-6 16,4-3-12-16,2 0 10 0,-5-2-20 0,1-1 12 15,-2-3-15-15,0-1-56 0,-3-2 8 16,-5 0 12-16,2-1-3 0,-8 1-1 0,4 0 6 16,-7 1 17-16,0 0 12 0,-1 1-11 15,-2 1 11-15,-2 0-2 0,-1 2 7 0,-2 1 5 16,-2 1-8-16,-3 0 14 0,-1 2-1 0,0 3-2 16,-4 0 5-16,11 0 20 0,-22 4-28 15,10 0 6-15,-1 3 2 0,-1 1 7 0,4 0-7 16,-3 1-5-16,5 2 12 0,-2 1-7 0,1 0 15 15,1 0-10-15,4-2 16 0,1 1-19 0,0-1-12 16,0 0 17-16,3 0 1 0,0-3-3 16,3 1 10-16,0-1 8 0,0-2-13 0,1 0-5 15,4 0-10-15,1-4 13 0,-5 1-3 0,-4-2 17 16,20-3-17-16,-13 1 3 0,3-3 10 0,-2-1-11 16,1 0-2-16,1-2 11 0,-3-1-14 15,4 2 6-15,-5 0-3 0,1 1-3 0,0 0 0 16,0 1-9-16,-3 3-4 0,2-1 19 0,-6 3-13 15,11 0-1-15,-11 0-1 0,13 5 9 0,-6 1 1 16,0 0 9-16,0 0 3 0,3 1-20 16,-6 3 5-16,5 0-38 0,-2-1-9 15,1 1-86-15,-1 1-85 0,2-1-314 0,2 1-203 16,-4-2 64-16,3-2 65 0,-4-2 60 0</inkml:trace>
  <inkml:trace contextRef="#ctx0" brushRef="#br0" timeOffset="6015.44">8681 1300 941 0,'10'5'300'0,"-3"0"-24"16,4 2-35-16,-2 1-18 0,1 3-16 0,2 3-33 15,1-1-10-15,1 5 2 0,2-3-30 16,-4 5 2-16,1-1-7 0,0-1-11 0,-2 0-20 15,-4 0-13-15,2-1 2 0,-6 0-14 0,2-2-4 16,-2 2-4-16,-3-3-1 0,0-2-7 0,0 1 3 16,-3-2-16-16,-1-2-3 0,1 0-12 15,-1-4 28-15,1 0-3 0,-1-2-5 16,4-3 6-16,0 0-16 0,-13-8 0 0,5 0-8 0,5-2 0 16,0-4 1-16,0-1-4 0,3-3 1 0,0 0 2 15,3-1-20-15,3-4 0 0,-2 2 2 16,4 2-5-16,2 1-12 0,0-1 20 0,3 6-11 15,-3-2-4-15,0 5 12 0,1-1-7 16,2 3 0-16,2 2 5 0,-2 0-19 0,-3 4 17 16,7 0-11-16,-6 4 2 0,3 1 3 0,-1 2-5 15,4 3 8-15,-6 2-16 0,2 0 8 16,-2 1 13-16,1 1-8 0,-1 2 3 0,-1 0 7 16,-3 1-20-16,0-1-10 0,0 3-26 0,-4-2-44 15,1 1-117-15,-4-3-202 0,3 1-433 0,-3-2 66 16,0-3 95-16,0-1 52 0,-3-5 84 15</inkml:trace>
  <inkml:trace contextRef="#ctx0" brushRef="#br0" timeOffset="6136.02">9081 1057 491 0,'0'-5'-51'0</inkml:trace>
  <inkml:trace contextRef="#ctx0" brushRef="#br0" timeOffset="6348.6">9368 1148 1136 0,'0'21'248'0,"0"-2"-22"16,-3-2-17-16,3 1-24 0,0-2-6 0,0 3-20 16,-3 0-21-16,3 0-18 0,-1 4-56 15,1-4-49-15,-3 6-109 0,0-3-259 0,0-1-298 16,2-2 24-16,-2-2 69 0</inkml:trace>
  <inkml:trace contextRef="#ctx0" brushRef="#br0" timeOffset="6998.41">9190 1380 895 0,'0'-9'336'0,"4"4"-39"16,-3-1-21-16,5-2-20 0,0 1-31 0,1 0-12 16,0 0-24-16,7-1-25 0,-1 1 0 0,2-1-8 15,1 1-28-15,2 0-18 0,-2 1-13 0,5-1-5 16,-4 1-22-16,0 1 1 0,0-1-7 0,-3 5-15 15,0-2 7-15,2 1-10 0,-5 4 11 16,0-1-24-16,2 2 3 0,-2 2 2 0,-1 1-15 16,0 0 0-16,0 1 0 0,0 1-7 0,0 3 7 15,1-1-11-15,-1 1 9 0,0 0-6 16,1 0 8-16,2-1-18 0,1 1 6 0,3 0-9 16,1 1 1-16,4-3-6 0,-1-1 1 15,0 1-19-15,2-3-20 0,-2-1-2 0,0 0 9 0,3-2-19 16,-4-1-9-16,-3-2-2 0,3-2 3 15,-5 1 2-15,1-6-8 0,-1 1-2 0,-2-5 0 16,-2 2-20-16,-1-5 35 0,-1 0-5 16,-1 0 5-16,-5-3 31 0,1 4 10 0,2 0 8 0,-5 1 21 15,5 2-14-15,-3 1 3 0,0 3-5 16,-3 1 8-16,2 3 5 0,-2 2-6 0,0 0 16 16,0 0 11-16,-2 12-11 0,2-2-5 15,0 5 7-15,-3 4 1 0,3 4-6 0,3 4 26 16,-3 8-10-16,0 4-5 0,5 13-21 0,-2 3 31 15,0-2-18-15,1 1 0 0,-1-1-7 0,1-1 4 16,-1 0-5-16,0-8 3 0,-3-5 5 16,0-3-5-16,-3 3-2 0,-1-4-6 0,1-3 5 15,-4-1-10-15,1-9-5 0,-2-1 8 0,-2-2 10 16,-3-4-8-16,-1-4 3 0,1-2 2 0,-2-1 8 16,-4-5-7-16,1-2 4 0,-3-2 21 15,2-2-5-15,1-2 20 0,1-2 11 0,0 0-29 16,0-6-17-16,0 1 17 0,2-1-12 0,2-2-1 15,3 1 34-15,2 1-36 0,2-1 8 0,3 0 7 16,3-1-10-16,0 4 3 0,3-3-13 16,1 1 8-16,3-1-24 0,0 1 16 0,3 1 8 15,1-1-21-15,-1 2 5 0,2 1-15 0,-4 1-26 16,2 0-12-16,-6 2-42 0,2 0-53 16,-2 0-56-16,-2 3-201 0,-5 0-437 0,0 1 100 15,-10-2 39-15,-5 0 58 0,-6 0 77 0</inkml:trace>
  <inkml:trace contextRef="#ctx0" brushRef="#br0" timeOffset="8115.32">1967 2217 662 0,'10'3'241'0,"-3"-3"-16"0,3 0-28 0,0 1-17 16,1-2-11-16,6 2-16 0,-3-2-2 15,6 0-8-15,1-1-30 0,-1 1 5 0,7 1-18 16,-2-3 7-16,5 3 47 0,1-2-13 0,3 1-21 16,3-1-18-16,5-3 8 0,2 3-18 15,14-3-10-15,7 3-13 0,3-1 21 0,1 0-31 16,0-2-3-16,-1 2-7 0,4-1 5 0,6-1 12 15,-3 3-89-15,4-3 5 0,-1 5 0 16,19-3 11-16,-16 2 2 0,-1-1-3 0,18 0 0 16,-15 2 8-16,1-1 3 0,-2-1 4 15,1 1-9-15,-2 1 2 0,16-2 2 0,-16 0-9 16,19 4 2-16,-1-1 2 0,-17-1 0 0,0 0 1 16,0 0 4-16,0 0 4 0,18-1-9 0,-19 1 11 15,5 0-3-15,12 0-3 0,-15 1 6 0,3-1-5 16,12-1 7-16,-19 1-13 0,3 0 3 15,-3 0 5-15,0 0 1 0,2-2-4 0,-2 0 6 16,0 0-16-16,0 2 6 0,-1-3 7 0,1 0 13 16,-4 0-16-16,4 1 3 0,-4-1 11 15,1 1-6-15,1-1-10 0,-2 1 5 0,4-1-5 16,-4-1 10-16,1 1-12 0,-2-2 7 0,2 3 8 16,-1-3 2-16,-2 0-12 0,1 4 4 15,-6-2 1-15,1 0 15 0,3 2-15 0,0-4-1 16,3 3 16-16,0 1 3 0,4-2-13 0,3 2-6 15,3 1 4-15,14-1-4 0,-17 2-2 0,17-1 11 16,-16 1-3-16,13 3-11 0,-14-2-4 0,-4 0 12 16,4 1-5-16,10 0-8 0,-13 1 14 15,0-1-6-15,13 4 2 0,-17-4 4 0,1 0-6 16,1 2 66-16,16 0-22 0,-17-1 18 16,5 1 4-16,-2-2 14 0,0 2-37 0,-1-1 16 0,-2 0 0 15,-1 0-2-15,-4 2-1 0,-3-1-2 16,1-3-10-16,-3-1-1 0,-2 2-14 0,-2 0 1 15,-10-2-4-15,-8 3 13 0,1-3 15 0,-1 0-31 16,-1 0 13-16,-4 1-13 0,-5-1 3 16,-3 1-1-16,-8-2-12 0,1 2-15 0,-3-1-26 15,-5 1-28-15,-2-2-19 0,0 1-32 0,-6 1-67 16,-2-1-110-16,-3 1-223 0,-3-2-373 0,0 0 112 16,0 2 59-16,0-2 69 0,0 0 39 0</inkml:trace>
  <inkml:trace contextRef="#ctx0" brushRef="#br0" timeOffset="8199.03">10619 2221 1013 0,'0'0'223'0,"0"0"-72"0,0 0-266 15,0 0-454-15,0 0 29 0</inkml:trace>
  <inkml:trace contextRef="#ctx0" brushRef="#br0" timeOffset="9282.44">1622 3179 673 0,'0'0'268'0,"0"0"-32"0,0 0-18 0,-8 13-34 16,8-5-2-16,0 1-8 0,0 2-31 15,1 3-2-15,3-2-6 0,-4 5-19 0,3 1-11 16,-2 1-1-16,1-2-4 0,-1 2-20 0,5 1-11 16,-3-1-3-16,-2 2 6 0,2-3 33 15,3 6-15-15,-5-6-73 0,6 1-40 0,-4-2-30 16,1 0-206-16,2-1-445 0,-2-3 3 0,2-1 89 15,-2-3 64-15</inkml:trace>
  <inkml:trace contextRef="#ctx0" brushRef="#br0" timeOffset="9648.44">1734 3170 819 0,'0'0'243'0,"8"-4"-10"0,-8 4-18 16,13 4-16-16,-3 1-25 0,5 4-2 0,4 1-21 16,2 5-18-16,3 1-18 0,7 10-2 15,3 0-13-15,-3 3-18 0,-7-1-3 0,-4-6-10 16,-3 6-8-16,1-2-9 0,-5 2 12 16,-3-2 51-16,-3-1 0 0,-3 3-10 0,-1-3 13 15,-6-3-11-15,-1 2-17 0,-3 1 17 0,0-4-38 16,-6 4 8-16,-1-8 3 0,0 2 2 0,-2-3-1 15,2-2-1-15,-3-1-6 0,4-5 5 0,1 5 3 16,-4-9-8-16,2 4-10 0,3-3-7 16,-1 0 17-16,1-1-7 0,0-3-6 0,-1 2 13 15,0 0-12-15,2-3 2 0,1 1-13 16,1 1-15-16,1-1-13 0,7-1 15 0,-13 0-10 16,13 0-10-16,-14 4-15 0,8-4-44 0,6 0-18 15,-10 0-66-15,10 0-103 0,-9 0-126 0,9 0-329 16,-6 1-167-16,6-1 113 0,0 0 72 15,0 0 81-15,0 0 51 0</inkml:trace>
  <inkml:trace contextRef="#ctx0" brushRef="#br0" timeOffset="10865.19">3539 3052 780 0,'1'11'225'0,"2"1"-15"0,-3 2-15 15,3 3-26-15,-3 3-16 0,3 0-22 0,1 4 2 16,-1-2-25-16,-3 0-3 0,4 2 5 16,0-1-29-16,-1 4-1 0,-3-2-11 0,3 0-18 15,1 0 49-15,-1-2-28 0,0-5-57 0,-2 3-59 16,2-4-86-16,0 0-116 0,2-5-419 16,-2 1 63-16,0-5 39 0,-3 0 54 0</inkml:trace>
  <inkml:trace contextRef="#ctx0" brushRef="#br0" timeOffset="11081.92">3426 3121 767 0,'-2'-13'269'0,"1"0"61"16,1 1-30-16,1 4-21 0,1-4-36 0,2 2-15 16,-1 2-34-16,5-2 1 0,-2 0-26 0,4-2 0 15,4 1-21-15,0 0-30 0,3-1-5 16,3 3-14-16,1-1-4 0,0 1 2 0,-1 2-15 15,4-1-15-15,0 3-11 0,-3 1-2 0,-4 2-11 16,4-2-27-16,2 4-26 0,-6 4-62 16,0-4-43-16,-4 2-154 0,2 2-496 0,-2 3 22 15,-6-3 80-15,-1 4 59 0,-2-4 87 0</inkml:trace>
  <inkml:trace contextRef="#ctx0" brushRef="#br0" timeOffset="11264.19">3564 3328 977 0,'0'0'297'15,"0"0"44"-15,0 0-34 0,0 0-33 16,0 0-31-16,16-11-20 0,-5 5-11 0,0-2-23 16,9 1-12-16,0-3-31 0,1 1-41 0,3-1-44 15,-1 2-91-15,2-1-109 0,2 1-237 16,0 2-382-16,-2-2 93 0,2 1 48 0,-4 3 74 15</inkml:trace>
  <inkml:trace contextRef="#ctx0" brushRef="#br0" timeOffset="11898.73">3967 3356 783 0,'0'0'248'0,"0"0"-20"15,0 0-26-15,10-11-18 0,-6 5-17 0,2 1-1 16,2-3-10-16,-1-1-28 0,2 2-13 0,-2-3-7 16,3-1-13-16,-3 0-13 0,0 0-8 15,0 0-8-15,0 0-2 0,-3 0 3 0,2 2-8 16,-3-3 10-16,-3 2-23 0,1 1 15 0,1 1-15 16,-1 0-2-16,-1 5-8 0,-1-3 5 0,-2 0-11 15,3 6 1-15,-9-2 5 0,9 2-21 16,-15 6 14-16,6-2-12 0,-1 6 12 0,-2 1-11 15,2 1-3-15,1 3-5 0,1 0 6 0,-2 2-4 16,3-1 1-16,4 1 2 0,-3 0-7 16,5 1-8-16,1-2 5 0,4 1 21 0,-1 0-18 15,4-1 7-15,3 0-10 0,4 0 74 0,3-4-17 16,3 1 4-16,1-4-14 0,-1-1-1 16,7-6 0-16,-5 0-13 0,5-2 6 0,3 0-3 15,1-3-3-15,0-1-10 0,3-2 3 0,0-5-3 16,-3 1 0-16,0-1-7 0,-4-3 4 15,-3-1 1-15,-4-3-8 0,-2 1-8 0,-5 1-2 16,-2-3 5-16,-1 1-8 0,-4 2 2 0,-2 2-7 16,-1 2-2-16,-3-1 2 0,-3 5 5 0,-1-2 5 15,-2 3 3-15,-1 5-10 0,-3 0-6 16,2 2 13-16,-4 2-5 0,-2 0-2 0,0 5 0 16,0 3-3-16,1-2 2 0,2 2 6 0,-3 1-8 15,4-3-10-15,0 3 12 0,3-1-7 16,0 0 8-16,1-2-6 0,2 3-5 0,1-5 11 15,3 1-1-15,0-3-7 0,3 4 0 0,-2-6-10 16,5 5 23-16,-2-5-8 0,5 1 12 16,-1 2-14-16,-1-3 7 0,3 3-10 0,1-2 7 15,1 2-4-15,-2-1 4 0,2 0 6 0,0-1-8 16,-1 2-3-16,3-3 14 0,-1 2-11 0,1 0-8 16,-4-1-28-16,4-2-20 0,-3 2-31 15,2 0-57-15,1-2-76 0,-1-1-128 0,4 0-420 16,-3 0 21-16,0-1 81 0,-1-2 60 0,1-1 73 15</inkml:trace>
  <inkml:trace contextRef="#ctx0" brushRef="#br0" timeOffset="12082.01">4764 3004 783 0,'6'16'207'15,"-5"-8"-12"-15,2 3-14 0,0 2-7 16,1 2-23-16,2 3-17 0,-2 3 4 0,3 0-23 16,-1 3-2-16,1 0-29 0,0 1-15 0,0-4-48 15,0 8-134-15,3-1-143 0,-3 3-394 0,3-9 53 16,-3-1 91-16</inkml:trace>
  <inkml:trace contextRef="#ctx0" brushRef="#br0" timeOffset="13498.01">4681 3296 877 0,'0'-4'282'0,"1"-3"-8"0,2-1-46 16,3 1-21-16,2-2-23 0,2-2-2 15,0 0-33-15,8-1-4 0,1 2-14 0,2-3-18 16,0 4-21-16,-1 0 5 0,1 0-15 0,3 2 61 15,-3 0-12-15,-1 2-29 0,1 1-7 0,-1 3 0 16,-3 1-11-16,0 1-15 0,-1 3-5 16,2 1-7-16,-5 2 4 0,1 1-7 0,-4 3-16 15,-2 1 13-15,2 0-12 0,-3 1-14 0,-1 0-2 16,-2 1-7-16,-1 0 9 0,1-3 1 16,-1 3-3-16,1-2-3 0,-1 1-2 0,0-3 5 15,1 1-5-15,2 1 3 0,-2-3-16 0,-1-1-3 16,1 0 6-16,3-2-3 0,-1-2 8 15,2-1-8-15,1 1 5 0,-1-4 3 0,-8 0 3 16,20-6-14-16,-6 1 6 0,-4-1-8 16,4-5-3-16,-4 0 6 0,-3 0 4 0,3-5 9 15,0 1-3-15,-3-1-6 0,-1 0 1 0,1 1 0 16,-2 3 2-16,1 2 0 0,-3-1-2 0,1 1 15 16,-4 2-10-16,3-1-1 0,0 5-1 0,-3-1-6 15,0 5 5-15,1-6 5 0,-1 6-4 16,0 0-11-16,0 0 2 0,0 0 6 0,-7 22-13 15,4-14 7-15,3 1-4 0,0 2 12 16,0 0-7-16,3 0 9 0,0-1-12 0,0 3 8 16,4-1 5-16,0 1-16 0,0-3 3 0,3 0 16 15,4-1-9-15,-1-1-7 0,2 0 5 0,1 1 3 16,2-5-3-16,2-1-20 0,-2-2-13 0,2 3-6 16,-3-4-9-16,1-4-13 0,1 2-24 15,-4-3-2-15,1 0 3 0,-2-3-11 0,-1-1-7 16,-2-4 13-16,-4 1-1 0,0-3 14 15,-1 1-6-15,-2 1 20 0,-1-3 16 0,1 1 36 16,-1 2 23-16,-2 1 0 0,1 2 10 0,-1 1 1 16,2 1-1-16,-3 2-10 0,3 4-6 15,-3 2-1-15,0 0 7 0,0 0-1 0,0 0-9 0,0 0 2 16,7 17 6-16,-7-7-19 0,3 0 6 16,1 3-3-16,0-2 2 0,-1 3 3 0,0-3 6 15,1 3-6-15,-1-2 5 0,0 1 10 16,-2-3-14-16,1 0 6 0,2-1 6 0,-4-1 0 15,3-1-5-15,-3 1 18 0,4-2-1 0,-4-3 4 16,0-3 12-16,0 0-15 0,0 0 2 16,0 0-15-16,0 0 5 0,0 0-5 0,-11-20-3 15,9 8-2-15,2 1 2 0,0-2 11 16,0 0-13-16,3 0 5 0,0 1-18 0,0-1 5 16,1 2-8-16,-3 1 6 0,5 2-3 0,-3 0 2 15,1 1 8-15,2 1-10 0,1 3 0 0,0-1-2 16,0 1 15-16,3 3-13 0,-3-1 5 0,-7 1-3 15,20 1-2-15,-10-1 5 0,1 1 1 16,0 1-12-16,2 1 22 0,1-3-11 0,-1 0 3 16,1 0-1-16,-1 0-12 0,2 0 13 15,-2-3-6-15,1 1 6 0,-1 0-10 0,2-4 7 16,-2 4 5-16,0-3 0 0,1 0 0 0,-3-1 3 16,2-1 5-16,-6 0-3 0,3 1-12 0,-6-2-3 15,3-1 3-15,-1 1-3 0,-2 0 2 16,-4 0 11-16,3 1-8 0,-3 1-5 0,0 2 0 15,0 4-8-15,-7-8 13 0,7 8 1 0,-11-1-1 16,11 1-3-16,-16 5-4 0,9 2 7 0,-4 1-3 16,2 2 1-16,2 2 2 0,-4 1-7 15,4 1 4-15,1 1-2 0,-1-1-5 0,4 1-3 16,0 1 13-16,2-2 8 0,-2-2-15 0,7 1 2 16,-1-1 7-16,3 1-17 0,1-1 18 15,3-2 5-15,4-2-6 0,-1 3 1 0,5-8 5 16,-1 3-6-16,7-4 6 0,-4 0-3 0,5-2-4 15,-5-3-1-15,7 2 0 0,-2-7 13 16,2 2-11-16,-3-3 4 0,-1-1-6 0,1-3 0 16,-3 1 0-16,3-5-8 0,-7 0 3 0,0 1 8 15,-4 0 2-15,2-2-5 0,-5 2-7 16,0 3-3-16,0 0-3 0,-3-1 3 0,-4 4 2 16,1 0-2-16,-1 2-10 0,0 0 0 0,-3 2-1 15,-3 0-2-15,3 6 18 0,-3-5-7 0,3 5 4 16,-10-4-5-16,10 4-7 0,0 0 18 15,0 0-14-15,-11 9 11 0,11-5-7 0,0 4 7 16,0-2-13-16,7 2 15 0,-6 3-9 0,8 2 4 16,-5 1-4-16,5 0 4 0,2 4-7 15,-1 0-1-15,0 1 6 0,1-1 0 0,-1 2-2 16,0-3-1-16,1-1 18 0,-4 1-10 16,-1-5 5-16,-2 5-2 0,2-5-3 0,-4-1 0 0,0 3 5 15,-2-5 8-15,-2 2 2 0,0-2-7 16,-1 1 22-16,-3-3-14 0,2 1 9 0,-3-2-73 15,1-3 2-15,-2 1 5 0,-1-3 5 0,2 1 23 16,7-2-2-16,-14-3 7 0,14 3 3 16,-11-4 2-16,5 1 9 0,2-1-9 0,1 0 8 15,0-2-2-15,3 6-8 0,0-8-1 0,0 1 12 16,3 2-9-16,-2-1-23 0,2 0-25 16,3 2-26-16,-3 0-84 0,4-1-166 0,-3 0-516 15,3 3 91-15,-1 0 53 0,1-4 105 16,-6 1 46-16</inkml:trace>
  <inkml:trace contextRef="#ctx0" brushRef="#br0" timeOffset="14198.45">7371 3339 714 0,'0'0'261'0,"0"0"-13"0,0 0-33 0,1-19-3 15,2 9-2-15,1 0-30 0,-1-2-14 16,1 1-7-16,-1-3-21 0,3 1-10 0,-2-3-3 16,2-1-20-16,-1 2-10 0,-2 1-11 0,0-3-4 15,1 6 2-15,-4-3-3 0,3 1-12 0,-3 1-16 16,0 2-5-16,0 1-3 0,-3 1-12 16,3-1-3-16,-3 2 8 0,2 4-5 0,-5-2-6 15,6 5 9-15,-11-6-14 0,11 6-2 0,-10 0-8 16,10 0 3-16,-10 6-10 0,6-5-1 15,0 5-7-15,4 0 5 0,-3-1-13 0,6 3 13 16,1 2 8-16,0 0 0 0,3 2-8 16,3 1 7-16,0 0-2 0,4 4-2 0,-1-2-3 15,4 1 5-15,-3 1-5 0,3-1 8 0,-4 0-21 16,2 0 18-16,-5-2-5 0,0 0-2 0,0 0-4 16,-3-4 22-16,0 0-6 0,-1 0-13 15,-2 1 11-15,-3-2-8 0,2-1 8 0,-6 0 5 16,2-2-11-16,-3 1 1 0,-2-1-8 15,2 0 10-15,-2-4 8 0,-1 2-3 0,-3-1-5 16,3-2-8-16,0-1-38 0,7 0-23 0,-17-1-51 16,10-4-61-16,1 1-180 0,2-4-376 0,-2 1 79 15,5-3 31-15,-3-2 56 0</inkml:trace>
  <inkml:trace contextRef="#ctx0" brushRef="#br0" timeOffset="15849.37">7587 2823 1013 0,'14'15'284'0,"-11"-7"-25"0,-2 4-29 16,5 1-12-16,-6 4-37 0,4 3-19 0,2 0-14 16,-2 3-7-16,3 2-10 0,-1-1-3 15,-2 1-16-15,-1 0-9 0,3 0-6 0,2-4-18 16,-5 4 6-16,1-2-21 0,-1-4-8 0,0-1 5 15,1 1-7-15,-1-5-10 0,-3-1-11 16,3-1 3-16,-2 0 2 0,-1-3 18 0,4 0-2 16,-4-3 3-16,3-4-4 0,-3-2-2 0,0 0-7 15,0 0 2-15,0 0-25 0,4-14 7 16,-2 4 0-16,2-1 3 0,-1 0-3 0,-2 0-13 0,5 0 0 16,-3-2 3-16,5 3-7 0,-5 0 12 15,4 0-13-15,-1 2 8 0,1 0-11 0,-2 2-9 16,4 0-16-16,-2 3 13 0,0 1-3 15,4 2 11-15,-1 0-11 0,2 5 11 0,-1-1-9 16,2 4 14-16,-1-2-8 0,1 2 0 0,4 3 8 16,-4-2-8-16,1-1 2 0,0 2 9 15,2-1-11-15,-1 1 10 0,-2-3-8 0,4 1 9 16,-3 0-16-16,3-2 7 0,0-2 6 16,0 1-6-16,-3-4-2 0,3 0 0 0,1-3-5 15,-2 2-2-15,2-6-4 0,-2 3 14 0,2-3-6 16,-5-2-2-16,4 0-8 0,-3 0 11 0,0 1-6 15,-4 0 13-15,0 1 0 0,-2 0-5 0,1 0-7 16,-2 3-9-16,0-1 1 0,-4 2-5 16,-3 2 4-16,11-2 11 0,-11 2-5 0,0 0-6 15,13 7 16-15,-10-6-2 0,1 2-1 0,0 1 1 16,0 0-6-16,2 0 13 0,-3-1-5 16,4 0-10-16,-1 1 7 0,-1-1-4 0,2 1 9 15,2-4 3-15,-2 3 3 0,1-2-10 0,1-1 12 16,1 0-5-16,-10 0 5 0,15-1 3 0,-9 0 2 15,-6 1-4-15,10-6-6 0,-7 3 5 0,1-3-10 16,-4 2 2-16,0-2 4 0,-4-2-4 16,4 0 3-16,-6 0 0 0,0-1 0 0,2 0 13 15,-3-1-7-15,-4-1 4 0,5 1-2 16,-1 0 2-16,0 1-2 0,0-2 10 0,1 1-5 16,2 0-10-16,1 0 10 0,-1 0-3 0,4 0-5 15,0 2-5-15,1 0-2 0,2-3 2 16,3 5-5-16,-2-2 2 0,6 0-9 0,-3 4 9 15,3-1-9-15,0 0 12 0,4 4-5 0,-1 1-5 16,-1 1 2-16,1 2 1 0,4 2 2 0,-3 1-11 16,3 3 1-16,-4 0-5 0,1 2 15 15,-3 1-5-15,-1 0-1 0,3 3 14 0,-3 0-10 16,0-2-6-16,-2 0 0 0,2 0 11 0,-3 0-3 16,-1-1 5-16,2 1 3 0,-2-2-8 15,1-3 5-15,-1 0-5 0,-2 1 10 0,3-2-5 16,-3-2-2-16,2-1-6 0,1 1 21 15,0-5-13-15,0 0-2 0,-7 0 2 0,13-6 0 16,-3-1 0-16,-2 3-5 0,-1-4 5 0,-1-5 3 16,1 2-8-16,0-3 2 0,0 1 9 0,0-3-11 15,-1 2 2-15,-2 0 6 0,2 2-8 0,-5 1 8 16,6 3-11-16,-4-4-2 0,0 7 2 16,-2-1-7-16,2 0-5 0,0 3-3 0,-3 3 13 15,0 0 0-15,0 0 5 0,0 0-3 0,7 12-7 16,-7-5 17-16,3 0-4 0,-3 1 0 15,4 1 2-15,0 0-3 0,-4 1-4 0,3-2 4 16,1 2-4-16,2 0-6 0,-3-1 13 0,4-1 10 16,0-2-15-16,-3 0 0 0,2 0 3 15,1-3-6-15,0 1 6 0,3-4 5 0,-3 2-11 16,-7-2 13-16,21-4-22 0,-11 0 14 0,-3-2 8 16,4 1-4-16,-2-3-12 0,-2-4 6 0,3-1-7 15,-3 0-4-15,-3-4 9 0,2 0-8 16,-2-3-1-16,-4 0-4 0,3-5 7 0,0 0-10 15,-6-1 3-15,3 0 7 0,0-1 3 0,-3 2 8 16,3 4 7-16,-3 1-2 0,2 2 15 16,-2 1-15-16,3 3 7 0,0 1-15 0,-3 1 0 15,3 5 5-15,-3 0 0 0,2 4 0 16,1 3 0-16,0 0-5 0,0 0 5 0,0 0-2 0,0 23-8 16,0-11 7-16,1 4-9 0,2 1 4 15,0 1-2-15,0 2 15 0,1 2-10 0,2 0 11 16,2 1-9-16,-1-2 1 0,3 2-6 0,0 0-5 15,1-2 6-15,5 3 7 0,-2-6 3 16,-1 2-6-16,5-3 1 0,-1 2-11 0,6-3 0 16,-2-1 16-16,-1-7-10 0,4 3-6 0,1-4-2 15,2-2 2-15,0-3-10 0,-3 0-2 16,0-4-9-16,3 0 17 0,1-3 1 0,-4-1-1 16,0-1 1-16,-4-4-1 0,-2 0-9 0,2-1 16 15,-7 0-8-15,-2 3 11 0,0-3 12 16,-2 4-5-16,-6-1 3 0,1 1-6 0,-1 4 8 15,0 0-7-15,-3 4 7 0,-6-5-7 0,6 5-13 16,-17 2 12-16,6 1 1 0,1 3 9 0,-7 1-12 16,7 2 0-16,-3 0 11 0,-1 0-11 15,3 1 5-15,2 2 0 0,-2-2 5 0,4-1-20 16,1-1 5-16,2 1 10 0,1-1-10 0,-4-1 13 16,6 0-1-16,1-1-7 0,0 0 16 15,0-6-11-15,8 7 2 0,-2-5-4 0,1 0-6 0,-7-2 1 16,18-3-1-16,-5 1 6 0,-3-3-3 15,7-2 0-15,-6 1 7 0,3-6-12 16,-1 2 10-16,-3-5-12 0,0 0-16 0,0-3 2 0,-3-4-4 16,1 1 2-16,-5-4-3 0,0-1-5 15,-3-1 8-15,0-1-10 0,-3 2 15 0,0-4 3 16,-1 5 7-16,0 0 13 0,4 2 16 16,-6 4-3-16,5 1 2 0,-2 3 3 0,0 2-13 15,3 3-5-15,-3 2 8 0,0 2-5 0,2 5 0 16,1 1 2-16,0 0-13 0,0 0 8 0,-7 21 21 15,7-9-13-15,4 5-3 0,-1 1-7 16,1 4-1-16,5 1-2 0,-2 0 10 0,4 4-12 16,2 1-3-16,0-1 10 0,2 1 10 0,12 7-33 15,-6-8-20-15,5 6-39 0,5-5-48 0,-6-4-95 16,2-4-582-16,0-3 29 0,1-1 85 16,0-4 71-16,-1-5 46 0</inkml:trace>
  <inkml:trace contextRef="#ctx0" brushRef="#br0" timeOffset="17080.53">10462 2746 808 0,'1'20'325'0,"2"2"-30"0,0-4-39 0,0-1-21 16,1 2-25-16,-1 0-15 0,0 1-11 16,2 1-23-16,-2-2-17 0,3 4-6 0,-2-4-23 15,2-3-7-15,-5 5-11 0,2-7 5 0,3 3-10 16,-4-4-12-16,1-1-14 0,0 1-9 0,-3-3 7 16,3 0-11-16,-3 1 1 0,0-3-10 0,3 1 2 15,-3-1-18-15,0 0 0 0,0-3 3 16,0 3-3-16,0-2-3 0,0 0-4 0,0-1 4 15,1 1-7-15,-1 0 13 16,0-6 2-16,0 9 11 0,0-9-1 0,-1 4 1 0,1-4-6 16,1 4 1-16,-1-4-11 0,0 0 8 0,0 0 2 15,0 0-5-15,0 0-10 0,0 0-2 16,0 0-6-16,-13-15 6 0,11 13-6 0,2-4 13 16,-3 0-5-16,0 1-2 0,0-2-14 0,3 1 4 15,-1-1 4-15,1-2-2 0,-3 1 0 0,3 0-1 16,0-2 9-16,0-1-8 0,0 2-6 0,0-4 11 15,0 1-10-15,0-1-3 0,3 1-71 16,-3-2 9-16,1-1 6 0,2 3 5 16,0-3 0-16,0 1 13 0,2 2 7 0,1-1-5 15,-2 0 11-15,2 1-3 0,-2 2-5 0,6 1 15 16,-6-2-3-16,3 4-1 0,2 0 1 0,-2 1-4 16,1 1 7-16,2 1-10 0,0 2 8 15,3 2-3-15,-3 0 10 0,0 4 3 0,2 0-13 16,4 3 3-16,-5 1-1 0,2 0 11 0,1 4-8 15,-1-1 6-15,-3 2 4 0,1 1-2 0,2-1 7 16,-3 2-2-16,1-1-2 0,-4-1-1 0,3-1 3 16,-2-1 3-16,1-1-1 0,1 2-4 15,-3-3-3-15,1-1 7 0,-2 0 1 0,1-2-11 16,3 0-7-16,-3-1-8 0,3-3-8 0,0-1-2 16,-2-1 28-16,-8 0-16 0,16-3 1 15,-6-5 2-15,-2 1-3 0,2-3-9 0,-4-2 9 16,1-5 6-16,1 2-1 0,-2 0-1 0,-3 0 11 15,4 2 9-15,-4 0 17 0,1 1-2 16,0 1 5-16,-1 3-7 0,-2 2 2 0,2-1 2 16,-3 2-4-16,0 5-14 0,3-5 3 0,-3 5 0 15,0 0-7-15,0 0 2 0,3 17-3 0,-3-10 11 16,0 1 7-16,0 0 1 0,4 2 4 16,-1 0-12-16,0 0-6 0,-2 0-7 0,6 0 3 15,-4 0 22-15,1-2-15 0,2 1 3 0,1-2-11 16,-1-1 16-16,2 1-8 0,-2-2 0 15,4-4 1-15,-3 2 9 0,4-1-7 0,-4-2-1 16,-7 0-2-16,20-6 11 0,-13 1-6 0,0-1 8 16,-1-1-8-16,-2-2-2 0,3-2-6 0,-7-3-2 15,1-1 5-15,-2-3-7 0,1 1 2 16,-7 0 2-16,3 0 4 0,-2 1 6 0,2 1-12 16,-2 2 13-16,-1 1-10 0,-1 4-11 0,2-2 0 15,-4 5-2-15,-1 2 5 0,1 0 2 16,0 3-2-16,-4 3 5 0,4-2 0 0,0 6 8 15,-4 0-5-15,4 3-11 0,0-2 8 0,3 2 8 16,3 2 2-16,1-2-13 0,-1 1 3 0,4 1 8 16,1-1 2-16,2-1-7 0,3 2-8 15,-2-2 7-15,4-1-2 0,2 1 8 0,2-3-6 16,3 1 1-16,-2-2 5 0,4-2-3 16,0-3-5-16,1 3 7 0,2-4-17 0,0-4 0 15,1 2-3-15,0-3-2 0,2-1 5 0,-2-1-13 16,0-5 5-16,-4 1-13 0,3-3 0 0,-6 0-12 15,0-5 2-15,2-4 13 0,-5-4-8 0,-4-2 5 16,0-2 5-16,-1-1-2 0,-1-1 0 16,1 2 5-16,-6 2 28 0,3 4 5 0,-3 6 19 15,3 0-19-15,-3 2 5 0,1 4-7 0,-1 2-6 16,3 5 1-16,-3 3 0 0,0 3 4 16,0 0 6-16,0 0 2 0,-4 23-2 0,1-9-3 15,3 4 3-15,0 2 0 0,3 0 0 0,-3 2 5 16,0 3-11-16,4 1 4 0,-1 0-4 0,0 0-7 15,1-1 8-15,3 1 10 0,-3 5-13 16,3-3-2-16,-1-3-9 0,1-2-37 0,3-1-21 16,-6 1-26-16,2-4-94 0,1-5-315 0,-3 1-264 15,0-2 49-15,-1-5 92 0,0-5 49 0,-3 0 71 16</inkml:trace>
  <inkml:trace contextRef="#ctx0" brushRef="#br0" timeOffset="17281">11197 2863 934 0,'0'0'330'0,"-10"-5"-7"0,7 1 48 0,3 4-33 16,0 0-18-16,-4-3-34 0,4 3-25 0,0 0-15 15,3-9-46-15,1 5-11 0,2-1-23 16,5 0-12-16,2-2-18 0,2 2-21 0,1-1 0 16,5-1-20-16,-5 0-18 0,5 3-8 0,-6 0-8 15,4 1-51-15,-4 1-33 0,1-2-51 16,-2 2-74-16,-4 1-106 0,3 1-588 0,-5-1 23 15,2 1 110-15,-6 0 46 0,-4 0 67 16,0 0 73-16</inkml:trace>
  <inkml:trace contextRef="#ctx0" brushRef="#br0" timeOffset="18247.58">12578 2363 703 0,'0'0'300'0,"0"0"-19"0,0 0-27 0,0 18-26 16,0-3-13-16,4 6-26 0,-4 3-2 15,3 4-26-15,1 3-15 0,2 2-87 0,-2-2 13 16,2 1-29-16,2-1 11 0,-5 0-16 0,4-3-12 16,-4-1 2-16,1-2 0 0,2 1 0 0,-3-2 6 15,2-1-6-15,-5-6-5 0,3 1 0 16,0-4-3-16,-3 1 14 0,3-5-1 0,-2 0 3 15,2-4 12-15,-3 1-14 0,3-5 78 0,-3-2-14 16,0 0-27-16,0 0 3 0,0 0-4 0,10-16-1 16,-6 8-16-16,0-1 6 0,5 1-10 15,-2 0-16-15,0-1 3 0,4 1-5 0,-1 0 2 16,0 1-5-16,0 3-2 0,1 0-11 0,3 2-2 16,-1 0-5-16,0 2 15 0,1 2-13 15,-4 0-2-15,4 3 2 0,-4 2-2 0,0-1 7 16,-2 1-71-16,-1 3 4 0,-4 1 4 0,0-1 4 15,-6 2 16-15,0 0 0 0,-1 0-3 16,-6 2-5-16,0-3 18 0,0 1 8 0,-1-1-5 16,-2-2 17-16,3-1-4 0,-1 0 15 0,1-2 2 15,3-2 16-15,-1 2 12 0,2 0-2 16,-1-4-8-16,1 1-7 0,6-3 2 0,-7 1-5 16,7-1-5-16,0 0-5 0,0 0 7 0,0 0-2 15,16-14 3-15,-6 5-3 0,4 1 5 0,0-5-10 16,4 1-11-16,5-4 3 0,1 1 11 15,0-2-9-15,3 1-14 0,-2-2 2 0,-1 0-1 16,-1-1 9-16,1 0-6 0,-3-1-7 0,-5 3 0 16,-2 1 10-16,-3 1-8 0,-1 1-12 15,-3 2-6-15,-1 2-2 0,-6 0 10 0,1 2 0 16,-2 2-2-16,-5 2 9 0,6 4 1 0,-11 0-10 16,11 0 12-16,-23 7 3 0,9 0 2 15,1 4-4-15,1 1 4 0,-1 1 3 0,3 3 0 16,-1-1-10-16,5 1 15 0,-1-1 3 0,1-1 2 15,5 3-20-15,-2-3 12 0,6-1 9 0,-2 0-24 16,5 2 26-16,1-1-11 0,3-3 6 16,1 3 5-16,2-6-13 0,1 1-3 0,3-1 21 15,0-2-16-15,3-1-2 0,-2-2-5 0,2 0-7 16,0-1-19-16,-5-1-43 0,4-1-44 0,-5 0-69 16,0 0-315-16,0 0-235 0,-4-3 18 15,0 2 66-15,-3-2 75 0,-6-2 61 0</inkml:trace>
  <inkml:trace contextRef="#ctx0" brushRef="#br0" timeOffset="19430.57">14325 2683 885 0,'-3'-8'256'0,"-1"3"-13"0,1-2-12 15,0 2-21-15,0 0-36 0,-2 2-11 16,5 3-9-16,-10-4-23 0,10 4-14 0,-13 5-19 15,2 0 4-15,1 3-18 0,-3 4 11 0,2 0-21 16,-2 4-2-16,2 1-11 0,-2 3 60 16,6 0-19-16,0 0-10 0,-3 1-10 0,6-3-10 15,4 0 2-15,-3 0-5 0,6 1-15 0,0-5 0 16,1 3-6-16,7-2-2 0,-2-1-5 0,5-3 0 16,0-1-7-16,3-3-11 0,3 1-11 15,1-4-1-15,-4-2-4 0,7-1 6 16,-6-1 3-16,4-1 1 0,-4 0-4 0,0 0-2 0,-2-3-14 15,-2 2 8-15,0-3-2 0,-4 4 7 16,4-2-2-16,-7 1-6 0,2 0 6 0,-1-1-16 16,-1 2 8-16,-7 1-2 0,13 0-6 15,-13 0-2-15,11 2 10 0,-4 2 0 0,-1-2-3 0,1 1 8 16,3-2-15-16,-3 4 13 0,3-3-1 16,0 2-12-16,4-2 10 0,-1 0-3 0,-1 2 19 15,1-4-6-15,1 0-18 0,-1 0 13 0,0 0 6 16,1-2 4-16,-3 0-2 0,2 0-6 15,-6 0-4-15,0-2 12 0,0 3-7 0,0-3 0 16,-4 1-1-16,-2-2-2 0,-1-1 21 16,0 0-18-16,-4-2-3 0,-4 1 3 0,2 1-3 15,-4-3 2-15,-1 1 1 0,1 0 0 0,-3-3-3 16,-1 3 15-16,4-2 6 0,0 2-6 0,-4-3 1 16,4 1 7-16,3 1 3 0,-4-3-1 15,5 4-1-15,2-4-14 0,1 2-2 0,0-2-8 16,3 3 5-16,3-3 5 0,3 2 1 0,-2 0 4 15,6 0-4-15,4 2-11 0,-1-1-10 0,5 2 5 16,-2 3 12-16,5 0-6 0,-3 3-4 16,5 1-2-16,-2 1 0 0,0 3-2 0,3 2 4 15,-1 1 3-15,1 1-10 0,0 4 5 16,-3-3 5-16,-1 1-7 0,-3 1-9 0,0 1 4 16,0 1 2-16,-4-3-8 0,-2 3 5 0,-1-3 0 15,-3 2 11-15,0 0 5 0,0-4-3 0,-3 2-13 16,-1-3 8-16,3 0-2 0,-5-1 14 0,2-1 1 15,0 1-13-15,-3 0 13 0,0-6 7 16,0 0-4-16,0 0-6 0,0 0 3 0,0 0-8 16,0 0 8-16,-17-14 0 0,11 5 10 0,-2-2-16 15,-1-3 1-15,5-2-8 0,-3-6 23 16,0 2 3-16,0-3-24 0,4 0-2 0,0 1 10 16,0 2 6-16,3 0-9 0,0 0-4 0,3 2 5 15,-3-1-6-15,3 3-12 0,0 1 13 16,1 3-16-16,3-3-18 0,-3 7-7 0,5-2-24 15,-2 3-40-15,4 2-67 0,2 0-38 0,0 2-134 16,-1 1-475-16,4 0 35 0,-2 2 103 16,-1 2 45-16,1-2 47 0</inkml:trace>
  <inkml:trace contextRef="#ctx0" brushRef="#br0" timeOffset="19747.55">15354 2738 737 0,'7'15'248'0,"-3"-1"-20"0,2-2-95 16,0 0-13-16,-5-2 18 0,6 2-30 16,-4-4-1-16,1 4-22 0,-1-3 4 0,0 1-19 15,1-1 9-15,-1-1-12 0,0-1 4 16,-3 0-2-16,1-2 11 0,2-1 86 0,1 0 23 16,-4-4-27-16,0 6-4 0,0-6-14 0,0 0-11 15,0 0-10-15,0 0-13 0,0 0-10 16,-8-21-16-16,8 11 1 0,-3-3 4 0,-3-1-27 15,5-3 7-15,1 1 0 0,-3-3-18 0,3 2-2 16,-3-2-11-16,3 1-5 0,0 0 13 0,0 0-25 16,3 2 7-16,0 1-15 0,-3 0-3 15,4 0-25-15,2 2-16 0,-2 2-25 0,3 2-39 16,-3-1-43-16,5 1-49 0,-2 3-95 0,4 0-399 16,-4 2-76-16,6 2 94 0,-5 0 54 15,1 2 53-15</inkml:trace>
  <inkml:trace contextRef="#ctx0" brushRef="#br0" timeOffset="20097.68">15651 2723 629 0,'0'0'274'0,"14"-2"-41"0,-14 2-3 0,10-7-12 16,-3 1-80-16,0 1-2 0,3-2-29 0,-3-1 3 15,3-3-5-15,-2 0 0 0,2-1-2 0,-4 0 9 16,4-2-20-16,-2-1 13 0,-2 2-15 15,-2-2-3-15,2 1-8 0,-2 4 14 0,-1-1 4 16,1 0-8-16,-4 1-12 0,3 2-5 0,-6 4-8 16,3 4-5-16,-4-4-13 0,4 4 0 15,0 0-5-15,-17 10-10 0,7 0 9 0,0 2-9 16,3 1-8-16,-6 5 0 0,5 0 11 0,1-2 50 16,-2 0-5-16,5 2-4 0,1-2 1 15,-1 0-4-15,4 0-13 0,0 0-13 0,4-3 0 16,-1 1-13-16,4-1 1 0,-1 2-11 15,4-3 18-15,4-4-18 0,-3 1 5 0,9-1-8 16,-3-2 6-16,4-2-11 0,0-1 6 0,3-3-21 16,-1 0 2-16,4 0-20 0,1-3-28 0,2-3-28 15,-5 2-44-15,2-5-76 0,0-4-165 0,-3-1-426 16,-4 1 24-16,-5-3 91 0,1-6 55 16,-6 0 55-16</inkml:trace>
  <inkml:trace contextRef="#ctx0" brushRef="#br0" timeOffset="20297.59">16082 2061 824 0,'-3'-6'204'0,"2"3"-32"0,1 3-16 0,0 0-13 15,0 0 6-15,-6 18-16 0,9-5 31 0,-3 5-39 16,0 2-25-16,4 9 10 0,2 4-5 0,-2 1 0 16,6 13-33-16,-3 2 25 0,0-10-20 15,-1-3-3-15,2-1-13 0,2 12 1 0,0-9-6 16,-2-5-5-16,1-1-7 0,-2-1-11 0,3 0-30 15,1-2-57-15,-1 1-30 0,-1-3-116 16,3-2-507-16,-2-5 50 0,4-3 78 16,-1-4 57-16</inkml:trace>
  <inkml:trace contextRef="#ctx0" brushRef="#br0" timeOffset="20697.41">16533 2596 890 0,'-6'0'279'16,"6"0"-25"-16,-14 0-32 0,7 5 1 15,-3 2-31-15,-4 1 51 0,4 3-23 0,0 1-20 16,-1 2-18-16,-2 2-24 0,2 0-14 0,1-1-19 16,3-1-10-16,1 1-5 0,-2 2-17 15,2-2-11-15,5-1 7 0,-2-1-25 0,0-3-2 16,3 2-6-16,0-2 0 0,3-1 3 0,1-2-5 15,2-1-95-15,-1-2 8 0,4-2-1 0,-2 0 6 16,3-2 10-16,1-4-7 0,-1 0 7 0,0-2-16 16,1-3 9-16,2-1-1 0,-2-3 19 15,-4 0-9-15,2-2 6 0,1 2 0 0,-2-4 10 16,-1 6 13-16,-1 2-1 0,-2-1 9 16,2 2-24-16,-2 0 6 0,0 3-3 0,-1 2 0 15,-3 3 5-15,0 0-15 0,0 0 10 0,13 6 5 16,-9 0-8-16,-1 1 6 0,1 1 7 15,3-1-7-15,-4 2-3 0,1 0 5 0,2 0 5 16,0 1-10-16,2-2-15 0,-4-1-21 0,5 3-23 16,-2-3-36-16,1-1-89 0,2 1-167 0,0-2-424 15,1-2 101-15,-1-2 34 0,2 1 57 16</inkml:trace>
  <inkml:trace contextRef="#ctx0" brushRef="#br0" timeOffset="20914.52">16882 2283 639 0,'-3'27'254'0,"3"-1"-49"0,-1-1 5 0,2 0-26 15,2 2-5-15,-3-2-28 0,6 4-20 0,-1 2-24 16,-2-3-43-16,1 4-56 0,-1-5-77 0,0 1-180 15,0-2-385-15,-2-2 81 0,2-4 36 16</inkml:trace>
  <inkml:trace contextRef="#ctx0" brushRef="#br0" timeOffset="21680.41">16770 2678 785 0,'0'0'279'0,"0"-7"-35"15,0 7-12-15,6-7-37 0,1 4-24 0,3-2-7 16,1 1-23-16,5-2-5 0,2 4-19 16,2-4 6-16,4 1-18 0,3-3-15 0,-2 2-11 15,5-5 1-15,4 1-11 0,-3 0-5 0,0-2-8 16,0-1-15-16,3 1 74 0,-4-1-10 0,1 0-15 16,-6-1-6-16,2 1-12 0,-7 1-18 15,0 1-3-15,-6-1 0 0,0 2 3 0,-1 2-16 16,-5 1-5-16,2-2-2 0,-4 3-5 0,1 3-3 15,-4 2-10-15,-3 1 7 0,0 0 6 16,0 0-8-16,-6 14-13 0,2-3 18 0,-2 1-21 16,2 2 6-16,-2 1 23 0,1 2-16 0,-1 0 0 15,3 2-10-15,3-3 16 0,-1 3-8 16,1 0 0-16,1-3-8 0,2 2 7 0,3-2-6 16,-1 0 4-16,5-3 3 0,0-1-11 0,1 1-2 15,5-3 13-15,2 0-10 0,2-1-6 0,4-3 3 16,3-2 10-16,0-1 0 0,-2-3-10 15,5 0-5-15,-2-3 8 0,-1-3 5 0,8-2 7 16,-5 0-10-16,1-5 0 0,-5-1-7 0,-1-3 7 16,-1-4-16-16,-6-1 4 0,1-2 7 15,-5 1-10-15,-4 2 7 0,-3 1 6 0,0 5-1 16,0 0-2-16,-4 3 3 0,-3 2 9 0,-3 2-4 16,0 3 5-16,-5 3-10 0,8 2 2 15,-20 4-5-15,6 4 5 0,-2 1 5 0,-2 5 0 16,5 1 13-16,-4 2-23 0,6-1 3 0,-3 1 10 15,7 3-11-15,-2-3 6 0,5-2-6 16,1 1 6-16,-1-1 15 0,1 0-23 0,3-3 5 16,3-1 6-16,1 0-6 0,0-1-5 0,2-2 12 15,1-2-4-15,3 0-5 0,1-4 12 0,2 1 0 16,1-3-9-16,-1-2 4 0,1-1-10 16,0-4-5-16,3-3-6 0,-3-2 19 0,3-4 5 15,-7-2-11-15,3-7 1 0,-2-4-16 16,-5-4 11-16,-2-2-9 0,-4-3 6 0,-3-14-2 15,-1-3 1-15,1 3-6 0,-5-1 9 0,2 5 1 16,-1 8 7-16,1 8 5 0,2 6 5 0,-3 2-12 16,3 4 17-16,1 3-12 0,0 3-16 0,-1 6 13 15,1 2 1-15,-3 3 4 0,6 3 5 16,0 0 0-16,-15 16-15 0,12-3 8 0,0 6-8 16,3 3 26-16,0 3-11 0,0 3 3 0,3 3-10 15,4 3 7-15,0 1-2 0,3-2-3 16,3 11-2-16,5-3 10 0,-2-3-5 0,5 1-8 15,-3-7-13-15,-5-4-41 0,4-2-74 0,-7-1-278 16,8-1-459-16,-5-4 61 0,-3-7 80 0,1-1 71 16,-4-4 72-16,-1-4 54 0</inkml:trace>
  <inkml:trace contextRef="#ctx0" brushRef="#br0" timeOffset="22546.54">19204 2320 1036 0,'0'0'315'0,"0"0"-28"16,0 0-29-16,3 16-17 0,0-6-31 0,-3 5-16 16,4 1-9-16,-4 2-22 0,3 0-22 0,0 2-10 15,0-1-14-15,-2 0-14 0,2-1-6 16,0 1-15-16,1-4-8 0,-4 1-5 0,1-3-5 16,2-1-10-16,0-1 2 0,0-1-12 15,1-1-1-15,2-2 1 0,1-2 5 0,0-1-14 16,0-3 1-16,0-1-10 0,-7 0 5 0,17-1 4 15,-10-1-12-15,-7 2-15 0,13-2 15 0,-5 2-7 16,-8 0-9-16,13 0-2 0,-7 2 0 0,-2 1-5 16,3 2 8-16,-3 0 2 0,3 1-10 15,-1 2 11-15,1-1-14 0,0 1 8 0,0 0-2 16,0-2-3-16,-1 1 0 0,1 1 0 0,4-2 5 16,-2-2 10-16,1 2-5 0,1-5-4 15,-1 3 9-15,5-3-10 0,-2-2 3 0,4-1-6 16,0-1 6-16,-3-1 7 0,3-2-4 15,-3 0-14-15,2-2 13 0,-6 1 3 0,1-3 10 16,-4 1-20-16,0-1 9 0,-4-2-17 0,-3 0 16 16,0-3-4-16,-3 2 1 0,-1-4 0 0,-3 1-11 15,-2 1 13-15,1 1 6 0,1-1-6 0,-2 1-2 16,-2 1 15-16,4 3-6 0,0-1-1 16,1 3 15-16,-1-1-1 0,3 1-9 0,0 1-6 15,1 1 0-15,0 0 1 0,0 0-3 0,3 1 7 16,3-2-12-16,0 2 7 0,1-1 1 15,6-1-6-15,-3 0-5 0,3 3 15 0,1-2-7 16,-1 3-15-16,0-2 14 0,1 2-6 0,2 1-4 16,-3 0 3-16,1 2-18 0,5 4 13 15,-5-1-5-15,3 4 10 0,-1 0-5 0,1 3 0 16,2 4-2-16,-1 1-3 0,1 0 15 0,-2 3-18 16,-1 1 8-16,-1-1 5 0,1 0-5 0,-3 1-5 15,1 1 26-15,2-1-39 0,-2 0-15 16,-1-1-31-16,0-1-44 0,-1-2-56 0,-1-3-186 15,-1 1-498-15,0-1 34 0,-1-1 116 16,1-7 63-16,-3 0 43 0,-4-4 68 0</inkml:trace>
  <inkml:trace contextRef="#ctx0" brushRef="#br0" timeOffset="22697.65">19691 2070 1016 0,'-3'-4'317'16,"3"4"-35"-16,0 0-42 0,0 0-27 0,0 0-49 16,0 0-80-16,0 0-117 0,0 0-162 0,25 12-442 15,-16-7 20-15,2 0 64 0</inkml:trace>
  <inkml:trace contextRef="#ctx0" brushRef="#br0" timeOffset="22880.51">19959 2038 947 0,'3'8'309'15,"4"7"-27"-15,0 2-26 0,3 5-18 0,0 4-21 16,1 3-37-16,-1 2-1 0,6 10-18 0,-1 3-15 16,-2-1-10-16,1 1-42 0,-4-7-65 15,-3-5-86-15,0 2-189 0,0-1-493 0,-4-7 58 16,-3 0 87-16,0-6 69 0</inkml:trace>
  <inkml:trace contextRef="#ctx0" brushRef="#br0" timeOffset="23396.97">19897 2488 929 0,'3'-3'284'0,"1"-3"-23"0,6 2-10 0,-3-1-44 16,7-2 0-16,3 2-15 0,0-2-12 15,7 0-35-15,3-2-17 0,0 1-15 0,1-2-3 16,0 3-18-16,2-3-17 0,-5 1 19 0,-2 1-25 16,1-2-10-16,-3 0-13 0,-2 0 5 15,-4 2-12-15,-2-2-8 0,-2-2-1 0,-1 2 1 16,-3-5 2-16,-1 2-10 0,2-2 5 0,-5-1-15 16,-3 0 5-16,3 3-8 0,-3-1 8 0,0 1 13 15,0 3-18-15,3-2-3 0,-3 5 21 0,0-1-31 16,1 3 8-16,-1 5 7 0,0 0-7 15,0 0-3-15,0 0-3 0,9 17 14 0,-5-2-16 16,3 2 12-16,-3 3-14 0,2 1 12 16,-2 4 5-16,5 0-12 0,-4 0 2 0,1 2 3 15,-2-2-3-15,-1-2 10 0,3 1-17 0,-5-5 14 16,2 0 1-16,0-4-2 0,2 0-4 16,-2-1 3-16,0-3-7 0,-3-3 12 0,4-1 60 15,-4-2-6-15,0-5 5 0,0 0-8 0,0 0 1 16,16-19-11-16,-13 7-4 0,5-4-1 15,-1-3-15-15,3 0 7 0,0 0-17 0,-3 1-1 0,3 3 1 16,-3 2-13-16,3 1 12 0,-3 5-14 16,0 1-1-16,2 4-8 0,-1 2 6 0,-8 0-3 15,20 7-5-15,-12 1 8 0,2 2-1 16,0 3 1-16,0 1 8 0,-3 3-24 0,3 0 16 16,0 1-14-16,1-1 22 0,-1 2-19 0,-3-2-20 15,3 1-41-15,0-1-64 0,-3-2-182 16,4 0-539-16,-1-2 42 0,0-3 83 0,1-3 81 15,-1-2 37-15,0-2 79 0</inkml:trace>
  <inkml:trace contextRef="#ctx0" brushRef="#br0" timeOffset="24013.67">21504 2438 916 0,'14'-12'389'0,"-4"-1"-31"0,3 3-35 0,-5 1-47 16,2-2-12-16,0 1-36 0,0 1-82 15,0-2-21-15,0 0-12 0,4 0-19 0,-4 0 1 16,-3-1-8-16,4-1-15 0,-4 1-13 0,-1 0-3 16,1 2-18-16,-4 0 8 0,4 0-10 0,-6 2 0 15,2 1 5-15,-3 1-13 0,0 6 6 16,-3-7-17-16,3 7 6 0,-14 1-5 0,14-1-10 15,-17 9 7-15,6 1-4 0,-2 1 9 0,3 1-5 16,-1 5-7-16,1 1 13 0,3 1-6 16,-3-1 5-16,6 4-9 0,-2-3 7 0,5-2-6 15,-2 3 6-15,6-3-7 0,-2 2-14 0,5-1 6 16,1 1-3-16,4 0 15 0,-1-4-5 16,7 0-2-16,0-1 0 0,7-2 2 0,-3-2-8 15,6-3-2-15,0 0-10 0,3-2 2 0,-2-3-12 16,6-2-3-16,-4-2 28 0,-2-2-10 15,3 0-8-15,-4-5-5 0,1-3 3 0,-1-3-1 16,-6-1 1-16,-1-1-3 0,-2-4 8 0,-5 2 5 16,-3-1 10-16,-3 3-15 0,-3 1 7 0,-1 1 6 15,0 3 10-15,-3-1-1 0,-3 3-4 16,-1 1-5-16,-5 3 7 0,1 3 3 0,-5 2-6 0,3 1-4 16,-5 2-1-16,-1 2 4 0,2 2 4 15,0 1-3-15,-3 1 1 0,4 0-10 0,2 1 4 16,1-1-2-16,0 4 5 0,3-6 5 15,0 3-10-15,0-1 0 0,4-1 0 0,3-3-2 16,0 2 4-16,3-2 6 0,1 0 8 0,2 0-16 16,5-1 15-16,-1 1 8 0,0 0-23 15,1 1 0-15,-1 0-3 0,0 0-7 0,4 0 18 16,-1 0-6-16,1 1-7 0,-1 2-13 0,-1-1-23 16,1-1-48-16,0 2-60 0,1-1-125 0,-4 1-191 15,5-2-291-15,1 0 58 0,-5-1 86 0,2-4 56 16,0 1 68-16</inkml:trace>
  <inkml:trace contextRef="#ctx0" brushRef="#br0" timeOffset="24663.4">22482 2202 849 0,'-7'-2'305'16,"7"2"-11"-16,0 0-38 0,-21 8-15 0,14-3-29 15,-7 5-20-15,4 0-10 0,-3 3-16 0,-1 2-2 16,4 1-3-16,0 2-53 0,-1 0 0 16,1 0-4-16,4-1-14 0,2-1-3 0,0 1-8 15,1 0-4-15,3-2-4 0,0-2-12 0,3-1 0 16,1 2-5-16,3-3-6 0,3 1-17 16,4-4 10-16,-1 0-13 0,5-3 6 0,2 0-6 15,1-3-5-15,3-1 15 0,-1-2-17 0,1-1-3 16,3-3-18-16,-3-3-21 0,1-1 3 0,-5-1-18 15,2-3-15-15,-6-4-5 0,1 1-18 16,-3-4-13-16,-4-2-16 0,-1-1 1 0,-5-4-1 16,-1-2 4-16,-6-2 19 0,0-2 11 0,-1-2 13 15,-2 2 53-15,2 2 6 0,-2 5 45 16,-2 4 6-16,5 0 20 0,-1 4-15 0,-2 2-13 16,6 2-12-16,-4 6 7 0,1 1-3 0,0 3-7 15,3 4 10-15,0 0-18 0,0 0 15 0,-14 17-10 16,13-5 6-16,-2 3-9 0,0 5-12 15,3 0-5-15,0 2 7 0,0 3 0 0,0 2-4 16,0-1-1-16,0 1 8 0,0-2 10 0,5 0-20 16,-4-3-3-16,-1-3 7 0,1 0 4 15,-1-3-6-15,0-2-2 0,3-1 5 0,-3-3 20 16,3-3-2-16,1-2-14 0,0-4 4 0,-4-1-6 16,0 0 11-16,20-8-3 0,-9-2-15 0,-1 2-3 15,0-3 10-15,4 3 0 0,-4-3-4 16,3 4-14-16,-2 1 3 0,-1 2 8 0,0 1-11 15,1 4-4-15,-1 1 1 0,0 3 4 0,2 2 2 16,-4 3 0-16,2 2 8 0,-2 1 2 16,2 0-5-16,-2 0 3 0,1 1-11 0,-2 0 3 15,0-2 5-15,3 1-2 0,-3-1-1 0,3-2 8 16,0 1 6-16,1-3-19 0,-1 0 11 16,0-3 2-16,4 0 6 0,-1-2-11 0,4-1 10 15,-3-2-12-15,4-3-1 0,1 0 8 0,-1-1-10 16,-2-3-7-16,2 1-42 0,-5-1-56 0,1-2-92 15,-1 2-504-15,-5-1-75 0,-1 1 67 0,-7 0 54 16,0-5 76-16,-4 2 65 0</inkml:trace>
  <inkml:trace contextRef="#ctx0" brushRef="#br0" timeOffset="25613.34">23965 2246 755 0,'-3'-4'215'0,"3"-2"7"15,0 6-32-15,-1-9-32 0,1 9 6 0,-1-6-13 16,-4 2-20-16,5 4-21 0,0 0 0 16,0 0-8-16,0 0-20 0,-18 10 10 0,12-1-25 15,-1 3-13-15,1 1 7 0,-2 1-7 0,2 0 5 16,2 5-5-16,-2-4-14 0,5 3 1 16,-2-1 0-16,3-2-10 0,0 1 0 0,0-2-3 15,4 2-2-15,-1-2 2 0,4-1-13 0,-1-1 6 16,2-3-1-16,1 0-5 0,-2-2 8 15,7-2 0-15,-1-2-12 0,-2 0 7 0,6-3 5 16,-2-3-11-16,-2 0 6 0,3-2-7 16,0-5 9-16,-5 1 11 0,1-3 23 0,1-2-37 15,-3-4-4-15,1 0 10 0,-2-1-10 0,-5-3 8 16,2-1 73-16,-5-2-27 0,2 1-8 0,-3 4 2 16,-3-1-5-16,2 1-7 0,-2 3-3 0,-3 0-5 15,5 1 0-15,-5 4-3 0,-1 2-9 16,0 0-11-16,0 3 7 0,0 3-12 0,-2 0 13 15,-2 3-3-15,4 1-11 0,-3 3 6 0,-1 2-10 16,1-2 2-16,3 2 8 0,-2 4-5 16,1-1-13-16,5 2 10 0,-1 0 3 0,-2 2-13 15,6 1 13-15,-3-1-8 0,3 1-8 0,3 0-25 16,3 1-36-16,-2 1-48 0,7-2-45 16,-1-1-134-16,3 1-485 0,6-1 29 0,-4-4 73 15,3-3 75-15,2 1 67 0</inkml:trace>
  <inkml:trace contextRef="#ctx0" brushRef="#br0" timeOffset="25930.51">24498 1911 678 0,'0'0'289'0,"0"0"-28"0,0 0-13 0,8 22-91 16,-8-9 6-16,3 4-27 0,0 3-28 15,-3 5 7-15,4 0-21 0,-1 3 9 0,0 3-26 0,0 2-1 16,1 0-1-16,0-2-16 0,-1 3-1 15,0-5-14-15,-2-2-26 0,2 2-36 0,0-1-31 16,-3-1-63-16,4-2-91 0,-1-2-242 16,-3-5-187-16,3 1 53 0,0-4 44 0</inkml:trace>
  <inkml:trace contextRef="#ctx0" brushRef="#br0" timeOffset="27063.7">24327 2288 947 0,'0'0'332'0,"-6"-5"-32"0,6 5-16 0,0 0-46 15,-3-6-5-15,3 6-28 0,6-6-18 0,4 1-13 16,0 2-21-16,7-2-9 0,1-2-27 0,5 0-2 16,1-2-12-16,1-1-3 0,6-1-13 0,-1 0-13 15,1 2-7-15,-4 0-11 0,-3 0-2 16,-3-1-13-16,3 2-3 0,-3-4-12 0,-5 4-3 15,2-4-18-15,-5 2 7 0,-2-3-4 0,-1 1 0 16,-4-2 0-16,-2 0-11 0,2-3 0 0,-6-1 9 16,4 1-1-16,-4 0 2 0,-4-1 9 15,4 0 4-15,-3 2-7 0,0 4-3 0,2-1 11 16,-2 4 4-16,3-3-20 0,-3 8-5 0,3 0 3 16,0 4 5-16,0 0-16 0,0 0 10 15,-10 20 9-15,7-7-1 0,3 4-13 0,-1 3 9 16,1 2 1-16,0 4-2 0,0 1 8 0,0 0-8 15,1-1 5-15,2 1-17 0,0-1 7 16,-3-1-3-16,4 0 11 0,-4-3-8 0,3-4-3 16,0 1 14-16,-3-3-6 0,3-2 5 0,-2-3 8 15,-1 1-10-15,3-3 4 0,0-3 17 0,-3-2-12 16,0-4-1-16,11-1-3 0,-11 1-1 0,10-11 1 16,-3-1 8-16,4-1-19 0,-2 1-2 15,-2-1 5-15,4 1 11 0,-1 2-9 0,3-1-4 16,-2 0-3-16,-4 5-18 0,3-1 5 0,1 2 11 15,0 4-6-15,-3 1-7 0,-8 0 10 16,18 3-1-16,-8 2 12 0,0 2-9 0,4 0 0 16,-4 2 6-16,1 0 2 0,2 1-2 15,-3-2-6-15,1 2-2 0,-1-2 0 0,0-1 10 0,4 1 0 16,-4-2 5-16,0-2-10 0,4 2 5 16,-4-5 6-16,7 0-14 0,-4 1 11 0,2-4-6 15,1 0 11-15,-1-2-8 0,1-2 3 0,2-3 0 16,-2-1 7-16,2 0 3 0,1-5-13 15,-7 0-5-15,-2-1 8 0,4-1-3 0,-4-3-8 16,-1 1 8-16,-1 0-5 0,-4 3-2 0,-1 0-6 16,0 2 8-16,0 1 10 0,-2 1 3 15,-1 1-21-15,0 1 3 0,0 2-5 0,-1 1 2 16,-2 3 11-16,0 0-6 0,3 4 6 0,-14 1-13 16,14-1 17-16,-10 10-14 0,3-2-1 0,1 4 8 15,1 1-8-15,-1 2 14 0,6 0 4 16,-1 3-10-16,2-1-3 0,2-1-7 0,0 2 5 15,5 1 2-15,0-2 8 0,0 0-2 16,6-1 2-16,-3-1 3 0,6 0-6 0,0-5-4 0,5 2 7 16,0-5-8-16,1-1 3 0,2-2 3 15,-1-1-8-15,0-3 0 0,-1-1-13 0,2-1 20 16,-1-5-2-16,0 0-2 0,-4-2 9 0,1-3-14 16,-1 0-3-16,-3-3-3 0,-3-2 15 15,-1 1-9-15,2-2-6 0,-5 1 20 0,1 3-4 16,-2 2 5-16,-2 1 5 0,-1 1-26 0,-2 0 5 15,3 3-5-15,-3 4 0 0,-1 0 11 0,-3 3 2 16,0 0-13-16,13 8 8 0,-9 1 0 16,2 4-3-16,-1 1-7 0,1 3 5 0,-2-1 4 15,2 2 6-15,0 2 11 0,-2 2-6 16,3-4-8-16,-3-2 13 0,-1 1-12 0,1 0 4 16,2-2-2-16,-3-2 6 0,-2-2-9 0,2 0 13 15,1-3 16-15,-4 0 12 0,3-1 1 0,-1-2-6 16,-1-1 0-16,-1-4 6 0,0 0-6 15,0 0-13-15,0 0-2 0,-6-17 18 0,6 6-13 16,-4-3-7-16,1-1-4 0,3-6 1 0,-4-2 10 16,1-4-2-16,3-1-16 0,-3 2 5 15,2-4-10-15,1 2 18 0,0-2-10 0,0 1-1 16,1 2-7-16,-1 2 21 0,3 1-19 0,0 2 1 16,0 4 2-16,1-1-2 0,0 2-6 0,1 1-5 15,-3 1 8-15,1 3 8 0,3 0-13 16,-2 3 2-16,-1 0 3 0,1 1-15 0,0 3 7 15,-1 0-20-15,4 2-36 0,-4-1-38 0,-3 4-39 16,7 0-110-16,-7 0-596 0,3 7 35 0,-3-3 93 16,0-4 64-16,0 0 76 0,-4 9 50 15</inkml:trace>
  <inkml:trace contextRef="#ctx0" brushRef="#br0" timeOffset="36145.58">7679 4309 645 0,'0'0'186'0,"0"-6"58"0,0 6-14 16,0 0-25-16,-3-3-16 0,3 3-12 0,0 0-6 15,-4-5-12-15,4 5-11 0,0 0-20 0,0 0 0 16,0 0-12-16,0 0 4 0,0 0-13 0,0-7-9 15,0 7-1-15,0 0-5 0,0 0-10 16,0 0-21-16,0 0 3 0,0 0 8 0,0 0-16 16,0 0 3-16,0 0-8 0,0 0-7 0,0 0-8 15,0 0-16-15,0 0 8 0,0 0-5 16,0 0-17-16,0 0-24 0,0-4-28 0,0 4-6 16,0 0-22-16,0 0 3 0,0 0-24 0,0 0-41 15,0 0-76-15,0 0-134 0,0 0-365 16,0 0 50-16,0 0 42 0,0 0 68 0</inkml:trace>
  <inkml:trace contextRef="#ctx0" brushRef="#br0" timeOffset="36528.4">7679 4261 944 0,'0'0'282'0,"0"0"-24"15,0 0-38-15,0 0-12 0,0 0-1 16,0 0-10-16,11 17-20 0,-1-9-11 0,0 2-15 16,1 4-15-16,5 1 10 0,2 1-24 15,6 2-1-15,-1-1-24 0,1 3 0 0,7 5-7 16,3 4-1-16,0-1-25 0,0-2 0 0,-9-1 11 16,8 2-19-16,-8-4-15 0,-1-2-18 0,-3-3-23 15,-2 0-15-15,-4-1-60 0,1-3-32 0,-1 0-62 16,-2-3-146-16,-3 0-417 0,1-4 3 15,-2 0 96-15,-2-3 62 0,-4-3 52 0</inkml:trace>
  <inkml:trace contextRef="#ctx0" brushRef="#br0" timeOffset="36778.78">8032 4293 934 0,'0'0'212'15,"-3"-7"-10"-15,3 7-25 0,-4-2-11 16,4 2-22-16,0 0 4 0,0 0-12 0,-14 12-13 16,10 1-8-16,-5-4-5 0,1 7-10 0,-2 1-3 15,-3 2-23-15,-4 4-5 0,3 2 3 0,-6 2-5 16,-2 7-1-16,-1 0-17 0,2-4 2 16,4-3-2-16,1-2-6 0,1 0-2 0,-1 0 64 15,2-2-23-15,4-3-18 0,3 1-33 0,0-5-52 16,0 1-32-16,6-5-101 0,-1 1-184 15,5-2-404-15,5-1 56 0,1-2 89 0,-2-3 55 16</inkml:trace>
  <inkml:trace contextRef="#ctx0" brushRef="#br0" timeOffset="37029.21">8384 4486 931 0,'-1'7'343'16,"1"3"-38"-16,-3 0-31 0,0 3-23 0,-1 3-31 15,1 2-21-15,3 0-14 0,-3 1-9 16,3 1-25-16,0-2-20 0,0 1-3 0,3 2-18 0,-3-3-13 16,3 0 0-16,1 5-33 0,-1-7-33 15,0 1-59-15,1 0-31 0,3-1-64 0,0-5-89 16,-3 3-159-16,5-4-338 0,2-2 23 15,-4-1 76-15,3-4 45 0</inkml:trace>
  <inkml:trace contextRef="#ctx0" brushRef="#br0" timeOffset="37711.42">8531 3921 778 0,'-4'-4'248'0,"4"4"-10"0,0 0-18 15,0 0-10-15,0 0-15 0,-6 17-29 16,6-6 3-16,0 3-16 0,0 5-12 0,0 3-87 16,0 3-8-16,3 1 3 0,0 4-1 0,1 6 70 15,-1 0-5-15,0-1-3 0,-3 5 0 0,4 10-3 16,-1 0-22-16,4 3-8 0,-3 0 5 15,2-3-6-15,-2 2-1 0,-1-2 4 0,1 0-15 16,3 2 2-16,-4-2-9 0,1 3-9 0,2-3-73 16,-6-6-1-16,4 7 6 0,-1 1 7 15,3 2-5-15,-6-1 5 0,5 2 3 0,-2-2-3 16,-3-9 23-16,3-5-10 0,-2 11-10 0,2 5 13 16,3-4 2-16,-6-9-3 0,1-6-9 0,1 3 17 15,-1-1 0-15,2 1-12 0,-3 17 4 16,3-5 3-16,-3-8 6 0,4-3-14 0,-4 0 11 15,4-3-1-15,-1 14-2 0,0-5 16 0,1 4-11 16,-1-7-7-16,0-4 12 0,1-4-5 0,-1 2 13 16,5 13-18-16,-2-10 1 0,-3-5 9 15,4 3 0-15,0 11-4 0,0-11-4 0,0-1 11 16,-3-5-10-16,2 4-16 0,0-3 6 16,2 0 9-16,-4 2 11 0,2-2-10 0,-2 2 2 15,2-2 0-15,5 16-7 0,-5 0 10 0,1-10-8 16,-4-5-8-16,4 1 14 0,-3-1-4 15,0 1 9-15,-1 0-19 0,0 3 0 0,0-4 14 16,1 2-4-16,-1 3 6 0,0 1 0 0,-2 1-5 16,2-4-1-16,1 3 4 0,-1 0 4 0,-3-3-10 15,4 14 3-15,-1-5-6 0,-3-10-2 0,3 6 10 16,-2 8 8-16,5 4-7 0,-3-1-6 16,-2-2 0-16,2-6-13 0,1-8 18 0,-1 2 3 15,-3-2-8-15,3 2 3 0,-2-1 0 0,2-1 2 16,0-1 0-16,0-2-2 0,1 3 0 15,-1-9 9-15,0-3-14 0,-2 1 0 0,3-2 4 16,-1-2-22-16,0-5-8 0,-2 0-31 0,-1-5-15 16,2 2-56-16,-2-7-83 0,0-3-240 15,0 0-376-15,0-4 118 0,-2-15 48 0,1-2 54 16,-2-16 56-16</inkml:trace>
  <inkml:trace contextRef="#ctx0" brushRef="#br0" timeOffset="38278.43">8948 4267 645 0,'0'0'266'0,"0"0"10"16,13 11-22-16,-6-3 32 0,4 6-22 0,-1-3-16 16,3 6-23-16,4 5-27 0,0-1-9 15,1 4-20-15,6 8-23 0,3 4-8 0,-4-3-15 16,-2-6-18-16,-3-3-5 0,-2 1 0 0,5-1-29 16,-4 0-14-16,0-1-29 0,-3-1-23 15,0-4-38-15,-1-3-72 0,1 1-93 0,-7-4-201 16,6-3-361-16,-5-2 51 0,-1-6 79 0,-1 0 49 15</inkml:trace>
  <inkml:trace contextRef="#ctx0" brushRef="#br0" timeOffset="38512.43">9331 4275 813 0,'0'0'326'0,"0"0"-45"16,0 0-17-16,-18 11-8 0,11-1-21 15,-2 3-27-15,2 3-9 0,-4 0-22 0,-2 3-13 16,3 2-13-16,-1 4-18 0,-2 3-15 0,2-1-6 16,-2 0-9-16,6 2-22 0,-4-3 1 15,1 2 0-15,3-4 0 0,1-1-20 0,-5 1-9 16,5 0-17-16,2-4-20 0,-2 3-29 0,2-4-67 16,4-2-55-16,0-2-106 0,0 0-179 15,0-5-345-15,4 0 71 0,2-2 80 0,-2-2 59 16,2-4 63-16</inkml:trace>
  <inkml:trace contextRef="#ctx0" brushRef="#br0" timeOffset="38845.65">9515 4443 609 0,'14'-7'261'0,"3"5"-13"0,-4-1-20 0,1 3-5 15,-4 3-16-15,2-2-2 0,1 5-36 16,0 0-11-16,1 6-27 0,-4-1-6 0,1 5 6 15,-4 2-16-15,-1 3-7 0,-3-1-16 0,-3 2 2 16,0 2-19-16,-6-2-6 0,-1 1-10 0,-4 7-3 16,-2-8-5-16,-4 1-2 0,3 1 17 0,-3-3 67 15,0-2-35-15,3-6-78 0,-2 2 11 16,4-7 0-16,2 6 35 0,-2-5-10 0,4-5-12 16,1 3 5-16,0-1-3 0,4-3 5 0,-4 2-5 15,4-3-10-15,3-2-3 0,0 0 0 16,0 0-12-16,0 0-1 0,0 0 8 0,0 0-12 15,0 0-6-15,31-8 11 0,-18 6-9 0,0 1-1 16,5-4-9-16,-2 2 8 0,5-1-22 16,0 1-24-16,0 0-33 0,-4-1-41 0,4 1-13 15,-1-1-64-15,0 0-136 0,1 0-404 0,-1 1 11 16,1-3 25-16,-4 2 102 0,0-4 56 0</inkml:trace>
  <inkml:trace contextRef="#ctx0" brushRef="#br0" timeOffset="39379.04">10052 3878 719 0,'0'0'261'0,"0"-7"-28"16,0 7-21-16,0 0-20 0,0 0-18 0,0 0-18 15,0 20 8-15,0-8-31 0,0 6 0 16,4 7-5-16,-4 4-7 0,6 5-16 0,-2-1 0 16,-1 17 48-16,4 0-15 0,-1 0 3 0,2 3 0 15,-1 2-18-15,2 1-21 0,-2 4 3 0,1-1-8 16,1 0 6-16,-2 0-16 0,3 1-5 0,-2 3-11 16,-1-1-12-16,2 1-18 0,-2-1 3 15,1 2 7-15,1 1-5 0,-2 12-5 0,1-15-10 16,2 14 17-16,-4-14-4 0,4 0-8 0,-5 1-3 15,4-1-74-15,-2 2-15 0,-1-2 17 16,-2 2 19-16,3 0 2 0,0-1-8 0,-3 0 11 16,2 2 0-16,1-3 2 0,0-2 13 15,-3 2-13-15,2-3 3 0,-2 0 5 0,2 1-6 16,-2-3 9-16,3 0-1 0,-3 1 1 0,2-1-1 16,0 3 1-16,1-1 25 0,1-1-21 0,-2-2-7 15,1-3 13-15,0 2-3 0,-1-3 5 0,2 1-7 16,2-2 7-16,-4 4-7 0,1-5-3 15,1 0 0-15,-2-1 7 0,-2-6-9 0,2 7 22 16,1-1 1-16,0-8-9 0,3 8-4 0,-6-11 7 16,2-1 16-16,-3-3-15 0,2-4 1 15,1 2-6-15,-6-2-11 0,4-3 12 0,-4-2 4 16,3-7-9-16,-3 2-9 0,3-2-11 0,-3-6-18 16,0 3-33-16,0-5-23 0,0-3-82 15,-3-1-212-15,3-5-474 0,0-1 100 0,-7-14 61 16,4-4 57-16,-8-14 71 0</inkml:trace>
  <inkml:trace contextRef="#ctx0" brushRef="#br0" timeOffset="40211.42">10346 4179 655 0,'0'0'348'0,"0"0"-33"0,16 17-29 15,-11-9-22-15,1 4-21 0,1-3-18 0,0 2-25 16,3 4-13-16,1 0-10 0,2-2-24 16,-2 3-22-16,2-1-3 0,1 1-3 0,-4 0-15 15,0-4-13-15,4 1-15 0,-4-1-20 0,0 1-37 16,1-2-14-16,-1-1-22 0,0 2-6 16,1-6-17-16,-4 1-20 0,2-2 3 0,-2 2-25 15,4-6-6-15,-5 1-26 0,1-2-17 0,0-3-11 16,0 0 11-16,0-2 12 0,-4-2 5 0,1-2 21 15,2-1-5-15,-3-5 13 0,-1 0 17 16,1-3 24-16,0 1 18 0,0 0 38 0,-3 0 28 16,4 0 18-16,-4 1 23 0,3 3 15 0,-3 1 3 15,0-1-10-15,0 3-11 0,0 3-7 16,0-1-5-16,3 4-6 0,-3 4 3 0,0 0 11 16,0 0-14-16,0 0 11 0,0 0 10 0,-6 26-10 15,6-13 0-15,-3 6-8 0,-1-1 10 16,1 6 3-16,-2 1-23 0,2 3 7 0,0 6-4 15,0 3 4-15,2-2-9 0,-2 0-19 0,3 1 11 16,-3 1 4-16,3 0-27 0,-3 1 10 16,2-5-18-16,1 3-31 0,0 2-61 0,0-4-136 15,0 2-635-15,0 0 34 0,-6-1 97 0,2-8 94 16,0-7 49-16,-2-2 52 0</inkml:trace>
  <inkml:trace contextRef="#ctx0" brushRef="#br0" timeOffset="40863.42">7738 5429 798 0,'-10'0'341'0,"10"0"-34"0,0 0-21 0,0 0-25 15,0 0-40-15,-10-1-22 0,10 1-12 0,0 0-18 16,0 0-20-16,0 0 4 0,0 0-22 0,0 0-6 16,26 6-15-16,-12-6 3 0,10 0-26 0,-1-2-5 15,16-2 5-15,2-2-18 0,20 0 20 16,1-1-7-16,9-2 5 0,2 1-17 0,15-5-27 15,0 2 11-15,1 2-11 0,4 0 1 16,2 0 12-16,5 0-28 0,-4-1 16 0,9 4-11 16,2-1-7-16,2-2 2 0,4 1 3 0,7 1-6 15,-1 0-7-15,1 0 0 0,-7-3 0 16,3 3 2-16,1 0-66 0,5 1-10 0,-2-1 10 16,-1 1 13-16,-3-1 4 0,-6 3 22 0,-4-2-14 15,-7 2-2-15,-3-2 0 0,-17 5-2 0,-1-3 2 16,-3 0-3-16,-6 3 3 0,-1-2 10 15,-6 1-2-15,-11 1 5 0,-9 0 2 0,-5 1 3 16,-6-2 2-16,2-1 11 0,-5 2-3 0,-4 1 8 16,-4 0-6-16,-2-2 19 0,-2 2-5 15,-2-1-14-15,-1 1 1 0,-1-3 0 0,-2 3 2 16,-1 0-23-16,-9 0-30 0,11 0-83 0,-11 0-115 16,0 3-619-16,0-3 108 0,-14 4 51 15,7-1 58-15,-7-6 82 0</inkml:trace>
  <inkml:trace contextRef="#ctx0" brushRef="#br0" timeOffset="42114.4">17047 4278 816 0,'0'0'256'0,"0"0"-13"16,0 0-7-16,0 0-26 0,0 0-13 16,0 0 54-16,0 0-16 0,23 15-17 0,-15-7-32 15,4 0-22-15,-1 1-15 0,0 1-11 0,2-2-13 16,-3 6-15-16,4-5-12 0,-1 2-1 15,-2 0-2-15,-1 0-19 0,3 0-4 0,-2-1-13 16,2 2-8-16,-3-3-23 0,1-1-17 16,-1 0-17-16,-3-2 9 0,0-1 2 0,0 1-13 15,-1-2 1-15,-2 0-14 0,2-3-9 0,-6-1-16 16,0 0-1-16,15-5 1 0,-12 1 8 0,0-2 5 16,1-2 10-16,-4-2-5 0,3-2 2 0,-3-1 5 15,0-1-2-15,0 1 21 16,0-7-1-16,-3 3 11 0,3-1 18 0,-4 3-1 15,4-2 6-15,0 5 18 0,-3-1 9 0,3 2-4 0,-3 2 8 16,3 0-27-16,0 2-14 0,0 2 10 16,0 5-3-16,0 0 5 0,0 0-2 0,0 0 10 15,0 0-18-15,-4 23-5 0,4-9 10 0,0 4 5 16,0 0-7-16,1 7-3 0,-1 2 0 16,3 2 7-16,0 0 1 0,-3 3 5 0,0 1-10 15,3 1 12-15,0-4-25 0,-2-2 5 0,-1 0-16 16,3 0 21-16,0-2 3 0,-3-1-18 15,5-1 4-15,-5-5-1 0,3 0-9 0,-3 0 14 16,3-6-6-16,-3 1 8 0,3-3-13 0,-3 2-3 16,1-5 16-16,2 1-13 0,-3-1-17 0,0 0-22 15,0-5-19-15,0-3-50 0,3 7-58 16,-3-7-82-16,0 0-121 0,0 0-322 0,0 0-74 16,0 0 69-16,7-13 54 0,-4 8 84 15</inkml:trace>
  <inkml:trace contextRef="#ctx0" brushRef="#br0" timeOffset="42944.04">17867 4429 860 0,'0'0'250'16,"14"-8"-19"-16,-14 8-14 0,13-4-14 0,-3 3-19 16,1-4-18-16,8 3 57 0,-1-4-13 0,3 3-18 15,2-2-21-15,5 1-25 0,-1-1-15 16,1 3-21-16,-1-4 15 0,1 3-17 15,-1-1-19-15,0 0-9 0,-4 3-19 0,-2-4-15 0,0 5-30 16,-4 0-55-16,-3 0-50 0,-1 0-55 0,1 0-119 16,-4 2-457-16,-3 2-2 0,-1-3 83 15,-6-1 42-15,4 7 54 0</inkml:trace>
  <inkml:trace contextRef="#ctx0" brushRef="#br0" timeOffset="43161.18">18140 4575 660 0,'0'0'246'0,"-6"3"12"16,6-3-30-16,-1 6 0 0,1-6-36 0,0 0 0 15,0 4-18-15,0-4-5 0,10 4-18 16,-10-4-13-16,18 0-10 0,-5-1-23 0,4-2 2 16,0 1-27-16,4 0 14 0,6-4-19 15,-2 3-9-15,-2 0 3 0,1 1-5 0,-3-1-18 16,3 3-30-16,-4-4-37 0,1 2-96 0,0 2-216 15,-5 0-433-15,1 0 91 0,-6 2 63 0,2-4 67 16</inkml:trace>
  <inkml:trace contextRef="#ctx0" brushRef="#br0" timeOffset="44243.75">19507 4150 931 0,'0'0'305'16,"-3"-7"-36"-16,3 7-11 0,-4-5-30 15,4 5-16-15,-6-4-22 0,6 4-29 0,0 0 0 16,-7 0-7-16,7 0-39 0,0 0-13 0,-11 8 1 15,8 0-34-15,-1 1-59 0,-2-1-7 0,3 3 10 16,-1 2-16-16,1 0 11 0,0 1-6 16,-2 2-12-16,2 0 10 0,3-5 0 0,0 3 5 15,0 2-7-15,3-4-11 0,-2 2 5 0,6-3 8 16,-3 3 3-16,5-3 4 0,-2-3-7 16,4 2 11-16,-1-3-14 0,0 0 13 0,1-1-5 15,-1-4 3-15,3 1-11 0,1-3 19 0,-4-1-11 16,4-1 5-16,-1 1-5 0,1-5-5 15,-4 1 11-15,0-1-6 0,-3-2 7 0,4 0-4 16,-4-5 15-16,-1 1-20 0,-2-2 10 0,-1-2 7 16,-3 3-10-16,0-3 1 0,0-5-11 15,-3 3 10-15,-1 0 0 0,-2-4 0 0,-4 4 3 16,2-1 5-16,1 3-3 0,-2 1 6 16,2 3-16-16,-4-1 23 0,4 2-13 0,-2-2 1 15,-2 5 2-15,4 3-3 0,-3-2-2 0,3 2-3 16,-4 4 11-16,1 1-16 0,-3 1-8 0,2 4 3 15,1-1 0-15,-4 4 5 0,4 2 8 0,0 1-5 16,-1 0 5-16,2 3-1 0,5-3-14 16,-2 3 15-16,2-3-13 0,4 2-6 0,0-1 1 15,0-2-2-15,3 3 7 0,1-1 10 16,6 0-8-16,1-1-17 0,2-1-28 0,0 0-24 16,8 0-74-16,3-5-71 0,0 2-188 0,4 0-344 15,-2-1 70-15,2-4 63 0,-4 1 65 0</inkml:trace>
  <inkml:trace contextRef="#ctx0" brushRef="#br0" timeOffset="44628.08">19955 4246 757 0,'-17'8'307'15,"13"-2"-28"-15,-2 1-25 0,2 2-34 0,-2 1-15 16,-1 4-11-16,-3-3-20 0,6 4-20 15,1 0-16-15,-1 0-13 0,1 0-4 0,0 2-14 0,3 1-22 16,0-3-1-16,3 2-15 0,0-1 0 0,1 0 6 16,3-2-14-16,3-1 6 0,0 0-16 15,0-5-5-15,5 2 3 0,1-4-14 0,2-2 14 16,1 0-18-16,2-4 12 0,0-1-9 16,-4-4-1-16,4 3-2 0,-1-6-11 0,-3 0 8 15,0 0-10-15,-3-5 3 0,0 0 7 16,-4-1-5-16,-4-3 0 0,1 0-8 0,-4-2-7 0,-3-2 5 15,-3 3 7-15,0-1 21 0,-4-4-18 16,0 4 8-16,-2 2-3 0,-3 1 10 0,-1 2 1 16,-1 3-21-16,-2-2 0 0,-2 5-3 0,2 1-7 15,1 1-6-15,2 2 6 0,-4 3 10 0,3-1-18 16,0 4-13-16,4-1-25 0,0 3-34 16,-1-1-23-16,5 3-48 0,5-4-85 0,1 4-164 15,1 2-383-15,8-5 38 0,-1 3 53 0,5-4 83 16,0 4 79-16</inkml:trace>
  <inkml:trace contextRef="#ctx0" brushRef="#br0" timeOffset="44843.91">20580 4209 813 0,'11'-6'262'15,"-1"3"-9"-15,4-2-30 0,0 1-29 16,3-2-25-16,0-1-8 0,1 4-12 0,1-1-21 16,5 0-13-16,-3 3-18 0,-1-3-2 0,7 1-59 0,-5 0-49 15,2 0-51-15,-4 1-49 0,3 1-119 16,-9 1-122-16,4-4-286 0,-1 3 75 0,-7-2 19 16</inkml:trace>
  <inkml:trace contextRef="#ctx0" brushRef="#br0" timeOffset="45044.71">20796 3961 716 0,'0'0'231'0,"-7"-1"-34"0,7 1 0 15,0 0-15-15,-9 8-11 0,8-1-2 16,-2 2-18-16,3 0-10 0,0 7-8 0,0-4-13 16,3 8-2-16,-2-2-21 0,5 2 62 0,0 4-16 15,-2-2-5-15,3-1-20 0,0 1-13 16,0 2-5-16,0-3-13 0,2 2-36 0,-1 0-35 15,2-3-52-15,0 2-64 0,4-5-166 0,-1 1-472 16,2 0 24-16,1-5 105 0,-2-2 43 16</inkml:trace>
  <inkml:trace contextRef="#ctx0" brushRef="#br0" timeOffset="45494.2">21282 4016 732 0,'-4'18'302'16,"1"-10"-34"-16,0 3-17 0,0 2-23 0,2 0-36 15,-3 4-15-15,1 0-8 0,3-2-21 16,-3 3-15-16,6-2-15 0,-3 1-13 0,7 0-18 16,-3 0 2-16,-1-2-7 0,4-1-2 0,2 0-11 15,-1-3-18-15,5 0 0 0,0-3 64 0,-1-2-12 16,4 2-9-16,2-7-9 0,-2 1-13 15,-2-2-19-15,3-3 1 0,1-2 8 0,-5 1-9 16,4-8-1-16,-4 3-9 0,1-7 1 16,-3-2-16-16,0 0 5 0,-5 0-13 0,-2-6 14 15,-1 1 2-15,-3-1-11 0,0 1-2 0,-3 1 8 16,-4-1-5-16,4 4 9 0,-2 2-1 0,-1 1 9 16,-1 0-7-16,-3 4 2 0,-1-1 6 15,-2 5-21-15,-4 1-5 0,3 4 5 0,-4-1-5 16,-1 4 13-16,1 4-8 0,-2-1 2 0,3 5-15 15,-1 1 6-15,2-1-6 0,-2 6-5 16,5-2 8-16,2 1 2 0,1-1-4 0,4 4-1 16,2-2-15-16,1-2 5 0,3 3 5 0,3 0 0 15,4 1 0-15,3 1-5 0,4-1-18 0,3-3-8 16,3 2-30-16,5-1-41 0,2-3-64 16,0 3-52-16,-3-6-122 0,3 1-474 0,7-2 21 15,-7-5 76-15,-5 1 57 0,2-3 86 0</inkml:trace>
  <inkml:trace contextRef="#ctx0" brushRef="#br0" timeOffset="45677.75">21777 4146 678 0,'0'0'246'0,"0"0"-16"0,0 0-13 16,0 0-17-16,0 20 56 0,-3-11-18 0,3 0-23 16,0 2-15-16,0 3-13 0,3 2-26 0,-3-3-13 15,4 5-20-15,-1-3-2 0,0 5-6 16,2-2-15-16,-2-2-10 0,6 1-31 0,-5 1-18 0,3 0-46 15,3 0-46-15,-3-1-67 0,0-2-145 16,3 2-513-16,1-3 52 0,-1-3 89 0,0-3 62 16,0-2 64-16</inkml:trace>
  <inkml:trace contextRef="#ctx0" brushRef="#br0" timeOffset="45895.64">22044 3956 757 0,'4'-3'315'16,"-4"3"-39"-16,0 0-20 0,13 10-30 0,-3-3-14 15,1 1-17-15,-1 2-21 0,7 5-10 0,0-1-21 16,4 4-10-16,3 0-18 0,0 0-12 16,-1 2-6-16,4-2-13 0,-2-1 62 0,-1 2-28 15,0-1-46-15,3 0-72 0,-4-3-105 16,-5 0-213-16,6-1-439 0,-4-3 76 0,4-2 51 15,-6-4 64-15,-5-4 70 0</inkml:trace>
  <inkml:trace contextRef="#ctx0" brushRef="#br0" timeOffset="46144.15">22427 3825 947 0,'-10'6'279'0,"3"1"-34"0,-4 1-14 0,1 6-6 16,3 1-38-16,-6 2-11 0,3 4-2 0,-1 2-17 16,-6 4-14-16,7-2 3 0,-4 4-41 15,0-1-3-15,0 2 1 0,-2-4-22 0,2 1 60 16,1 1-18-16,-1 2-13 0,0-3-10 0,4 2-15 16,-1-4-14-16,5 0-45 0,-1-1-44 0,3-2-79 15,1-4-180-15,6 2-509 0,-2-3 39 16,5-1 107-16,1-8 51 0,4-4 77 0</inkml:trace>
  <inkml:trace contextRef="#ctx0" brushRef="#br0" timeOffset="46427.5">22659 3992 847 0,'0'0'286'0,"0"0"-27"0,0 0-24 16,0 0-14-16,-10 21-17 0,14-9-17 0,-8-1-13 15,4 4 41-15,4 1 3 0,-4 5-26 16,3-3-26-16,-3 4-7 0,4 1-85 0,-1 1 11 16,3-3-24-16,-5 4-2 0,5-1-5 0,1-2-3 15,-3 2 8-15,2-4-23 0,-2 3-6 16,-1-6-2-16,1 2-10 0,-1-1-7 0,0 0-27 15,2-3-20-15,-2 0-89 0,0-1-108 0,0-3-479 16,0 3-7-16,-2-8 46 0,2-1 54 0,0-3 86 16</inkml:trace>
  <inkml:trace contextRef="#ctx0" brushRef="#br0" timeOffset="46728.28">23124 4118 918 0,'7'-1'318'0,"-7"1"-26"15,10-4-34-15,-2 1-33 0,2 2-10 0,3-4-23 16,1 2-18-16,3 2-17 0,3-3-24 0,1 0-10 16,-1 3 48-16,1-4-61 0,0 3-54 0,3-1-61 15,-4 0-115-15,0 3-226 0,-6-3-414 0,3-1 95 16,-7 1 73-16,1-2 57 0</inkml:trace>
  <inkml:trace contextRef="#ctx0" brushRef="#br0" timeOffset="46928.52">23254 3906 854 0,'-3'10'318'0,"0"2"-31"16,2 1-24-16,1-1-89 0,-3 6-13 0,3 2-4 16,3-1-17-16,-2 0 4 0,2 5-32 15,3 1 4-15,-2-2-22 0,3 1 57 0,-3 1-36 16,5-4-10-16,-2 1-33 0,0 1-51 0,4-3-42 15,2-2-135-15,-2 3-494 0,2-4-64 16,3-5 66-16,-1 1 75 0,-2-5 56 0</inkml:trace>
  <inkml:trace contextRef="#ctx0" brushRef="#br0" timeOffset="47377.28">23736 3845 796 0,'3'18'273'0,"-3"-6"-40"16,0-2-12-16,-1 1-12 0,2 6-27 0,0-2-8 15,-1 3-20-15,3-1-16 0,0 4-15 0,1-5 2 16,-1 1-20-16,5 0-7 0,-2-1-24 0,1-3 5 16,1 0 0-16,-3-1-12 0,6 0 30 0,-1-3-28 15,-3-2-17-15,7-3-19 0,-4 1 15 16,0-5-12-16,4 0-5 0,-1-4 13 0,1 0-6 15,-1-4 8-15,0-1 3 0,-2-6-16 16,0 0-7-16,-1-4-1 0,-3-4-12 0,-1 1 13 16,-2-3 4-16,-1-2-14 0,-3 1-1 0,-3-1 3 15,0 2 18-15,1 2 53 0,-3-2-2 16,-2 6-18-16,0 2 1 0,-3 2-9 0,0 2-18 16,-4 5 6-16,1 2-13 0,-2 1-3 0,-1 3 1 15,-2 4-4-15,0 3-4 0,-4-1-3 0,4 3 5 16,1 3-2-16,-3 3 7 0,8-4-15 15,-4 4 13-15,6-2-3 0,3 1-3 0,-3 1 9 16,3-1-11-16,4 1-5 0,0-4-11 0,3 3 3 16,3 0 1-16,3-3 4 0,-2-1-2 15,7 3 5-15,2-4-13 0,6 1-3 0,-4-1 6 16,9 2 0-16,0-5-26 0,2 1-36 0,0 2-33 16,0-4-51-16,-1 0-87 0,2 1-400 15,-3-1-207-15,0 1 90 0,-7-3 76 0,4 1 55 0,-8-1 81 16</inkml:trace>
  <inkml:trace contextRef="#ctx0" brushRef="#br0" timeOffset="47728.23">24177 3984 1141 0,'0'0'351'0,"0"0"-29"0,6-5-17 0,-6 5-47 16,0 0-17-16,0 0-23 0,15 6-32 0,-8 0-4 15,2-1-28-15,-2 3-13 0,1 1-16 16,1 3-7-16,-2 1 2 0,0-1-18 0,-3 4-17 16,0-1-8-16,-4 4-8 0,3-3 2 0,-6 2-7 15,3 1-87-15,-4-1 6 0,-3-1 6 16,0 4-2-16,0-5 3 0,1-3 0 0,-2 2 0 16,2-2 15-16,2-3-8 0,1 0 8 0,-1-1-2 15,1-1 12-15,0-1 8 0,0 0-23 16,2-3 13-16,-3 3 13 0,4-4 2 0,0-3-13 15,4 7-4-15,0-4 1 0,-4-3 6 0,13 1-2 16,-3-1 4-16,4 0 6 0,-4-1-19 0,5 1-7 16,1-5-5-16,2 5-15 0,-2-1-29 15,5-3-51-15,-3 1-30 0,1 0-95 0,-1-1-180 16,2 0-429-16,-3-2 102 0,1-2 56 0,1-3 72 16,-7 3 71-16</inkml:trace>
  <inkml:trace contextRef="#ctx0" brushRef="#br0" timeOffset="47977.35">24522 3650 1031 0,'0'0'335'0,"7"17"-2"0,-3-9-33 15,2 5-24-15,1-1-30 0,0 2-24 0,7 3 1 16,1 2-26-16,1 2-28 0,4 1-15 0,1 1-13 15,0-3-3-15,2 0-18 0,1 2-10 16,-3-4-7-16,3 3-16 0,-1-2-21 0,-2-2 1 16,3 1-11-16,-5-4-25 0,-4-3-29 0,3 2-48 15,-5-5-23-15,0 1-82 0,-2-1-100 16,-1-4-524-16,0 0-9 0,-3-3 116 0,0-1 51 16,-4-2 49-16</inkml:trace>
  <inkml:trace contextRef="#ctx0" brushRef="#br0" timeOffset="48210.66">24844 3611 993 0,'0'0'343'0,"-14"7"-39"0,10 1-20 16,-2 1-23-16,-1 2-5 0,-2 3-38 0,1 2-3 15,-2 3-20-15,-1 3-29 0,4-1-10 16,-6 5-13-16,2 2-4 0,1 0-22 0,0 2-9 15,-4-1-3-15,4 1-18 0,0-1-10 0,-4 0-16 16,4 0 3-16,-4 0-13 0,4-1-28 16,0 0-66-16,-1 0-44 0,4-6-146 0,1 1-594 15,2-2 44-15,1-4 64 0,3-3 73 0,0-3 78 16</inkml:trace>
  <inkml:trace contextRef="#ctx0" brushRef="#br0" timeOffset="48628.25">25202 3796 1208 0,'11'0'361'0,"-1"4"-41"0,0-3-31 0,4 4-26 15,0 2-27-15,0 5-29 0,-1 1-25 0,1 2-21 16,-1 2 3-16,-1 1-21 0,-6 4-25 15,0-1-5-15,-5 1-18 0,-1 0 12 0,-7 3-20 16,2 0-10-16,-4 1-11 0,-4 1 1 0,-2-4 5 16,7-3-26-16,-8 0-67 0,6-5 3 15,0 0 3-15,3-2-8 0,-3-1 20 0,3-2-2 16,1 0 0-16,2-1 18 0,-3-3-11 0,6-1 6 16,-2 1 10-16,0 2 0 0,6-5-8 0,1 3 72 15,7-4-3-15,2 3 1 0,4-3-16 0,0 1 0 16,7 1-13-16,4-1-5 0,2 0-5 15,-2 0-10-15,3-1 15 0,3 0-13 0,-1 1 3 16,-2-2-13-16,0 0 0 0,-3 2 5 0,-1 1-2 16,-6-3-11-16,-1-1 0 0,-3 2 6 15,-3-1-6-15,0 4 3 0,-4-4-10 0,0 0 7 16,-7 5-17-16,-3-3-47 0,-3 2-43 0,-7-2-110 16,-4 5-292-16,-10-1-412 0,-6 1 94 0,-5 0 67 15,-6-1 98-15,-3-5 55 0,-18 5 37 16</inkml:trace>
  <inkml:trace contextRef="#ctx0" brushRef="#br0" timeOffset="50211.88">16150 6084 737 0,'0'0'256'15,"0"0"-29"-15,0 0-17 0,0 0-13 0,0 0-17 16,0 0-1-16,17 17-26 0,-10-7 1 0,0 2-11 16,7 1-12-16,-1 4-3 0,2-1-67 15,-2 1-10-15,4 1-4 0,0 4 17 0,0-2-21 16,4 1 72-16,-1-2-17 0,-2 2-9 15,2-2-7-15,0 1-5 0,1 0 0 0,-1-2-3 16,-3-2-15-16,1-3-6 0,-2 2-4 0,-1-1 0 16,-2-3-19-16,0-1-30 0,1 2-58 15,-4-3-68-15,1-5-127 0,-1 2-487 0,-3 0-5 16,-1-5 80-16,-2 1 71 0,-4-2 51 0</inkml:trace>
  <inkml:trace contextRef="#ctx0" brushRef="#br0" timeOffset="50560.53">16482 6021 685 0,'0'0'246'0,"0"0"-36"0,-4-4-13 0,4 4-10 0,0 0-23 16,0 0-18-16,-16 17-3 0,9-5-7 0,0 2-3 15,0 2 3-15,-3 1-26 0,0 6-8 16,-1 2-5-16,0 0-2 0,-2 0-13 0,-3 1 7 16,2-1-17-16,3 2 69 0,-6 2-5 0,4-2-8 15,-2-2-13-15,2 1-5 0,-1-1-8 16,1 0-2-16,3-3-23 0,-1-2-11 0,1-2-2 16,3 3-7-16,-3-5 2 0,6-3-3 0,-5 1-7 15,5-1-6-15,-2-1-5 0,5-3 6 0,-6-1-8 16,4 0-26-16,2-4 16 0,-2 3-37 0,0-1-32 15,3-2-39-15,0-4-28 0,-3 7-77 16,6-3-199-16,0-2-431 0,-3-2 85 0,7 0 59 16,-7 0 71-16,14-5 77 0</inkml:trace>
  <inkml:trace contextRef="#ctx0" brushRef="#br0" timeOffset="50977.09">16827 6328 831 0,'3'-3'313'16,"-3"3"-16"-16,0 0-26 0,0 0-89 15,4 13-8-15,-8-3-13 0,4 1 0 0,4 3-23 16,-4 4 1-16,0 0 48 0,1 1-19 0,-1 3-9 16,3 1-18-16,0-2-8 0,1 4 0 0,2-1-25 15,-3 0 2-15,1 1-8 0,3-1-7 16,-3-2-16-16,2 1 1 0,1 0-11 0,-1-3-16 15,-1-1 4-15,-2-2-9 0,1-3-2 0,2 0-5 16,-3 0 13-16,-2-4-18 0,2-1-3 16,0 0 16-16,0-2-11 0,-3 1-17 0,5-4-6 15,-5 2-33-15,0-6-33 0,6 6-62 0,-6-6-112 16,4-1-458-16,-4 1-152 0,13-12 116 16,-7 3 56-16,5-1 85 0,2-6 35 0</inkml:trace>
  <inkml:trace contextRef="#ctx0" brushRef="#br0" timeOffset="53909.71">26475 3777 880 0,'0'0'259'0,"0"0"-19"0,13 11-20 16,-7-4-28-16,-2 2-10 0,7 4-16 0,-2-2-9 15,1 3-29-15,2 4-3 0,1 0-12 0,-2-1-21 16,2 1 0-16,0 0-15 0,3 1-1 16,-4-2-17-16,2 0 3 0,-4-5-1 0,4 2-4 15,-7-4-17-15,3 1 9 0,-1-1 5 0,-1-5-6 16,-1 2-4-16,3-1 15 0,1-4 7 15,2-2-20-15,0-1 6 0,8-5 65 0,0-2-1 16,10-3-22-16,12-8 6 0,2-5-26 16,3-5 3-16,16-6-3 0,2-5-7 0,3-3-11 15,5-1-7-15,-2 2 0 0,4-3-9 0,-5 7 4 16,2 0-13-16,-2 4 7 0,-3 5-17 0,-17 6 12 16,-3 2-8-16,0 1-4 0,-11 5 2 0,-6 4 10 15,-3 1-5-15,-4-1-12 0,-4 1-3 16,1 2-1-16,-2 1 27 0,-4 2 2 0,-1-3-28 15,-1 3-13-15,-3 1 10 0,1 0 28 16,-1 0-33-16,-3-1-2 0,4 3 15 0,-5 0 7 16,-2-2-12-16,2 2-5 0,-6 2 7 0,10-5-5 15,-6 4 6-15,-4 1-14 0,7-3 6 0,-7 3 7 16,6-1-17-16,-6 1 4 0,0 0-2 0,0 0-10 16,0 0 0-16,0 0-23 0,0 0 7 15,0 0-23-15,0 0-30 0,0 0-8 0,0 10-31 16,0-10-71-16,-6 7-31 0,3-2-172 0,2 0-458 15,-2 1 98-15,-1-2 63 0,-2 0 67 16,-1-2 62-16,3 0 55 0</inkml:trace>
  <inkml:trace contextRef="#ctx0" brushRef="#br0" timeOffset="55310.35">17604 6467 934 0,'0'0'333'0,"0"0"-31"16,0 0-23-16,0 0-21 0,0 0-25 0,0 0-33 15,20-13-6-15,-10 12-17 0,0 1-21 0,4-3-25 16,3 1-11-16,4-3-10 0,-4 4 8 15,7-3-19-15,-3 2-29 0,-1 1-29 0,0 0-54 16,1 1-79-16,-1 0-177 0,-2 0-496 0,-2 2 48 16,-2-2 69-16,-4 2 59 0,-3 1 52 15</inkml:trace>
  <inkml:trace contextRef="#ctx0" brushRef="#br0" timeOffset="55527.44">17692 6685 785 0,'0'0'259'0,"-4"6"-19"0,4-6-22 0,-3 2-13 15,3-2-11-15,0 0-25 0,0 0-10 0,0 0-11 16,14 7-30-16,-4-7-3 0,4 0-7 16,3-2-16-16,4-2 0 0,2 2-18 0,4 1-33 15,1-4-36-15,0 3-107 0,2-4-139 0,-2 3-462 16,2-3 24-16,-2 0 70 0,0 0 59 0</inkml:trace>
  <inkml:trace contextRef="#ctx0" brushRef="#br0" timeOffset="56000.96">18496 6361 970 0,'0'0'266'0,"0"0"-15"0,0 0-36 15,-11 18 7-15,8-9-37 0,0 3 42 0,-1-1-19 16,1 3-24-16,0-1-12 0,3 2-16 16,-1-1-5-16,1 1-28 0,1 1-6 0,2-1-12 15,3 0-13-15,-2 0-7 0,3 1-11 0,6-4-5 16,-2 1 3-16,-1-3-13 0,7 0 2 16,-4 2-20-16,2-7 5 0,1 2-5 0,2-3 0 15,-5-2 5-15,4-1-10 0,-3-2 3 0,0-4-14 16,2 1 1-16,-1-3-1 0,-2-1-2 0,1-2-5 15,-1-4 10-15,-6-1-7 0,4-3-1 16,-5-3-2-16,-2-1 3 0,-1-2-8 0,-3 4-1 16,0-4 1-16,-3 0 8 0,0 6-3 0,-1-4 7 15,1 3-12-15,-1 2 20 0,-6 0 8 16,3 2-13-16,0 3-10 0,-3 0 13 0,0 2-5 16,-1 2-11-16,-3 6 11 0,1-3-9 0,-4 5-17 15,3 0 23-15,-6 6-17 0,3-2-9 16,-1 4 16-16,-1 1 0 0,1 3-11 0,5-1 3 15,-1 1-5-15,4-1 8 0,-1 1-3 0,1 1-2 16,6-1 9-16,-2 1-22 0,3-3 10 16,3 3 5-16,0-3 8 0,3 1-13 0,4-1-5 0,6 2 2 15,1-3 9-15,7 0-6 0,2-1-16 16,4 0-14-16,1 0-40 0,-1-2-35 0,4-1-56 16,-3-1-77-16,-1 0-161 0,0-2-425 0,-4 1 48 15,-2-2 67-15,-3-1 64 0,-2 0 61 16</inkml:trace>
  <inkml:trace contextRef="#ctx0" brushRef="#br0" timeOffset="56926.05">18971 6546 749 0,'0'0'328'0,"-3"-4"-18"16,3 4-18-16,0 0-41 0,0 0-24 16,0 0-22-16,-1-6-18 0,1 6-5 0,0 0-11 0,0 0-33 15,0 0-2-15,-9 14-11 0,8-10-7 0,-6 5-10 16,4 3-8-16,-1-1-8 0,1 4-5 15,-3 1-3-15,2-1 1 0,1 1-19 0,-1-1-2 16,4 1-7-16,0 3-4 0,0-1 4 16,4 0-16-16,-1-1 0 0,0-1-8 0,1 2 8 15,2-2 2-15,1 0-2 0,1-4 13 0,2 1-23 16,0-2-11-16,4-3 1 0,-1 0-11 16,1-1 8-16,-1-4 5 0,0 0-18 0,-2-1 10 15,3-7 8-15,0 2-2 0,-1-4 2 0,1-1-5 16,-4-2-8-16,0-5 13 0,1-2-15 0,-4-1-1 15,-1-4 1-15,-5 2 0 0,2-3 7 0,0 3-12 16,-6-2-11-16,0 3 18 0,2 3-2 16,-5-5 7-16,2 8 11 0,-3-3-93 0,0 0 14 15,-3 5 12-15,1-2-11 0,-2 5 9 0,1 0 7 16,0 3 0-16,-5 1 16 0,2 3-6 16,-1 1 1-16,-2 3 4 0,-2 2 1 0,4 3 2 15,-3-1-16-15,1 2-1 0,4 0-32 0,-1 0-15 16,2 1-2-16,1 0-49 0,1 2-59 15,5-3-44-15,-3-1-138 0,4 1-355 0,2-1 10 16,1-1 86-16,0-4 52 0,0-3 90 16</inkml:trace>
  <inkml:trace contextRef="#ctx0" brushRef="#br0" timeOffset="57376.99">18981 5970 926 0,'0'0'271'0,"0"22"-20"0,0-14-13 16,0 3-33-16,-3 1-18 0,3-1-18 0,-1 3-5 15,1-2-26-15,-3-1-13 0,3 2-12 16,0-3-13-16,0 0-16 0,0 2 6 0,0-3-18 16,0-2-3-16,0-1 7 0,-3 0-17 0,3 0 8 15,0-6 2-15,0 9-15 0,0-9 5 16,3 2-11-16,-3-2-2 0,0 0-2 0,0 0 2 16,0 0-13-16,3-17-10 0,-3 9 21 0,0 0-6 15,0-3 6-15,0-3-19 0,0-1-4 0,0 2 12 16,0-5-5-16,0-3 3 0,0 6-8 15,-3 3 5-15,6-5-10 0,-6 7-56 0,6-2 9 16,-6 2 6-16,3 1 0 0,0 1 5 0,-3 3 3 16,3 5 0-16,0-3 2 0,0 3 5 0,0 0-10 15,0 0 13-15,-4 24 10 0,1-13-10 16,0 5 3-16,0 2-14 0,-2 3-27 0,5-2-31 16,-3 6-31-16,0 0-80 0,3 2-194 0,3 2-391 15,0-4 84-15,2 1 51 0,-2-1 70 16</inkml:trace>
  <inkml:trace contextRef="#ctx0" brushRef="#br0" timeOffset="57893.44">19826 6617 1092 0,'-11'-4'359'0,"11"4"-37"16,0 0-27-16,0 0-27 0,-3-4-19 0,3 4-16 0,14-8-31 15,-4 3-89-15,7 0-21 0,0-2-10 16,7-1 2-16,0 0-7 0,4 1-18 0,5-1 5 16,-2 1-39-16,0-1-25 0,3 2-48 0,-6-1-21 15,-1 0-70-15,1 0-124 0,-2 5-428 16,-2-6 12-16,-6 1 32 0,-2 1 89 0,-2 0 53 15</inkml:trace>
  <inkml:trace contextRef="#ctx0" brushRef="#br0" timeOffset="58093.65">20085 6301 926 0,'-3'8'284'0,"0"-4"-33"0,2 6-23 16,1 1-23-16,0 1-18 0,0 2 53 0,1 2-7 15,2 2-44-15,0 1-22 0,0 4-14 16,1 0-7-16,6 2-13 0,-6-5-17 0,6 4-52 16,-4 1-57-16,5-2-48 0,-1 1-148 15,5-1-523-15,-2-4-22 0,0-1 96 0,4-3 88 16,-6-6 33-16</inkml:trace>
  <inkml:trace contextRef="#ctx0" brushRef="#br0" timeOffset="58560.05">20602 6361 975 0,'0'0'338'16,"-1"17"-41"-16,1-9-26 0,-3 4-15 16,3 0-23-16,0 3-28 0,0-2-37 0,0 6-9 15,4-3-3-15,-1 2-23 0,0 0-15 0,4-2-10 16,0 0-3-16,0-3-6 0,0 2-19 0,3 0-11 15,0-6-3-15,0 1 9 0,3-2-14 16,-2-2-20-16,-1-2 10 0,5-2-7 0,-2-4 2 16,0-1-5-16,5-4 2 0,-5 0-12 0,4-3-10 15,-7 0 2-15,5-7 2 0,-5 0 8 0,3-5-7 16,-6 1-13-16,0-2 12 0,-1-2-2 16,-5-5-5-16,2 2 0 0,-3 0 3 0,0-2 4 15,-3 4 4-15,-1 0-1 0,-2 1-26 0,2 1 32 16,-2 3-32-16,1 3 21 0,-4 1-15 15,2 4 15-15,-3 0-15 0,-1 4-1 0,-2 1 9 16,-1 3-9-16,0 3 3 0,0 2 16 16,-2 6-11-16,1 0-7 0,-1 3 7 0,1 1-9 15,-1 1 12-15,2 3-11 0,1 3 3 0,3-3 3 16,2-1-3-16,1 4-4 0,4-2-6 0,0 2 0 16,3-2 7-16,3 1 1 0,3-3 2 0,2 4 3 15,2-2-5-15,4-1-13 0,3-1-47 16,4 0-9-16,2-3 2 0,4 2-23 0,1-1-23 15,-1-7-25-15,1 2-50 0,2 0-96 0,-5-2-226 16,6 1-294-16,-4-3 64 0,-1-2 72 16,-5 0 61-16,0 0 69 0</inkml:trace>
  <inkml:trace contextRef="#ctx0" brushRef="#br0" timeOffset="58842.59">21179 6344 760 0,'0'0'276'0,"0"0"6"15,-10 9-29-15,6-3-15 0,4 2-13 0,-3 3-30 16,3 3-24-16,0 1 57 0,0 3-18 16,0 0-15-16,0 2-37 0,3 1-1 0,1 2-6 15,-1-1-18-15,1 2-5 0,-1-2-11 0,4 1-19 16,-4-4-9-16,1 0 1 0,-1-1-13 15,0-1-24-15,1 2 1 0,0-6-8 0,-1 1-7 16,1-3-1-16,-1 2-15 0,0-4-25 0,0 0-11 16,-3-2-26-16,0-4-114 0,1 1-224 15,-1-4-454-15,0 0 52 0,0 0 104 0,3-14 60 16,-6 1 65-16</inkml:trace>
  <inkml:trace contextRef="#ctx0" brushRef="#br0" timeOffset="59227.6">21186 5825 811 0,'0'0'241'0,"-6"18"-24"16,5-10-27-16,1 2-9 0,0 4-12 0,-3-4-13 15,3 3-40-15,0 0 4 0,0 1-20 16,0-3 2-16,-4 3-17 0,4-3-1 0,0 3-17 16,0-5-6-16,0-1-5 0,0 0-10 0,0 1 8 15,0-5 13-15,-3 3 7 0,3-2-10 16,0-5 0-16,0 4-3 0,0-4-2 0,0 0-8 16,0 0-7-16,0 0-21 0,0 0 10 0,-4-22 0 15,4 11-2-15,0 0 2 0,-3-3-7 16,3 2 5-16,0-4 58 0,0 2-7 0,0 2-7 15,0-1-19-15,0 1 3 0,0 4 0 16,0-3-8-16,0 4 3 0,0 0-24 0,0-1-9 0,0 2 4 16,0 6-22-16,0-9 12 0,0 9 8 15,0 0-25-15,0 0-34 0,0 0-51 0,0 0-59 16,7 23-123-16,0-15-504 0,0 3 23 0,2 3 80 16,1-3 73-16,2-1 57 0</inkml:trace>
  <inkml:trace contextRef="#ctx0" brushRef="#br0" timeOffset="59493.06">21647 6021 995 0,'4'4'346'16,"3"-1"-44"-16,3 3-13 0,0 1-28 15,4 2-20-15,3 2-21 0,-1 4-20 0,5 3-26 16,3 1-13-16,-2 2-13 0,4-2-15 0,9 6-20 16,-1 1-3-16,0 2-5 0,-6-7-5 0,-5-1-11 15,-2-1-19-15,3 0-4 0,-3-2-20 16,2 1-41-16,-6-3-35 0,-3-1-70 0,0-1-90 16,-1-1-150-16,-2-3-425 0,-4-1 22 0,-4-4 57 15,3 0 82-15,-6-4 64 0</inkml:trace>
  <inkml:trace contextRef="#ctx0" brushRef="#br0" timeOffset="59727.03">22054 5960 767 0,'-3'-3'282'0,"3"3"-26"15,0 0-18-15,0 0-18 0,-18 13-7 16,15-5-24-16,-4 6 13 0,-2 3-30 15,2 0-21-15,-4 7-3 0,4-3-28 0,-3 1-4 16,0 8-14-16,0-3-7 0,3 2-3 0,-4 2-5 16,1 0 67-16,3-1-32 0,-2 0-4 0,1 3-26 15,1-4-53-15,1 1-44 0,-1-4-57 0,4-1-97 16,-1 0-634-16,4-2 38 0,4-5 64 0,-4-3 76 16,3-5 52-16</inkml:trace>
  <inkml:trace contextRef="#ctx0" brushRef="#br0" timeOffset="60159.86">22303 6193 1292 0,'4'-5'371'0,"-1"2"-51"15,2 2-20-15,1-4-39 0,-6 5-18 0,13 0-25 16,-13 0-21-16,15 7-16 0,-5-1-19 15,0 2-14-15,3 1-17 0,-2 3-14 0,-2 2-12 16,3 2-2-16,-3 2-21 0,-2 1-11 16,1 2-7-16,-5-2-79 0,-3 3 10 0,0-4 5 0,-3 6-5 15,-2 1 20-15,-1-4-12 0,-1 1 2 16,-3 0-10-16,2-4 12 0,-2 0 16 0,0-1-23 16,-3-2 8-16,6-4 5 0,-3 3-3 0,3-5 16 15,0-1-19-15,0 1 6 0,1-1 13 16,2-1-16-16,1-2 13 0,0 0 5 0,2 1 3 15,-3-3-29-15,4-3 37 0,0 7-16 0,0-7 8 16,11 1-6-16,-1-1 1 0,0 0 17 16,4 0-22-16,3 0 15 0,3-1-21 0,2 0 5 15,1-4-12-15,-2 5-10 0,2-2 17 0,-1 0-18 16,0-1 11-16,-1 2 13 0,-3 1-19 0,-2 0-4 16,-1-2 9-16,1 2-4 0,-1 0-16 0,-2 2-25 15,-3-2-6-15,0 0-58 0,1 1-111 16,-5 4-99-16,1-3-576 0,-3 4 102 15,-1-4 87-15,-3-2 49 0,0 0 74 0,0 0 69 0</inkml:trace>
  <inkml:trace contextRef="#ctx0" brushRef="#br0" timeOffset="60725.66">24225 6029 867 0,'-4'-3'377'0,"4"3"-37"16,-3-6-33-16,3 6-30 0,0-7-29 0,0 7-25 16,0 0-19-16,0 0-19 0,0 0-9 0,0 0-9 15,0 0-24-15,24 13-2 0,-10-4-24 16,2 4 1-16,2 0 0 0,-1 1-28 0,7 3-11 16,0 2-2-16,10 6-16 0,4 2 11 15,-1-2-3-15,1-2 8 0,0 2-13 0,5 0 30 16,-5 0-45-16,4-2 7 0,-5 0-12 0,-3-5-1 15,-6-2-7-15,2-4-8 0,-5 2 6 0,-2-2-6 16,-3 1 3-16,-2-4 2 0,-2 0-18 16,-4-1-2-16,1 0-26 0,-3 0-20 0,0-6-21 15,-3 4-25-15,0-4-62 0,-4 2-123 0,1-2-585 16,-4-2 27-16,0 0 69 0,0 0 70 0,-1-14 61 16,-5 4 92-16</inkml:trace>
  <inkml:trace contextRef="#ctx0" brushRef="#br0" timeOffset="61043.52">24912 5913 1023 0,'0'-4'364'0,"0"4"-26"0,0-8-41 16,0 8-21-16,0-6-25 0,0 6-39 0,0 0 9 15,0 0-40-15,0 0-12 0,-14 14-18 0,7-3-13 16,-6 5 3-16,-1 5-15 0,-6 1-14 15,-8 10-12-15,-2 7-13 0,-4-3 3 0,0 1-6 16,-1 0-15-16,0 1 18 0,-2-1-7 0,0 1-14 16,2-1 3-16,-2-1-94 0,2 2 20 0,1-4-11 15,5 1 16-15,-3-3-5 0,4 0 23 16,8-7-10-16,0-4 10 0,3 0 0 0,3-4-3 16,1-1 3-16,1-4 0 0,2 1-16 0,0-2 9 15,0-3-1-15,3 2-2 0,1-2 4 16,2-1-1-16,-2 0-22 0,-2 0-32 0,5-3-42 15,-7 1-173-15,3 1-646 0,-4-4 95 0,-2-2 72 16,-4 0 72-16,-4-6 63 0,-12-2 62 0</inkml:trace>
  <inkml:trace contextRef="#ctx0" brushRef="#br0" timeOffset="96805.4">5372 9993 872 0,'-4'-9'351'0,"4"9"-41"0,0-3-24 16,0 3-30-16,-3-5-25 0,3 5-37 0,0 0-9 16,0 0-24-16,0 0-13 0,0 0-9 0,0 0-14 15,17 14-7-15,-7-5-8 0,1 0-13 0,6 2 3 16,1 3-13-16,2 4-5 0,3-1-10 16,1 1-6-16,1 2-56 0,1-1-23 0,-2-1-2 15,4 0 0-15,-4 2 5 0,3 0 2 0,-3-2-2 16,-1 3-11-16,2-3 1 0,-4 0-32 0,-1 0-45 15,1 1-56-15,-1-6-93 0,-3 4-220 16,0-3-266-16,-3-5 46 0,0 0 59 0,-5-3 59 16</inkml:trace>
  <inkml:trace contextRef="#ctx0" brushRef="#br0" timeOffset="97139.17">5848 9931 780 0,'0'0'236'0,"-11"7"-16"0,4-2-21 16,0 3-7-16,-3 4-28 0,0 1-10 15,-1 4-16-15,-2-2 3 0,-1 3 53 0,1 3-9 16,-2 0-11-16,-1 4-5 0,-2-2-13 0,2 1-15 15,1-1-34-15,2 2 24 0,-4-4-21 0,1 3-3 16,4-6-20-16,-1 5-10 0,-1-6-5 16,4 0-1-16,0-1-12 0,3-2-8 0,-4-1 1 15,5 2-6-15,-1-5-3 0,-3 5-15 0,6-5 3 16,-3 2-26-16,4-1-10 0,0-2-36 16,0 1-36-16,2-2-30 0,2-1-44 0,2 1-128 15,3 0-394-15,1-2-88 0,0-3 88 0,3 0 67 16,0-1 60-16</inkml:trace>
  <inkml:trace contextRef="#ctx0" brushRef="#br0" timeOffset="97405.58">6076 10133 870 0,'0'0'335'0,"0"0"-7"0,0 0-34 0,0 0-23 16,11 16-96-16,-11-8-1 0,3 3-26 0,0-1-23 16,-2 5-2-16,2 3-15 0,0-3 2 15,1 3-8-15,2 3-25 0,-2-3 5 0,0 0 2 16,2-1-17-16,-3 3 0 0,4 0-1 0,0-2-10 16,0 5 1-16,0-4-11 0,-1-4-3 0,4 3-22 15,-2-1-24-15,-1-2-27 0,0-1-50 16,2-3-38-16,2 0-81 0,2 1-144 0,-1-5-400 15,4-2 40-15,-2-1 86 0,0-7 64 16</inkml:trace>
  <inkml:trace contextRef="#ctx0" brushRef="#br0" timeOffset="97639.42">6661 10116 1128 0,'6'-5'341'0,"-6"5"-49"0,4-3-16 0,-4 3-28 15,7-5-22-15,-3 3-19 0,5 0-23 16,2-3-2-16,2 4-34 0,2-4-25 0,4 1-8 16,-1 1-20-16,2-2-44 0,-3 3-51 0,4-4-20 15,-1 4-49-15,1-1-123 0,0-1-476 16,-4 3-49-16,3 0 34 0,-3 0 89 0,-3-4 43 15</inkml:trace>
  <inkml:trace contextRef="#ctx0" brushRef="#br0" timeOffset="97871.59">6767 10316 1080 0,'0'0'358'16,"0"0"-33"-16,0 0-43 0,0 0-26 16,0 0-21-16,27-13-35 0,-13 11-3 0,6-5-18 15,0 6-15-15,5-6-18 0,2 4-26 0,0-4-12 16,1 6-39-16,-1-5-33 0,1 3-65 0,-2-4-32 16,-1 6-93-16,2-6-137 0,0 7-493 0,-2-2 88 15,2-4 46-15,-4 1 66 0</inkml:trace>
  <inkml:trace contextRef="#ctx0" brushRef="#br0" timeOffset="98121.47">7433 9835 921 0,'0'0'271'15,"0"0"6"-15,17 9-32 0,-7-2-24 16,-3 5 47-16,4 1-19 0,2-3-37 0,1 5-25 16,0 2-13-16,3-2-10 0,-4 3-8 0,5-1-95 15,-2-2-2-15,-1 3-2 0,1-1-11 16,2 5-5-16,-2-4-34 0,-1 0-30 0,1-1-33 16,-2 3-54-16,-3-2-90 0,2-2-396 15,-3-4-100-15,0 3 30 0,-3-6 59 0,1-1 62 0</inkml:trace>
  <inkml:trace contextRef="#ctx0" brushRef="#br0" timeOffset="98389.11">7792 9756 898 0,'-3'-7'340'0,"3"7"-30"0,0 0-13 15,0 0-21-15,0 0-30 0,-14 11-26 16,10-2-28-16,-2 5-18 0,-1 4 0 0,-2-1-10 16,0 5-13-16,0-1-76 0,-1 1 1 0,2 1-17 15,-2-1-3-15,0 6 3 0,-4-2-10 0,4 0 7 16,1 4-10-16,0 0-17 0,0-4-6 16,2 6-26-16,-3-5-46 0,3-2-50 0,3 0-50 15,1-2-112-15,-1 2-530 0,4-4 67 0,-2-2 63 16,4-2 62-16,-2-1 64 0</inkml:trace>
  <inkml:trace contextRef="#ctx0" brushRef="#br0" timeOffset="98805.59">7922 9901 1052 0,'6'-4'381'15,"5"0"-15"-15,-4 4-41 0,3 0-33 0,4 0-26 16,-1 7-23-16,2-1-30 0,1 3-24 16,-2 2-25-16,3 4-8 0,-3 0-13 0,-4 3-15 15,0-1-2-15,-2 1-21 0,-5 1-13 0,-3 3-23 16,-3-4-10-16,-2 7 7 0,-4-3-2 0,-2-3-5 16,-6 6-13-16,0-2 8 0,-3-4-10 0,2 2-3 15,1-7-3-15,-3 1-18 0,3-5 16 16,-1 1 8-16,5-5-16 0,-1 2-66 0,1-3 12 15,2-3-12-15,1-2 12 0,10 0 8 16,-13-7-5-16,5 3 3 0,1-2 4 0,4-2 9 16,0-2-9-16,3 3 6 0,0-1 10 0,3 1-3 15,-2 2 1-15,5-2 7 0,-3 1-5 16,8 1-10-16,-4 0 10 0,6 5 10 0,1 0-2 16,-1 0-11-16,8 5 13 0,-3 0-12 0,5 3 7 15,1 2 5-15,1 5-5 0,-1 0-10 16,-1 1-8-16,-2 3-5 0,-1 2-15 0,-3 0-80 15,-3 4-81-15,-10 0-83 0,2-2-444 0,-6 4-45 16,-7-4 44-16,-7 4 83 0,1-2 50 0,-8-5 62 16</inkml:trace>
  <inkml:trace contextRef="#ctx0" brushRef="#br0" timeOffset="99204.11">5217 10959 760 0,'0'0'258'0,"-6"5"-17"15,6-5-16-15,0 0-12 0,0 0-14 0,34-5-4 0,-13 4-16 16,10 1-2-16,10-3-24 0,20-5-2 16,4 0 3-16,8-1-13 0,25-5-8 0,4 3-5 15,5-3-13-15,9-1-3 0,3-3-14 0,4 4-6 16,36 0-13-16,-27 2-2 0,32-5 0 0,-31 6 0 16,-2 1-11-16,-2-1-7 0,-2 3-5 15,-1-2-16-15,1 6 6 0,-4-2-9 0,-4-1 4 16,-5 5 2-16,-6-4-3 0,-8 4-7 15,-18 0-8-15,-7-2 5 0,-6 2-7 0,-8 1-6 16,-14-3-7-16,-8 2-16 0,-8 1-20 0,-8 1-26 16,-2 0-79-16,-1-1-41 0,-13 1-269 15,0-1-407-15,-4 1 113 0,-3 0 46 0,0 0 64 0,0 0 61 16</inkml:trace>
  <inkml:trace contextRef="#ctx0" brushRef="#br0" timeOffset="99338.55">8281 10683 749 0,'0'0'44'0,"0"-3"-387"0</inkml:trace>
  <inkml:trace contextRef="#ctx0" brushRef="#br0" timeOffset="109721.13">13897 9610 826 0,'-3'-4'259'16,"3"4"-29"-16,-3-5-15 0,3 5-25 16,0 0-29-16,0 0-28 0,0 0-5 0,0 0-3 15,0 0-15-15,0 0-5 0,0 0-7 0,24 14-11 16,-14-5-8-16,4-1-7 0,0 3 2 15,3 3-13-15,0 1 1 0,3-1 7 0,0 1-15 16,4 3-11-16,-3 3-7 0,0-4 8 0,-1 2-11 16,4-2-13-16,-3 1 8 0,-4-3-10 0,3 2-18 15,-3-2-48-15,0 1-75 0,-3-2-113 0,3-1-511 16,0 1 74-16,-3-5 48 0,-4-5 54 16</inkml:trace>
  <inkml:trace contextRef="#ctx0" brushRef="#br0" timeOffset="110021.1">14496 9510 880 0,'-7'-3'310'16,"7"3"-36"-16,0 0-24 0,0 0-24 0,-13 12-27 15,6-3-14-15,0 6-14 0,0-1-20 16,0 5-15-16,-3-2-21 0,3 8-2 0,-4 0-1 0,1 0-9 16,-3 6-11-16,3-4-8 0,0 3-7 15,-1-3-3-15,1 3-7 0,0 0-13 0,-1-1-3 16,4 0-10-16,-3-2 10 0,0 3-7 16,0-2-4-16,3-3-16 0,3-2-1 0,-2 1-36 15,-2 0-41-15,5-5-51 0,0-2-56 0,3 1-152 16,0-3-449-16,3 0 35 0,0-5 66 15,1-3 85-15,0-2 41 0</inkml:trace>
  <inkml:trace contextRef="#ctx0" brushRef="#br0" timeOffset="111470.84">13491 8972 381 0,'0'0'153'0,"0"0"-25"0,-10 3-12 15,10-3-9-15,-11 8-4 0,8-1-6 16,-1 2 15-16,1 0-12 0,0 7-18 0,-1 0 15 16,1 1-7-16,0 2 69 0,-2 5-1 0,2 2-4 15,0 1-13-15,0 3-8 0,0 5-87 16,2 0 5-16,1 5 3 0,-3-2-13 0,3-1 20 15,0 5 6-15,0 14-13 0,0-3-1 16,3 3-4-16,-3-5 2 0,1 5 3 0,2-5-3 16,3-1-2-16,-3-7-1 0,2 7-12 0,1-7 10 15,-2 7 64-15,2 3-12 0,-2-1-14 0,4 0-5 16,-2-2 1-16,0 0-9 0,-2-1-9 16,-1-6 4-16,1-8 1 0,2 18-23 0,2-3 9 15,-5-9-12-15,1-5 18 0,-1 0-26 0,3 3 3 16,-3-3 0-16,2 3-8 0,-2 14-2 15,0 1-6-15,-2-11 8 0,2-7-10 0,-3 3 16 16,3 2 14-16,0-1-27 0,-3 1-1 0,1-3 11 16,2 17-23-16,0-2 10 0,0-11 5 0,-3-3 0 15,3-3-3-15,-1 2 11 0,1-1-16 16,0-4-2-16,1 6 5 0,-1-3-16 0,0 2 16 16,4 13 5-16,-1-8-20 0,-1-8 7 0,-2 3-2 15,0-1 15-15,1 12-8 0,-1-5 6 16,3-4-14-16,-5-1 11 0,2-3 0 0,-3 4-5 15,3 2 2-15,-3-4 1 0,0 0-6 0,0 4-53 16,4-2 9-16,-4 0-7 0,0 0 11 16,0 0-4-16,0 1 27 0,0 15-11 0,0-2-3 15,-4-1 14-15,4-10-1 0,0-1 16 0,0-1 2 16,-3 9-5-16,3-4-8 0,-3-7 1 0,2 15 12 16,1-9-13-16,-3 10 11 0,0-2 0 0,0 5-3 15,2-2 15-15,-2-2-30 0,0 1 26 16,0-3-4-16,3-1-7 0,-5 5 6 0,5-13 4 15,-3 14 3-15,3-6 20 0,-3 4-27 0,0-3 9 16,2-9-17-16,1 14 4 0,-3 0-4 16,0-4 12-16,0 3-5 0,2-4-7 0,1 3-8 15,-3-2 13-15,0 1 7 0,0 1 3 0,3-10-23 16,0 10 18-16,0-5-13 0,-2 4 20 16,-1-8-2-16,0 4-10 0,3 6-8 0,-3-4 10 15,3 2-10-15,-4-9 43 0,1 6-25 0,3-9-5 16,-3-3-21-16,0 12 31 0,2-8-5 0,1-4-5 15,0-3-15-15,-3-1 20 0,3 1-11 0,0-2 3 16,-3-4-15-16,3-2 5 0,-5-2 5 16,5 0-2-16,-3-1-11 0,3-7 8 0,-3-1-43 15,3 0-21-15,-3-4-39 0,-1-8-83 16,1 0-393-16,-4-6-281 0,-7-8 61 0,1-8 85 16,-18-21 72-16,-6-20 53 0</inkml:trace>
  <inkml:trace contextRef="#ctx0" brushRef="#br0" timeOffset="112304.22">10482 9851 870 0,'0'0'246'0,"0"0"-24"15,5 17 1-15,4-9-11 0,1 7-27 16,5 0-4-16,1 1-78 0,5 5-16 0,3-1-16 16,7 7 6-16,-5-4 15 0,9 4-25 0,-11-8-13 15,3 3 66-15,-6-2-10 0,3-2-15 0,-1 3 0 16,-2-2-24-16,0 0 1 0,-4 3-21 0,0-4-38 15,-1-4-44-15,-1 3-35 0,-5-7-62 16,1 3-67-16,2-3-253 0,-3 1-271 0,-3-5 99 16,0-4 57-16,-3 0 54 0</inkml:trace>
  <inkml:trace contextRef="#ctx0" brushRef="#br0" timeOffset="112553.11">11002 9813 793 0,'0'0'238'0,"-6"-3"-13"0,6 3-22 0,0 0-35 15,-11 14 22-15,4-6-21 0,0 3-3 16,0 4-17-16,-2 3-21 0,-2 0-3 0,-3 6-20 16,-3 1 3-16,1 0-4 0,1 0-14 0,-1 1-11 15,-2 4 1-15,-2 4 68 0,3-2-38 0,3-6-2 16,0 1-11-16,4-2-12 0,-1-2-27 0,2-1-40 15,5-1-54-15,-2 2-58 0,2-4-101 16,1-1-376-16,3 1-181 0,0-6 76 0,3-1 62 16,1-1 61-16</inkml:trace>
  <inkml:trace contextRef="#ctx0" brushRef="#br0" timeOffset="112803.88">11173 10018 870 0,'-3'8'297'16,"0"6"-31"-16,-2-3-31 0,2 6-12 0,0-2-21 16,0 3-15-16,2 0-18 0,-2 6-23 15,3-6-18-15,0 4-8 0,0 1-12 0,0-3-24 16,3 5 6-16,-2 0-13 0,5 0-13 0,-2-1-13 15,3 0-61-15,-3-4-31 0,2 4-90 0,0-1-166 16,5-5-435-16,-4 4 41 0,3-9 95 16,-3 1 61-16</inkml:trace>
  <inkml:trace contextRef="#ctx0" brushRef="#br0" timeOffset="113506.77">11651 9051 547 0,'-3'-7'231'0,"3"7"-9"15,0 0-27-15,0 0-11 0,0 0-10 16,-6 24-5-16,6-14 0 0,-1 5-18 0,2 7-10 16,-1 4 2-16,3 1-2 0,0 8-92 15,4 15-3-15,-3 0 18 0,3 4-28 0,-1-3 17 16,1 7 1-16,-1 0-18 0,2 0 10 16,-1 1-2-16,3 0 4 0,0-1-4 0,0 2 9 15,-3-2-1-15,3 2 70 0,-2 4-11 0,1-5-17 16,-2 4 4-16,0-2-19 0,1 5-2 0,1-6-1 15,-5 5 6-15,2-6 3 0,-2 2-26 0,3 1-6 16,-3 0 4-16,2-4-9 0,-2 2 6 16,2 3-10-16,2-4 2 0,-2 1 0 0,-2 2 2 15,5-3 1-15,-2 0-3 0,1 1-7 0,2-3-4 16,-1-3 6-16,-1 3-2 0,2-3-3 16,0 0-70-16,-3 5 4 0,3-4 1 0,-3-2 12 15,-3 1-4-15,5-3 18 0,-4 1-4 0,1 5 9 16,1 0 1-16,-4-3-6 0,1 0 11 15,-1-1-3-15,0-10 8 0,2 8-13 0,-2 2-5 0,0 1 2 16,0 3 16-16,-2 0 2 0,2-3 6 16,-3 2-21-16,0 0 15 0,3-4-5 0,-3-9 14 15,0-1 1-15,3 12 3 0,-3-1-15 0,1-9 2 16,2 9-12-16,0-10 30 0,1 9-22 16,-1-11-11-16,-2-1 15 0,5 10-7 0,-3-8 9 15,-2-3-4-15,5 14-2 0,1-2-1 0,-3-1-8 16,-1-7 1-16,1-4 15 0,2-4-11 15,-3 5-17-15,-2-1 26 0,2-1 2 0,3-4 7 16,-1 5-10-16,1 10-4 0,1 0-27 0,-3-8 19 16,2-7-3-16,-3-2 5 0,5-2-2 0,-2 3 2 15,-2-8-8-15,-1 2 3 0,1 1 5 16,2-3-5-16,-2 0-5 0,0-5-28 0,5 3-6 16,-5-6-60-16,2-1-55 0,-2-5-89 0,0-1-218 15,3-2-366-15,-1-4 36 0,-6-4 98 16,10-14 63-16,-7-4 72 0</inkml:trace>
  <inkml:trace contextRef="#ctx0" brushRef="#br0" timeOffset="114020.49">12164 9843 637 0,'0'0'251'16,"0"0"-11"-16,0 0-25 0,11 14-5 16,0-3-23-16,2-3-15 0,1 9-14 0,3-3-4 15,3 1-24-15,4 4-12 0,-1-2-8 0,2 1-5 16,2 3-8-16,-3-2-15 0,0-2-13 16,-1 1 1-16,-2 3-1 0,0-2-28 0,-1-2 43 15,-2 1-66-15,-2-3-51 0,-1 0-141 0,1-3-548 16,-5-2 28-16,-1 2 65 0,0-8 42 0</inkml:trace>
  <inkml:trace contextRef="#ctx0" brushRef="#br0" timeOffset="114269.74">12613 9788 593 0,'0'0'277'0,"0"0"-47"0,0 0-15 0,-8 13-10 16,5-3-5-16,0 1-19 0,-1 3-27 0,1 1 0 16,0 2-14-16,-1 1-14 0,-3-1-16 15,3 6-10-15,-5 0-16 0,5-3-10 0,-3 4-2 16,0-1 7-16,0-1-20 0,-2 1 72 0,5-1-21 16,-3 2-31-16,0 0-46 0,3-4-68 15,-2 1-55-15,3-2-117 0,3-2-492 0,0-3 0 16,3-3 75-16,-3 0 81 0</inkml:trace>
  <inkml:trace contextRef="#ctx0" brushRef="#br0" timeOffset="114619.71">12756 9926 583 0,'11'-8'261'15,"-1"-1"-30"-15,3 6-19 0,-2-2-15 16,-1 5-15-16,-1 0-31 0,2 0-8 0,-1 5-17 15,1-2-9-15,3 6-7 0,-5-3-15 0,1 3 0 16,-2 1-6-16,-1 4 60 0,-4-2-8 0,0 2-29 16,-3 2 9-16,0 0-4 0,-6 0-19 15,2 0-11-15,-2 0-3 0,-5 2-7 0,4 0-18 16,-3-4-5-16,-4 1 2 0,7 0 5 0,-6-5 6 16,2 2-1-16,5-3-60 0,-4-5 9 15,2 2 10-15,1 1 6 0,1-5-5 0,6-2-1 16,-13 0-4-16,13 0 10 0,0 0-13 0,-8-9 7 15,8 9-2-15,-3-3-5 0,3 3 5 0,0 0-13 16,0 0 3-16,14-6-8 0,-14 6-10 16,13 1 0-16,-3 5 8 0,1 0-3 0,2 0 7 15,2 3-4-15,4 3-3 0,-1-1 5 0,-1 6-3 16,3-3-2-16,-5 1-38 0,1 3-21 0,-2-1-53 16,-1 2-101-16,-6-2-104 0,-3 6-487 15,-1-6 74-15,-3 1 60 0,-4-1 66 0,-6-1 61 16</inkml:trace>
  <inkml:trace contextRef="#ctx0" brushRef="#br0" timeOffset="115170.35">10267 10876 906 0,'0'0'286'0,"0"0"-30"0,0 0-13 0,0 0-12 16,24-8-24-16,-14 5-5 0,8-3-17 16,3 4-6-16,6-4-10 0,10-2-11 0,1-1-12 15,20 0 8-15,0-2-18 0,4-2-11 0,2-2-5 16,5 4 1-16,16-6-27 0,4 2-12 16,3-2 0-16,8 2 8 0,2-2 4 0,4-1-19 15,0 3-11-15,0-2 2 0,6-1-9 0,1 1-6 16,7 1-3-16,3-3-4 0,0 0-1 15,0 0 6-15,-3 1-18 0,3-1 2 0,1 0 0 0,29-4 3 16,-33 6 0-16,0 1-16 0,-2-1 4 16,-4 0 6-16,-1 2-86 0,-4-2 2 0,0 2 3 15,-6 0 13-15,-1 3 4 0,-5-3 11 16,-9 2 8-16,-3 1-13 0,-20 2-6 0,0 0 11 16,-10-2 6-16,-7 8 9 0,-10-3 0 0,-4 0-2 15,-7 3 15-15,0 0-13 0,-10-1-4 16,4 0-4-16,-7 4-20 0,-1-3-38 0,-3 2-21 15,-2 1-84-15,-5 0-159 0,-3 1-524 0,0 0 94 16,-24-2 102-16,3-1 47 0,-10 2 48 0</inkml:trace>
  <inkml:trace contextRef="#ctx0" brushRef="#br0" timeOffset="116436.11">12510 10150 348 0,'0'0'117'15,"0"0"11"-15,0 0 0 0,-7 1 0 0,7-1-15 16,0 0-11-16,-6 2 11 0,6-2-11 15,0 0 6-15,-4 5-1 0,4-5 6 0,-7 7-8 16,6-4-8-16,-2 3-2 0,0-2 0 0,-1 2-16 16,1 3-69-16,0-1 0 0,-1 4 8 15,-2-1 8-15,-2-1-6 0,2 6 1 0,-1-7 10 16,1 7-16-16,-2-5 21 0,1 3-16 0,1-1 8 16,2 0-2-16,-2-1-11 0,-2 0 11 0,2-4-21 15,2 2 16-15,1-2 4 0,-3 2-7 16,2-3 0-16,4 1-10 0,-3-3 17 0,-2 0-14 15,5 0-4-15,-3-2-9 0,3-3-39 0,0 7-13 16,0-7-51-16,-3 5-107 0,3-5-439 16,0 0 55-16,0 0 64 0</inkml:trace>
  <inkml:trace contextRef="#ctx0" brushRef="#br0" timeOffset="116836.68">12475 10115 798 0,'7'3'243'0,"-3"-2"-25"0,6 5-21 16,0 0-20-16,0-3-6 0,1 6-12 16,-1-1-82-16,4 4-21 0,0-3 16 0,-1 2-6 15,4-1-4-15,1 5-9 0,-2-4 6 16,2 3 5-16,-2 0 21 0,2-3-37 0,-2 5 75 16,-1-6-3-16,1 5-10 0,-1-5-10 0,1 3-8 15,-5-2 1-15,2-1-22 0,-3-2 1 0,4 2-5 16,-4-2-14-16,-3-1 6 0,1 1-13 0,1 1 3 15,-2-3-13-15,-3-4-3 0,3 5 0 16,-1-4 8-16,-2 2 3 0,-1-3-21 0,1 4-18 16,-4-6-49-16,6 4-55 0,-3 0-99 15,-3-3-526-15,0-1-11 0,0 7 42 0,0-7 84 16,0 0 56-16</inkml:trace>
  <inkml:trace contextRef="#ctx0" brushRef="#br0" timeOffset="122936.65">20150 9186 801 0,'0'0'384'0,"-4"-5"-21"0,4 5-38 0,-3-6-38 16,3 6-26-16,-6-7-15 0,6 7-29 16,-1-3-17-16,1 3-29 0,0 0-17 0,0 0-16 15,0 0-2-15,0 0-21 0,0 0-10 0,0 0-21 16,10 16 19-16,-6-10-19 0,7 6 3 0,-1-3-12 16,0 5 7-16,4-3-16 0,-1 5-10 0,4-3-15 15,-3 3 16-15,4-1-14 0,1 0 19 16,2 3-19-16,0 0-12 0,-4-1-11 0,0-2-17 15,0 2-24-15,0-2-48 0,1 2-31 0,-2-5-61 16,2 1-90-16,-2-1-145 0,2 1-434 16,-5-6 65-16,4 1 61 0,-6-5 69 0,3 1 64 15</inkml:trace>
  <inkml:trace contextRef="#ctx0" brushRef="#br0" timeOffset="123252.32">20595 9140 767 0,'-3'-5'279'0,"3"5"-28"0,0 0-15 15,-1-7-31-15,1 7-24 0,0 0 9 16,0 0 9-16,-7 21-37 0,7-12-11 0,0 7-18 16,-3 0 79-16,3 2-17 0,-1 5-24 0,-2 4-4 15,0 1-24-15,0 1-5 0,2 3-2 0,-2-3 10 16,0 5-36-16,0-4-8 0,0 4-15 15,1-1 13-15,-1 1-13 0,0 1-5 0,3-8-23 16,-3 3-3-16,3-2 3 0,-1 2 0 16,1-3-18-16,0-5 13 0,0-2-24 0,0-2 16 15,1 3-33-15,-1-5-20 0,0-5-42 0,3 4-18 16,-3-5-27-16,3-2-55 0,0 1-74 0,-1-3-214 16,1-4-423-16,3-2 107 0,-6 0 59 15,13-8 70-15,-6 3 48 0,1-7 69 0</inkml:trace>
  <inkml:trace contextRef="#ctx0" brushRef="#br0" timeOffset="123502.07">21002 9475 1018 0,'0'0'302'0,"6"-1"-35"15,-6 1-6-15,7-6-26 0,-7 6-25 16,11-2-10-16,-2-2-24 0,1 2 3 0,4 0-28 16,0-5-17-16,4 5-1 0,1-4-18 0,5 0 10 15,1 2-33-15,-1-3-2 0,3 3-13 0,-4-2 7 16,-2 1-22-16,0 2-24 0,-4-2-38 16,3 3-56-16,-2 1-77 0,-5 1-100 0,0 0-115 15,-2 0-425-15,-1 0 97 0,-6 1 31 0,2 1 66 16</inkml:trace>
  <inkml:trace contextRef="#ctx0" brushRef="#br0" timeOffset="123752.5">21192 9631 952 0,'-9'2'368'0,"9"-2"-17"0,-4 5-46 0,4-5-26 16,0 0-18-16,0 0-18 0,0 0-28 15,0 0-26-15,24 0-10 0,-10-3-4 0,6 0-27 16,0-3-10-16,4 4-10 0,-2-4-10 0,1 1-18 16,4-1-3-16,-3 0-15 0,-3 4-10 15,-4-4-6-15,4 6-27 0,-8-3-27 0,4-1-45 16,-4 1-59-16,-2 3-49 0,-1-1-38 0,0 2-197 16,-2-1-441-16,2 0 59 0,-4 0 67 15,-2 2 64-15,-4-2 67 0</inkml:trace>
  <inkml:trace contextRef="#ctx0" brushRef="#br0" timeOffset="124669.89">22721 9211 1172 0,'0'0'358'0,"0"-10"-30"0,0 10-41 0,0 0-29 16,0 0-25-16,0 0-28 0,0 0-11 0,0 0-22 15,0 0-19-15,-7 24-9 0,3-16-14 0,1 3-15 16,3 3-15-16,0 0-15 0,0-1-6 0,3 2-10 16,-3 1-2-16,5 0-11 0,1 1-5 15,1-1-5-15,2-5 6 0,-1 6-19 0,5-7 13 16,-1 3-15-16,1-4 4 0,3-1 4 0,1-1-1 15,-3-4-20-15,7 3 13 0,-4-5-6 16,0-2-4-16,4-5-1 0,-5 4 9 0,2-6-1 16,-2 0-5-16,-1-2-3 0,1-5-4 15,-2 0 2-15,-4-2-6 0,1-1 9 0,-4-4-8 16,-4 2-1-16,0-5 6 0,-3 0 3 0,0 0-8 16,-6 0 7-16,-1 0-7 0,0 0-21 0,-3 3 11 15,0 2 17-15,-4 1-20 0,4 0 18 0,-5 6 10 16,-1-1-10-16,-2 4-23 0,2 2 26 15,-2 1-16-15,2 6-3 0,-2 1 3 0,-3 1-5 16,5 4 5-16,-2-1-7 0,2 4 2 0,1-1 5 16,2 1 5-16,3 2-5 0,2-2-7 15,2 2-3-15,2-2 2 0,3 4-2 0,2-3 15 16,0 1-2-16,5-2-13 0,5 2 20 0,2-2-12 16,1 2-1-16,6-2-4 0,3-1 9 15,3 2-14-15,1-1-1 0,-3-4-30 0,6 0-37 16,8 3-63-16,-7-3-31 0,-4 2-156 0,8 0-522 15,-1-4 41-15,-3 4 58 0,-4-5 93 0,-4 2 43 16,1 1 59-16</inkml:trace>
  <inkml:trace contextRef="#ctx0" brushRef="#br0" timeOffset="125102.63">23432 9287 831 0,'0'0'315'15,"0"0"-20"-15,0 0-39 0,0 0-13 0,-14 10-10 0,10-6-23 16,-2 3-6-16,2 3-37 0,-2-2-24 16,3 3 11-16,-5 1-16 0,2-1-8 0,2 4-14 15,-2 0-4-15,2-2-9 0,1 2 4 0,0-5-22 16,3 5-1-16,-5-5-12 0,5 5-21 0,0-5 3 16,5 5 5-16,-2-7-1 0,0 3-12 15,1 1 16-15,2-4-13 0,4 0-8 0,-2-1-70 16,2-3 11-16,0 3 1 0,4-5 4 15,2 3-3-15,-2-4 16 0,0-1-12 0,3 0 4 16,-3-5 5-16,3 1 3 0,0-2-2 0,-3-2 4 16,-1-3-2-16,1-3 11 0,-1-3-9 15,-3-1 11-15,-2 1-11 0,-1-2 6 0,-4 0-10 0,0 1-1 16,1 1 18-16,-4 0 3 0,-1 6 10 16,-2-4-10-16,0 1 11 0,-1 2-12 0,-5-2 9 15,1 4 2-15,2 1-5 0,-1 1-12 0,-3 0 4 16,-1 1-2-16,1 4-3 0,-1-2-5 0,1 2 3 15,3-1-6-15,-2 2 1 0,-2 2-3 16,11 0-5-16,-14 5-21 0,8-3-17 0,6-2-1 16,-11 4-35-16,8 0-24 0,3-4-7 15,0 9-41-15,0-9-56 0,9 8-57 0,-1-4-86 16,2 2-418-16,0 0 92 0,4-4 31 0,3 3 48 16,-3-3 68-16</inkml:trace>
  <inkml:trace contextRef="#ctx0" brushRef="#br0" timeOffset="125269.36">23949 9311 842 0,'9'-3'258'0,"-2"-2"44"0,3 2-30 16,1 0-24-16,2-1-18 0,5 1-20 16,1-4-23-16,-1 5-13 0,3-3-31 0,-1 4-48 15,1 0-54-15,2-4-90 0,-3 4-227 0,1 1-428 16,0-2 33-16,-4-3 60 0,-3 2 58 0</inkml:trace>
  <inkml:trace contextRef="#ctx0" brushRef="#br0" timeOffset="125485.61">24033 9043 778 0,'-3'6'309'0,"3"-2"-30"0,-3 5-30 0,6 3-11 16,-3-1-34-16,6 4-14 0,-1 3-24 0,3 1-20 16,-3 2 64-16,5 4-26 0,1-2-25 0,-4-1-23 15,5 6-34-15,0-2-53 0,-2 0-39 16,0-3-56-16,4 2-97 0,-4-6-282 0,4 3-297 16,-1-4 38-16,0-2 68 0,-2-4 68 0</inkml:trace>
  <inkml:trace contextRef="#ctx0" brushRef="#br0" timeOffset="125969">24663 9106 941 0,'-3'9'292'0,"2"0"-23"15,-2 0-33-15,3 5-29 0,0-3-15 0,3 3-21 16,-2 1-9-16,5-1-11 0,1 3-29 16,-1 0-4-16,5-1-23 0,-1 1-3 0,6-2 54 15,-4 2-10-15,1-6-6 0,1 2-12 16,-1-5-21-16,2 0-7 0,-2-5 7 0,1 3-10 16,-1-5-23-16,3-1-2 0,-4 0 4 0,1-3-20 15,1-3-7-15,-4-2 1 0,4-1 7 0,-4-5-12 16,-3 1-6-16,-1-6-6 0,-2-1 7 0,0-3-4 15,-1-2-3-15,-6 0 3 0,-1 0 2 16,2 0-5-16,-6 1-13 0,1 3 18 0,0-1 18 16,-4 3-13-16,0 1-4 0,-5 2-11 0,3 1 10 15,-2 1 10-15,-4 3 6 0,3 4-14 16,-2 0 11-16,0 4-7 0,2 1-4 0,-2 2-2 16,5 1-2-16,-4 2 18 0,3 3-9 0,0 3-17 15,1-2 0-15,2 4 13 0,4-3-3 16,1 7 8-16,2-5-13 0,1 5 3 0,3-5-6 15,3 5-10-15,1-3 8 0,2 3 8 0,1 0-11 16,7 1-5-16,-1-3-4 0,5 1 4 16,1 1-10-16,-4-5-10 0,6 5-47 0,-1-6-14 0,1 1-52 15,3-2-92-15,3-2-146 0,-4-2-520 16,3 1 54-16,-7-5 70 0,5 0 55 0,-7-1 88 16,4-5 61-16</inkml:trace>
  <inkml:trace contextRef="#ctx0" brushRef="#br0" timeOffset="126169">25194 9118 1013 0,'0'7'328'15,"0"0"-34"-15,0 2-17 0,0 0-21 0,-2 2-26 16,2 3-25-16,0-3 7 0,0 4-35 0,0 2-8 16,2-2-29-16,-1 3 1 0,-1-1-28 15,1 1-11-15,-1-3-7 0,3 3-28 0,0-1-37 16,-3-2-78-16,4 2-73 0,0-4-168 0,3 0-484 15,-1 1 38-15,1-4 75 0,-1-3 64 16,-1-4 38-16</inkml:trace>
  <inkml:trace contextRef="#ctx0" brushRef="#br0" timeOffset="126401.68">25469 8900 1067 0,'0'0'361'0,"0"0"-23"0,21 8-39 16,-11 2-28-16,3-2-25 0,5 3-18 15,2 3-10-15,1 3-44 0,2 5-13 0,-1-4-5 16,5 0-15-16,-4 5-18 0,1-4-13 0,0 0-16 16,0 2-14-16,-4-3-34 0,-2 3-46 15,0-3-67-15,-2-5-71 0,-2 2-164 0,0 0-497 0,-1-4 44 16,-2 1 67-16,-1-7 56 0,-4 2 99 15</inkml:trace>
  <inkml:trace contextRef="#ctx0" brushRef="#br0" timeOffset="126669.4">25907 8850 1180 0,'0'0'327'0,"-4"-6"-32"0,4 6-29 16,0 0-18-16,0 0-25 0,-20 14-19 0,13-6-1 16,0 2-32-16,1 4 1 0,-5-1-14 0,1 6-14 15,0 0 2-15,-1-2-11 0,1 6 1 0,-3-1-5 16,-1 3-29-16,3 0-7 0,-2 0 2 16,2 3-8-16,2-6-12 0,2 1-10 0,-4 1-3 15,5 1-5-15,-1-1-26 0,3-1-10 0,1-2-56 16,-1 1-26-16,4-2-54 0,0-2-99 15,4 3-244-15,0-4-371 0,5-5 49 0,-2 3 72 16,0-8 53-16,4 0 80 0</inkml:trace>
  <inkml:trace contextRef="#ctx0" brushRef="#br0" timeOffset="126886.01">26067 9060 1069 0,'0'0'346'0,"8"9"-23"0,-5-2-6 16,0 4-36-16,0 2-30 0,1 5-20 0,-1-3-21 15,1 3-24-15,-1 0-14 0,4 6-24 0,-3-1-4 16,2-2-21-16,-2 3-11 0,4-2-9 0,-6 1-11 16,5-3-100-16,0 3-35 0,0-4-34 15,-1 4-97-15,2-6-26 0,0 1-332 0,-3-1-236 0,5-7 59 16,1 2 74-16,-1-5 59 0</inkml:trace>
  <inkml:trace contextRef="#ctx0" brushRef="#br0" timeOffset="127135.59">26618 9191 1131 0,'3'-8'412'0,"1"7"-36"0,-4 1-35 0,10-6-32 0,-6 5-32 16,7-2-24-16,0-1-27 0,0 4-32 16,4 0-12-16,-2-2-13 0,8 1-21 0,-1-2-15 15,1 2-7-15,3 1-19 0,3-1-17 16,-4-1-6-16,2 2-43 0,-1 0-2 0,-3-1-29 16,2 0-31-16,-2-2-66 0,-1 1-74 0,-6 1-277 15,0 0-419-15,-4-5 99 0,-4 3 80 0,-3-4 64 16,-3 0 58-16</inkml:trace>
  <inkml:trace contextRef="#ctx0" brushRef="#br0" timeOffset="127318.83">26823 8993 908 0,'-3'8'292'0,"3"6"-44"0,-3-3 3 0,3 6-41 16,3-2-8-16,-3 2-20 0,3 2 53 0,2 2-30 15,-3 0-5-15,6 1-23 0,-5 2-24 0,3-5-20 16,1 5-38-16,0-2-75 0,-1-1-76 16,2 2-210-16,1-3-479 0,-2 0 49 0,0-8 61 15,4 2 56-15,-1-3 62 0</inkml:trace>
  <inkml:trace contextRef="#ctx0" brushRef="#br0" timeOffset="127818.12">27551 8951 988 0,'0'0'302'0,"-4"18"-18"0,1-9-10 15,0 4-47-15,2-3-9 0,1 7-21 0,-1-3-2 16,2 3-24-16,-1 2-7 0,1-4-16 0,2 3-12 15,4-1-8-15,-3 1-5 0,3-1-34 16,-1-1 4-16,4 2-17 0,-2-4-12 0,2 3 3 16,3-9-8-16,-2 6 0 0,-1-4 64 15,4-2-11-15,-1-1-20 0,-3-4-2 0,4 1-6 16,-4-4-14-16,6-3-1 0,-4 2-3 0,1-6-7 16,-2-3-5-16,2 2 7 0,-2-7-15 15,-1-3 8-15,-3-2-8 0,-1-4-13 0,1-2 3 16,-6-3-8-16,2 1-5 0,-3 2 1 0,-3 0 11 15,2 1-22-15,-6 2-8 0,1 0-64 0,-1 4 13 16,-3 0-5-16,-4 0 18 0,1 7 2 16,-2 2 6-16,-3-2 9 0,-4 5 14 0,1 3-16 15,1 4 10-15,-1 0-5 0,-3 2 13 0,3 3-15 16,5-2 20-16,-5 4-23 0,4 1 8 0,3 2-3 16,1-2 10-16,1 6 9 0,3-4-9 15,2 1-2-15,4 2 7 0,0-2 1 0,3 3 0 16,0-3-1-16,6 1-4 0,-2-1 19 0,7 3-27 15,1-3 3-15,-1 5-14 0,6-5-25 16,0 1-51-16,0-6-57 0,3 3-35 0,1-3-226 16,3 2-453-16,-3 1 90 0,-1-3 79 15,0-4 49-15,-3 4 64 0</inkml:trace>
  <inkml:trace contextRef="#ctx0" brushRef="#br0" timeOffset="128218.17">28016 9082 898 0,'4'-4'297'0,"-4"4"-23"0,9-3-18 0,-9 3-23 16,0 0-36-16,15 3-3 0,-9 2-7 0,-2 2-23 15,4-3-8-15,-3 5-13 0,1 0-15 16,-1 3 6-16,-2-3-19 0,0 7 8 0,-3-5-24 16,0 4-14-16,-3 1 4 0,-3 0-22 0,-5 2-6 15,1 0 3-15,-4-1-2 0,2 1 58 0,-7-2-10 16,2 0-2-16,-1-1-16 0,-1 0 5 15,1-4-74-15,2-1-10 0,-2-2 2 0,5-1-2 16,-1-1 41-16,4-3-46 0,-1-1 15 0,1-3 7 16,10 1 1-16,-13-4-10 0,5-3-4 15,5 0 1-15,0 0 13 0,2 2-21 0,-2-2 1 16,3 1-4-16,0-2 1 0,4 4 15 0,-4-2-20 16,3 0-3-16,4 5 7 0,-7 1-9 15,7-3 17-15,-7 3-12 0,16 3 7 0,-8-2-5 16,2 6-3-16,3 0 14 0,0 3-6 0,-1-2-12 15,-2 6-1-15,7-3 8 0,0 6-7 0,-3-3 2 16,-1 1 2-16,1 0-4 0,0 4-11 0,-1-6-21 16,-4 1-24-16,-1 2-104 0,0-5-99 15,-1 5-653-15,-4-6 106 0,-3 1 52 0,3-5 83 16,-3-1 69-16,0-5 54 0</inkml:trace>
  <inkml:trace contextRef="#ctx0" brushRef="#br0" timeOffset="129019.12">28816 8661 893 0,'-3'-4'368'0,"3"4"-30"0,0 0-46 16,0-7-28-16,0 7-13 0,0 0-26 0,0 0-2 15,7 15-39-15,-4-5-10 0,7 5-85 0,-3 3 4 16,10 5 12-16,0-1-21 0,0 6-12 0,7 7-3 16,4-1-10-16,3-1 15 0,-1 2-7 15,4-2-11-15,0 2-5 0,-3-3 16 0,3 0-14 16,-3-4-7-16,-4-3-5 0,-6-3-13 0,-4 0-10 16,2-1-43-16,-7-6-60 0,2 2-45 15,-7-6-80-15,2 3-330 0,-2-6-236 0,0-1 47 16,-6-4 102-16,-1-3 56 0,0 0 46 0</inkml:trace>
  <inkml:trace contextRef="#ctx0" brushRef="#br0" timeOffset="129301.57">29208 8708 688 0,'0'0'277'0,"0"0"-19"0,0 0-15 0,-19 10 54 16,12-2-13-16,-2 2-28 0,-1 4-15 0,-2 4-26 16,-2-1-16-16,-2 5 6 0,1 3-15 0,-1 1-34 15,1-1 18-15,-1 3-33 0,-1 2-8 0,5-3-10 16,-4-1 2-16,0 4-12 0,4-4-11 16,0 0-12-16,0 1-3 0,1-2 5 0,2-2-23 15,3 1-10-15,-5-5-8 0,5 5-13 0,2-7-43 16,1-2-7-16,0 3-68 0,3-5-58 15,0-1-98-15,0 1-606 0,3-3 0 0,0-4 87 16,1-2 64-16,2 1 71 0,-2-3 70 16</inkml:trace>
  <inkml:trace contextRef="#ctx0" brushRef="#br0" timeOffset="129818.27">29520 8999 1026 0,'4'-6'358'16,"2"3"-25"-16,-2-4-33 0,-1 5-27 15,4-3-32-15,0 5-18 0,-7 0-19 0,14-1-24 16,-14 1-24-16,17 1-23 0,-7 5 3 0,0-1-3 15,1 2-23-15,-1 6-18 0,3-2 3 16,-5 3-6-16,2-2-22 0,-2 4 10 0,-3 0 17 16,3 1-9-16,-5 2-8 0,0 0 4 0,-3 0-14 15,-3-1-3-15,0 0-31 0,-2-1 13 0,-1 4 8 16,-1-4 10-16,-3 0-15 0,4 0 17 0,-5-5-38 16,4 1 13-16,-3-2-10 0,5 0 10 15,-1-2 5-15,1 0 0 0,-3-2-5 16,5-1 8-16,-1 2-11 0,0-1-20 0,1-6 18 15,2 5-10-15,1-6-3 0,0 0-11 0,8 3 24 16,2-3-5-16,3-2-23 0,2 1 12 0,6 0-2 16,2-4 2-16,4 4 1 0,4-2-13 15,0-2 25-15,6 1-31 0,-6-1 6 0,7 1-13 16,-7 0 10-16,3 2 21 0,-3-3-11 0,-4 2 6 16,0 2-14-16,-6-5 1 0,2 5 2 0,-9 0 3 15,5-1-5-15,-7-2 4 0,2 4-12 0,-4 0 6 16,0 0 11-16,-10 0-1 0,11 0-19 15,-11 0-40-15,0 4-34 0,0-4-92 0,-18 9-251 16,8-5-535-16,-7 4 67 0,3-1 97 0,-6-4 67 16,3 1 84-16,-7-1 46 0,0 2 72 15</inkml:trace>
  <inkml:trace contextRef="#ctx0" brushRef="#br0" timeOffset="139601.54">20297 10757 875 0,'0'-6'292'0,"3"4"-44"16,-3 2 64-16,0-6-35 0,0 6-32 16,0-7-19-16,0 7-24 0,0 0-23 0,10-2 0 15,-10 2-10-15,14 7-10 0,-7-4-13 0,3 4-23 16,4 0 7-16,-1 1-7 0,-1 2-10 0,4 0-8 15,1 4-16-15,-3 0-9 0,3-2-1 16,0 5-15-16,0-3-72 0,0 3-5 0,0-1 8 16,-2 1-23-16,1 1-18 0,-1-2-41 0,1 0-2 15,-3 1-45-15,2-5-42 0,-2 1-70 16,-2-5-117-16,2 1-416 0,-3-3 88 0,-3-2 39 16,3 0 73-16,-3-4 67 0</inkml:trace>
  <inkml:trace contextRef="#ctx0" brushRef="#br0" timeOffset="139838.09">20745 10706 675 0,'0'0'249'0,"0"0"-27"0,0 0-9 0,0 0-3 16,-10 20-18-16,6-3 66 0,1-2-22 15,-1 9-32-15,-2 0-12 0,-2 4-2 0,2 6-14 16,-1-1-30-16,1 0 8 0,-1 2-18 0,-1 3-11 15,5-2-7-15,-4-3-21 0,4 6-23 0,-1-4 8 16,-2-2-20-16,2 2 14 0,1-9-14 16,2 3-37-16,-2-1-25 0,3-3-64 0,0 0-38 15,3 0-110-15,-6-1-188 0,7-6-393 16,-1 0 66-16,1-6 84 0,-1-2 65 0,1-4 35 0</inkml:trace>
  <inkml:trace contextRef="#ctx0" brushRef="#br0" timeOffset="140083.97">21230 11040 901 0,'8'-4'302'0,"-2"1"-26"15,7 2-20-15,-2-1-38 0,3-2-11 0,3 3-28 16,0-2-15-16,4-1-18 0,-1 4-11 0,4 0-24 16,-4-3-42-16,4 2-44 0,-4 1-43 15,1-3-76-15,0 0-139 0,-1 3-458 0,-2 0 10 16,-2 0 105-16,-2 0 59 0</inkml:trace>
  <inkml:trace contextRef="#ctx0" brushRef="#br0" timeOffset="140283.69">21426 11268 790 0,'0'0'267'0,"0"0"-22"16,0 0-37-16,0 0-1 0,19 0-33 15,-8 0-8-15,3-2-25 0,3 1-43 0,0-3-29 16,4 2-57-16,2 1-45 0,1-6-179 0,3 6-456 15,1-5 76-15,-1 3 60 0</inkml:trace>
  <inkml:trace contextRef="#ctx0" brushRef="#br0" timeOffset="140800.12">22509 10844 875 0,'0'0'325'0,"0"0"-18"0,0 0-18 15,-21 14-43-15,15-4 0 0,-1 3-23 16,3-1-21-16,-3 3-28 0,1 3-10 0,2-1-13 16,1 1-16-16,3 2-7 0,0-1-18 0,0-1-5 15,0-2-18-15,3 5 0 0,1-4 0 0,-1 1-15 16,7-2 7-16,-3-3-12 0,3 1-8 15,1 1 0-15,2-5-13 0,1 0-13 0,3-2 5 16,1-3-2-16,-2-3 3 0,2 1-3 0,-2-3-3 16,-1-3-20-16,4 1-1 0,-1-4 27 15,0-4-1-15,-2-4-5 0,-3-1-20 0,4-3 8 16,-7 1-6-16,1-8-10 0,-7 4 3 0,3-3 2 16,-4-2-2-16,-3-3 0 0,0 4-14 15,-3 0 4-15,-4 0 2 0,3 5 13 0,-6-3-6 16,0 5-4-16,-3 0-6 0,-2 2 14 0,-2 3-9 15,-3 1 1-15,2 0-1 0,-1 9 8 0,-2-2-7 16,3 2 7-16,1 4 11 0,-3 1-1 0,3 3 24 16,-1-2-29-16,2 4 3 0,2 1-5 15,1 1 7-15,5 3 14 0,-2-1-14 0,4-1-71 16,6 4 18-16,-1-3 10 0,2 3-3 0,5-3-5 16,1 4-2-16,3-1 15 0,1-1 3 15,9 1 2-15,-3-3-5 0,4 1 10 0,0-1-7 16,2-1 5-16,1-3-16 0,0 1-30 0,0 0-49 15,1-2-18-15,-2-2-69 0,1 2-159 16,0-3-491-16,0 1 100 0,-4-1 46 0,4-3 61 16,-6 0 61-16</inkml:trace>
  <inkml:trace contextRef="#ctx0" brushRef="#br0" timeOffset="141167.62">22991 11076 898 0,'-14'17'271'0,"4"-3"-17"0,4-2-14 16,-2 2-4-16,4 0-21 0,1-2-26 0,0 2-22 15,3-1-11-15,0 2-18 0,3-2-2 16,4-1-21-16,1 5-8 0,1-3-20 0,1-3-2 16,1 3 4-16,3-3-12 0,3-3 8 0,0 2-16 15,0-3 2-15,-3 1-22 0,3-4 7 0,-1-2-4 16,-1-1-4-16,1-1 9 15,2-7-24-15,-2 6 72 0,-1-6-11 0,1-4-9 0,-2-3-3 16,-4-3-5-16,3 0-16 0,-5 1-7 0,-1-8 5 16,-1 5-16-16,-3 1 19 0,-3 0-21 15,-3-3-8-15,0 4 13 0,-3 2-5 0,-1 1-18 16,-4 0 0-16,-2 3-3 0,-5-3 1 16,2 7 5-16,-2-1-6 0,-2 4 6 0,2-2-19 15,-2 5-14-15,6 1-19 0,-3 0-23 0,1 1-40 16,5 0-21-16,0 4-31 0,2-1-59 0,5 0-86 15,1 0-188-15,6 2-353 0,1-4 111 0,2 3 63 16,4-1 54-16,-2-4 46 0</inkml:trace>
  <inkml:trace contextRef="#ctx0" brushRef="#br0" timeOffset="141367.34">23692 11066 1215 0,'10'-7'377'0,"0"4"-47"0,0-2-28 16,4 2-26-16,0-2-30 0,3 2-21 0,0-4-25 0,3 6-16 15,-3-5-22-15,4 6-24 0,-3-1-28 0,-2-2-41 16,2 0-46-16,-5 3-102 0,1-1-126 16,-1 1-576-16,-3 0 36 0,1 0 67 0,-5-3 66 15,-6 3 57-15</inkml:trace>
  <inkml:trace contextRef="#ctx0" brushRef="#br0" timeOffset="141566.69">23698 10843 867 0,'-3'7'346'16,"0"1"-19"-16,3 2-27 0,-4 4-26 0,4 3-5 15,0 2-36-15,3-1-8 0,-2 5-31 16,2 4-7-16,4 1-28 0,-3 1-8 0,2 4-28 15,1-1-29-15,0 0-37 0,3-3-70 0,-3 3-54 16,0 0-114-16,4-4-482 0,-2 2-87 16,-2-6 87-16,-1 0 69 0,-5-6 54 0</inkml:trace>
  <inkml:trace contextRef="#ctx0" brushRef="#br0" timeOffset="142333.99">25152 10819 1046 0,'0'-5'356'0,"-1"-2"-44"16,0 1-15-16,-1-1-25 0,2 7-39 0,-7-5-21 16,4 2-22-16,3 3-27 0,0 0 9 15,-10 8-42-15,6-1 19 0,-2 3-19 0,1 4-14 16,2 1-9-16,0 1-10 0,1 2-4 0,0 1-17 15,4-3-4-15,-1 5-8 0,0-2-3 16,9 0-9-16,-3 3-11 0,0-4 0 0,6 0-3 16,-2-1 0-16,5-2-4 0,-1-1-9 0,4-3 8 15,-4-1-17-15,4-5 12 0,-4-2 0 0,2 1 8 16,-3-3-10-16,3-6 4 0,0 4-7 16,-3-6-7-16,3-5-1 0,-3-1-5 0,-1-4-2 15,-3-2 5-15,1-2-3 0,-4-1 0 0,-1-2 3 16,-1-1 0-16,-4-1-6 0,0-4 1 15,-2 4-10-15,-2 0 7 0,-3 1-5 0,2 1 0 16,-5 0 0-16,1 8 7 0,-5-3-9 0,-1 3-3 16,4 5 5-16,-4 2 5 0,-3 3-3 15,0 0 1-15,0 6 5 0,4 0-11 0,-2 5 11 16,-1-2-21-16,1 6 13 0,-1-1 10 0,2 0 0 16,4 5 16-16,-1-2-31 0,7 0 5 15,-2 3 8-15,6 0 10 0,-3-2-8 0,6 4 3 0,0-1-75 16,8 3-2-16,4 0 18 0,-3-1 20 15,12-1-9-15,0 1-6 0,3 0-21 0,1-2 1 16,2-4-19-16,3 3-42 0,-1-4-24 0,2 2-26 16,0-6-61-16,-6 1-84 0,3-6-95 15,-4 4-331-15,-2-4 22 0,-2-2 78 0,-2-5 47 16</inkml:trace>
  <inkml:trace contextRef="#ctx0" brushRef="#br0" timeOffset="142517.63">25849 10826 783 0,'0'0'253'0,"-4"17"-12"0,4-9 69 16,-3 5-24-16,0-1-27 0,3 5-14 15,-1-2-35-15,-2 3-15 0,3 3-21 0,0 0-3 16,-3-3-9-16,6 4-19 0,-3 0-25 16,3-1-26-16,-2 4-28 0,2-1-36 0,0-2-54 15,1-1-48-15,3 2-107 0,0-5-459 0,2 3-121 16,-2-8 109-16,4-1 55 0,-4-3 67 15</inkml:trace>
  <inkml:trace contextRef="#ctx0" brushRef="#br0" timeOffset="142717.01">26106 10974 980 0,'6'-6'281'15,"4"3"-14"-15,4-3-27 0,0 3-27 0,6-2-19 16,0 3-12-16,1-3-11 0,3 2-25 0,2 1-18 16,0-3-15-16,-3 4-44 0,1 0-46 0,0 0-33 15,-3 0-85-15,-1-3-184 0,1 4-432 16,-5 0 71-16,-1-2 33 0,-2 0 59 0</inkml:trace>
  <inkml:trace contextRef="#ctx0" brushRef="#br0" timeOffset="142916.31">26355 10768 831 0,'-3'8'264'16,"1"-1"-8"-16,-4 3 51 0,6 3-38 0,-3 3-21 16,3-2-17-16,0 5-27 0,0 0-17 0,3 0-23 15,-3-1-10-15,7 5-37 0,-3 1-7 16,2 1-58-16,1-2-45 0,4 3-50 0,-1-3-70 15,0-2-92-15,4 3-483 0,2-6-3 0,-4-3 74 16,4 0 67-16</inkml:trace>
  <inkml:trace contextRef="#ctx0" brushRef="#br0" timeOffset="143349.87">26802 10764 819 0,'-18'16'279'0,"13"-7"-13"0,-3 2-36 16,2 3 47-16,-1-2-32 0,4 5-4 0,-1-2-18 15,1 3-24-15,3-1-20 0,0-1-15 16,0 1-13-16,3 1-15 0,1-1-11 0,2-2-25 16,-2 2 10-16,6-3-20 0,0-3 0 0,0 2-11 15,1-4 0-15,0-2-15 0,5-3-7 16,-5 0 4-16,5-4-5 0,-3-4-12 0,-1 1 2 15,1-2 23-15,1-5-41 0,-4 1 3 0,1-7 0 16,-1 1-11-16,-4-2-5 0,-2-4-7 0,-1-1 18 16,-3 0-21-16,-3 2 0 0,0-3 8 15,-1-1-1-15,-2 5-12 0,-5 1 11 0,1 2-1 16,0 1 5-16,-4 5-10 0,0 1-10 0,-3 3 26 16,0 2-14-16,3 1 6 0,-2 2 8 15,-2 5 2-15,4 0-3 0,-3 2-4 0,4 1-1 16,-1-2 8-16,7 2-8 0,-3 1 11 0,4 2-6 15,1-3 1-15,5 6 10 0,0-5-16 16,5 1-2-16,-2 0 15 0,4 0 3 0,4-2-11 16,1 2-4-16,2-2-78 0,0 1-12 0,3-4-26 15,0 3-48-15,0-1-55 0,4-2-81 0,-5 1-205 16,5-3-353-16,0 1 105 0,-2 0 46 16,-4-3 64-16,-2-3 66 0</inkml:trace>
  <inkml:trace contextRef="#ctx0" brushRef="#br0" timeOffset="143637.23">27137 10868 970 0,'14'0'281'16,"-14"0"-7"-16,14 1-31 0,-4 5 46 0,0-1-25 16,0 1 7-16,0 5-35 0,-2 0-21 0,-1 0-36 15,1 4-5-15,-6 2-18 0,1 0-7 0,-6-1-11 16,2 1-15-16,-5 6-16 0,-4-4 1 15,3 2-13-15,-4-3-3 0,-2 1 2 0,-1-2-24 16,4-2-1-16,-1-1-3 0,3-3-17 0,-1 3 2 16,3-4-5-16,-2-2-5 0,2 0-5 15,3-1-10-15,-1-4-1 0,4 4-7 0,0-7 20 16,10 3-4-16,1 1-6 0,4-4-13 0,1 1-28 16,3-5-2-16,3 3-54 0,8-1-31 0,-2-6-69 15,3 1-115-15,3-1-563 0,-2-3 17 16,-3-3 101-16,-1 2 74 0,-4-5 53 0,-4-4 72 15</inkml:trace>
  <inkml:trace contextRef="#ctx0" brushRef="#br0" timeOffset="143867.09">27596 10726 952 0,'0'0'307'0,"0"0"-15"16,9 21 46-16,-8-10-39 0,6 5-20 0,-1 0-23 15,-2 5-21-15,2 7-27 0,-5-2-19 16,2 2-17-16,-3 4-8 0,0 2-16 0,-3 6-12 16,-7 5-16-16,-4 4-15 0,0-2-18 15,-7-4-31-15,-6 0-10 0,-4-4-41 0,-6-3-38 0,-7-1-44 16,-11 4-94-16,-5-6-346 16,-6-2-279-16,-3-9 41 0,3-7 79 0,-18 2 62 0,8-12 66 15</inkml:trace>
  <inkml:trace contextRef="#ctx0" brushRef="#br0" timeOffset="144299.78">24906 10538 678 0,'0'0'304'0,"-12"6"-30"0,6 1-7 15,-1 1-14-15,-2 5-97 0,1 1 0 0,-2 5-12 16,0 0 9-16,2 0 1 0,-2 7 2 16,0 2 49-16,0 1-21 0,0 4-13 0,6 1 6 15,1-1-26-15,3 5 0 0,3-2-20 0,1 13-6 16,10-4-7-16,-1 4-8 0,11-3-5 16,0-2-10-16,3-1-8 0,8-1-18 0,9 5-3 15,7-5-33-15,0-5 6 0,11 2-21 16,3-4-44-16,4-5-51 0,2 3-20 0,1-5-54 0,0-3-107 15,3 0-579-15,-17-4 58 0,4-5 63 16,-1-4 68-16,1-5 52 0,-9-4 58 0</inkml:trace>
  <inkml:trace contextRef="#ctx0" brushRef="#br0" timeOffset="144900.54">28033 10625 790 0,'0'0'295'0,"0"0"-11"0,0 0-36 16,0 15-10-16,3-5 3 0,5 1-49 0,-1 4 2 16,4 2-9-16,0-1-21 0,1 5 61 15,4 0-20-15,1 2-19 0,1 0-12 0,-1 2-38 16,3-3-5-16,-3 3-14 0,4 0-4 0,-1 0-13 16,-3 0-31-16,1-1-33 0,0 1-44 15,-5 0-35-15,0-4-55 0,-2-4-78 0,-1 3-188 16,0-3-442-16,1-4 71 0,-2-1 52 0,-5-7 86 15,4-2 45-15</inkml:trace>
  <inkml:trace contextRef="#ctx0" brushRef="#br0" timeOffset="145166.41">28402 10672 770 0,'0'0'261'15,"-6"-4"10"-15,6 4-30 0,0 0-6 0,-21 12-4 16,11-4-16-16,-4 5-15 0,-3 4-16 16,-4 8-15-16,-7 1 107 0,-5 6-61 0,5 1-79 15,0 5-3-15,-5 1 44 0,2-1-65 0,6-3-2 16,-4 3-5-16,2-2-5 0,6-10 13 0,4 4-34 16,-1-5 16-16,1 1-16 0,1-2 11 15,1 1-16-15,8-6-15 0,-4-1-13 0,6-1-15 16,-2 1-47-16,0-3-17 0,4 2-80 0,3-2-178 15,3-4-595-15,0 2 95 0,5-5 51 0,1-4 80 16,1 0 68-16,-3-4 47 0</inkml:trace>
  <inkml:trace contextRef="#ctx0" brushRef="#br0" timeOffset="145544.16">28862 11043 967 0,'0'0'348'0,"0"0"-20"15,0 0-29-15,0 0-38 0,0 0 13 0,-10 15-46 16,5-5 28-16,5-2-64 0,-3 9 5 16,-1-3-15-16,4 4-11 0,-1 0-7 0,1-2-20 15,-3 5-16-15,3-1 40 0,3-2-32 0,-2 4-5 16,3-4-16-16,-1 4-13 0,-3-2-15 16,5-2-10-16,-4 3 0 0,0-3-13 0,2-2-10 15,-3 1 2-15,3-6-33 0,0 6-18 0,-2-4-43 16,-1-1-101-16,3 0-47 0,-3-3-137 0,0 0-550 15,0-1 34-15,0 0 89 16,-3-4 59-16,-4 1 74 0,3-2 56 0</inkml:trace>
  <inkml:trace contextRef="#ctx0" brushRef="#br0" timeOffset="147399.31">25011 11583 767 0,'-3'-7'223'16,"3"7"-21"-16,0 0-15 0,0 0-13 16,0 0-2-16,0 0-24 0,0 0 60 0,10 14-27 15,-3-11-14-15,-3 4-21 0,2-2 7 0,4-1-33 16,-3 5-2-16,4-2-8 0,-1-1-84 16,4 2 2-16,-1-1 8 0,5-2-13 0,-2 2-23 15,2 1 18-15,2-3 15 0,3-1-15 0,2-3-3 16,-1 3-10-16,-1-1 11 0,4-3 2 15,1-2 2-15,0-3 1 0,2 2 9 0,1-2-4 16,0 1 0-16,0-4-6 0,3-1 11 0,-3 1-3 16,3-5-2-16,-4 5-6 0,1-4 1 15,3-1-6-15,-6 3 10 0,-1 3 6 0,0-1-23 16,-2-2 2-16,2 3 3 0,-3 2 5 0,0-1 0 16,-1 2-3-16,-1 1-7 0,2 3-3 0,-1 0-3 15,-2 1 11-15,3 5 3 0,0-3-14 0,-1 4 11 16,1-1-13-16,-3-1 3 0,-1 2 2 0,-3 1 2 15,-3-3-17-15,3 3 13 0,-2-4 2 16,-2 4-5-16,-3-1 10 0,1-4-15 0,-2 4 20 16,-2-4-15-16,3 1-2 0,-3-3 20 15,-3 6-8-15,3-7 10 0,-1 1-9 0,0 4-1 16,-6-5 10-16,0 0 8 0,15-3-10 0,-15 3-10 16,7-5 5-16,2 0 7 0,-4 0-2 0,5-2 3 15,-2-1-6-15,4-2-2 0,-1-3-8 16,2 5 5-16,1-8 13 0,3 5-20 0,0-1 7 15,0 2-7-15,3-1-3 0,-2 1 7 0,-2 2-4 16,2 1 2-16,-1 0-10 0,0 0 2 16,0 6 8-16,4-2 3 0,-4 3 2 0,0 0-7 15,0 1-11-15,3 2 6 0,-2 1 12 0,2-1-10 16,-3 4-5-16,3 0 10 0,0 2 5 0,1 0-7 16,-3-2-11-16,-1 2 11 0,6 0-1 0,-2-1 3 15,-1 0 8-15,1 1 8 0,0-3-16 16,-1-1-5-16,4 2 7 0,0-4 1 0,0 2 0 15,1-3-6-15,-2-2 3 0,1 0 16 0,6-2 10 16,-2 1-6-16,2-6-15 0,-2 4 6 16,0-4-21-16,5 0 33 0,-5-1-5 0,3-3-3 15,-1-2-9-15,-6 2 35 0,5-4-18 0,-10 4 10 16,2-2-10-16,-4 4-7 0,-3-1-1 0,-1 1-4 16,-6 1-6-16,4 3 10 0,-8-2-48 15,0 4-46-15,-6 1-87 0,3 2-180 0,-16 2-539 16,-2-2 119-16,-3 6 42 0,-6-2 79 0,-11 3 77 15</inkml:trace>
  <inkml:trace contextRef="#ctx0" brushRef="#br0" timeOffset="148266.62">20550 12525 670 0,'0'0'248'0,"0"0"-20"0,0 0 3 0,17 9-19 16,-10-2-23-16,3 2-9 0,-2-1-19 16,5 5-15-16,-3-1 0 0,4-2-21 0,-4 5-12 15,4-1-1-15,-1 1-9 0,0 0-11 0,-1 1-13 16,1-1-2-16,-2 3-8 0,-1-4-10 16,0-2-44-16,0 2-25 0,-3 0-33 0,0-3-26 15,2 0-42-15,-1 2-57 0,-1-5-86 0,3-1-102 16,-4-3-317-16,2 2 84 0,-1-5 26 0</inkml:trace>
  <inkml:trace contextRef="#ctx0" brushRef="#br0" timeOffset="148516.7">20926 12441 842 0,'0'0'314'0,"0"0"-40"0,0 0-18 16,0 0-2-16,-14 15-11 0,8-5-26 15,3 7-7-15,-5 5-20 0,4 0-3 0,-2 9-21 16,-1 1-5-16,1 0-25 0,-2 1-5 0,2 1-11 16,-1-1-2-16,3 3-13 0,-2-3-8 15,-2 2-8-15,2 1 4 0,3-2-6 0,-1 1-13 16,1-1-3-16,0-6-19 0,2 1-1 0,-2-1 3 16,3-2-37-16,3-1-27 0,-2 0-43 15,2-5-55-15,0-1-51 0,1-3-76 0,2-1-354 16,2-3-233-16,1-4 85 0,1-2 59 0,1-3 84 15,-1-5 49-15</inkml:trace>
  <inkml:trace contextRef="#ctx0" brushRef="#br0" timeOffset="148749.53">21439 12815 885 0,'10'-6'295'0,"4"5"-37"0,-4-5-5 16,7 2-20-16,0-1-25 0,0 3-32 15,0-2 57-15,4 0-23 0,0 2-26 0,-1 1-20 0,0-2-31 16,1 2-56-16,-4 1-54 0,0 0-71 16,0 1-144-16,0 3-551 0,1-2 37 0,-5-1 76 15,0 5 72-15</inkml:trace>
  <inkml:trace contextRef="#ctx0" brushRef="#br0" timeOffset="148933.34">21651 13022 790 0,'0'0'338'0,"0"0"-31"0,0 0-35 16,21 0-21-16,-11-1-18 0,0-2-16 0,7 1-30 15,0 2-13-15,4-2-43 0,-1 0-29 0,0-2-48 16,4 2-72-16,0 1-97 0,1-3-594 16,2 1 25-16,1-4 88 0,-2 3 48 0</inkml:trace>
  <inkml:trace contextRef="#ctx0" brushRef="#br0" timeOffset="149451.97">22488 12616 778 0,'0'10'338'0,"0"1"-26"0,-3 0-13 16,0 0-35-16,3 6-18 0,-1 0-13 0,-2 4-11 16,3-2-19-16,0-1-19 0,0 3-23 0,3-2-15 15,-2 2-18-15,2 0-13 0,4-3-5 16,0 4-5-16,0-4-23 0,3 3 0 0,0-6-8 15,4-1-10-15,-1 3-13 0,1-9 11 0,0 3-14 16,0-1 6-16,2-6-8 0,2 3-12 0,-5-5 12 16,4-1-8-16,-3-2 8 0,3-2-13 0,0-3-2 15,-3-2 7-15,2 0 6 0,-4-8-29 16,1-2 6-16,-3 0-6 0,0-5 8 0,-6-2-20 16,-1-4 4-16,0-5-4 0,-3 5-3 0,-3-2 3 15,-3 0-6-15,2 3 0 0,-5 1 6 16,-2 4-11-16,0 3 8 0,-3 2 3 0,-2 2-67 15,-2 0 0-15,1 5 13 0,-6 1 15 0,5 6-10 16,-2-3 15-16,2 7-5 0,-2 0 26 16,3 6-13-16,-3-1 5 0,3 5 26 0,-1 0-8 15,5 1 10-15,-1 3 5 0,4 1-12 0,3-1 28 16,-3 1-24-16,6 2 4 0,1-2-1 0,3 1 8 16,3 0 0-16,0-3-16 0,1 2 11 0,6 0-8 15,1-4 13-15,2 5-18 0,1-8 13 16,3 2-11-16,3-1 14 0,-2-3-3 0,5 2-8 15,-2-6-8-15,3 2 3 0,-3-1-15 0,2-2-8 16,1-1-28-16,-3 0-39 0,3 0-48 16,-1 0-24-16,-2-1-68 0,0-1-136 0,-4 2-407 15,0 0 31-15,-1 0 74 0,-1-1 58 16,-2 0 52-16</inkml:trace>
  <inkml:trace contextRef="#ctx0" brushRef="#br0" timeOffset="149916.6">23189 12900 913 0,'-6'6'272'0,"2"3"-34"0,1-1-5 15,-2 2-11-15,2 3-25 0,0-1 1 16,0 5-24-16,3-2-18 0,0 3 59 0,0-1-28 15,3-1-26-15,0 5-10 0,1-2-10 0,3 1-24 16,0 0-4-16,0-1-8 0,3-3-3 0,3 0-7 16,-3-4-18-16,2 1-5 0,-2-2 2 15,3-3-10-15,1 2-3 0,-1-3 1 0,1-3-6 16,0-1-2-16,0-2-24 0,-1-1 6 16,3-2-74-16,-4-4 15 0,1-1-3 0,1-3 1 15,-1 0-1-15,-2-5-2 0,-4-1 15 0,2-4 0 16,-5-2-2-16,-1-3 23 0,-3 6-29 15,-3-6 8-15,0 1 8 0,-1 0 5 0,-2 1 10 16,-5 5-12-16,1-1-1 0,0 2 1 0,-4 0 7 16,0 3-3-16,-3 2 1 0,1 3-6 0,1 2 6 15,-1-1 2-15,2 2 0 0,3 5-10 0,-2 0 13 16,-1-1-1-16,4 4-1 0,-4 0 4 16,4 3-20-16,3-1 10 0,1 2-11 0,-2 0-4 15,5-2-3-15,0 6-18 0,3-3-12 0,0 1-32 16,3 1-30-16,0-1-36 0,5 0-33 15,1 2-118-15,2 1-271 0,0-2-174 0,5-3 63 16,2 0 60-16,1 1 40 0</inkml:trace>
  <inkml:trace contextRef="#ctx0" brushRef="#br0" timeOffset="150116.34">23839 12975 1023 0,'6'-2'295'0,"2"0"-19"16,-1-3-35-16,4 5-19 0,-3-4 1 16,7 0-31-16,-5 2-18 0,7-3-25 0,-1 4-14 15,2-2-9-15,-1-3-11 0,0 6-23 0,4-2-13 16,-5 0-27-16,-1-2-57 0,-2 4-49 16,4 0-125-16,-7-3-200 0,2 0-366 0,-3 2 72 0,-5-3 84 15,2-2 82-15</inkml:trace>
  <inkml:trace contextRef="#ctx0" brushRef="#br0" timeOffset="150303.31">23924 12758 1046 0,'0'22'308'0,"0"-4"-27"0,4 0-25 15,2-1-15-15,-2 1-31 0,2 3-3 0,2-2-18 16,1 6-17-16,1-2 38 0,2 4-36 0,-2 0-26 15,2 2-71-15,0-3-97 0,1 1-78 16,-2-1-291-16,-1-1-356 0,0-4 54 0,1-2 69 16,-5-5 77-16</inkml:trace>
  <inkml:trace contextRef="#ctx0" brushRef="#br0" timeOffset="151351.7">25014 12626 683 0,'0'-5'271'16,"0"5"67"-16,-3-9-20 0,3 5-22 0,0 4-32 15,-3-7-13-15,3 7-41 0,0 0-16 16,-3-5-17-16,3 5-11 0,0 0-12 0,0 0-13 16,-10 12-6-16,2-4-22 0,4 3-5 0,-2 3-11 15,-1 3-13-15,-3 1 6 0,3 4-24 0,3-2 11 16,-2 3 8-16,3-5-24 0,-1 6-12 0,1-5-1 15,6 4-2-15,-3-7-7 0,4 9 2 16,2-2-13-16,1-3 8 0,4 2-8 0,2-3 3 16,-3-3-1-16,4 1-22 0,2 0 0 15,-1-3 30-15,2-2-10 0,0-5-20 0,-4 1 10 16,5-2 2-16,-2-2-2 0,-1-4 0 0,1 0 0 16,-2-1 5-16,3-3-5 0,-3-2 5 15,2-3-5-15,-4-1-13 0,-2-3 3 0,3 1-8 16,-6-8 10-16,0 0-15 0,-1-3 5 0,-5-2 0 15,-1 0-5-15,0-3 5 0,-4-1-3 0,-2 0-10 16,2 4 26-16,-3 1-8 0,-3 2-2 0,3 1 0 16,-3 0-19-16,-1 3 26 0,3 3-7 15,-4 3 2-15,-2 0-7 0,4 3 9 0,-4 6-2 16,4-3-12-16,-3 5 4 0,-1 2 6 0,4 4-1 16,0-3-2-16,-4 8 13 0,4-3-3 15,-1 6 8-15,4-1-2 0,1 1-14 0,2-1 8 16,1 3 1-16,3-4-11 0,0 5 0 0,0-2 17 15,6-1-1-15,-2 1-3 0,3 1-21 16,6-3 31-16,-3 1-13 0,1-3-7 0,9 4 4 16,-2-4-12-16,-1 0-5 0,6-2-28 0,-1 0-21 15,0 1-54-15,0-1-45 0,2 0-63 0,0 1-147 16,-1-1-464-16,1-1 23 0,0-1 100 16,-6-1 64-16,1 0 66 0,-1-3 96 0</inkml:trace>
  <inkml:trace contextRef="#ctx0" brushRef="#br0" timeOffset="151601.15">25613 12951 988 0,'0'0'261'0,"0"0"-3"0,-7 15-12 15,6-6-31-15,2-3-8 0,-1 4-20 0,4 1-3 16,-1 3-27-16,1 3-6 0,-1 0-11 15,0 1-7-15,1 4-20 0,2 0-3 0,-1-1-10 16,-2 4-18-16,3-2 10 0,-2-2-38 16,-1 3-13-16,3-2-36 0,-2 1-36 0,-1-4-41 15,2-1-30-15,1-1-103 0,-1-1-204 0,-3-2-336 16,7-5 74-16,-5-1 59 0,0-4 57 0</inkml:trace>
  <inkml:trace contextRef="#ctx0" brushRef="#br0" timeOffset="152016.23">25753 12264 975 0,'0'19'292'0,"-3"-9"-19"0,3 5-24 15,0-1-34-15,0 5-18 0,0-1-21 16,-1 6-9-16,1-5-8 0,0 4-21 0,-3-2-13 16,3-1-7-16,0 1-26 0,0-2-2 0,0 0-6 15,0-5-7-15,-3-2-13 0,3 2 8 16,0-3 2-16,0 0 13 0,0-5 15 0,0 2-17 16,0-4-16-16,0-4-8 0,0 0-4 0,0 0-1 15,0 0 8-15,0 0-18 0,-3-22-8 0,6 11 6 16,-3-5-19-16,3-1 6 0,-3-6 2 15,3 5-7-15,-2-4 0 0,2-2-6 0,0 2-5 16,0 0 9-16,-2 5 6 0,-1 1-7 16,4 0-18-16,-4 4 18 0,0-1-17 0,0 4 1 15,0 0-7-15,3 1 8 0,-3 6 0 0,0 2-1 16,0 0-7-16,0 0-2 0,0 0 17 0,0 0-28 16,-3 16-15-16,-1-5-23 0,4-3-59 0,0 9-16 15,4-2-68-15,-1 3-95 0,2 0-454 16,-3 6-45-16,4-5 99 0,1 4 62 0,0-7 74 15</inkml:trace>
  <inkml:trace contextRef="#ctx0" brushRef="#br0" timeOffset="152382.54">26235 12558 747 0,'0'0'251'0,"0"0"-5"0,0 0-37 0,0 0-1 16,0 0-14-16,10 13-43 0,-5-4 8 0,1 2-13 15,1 0 7-15,2 3-4 0,2 3-42 16,1 1 21-16,-1-1-12 0,1 2-27 0,4 0 3 16,-2-2-12-16,0 1-6 0,3-1 0 0,-2 1-15 15,1-1 5-15,-3-1-18 0,4 2 3 16,-3-4-11-16,-1 3-15 0,4-2-28 0,-6-4-44 16,3 5-9-16,-4-7-83 0,0 4-95 0,0-4-166 15,-3 0-340-15,3-6 79 0,-2 4 72 0,-2-6 58 16</inkml:trace>
  <inkml:trace contextRef="#ctx0" brushRef="#br0" timeOffset="152699.59">26543 12391 883 0,'0'0'217'0,"-10"0"-27"0,10 0 14 0,-11 10-19 16,4-3 50-16,-3 1-10 0,0 3-15 16,0 3-33-16,-2 3 2 0,-1 2-10 0,0 5-3 15,-4 0-7-15,4 2-18 0,-5-1 2 0,5 0-12 16,-2 0-3-16,2 1 0 0,-4-1-28 16,7-1-11-16,3-2 1 0,-4-2-19 0,4 3 1 15,-2-5-10-15,2 4 12 0,4-5-18 16,-1 0-5-16,0 1-2 0,1-5-8 0,3-1-8 15,0 3-28-15,0-4-20 0,0 2-44 0,3-2-15 16,5-3-57-16,-5 3-66 0,7-1-159 16,0-1-468-16,4-3 46 0,-1 0 100 0,1-2 81 15,-3-2 52-15</inkml:trace>
  <inkml:trace contextRef="#ctx0" brushRef="#br0" timeOffset="153016.62">26851 12666 698 0,'0'0'302'0,"-4"17"-10"0,4-9-15 16,-3 6-16-16,6-3-44 0,-3 7-9 0,4 0-19 15,-4 1-12-15,3 1-8 0,0-3-21 16,1 8-17-16,-1-7 4 0,0 2 52 0,3-1-5 16,-4-1-21-16,1 0-33 0,2-3-54 0,-3 6-10 15,1-6-7-15,0-1 4 0,1 3-10 0,-1-2-15 16,-3-5 2-16,4 4-2 0,0-3-10 16,-1-3-6-16,-3 2-12 0,3 1-11 0,0-1-48 15,-3-1-69-15,2 1-75 0,-2 0-173 0,-2 1-469 16,-1 0 105-16,0-1 53 0,-4-2 60 15,-4 2 66-15</inkml:trace>
  <inkml:trace contextRef="#ctx0" brushRef="#br0" timeOffset="153449.15">25206 13847 775 0,'-7'2'312'0,"7"-2"-30"0,0 0-16 16,0 0-23-16,0 0-17 0,0 0-14 0,0 0-15 15,0 0-2-15,0 0-8 0,31-3 2 16,-17-2-38-16,-1 4 3 0,2-5-26 0,4 3-1 16,5-2-22-16,0 0-7 0,4-1 2 0,0-1-8 15,2 2-13-15,4-2-10 0,-6 2-13 16,3-2 1-16,-5 4 4 0,2-2-12 0,-5 3-6 15,-2-1-9-15,-4-2-22 0,1 5-12 0,-5-1-56 16,-2-2-41-16,-1 0-59 0,-1 3-54 0,-5 0-330 16,-4 0-261-16,0 0 76 0,0 0 93 15,0 0 61-15,0 0 39 0</inkml:trace>
  <inkml:trace contextRef="#ctx0" brushRef="#br0" timeOffset="153765.73">25045 14016 813 0,'0'0'277'0,"0"0"-36"0,0 0-14 0,0 0-19 15,31 0 45-15,-17-1-17 0,3 1-29 0,4-1-18 16,2-1-7-16,-2-1-10 0,9 2-6 15,1-1-12-15,7-3-29 0,0 1-2 0,-1-2-8 16,1-1-5-16,3 6-2 0,-4-6-29 0,-6 4-5 16,-3-2 11-16,1 3-11 0,-4-2-15 0,-4 0 0 15,-1 4-8-15,-6-2 0 0,0 1 0 16,-1-1 0-16,-6 0-17 0,4 2-9 0,-2-2-7 16,-9 2-59-16,0 0-46 0,0 0-41 0,0 0-107 15,-1 9-600-15,1-9 42 0,-12 6 94 0,2-4 54 16,10-2 89-16,-14 0 42 0</inkml:trace>
  <inkml:trace contextRef="#ctx0" brushRef="#br0" timeOffset="162231.44">19962 12541 926 0,'-3'-8'287'0,"3"8"-16"0,-1-3-35 0,1 3-26 15,0 0-26-15,-3-5-20 0,3 5-18 16,0 0-1-16,0 0 12 0,0 0-32 0,3 21 11 16,-2-9-11-16,2 3 8 0,-3 3 0 0,6 7-15 15,-5 2 13-15,3 6-19 0,2 3-15 16,-2 2 14-16,2 13-7 0,1 4-40 0,1 1 18 16,1 5-74-16,-5-1 0 0,6 4 5 0,-4 14-3 15,2-13 3-15,-1 0 15 0,-4 13-8 16,4-11-2-16,-4-5 15 0,1 2-10 0,0-1-5 15,-1-4-2-15,0 1-6 0,-3-3 5 0,3 0 3 16,-3-3 8-16,0-8-6 0,0-9-15 0,0 2 11 16,0-9-6-16,0 0-2 0,0-5-3 15,0-5-3-15,0 0-7 0,0-4-10 0,0-4-59 16,0-5-123-16,0-1-75 0,0-6-473 0,0 0-25 16,0-17 51-16,0-4 86 0,-3-14 47 0</inkml:trace>
  <inkml:trace contextRef="#ctx0" brushRef="#br0" timeOffset="164115.4">20020 12496 747 0,'21'-6'225'16,"-4"-1"59"-16,3 0-25 0,1-1-21 0,2 5-18 15,2-4-13-15,2 0-12 0,7-3-18 0,0 2-21 16,5 0-16-16,-2-1-1 0,4 2-11 0,-1 0-11 15,12-4-27-15,-4 7-13 0,9-3 2 0,-11 0-2 16,11 0-5-16,-12 0-21 0,13-1 8 16,-10 3-6-16,10-1 1 0,-10-1-8 0,10 0-10 15,0-1 8-15,0 4 2 0,0-2 13 16,-3-2-6-16,10-1 1 0,-7 2-21 0,3-1 3 16,1 3-5-16,-1-2-3 0,1 1-2 0,4-2 2 15,-1-1-5-15,3 4 5 0,3 2-8 16,-3-4 1-16,-2 4-1 0,2-2 11 0,-3 3-8 15,-3 0 10-15,3-4-17 0,-4 6-6 0,4-6 13 16,-4 5-20-16,-2-3 4 0,2-2 1 0,1 6 12 16,2-7-4-16,-2 6-14 0,3-5 11 15,-2 4 0-15,-6-2-13 0,-2-1 8 0,-11 5 4 16,4-1-17-16,-4 0 8 0,4-4-1 0,0 4 1 16,13 1-16-16,-9-2 6 0,-4 2 12 0,-4-1 2 15,4-2-2-15,-1 2 1 0,-1 1 1 16,1-1-12-16,14-1 10 0,-6 1-7 0,-11 0 9 15,5 1-2-15,-1-3 6 0,-1 1-4 16,18 2-7-16,-10 0 8 0,-8 0-10 0,2 0-4 16,18 0 4-16,-5 0 10 0,0 0-3 0,-7 0-3 15,9 0 1-15,-2 2 7 0,-10 2-13 0,-5-3 6 16,14 2-8-16,-9 1 2 0,-8-3 14 16,1 1-9-16,2-1 3 0,12 5-10 0,-5-5 15 0,5 4-15 15,-6-1 8-15,-7-3-8 0,15 0 5 16,1 3 5-16,-1-2-5 0,-9-1 7 0,10 4 1 15,-11-4-5-15,-4 0 10 0,0-1-13 16,-2 2 0-16,1-2 0 0,-2 3-6 0,4-2 6 16,-4 0-5-16,0 1 3 0,-2-2 2 0,2 0 0 15,1 1 0-15,-2-1 5 0,0-1 3 16,-3 1-8-16,4-3 10 0,-2 2-5 0,2-2-8 16,-1 1-2-16,1 0 8 0,0-4 12 0,-1 6-12 15,-2-6 2-15,0 4-5 0,1-1 0 16,-2-3 5-16,-2 5-5 0,3-5 0 0,-4 3 0 15,-3-1 2-15,-2 2 1 0,2-5 2 0,0 5-10 16,-2 0 8-16,0-4-6 0,-1 4-2 0,3-3 5 16,5 2 0-16,-5 2 8 0,-3-3-8 0,3 2 5 15,0 1-13-15,0 0 3 0,0-2-5 16,0 3 20-16,-3-2-10 0,2 2-3 0,-2-1-7 16,-6 1 5-16,-1 1 8 0,3-1 4 15,-7 0-9-15,4 0 12 0,-6 2 0 0,-2-2-15 16,-1 3 8-16,-2-3-9 0,4 0 4 0,-7 1 2 15,0-1-3-15,-2 1 6 0,2-1-3 0,-2 0 2 16,-3 2-12-16,3 2-8 0,-8-4 23 0,6 5-10 16,-2 1 8-16,-1 1-21 0,-3-1 13 0,0 0 15 15,3 6-7-15,-3-3 4 0,0 1-12 16,0 4 10-16,0-2 3 0,0 5-8 16,0 0 5-16,0 6 3 0,0-5-1 0,0 9-9 15,0 1 2-15,0-1 5 0,0 7-2 0,3 0 4 16,-3 5 9-16,2 0-6 0,-2 0-15 0,1 1 2 15,-1 2 31-15,1-2-23 0,-1 1-5 0,3-3 8 16,-3 1 13-16,0 17-14 0,4-3-4 16,-2-2 15-16,0-6-16 0,1-8 6 0,0 3-8 15,1-1 5-15,-1 14 10 0,0-10-7 16,1-4-3-16,-1-3 6 0,1-1-6 0,-1 2-10 16,0-3 17-16,-2-2-19 0,2-3 17 0,-3-3 0 15,5-1 0-15,-5-1-12 0,0-3 12 0,-2-1 3 16,-1-2-26-16,3 1 18 0,-3-4-10 0,2 1 0 15,-5 0 13-15,2-2-11 0,-3-2 8 16,0 1 3-16,-2-4-13 0,-3 1 5 0,-4-2 5 16,-1 0-8-16,-3 1-4 0,-4-3 14 0,-1-2 1 15,-5 1-8-15,-1 0-3 0,0-2 9 16,-9-1-6-16,1 2 10 0,1-1-10 0,-5-2-5 16,1-1 0-16,1 2 5 0,-1 1 5 0,-3-1 5 15,1-1-8-15,-6 1-9 0,-12-2 12 16,-2 2 0-16,-1 1-10 0,0-1 5 0,0-2 2 0,-3 1 11 15,3-1-13-15,-4 5 8 0,-2-4-6 16,2 0 1-16,-6-1 0 0,-3 0-1 0,-1 0-2 16,-3 0 8-16,-3 0-3 0,2 0-5 15,-16 0-3-15,14-1-2 0,2 2 3 0,-13-1-9 16,12 0 14-16,-16 2-8 0,4 1 7 0,0-1-4 16,14 1 17-16,-15-3-15 0,14 2-2 15,-14 3 7-15,-1-5-8 0,5 6 8 0,-2-4-2 16,-1 5 0-16,3-2 4 0,-2 0 3 0,3 3 3 15,13-6-15-15,-14 6-3 0,15-1-65 0,3-6 9 16,0 6 2-16,-4-5 16 0,7 4 4 0,-6 0 9 16,-1-3-9-16,4 3 14 0,-1-2 7 15,-13 6-3-15,15-5 1 0,6 3 9 0,-2-1 4 16,2 1-11-16,4 0 13 0,-1-4-8 0,3 4-2 16,-3-1 15-16,4 0-13 0,2-1 2 15,-2-1 9-15,3 2-11 0,0 1 8 0,13-3 5 16,1 0-8-16,3 0 3 0,0-2 3 0,0 3-11 15,3-5 10-15,-3 6 6 0,0-4-19 16,0 1 4-16,3-1 4 0,-3 1 11 0,0 0 4 16,1-4-9-16,-2 7-6 0,1-4 13 0,1 2-5 15,-2-2 0-15,-2 4 0 0,-14 0-5 16,13 0 8-16,1-4 12 0,3 5-13 0,0-3 6 16,0 0-5-16,3 2 4 0,1-1-9 0,-1-2-1 15,3 4 11-15,-2-3-5 0,3 1-3 0,3-2 0 16,0 3 0-16,-3 0 0 0,4-3 0 0,-1 3 5 15,3-1-3-15,-2-2 6 0,-1 3-8 16,0-3-5-16,3 0 10 0,-2 1-8 0,-1-2-2 16,0 1 13-16,0-1-6 0,0-1 4 0,1-1-9 15,-1 4 3-15,0-3 8 0,0 0-16 16,-2 2 5-16,2 0 11 0,-3-2-5 0,3 1-6 16,0-1-2-16,0 2 23 0,1-2-10 0,-1 0-16 15,3-2 3-15,4 0-3 0,1 2 8 16,2-2 13-16,4 0-11 0,0 0-2 0,3 0-2 15,0 0 7-15,0 0 0 0,5 0-10 0,-1 3 10 16,0-3 3-16,10 0-16 0,-18 0 13 0,11 1-5 16,-3-1-13-16,10 0 11 0,-17 2 2 0,10 0 20 15,-3 0-17-15,3 1-8 0,-3-1-8 16,3-2-10-16,-4 1-33 0,5 4-90 0,-1-5-108 16,1 2-439-16,1-2-106 0,5 0 72 15,0 0 57-15,-10-4 83 0,7-2 40 0</inkml:trace>
  <inkml:trace contextRef="#ctx0" brushRef="#br0" timeOffset="164797.44">28741 12822 803 0,'-2'21'231'0,"2"2"-21"0,0-2-19 16,0-2-22-16,0 0-30 0,-2-1-45 0,2 4-35 15,0-3-113-15,0 5-184 0,2-5-386 16,-2 0 45-16</inkml:trace>
  <inkml:trace contextRef="#ctx0" brushRef="#br0" timeOffset="164964.12">28751 12393 775 0,'0'0'154'15,"7"12"-67"-15,-1-5-44 0,1 2-219 0,0 3-344 16</inkml:trace>
  <inkml:trace contextRef="#ctx0" brushRef="#br0" timeOffset="166180.9">29223 12764 1131 0,'-3'-8'338'16,"3"3"-18"-16,-1 0-92 0,0 0-24 0,-4-2-30 15,1 6-15-15,4 1-3 0,-10-2-15 0,10 2-13 16,-21 3-23-16,11 4 0 0,-3 2-28 16,-2-1 10-16,2 5-16 0,-4-1-12 0,4 3-2 15,0 1-1-15,1 0 3 0,3-5-21 0,1 6 3 16,1-3 3-16,1-3-24 0,5 3-2 16,-2-3 18-16,3-1-11 0,2 2-12 0,0-2 0 15,1-2 8-15,4 0-6 0,4-5 3 0,-2 4-18 16,1-7-3-16,1 0 11 0,2 0-3 15,1-2-10-15,-3-4 5 0,2-1-10 0,1-3 12 16,-1-6-22-16,-2-3 2 0,-1-4-8 0,0-4-2 16,1-6 8-16,-4 0-14 0,2-16 11 0,-5 8 0 15,-1 5-5-15,1-2 13 0,0 3-6 16,-4 8 16-16,3-3 10 0,-3 5 21 0,0 7-1 16,0-1-2-16,0 5-2 0,0-3-8 0,0 9 0 15,0 0-13-15,0 1 10 0,0 7 10 16,0 0-2-16,0 0 5 0,0 0 5 0,-8 21-7 15,5-9-3-15,3 5 5 0,0 5 8 0,0-3-8 16,0 9 7-16,3-1 1 0,-2-2-8 0,6 1 0 16,-2 0-15-16,0-1 7 0,5 5-2 15,-2-4 2-15,2-2-10 0,1-4 13 0,1 1-5 16,-2-2-5-16,1-2-6 0,3 0 6 0,2-5 10 16,-2 0-26-16,3-4 3 0,0-3-3 15,4 1-4-15,-1-5-16 0,6-1-8 0,-3-1 2 16,4-1 1-16,2-4 13 0,-4-3-1 0,5-5 13 15,-2-1-12-15,-2-4 0 0,-2 2-4 16,-3-4 24-16,-3-1-7 0,-2 3-1 0,-5 1 0 16,-4-2 16-16,1 6 18 0,0 0-3 0,-7 0-5 15,0 5-3-15,-1 0 6 0,0-1-6 0,-4 2 5 16,-2 1-12-16,1 7 7 0,-4 0 1 16,9 0-16-16,-17 2 7 0,6 6-1 0,1 0-12 15,3 4 19-15,-4 0-5 0,2 5-6 0,2-1 14 16,1 1-11-16,5 1-2 0,-3 2-1 15,4-2 3-15,0 1-10 0,5-1 13 0,1-1 2 16,1 2-10-16,3 0 0 0,7-4 8 0,0 1-6 16,3-3 14-16,4-4-6 0,1 3-18 15,2-6 13-15,0 0-12 0,4 0-1 0,1-5 8 16,-3-1 2-16,2-6-9 0,-2 3 17 0,0-7-25 16,-1-3 4-16,-1-4-17 0,-3 2 10 0,-3-5 6 15,-5-3 9-15,-1 6-7 0,-5-1 2 16,0 3 21-16,-4 0-13 0,-1 3 13 0,-2-1-6 15,-3 4 6-15,-3 5-10 0,-2-4 4 0,-2 2-7 16,-4 5 16-16,-2 0-11 0,-3 1 0 16,2 1-10-16,0 0 20 0,-6 5-7 0,8-2-6 15,-4 1-12-15,6 1 15 0,-3-2-5 0,5 5-5 16,-1-3 8-16,2 0-6 0,4 0-12 16,2 2-3-16,1-1 10 0,1 1 8 0,2 1-10 15,4-1 18-15,-1-1-6 0,5 0 1 0,-1 1 5 16,0-1-14-16,4-1 12 0,-4 2-6 0,6-1 0 15,-4 1 10-15,0-2-10 0,0-2 10 0,-2 1-13 16,4-3 21-16,-1 2-20 0,2-1-3 16,-2-3 2-16,0 1 6 0,1-2 2 0,2-2-5 15,-1-1-8-15,-2-2 11 0,4 1-14 0,-3-3 14 16,3-4 2-16,-3 1-10 0,3-5 8 16,-4-1-3-16,2-7 0 0,1-1-21 0,-5-1-15 15,2-5 16-15,-3 0-11 0,-2-1-5 0,0-6-10 16,-3 3 0-16,0-4 15 0,-3 3-7 15,1 1 23-15,0 1 15 0,0 3 7 0,-3 6 11 16,2 5 18-16,-4 0-8 0,2 5-15 16,-3 5 0-16,3 0 2 0,-3 8 8 0,0-1-5 0,3 3 5 15,0 0 0-15,-12 16-2 0,7-2-6 16,-1 3 0-16,1 8 3 0,-1 0 10 0,-1 0-15 16,4 4 3-16,3 5 9 0,-1-3-4 0,1 0 4 15,-1 0 1-15,3 2-18 0,-2-4 2 16,3 0 0-16,-3-1-10 0,3-2-36 0,1-1-18 15,-1 0-61-15,0-1-54 0,0-2-130 16,-3-2-492-16,2-4 51 0,-7 1 75 0,2-2 55 0,-4-4 78 16</inkml:trace>
  <inkml:trace contextRef="#ctx0" brushRef="#br0" timeOffset="166514.16">28929 13591 798 0,'0'0'335'0,"-4"5"-81"0,4-5-6 0,0 0-25 15,14 4-21-15,-1-3-13 0,9-1-27 16,8-1 4-16,8-1-28 0,6-3-5 0,17 1-2 15,1-2-13-15,4-4-1 0,2 2 6 16,0-2-31-16,6 1 3 0,15-4-18 0,1-4 0 16,-1 7-3-16,-2-3-15 0,-17 3-8 0,-5 3 8 15,-1-3-3-15,-5 2 1 0,-8 3-4 16,-13 0-9-16,-5 0-19 0,-5 3-17 0,-4 1-23 16,-6 0-59-16,-2-1-39 0,-4 2 11 0,-6 3-37 15,0-2-86-15,-6-1-269 0,-9 9-269 0,1-6 82 16,-2 2 75-16,-7 1 45 0</inkml:trace>
  <inkml:trace contextRef="#ctx0" brushRef="#br0" timeOffset="166831.47">29035 13843 837 0,'0'0'258'0,"0"0"-15"0,0 0-18 15,24 5-2-15,-7-5 0 0,7-1-39 0,10-3-5 16,7 2-7-16,17-2-8 0,5-2 48 16,4-1-15-16,5-1-5 0,22 1-13 0,0-1-28 15,5 0 8-15,-2 4-36 0,-3-2-8 0,-18-1-12 16,2 3-14-16,-2-2-2 0,-5 5-15 16,0-2 7-16,-6-1-15 0,-13 4 0 0,-7 0-2 15,-11-2-21-15,0 1 5 0,-8 1-3 16,-2-2-7-16,-3 2 0 0,-3-2-5 0,-3 2-14 0,-2 0 17 15,-4-2-14-15,-5 1-12 0,-4 1-21 16,8-2-20-16,-8 2-44 0,0 0-33 0,0 0-44 16,-21-3-120-16,10 3-565 0,-1 3 25 0,-2-3 107 15,-4 0 60-15,0-5 63 0,-5 4 70 0</inkml:trace>
  <inkml:trace contextRef="#ctx0" brushRef="#br0" timeOffset="182879.15">17303 15238 949 0,'-4'-5'251'0,"4"5"-5"0,-10-3-8 0,9-1-26 16,1 4-27-16,-6-5 7 0,6 5-6 15,-7-5-27-15,7 5-16 0,0 0-22 0,0 0-6 16,-14 7 8-16,11 1-26 0,-4 2 3 0,0 5-21 16,1 5-15-16,-2 5 5 0,-2 3-10 15,4 1-8-15,-1 1 1 0,4-2-1 0,-2 4-18 16,5-6 8-16,0 1-5 0,0 2-8 0,5-1-5 16,1-3 3-16,1 0-8 0,0-2 5 15,-1 0 2-15,5-4-9 0,2-1 1 0,-2-3 1 16,2-5-7-16,-3 3 4 0,2-9 0 0,1 1-17 15,-2-2 7-15,2-6 13 0,0-2 7 0,1-5-17 16,-1-5-8-16,-1-2 3 0,1-1 7 16,-3-10 3-16,0-2-1 0,-6-3-24 0,2-1 7 15,-2-2 15-15,-4 0-5 0,0 1-5 0,-3 6-3 16,-1-3 6-16,1 1 5 0,-8 3-11 16,7 5 8-16,-5 1 0 0,2 4 3 0,-4 0-11 15,1 4 3-15,0 3 6 0,-1 0-4 0,-2 3 11 16,3 3-21-16,-1 2 8 0,1 3 3 0,-3 2-3 15,2 3 2-15,-2 1 1 0,2 2-1 16,1 6 9-16,3-4-14 0,1 6 1 0,-2 1 4 16,5 0-10-16,0 1 14 0,3 4-9 0,3-4 8 15,4 4 3-15,-3-2-1 0,6 3-27 16,3-3-3-16,4 3-41 0,1 1-23 0,2-6-33 16,4 2-44-16,0-2-26 0,1-6-204 0,1 5-343 15,5-5 48-15,-7-3 39 0,-3-5 64 16</inkml:trace>
  <inkml:trace contextRef="#ctx0" brushRef="#br0" timeOffset="183062.56">17713 15496 888 0,'0'0'315'16,"0"0"-26"-16,0 0-20 0,-10 20-24 0,6-6-22 15,1 2-8-15,-1 1-10 0,1 2-34 0,2 5-9 16,1 1-19-16,0 0-13 0,-3 2-9 0,6 1-14 15,-3-2-7-15,4 0-15 0,0 1-57 16,0-1-21-16,2-1-58 0,1-1-77 0,3-3-179 16,1-1-461-16,2-3 54 0,-2-4 71 0,2-3 60 15</inkml:trace>
  <inkml:trace contextRef="#ctx0" brushRef="#br0" timeOffset="183279.78">18010 15726 954 0,'4'-6'366'0,"2"-2"-41"0,1 2-25 15,4-2-24-15,-1 1-45 0,3-1-16 0,4 1-11 16,1 2-17-16,-1-1-25 0,0-1-32 16,0 3-17-16,4-2-36 0,-5 3-36 0,2-1-49 15,-1 1-41-15,-4 2-76 0,0 0-93 0,-5-2-209 16,2 3-280-16,-3 0 39 0,-7 0 72 0,10-3 66 15</inkml:trace>
  <inkml:trace contextRef="#ctx0" brushRef="#br0" timeOffset="183462.6">18153 15483 767 0,'-6'-2'290'0,"6"2"-32"0,0 0-22 0,0 0-3 15,-7 15-11-15,7-6-27 0,0 2-19 0,0 6-9 16,3 1-11-16,-3 4-25 0,4 1-4 15,-4 2-27-15,6-1 8 0,-1 2-11 0,-2-1-18 16,3 0-9-16,-2-1-32 0,3 1-30 16,3-4-44-16,0 1-28 0,0-2-90 0,-3-2-191 15,7-2-377-15,-4-4 38 0,4-4 83 0,-4-3 56 16</inkml:trace>
  <inkml:trace contextRef="#ctx0" brushRef="#br0" timeOffset="183879.39">18574 15458 744 0,'0'0'302'0,"0"0"-12"15,0 0-42-15,0 0-10 0,-3 23-23 0,3-13-10 16,0 5-23-16,0-1-16 0,3 2-20 0,-3 2-3 16,4 1-17-16,2-2-19 0,1 4-12 0,-3-2-3 15,3 0-5-15,3-2-5 0,1 0-5 0,2-1-13 16,-3-3-5-16,4-1-13 0,-1-3 2 15,1-1 3-15,0-3-2 0,0-3-16 0,-1-2-2 16,1 0 7-16,-1-7-2 0,1-1-5 16,-3-2-3-16,-1-5-5 0,-1-3-2 0,2-6-3 15,-7 3 5-15,-1-8-11 0,-3 4-73 16,-3-1 7-16,-1-1-2 0,-2 2 15 0,-2 2 18 16,-2-1 15-16,0 4 3 0,-1 3 21 0,-5-1-1 15,1 5-13-15,-1-2-2 0,-5 8 18 0,4 1 0 16,-3 1-8-16,2 2 1 0,2 3 2 0,1 1-3 15,-1 2 0-15,-2 4 0 0,5 1-5 16,-1 2 0-16,7 0 1 0,-3 0 4 0,7 2-5 16,0-2 0-16,3 2 3 0,3-1-6 0,1-1 14 15,8 5-4-15,-1-5 4 0,3 5-11 16,3-5-8-16,0 4 11 0,4-3-31 0,-1-1-33 16,4 0-19-16,-3 0-52 0,0-1-63 15,2-1-45-15,-3-1-134 0,-2-1-371 0,-1-1 82 16,0 0 24-16,-1-1 63 0</inkml:trace>
  <inkml:trace contextRef="#ctx0" brushRef="#br0" timeOffset="184185.68">18930 15633 747 0,'7'0'305'0,"-7"0"-21"0,0 0-16 0,9-2-19 16,-9 2-24-16,0 0-28 0,12 0-18 16,-12 0 3-16,9 2-21 0,-9-2-5 0,14 4-28 15,-4 0-2-15,-3 3-14 0,3 0-9 0,-3 0-6 16,1 4 8-16,1 2-10 0,-5-1-21 0,2 3-5 15,-3 1-2-15,-3 1 7 0,0-1-18 16,-3 2 3-16,-3 0-8 0,-1 0-2 0,0 3-1 16,-4-3-1-16,2-2-9 0,2-1 0 0,-4-2 3 15,4 0-10-15,1-2 7 0,-1-3-4 16,4 2-4-16,-5-3-1 0,5 1 9 0,-1-2-84 16,1-1-3-16,0 1 26 0,0-3-5 0,3-3 18 15,3 9-8-15,3-6-15 0,-2 0 22 16,7-2 11-16,-1 3-7 0,0-2 2 0,7-2 2 15,-4 0-25-15,5 0 5 0,-2 0-36 0,2 0-36 16,3-2-81-16,-1-2-88 0,1 3-325 16,0-2-179-16,2 0 72 0,-3-6 49 0,1 0 68 15</inkml:trace>
  <inkml:trace contextRef="#ctx0" brushRef="#br0" timeOffset="184379.18">19545 15570 924 0,'4'-5'335'0,"5"1"-36"0,-2-2-25 15,1 2-20-15,2-1-32 0,0 0-7 16,1 2-46-16,2 1-23 0,0-1-26 0,1 1-58 16,0 1-70-16,0 1-84 0,2 0-108 0,-2 1-509 15,-3 1 52-15,3-2 50 0,-5 4 67 16</inkml:trace>
  <inkml:trace contextRef="#ctx0" brushRef="#br0" timeOffset="184547.87">19644 15765 1267 0,'0'0'363'15,"0"0"-33"-15,0 0-20 0,4-14-44 16,5 9-38-16,-1 0-8 0,2 2-61 0,3-2-52 15,1 2-40-15,0-3-80 0,7 2-69 0,-5 0-89 16,5-1-421-16,0-2-96 0,3-1 61 0,-1-2 58 16,1-2 32-16</inkml:trace>
  <inkml:trace contextRef="#ctx0" brushRef="#br0" timeOffset="185012.41">20239 15290 867 0,'0'0'284'0,"-14"11"-33"16,4-4 0-16,3 6-38 0,-3-1-1 0,4 3-33 15,-5-1-15-15,7 3-13 0,-2 0-15 0,2 0-16 16,-2 3 10-16,6-2-30 0,-3 2-10 16,3-1-6-16,3-1-4 0,0-2-16 0,1 1-16 15,5 0 11-15,-2-2 0 0,1-2 0 0,5-1-8 16,1-4-12-16,2-1-4 0,-5-4-1 0,6 2-6 15,-4-3-3-15,2-4-4 0,1-3-6 16,2-3 8-16,-5 1-12 0,4-6-1 0,-4-2-20 16,-1-4 7-16,-3-4-20 0,-2 0-5 0,1-9 0 15,-2 4-8-15,-2 0 15 0,-1-1 6 16,-3 4 20-16,-3 0 10 0,2 5 6 0,-5 0-8 16,-2 2 0-16,-2 1 10 0,-3 6-8 0,-1-3 8 15,0 10-8-15,-6-2 11 0,2 5-8 16,-1 0 2-16,-2 2 11 0,1 2 7 0,2 4-9 15,1-1-12-15,3 3 4 0,-3-1-3 16,4 3 2-16,3 2-15 0,-1-1-5 0,7 1 13 0,-2 1 18 16,6-2-26-16,0 1 8 0,0 1 2 15,7 0 3-15,2-2-2 0,2 2 1 0,6-3 4 16,1 4-11-16,5-5 3 0,-2 5-39 0,3-5-25 16,0 0-15-16,3-3-44 0,0 1-49 15,-6 0-77-15,3-1-119 0,-3-2-426 0,-2-3 87 16,-1 0 62-16,-5-2 46 0,1-2 71 15</inkml:trace>
  <inkml:trace contextRef="#ctx0" brushRef="#br0" timeOffset="185262.56">20615 15433 1031 0,'0'0'302'15,"-1"18"-28"-15,1-11-18 0,0 1-23 16,0 2-16-16,1 4 1 0,-1 1-8 0,3 1-18 15,1 1-26-15,-1 3-10 0,-2 1-5 0,5 1-25 16,-2 0-3-16,2 1-6 0,-2 2-17 0,-1-1-8 16,4-3-2-16,-3 1-5 0,-1-2-19 15,0-2 8-15,1 1-15 0,-1-3-8 0,-3-3-12 16,3 0 17-16,2-1-18 0,-5-3 3 0,3 3-12 16,0-3-45-16,-3-2-25 0,3-1-56 15,-2 0-133-15,-1-3-625 0,0 0 61 0,0-3 65 16,0 0 86-16,0 0 62 0,0-23 67 0</inkml:trace>
  <inkml:trace contextRef="#ctx0" brushRef="#br0" timeOffset="185711.56">20799 14801 865 0,'0'0'258'0,"0"20"-27"0,0-10-19 16,0 4-5-16,0-1-35 0,4 5-19 0,-4 2 1 16,4-1-13-16,-4-1-13 0,3 4-26 0,0-3 3 15,-3 2-18-15,1-3-2 0,-1 2-3 0,0-4-21 16,3 0-10-16,-3-2 11 0,0-2-16 0,0-2 5 15,3 1 15-15,-3-1 11 0,0-2 67 16,-3-4 7-16,3 3-18 0,0-7-23 0,0 0 2 16,0 0-25-16,0 0-2 0,-10-15-1 15,5 4-2-15,2-6-13 0,0 0-7 0,-1-6-6 16,1-2-10-16,0 0-13 0,0 0 6 0,3 0-8 16,0 1-3-16,-3 2 5 0,6 1-10 15,-3 1-2-15,0 3 12 0,-3 0-23 0,3 3-66 16,0-1 2-16,0 5 0 0,0 2 18 0,0-1-7 15,0 4 12-15,3 1 0 0,-3 4-2 0,0 0 10 16,0 0-2-16,0 0 12 0,6 24-8 16,-6-12 3-16,0 6 6 0,0 2-14 0,0 5-33 15,0 1-79-15,0 3-87 0,4 3-523 0,-4 6-35 16,0-3 71-16,3-3 70 0,-6-4 51 16</inkml:trace>
  <inkml:trace contextRef="#ctx0" brushRef="#br0" timeOffset="187078.33">20140 15976 985 0,'0'0'292'0,"0"0"-34"0,0 0-25 0,0 0-31 16,0 0-17-16,0 0-6 0,0 0-18 16,0 0-12-16,13 12-11 0,-8-5-15 0,1-1-16 0,-2 4-7 15,5 0-15-15,-2 0-9 0,1 1 6 16,1 2-23-16,1-1 0 0,-2-3-10 0,2 3-6 15,0-1 3-15,1-2 3 0,-4 0-16 16,2 0-2-16,1-2-6 0,1 1 6 0,-4-1-3 16,3-4 0-16,1 2 6 0,-1-3-1 15,-1 0 0-15,2-1-5 0,-1-2-7 0,0-3 7 16,1-1 3-16,2 0-26 0,-3-1 8 0,5-3 12 16,-5-2-9-16,4-1-14 0,-4 2 3 0,3-1 6 15,-2 0 14-15,-1 1-20 0,0 0 6 16,4 0-6-16,-4 1-3 0,1 1-4 0,-1-1-9 15,0 1 22-15,-1 2-6 0,2-1 0 0,-1 3-3 16,0 0-2-16,1 0 3 0,-1 0-3 16,0 2 8-16,1 2-11 0,-1 0-5 0,4 0 8 15,-4 0 0-15,3 4 3 0,-2-2-75 0,-1 2 3 16,3-3 0-16,-2 5 13 0,-1-3 0 0,0 2 7 16,-2 1 13-16,2-1 10 0,0 1 3 0,0-3-5 15,-3 2 10-15,0 0-2 0,-1-1-16 16,2-2 21-16,-1 4-8 0,-1-5 2 0,-2 1 16 15,2 2 10-15,-6-4 3 0,14 1 20 16,-14-1-18-16,14 0 0 0,-8-2 31 0,5-1-23 16,-1 0 3-16,0-3-6 0,1 1 11 0,-1-1-8 15,0-1 5-15,1-1 2 0,2 0-7 16,-2 1 0-16,-1 1 15 0,-1-2-17 0,-2 2 4 16,4-1 21-16,-4 0-15 0,-1 2 2 0,1-1-10 15,1 1-10-15,-2 0-1 0,1-1 11 16,-4 1 0-16,4-1-10 0,0 0 5 0,-3 3 2 15,-1-2-10-15,3 0-2 0,-2 0 9 0,-1 1 1 16,1 1-46-16,0-3-41 0,-4 6-72 0,7-5-92 16,-1 5-563-16,-3-1 76 0,-3 1 52 15,0 0 54-15,10-3 84 0</inkml:trace>
  <inkml:trace contextRef="#ctx0" brushRef="#br0" timeOffset="189862.23">20645 16465 729 0,'0'0'251'0,"0"0"-21"0,0 0-22 0,-3-5-19 16,3 5-20-16,0 0-31 0,0 0-2 0,0 0-8 16,0 0-10-16,0 0 4 0,0 0 1 15,0 0-79-15,0 0 4 0,-3 19-9 0,3-11 12 0,-3 3 10 16,3 2 6-16,3 0-18 0,-3 3 9 16,0 0 63-16,0 1 2 0,3 1-18 0,-3-3 2 15,0 2-20-15,3 1 18 0,-2-1-20 16,2-1-19-16,1 2 3 0,-4-2-10 0,3-1-18 15,0 2 15-15,-2-5-10 0,2 1 3 0,0-2-8 16,-3-1-8-16,3 0-5 0,-3-2 1 16,1-1-4-16,-1-1 3 0,3 0-25 0,-3 1-8 15,0-2-26-15,3 0-18 0,-3 0-25 0,0-1-31 16,3 2-38-16,-3-6-67 0,2 7-84 16,1-3-428-16,0-3 5 0,-3-1 52 0,7 4 73 15,-7-4 65-15</inkml:trace>
  <inkml:trace contextRef="#ctx0" brushRef="#br0" timeOffset="190477.64">20891 16660 598 0,'0'0'233'0,"0"0"-20"0,0 0-19 16,0 0-2-16,0 0-15 0,0 0-87 0,0 14-19 15,0-7-9-15,0-1 12 0,0 3 3 0,1 0-13 16,-1-1-3-16,0 2 3 0,3 0-5 16,1 2-3-16,-1-2-10 0,1 0 6 0,-1-1-19 15,1 2-2-15,2-4 2 0,0 3 0 0,-1-1 0 16,2-3 6-16,3 1-16 0,-4 0 10 15,5-3 3-15,-1-1-10 0,0 1 2 0,4-1-3 16,-4-2-7-16,4-1 10 0,-4-1-7 0,3-2-6 16,1-1 6-16,-3-1-6 0,-1-1-5 15,4-1-5-15,-4-2 24 0,1-3 1 0,-1 1-20 16,-1-3-2-16,2 2 8 0,-7-2-6 0,2-3-3 16,-2 2 1-16,-1-2 2 0,-3 4-2 0,3-2-11 15,-3 0 3-15,-3 1 18 0,0 2-5 16,3-1-8-16,-4 1 6 0,-2-2-17 0,2 3 9 15,-3 1 7-15,3 0-12 0,-2 1 17 16,-1 0 0-16,1 2-17 0,-2-1 10 0,1 2-14 16,1 0 12-16,-1 1-19 0,-4-1 20 0,5 1 4 15,-1 4-1-15,0-5 0 0,-4 5-10 0,5 0-10 16,-1-2 12-16,7 3 27 0,-14-2-27 16,7 0 3-16,7 2-2 0,-13-2-6 0,13 2-2 15,-14 4 5-15,7-3 0 0,7-1 5 0,-10 6 8 16,4-2-15-16,1-1-14 0,-1 4 19 15,-1-2 2-15,4 1-5 0,-1 1-8 0,-2 0 8 16,2 0-8-16,3 1-4 0,-2 0 4 0,0-1 3 16,3-1-16-16,-3 3-9 0,3-2-9 0,3 0-38 15,-3 1-4-15,3-2-45 0,1 1-79 16,6-1-173-16,-3 0-301 0,3 0 80 0,1-4 54 16</inkml:trace>
  <inkml:trace contextRef="#ctx0" brushRef="#br0" timeOffset="190994.19">21429 16448 596 0,'0'0'225'16,"0"0"-12"-16,0 0-9 0,0 0-22 0,-7 15-15 16,3-8-24-16,1 2-5 0,2-1-2 15,-2 3-16-15,0-3-2 0,3 3-13 0,-3 1 12 16,0-1-17-16,2 0-13 0,-2 1-7 16,3 1-4-16,0-2-14 0,-3 1-1 0,3 0-15 15,0 0 0-15,3-2-7 0,-3 2 7 0,3-2-8 16,1 0 6-16,-1-2 2 0,3 0-8 15,-2 2-2-15,4-3-82 0,-2 0 21 0,4-2-6 16,-3 0 8-16,4-3-13 0,-1 4 10 0,0-5 3 16,3 1 21-16,-6-2-6 0,3 0-5 15,1-2-2-15,-1 1 5 0,0-5-6 0,1 4 19 16,-1-3-6-16,0-1-7 0,1-2-5 0,-2 2 10 16,-2-3-1-16,1 1 17 0,-2-3-6 15,-2 3 2-15,2-4-14 0,-2 3 7 0,-1-1 7 16,0-1-9-16,1 1 2 0,-4 0 0 0,1-1-3 15,-1 0 1-15,-1 1 2 0,-3-2 7 16,4 2-9-16,-3 1 7 0,3-3-5 0,-3 6-3 16,2-1 11-16,-2 1 5 0,3-1-16 0,-3 1 1 15,0 0 15-15,0 0-26 0,3 6 3 0,-7-7-16 16,3 3-5-16,0 2-17 0,4 2 2 16,-10-4-39-16,4 3-20 0,6 1-61 0,0 0-67 15,-21 3-402-15,14 0 36 0,1 1 31 0</inkml:trace>
  <inkml:trace contextRef="#ctx0" brushRef="#br0" timeOffset="193627.7">16725 16304 581 0,'0'0'250'0,"-3"-5"-14"0,3 5-8 16,0 0-21-16,-1-4-23 0,1 4-28 0,0 0-7 15,-3-4-13-15,3 4-16 0,0 0-18 0,0 0 8 16,0 0-5-16,0 0 3 0,-6 14-6 16,6-8-12-16,-1 0-3 0,1 4 0 0,0 1-15 15,1-1-3-15,-1 3-5 0,3-1-13 0,0 1 3 16,0 2-13-16,1 1 5 0,2-2-5 16,2 3-6-16,-1-2 1 0,-1 1-8 0,4-3-7 15,-2 1 2-15,-1 3-3 0,5-4-2 16,-2 0 3-16,-2-1-1 0,2 0-12 0,0-4 2 15,-2 2 21-15,2-2-18 0,-4-1-3 0,1-1-5 16,1-1 8-16,1 2 0 0,-2-1-6 0,-4-1-4 16,5-2 10-16,-2 1-1 0,-2-1-9 15,2 0 10-15,1-2-8 0,1 1 10 0,-8-2-84 16,10 1 13-16,-10-1-13 0,16-1 25 16,-16 1 1-16,14-3 4 0,-7 3 4 0,0-6 4 0,3 5 5 15,-3-2 8-15,3 0 0 0,-3-1-5 16,3 0 0-16,0 0 5 0,0-2-5 0,1 1-5 15,-1 1 18-15,0 0-11 0,4-2 16 16,-4 0-5-16,0 2 8 0,1-1 2 0,-1 1-11 16,0-2-1-16,1 0 14 0,2 2 1 15,-2 1-14-15,-1-2 9 0,0-1-3 0,4 3-3 16,-4-2 11-16,3 1-14 0,1-2 11 0,0 5-5 16,0-3-2-16,-1 1 19 0,1 0-7 0,0 0-2 15,0 2-8-15,-1 0 15 0,5-1-18 16,-5 2 8-16,4 0-17 0,-3 2 17 0,6 0-13 15,-3 1 15-15,1 0-7 0,-2 3 8 0,2-2-3 16,2 1 15-16,-6 2-23 0,3-3 3 16,0 3 0-16,-3-1 3 0,2 2-3 0,-1-2-6 15,-5 1 19-15,3 0-3 0,-2 1-13 0,-1-2 6 16,-3 1-3-16,3-2 7 0,-3 2 6 0,0 0-13 16,-1-1 0-16,1-1 0 0,-3 2 2 15,0-3 8-15,-1 0-2 0,3 1 4 0,-3 0-9 16,-3-5 10-16,4 7-1 0,-1-6-4 15,1 4-8-15,-4-5 15 0,4 4-10 0,-4-4 13 16,6 4-6-16,-6-4 4 0,0 4 4 0,0-4-5 16,0 0-5-16,0 0-2 0,0 0 5 0,0 0 7 15,0 0 8-15,0 0-10 0,0 0-11 0,4-15-9 16,-4 10 35-16,0 5-33 0,0-11 12 16,3 3 4-16,-3 1-17 0,3-2 12 0,-2 0-1 15,2-1 7-15,0-1-1 0,0 1-6 16,2 0-10-16,1-2-3 0,1 0 11 0,-1 2-3 15,1-1 5-15,1 0-8 0,2-2-7 16,-4 6 0-16,5-4 25 0,-4 3-15 0,3 0-3 16,-1 1 9-16,2-2-1 0,-4 4 2 0,6-2-7 15,1 0 3-15,-3-1-8 0,3 1 2 0,-1 1 1 16,-3 2 4-16,4-2-2 0,-4 1-2 16,4 1 9-16,-4 0-4 0,3-1 0 0,-2 2-14 15,-1-1 4-15,0 2 7 0,1 0 5 16,-1-1 0-16,0-1 3 0,1 4-6 0,-1-2-2 15,-3-1-5-15,6 1-13 0,-2 1 90 0,-1-1-3 16,1 1-10-16,1 1-8 0,0-3 0 0,1 3-2 16,0 0-16-16,-2 0-5 0,-1 0 5 0,4 0 1 15,-4 0-14-15,3 3 6 0,-2-2-8 16,-1-1 10-16,0 2-5 0,1-2 0 0,-1 3-3 16,0 0-12-16,1-2 13 0,-1 0-19 15,0 4 6-15,1-3-6 0,-2 2 11 0,4-1 0 16,-2 0-10-16,-1 1-1 0,0 0-4 0,1 1 4 15,2-1 11-15,-1 1-13 0,-2-2 5 16,3 1 5-16,-2 0-7 0,2 2 2 0,1-2-3 16,-1 1 1-16,-3 0-3 0,4 0 3 0,-1-1-1 15,2 1 3-15,-2 0-7 0,-3-1 9 16,7 1 1-16,-6-1-3 0,6 0-7 0,-4 0-6 16,2 0 16-16,-2-1-13 0,1 1 7 0,-1-1 1 15,1-2 15-15,0 3-24 0,-1-2 19 0,1 2-13 16,-1-3 5-16,2-1 0 0,-5 4-12 15,4-2 9-15,-1-2 1 0,4 0-3 0,-7 0 5 16,4 0-2-16,0 1 2 0,-1-2-13 16,-2 1 3-16,2 0 2 0,0 0 6 0,-2 0-24 15,2-2 19-15,-1 1 4 0,-2-2-2 0,0 3 0 16,0-1 13-16,3-2-5 0,-3 1 2 16,-2-1-15-16,2 1 10 0,0 0-10 0,-3-3 10 15,3 2-7-15,-3-1-4 0,0 0 4 0,-1-1 12 16,2 2-7-16,-1-3-6 0,2-1-2 15,-5 5 13-15,3-3-11 0,0 0 3 0,-1 1 5 16,-2-1 3-16,3 0-5 0,-4 0-6 0,4 0 8 16,-3 0-5-16,2-1 0 0,-2-1-2 0,2 2-6 15,-3-1 5-15,2 0 6 0,-2 0 2 16,1-1-8-16,-1 0 3 0,3-2 8 0,-2 3-13 16,-1-1 15-16,0-2-12 0,2 1 2 0,-2 1-5 15,0 0-6-15,1-3 11 0,-1 2-2 16,0 1 2-16,0-4-5 0,-2 4 17 0,2 0-9 15,0 0-13-15,1-1-1 0,-4 1 4 0,1 1 4 16,2-2 8-16,0 2-5 0,-3-1 3 0,3 0-1 16,0 1 6-16,-2 0-10 0,-1-3-4 15,3 1 9-15,0 1-11 0,0 0-2 0,-2 0 8 16,-1 2 9-16,3-1 1 0,-3-1 2 16,4 0-7-16,-4 1-8 0,3 0 2 0,-3-1-2 15,1 0-3-15,-1 1 16 0,0 1-3 0,0-2 5 16,0 7-2-16,-1-10-8 0,-2 3 0 0,3 7 0 15,0-8 5-15,-4 2-2 0,4 6 9 16,0-6-6-16,-3 1 4 0,3 5-15 0,0-5 5 16,0 5 5-16,-4-9-15 0,4 9 10 0,0-2-8 15,0 2 8-15,0 0-13 0,0 0 0 16,-6-4 6-16,6 4-9 0,0 0-30 0,0 0-36 16,-7 10-48-16,1-7-108 0,5 4-548 0,-6 0 44 15,3 1 76-15,-2 0 67 0,-1-1 64 16</inkml:trace>
  <inkml:trace contextRef="#ctx0" brushRef="#br0" timeOffset="198860.28">14555 17042 665 0,'-1'-9'284'0,"-3"0"-10"15,4 2-97-15,-3 0-8 0,3 1-18 16,0 0 5-16,-3-1-8 0,3 2 65 0,-1 0-21 16,-2 0-5-16,3 5 2 0,0-9-30 15,-3 5-6-15,3 4-12 0,0-7-23 0,0 7-16 16,0 0-15-16,0 0 5 0,0 0-10 0,0 0-8 16,-7 17 8-16,7-7-25 0,-3 3-4 0,0 3 22 15,3 1-16-15,0 2-13 0,0-1-5 16,0 2 2-16,0-1-12 0,0-1 5 0,0 1 2 15,0 1-12-15,3-1-3 0,-3-1-3 0,0 1 24 16,3 0-16-16,-3-1-10 0,1 0 0 16,2-1 0-16,0-1-11 0,-3 2-17 0,3-1-23 15,0-2-47-15,-2 2-48 0,2 1-102 0,4-3-607 16,-3 2 56-16,2-3 75 0,4-2 79 0,-6-5 61 16,6 0 46-16</inkml:trace>
  <inkml:trace contextRef="#ctx0" brushRef="#br0" timeOffset="199527.2">15245 17373 1016 0,'-4'-5'327'16,"4"5"-32"-16,0 0-16 0,0 0-39 0,0 0-25 16,0 0-20-16,0 0-19 0,-17 12 1 0,13-6-31 15,-2 1-15-15,2 4-11 0,-5-3-2 16,4 4-26-16,-4 2-8 0,5 0 3 0,-3 1-13 16,1-1-22-16,1 3-32 0,2-2-43 15,0 2-51-15,3-2-82 0,0-2-164 0,6 2-448 16,-1-1 69-16,2-3 64 0,2-4 41 0,-2-2 103 15</inkml:trace>
  <inkml:trace contextRef="#ctx0" brushRef="#br0" timeOffset="199960.15">15703 16985 921 0,'-4'-12'330'0,"-2"1"-20"16,1 3-23-16,-1 2-16 0,-1-2-38 0,1 3-10 16,-1 1-93-16,-1 3-7 0,-1 1-26 15,-5 1 8-15,3 1-15 0,-5 6-16 0,-1 0 0 16,3 4-10-16,-3 0-7 0,3 3 4 0,-3 1-23 16,7 0 3-16,-4 1 3 0,4 0-13 15,3-1 9-15,0-3-16 0,3 3 1 0,1-3-2 16,3-1 10-16,3 1-15 0,1-2 0 0,3-3-2 15,0 1-1-15,3-1-2 0,4-4-6 0,2-1 1 16,-4-2 5-16,4-2 2 0,1-3-12 16,0-1-3-16,0-1 15 0,-3-4-10 15,3-3-5-15,-3 1 16 0,0-2-3 0,2 0-11 0,-5 2 3 16,-1 2 8-16,-3-3 5 0,0 6 2 16,3-1-22-16,-6 1-1 0,2 0 13 0,-2 2-10 15,2 3-5-15,-2 0 16 0,-4 2-17 0,0 0-1 16,7 8 7-16,-4-3-8 0,-2 4 8 15,2 2 0-15,-3 1 3 0,0 1 15 0,3 5-18 16,-3-2 7-16,3 1-7 0,-3 1-7 0,0 0 1 16,4 1-29-16,-4-1-32 0,3 1-53 15,1-1-31-15,-1 1-64 0,1-1-149 0,2 1-375 16,1-3 47-16,-1-1 91 0,2-2 51 0</inkml:trace>
  <inkml:trace contextRef="#ctx0" brushRef="#br0" timeOffset="200360.22">16208 16856 929 0,'-6'-10'268'0,"2"0"-27"0,-5 3-16 0,5 1-22 16,-4 0-9-16,2 5-33 0,-4 0 1 15,10 1-27-15,-21 2 6 0,11 4-26 0,-4 1-5 16,1 1-20-16,3 2-6 0,-4 0-12 0,4 2-11 16,-4-1-7-16,7 0 0 0,-3 3 2 15,3-3-15-15,0 3-2 0,3-3-14 0,1-2 6 16,3 1-18-16,0-4 17 0,3 4-17 0,1-2-10 16,6-3 4-16,0 0-17 0,0-2 5 0,1-2-10 15,-1-1 10-15,3-1-13 0,-2 1 10 16,0-6 8-16,2 5-3 0,-2-2 6 0,-2 0-11 15,-2-1 21-15,1 4-10 0,-2-2 4 16,-6 2-25-16,13 0 26 0,-13 0-13 0,8 4 0 16,-4 3 7-16,-1 1 1 0,0 0 7 0,-3 9-7 15,3 0-3-15,-3 4 13 0,0 5-21 0,-3 0-56 16,0 3-59-16,0 3-120 0,-1 2-510 16,-3-1 67-16,3 0 67 0,-6-1 71 0</inkml:trace>
  <inkml:trace contextRef="#ctx0" brushRef="#br0" timeOffset="200994.37">14431 17952 767 0,'7'-9'238'0,"0"2"-15"0,-1 1-28 0,1 3-19 16,1 0 6-16,1 2-46 0,1 1-1 0,-10 0-30 16,18 3-13-16,-8 1-7 0,1 1 74 0,-1-1-13 15,0 5-16-15,0-1-7 0,-3 2-26 16,0 0-2-16,-1 0-11 0,-2 2-7 0,-1 0-5 15,-3 1 10-15,0-1-31 0,0 1 0 0,-3 0 5 16,-1 2-12-16,1-2 12 0,-4 0 1 16,1-3-11-16,-2 1-16 0,2-4 6 0,-4 0-2 15,3-1-6-15,-4-1 0 0,4-1-5 0,-2-1 8 16,2-2-3-16,-4-1 13 0,11 0-18 16,-13 0 15-16,13 0-10 0,-14-4 18 0,10 3 3 15,4 1-11-15,-10-3 11 0,10 3-13 0,-3-5-3 16,3 5-2-16,-3-4-6 0,3 4-7 15,0 0 16-15,0 0-27 0,0 0 1 0,0 0 5 16,27 3 2-16,-20-2-5 0,3 4 3 0,0-2 3 16,1 2-4-16,2 0-4 0,1 2 2 0,-1-1-2 15,1 3-6-15,0 0-4 16,-1 0-6-16,1 1-12 0,0 0-26 0,3 2-64 0,-1 1-31 16,-1-1-100-16,1 3-296 0,-1-5-267 15,-2 0 69-15,1-2 83 0,-1-3 68 0,-2 1 57 16</inkml:trace>
  <inkml:trace contextRef="#ctx0" brushRef="#br0" timeOffset="201310.43">15104 18048 716 0,'0'0'254'0,"0"0"-4"0,0 0-19 15,0 18-11-15,-3-11-25 0,3 3-101 0,0 2 9 16,0-1-14-16,0 3 1 0,-3-3-13 16,2 4-3-16,1 0 3 0,0-3-13 0,0 3-8 15,0-1-15-15,0 0 84 0,0-1-7 0,-3 0-8 16,3 0-10-16,0-2-13 0,0 2-15 0,-3-3-8 15,3 0-11-15,0 1-19 0,-3-1-52 16,3-3-57-16,-1-1-93 0,2 2-559 0,-1-1 28 16,3-4 74-16,-3-3 49 0,0 0 93 15</inkml:trace>
  <inkml:trace contextRef="#ctx0" brushRef="#br0" timeOffset="202177.71">15621 17837 734 0,'0'-6'320'0,"3"-1"-23"0,-3 1-33 0,3 0-34 16,2 0-23-16,-2-1-25 0,3 3-13 15,1-2-18-15,-1 2-15 0,-2-1-19 0,3 1-6 16,-3 1-4-16,2 0-17 0,-2-1-6 15,2 0-15-15,-2 2-5 0,-4 2-15 0,7-4 5 16,-7 4-1-16,7-5-9 0,-7 5 12 0,6-3-7 16,-6 3 15-16,4-2 0 0,-4 2-3 0,3-4 3 15,-3 4-13-15,0 0 3 0,0 0-13 16,0 0 0-16,-7-11 3 0,4 9 9 0,-3-1-30 16,2 0-61-16,-4 0 7 0,-1-1 11 0,-1 0 2 15,3 0-8-15,-7 2 6 0,1 0-3 16,-1 0 0-16,3 2 12 0,-3-1 14 0,1 1 10 15,0 1-23-15,-1 2 4 0,1-2-6 0,1 5 9 16,2 2 13-16,-3-1-15 0,3 3 10 16,0 1-5-16,3 2-2 0,-1 0-1 0,5 1 8 15,-1 2-5-15,1-2 5 0,3-1 13 0,0 2-20 16,4-1 7-16,-4-1-13 0,6 0 16 0,2-1 0 16,2 1-11-16,-3-3-2 0,6-1 5 15,-2-2-3-15,2-1 11 0,1-1 5 0,-1-4-3 16,1 1 5-16,-3-1-12 0,3-2-6 0,-4-2 14 15,0-2-9-15,1 0 11 0,-2-2-10 16,-2-1 7-16,0-2-15 0,0 1 12 0,-3 0 4 16,2-1-4-16,-3 1-4 0,1 1-3 0,-1 2 2 15,0 0-2-15,0-1-10 0,-2 4 8 0,-1 3 7 16,0 0-5-16,0 0 7 0,0 0-1 16,0 0-4-16,0 18 3 0,0-8-5 0,0 4 5 15,-1-1-7-15,2 4-1 0,-2 1 8 16,2 1-2-16,-1-1-3 0,0 2 3 0,4 0-9 15,-1 0-27-15,0 2-46 0,1 2-57 0,2-5-76 16,1 4-198-16,4-5-373 0,-1-1 64 0,-3-3 97 16,4-4 64-16,-2-4 35 0</inkml:trace>
  <inkml:trace contextRef="#ctx0" brushRef="#br0" timeOffset="202677.19">16024 17831 903 0,'7'8'269'0,"3"4"-16"0,-3 0-20 16,7 4-28-16,-1 1-28 0,0 1-8 15,-1 3-16-15,4 0-7 0,-2 4-10 0,-1-5-21 16,-2 0-10-16,-4 0-23 0,3 0 15 0,-4-2-15 15,-5-2 69-15,2 0-21 0,1-3-9 0,-8 1-4 16,1-3-17-16,-1 2 10 0,-3-2-17 0,-2-3-1 16,-2-3-23-16,-2-2-3 0,-2-1 1 15,2-2 5-15,0-4-6 0,-2-2-10 0,-1-1 14 16,-1-3-1-16,3 1-23 0,3-3-77 16,-2 0 5-16,2-2 1 0,4 1 4 0,1-3-2 15,3 1 11-15,-1-2 6 0,4 3-1 0,1-4-1 16,2 0 5-16,3-2 6 0,4 0 7 15,1-1-12-15,2-1-1 0,2 0 1 0,-2 0 9 16,4-1-4-16,-3 4-11 0,-4-1 6 0,4 1 4 16,-4 1 6-16,1-1-13 0,-2 4 69 15,-5-1 2-15,2 0-4 0,-2 3-3 0,-1 0-6 0,1 2-1 16,-4-2 1-16,-4 4-12 0,4-1-18 16,-6 1 11-16,2 2-6 0,-3 1 0 0,-7 0-3 15,4 2-17-15,-6 3-10 0,1 2-34 16,-5 2-15-16,3 2-39 0,-4 3-59 0,1 1-42 15,-3 2-129-15,5 2-541 0,4 2 65 0,-3-1 80 16,7-1 96-16,-4-4 44 0,1 1 52 16</inkml:trace>
  <inkml:trace contextRef="#ctx0" brushRef="#br0" timeOffset="203843.48">13536 16091 586 0,'0'0'263'0,"-5"-6"-35"15,5 6 13-15,-3-6 22 0,0 3-22 0,3 3-18 16,0 0-29-16,-3-6-15 0,3 6-15 0,0 0-13 16,0 0-7-16,0 0-6 0,-4 17-10 0,4-8-23 15,0 1 10-15,0 1-8 0,0 3-20 0,0 1 6 16,0 0-9-16,0 0-12 0,0 1-13 15,1 2-8-15,2 1-5 0,-3-2 3 16,3 3-9-16,0-3 1 0,0 4-7 0,-3-2-29 16,5-1-15-16,1 1-29 0,-2-3-48 0,2 0-25 15,1-2-42-15,1 0-94 0,1-3-190 16,-2-1-322-16,3-3 76 0,-2-4 85 0,1 0 52 16</inkml:trace>
  <inkml:trace contextRef="#ctx0" brushRef="#br0" timeOffset="204510.89">13724 16206 688 0,'0'-4'294'0,"0"4"-30"15,0 0-21-15,0 0-18 0,0 0-30 16,0 0-21-16,0 15 0 0,3-6-18 0,-3 0-17 16,4-2-6-16,-1 5-11 0,3-1-17 15,-2-2-2-15,6 2-16 0,0 0-10 0,0-1 2 16,1-1-20-16,2-1-8 0,-2-1-2 0,6-1 4 15,-4-2 1-15,1-3-13 0,0 0 0 0,0-1-3 16,-1-1-7-16,1-2 8 0,-1-2-1 16,-3 1-12-16,1-5 12 0,-1-1-10 0,-3-2 3 15,0-1-3-15,-3-5 0 0,-1 3-12 0,0-2 1 16,-3-2-1-16,-3 1 4 0,-4-6-2 16,3 4 10-16,-2-3-15 0,-1 4 33 0,-3-1-7 15,-1 4-6-15,4 5 10 0,-6 0-12 16,2-1-3-16,1 5-5 0,-4 1 3 0,1 1 0 15,0 4 2-15,2 2 10 0,-2 4-5 0,2-1-12 16,1 4 10-16,0 2-14 0,-1 2 1 16,5 1-2-16,2-2-6 0,4 1-13 0,0 2 9 15,3-1 14-15,-2 3-7 0,5-2 2 0,5 0-5 16,-1 1 3-16,7-1-10 0,-3-1 4 0,6-2 1 16,4-3-10-16,-4-1 2 0,1-3 2 15,7 0 1-15,-4-4-3 0,4-4 5 0,1 2-3 16,-1-7 1-16,-1 2-1 0,4-6 4 0,-4-2 1 15,-2-2 6-15,2-4-13 0,-7 0 0 16,1-4-10-16,3-11 20 0,-4 6-2 0,-3-8-6 16,-2 6-2-16,-6 2 0 0,1 1 26 0,-3 8-3 15,0-2-18-15,0 6 8 0,-4 1 0 0,1 2-8 16,-1 1-8-16,0 4 13 0,-3 3 14 16,0-1-14-16,0 7 0 0,0 0-5 0,0 0 18 15,0 0-7-15,0 21-9 0,0-9 11 0,-3 4-3 16,3 0-4-16,0 4-1 0,0-1-10 15,3 2 8-15,-3 1-1 0,0 0 11 0,3 1-23 16,-2 0 3-16,3 1 7 0,-1 0 0 16,1-4 2-16,-1-2 1 0,0 2-3 0,1-3 13 0,-1-4-15 15,3 1-1-15,-5-3-12 0,3 2 23 16,2-2-18-16,-3 0 7 0,-2-3-15 0,2-1-4 16,3 3-32-16,-2-1-46 0,-1 1-53 0,5-1-65 15,-2-2-122-15,4 4-517 0,4-3 66 16,-4-2 72-16,1-1 71 0,3-2 54 0,-5 0 70 15</inkml:trace>
  <inkml:trace contextRef="#ctx0" brushRef="#br0" timeOffset="204793.31">14858 16179 778 0,'0'0'302'0,"-17"12"-18"16,11-5-28-16,2 0-16 0,-3 3-22 0,0 2-21 16,1 1-13-16,2 2-12 0,-2 1-39 0,1 1-5 15,-1 1-10-15,2 5-13 0,-2-3-8 16,3 1-13-16,2 1 3 0,-2-2-12 0,0-1-1 16,-1 1-20-16,4-1 2 0,-4-1 8 0,4 0-15 15,-3-1-6-15,3-4-25 0,-3-1-23 0,3 1-34 16,0-1-27-16,-1-4-39 0,2 1-20 15,-1-1-90-15,0-4-489 0,3-1-5 0,-3-3 56 16,0 0 59-16,0 0 85 0</inkml:trace>
  <inkml:trace contextRef="#ctx0" brushRef="#br0" timeOffset="205110.2">15186 16124 826 0,'0'0'310'0,"-6"-7"-18"0,6 7-31 16,0 0-26-16,0 0-25 0,6-5-20 0,-6 5-11 15,10-4-33-15,1 2-5 0,-1 0-19 0,4-3-4 16,0 2-26-16,3-1 0 0,0 0-10 16,3-1-5-16,-3-2-26 0,4 4-2 0,-3-3-23 15,-2 4 7-15,1-3-54 0,-3 1-20 0,3 3-33 16,-7-5-15-16,3 5-19 0,-1-2-43 0,-3-1-90 16,-2 1-222-16,4 0-220 0,-4-1 61 15,2-1 38-15</inkml:trace>
  <inkml:trace contextRef="#ctx0" brushRef="#br0" timeOffset="205393.79">15654 15686 598 0,'0'0'343'0,"4"19"-15"0,0-8-41 0,-4 2 2 15,3 3-33-15,1 1-10 0,-1 2-24 0,0 5-42 16,1-3 14-16,2 4-27 0,-2-2-9 16,3 1-9-16,-3 1-24 0,2-2-79 0,1-2 5 15,-1 3-12-15,2-3-9 0,-1-2 1 0,-4-1 5 16,3-1-10-16,1-2 2 0,-3 0-5 0,0-5 2 16,2 1-2-16,-5 1-5 0,2-3-25 15,0 1-39-15,0-3-13 0,0-1-46 0,-3 0-87 16,0 1-238-16,-3-1-346 0,0-3 98 15,-3 0 41-15,6-3 61 0</inkml:trace>
  <inkml:trace contextRef="#ctx0" brushRef="#br0" timeOffset="206193.26">13546 16886 583 0,'0'0'251'0,"0"0"-13"0,0 0-18 0,0 0-20 15,0 0 5-15,0 0-31 0,0 0 69 0,0 0-23 16,10-10-23-16,-4 7-10 0,2 0-5 0,-2-1-6 16,5 0-7-16,3-2-23 0,2 1-5 15,5-4-23-15,3 2-8 0,4-4-3 0,6 0-10 16,13-4-2-16,5-2 2 0,6 3-12 16,3-4 2-16,1 2-26 0,16-4 6 0,4-1-1 15,-3 2-7-15,6-3-7 0,4 2-86 0,0 1 11 16,3-1 3-16,1 1 12 0,3 0-5 0,2-2 8 15,-2 3-10-15,1-2 15 0,1 1 0 16,5-1-16-16,-4 0 4 0,0 0 12 0,0 3-5 16,0 1-1-16,-6-1 4 0,2-1 4 0,-9 3 4 15,0-1-14-15,-18 5 5 0,-3-3-10 16,-1 3 16-16,-2 0 2 0,-4-3-7 0,-3 4-1 16,-14 1-10-16,-4 1 13 0,-3 0 0 0,-3 0 13 15,-4 1-8-15,-6-1 11 0,3 1 17 16,-10 1-8-16,3 1 9 0,-3-1 63 0,0 3-20 15,-4-1-11-15,0 0-12 0,1 1-10 0,-5-1-62 16,-6 4-54-16,0 0-74 0,0 0-386 0,0 0-351 16,0 0 97-16,-17 11 100 0,4-7 53 15,1-2 88-15,-4-2 28 0</inkml:trace>
  <inkml:trace contextRef="#ctx0" brushRef="#br0" timeOffset="-200422.7">24671 9736 337 0,'0'0'139'0,"0"0"1"0,0 0-7 0,0 0-17 16,0 0-9-16,0 0-4 0,0 0 4 0,0 0-12 15,0 0-8-15,0 0 13 0,0 0-16 16,0 0 1-16,16 2 66 0,-16-2-23 0,13-2-6 16,-13 2 4-16,18-1-19 0,-8 1-4 0,3-2-14 15,1 2 11-15,-1-1-20 0,2-3-11 0,1 2 2 16,2 2-4-16,1-2-29 0,-1 0 13 16,3-2 3-16,-2 4-8 0,-1-3-10 0,-1-2-72 15,0 3-2-15,-3 1 10 0,0-3 2 0,-1 2 16 16,1 1-16-16,-1 0 8 0,-2-1 3 15,-1-2 2-15,-3 4-5 0,3 0-2 0,-10 0-8 16,14-2-21-16,-7 2 0 0,-7 0-38 0,9 2-2 16,-9-2-57-16,8 0 0 0,-5 4-43 15,-3-4-39-15,1 4-146 0,-2 1-238 0,1-5 77 16</inkml:trace>
  <inkml:trace contextRef="#ctx0" brushRef="#br0" timeOffset="-200073.12">24679 9918 680 0,'0'0'272'0,"11"8"-14"15,-4-8-20-15,6 2-38 0,4 2-6 0,0-3 1 16,7 0-29-16,1-1-79 0,5 0 0 0,4 0-15 16,2 0 5-16,4-1-16 0,1 1-7 15,3-1 2-15,1 0 3 0,-2-2-20 0,-8 3-1 16,-1-2 6-16,1 2-14 0,-12 0 14 0,1 0-6 16,0-1-15-16,-7 0 5 0,1 1 11 15,-5-2-21-15,1-1 5 0,-4 3-3 0,-3-1-7 16,5 1-26-16,-4 0 11 0,-8 0-44 0,15 0-57 15,-6 0-48-15,-2 0-2 0,7 1-65 0,0 2-473 16,9 0 56-16,-2-2 72 0,9-1 31 16</inkml:trace>
  <inkml:trace contextRef="#ctx0" brushRef="#br0" timeOffset="-199456.64">27408 9999 673 0,'-11'0'274'0,"11"0"-41"15,0 0-6-15,0 0-12 0,0 0-15 0,0 0-18 16,0 0-18-16,0 0-1 0,31-5-19 0,-18 4-3 16,1 1-95-16,7 0-3 0,0-3-10 15,3 1 8-15,2-2-5 0,2 3 3 16,3-1-9-16,-1-1 4 0,1 1 1 0,0 1-9 0,-1 0 0 16,1-1 2-16,-3-1-5 0,-1 2 0 15,0 1 5-15,-5 0-15 0,0 0-3 0,-4 0-2 16,-4 0-8-16,3 0-23 0,-7 0-46 0,1 0-21 15,-4 1 29-15,-1 2-21 0,-6-3-105 0,5 4-103 16,-5-4-403-16,-8 7 86 0,8-7 54 16</inkml:trace>
  <inkml:trace contextRef="#ctx0" brushRef="#br0" timeOffset="-199156.5">27534 10157 709 0,'24'-7'230'0,"-9"1"3"0,1 5-34 0,4-1-4 16,7-5 35-16,1 5-9 0,-1-2-29 0,4 2-16 15,0 0-15-15,3-4-20 0,-3 6-3 0,3-5-22 16,0 3-14-16,-3-1-2 0,3 2-8 15,-7-3-18-15,0 2-7 0,-4 2-8 0,-4 0-1 16,-2 0-14-16,0-1-24 0,-4 0-37 0,-2 1-24 16,-4 0 7-16,0-2-2 0,-7 2-28 15,0 0-51-15,0 0-72 0,6 3-71 0,-6-3-461 16,0 0 35-16,0 0 88 0,-17 3 48 0</inkml:trace>
  <inkml:trace contextRef="#ctx0" brushRef="#br0" timeOffset="-182358.34">11285 15366 696 0,'-3'-4'212'0,"3"4"-33"16,-3-4-7-16,3 4-21 0,0 0-15 0,-3-3-16 16,3 3 3-16,0 0-11 0,0 0 1 0,0 0-8 15,-3-6 13-15,3 6-13 0,0 0-3 0,0 0 6 16,0 0-11-16,0 0 0 0,-1-8-12 15,1 8-65-15,0 0 0 0,0 0 4 0,0 0 9 16,-3-1-3-16,3 1-6 0,0 0 22 16,0 0-13-16,-6-7-8 0,6 7 16 0,0 0-5 15,0 0-10-15,0 0-1 0,0 0 70 0,0 0-5 16,-4-2-3-16,4 2-18 0,0 0 8 0,0 0-16 16,0 0 6-16,0 0-8 0,0 0-6 15,0 0 6-15,0 0-3 0,0 0-2 0,0-5-8 16,0 5-5-16,0 0 18 0,0 0-20 0,0 0 1 15,0 0-11-15,0 0-9 0,0 0-12 0,0 0 17 16,0 0-9-16,0 0 12 0,3 22-15 16,1-12-6-16,-1 5 4 0,0-1-4 0,1 5 14 15,2 1-3-15,2 3-3 0,-2 2 11 16,1 2-11-16,0 5 3 0,3-2-8 0,-3 2 16 16,0-3-11-16,-1 3 6 0,1-2 2 0,1-1-16 15,1-3 11-15,-2-1-13 0,-3 0 13 0,3-1 0 16,0-3 3-16,-1-1 7 0,-2-3-15 0,2-2-21 15,-2 1 13-15,3-5 8 0,-4 0-3 16,-2-1-7-16,2-1 9 0,0 0 14 0,0-2 0 16,-2-1-19-16,2 0-2 0,-3 0 19 0,3-4-1 15,-3-2-8-15,3 9 3 0,-3-9 2 16,0 2-20-16,0-2-10 0,0 0-41 0,0 0-26 16,0 0-48-16,0 0-65 0,0 0-125 0,0 0-527 15,0 0 36-15,0 0 89 0,0 0 62 16,0 0 79-16,-9-16 49 0</inkml:trace>
  <inkml:trace contextRef="#ctx0" brushRef="#br0" timeOffset="-181925.29">11737 15299 939 0,'0'0'317'0,"0"0"-89"0,7 17-31 16,-4-7 0-16,1 2-18 0,3 4-22 0,-4 1-24 16,4 3 2-16,-1 1 1 0,2 0-28 15,-1 2 2-15,0 0-18 0,-1-1 0 0,1 0-8 16,0 3-9-16,0-3-22 0,-4-1-1 0,4 3-17 15,-1-3-35-15,-1-2-35 0,-2-1-35 16,3 0-37-16,-2-3-65 0,2 0-94 0,-2-3-384 16,3-4 0-16,-3 2 54 0,2-6 66 0</inkml:trace>
  <inkml:trace contextRef="#ctx0" brushRef="#br0" timeOffset="-180892.11">12017 15408 749 0,'0'0'226'0,"-6"23"-27"0,6-13 4 15,0 0-9-15,3 4-20 0,0 0-25 16,1 2-11-16,-1 0 10 0,4 2-35 0,3 1-11 16,-3-1-12-16,4-1-3 0,-1 1-20 15,3-3-1-15,1 0-4 0,-3 0-16 0,6-3 15 16,-4 0-7-16,1-3-8 0,-1-5-13 0,-3 3 11 15,5-6 2-15,-5-1-26 0,4 0 29 16,-4-3-26-16,-3-4 8 0,2-1-11 0,-1-4 8 16,-5-3-7-16,0-2 4 0,-3-1 6 0,0-2 7 15,-6 2-12-15,-1-4 66 0,3 4 3 16,-2 1 15-16,-1 2-18 0,0 2-13 0,0-1-12 16,0 1 10-16,0 3-3 0,-3 0-13 0,3 2-7 15,0-2-15-15,0 3 2 0,-2-1-1 0,5 4-4 16,-3-2-5-16,3-1-5 0,-2 6-1 15,3-6 3-15,-1 5 1 0,4-3 1 0,-3 0-9 16,3 5-8-16,3-13 4 0,0 6 4 0,4-3-11 16,7 2 3-16,-1-2 5 0,1-5-13 15,7 5 8-15,-1 0-3 0,0 1 3 0,1 0-3 16,3 1-5-16,-7 2-5 0,4 1-5 0,-4 3 18 16,0 2-5-16,0 2-14 0,-3 3 4 15,3 1 7-15,-4 2 0 0,1 3-7 0,-3-1-11 0,-1 4 8 16,3-3-3-16,-6 6 16 0,0-2-11 15,0 0 1-15,0 2 14 0,0-2-1 0,-1-2-11 16,-2 3 2-16,2 0 6 0,-1-2-21 0,1-2 16 16,-2-2-1-16,2 2-12 0,-3-2 10 15,1-2 5-15,3-1 5 0,-3-4-2 0,2 2-3 16,1-3 5-16,-7-2 1 0,17-7-4 0,-10 4-2 16,3-4-12-16,1-4 14 0,-4-1 11 15,2 0-13-15,1-1-5 0,-2-4 0 0,-2 7 0 16,-2-5 5-16,-1 5 11 0,1-5-8 0,-1 3-8 15,0-1 2-15,-3 3-7 0,0-1 10 0,0-1 5 16,0 0 1-16,0-1 1 0,-3 4-9 16,0 1 15-16,2-2-16 0,-2 2 1 0,0-2 0 15,-1 2 12-15,1-1-13 0,0 1-7 0,-1 1 13 16,0 0 2-16,1-1-2 0,0 4-8 16,-1 0 8-16,4-3-6 0,-3 2-7 0,0 0 2 15,3 5 11-15,-3-8-16 0,2 5 3 0,1-1 0 16,0 4 10-16,-3-5-2 0,3 0-1 15,0 5-4-15,0 0-1 0,0 0-4 0,0-4-1 16,0 4 0-16,0 0 6 0,0 0 2 0,0 0 2 16,0-4-9-16,0 4 9 0,0 0-2 0,0 0-5 15,0 0-8-15,0 0 0 0,0 0 11 0,0 0-16 16,0 0 13-16,0 0 2 0,0 0-2 16,0 0 5-16,0 0-5 0,0 0 10 0,0 0-2 15,0 0-8-15,0 0 7 0,0 0-4 0,0 0 2 16,0 0 2-16,0 0 1 0,0 0 2 15,0 0-3-15,0 0 6 0,0 0 0 0,0 0-13 16,0 0 7-16,0 0 3 0,0 0 3 0,0 0 5 16,0 0-8-16,0 0-10 0,0 0 5 0,0 0 10 15,0 0-7-15,0 0 2 0,0 0 2 16,0 0-4-16,0 0-3 0,-11-2 10 0,11 2 3 16,0 0-5-16,-7-2-11 0,7 2 11 0,-6 0-3 15,6 0-3-15,-10-3-2 0,10 3 3 0,-11 0-3 16,11 0 10-16,-10-2-10 0,4 2 0 15,6 0 3-15,-15 2 5 0,6-2-6 0,2 4-10 16,-4-3 1-16,1 1 2 0,0 2 10 16,-1 0-8-16,1 1-2 0,0 0-10 0,0 0 10 15,3 1-29-15,3-2-17 0,-2 4-41 0,6 1-57 16,0-1-66-16,6 0-253 0,1 1-392 0,7 3 105 16,-1-6 71-16,2 4 83 0,1-5 45 15</inkml:trace>
  <inkml:trace contextRef="#ctx0" brushRef="#br0" timeOffset="-179808.97">13627 15388 916 0,'0'0'392'0,"-3"-5"-37"16,3 5-40-16,0 0-28 0,0 0-31 16,0 0-21-16,0 0-22 0,-7 15-16 0,7-5-23 15,-3-2-21-15,0 6-9 0,2 1-29 0,-2 1 13 16,0-1-26-16,0 4-25 0,0 1-38 15,1-2-42-15,-1 4-69 0,3-3-74 0,0 2-209 16,3-3-454-16,2 0 87 0,-2-3 54 0,4-5 84 16,-4-4 44-16</inkml:trace>
  <inkml:trace contextRef="#ctx0" brushRef="#br0" timeOffset="-179458.55">14342 15041 842 0,'0'0'327'16,"0"0"-48"-16,0 0-23 0,0 0-30 0,1-12-6 16,8 9-18-16,1-1-28 0,5-2-10 15,4 2-3-15,5-2-33 0,-2-1-5 0,5-1-18 16,0 1 2-16,-3-1-15 0,3 2-7 16,0-2-8-16,-2 2-11 0,-1-2 1 0,-4 1-8 15,0 4-8-15,-2-2-23 0,-5 3-10 0,1-3-28 16,-4 2-54-16,0 0-77 0,-3-1 0 0,0 4-51 15,-7 0-210-15,7 0-355 0,-7 0 78 0,0 0 93 16,6-4 23-16</inkml:trace>
  <inkml:trace contextRef="#ctx0" brushRef="#br0" timeOffset="-179208.54">14906 14691 1052 0,'7'-2'360'0,"-7"2"-50"0,0 0-21 0,6 9-27 15,-1 1-17-15,-2-2-20 0,0 5-7 16,1-1-31-16,2 5-13 0,-2-1-8 0,2 6-25 16,2-2-3-16,-2 2-25 0,1-1-3 15,-1 3-5-15,-2-1-26 0,3 1-50 0,0-3-14 16,0 1-59-16,-1 1-63 0,2-3-72 0,-1 2-205 15,2-2-425-15,1-4 95 0,-2-3 43 16,-1-4 75-16,-1-1 63 0</inkml:trace>
  <inkml:trace contextRef="#ctx0" brushRef="#br0" timeOffset="-178592.34">15272 14783 837 0,'0'0'314'0,"0"0"-22"16,-10 14-33-16,10-6-21 0,-4 2-39 0,4 1-7 15,4 3-20-15,-1 1-19 16,1 1-7-16,2 0-10 0,1 1-21 0,4 1-7 0,-4 0-14 16,2 0-7-16,2-3-15 0,-1-1-16 15,0 0-12-15,-3-3-3 0,1 0 8 0,-2-1-16 16,1-3 0-16,-1-1 0 0,-2-3 6 0,-1 2-16 15,-3-5 5-15,0 0-2 0,0 0-11 0,11-13 5 16,-11 5 1-16,0-1-6 0,0-3 3 16,-3-2-5-16,2-1-3 0,-2-2-2 0,3 2 7 15,-4-3 1-15,1 1 4 0,2 2-15 0,-2-3 3 16,3 1 10-16,-3-2 5 0,3 5-5 16,3-4-3-16,-3 0 3 0,4 1-5 0,-1 1 2 15,1 0 1-15,3 1-11 0,-1-2 7 0,-2 7 4 16,6-5-3-16,0 7 5 0,-3-3-8 0,3 4-5 15,1 0 13-15,-1 3-21 0,0-1 72 16,1 4-17-16,-1 2 4 0,0 1-2 0,4 5 2 16,-4-1-20-16,4 2-16 0,-1 3 21 15,-3-3-2-15,1 6-11 0,-1-3 2 0,3 6-1 16,-2-4-6-16,-1-1-8 0,0 2 13 0,1-3-7 16,-1 3-6-16,0-3 3 0,1 1-13 15,2-2 0-15,-2 0 13 0,-1-2-8 0,3-1 3 16,1-4 10-16,-1 2-25 0,-1-3 14 0,1-4-4 15,0-3 5-15,1 2 5 0,2-5 0 0,-4-1-3 16,1-5 3-16,1-2-15 0,-4-1 9 0,0-3-9 16,-3 0-3-16,0-1 10 0,0-1-15 15,-4 4 18-15,-3-1-16 0,0 3 13 0,0-2 3 16,-3 3 5-16,-1 1-8 0,1 2 1 0,-3 0 1 16,1 4-4-16,-5-2-18 0,0 6-21 0,-1 0-7 15,-2 4-49-15,-4 0-59 0,-3 4-69 16,-1 0-243-16,-3 9-400 0,4-3 47 0,-1-1 84 15,0 1 61-15,-6 5 70 0</inkml:trace>
  <inkml:trace contextRef="#ctx0" brushRef="#br0" timeOffset="-178190.99">14811 15551 962 0,'13'-18'310'0,"-2"15"-42"0,-1-3-4 16,3-2-23-16,5 0-26 0,6-1-16 16,9-2-17-16,11-4-16 0,5-4-22 0,2 1-16 15,0 2-5-15,7-3 51 0,-3 4-5 0,4-1-26 16,2 0-23-16,-6 0-4 0,2 1-9 16,-5 0-17-16,-4 2 7 0,-7 1-18 0,-7 2 3 15,-3 2-20-15,0-2-6 0,-4 3 5 16,-3-1-17-16,-4 1-6 0,-3 4-20 0,1-3-28 15,-8 2-52-15,0 0-22 0,1 4-47 0,-8-1-14 16,-3 1-101-16,0 0-566 0,0 8 29 0,-8-5 82 16,-2 4 81-16,-3-2 67 0,-4 5 59 0</inkml:trace>
  <inkml:trace contextRef="#ctx0" brushRef="#br0" timeOffset="-177925.49">14964 15690 1008 0,'-6'1'369'0,"6"-1"-32"0,0 0-32 15,0 0-16-15,0 0-25 0,0 0-34 0,30-10-76 16,-10 2-26-16,11-3 10 0,14-5-12 0,6-1 4 16,0-4-33-16,8 1-2 0,2-2 48 15,1 5-7-15,-1-2-5 0,-2-3-29 0,-1 5-10 16,-3-1-5-16,-8 3 3 0,-7 2-24 15,-9 1 3-15,-7 5-2 0,-3-3-18 0,-7 7-26 16,0-2-8-16,-7 2-64 0,-4-1-76 0,-3 4-82 16,0 0-646-16,0 0 39 0,-41 7 69 0,10-2 67 15,-10-2 97-15,-24 5 41 0</inkml:trace>
  <inkml:trace contextRef="#ctx0" brushRef="#br0" timeOffset="-172642.48">11174 15371 581 0,'0'-6'243'0,"3"-1"-28"0,-3 0 15 15,0-3-28-15,3 5-12 0,-3-1 2 16,3-1-3-16,-3 0-17 0,1 3-32 0,-1 4 4 16,2-7-24-16,-2 7-12 0,0 0-14 0,0 0-7 15,0 0-5-15,11 18-84 0,-7-3 2 0,-1 5 0 16,0 2-8-16,1 3 8 0,2 6-3 16,1-1 9-16,0 3-6 0,0 1 5 0,3-2-8 15,1-1 11-15,-1-1 2 0,0-1-5 16,1-3-10-16,2-1 8 0,-3-2-6 0,1-4 8 15,2-1 5-15,-3-3-10 0,4-1 3 0,-4-3-3 16,1-1 10-16,-1-3 8 0,3-4-5 0,-2 0-11 16,-4-3 14-16,3-3-3 0,1-3-1 15,-5-2-4-15,1-5 10 0,-4-3-13 0,0-1 0 16,-3 0 3-16,0-2 5 0,-3 1 0 16,3-3 10-16,-6 6 5 0,5 0 0 0,-5 0 13 15,3 2-8-15,-2 4-7 0,-1 1-14 0,-1 7 12 16,0 2-12-16,7-1 9 0,-17 10-6 0,7 4 1 15,3 1-16-15,-4 4 15 0,5 3 13 0,2 3-23 16,-2-1 13-16,3 1-3 0,0 1-17 16,3-1 15-16,3-1-1 0,0-2-9 0,3 2 2 15,4-3 5-15,1-2 1 0,-1-1-19 16,3-2 3-16,2-2 0 0,1-5 5 0,2-2-3 16,-1-1 11-16,-3-3 2 0,3-3 5 0,-4-5-12 15,5 1 2-15,-5-5 0 0,-3-1 0 16,1-3 0-16,-1-2 8 0,-4-2 8 0,-5-1-6 15,2 0 8-15,-6-1 13 0,2 1-13 0,-8 2-15 16,2 3 10-16,-4-1 2 0,1 3 3 0,-3 2-10 16,-1 1 13-16,0 2-14 0,-3 5-12 15,4-3-15-15,-1 4-21 0,3 3-36 0,-3-1-25 16,4 0-46-16,4 3-21 0,-1-2-133 0,4 4-455 16,3-4 83-16,0 2 32 0,0-5 66 0</inkml:trace>
  <inkml:trace contextRef="#ctx0" brushRef="#br0" timeOffset="-171726.52">11737 15566 442 0,'0'0'164'0,"3"-8"-8"0,-3 8 13 15,0 0-2-15,0 0-11 0,0-4-3 0,0 4-7 16,0 0 3-16,0 0-3 0,0 0-24 0,0 0-78 16,0-6-8-16,0 6-8 0,0 0 5 15,0 0-10-15,0 0 18 0,0 0-13 0,0 0-7 16,-16 10 4-16,12-6 42 0,0 0-29 15,-2 0 6-15,2-1 10 0,-2 0-8 0,2 1 20 16,-2-2 1-16,-2-1-6 0,1 3 70 0,1-1 2 16,6-3-23-16,-14 1 8 0,14-1-21 0,-13 0 3 15,6 0-5-15,7 0-1 0,-14-5-22 16,7 1 0-16,0-2-14 0,1 0 12 0,-2-2-14 16,1 0 8-16,1-5-28 0,3 1 5 15,-1-4-67-15,-2 1-10 0,2-2 11 0,3 1 9 16,1-1-4-16,0 2 12 0,0-2-15 0,1 6 15 15,3-3 3-15,-1-1 3 0,0 4-3 0,1 1-16 16,2-4 16-16,1 6 0 0,0 1 2 0,0-3-2 16,0 7-2-16,0-2 1 0,6 5 9 15,-6 0-18-15,6 4 4 0,-2 0 11 0,2 6 0 16,2 4-7-16,-2 4 2 0,4 4-1 16,-6 6 14-16,2 0-5 0,1 15-3 0,2 1-3 15,-4-1 3-15,-2 6 3 0,-1-3-3 0,-5-6 5 16,3-5-13-16,-4 2 8 0,-3-4 10 15,0 3-4-15,0-2-4 0,-3-4-7 0,0-3 0 0,-2 5 2 16,-1-5 14-16,0-2-14 0,-1-1 16 16,0 0 0-16,-1-4-11 0,2-4 21 0,-1-2-2 15,-2-3 4-15,-2-1 3 0,4-4-2 16,-6 0-3-16,2-6-8 0,-2 0 19 0,-2-6-22 16,2-3-4-16,-1-1 5 0,0-3-8 0,1-5 3 15,2 0-8-15,1 0 7 0,1 0 6 16,4 1 3-16,2 1-6 0,3-1 13 0,0 3-5 15,3 1-8-15,1 0 5 0,3 1-4 0,3 2-1 16,0 4-5-16,1 2 8 0,5 3-11 0,-1 1-2 16,4 2 8-16,6 7 7 0,2 2-7 15,0 3-8-15,11 8 18 0,4 0-18 0,-5 4 5 16,0 1 3-16,-2 1-3 0,2 1 3 0,-3 1-6 16,1-2-10-16,-1 1-30 0,-3 0-11 15,-8-4-50-15,8 2-73 0,-7-4-94 0,0-3-553 16,-3-1 76-16,-5-6 98 0,-1-5 67 15,-5-2 51-15</inkml:trace>
  <inkml:trace contextRef="#ctx0" brushRef="#br0" timeOffset="-140896.05">11324 14501 831 0,'-4'-3'318'0,"4"3"-42"16,-7-7-17-16,7 7-49 0,-6 0-8 16,6 0-20-16,0 0 2 0,0 0-30 0,9 15-6 15,-5-7-25-15,3 2-11 0,0 5-1 0,-1-1-14 16,5 6 44-16,-4-2 4 0,3 7-17 0,0-4-7 15,-2 1-24-15,2 6-7 0,-1 0-8 16,2-4 2-16,-4-4-5 0,0 4-12 0,2 1-13 16,-1 0-11-16,-1-2-30 0,2 0-26 0,-2-3-51 15,4 1-38-15,-4-1-44 0,2-2-118 16,2-4-529-16,-1-3 45 0,-3-3 65 0,0-1 61 16,3-4 84-16</inkml:trace>
  <inkml:trace contextRef="#ctx0" brushRef="#br0" timeOffset="-140529.89">11771 14541 775 0,'0'0'307'0,"3"-2"-35"16,-3 2-22-16,0 0-29 0,0 0-1 0,0 0-16 15,1 14-4-15,2-5-31 0,1 1-20 0,-1 1 2 16,-2 4-18-16,2 2-18 0,0 1-15 15,0-2-1-15,1 1-14 0,-4 4-8 0,6-2-11 16,-3 1-15-16,-2-1 31 0,3 0-20 0,2 0-26 16,-5-1-18-16,5 1-47 0,-3-1-40 15,4-1-54-15,-3-2-81 0,3-2-444 0,3-1-84 16,-4-3 66-16,-2-4 57 0,3 1 59 0</inkml:trace>
  <inkml:trace contextRef="#ctx0" brushRef="#br0" timeOffset="-139780.25">12035 14526 847 0,'0'0'253'0,"0"0"-25"16,0 0 0-16,0 0-26 0,0 0-23 15,0 20-10-15,0-8-10 0,3 0 56 0,-3 1-31 16,3 1-20-16,1 3-16 0,-1-2-14 0,4 1 1 16,0-2-17-16,0 3-18 0,-1-2-11 0,4 0-4 15,-2 0-3-15,2-3-16 0,0 1 6 16,4-1-16-16,-4-4 1 0,4 2-16 0,-1-3-8 16,-3-1 18-16,-2-4-13 0,2 3-2 0,-3-5-8 15,2 0 8-15,-9 0-18 0,11-6 15 16,-7-1-10-16,-4 0-2 0,0-3-1 0,0 2-4 15,-4-3 2-15,1-3 5 0,-4 3 5 0,3-2-3 16,-2 2 6-16,-1-4-10 0,1 4 4 16,2-3 1-16,-4 3 5 0,2 1 2 0,2-1-8 15,-2 0-9-15,3 0 9 0,0-2-4 0,2 3 4 16,-3 0-4-16,8-3-11 0,-4 2 0 16,4-2-4-16,-1 3 14 0,3-2-10 0,4-1 6 15,-2 3-11-15,5-3 5 0,-3 3 0 0,1 2-15 16,2 1 3-16,-2 1 12 0,2 2-8 0,-2 0 1 15,3 1-3-15,-1 6-3 0,1 0 3 0,-4-2 13 16,3 9-13-16,1-3 3 0,0 1-1 16,-3 6-2-16,2-3 0 0,0 6 8 0,1-3-5 15,0 1-14-15,0 1 14 0,-4 1-6 16,4-3 6-16,-1 3-6 0,0-2-4 0,-2 2 12 16,2-4 0-16,-2-1-3 0,-1 0-4 0,0-2 7 15,1 0 0-15,-4-3-2 0,3 1-3 16,0-4 2-16,-2 3 8 0,4-3-4 0,-2-3 6 15,1-2-19-15,0-3 12 0,3 4-5 0,-1-8 2 16,0 1-4-16,1-3 4 0,-4 2-7 16,4-2-8-16,-4-4 21 0,0 4-3 0,1-2-2 0,-4-1 4 15,-1-2-7-15,-2 4 6 0,-1-4-6 16,0 2 10-16,-3-1-15 0,-3-1-3 0,0-2 16 16,-1 1-1-16,-2-1-7 0,-4 6 11 0,2-4 9 15,-2 1-15-15,-7 2-2 0,4-1-1 16,-5 1 21-16,2 3-12 0,1 0-9 0,-1 2 14 15,-2 1-11-15,2-1 2 0,1 3-4 16,-1 2-1-16,5-2-12 0,-2 4 5 0,6 0-33 16,0 4-1-16,0-2-40 0,3 2-26 0,1 3-64 15,7 0-61-15,-1 0-216 0,8 2-414 0,2 0 115 16,4-2 49-16,0-1 59 0,4-1 66 0</inkml:trace>
  <inkml:trace contextRef="#ctx0" brushRef="#br0" timeOffset="-139196.08">14291 14051 906 0,'-10'0'284'16,"10"0"-21"-16,0 0-37 0,-11 0-19 15,11 0-28-15,0 0-2 0,0 0-21 0,0 0-8 16,0 0-2-16,24-5-15 0,-10 0-24 16,3 3-9-16,1-4 1 0,4 4-17 0,-1-3 8 15,4-3-21-15,-1 5-8 0,3-4 70 0,-7 4-11 16,4-1-38-16,-3 1-18 0,-4 1-36 15,4-3-58-15,-5 5-65 0,1-1-56 0,-6-2-120 0,3 0-472 16,-1 2 21-16,1 1 60 0,-7-3 63 16,3-1 61-16</inkml:trace>
  <inkml:trace contextRef="#ctx0" brushRef="#br0" timeOffset="-138962.95">14885 13741 939 0,'3'6'320'16,"-2"0"-113"-16,3 3-20 0,-1 2-5 0,1 0-21 16,2 4-23-16,-3 2-5 0,4 0-20 15,-3 1-13-15,6 3 7 0,-3-2-32 0,3 4-22 16,-2-4-42-16,2 3-47 0,-1-1-90 0,5-4-163 15,-4 4-394-15,4-2 71 0,-3-4 36 0</inkml:trace>
  <inkml:trace contextRef="#ctx0" brushRef="#br0" timeOffset="-138079.93">15186 13824 1059 0,'-3'7'292'0,"0"-1"-85"0,0 3-10 0,2 0-46 0,1 1 0 15,0-1-15-15,4 1-16 0,-1 4-12 16,4 0 2-16,-1-3-13 0,2 3-17 0,2-3-14 16,0-1 1-16,1-2-11 0,-1 2 3 15,-1-3-13-15,2 1 3 0,-4-2-11 0,0-2 3 16,2 0 5-16,-4-1-13 0,1-3-4 0,-6 0-1 15,0 0 5-15,10-7-15 0,-9 2 13 16,-2-1-8-16,-2-4 2 0,0-4-15 0,-1 3-4 16,-6-3 19-16,3 1-2 0,-3-1-2 0,3-1 4 15,-4 3 3-15,2-2 11 0,-1-1-1 0,2 4 1 16,-2-2-6-16,3 3 10 0,1 0-9 16,3 1-1-16,-2-3-7 0,2 3-16 0,3 1 23 15,3-2-18-15,2 2 6 0,1-2-8 0,1 2 5 16,3-1-3-16,1 0 11 0,2 2-9 15,4 0-14-15,-6 0 2 0,2 4-5 0,4 1 8 16,-4-1-3-16,1 3 0 0,0 3 0 16,0-1-7-16,3 3 2 0,-3 0 0 0,2 3 0 15,-1 2-5-15,-2-3 74 0,1 3-10 0,2 5 2 16,-5-7-10-16,3 4 0 0,-4 0-12 0,1-1-1 16,-1 0-2-16,0 0 0 0,1-1-11 0,-2 0-7 15,-2 2 3-15,4-3-1 0,-5-2-7 16,1 0-3-16,0-2-5 0,3 2 3 0,-3-6-5 15,0 5-1-15,-1-4-2 0,5-2 5 0,-11 0-5 16,14-1 8-16,-5-4-5 0,-1 3-9 16,2-6 12-16,-6 1-4 0,2-3 11 0,1 2 0 15,-3-2-6-15,2-1-4 0,-6 0-3 0,1-1 13 16,-1-1 0-16,0 1-16 0,0-1 0 16,-1 1 11-16,-2-1 2 0,3 2 3 0,-3-3-5 15,-1 4 5-15,3 0-3 0,-2-3 3 0,0 3-6 16,3 3-2-16,0-3 1 0,-3 2 4 0,3 1-8 15,3-3 1-15,0 6-3 0,1-2-3 0,0 1 11 16,2 1-3-16,1-2-2 0,-3 6-8 16,5-1-11-16,-9 1 16 0,15 0-2 0,-6 1 4 15,-2 5 3-15,4-2-10 0,-1 3 8 16,-3 1-11-16,3 1 8 0,0-1 3 0,0 2-6 16,1 3-5-16,2-3-2 0,-3 0 13 0,1 1 4 15,3-1-1-15,-3 1 1 0,2-3 4 0,4 0-11 16,-4-1-3-16,-2 1 3 0,3-6 3 0,-1 3-6 15,-2-2 6-15,2-1-6 0,-3-2 8 16,1-2 0-16,-1 0-5 0,0-4 8 0,0 4-6 16,-3-4 4-16,0-4 1 0,-4 1-4 0,1-4-1 15,-1 2-7-15,-3-3 10 0,0-4 3 16,-4 1-5-16,-2 1 7 0,-1-1-5 0,1 0 5 16,-8 2-12-16,0 3 7 0,-3-1-5 0,0 3-5 15,-7 2-31-15,0 5-10 0,-4 1-69 16,-2 2-65-16,-5 3-86 0,-2 3-571 0,-18 5 28 15,3 3 95-15,-4 0 79 0,1 1 52 0,-4 2 66 16</inkml:trace>
  <inkml:trace contextRef="#ctx0" brushRef="#br0" timeOffset="-100133.68">16616 16786 330 0,'3'-5'120'0,"-3"5"-10"16,0 0-8-16,0 0 3 0,0 0-30 0,0 0 9 16,0 0-28-16,0 0 29 0,0 0-11 0,0-4 0 15,0 4-22-15,0 0 17 0,0 0 0 16,0 0-13-16,0 0-10 0,0 0 21 0,0 0-21 16,0 0-5-16,0 0-8 0,0 0 8 0,-7-4 2 15,7 4-7-15,0 0 44 0,0 0-47 16,0 0 8-16,0 0-16 0,0 0 73 0,0 0 2 15,-4-6-13-15,4 6 10 0,0 0-13 0,0 0-2 16,-6-4 3-16,6 4-11 0,0 0 8 16,0 0-10-16,-7-3-3 0,7 3-8 0,-3-4 8 15,3 4-15-15,-7-2 0 0,7 2-3 0,-7-5-10 16,7 5-10-16,-7-4 2 0,3 1-10 16,4 3 10-16,-9-5-2 0,9 5 0 0,-8-4-3 15,1 2-3-15,7 2-9 0,-9-5-62 0,2 2 2 16,7 3 8-16,-14-3 8 0,10 0-13 0,-2 2 16 15,6 1-6-15,-18-4 0 0,12 2 6 16,-1 0 9-16,-3 0 9 0,-1 1-6 16,4 0 2-16,-3-2 11 0,0 1-5 0,-3 1-2 0,6 1 4 15,-7-2-2-15,4 1-10 0,0-2 20 16,-4 2-3-16,3 1 3 0,-3-3-5 0,1 2 3 16,-1 0 5-16,4 0-11 0,-3-1 8 15,-1 0 3-15,0 1 2 0,-3-2 3 0,4 2-8 16,-2-2 3-16,-1 3 5 0,-2-6-3 0,2 6 0 15,-2-2-7-15,1-1-11 0,-3 1 8 0,-1-2 0 16,4 4 8-16,-3-2 4 0,2-1-12 0,-2 0 6 16,-1 1 6-16,1 1 6 0,0-2-20 15,2 1 17-15,-2-1 0 0,-1 2 14 16,1-2-17-16,3 1-7 0,-4 1 3 0,0 0 20 16,1-2-17-16,0 1 1 0,-1 1 1 0,4-1-5 15,-3-2-16-15,3 3 13 0,-1 0 8 0,1-1-3 16,-3 1-10-16,3-1 8 0,3 2-3 15,-3-4 3-15,3 4-1 0,-3-1-1 0,1 0-12 16,1-1 14-16,-1 1-5 0,1-1 2 0,-1 1 0 16,1-1 3-16,-1 1-19 0,-2-2 22 0,2 3-9 15,-5-1-7-15,3 0 15 0,-1-1-17 0,-2 0 17 16,3 1 0-16,-2-1-5 0,0 2-7 16,6-2 12-16,-7 2-2 0,1-1 7 0,3 1-7 15,0-1 12-15,0 1-7 0,-1 0 0 16,-2-2-8-16,3 2-5 0,0 2 15 0,0-2-2 15,0 0-11-15,0 1 6 0,0-1 20 16,0 1-33-16,-4-1 10 0,3 4-10 0,-1-3 0 0,-2 1 10 16,3 0-7-16,-1 0 14 0,1 1-4 15,1 0-8-15,-3-2 10 0,6 1 1 0,-7 2 7 16,4-3-1-16,-3 1 9 0,3 2-16 0,-4-1-5 16,4-1 11-16,0 4-11 0,0-5 5 15,-3 4 5-15,3-3-2 0,-1 3-2 0,-2-1-1 16,3 1 0-16,-1-2-10 0,-1 3 15 0,1 0 1 15,0-1-6-15,2 0-7 0,-2-1 4 16,-1 3 3-16,4-2-4 0,-4 1 4 0,1 1-3 16,0 0-4-16,2 0 5 0,-2 1 4 0,-2 2-9 15,0-1 10-15,-1 0-11 0,4 3-14 0,-4 0 24 16,1-2-9-16,3 2 2 0,-1-1-2 16,2 0-6-16,-5 2 11 0,4-2-1 0,0 2-4 15,-1-1 0-15,2 1-9 0,-1-1 6 0,0 1-7 16,2-1 2-16,-1 1 7 0,-2-1-2 15,5 2-10-15,-4-2 10 0,3 2 3 0,3-3-3 16,-2 3 0-16,-4-3 2 0,4 5 3 0,0-1 5 16,1-1 6-16,2-2-14 0,0 2 3 15,-3 0-10-15,6 1-2 0,-3-1 9 16,2 0 11-16,1 1-21 0,-2-1 19 0,5 2-14 0,-3-2 8 16,3-1 8-16,-2 1-13 0,2 0 15 0,1-3-4 15,0 3 1-15,0-3 1 0,3 3-10 0,-1-3 12 16,-2 1-15-16,3 0 13 0,0-2 7 15,0 1-20-15,0 0 0 0,0 0 0 0,3-1-5 16,-2 0 8-16,-1 1-8 0,3-2-3 0,0 1 11 16,0 0-3-16,-2 0 5 0,5-1 0 15,-3 1-10-15,1-1 10 0,0 1-10 0,3-2 0 16,-1 1 7-16,-2-1-7 0,2 0 2 0,2 1 6 16,-2-1-8-16,-2-1 15 0,3 1-12 15,2 0 2-15,-1-2 0 0,-2 0-3 0,4 1 0 16,-3-1-2-16,1 0 5 0,2 0 5 0,-1-1 1 15,2 0 9-15,-1 0-10 0,0 1-2 16,1-1 4-16,2 1-9 0,-3-2 9 0,1 0-4 16,2 2 2-16,-1-1 3 0,1-1-13 0,0 2 5 15,1-2 2-15,-1 1-4 0,2 0 9 0,-2-1 4 16,1 0-1-16,-1 1-5 0,1-3-3 0,0 3-2 16,-4-2 3-16,4 1 2 0,-1-1 3 15,2 0-3-15,-2 0 0 0,1 0 0 0,-1 0-5 16,0 0 8-16,1-1-6 0,-3-1 4 0,3 2 1 15,-1 0 14-15,4-2-19 0,-6 1-7 16,2-1-10-16,1 1 10 0,-1 1 2 0,4-2-7 16,-6 0 5-16,6-1-6 0,-4 2 11 0,2 0-5 15,1-2 13-15,1 1-3 0,-3 0 3 0,3 0 5 16,-3-1-21-16,3 1 0 0,0-1 13 0,0 2-15 16,-3-2 13-16,6 0 7 0,-6 1-10 15,3-1 13-15,1 0-31 0,-2 1 20 0,1-2 1 16,-3 1 0-16,3 0 4 0,-3 0-9 0,3 0-9 15,-3-1 9-15,3 1-6 0,-4-2 21 16,2 2-13-16,-2-1 0 0,4 0-5 0,-4 0 20 16,1 0-10-16,0-1-5 0,2 0-2 0,-1 1 9 15,-2 0-12-15,4-1 13 0,0-2-5 16,0 2-3-16,-3 1-3 0,6-3 3 0,-5 1-3 16,1 1 9-16,2-3-6 0,-5 4-6 0,4-2 14 15,-3 0-8-15,0 2 5 0,-1-2 8 0,1 0-5 16,3 0-16-16,-4 0 11 0,1 0-1 15,0 0-15-15,3 0 13 0,0-1-7 0,0 1 12 16,-3-1-3-16,6 0-4 0,-5 0 2 0,1 2 2 16,-2 0-4-16,3-3 2 0,-3 2 2 0,-1 0-2 15,1 1-2-15,0-1 2 0,-1 0-3 16,1-1 1-16,-1 2-1 0,-1-1 11 0,1 0 2 16,0 0-2-16,1 0-11 0,-1-1 1 0,-1 2 9 15,1-3-14-15,4 4 17 0,-4-3-5 16,1 1 3-16,0 0-6 0,-1 0 1 0,1-1 4 15,-1 2-12-15,-1-1 3 0,1 1 2 0,1 0-5 16,-1-3 5-16,0 4-3 0,2-4 8 16,-2 3-5-16,-2-1 5 0,2 0-12 0,1-1 12 15,-1 2-8-15,0-1 3 0,-1-2-2 0,1 1-6 16,4 0 16-16,-7 1-8 0,4-1 0 0,0 0-11 16,-1 0 4-16,1 1 7 0,-1-1-5 0,1 0 7 15,0 0 3-15,-3 1 3 0,2-3-8 0,0 3 8 16,1-1-3-16,-3-1-3 0,3 1-9 15,-4 1 12-15,3-1-10 0,1 1 7 0,-1-2-15 16,-2 0 13-16,2 2-7 0,1-2 7 0,-3 1 10 16,-1-1-15-16,4 1 13 0,-1-1-3 15,-3-1-3-15,4 2-9 0,-4 0 12 0,4-1-10 16,-4 0 12-16,0 0-9 0,1 2 9 16,-1-1-4-16,0 1-6 0,1-3 6 0,-4 2-6 15,2 1 11-15,-2-1-3 0,4 2 3 0,-5-3-6 16,1 2-7-16,0-1-2 0,3 0 12 0,-6 1-8 15,6-1 3-15,-4 2 8 0,2-3-16 0,-1 1 8 16,-1 1-5-16,1-1 8 0,-1 1-11 0,-1-1 13 16,2 2 8-16,2-4-11 0,-5 4-4 15,6-3 4-15,-6 1-4 0,3 0 2 0,-1 1 2 16,1-1 3-16,0-1 3 0,0 0-3 0,0-1 11 16,-1 1-1-16,2-1-7 0,-1 0 4 15,2 0-12-15,-2 0 6 0,1 1-14 0,1-1 13 16,-2-1 5-16,-3 0-5 0,6 2-7 0,-3-3 7 15,3 2 8-15,-3-1-8 0,0 0-8 0,3 0-4 16,-3-1-1-16,-1 2 0 0,5-1 19 16,-7 0-9-16,5 0 3 0,-2 3-5 0,-3-2 0 15,3 1 31-15,0 0-23 0,-1 0-3 0,-2 0 2 16,-1 0-1-16,0 0 4 0,2 1 20 16,-2 0-7-16,0 0-2 0,0-2 20 0,-2 0-31 15,2 2 6-15,0-1-4 0,-3-1 1 16,3 0 20-16,-3 0-15 0,3-1 0 0,-2 1 13 0,-1 0-41 15,0 0 28-15,0-3-8 0,0 4-5 16,3-4-15-16,-3 4 23 0,0-2-6 0,0 0 11 16,-3 0-8-16,3 1 1 0,0-2-11 0,0 2 5 15,0 0 2-15,-1-1 9 0,-2 1-14 16,3 0 11-16,-3-2-5 0,0 1-6 0,3 2 11 16,-3-1-8-16,2-2-2 0,-2 1-1 0,3 0-9 15,-3 0 17-15,-2-1-13 0,2 1-9 0,0-2 19 16,0 4-7-16,-1-1-2 0,-2-2-1 15,2 1 6-15,-2-1-3 0,1 2 18 0,-1-1-11 16,2-1 1-16,-2 1-11 0,-1 0-2 0,0 1 10 16,3 0-15-16,-6 0-10 0,4-1-1 0,-1 1-63 15,0 1-21-15,0 1-56 0,-6 2-39 16,2 0-158-16,-2 4-505 0,-2 0 95 0,-4 1 72 16,-2 2 64-16,-7 2 51 0</inkml:trace>
  <inkml:trace contextRef="#ctx0" brushRef="#br0" timeOffset="-91218.21">10845 15305 330 0,'0'0'117'0,"0"0"9"15,0 0-1-15,0 0-2 0,0 0-13 0,0 0 13 16,0 0 69-16,0 0-28 0,0 0-8 0,0 0-15 16,0 0-6-16,0 0-4 0,0 0-18 15,0 0-8-15,0 0 0 0,0 0-8 0,0 0-13 16,0 0-4-16,21-7-14 0,-21 7-2 15,10-2 3-15,-4 1-24 0,2-3 6 0,-8 4 0 16,16 0-6-16,-9-1-20 0,4-1-5 0,-4 0 23 16,6-1-15-16,-2 3 2 0,-1 0-3 15,3-3 1-15,1 2-6 0,-4-2-66 0,4 1-20 0,0 1 20 16,3-2-6-16,-4-1 17 0,2 3 1 16,4-3 19-16,-4 1-5 0,4 0-14 15,2-1 19-15,0 1-16 0,-1 0 8 0,1-1 13 16,0 0-5-16,2 0 9 0,1 2 4 0,0-3 27 15,3 2-32-15,1 0 4 0,-4-1-2 0,-1 3 3 16,2-5-16-16,-1 5 48 0,0 1-40 16,-4-2 5-16,4 0 2 0,0-1 6 0,-3 1 0 15,2 1-1-15,1-2-10 0,-3-1 3 16,3 4 8-16,-4-1-1 0,1-2 4 0,-1-1-14 16,0 4 8-16,1-2 15 0,-4 0-20 0,4-1 5 15,-1 0 5-15,0 1-2 0,1-3-6 0,0 5 8 16,-1-3-5-16,1-2-5 0,3 5 15 0,-3-3 1 15,-1-1-11-15,4 2-13 0,-3 0 10 16,2-4 6-16,-2 6-3 0,3-3-3 0,-3-2 11 16,2 5-11-16,1-2 6 0,0 0-8 15,-3-1 0-15,2 0 5 0,1 1 5 0,0-3 0 16,-3 4-8-16,2-2 16 0,-2-1 13 0,0 4-31 16,2-3-6-16,-2-1 9 0,0 1-1 15,-1 2 8-15,0-5-2 0,1 6 5 0,-1-4-13 16,1 0 2-16,-3 4 8 0,1-3-2 0,-1-1-8 15,-1 1 2-15,3 1 0 0,-2-3 16 0,-2 2-26 16,2-1 21-16,-2 3-10 0,2-3 2 16,-1-1 15-16,3 2-30 0,-2-2 38 0,-1 1-21 15,3 0 8-15,1 0-10 0,-4-2 8 0,4-1-3 16,3 3 8-16,-1-3-13 0,4 0 5 0,-3 0-5 16,1 0 13-16,2 3-8 0,1-3 8 15,2 0 0-15,-3-1-6 0,8 1 1 0,-4-3 5 16,-2 6-8-16,-1-3-2 0,3-1 7 15,-1 1-5-15,-2 0 8 0,0 0-6 0,6 1 1 16,-4-1-5-16,-2 2 12 0,2-2-15 0,-2 1 5 16,-1-1 5-16,1 2 13 0,2-2 54 0,-2 1 8 15,-1-1-14-15,0 2-7 0,0-2-13 16,1 1 1-16,-1 0 4 0,1 0-7 0,2-1-3 16,-5 2-3-16,5-1-2 0,-2-1-2 15,3 0-9-15,-1 3 9 0,4-2-21 0,-3-2 12 16,-3 4-7-16,2-2-5 0,1-1-2 0,-3 3 2 0,-2-2 2 15,2 1-7-15,-1 0-11 0,0-1 14 16,-2-1-6-16,-1 4 3 0,-1-4-13 0,1 0 7 16,0 3-4-16,-3 0-6 0,2-3-2 15,-2 2 3-15,-3-1-6 0,2-1 11 0,0 4 9 16,1-3-9-16,-1 2 5 0,4-2-80 0,-3 0 5 16,3-1 6-16,-4 3 7 0,1-2 16 15,0 4-11-15,-1-4 8 0,0 2 11 0,1-2 4 16,2-1 0-16,2 3 16 0,-5 0-21 0,0 0 19 15,4-3-6-15,1 1 15 0,-1-1-20 0,3 4 10 16,-4-4-2-16,1 3 0 0,4-2 15 16,-4 0-8-16,4-1 5 0,-4 2 1 0,2-1 7 15,-1-1-10-15,2 2-11 0,-3 0 9 0,0-2 4 16,-4 3-2-16,1 0 8 0,3-3 17 0,-4 2-22 16,4-1 2-16,-3-1 7 0,3 0-7 15,-1-3-2-15,1 2-11 0,0 1 5 0,0-3 0 16,1 2 3-16,-2-1-2 0,1 0 4 0,0 0 6 15,0-1 2-15,0-2 0 0,3 4-3 16,0-3 6-16,-2 2 8 0,2-1 1 0,-3-2-6 16,0 4-1-16,3-2-20 0,0 0 25 0,1-5-10 15,2 7-5-15,-2-3 18 0,-1 3-18 0,1-5 3 16,2 3 2-16,-5 0 5 0,-2 0-2 0,1 1 4 16,0-2-6-16,0 1 14 0,-1 2-7 15,-2-1 18-15,0 0-19 0,-1-1 4 0,1-4-16 16,-3 6 23-16,1-2-10 0,-1-1-1 15,3 0-4-15,-2 1 7 0,-4 0-9 0,1 0 6 16,2-3-1-16,-1 3-6 0,3-1-5 0,-6 0 15 16,6-1-10-16,-5-1 3 0,1 2 2 0,2-3 0 15,-2 3 6-15,-1-3-6 0,1 0-2 0,1 0-6 16,-3-1 6-16,3-2-6 0,-3 4 9 16,3-3 4-16,-4 0-5 0,2 1-5 0,1-2-5 15,-2 0 13-15,0 1 10 0,0-1 0 16,-1-1-18-16,0 0-2 0,-2-2 7 0,-1 3 8 0,0 1 5 15,1-1-5-15,-5 0 8 0,1 1-8 16,0-1-1-16,0 0 9 0,-3 2-3 0,-1-2 18 16,0 1-23-16,1 1-3 0,-4-1 8 0,3 0 3 15,-3 0-8-15,0 1 0 0,-3-3-3 0,2 1-7 16,-2 1 17-16,0-2-30 0,-1-2 13 16,-2 3 10-16,2 1-8 0,-3-1 5 0,4-1-2 15,-4 1-13-15,0 2 8 0,-3-2 5 0,3 4-13 16,-3-2 10-16,-1-1-2 0,4 2-11 15,-3 0 3-15,-7-1 0 0,7 2 8 0,-7 1-8 16,3-2 5-16,-3 3 0 0,0-2-8 0,-4 5-4 16,0-2-3-16,-1 0 12 0,1 0 1 15,-4 3 2-15,-2-2 0 0,1 2-15 0,-2 0 12 16,0-1 3-16,-9 2 0 0,2 2-2 0,-2-3 7 16,-1 6-7-16,1-5-6 0,-1 5 1 0,-6-1-6 15,3-2 13-15,-1 3 5 0,-2 1-7 0,-4-1-3 16,1-1-5-16,-2 4 7 0,2-2-14 15,-18 0 27-15,1 1-18 0,12-1 3 0,3 1 6 16,-15 3-12-16,2-2 14 0,1 4-3 0,-1-4-5 16,4 4 5-16,-4-2-2 0,4 3 2 15,-3-3-10-15,6 0 5 0,-6 5-3 0,-1-3-2 16,4 2 13-16,-3-6-18 0,2 8 5 0,-2-3 12 16,-1 1-9-16,-2 2-1 0,2 1 8 15,-3 0-12-15,1-1 7 0,-2 0-3 0,4 5 8 16,-3-5-2-16,4 5-3 0,-1-2-11 0,-3-1 14 15,1 3 0-15,2-1-1 0,-3 0-7 16,0 1 0-16,-14 2 2 0,11-3 1 0,6 1-1 0,-3-1 3 16,1 1-5-16,-1 2 0 0,4 1 7 15,2-3-4-15,-2 6 7 0,2-2-5 0,-2 0-8 16,2-1-10-16,-2 4 13 0,3-4 5 0,-1 2-18 16,-2-2 21-16,4 1-8 0,2-1 5 0,0 0 2 15,0-3-12-15,4 3 13 0,-3 1 10 16,5-4-29-16,2 1 14 0,8-2-9 0,5-3 1 15,0 3 8-15,0 0-1 0,-10 2-5 0,6-3 13 16,7 4-15-16,-3-4 10 0,-10 6 0 16,4-1-15-16,4-3 25 0,5-1-15 0,-9 7-5 15,-1-3-6-15,7-3 4 0,3 0 4 0,1-3 3 16,2 3-8-16,1-2 0 0,-1-1-5 16,4 1-2-16,4-1 20 0,-1-4-8 0,0 7 3 15,2-5-8-15,-2 5 8 0,3-5-3 0,2 5-7 16,-2-3 0-16,-1 3-1 0,1 0 11 0,0-1-8 15,2 0-2-15,-2 1-5 0,2 2 7 16,-2-2 5-16,1 3-2 0,0-1 5 0,4-2-5 16,-5 1 7-16,5-2-12 0,-1 1-3 0,0 0 7 15,1 1 6-15,2 1-5 0,1-2 8 0,-1 0 9 16,2 1-9-16,-1-2-9 0,2 1 4 16,1 2-6-16,-2-2 10 0,2 2 3 0,0-1 0 15,0 0-7-15,3 2 7 0,-5 0 2 0,5 2 1 16,-4 0-1-16,5-2-9 0,-3-1 2 15,3 4 2-15,2-3 11 0,-2 1-16 0,3 2 16 16,-3 0-21-16,3-3 26 0,0 1-18 0,0 1 2 16,3-2 6-16,-3 0-11 0,3 2 8 0,1-1 0 15,-4-1-5-15,3 0 12 0,0 2-12 0,1-3 5 16,0 3-2-16,-1-2 9 0,0 1-1 16,1-2-4-16,-1 2-2 0,0-2 5 0,-2 1-2 15,2-1 7-15,0 1-18 0,0-3 3 0,2 0 0 16,-2 0-5-16,0-3 12 0,0-4-2 15,1 5-7-15,2-4-3 0,-2 0-6 0,3 0 16 16,-3-2 0-16,2 0 0 0,1-1 3 0,-1 1-16 16,2-2 13-16,2 2 0 0,0-3-3 15,-3 2 1-15,4-3-6 0,-1 2 8 0,4-2 5 16,-4 4-10-16,3-6-8 0,-2 4 21 0,2-1-16 16,1-4-2-16,-4 4 8 0,4-1-14 0,0-2-27 15,-4 3-9-15,4-1-6 0,-4 0-29 16,3 0-31-16,-2-1-46 0,2 0-100 0,-3 3-432 15,1-2 31-15,-1 2 27 0,-3-3 88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7:21:23.7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3622 2021 596 0,'0'0'192'0,"-4"-5"-10"0,1 2-3 0,3 3-15 16,-1-7-6-16,1 7-7 0,-3-8-10 0,0 5-15 15,3 3 12-15,-3-7-23 0,3 7-2 0,-3-7-8 16,3 7 17-16,-1-6-4 0,-2 2-15 16,3 4-6-16,0-7-61 0,0 7-16 0,-4-6 16 15,4 6 2-15,-2-7 11 0,2 7-3 0,-1-6 8 16,1 6-13-16,0-6 15 0,0 6-12 15,0 0-1-15,-4-4-10 0,4 4-2 0,0 0-3 16,0 0-5-16,0 0-7 0,0-7-4 0,0 7-1 16,0 0 9-16,0 0-10 0,0 0-2 15,0 0 5-15,0 0 7 0,0 0-15 0,0 0 3 16,15 11 8-16,-9-6-9 0,0-1-12 0,-2 3 18 16,3 1-11-16,3-1 1 0,-3 1 0 15,4 3 22-15,2 0-22 0,-3-1 63 0,1 1 19 16,2 1-19-16,2 1-7 0,1 1-5 0,-2-3 0 15,2 3-3-15,-1-3-10 0,1 3 2 16,2-3 6-16,-4 3-16 0,3-3-10 0,-1 1 5 16,-4-3-5-16,4 1 29 0,-2 1-22 0,-1-3-1 15,-3 1-6-15,4-1 10 0,-4-1-20 0,-3-2-3 16,1 1 15-16,1-1-4 0,-5-2-6 16,2 3 1-16,-3-3-6 0,5 1-5 0,-7-2 0 15,5 2-23-15,-6-4-33 0,4 3-69 0,-4-3-103 16,6 0-596-16,-6 0 15 0,0 0 103 15,0 0 76-15,0 0 54 0,3-11 62 0</inkml:trace>
  <inkml:trace contextRef="#ctx0" brushRef="#br0" timeOffset="500.38">4162 1869 724 0,'-7'4'230'0,"1"-1"-12"0,5 2-19 0,-2 2-12 16,-1 1 3-16,-2 4-103 0,2-1 2 0,0 5 1 16,1 1-6-16,0 1 1 0,-4 6 58 15,3-1-12-15,-2 4 2 0,2 4-5 0,-3 2-13 16,4-2-5-16,-3 5 3 0,1 0-11 0,-2-1-12 15,4 2-13-15,-3 0-16 0,2-1-2 16,-2-1-3-16,1 0-2 0,-1-1 2 0,3-2-5 16,0-4 3-16,2-2-21 0,-2-1 6 0,-1-1-16 15,1-2 13-15,0-1-6 0,3-3 9 0,-4-3-21 16,1 2 0-16,2-3 10 0,1-3-3 16,0 2 4-16,0-3-12 0,-3-1-19 0,3-1-31 15,0 0-39-15,0-2-10 0,0 0-79 0,0-1-100 16,0 0-507-16,3-2 28 0,-3-3 72 15,4 3 72-15,-4-3 50 0</inkml:trace>
  <inkml:trace contextRef="#ctx0" brushRef="#br0" timeOffset="866.76">4510 2371 798 0,'0'0'279'0,"0"0"-33"16,0 0-31-16,7 0-8 0,-7 0-25 0,0 0-16 16,14 0-22-16,-14 0 9 0,17-2-22 15,-7-1-13-15,3 0 2 0,2 1-15 0,-2-1-8 16,1 1-7-16,3-2-21 0,-3 2-15 0,0-2 10 16,3 3-8-16,-4-3-13 0,1 1-35 0,3 3-3 15,-3-2-36-15,-1 2-22 0,1 2-52 16,-4-2-64-16,0 1-77 0,1 2-215 0,-1 0-220 15,-3-2 85-15,0 4 41 0</inkml:trace>
  <inkml:trace contextRef="#ctx0" brushRef="#br0" timeOffset="1083.91">4767 2527 862 0,'-3'4'256'0,"3"-4"-26"0,0 0-7 15,0 0-16-15,0 0-25 0,0 0-23 0,0 0-18 16,0 0-11-16,0 0-2 0,19 0-15 0,-19 0-13 16,21-3-16-16,-11 1 1 0,4-1-11 0,0 1-28 15,3 1-33-15,-4 0-44 0,2-2-53 16,1 1-29-16,2 1-169 0,-2 1-404 0,5-3 54 16,-7 1 77-16,3-2 32 0</inkml:trace>
  <inkml:trace contextRef="#ctx0" brushRef="#br0" timeOffset="1615.95">5475 2210 783 0,'0'0'243'0,"-3"16"-23"0,2-9-10 16,-2 2-28-16,-1 2-1 0,1 0-40 0,2 1-13 16,1 1-5-16,0 0-23 0,1 1-3 15,2-1-5-15,1 3-12 0,-1-3 9 0,1 2-20 16,2 0-5-16,1-2-2 0,0-1-3 0,3 0-11 16,0-2-4-16,1 0-8 0,2-3 10 15,1-1-13-15,-3-1 8 0,2-1 2 16,1-2-2-16,-4-1-7 0,3-2-1 0,1-2 5 15,-3-2-2-15,6-2-10 0,-7-1 71 0,3-3-12 16,1-3 4-16,-1-3-22 0,-2 1-1 0,-1-5-2 16,-3 0-2-16,0-4-80 0,0 0 2 0,-7-1 6 15,1 0-5-15,-1 1 2 0,-4 1 18 0,0 0-7 16,0-1 12-16,-2 6 0 0,-1 0-13 16,-2 3 9-16,-2-1 6 0,1 5-4 0,-1 0 10 15,-3 2-8-15,4 2-5 0,-7 1 13 0,3 2-15 16,1 3 2-16,2-1 3 0,-2 4 2 15,-1 2-8-15,1 2-2 0,-2 1 8 0,3 1-10 16,1 1-1-16,4 4 0 0,0-1-7 0,0 3 8 16,4-3 2-16,0 1 10 0,3-1-5 15,0 2-5-15,3-1 3 0,4 2 4 0,-1 0 1 16,4-1-13-16,1-1-3 0,-1-2 16 0,4 1-18 16,0-1-24-16,4 0-17 0,1-1-49 0,2 0-46 15,-5 0-97-15,5-2-555 0,0 1 94 0,-1-1 48 16,-3-1 70-16,1-1 56 0</inkml:trace>
  <inkml:trace contextRef="#ctx0" brushRef="#br0" timeOffset="2033.77">6056 2371 952 0,'-8'8'343'0,"5"2"-36"16,-4 2-20-16,-2 1-24 0,2 1-30 16,0 0-26-16,3 2-17 0,-2-3-31 0,2 4-3 15,4-2-21-15,-3-1-9 0,3 2-16 16,0-1-15-16,0-2 4 0,3 1-14 0,0-3-11 16,1 1-10-16,2-2-20 0,2 2 14 0,2-4 1 15,3 2-5-15,-2-4-15 0,-1-2-9 0,3-1 11 16,1-1 8-16,-1-1-11 0,2-2-10 15,-5 0-5-15,4-3 16 0,-4-2-14 0,3-1-7 16,-5-3 16-16,-1-4-6 0,2-1 8 0,-5-3-16 16,-1 0 3-16,1 0-8 0,-2-1 16 15,-2 2 0-15,-2-1-8 0,1 1-74 0,-5 2 10 16,3 1 13-16,-1-1 7 0,-3 2 6 0,1 2-1 16,-2 2-12-16,2 0 13 15,-1 1 2-15,0 2-2 0,-4-1 5 0,2 4-6 0,2 0 6 16,-4-1-16-16,4 3-20 0,7 1-31 0,-13 1-7 15,7 3-44-15,6-4-95 0,-5 3-130 0,5 0-446 16,0-3 106-16,11 7 22 0,-4-7 57 0,3 2 94 16</inkml:trace>
  <inkml:trace contextRef="#ctx0" brushRef="#br0" timeOffset="2284.17">6630 2289 1000 0,'0'0'341'0,"6"-4"-34"16,-6 4-15-16,4-6-29 0,-4 6-12 16,7-4-38-16,0 0-34 0,-1 2-10 0,5-1-8 15,-1 0-23-15,4-2-20 0,3 1 5 0,-1 1-41 16,5 0-21-16,-3 0-17 0,-1 0-49 15,3-1-21-15,-3 4-35 0,1-5-32 0,-1 3-73 16,-4-1-103-16,0 2-245 0,2-1-180 16,-6-2 29-16,2 2 68 0,-7-4 49 0</inkml:trace>
  <inkml:trace contextRef="#ctx0" brushRef="#br0" timeOffset="2466.06">6773 2017 865 0,'-9'11'315'0,"9"-4"-34"0,-5 4-12 0,5 1-98 16,-3 5-20-16,3 0 3 0,0 4-13 0,0 1-8 15,3 3-21-15,-3 3-1 0,5-2-14 0,-2 6-13 16,3 3-22-16,1-2-21 0,-3 1-70 0,2 1-91 16,2-2-371-16,-2 1-180 0,4-5 31 15,-6-5 69-15</inkml:trace>
  <inkml:trace contextRef="#ctx0" brushRef="#br0" timeOffset="3183.46">7618 1875 877 0,'0'0'310'15,"-4"-4"-31"-15,4 4-18 0,0 0-28 0,-10 12-10 16,4-3-21-16,2 1-28 0,-3 4-18 15,3 3-25-15,-2-2-8 0,3 1-6 0,2 3-14 16,-1 0-19-16,1-1-7 0,4 0-3 0,-2 0-2 16,2-1-11-16,0 1-4 0,4-1-9 0,0-2 1 15,0 0 7-15,6-3-20 0,-2-1-8 0,2-1 18 16,1-3-2-16,3-2-21 0,1 0 13 16,-5-5-5-16,4 0-14 0,-3 0 22 0,-1-5-11 15,4-2 3-15,-6-2-6 0,2 0-7 16,-3-4 13-16,0-4 7 0,-5 2-20 0,1-4 5 15,-2-4-2-15,-4 3 12 0,0-1-7 0,-3-3 15 16,-1 1-3-16,1 4-2 0,-5-1-3 0,2 3 6 16,-1 1-9-16,0 1-2 0,-4 1 16 15,5 3-36-15,-4 0-57 0,3 3 8 0,-4 2 8 16,2 1-13-16,2 3 15 0,-4 1-7 0,11 1 12 16,-20 6 3-16,9-2 2 0,4 3-2 0,-3 1 16 15,4 0-29-15,-2 2 23 0,2 0-13 16,2 0 11-16,1 2 0 0,0 0 10 0,3 1-13 15,3 0 18-15,0-1-5 0,1 2-8 0,3 0 10 16,4 0-12-16,2 1-3 0,4-2-18 0,0 0-30 16,7-1-29-16,0 0-36 0,3-2-94 0,-4-1-233 15,5-2-295-15,0 0 49 0,2-2 67 16,-6-3 61-16</inkml:trace>
  <inkml:trace contextRef="#ctx0" brushRef="#br0" timeOffset="3382.97">8220 2025 962 0,'3'8'322'15,"-3"-2"-35"-15,0 1-28 0,0 5-32 0,-3 1-19 16,3 2-6-16,0 4-23 0,0 1-12 16,3 0-29-16,-3 4-10 0,3-1-21 0,-2 2 1 15,2 0-13-15,0 0-3 0,4 0-13 0,-3-1-41 16,2 1-38-16,1-2-43 0,0-1-139 15,1 0-568-15,4-2 21 0,-2-2 86 0,-2-6 62 16,2-1 87-16</inkml:trace>
  <inkml:trace contextRef="#ctx0" brushRef="#br0" timeOffset="3632.73">8473 1785 1052 0,'14'6'337'0,"-5"-1"-42"0,1 2-16 16,2 3-36-16,4 3-20 0,2 2-29 0,5 2-10 16,-2 3-12-16,6 0-18 0,4 8-26 0,3 2 7 15,-3-1-22-15,3-1-18 0,-4 0-1 0,-2-5-30 16,0 8-41-16,-4-7-23 0,-4-5-77 15,0-2-86-15,-2 3-613 0,-2-4 26 0,-5-5 97 16,2-2 70-16,-6-3 50 0</inkml:trace>
  <inkml:trace contextRef="#ctx0" brushRef="#br0" timeOffset="3899.32">8869 1655 824 0,'0'0'276'0,"0"0"-30"15,0 0-18-15,-13 14-21 0,6-3-15 0,3 1-36 16,-3 4 5-16,-2 4-30 0,1 2 2 16,1-1-13-16,-3 6-10 0,-4 0 59 0,4 0-25 15,0 3 7-15,-4 1-21 0,4-2-86 0,-3 0-6 16,2 1-17-16,1 2-1 0,0-2-2 0,2 1-5 15,-2-2-18-15,1 1-64 0,5-2-67 16,0-1-158-16,1-2-459 0,3 3 67 0,0-6 54 16,0-4 53-16</inkml:trace>
  <inkml:trace contextRef="#ctx0" brushRef="#br0" timeOffset="4149.85">9139 1930 1090 0,'0'0'345'0,"4"9"-37"0,-1-2-24 0,-3 5-26 16,3 1-27-16,-3 4-29 0,3 3-77 0,1 3-15 15,-1 4-2-15,2-2-24 0,1 3 1 16,-3 6-14-16,4-2 1 0,0 4-16 0,0-3-12 15,0 4-52-15,-1-3-43 0,4 0-92 16,1-2-93-16,-1-2-521 0,3-2 76 0,2-3 64 16,-5-6 41-16</inkml:trace>
  <inkml:trace contextRef="#ctx0" brushRef="#br0" timeOffset="4416.08">9645 2113 949 0,'6'0'335'16,"-6"0"-43"-16,8-3-23 0,-8 3-36 15,13-2-13-15,-3 2-18 0,4-3-25 0,0 1-18 16,6 1-21-16,2-3-18 0,1 2 3 0,1 1-33 15,3-2-26-15,1-1-34 0,-1 1-45 16,-3 1-54-16,-1-1-82 0,-8 3-251 0,6-3-343 16,-5-1 82-16,-1 0 64 0,-3-2 57 0</inkml:trace>
  <inkml:trace contextRef="#ctx0" brushRef="#br0" timeOffset="4633.06">9850 1908 734 0,'0'11'287'0,"0"0"35"0,0 3-32 16,0 0-17-16,4 4-17 0,-1 2-33 0,0 3-21 16,1 0-22-16,2 4-14 0,-1-2-13 15,4 2-14-15,1 3-11 0,-2-1-44 0,2-1-63 16,3 2-37-16,-2-4-125 0,2 2-496 0,0-1-92 15,-1-7 102-15,1-1 53 0,4-6 72 16</inkml:trace>
  <inkml:trace contextRef="#ctx0" brushRef="#br0" timeOffset="5099.51">10459 1938 970 0,'-11'13'340'0,"5"-6"-30"15,5 4-34-15,-2 1-30 0,-3 2-16 16,3 1-102-16,2 2-2 0,1 0-24 0,1 0-5 16,2 2-10-16,3 2-12 0,1-1 12 0,0 0-23 15,4-1 0-15,2-1-11 0,-2-1-1 0,2-2 1 16,0-4-7-16,1 1 6 0,-1-4-4 0,2-3-12 15,-2 1 3-15,1-5 12 0,-1 0-3 16,-2-3-7-16,2-4-15 0,-3 1 10 0,2-5 5 16,-2-4-23-16,-1-3 10 0,-2-5-15 0,-4-1 12 15,1-4 3-15,-3 0-10 0,-2-3 3 16,-3 4-11-16,-2-5 13 0,2 5 3 0,-5 2 9 16,2 2 4-16,-1 1 12 0,-2 5-38 0,3 0 20 15,-3 4-12-15,0 1-6 0,0 3-5 16,-4 3 11-16,4 3-16 0,-4 2 13 0,0 1-16 15,-2 5 14-15,1 0-6 0,2 3-20 0,-1 1 20 16,4 2 3-16,0 1 2 0,2-1 3 0,-1 1-13 16,5 0 8-16,1 4-3 0,3-4 3 15,0 0 0-15,3 3-16 0,1-1 3 0,5-2-5 16,3 2-10-16,4 1-31 0,2-3-21 0,6-1-38 16,-4 1-82-16,4-2-210 0,3 2-445 0,-3-4 113 15,-1-3 89-15,-2-1 23 0,-3-1 69 16</inkml:trace>
  <inkml:trace contextRef="#ctx0" brushRef="#br0" timeOffset="5499.96">10952 2101 1098 0,'6'-5'366'15,"-2"4"-44"-15,2-2-27 0,-6 3-24 0,14-3-28 16,-14 3-28-16,17 5-92 0,-10-3-3 0,6 5-10 15,-6 1-23-15,6 2-10 0,-5 2-13 16,-1 1 15-16,-1 4-17 0,1-2 2 0,-4 3-23 16,-3 0 18-16,0 1-6 0,-3 6-1 0,-4-4-24 15,-3 4 5-15,-4 2-7 0,-2-5 4 16,1 2-9-16,2-5 7 0,-4-2-2 0,6-2-11 16,2-1 5-16,-2-4 11 0,4 1 2 0,0-3 1 15,-2-3 12-15,4-2-8 0,-1 1-5 0,6-4-2 16,0 0-8-16,-10-12 3 0,7 4-19 15,2-1 17-15,1-1 1 0,1-1-17 0,2-1 15 16,3 1-15-16,-5-1 4 0,5 0-4 0,2 2 2 16,-2 0 18-16,1 2-20 0,-1-2 2 15,1 4-5-15,4-1-2 0,-4 1-3 0,3 3-3 16,1 0 6-16,-1 1-6 0,2 2 19 0,0 0-14 16,4 4-7-16,-2-1-18 0,-1 2-5 15,2 0-13-15,-2 2-51 0,4-1-10 0,-3 1-70 16,0 2-99-16,2-1-551 0,2 0 82 0,-5-3 54 15,5-4 59-15,-2 1 69 0</inkml:trace>
  <inkml:trace contextRef="#ctx0" brushRef="#br0" timeOffset="5766.07">11409 1639 1182 0,'0'0'351'0,"0"0"-34"0,0 0-35 16,0 0-11-16,17 11-23 0,-10-3-7 0,4 5-31 15,5 4-39-15,5 2 3 0,-1 1-7 16,4 3-11-16,4 4-28 0,5 3-13 0,-8-5 3 16,-1-4-29-16,-4 2-4 0,10 6-6 0,-5-3 19 15,5 4-45-15,-9-3-7 0,0-7-41 16,-7 0-20-16,3-2-49 0,-4 0-100 0,-3-4-102 15,1 3-558-15,-4-4 38 0,2-5 85 0,-5-3 56 16,-4-3 64-16,0-2 51 0</inkml:trace>
  <inkml:trace contextRef="#ctx0" brushRef="#br0" timeOffset="6033.06">11813 1606 1005 0,'0'0'320'0,"0"0"-28"0,0 0-13 15,-17 17-28-15,13-2-23 0,-6 2-28 0,-1-1-21 16,1 7 18-16,-4 3-23 0,1-1-5 0,-1 1-31 16,-3 3-7-16,-4 9-9 0,8-5-1 15,-8 6-6-15,8-7-25 0,-1-3-3 0,0 1-8 16,4 0-7-16,-10 10-8 0,10-5-6 0,-4-6-11 15,3 0-12-15,1 3-50 0,0 1-46 16,0-1-111-16,3 2-353 0,0-3-309 0,3-5 92 16,4-3 81-16,3-6 57 0,-2-1 90 15</inkml:trace>
  <inkml:trace contextRef="#ctx0" brushRef="#br0" timeOffset="6432.85">12079 1900 875 0,'6'-5'351'16,"5"1"-47"-16,-4 1-32 0,0 3-22 0,3 0-22 16,0 3-15-16,4 1-39 0,0 1 2 0,2 3-20 15,2 4-7-15,-2 1-29 0,2 0-15 16,-5 4-13-16,1 0-20 0,-7 1 0 0,0 4-3 15,-4 0-36-15,-3-1 3 0,-3 4 5 0,-4 0 0 16,-3 1-13-16,-4 2-5 0,1-3-3 0,-2-1 1 16,-1-1 2-16,2-2-15 0,4-4 7 15,-3 1-5-15,2-3-7 0,4-4 25 0,0 1-10 16,1-1 5-16,2-2-15 0,0 1 4 0,4-3 11 16,0 0 3-16,4-1 7 0,0-1 8 0,3 1-5 15,6-2 0-15,7 1-8 0,1-2 5 16,7 1-4-16,3-1-19 0,-1-2 18 0,4 1-8 15,1-1-2-15,-1-1-13 0,0 2 8 0,0-2-3 16,-4 1-12-16,1 0-6 0,-7 1-28 16,0 1-51-16,-7-1-43 0,-2 1-72 0,-3 1-52 15,-5 0-273-15,-7 3-244 0,0-2 55 0,-7-3 83 16,-6 3 88-16,-8 0 31 0</inkml:trace>
  <inkml:trace contextRef="#ctx0" brushRef="#br0" timeOffset="10599.26">26841 730 1049 0,'0'0'305'15,"0"0"-32"-15,0 0-29 0,0 0-24 0,0 0-38 16,0 0-14-16,0 0-27 0,0 0-10 0,0 0-6 15,0 0-12-15,20 15-13 0,-14-4-11 0,8 0 1 16,-1 4-19-16,2 1 4 0,1 3-4 0,2 2-19 16,3-1-1-16,-2 2 8 0,4 0-6 15,-5 1-24-15,3-2 14 0,0 2-7 0,0-3 2 16,-1 2-7-16,0-2-21 0,-6-3-12 0,3 1-47 16,-2-1-23-16,-2-2-56 0,-3-3-120 15,4-1-481-15,-4 0 9 0,0-2 83 0,-1-4 69 16,-1-1 40-16</inkml:trace>
  <inkml:trace contextRef="#ctx0" brushRef="#br0" timeOffset="10916.13">27254 732 811 0,'0'0'322'0,"-3"-6"-37"16,3 6-29-16,-4-5-29 0,4 5-19 0,0 0-11 16,-17 7-39-16,10-2-1 0,-3 4-17 0,-4 2-27 15,4 3 10-15,-6 2-10 0,1 3-24 16,-4 2-2-16,-2 2-8 0,3 0 9 0,1 0-22 16,-3-1-7-16,2 2 0 0,2-2-5 0,1-4-8 15,2 0-3-15,2 2-7 0,-2-3-3 0,6-2 8 16,-2 0 3-16,1-2-19 0,1 0 9 15,0 0-4-15,1-2-9 0,1-3-11 0,-1 3-33 16,3-1-23-16,3-2-41 0,-1-1-77 16,2-1-94-16,-1 0-518 0,3 0 54 0,4-3 49 15,0-1 59-15,-7-2 74 0</inkml:trace>
  <inkml:trace contextRef="#ctx0" brushRef="#br0" timeOffset="11199.13">27521 1021 749 0,'0'10'292'0,"3"0"-23"16,-3 2-39-16,5 2-25 0,-4 2-20 15,0 1-11-15,2 2-13 0,2-2-33 16,-3 2 5-16,1-1-20 0,4 4-16 0,-3-4 3 16,-1 4-18-16,1-4-8 0,-1 0-8 0,0-1-9 15,2 0-34-15,-3-2-44 0,-2-2-53 0,3 0-100 16,1 1-243-16,-2-3-262 0,-1 1 50 16,0-4 60-16,-1-3 70 0</inkml:trace>
  <inkml:trace contextRef="#ctx0" brushRef="#br0" timeOffset="11449.4">27941 1027 829 0,'0'0'325'0,"10"-2"-38"16,-6 0-39-16,-4 2-23 0,16-2-7 16,-5 2-31-16,2 0-18 0,-2-1-26 0,9 1-7 15,-2 0-49-15,2 1-39 0,1-1-43 0,-1 0-74 16,-3 0-136-16,1 0-504 0,-2 2 80 16,1 1 17-16,-6-2 103 0</inkml:trace>
  <inkml:trace contextRef="#ctx0" brushRef="#br0" timeOffset="11681.57">28023 1230 1144 0,'0'0'358'15,"0"0"-41"-15,0 0-15 0,0 0-28 0,0 0-25 16,0 0-22-16,0 0-24 0,0 0-29 15,31-9-21-15,-15 9-9 0,5 0-24 0,0-1 21 16,3 0-29-16,1-1-17 0,-2 2-23 0,1-1-47 16,3 1-48-16,-3 0-59 0,1 0-61 0,-2-3-133 15,0 4-503-15,-1-1 40 0,1-1 58 16,-2 1 82-16,-4-3 46 0</inkml:trace>
  <inkml:trace contextRef="#ctx0" brushRef="#br0" timeOffset="11981.95">28758 755 934 0,'0'0'261'0,"3"-7"-21"0,-3 7-22 16,0 0-11-16,0 0-15 0,14 16-23 0,-5-5-13 15,-1 2-15-15,2-1-10 0,1 4-11 16,5 3-10-16,-5-2-10 0,9 4-23 0,-2 1 5 16,2-3-11-16,-3 2 4 0,4-1-14 0,-4 0 0 15,0-4-2-15,3 4-13 0,-3-5-2 0,-3 0-21 16,3 0-15-16,-4-2-24 0,-1-2-43 16,-1 0-61-16,-1-1-39 0,-4-1-84 0,1-5-59 15,-1 3-412-15,1-2 54 0,-1-3 66 0,-1 0 77 16</inkml:trace>
  <inkml:trace contextRef="#ctx0" brushRef="#br0" timeOffset="12236.46">29072 767 726 0,'-3'-4'262'0,"3"4"-37"0,-3-6-20 16,3 6-16-16,0 0-30 0,0 0-3 15,0 0-8-15,-15 9-30 0,9-2-5 0,1 2-24 16,-3 3 3-16,0 1 1 0,-2 3-24 16,3 3 2-16,-2 2-2 0,-3-1-2 0,0 7-8 15,0-2-13-15,-1 1-3 0,0-1 19 0,-1 2-34 16,1-2 21-16,2 0-16 0,1 0 0 0,0-2 3 16,-1-1 66-16,1 1-17 0,3-1-19 0,-3 1-19 15,0-1-73-15,3 0-74 0,0-1-169 16,0-4-486-16,6 0 44 0,0-4 68 0,1-5 85 15</inkml:trace>
  <inkml:trace contextRef="#ctx0" brushRef="#br0" timeOffset="12684.07">29319 926 1067 0,'10'-5'297'0,"3"1"-36"16,-4 1-31-16,-1 2-20 0,3 1-18 0,-11 0-20 0,20 4-24 15,-9 2-10-15,2 1-12 0,1 2-16 16,-2 3-15-16,-4 1-16 0,3 1 5 0,-4 2-12 16,-1 0 5-16,-3 0 51 0,-2 2-16 0,-1-1-2 15,-1 2-10-15,-5-1-15 0,2 3 4 16,-9-2-20-16,3 0-5 0,-8 4 6 0,-2-3-9 15,-4-1-15-15,-3-2-5 0,-1-1 13 0,1-1-23 16,-1-1 15-16,-2-3-13 0,9-1-2 16,-2-1 17-16,5-1 3 0,3-2 3 0,-4-1-92 15,6-4 28-15,3 0 2 0,-1-3-5 0,1-1-2 16,3-1 7-16,-1 0 5 0,2-1 6 0,3 1 10 16,1-1-8-16,-3 0-10 0,5 5 0 0,-3-8 10 15,6 4-10-15,-3 4 2 0,6-6 3 16,-2 4 8-16,-4 2-16 0,18-2 8 0,-5 4-10 15,-2 0 7-15,5 2-9 0,2 1 14 16,0 0-4-16,1 6-4 0,-2-2-1 0,3 2-9 16,-5 1-12-16,3 1-31 0,-5 2-53 0,-3-2-14 15,-1 2-53-15,-2 0-59 0,-1 1-512 0,-6 2 0 16,-2-2 49-16,-6 0 84 0,-4-1 74 0</inkml:trace>
  <inkml:trace contextRef="#ctx0" brushRef="#br0" timeOffset="14331.54">26884 1775 622 0,'0'0'232'0,"10"0"-34"0,-10 0-22 0,12-2-4 16,0 2-29-16,-1-2 8 0,3 2-20 0,2-1-14 16,5 0 4-16,0-2 4 0,-1 0-10 15,10 1-2-15,2-2 2 0,6 0-25 0,3 2 9 16,3-3-14-16,17 3-3 0,0-3 2 0,-2 2-7 16,6-1-8-16,-1 0 52 0,2 3-6 0,-1-1-13 15,5 0-7-15,0 0-13 0,6 0 2 16,1 0-10-16,2 1 1 0,0-1-14 0,0 1-7 15,3 1 12-15,-1-2-27 0,-1 1 2 16,1-1 0-16,-2 1-11 0,4 0 6 0,17 1-5 16,-6-4 7-16,-15 4 3 0,-7-2-18 0,2 0-2 15,-9 0-3-15,1 0 2 0,-1-1-10 16,-14 0 11-16,-4 3-8 0,-4-3 10 0,-7 0-8 16,5 1-10-16,-8 0 5 0,-4 1-2 0,-1-1 8 15,-5-2-6-15,1 3 5 0,-3 0-5 0,-1-2-10 16,-3 1 13-16,0 1-13 0,-3-1 5 0,0 1 11 15,-4-1-6-15,0 1 15 0,4-1-9 16,-7 0-6-16,3 1 3 0,-2 0-3 0,-2 0 8 16,1-3-5-16,2 4 2 0,-9 0-12 0,14-4-1 15,-10 3 9-15,3-1 12 0,-7 2-13 16,10-1 5-16,-10 1-5 0,10-5 3 0,-6 3 5 16,-1-2 0-16,2 0 0 0,-3 1 2 0,1-3 9 15,2 2-19-15,-4-4 10 0,0 2-12 16,3-2 5-16,-1 1-3 0,-3-3 0 0,0 2 0 0,3-2-10 15,-2-1 18-15,-1 0 0 0,0 0-5 16,0-2 0-16,0 1-3 0,0-2-18 0,0-1 26 16,0-1-12-16,-1-1-6 0,-2-2 7 15,3 1-9-15,-3 0 2 0,-1-2 0 0,3 1 7 16,-2-3-4-16,-3-1-6 0,4-1-2 0,-6-1 15 16,4-1-4-16,-3-5-6 0,0 1 7 15,0 0 3-15,-2-2-17 0,1 0 22 0,1 1-12 16,-2 0-8-16,2 0-3 0,-4 1 3 0,4 0 2 15,0 0 6-15,-6 1-6 0,6 0 3 0,2 4 0 16,-4 2-2-16,-1-1 4 0,3 0-4 16,0 3-1-16,-2-2 6 0,1 3 2 0,1-1 0 15,0 2-8-15,1 2 11 0,0 3-5 0,-2-1-11 16,4 1 8-16,-2 2 8 0,3 0-11 0,-1 1 16 16,-2 3-18-16,3-1 2 0,-2 0 1 15,2 3-4-15,0 1 1 0,3-1 3 0,-4 1 2 16,4 0-3-16,0 5 3 0,-6-9 3 0,5 6-13 15,1 3 4-15,-6-7-17 0,2 4 23 16,-3 1-2-16,7 2-3 0,-13-5-8 0,6 5 5 16,-2 0 13-16,0-1-5 0,-4 0 0 0,-1-1 0 15,-2 2 0-15,-2-1-10 0,-6 1 15 0,0 0-2 16,-10 0-11-16,-7 0 0 0,2 1 6 16,-6 1-1-16,-1-2-7 0,-2 1 5 0,-17-1-10 15,0 1 15-15,0-1-3 0,-1 0-12 0,-2 4 12 16,-3-4-10-16,-1 2 1 0,-3-2-4 15,0 1 11-15,0 1-10 0,-2-1 10 0,0 1-18 16,-2 0 10-16,0-2-5 0,3 3 5 0,-5-5-5 16,3 4 3-16,-1-1 7 0,1-2-2 15,-4 2-3-15,7-1-2 0,-1 0 2 0,4 2 13 16,0-4-10-16,4 2-8 0,3-1 13 0,13 1-16 16,5 0 11-16,2 0-5 0,4 0-6 0,-2 0 3 15,-2 0 8-15,4 1-13 0,3 1 5 0,4-1 8 16,-7 1-11-16,7 0 6 0,3-2-8 15,0 2 10-15,0 0-10 0,4-1 5 0,4-1 3 16,2 1 4-16,0 0 11 0,4-1 0 0,0 2-5 16,1-2 0-16,1 0 3 0,5 1-14 15,-4-1 16-15,4 0 8 0,3 0-5 0,7 0 4 16,-17 0-7-16,10 0-2 0,7 0-1 0,-13 2-2 16,13-2 5-16,-11 2-3 0,11-2 3 15,-10 0-10-15,10 0 3 0,-7 1 9 0,7-1-15 16,-10 5 6-16,3-2-1 0,4-1 8 0,-1 3-13 15,-2 0 5-15,-2 2-4 0,1 0 12 0,-2 1 0 16,2 2 7-16,0 4-14 0,0 0 14 16,0 1-17-16,-1 2 8 0,-1 5-9 0,-1 2 9 15,3 3 4-15,1 3-2 0,-2 2-2 16,1 2 7-16,1 1 0 0,2 1-2 0,-2 1 7 16,3 1-8-16,-5 10 3 0,4 2-10 0,1-9 8 15,0-2 5-15,3 0-16 0,-3 0 5 0,2-1 11 16,2 1 0-16,-1 1 7 0,0-1-10 15,0-1 16-15,3 1-19 0,0-2 1 0,0 1 10 16,-2-1-6-16,5-1-2 0,-2-1 0 0,0-3 11 16,-1 1-8-16,4-7 4 0,-4 0 4 15,3-1-14-15,-2-2 16 0,3-2-8 0,-3-3-10 0,-1 1 8 16,1-4-5-16,2 0 12 0,-2-2-7 16,-1-1-8-16,1-2 7 0,1 2 9 0,-3-3 4 15,1-2-2-15,2 0-3 0,-3-2 3 0,-2 2-15 16,3-1 28-16,3-2-3 0,-1 1-15 15,1-2-1-15,1 1 19 0,3 0-13 0,4-2-3 16,3 1-2-16,2-2-3 0,0 0 11 0,4-1-6 16,2 0-10-16,-1 2 1 0,9-4-1 15,-1 1 15-15,8-1-15 0,2-2 8 0,16 2-23 16,7-3-44-16,0-1-100 0,3 3-363 0,7-2-358 16,-3-3 92-16,10-4 74 0,0-5 92 0,-21-2 59 15,8-8 30-15</inkml:trace>
  <inkml:trace contextRef="#ctx0" brushRef="#br0" timeOffset="55094.86">3594 4547 936 0,'0'-4'389'15,"0"4"-28"-15,0-7-33 0,0 7-29 0,0 0-35 16,0-5-34-16,0 5-12 0,0 0-26 0,0 0-20 15,0 0-19-15,14 11-15 0,-7-6-10 0,4 4-10 16,-1 2-10-16,0 0-14 0,3 3-14 16,0 0-6-16,2 2-10 0,1-2 0 0,-4 4 8 15,4-1-8-15,-2-2-16 0,-1 3-2 16,0-1-23-16,-1 0-23 0,1-1-18 0,-2 0-53 16,2 0-50-16,-3 1-140 0,1-4-317 0,-2-1-236 15,-1-4 84-15,2 2 67 0,0-5 67 16,-6-3 64-16</inkml:trace>
  <inkml:trace contextRef="#ctx0" brushRef="#br0" timeOffset="55343.88">3998 4475 962 0,'0'0'322'0,"0"0"-9"0,0 0-29 16,0 0-13-16,0 0-30 0,-11 22-21 0,5-8-31 15,2 6-17-15,-2 2 7 0,2 3-33 0,-5 6 0 16,1-4-5-16,1 4-24 0,0-1-9 16,-4 1 7-16,5 2-20 0,-4-1 2 0,3 3-10 15,-1-4-18-15,2 2-10 0,0 0-3 0,2 1-15 16,-2-2-2-16,2-6-34 0,0 0-56 16,4 1-52-16,0-1-158 0,0 0-548 0,4-3 8 15,-1-7 105-15,1-1 69 0,2-6 66 16,1-2 54-16</inkml:trace>
  <inkml:trace contextRef="#ctx0" brushRef="#br0" timeOffset="55577.33">4374 4892 1297 0,'7'-4'387'0,"-7"4"-47"16,10-2-30-16,-10 2-23 0,11-2-31 0,1 0-34 16,0-1-9-16,4 2-24 0,5-1-20 0,0 1-38 15,2-2-57-15,1 2-84 0,0 0-90 0,-3 2-287 16,2-1-416-16,1 0 96 0,-6 0 67 16,-5 0 69-16,1 0 52 0</inkml:trace>
  <inkml:trace contextRef="#ctx0" brushRef="#br0" timeOffset="55793.81">4479 5209 1256 0,'0'0'394'0,"-6"2"-51"15,6-2-81-15,0 0-24 0,0 0-23 0,0 0-21 16,30-8-10-16,-12 6-25 0,2-2-31 0,7-1-18 15,1-1-25-15,-1 4-26 0,0-4-6 0,1 3-76 16,0-4-53-16,2 0-116 0,-5 5-285 16,1-6-280-16,-2 2 73 0,0-1 67 0,-6 1 62 15</inkml:trace>
  <inkml:trace contextRef="#ctx0" brushRef="#br0" timeOffset="57310.48">5605 4803 703 0,'0'-6'325'0,"0"6"-20"0,-1-9-34 15,1 6-27-15,0 3-37 0,-3-7-15 0,3 7-5 16,-3-3-34-16,3 3-2 0,0 0-15 0,0 0-23 16,-17 11-1-16,13-2-20 0,-3 0-2 15,1 4-3-15,-5 4-8 0,5-1-15 0,2 0-7 16,-3 2-19-16,4-2 3 0,-1 1-3 15,0 2 9-15,4-2-9 0,0 1-10 0,1-1-7 16,6-2-6-16,-3 2 13 0,2-2-5 0,4 0-8 16,-2-4 1-16,4-1-1 0,2-2 8 0,0-1-15 15,2-1 15-15,2-2-13 0,-4-3 0 16,3-1 67-16,0-1-3 0,-3-3-4 0,4-2-6 16,-2-1-88-16,-2-2 12 0,0-4-6 0,-1-2 5 15,1-2 3-15,-5-4 2 0,-1 1 3 16,-1-3-3-16,-4-2 1 0,0-2-1 0,-3 2 5 15,0-5 1-15,-3 4 12 0,0 1 13 16,-4 0-25-16,3 1 7 0,-2 4 0 0,-1 2-10 16,0 2 7-16,-1 0 14 0,-1 3-11 0,2 2-3 15,-3 4 6-15,-4 4-3 0,4-1-2 0,-5 4 2 16,-1 4 0-16,-1 2 0 0,3 1 0 16,-3 5 3-16,3-1-6 0,0 3-4 0,1 2 9 15,3-4-7-15,0 2 0 0,6 0-2 0,-3 1 4 16,4 0 1-16,3-1 2 0,0-3-2 0,3 3-16 15,4-1 15-15,-1 0 4 0,5-1-1 16,3 3 7-16,3-5-6 0,0 2-12 0,3-2 6 16,2-2 3-16,1 0-26 0,4 0-38 0,-2-1-88 15,5-2-76-15,-2 0-200 0,2 1-384 16,1-3 100-16,-3-2 49 0,-4-1 43 0,-1 2 74 16</inkml:trace>
  <inkml:trace contextRef="#ctx0" brushRef="#br0" timeOffset="57759.61">6168 4928 816 0,'-19'8'271'0,"15"-2"34"16,0-2-16-16,0 3-35 0,-2 0-11 0,2 3-28 15,-2 2-28-15,0 1-11 0,1 1-12 16,1-1-18-16,1 1-23 0,0 3 7 0,0-3-30 15,3 1-15-15,0-2 4 0,0 2-4 0,3 0-3 16,0-4-18-16,1 6-8 0,3-3 11 16,0-2-24-16,0 1 13 0,3-2-15 0,1-1 5 15,1-1-5-15,-1-3-5 0,3 1-3 0,-1-4 6 16,1 0-6-16,-1-2 0 0,2-5-2 16,-2 1-10-16,1 0-9 0,-1-7 1 0,-2 1 10 15,3-4 8-15,-4-3-5 0,-1-2-6 16,-1-2-15-16,-2-1 21 0,-2-4-13 0,-1 3 2 15,-3 3-2-15,0-2 20 0,-3 3 8 0,0-1-15 16,-1 3 7-16,1 1 3 0,-5-1-16 0,2 4 8 16,-1 4-10-16,0-1 10 0,-4 1-7 0,2 0-8 15,-1 3-1-15,-4 2 22 0,3 2-19 16,-2 1-5-16,2 0-7 0,-2 0 17 0,2 3-9 16,-2-2 12-16,6 4-16 0,-4-3 1 15,2 5-16-15,2 0 8 0,1 2 5 0,5-1-20 16,1 0-54-16,0 1-39 0,3-1-40 0,5 3-82 15,4 2-280-15,9-4-334 0,0 0 53 0,3-2 89 16,-1-6 78-16,1 0 45 0</inkml:trace>
  <inkml:trace contextRef="#ctx0" brushRef="#br0" timeOffset="57994.18">6890 4838 1049 0,'0'0'397'15,"4"-3"-49"-15,-4 3-33 0,10-3-36 0,-4-1-18 16,5 2-39-16,2 1-4 0,2-2-39 0,7 1-5 16,-4-1-25-16,6 2-24 0,-1-4-25 15,1 5-36-15,1-1-46 0,-1 0-74 0,0 1-93 16,-1 0-168-16,1-2-500 0,-3-1 108 0,-4 2 49 15,0-1 97-15,-4-2 46 0</inkml:trace>
  <inkml:trace contextRef="#ctx0" brushRef="#br0" timeOffset="58193.99">7067 4592 747 0,'-7'0'281'16,"7"0"-19"-16,-9 8-22 0,8-2-17 15,-2 4-21-15,0 2-20 0,3 2-16 0,0 0-28 16,0 5-4-16,0-2-17 0,3 2-12 0,0 6-5 16,1-1-13-16,2 0-13 0,1 1 49 15,-2-2-46-15,4 2-44 0,1 2-84 0,1-7-192 16,2 4-489-16,1 1 30 0,3-7 98 0,-4-1 49 16</inkml:trace>
  <inkml:trace contextRef="#ctx0" brushRef="#br0" timeOffset="58527.21">7758 4385 775 0,'0'0'294'0,"0"0"-27"0,-18 7-24 15,12 1-31-15,3 1-7 0,-1 3-10 0,1 5-24 16,-3 4-12-16,5 4-8 0,-3 0-10 0,4 1-26 16,0 0-3-16,0 5 1 0,0-2-23 15,4 4 2-15,0 1-18 0,2 0-7 0,1-2-11 16,3 0-2-16,-2 3 7 0,5 11-56 0,4-4-36 15,-6-9-48-15,2-3-95 0,4-2-159 0,-3-3-422 16,3-3 79-16,-4-2 44 0,2-5 69 16</inkml:trace>
  <inkml:trace contextRef="#ctx0" brushRef="#br0" timeOffset="58979.08">8117 4600 839 0,'-7'6'317'0,"-3"5"-27"0,3 0-22 15,-4 6-12-15,1-1-46 0,1 2-13 16,2 3-17-16,0-4-14 0,6 2-12 0,-2 1-11 16,0-1-38-16,6-1 0 0,0 0 64 0,1 0-8 15,6 3-25-15,-3-4-19 0,3 0-12 16,4-1-7-16,-4-5-16 0,4-1-6 0,0-2-4 15,-1-1 5-15,4-1-13 0,-6-5-5 0,3-1-8 16,2-1 5-16,-2-5-5 0,0-2-15 0,0-2 3 16,-1-5-9-16,-3-4-9 0,-2-4 7 15,1-4-5-15,-5-7 0 0,-1 1 3 0,-3 2-3 16,0 4-16-16,-3-1 16 0,-1 3-7 0,1 3 7 16,-3-1 2-16,2 4-7 0,-3 3 0 15,0 1 13-15,-3 4-13 0,-1-1 7 0,1 3-14 16,-6 5-4-16,5 0 4 0,-3 3 1 15,0 3 4-15,-2 4-9 0,-1 0 9 0,3 2-14 16,0 0 3-16,1 3-5 0,3 0 8 0,-1 2 20 16,4 2-17-16,0-2-1 0,4 2-5 0,0-1 8 15,3-3-11-15,3 3 3 0,0 3 3 0,4-5-10 16,3 3 4-16,4-1-33 0,3 2-53 16,0-4-13-16,4 2-42 0,-1-5-55 0,4 1-124 15,1-1-485-15,2-1-22 0,0-2 122 16,-7-4 42-16,1 0 80 0,3-2 49 0</inkml:trace>
  <inkml:trace contextRef="#ctx0" brushRef="#br0" timeOffset="59176.65">8592 4704 1077 0,'0'0'325'16,"0"0"-7"-16,0 0-39 0,-3 18-23 15,3-9-11-15,0 2-22 0,0 0 5 0,0 3-39 16,0-2-15-16,3 4-23 0,0 0-18 0,-3 1-2 15,4 2-8-15,-1 1-80 0,0-2 3 16,-2 1-17-16,6 3-12 0,-3 2-55 0,2-4-23 16,0 2-70-16,1-5-150 0,1 0-516 0,-2-1 86 15,1-5 40-15,0-1 59 0,1-2 67 0</inkml:trace>
  <inkml:trace contextRef="#ctx0" brushRef="#br0" timeOffset="59393.12">8790 4866 1220 0,'0'0'369'0,"0"0"-31"0,4-6-8 16,-4 6-41-16,7-1-25 0,-7 1-28 0,13-2-21 16,-2 2-18-16,2-3-21 0,-2 2-7 0,6 1-31 15,-1 0 1-15,2-2-27 0,0 1-32 16,-2 1-47-16,5-3-61 0,-5 1-90 0,2-2-179 15,-2 1-512-15,-2 1 34 0,0 0 91 0,-3-4 93 16,-5 0 41-16</inkml:trace>
  <inkml:trace contextRef="#ctx0" brushRef="#br0" timeOffset="59596.18">8938 4650 1046 0,'-10'4'308'15,"9"2"-29"-15,-2 1-18 0,0 2-21 0,0 1-20 16,2 4-35-16,1-3-16 0,1 6-6 0,2 0-14 16,-3-1-29-16,3 1-12 0,0 2-3 15,1 2-21-15,2 3 72 0,1-3-33 0,0 2-33 16,0 0-49-16,0-3-59 0,3 2-87 0,1-2-200 16,-1 0-470-16,4-2 45 0,-5-6 121 0,1 1 20 15,2-5 64-15</inkml:trace>
  <inkml:trace contextRef="#ctx0" brushRef="#br0" timeOffset="60042.78">9276 4567 1203 0,'0'0'353'0,"0"0"-33"0,0 0-31 0,0 26-20 16,-3-10-34-16,2 0-20 0,1 1-10 0,0 2-16 15,0 1-22-15,4 0-29 0,-4 0-13 16,6 2-4-16,-1 2-9 0,4-5-9 0,-2 4-6 16,3-6-25-16,4 2-1 0,-4-3-76 15,4-1 13-15,0 0-23 0,0-6 33 0,-1 0-13 16,5-5-5-16,-5 0 2 0,0-3 1 0,1-1 2 16,-1-2 0-16,2-5 0 0,-2-2-7 0,-2-3 2 15,-1-4 7-15,-3-5 1 0,-1-5-8 0,-2-7 5 16,0 0-2-16,-4-1-1 0,-4 5 1 15,3 0-3-15,-5 4 25 0,2 0-4 0,-2 1-11 16,-4 3 5-16,-1 2 8 0,-2 2 8 0,-2 6-21 16,-1-3-4-16,-1 6 9 0,0 5-5 15,-4-2 8-15,0 3 3 0,2 4 4 16,-2 0-17-16,3 4 15 0,1 1-26 0,3 1 31 16,1 2-2-16,0 3-16 0,2-3-2 0,4 5-8 15,1-3 28-15,2 2-7 0,4-3-9 0,0 3 17 16,4-3-9-16,2 3-2 0,1-3-16 0,7 2 9 15,-1-4 4-15,5 2-10 0,2-2 13 0,4-1-28 16,0-2-5-16,0-2-88 0,-4 0-38 0,1-1-161 16,3-2-573-16,-4-1 97 0,1-1 41 15,-3-2 74-15,-2-3 74 0,1 4 54 0</inkml:trace>
  <inkml:trace contextRef="#ctx0" brushRef="#br0" timeOffset="60376.47">9779 4659 967 0,'6'2'381'0,"-2"4"-30"0,2-1-33 0,1 1-16 15,4 2-57-15,-4 3-4 0,2 2-29 16,1-1-20-16,-2 2-20 0,2 1-13 0,-6 1-19 16,2 2-12-16,-3 0-2 0,-3 0-21 0,-3 2-11 15,-3 0 4-15,-1 3-19 0,-8 2-5 16,-4-2 3-16,1-2-5 0,-2 1-19 0,-4-5-60 15,3 0-14-15,2-6 47 0,4 3-29 0,-1-6 19 16,2 3 2-16,4-4 0 0,-1 0-3 0,7-2 5 16,-3-1-9-16,4-1 7 0,0 2-6 15,3-5 34-15,0 0-23 0,0 0-17 0,0 0 4 16,16 1 8-16,-5-2 5 0,3 1-16 0,0-2 4 16,3-1 1-16,4 0 9 0,2-1-31 15,-3 2-3-15,4-1-64 0,-3-3-10 0,2 4-66 16,-1-3-165-16,1 1-424 0,-1-3-52 0,-3 2 44 15,2-1 72-15,-5-5 82 0,2 1 45 16</inkml:trace>
  <inkml:trace contextRef="#ctx0" brushRef="#br0" timeOffset="60676.61">10032 4336 936 0,'0'0'328'0,"16"7"-26"16,-5 1-13-16,-1 1-28 0,6 6-12 0,-1-2-24 15,6 8-33-15,-2 1-3 0,-1 3-22 16,9 10-6-16,-2 2-23 0,-2 1 3 0,1-3-18 16,-3 2-21-16,-4 1 6 0,-3-4-14 0,-5-6-12 15,-5 2-2-15,-1-3-80 0,-3 0 0 0,0 1 12 16,-7 1 1-16,-2 2-8 0,-2-5 3 15,-3 5 7-15,-3-6-15 0,0 0 13 0,-3-1 0 16,0-4-8-16,-4 3-25 0,-1-4-26 0,1-4-47 16,0 1-101-16,-4-5-221 0,9-3-350 15,1-2 28-15,5-6 74 0,-1-5 69 0,1-2 46 16</inkml:trace>
  <inkml:trace contextRef="#ctx0" brushRef="#br0" timeOffset="60960">10441 4356 1054 0,'0'0'325'0,"0"0"-33"0,25 5-33 0,-12 1-11 16,1 2-20-16,6 2-24 0,7 5-27 15,-2 2-13-15,12 7-23 0,-3 2 10 0,4 0-23 16,3 3 5-16,-7-1-28 0,4 0 0 0,-1 3-6 16,-6-5-14-16,4 0-6 0,-9-1-5 0,-2-2-4 15,-3-4-19-15,-4 0-23 0,0 0-56 16,-6-3-44-16,-1-3-71 0,-3-1-205 0,0-1-471 16,-1-1 84-16,-3-2 54 0,-3-3 77 0,1-4 54 15</inkml:trace>
  <inkml:trace contextRef="#ctx0" brushRef="#br0" timeOffset="61228.18">10937 4350 1067 0,'0'0'358'0,"-6"0"-33"0,6 0-12 16,0 0-29-16,-15 10-8 0,9-2-40 0,-4 2 20 15,0 4-49-15,-1 3-2 0,-5 0-24 16,1 7-4-16,-1 1-23 0,-9 9-19 0,5-5 6 16,6-1-8-16,-3-2-38 0,1 0-3 0,1 1 8 15,2-2-3-15,2-3-5 0,1 2-7 0,3-4-14 16,-3 3-27-16,3-3 5 0,3 2-34 16,1-5-43-16,0 1-92 0,3 0-159 0,3-1-617 15,0-2 38-15,1 2 83 0,3-9 86 16,3 1 72-16,-3-7 54 0</inkml:trace>
  <inkml:trace contextRef="#ctx0" brushRef="#br0" timeOffset="61476.62">11275 4478 1287 0,'10'8'379'0,"-5"1"-39"0,-5 5-12 0,0-2-13 16,3 8-44-16,-3 0-2 0,3 5-39 0,-3 6-7 16,4-3-34-16,-4 2-2 0,0 5-38 0,0 1-9 15,0 2-6-15,0-2-22 0,0 1-27 16,0-2-11-16,-3 1-25 0,2 2-52 0,-5-4-107 16,-8 8-307-16,4-6-408 0,3-4 17 15,-10-6 73-15,3-2 75 0,-7-5 71 0,-9-2 51 16</inkml:trace>
  <inkml:trace contextRef="#ctx0" brushRef="#br0" timeOffset="62143.15">3860 6136 1077 0,'0'0'279'0,"0"0"-25"15,0 0-14-15,0 0-17 0,4 15-8 16,1-6-36-16,4 2-18 0,4 4-12 0,-1 2-11 16,4 1-20-16,1 3-11 0,3 4-4 0,-2-4 53 15,3 2-10-15,-2 1-21 0,2 0-56 0,-3 1-36 16,-1-5-68-16,3 2-58 0,-3-2-111 15,0-5-280-15,-3 2-258 0,0-7 56 0,-1 0 61 16,-2-5 54-16</inkml:trace>
  <inkml:trace contextRef="#ctx0" brushRef="#br0" timeOffset="62376.12">4216 6138 980 0,'0'0'297'0,"0"0"13"0,0 0-42 16,0 0-17-16,0 0-21 0,-2 28-12 0,1-16 0 16,1 4-16-16,-3 6-26 0,0-3-25 0,-1 6-10 15,3 1 3-15,-2-1-16 0,0 6-98 16,-1 0 19-16,-2-1-6 0,2 3-4 0,-2-2 2 16,1 2 10-16,-1 1-23 0,2-2-7 0,1 0 14 15,-3-2-14-15,3-4-16 0,2 2-48 0,1-7-70 16,0 1-66-16,1-5-149 0,2 1-465 15,3-2 78-15,-3-6 55 0,4-3 51 0,-4-2 61 16</inkml:trace>
  <inkml:trace contextRef="#ctx0" brushRef="#br0" timeOffset="62609.93">4617 6536 1085 0,'9'-2'376'16,"-9"2"-43"-16,7-5-26 0,1 4-15 15,-2 1-46-15,4-3-24 0,1 3-20 0,-1-4-12 16,4 2-19-16,3 1-27 0,-4 0-19 0,5 0-51 16,2-2-58-16,-6 1-93 0,3 2-100 15,-3 2-340-15,3 1-233 0,-4-2 46 0,-6 0 62 16,4 2 68-16</inkml:trace>
  <inkml:trace contextRef="#ctx0" brushRef="#br0" timeOffset="62759.18">4791 6703 1016 0,'-7'6'307'0,"7"-6"-41"0,0 0-25 0,0 0-24 15,0 0-12-15,0 0-36 0,0 0-28 16,24-2-59-16,-10-2-64 0,-1 1-88 0,5 1-63 15,-2-4-245-15,5 4-291 0,3-6 58 16,3-1 55-16</inkml:trace>
  <inkml:trace contextRef="#ctx0" brushRef="#br0" timeOffset="63196.17">5392 6350 939 0,'-3'9'281'0,"-3"-1"-27"16,5 3-14-16,-5 4 50 0,2 2-14 0,1-2-51 16,2 2-27-16,1 2-6 0,0-2-3 0,0 3-38 15,3-2-8-15,2 0-28 0,1-2 8 0,-2 1-20 16,2-2-16-16,4-1 5 0,1 0-5 16,2-3-15-16,-1 0-1 0,4-2-2 0,-2-4-15 15,2 0 0-15,2-3-8 0,-4-2 8 16,3-2-16-16,-1-1-7 0,2-4-3 0,-4-6 3 15,3-2-3-15,-7 0-13 0,0-7 3 0,0-1-5 16,-6-2-3-16,-1-2 8 0,-2 1-10 16,-1-3 10-16,-1 2 5 0,-2 2-13 0,-4 4 16 15,-3-1 7-15,3 3-13 0,-3 0 3 16,-1 7 3-16,1-1-13 0,-3 3 5 0,-2 3-3 0,2 3 3 16,-4 0-5-16,1 4 10 0,1 4 0 15,-2 2 2-15,0-1-17 0,3 3 13 0,0 2-6 16,1 3 0-16,3-4 11 0,2 5-13 0,2-2-1 15,3 3 12-15,0-3-22 0,6 2 8 16,-3-1-10-16,6 0 21 0,1 2-11 0,1-3-10 16,5 1-5-16,4 2 0 0,0-5-36 0,4 0-33 15,3 0-70-15,2-3-76 0,-1 1-248 0,5-2-369 16,-2-2 25-16,0 0 78 0,2-1 71 16,-6-3 71-16,1-2 52 0</inkml:trace>
  <inkml:trace contextRef="#ctx0" brushRef="#br0" timeOffset="63549.57">6018 6546 954 0,'-4'11'348'0,"1"-1"-28"16,-3-1-38-16,2 6-24 0,1-3-22 0,-4 4-21 16,3 1-13-16,0 0-20 0,1-2-21 0,3 3-15 15,0-1-28-15,0-1-3 0,1 1 0 16,2 0-28-16,0-3 10 0,4 3-20 0,0-8-3 15,3 2 1-15,1 1-11 0,2-3-11 0,0-5 1 16,1 2-3-16,0-5-2 0,0 3-5 16,0-8-14-16,3 3-4 0,-4-5 7 0,2 2-17 15,-2-5 7-15,1-4 2 0,-1 2 1 0,-6-6 2 16,2-5-13-16,-1 1 3 0,-8-2-2 0,3 0 4 16,-3 3 18-16,0 0 1 0,-3 0-3 15,-3 3 5-15,1 0 7 0,-4 0-32 0,2 3 14 16,-7 3 4-16,3-1-14 0,-2 2 13 0,-1 3-22 15,-3 3 9-15,0-2-10 0,4 4-15 0,-2 2-61 16,2-2-42-16,2 4 21 0,1-2-72 16,1 1-61-16,5 2-113 0,1 1-296 0,-1-2-190 15,4-2 97-15,7 7 56 0,0-5 67 16,3-1 67-16</inkml:trace>
  <inkml:trace contextRef="#ctx0" brushRef="#br0" timeOffset="63709.62">6630 6566 865 0,'11'-5'302'0,"2"4"-18"15,4-2-26-15,0-3-30 0,4 3-20 0,-2-3-19 16,2 2-25-16,3 0-90 0,-2-2-77 0,4 1-155 16,-5-1-549-16,-3 2 116 0,1 0 10 15,-1-5 56-15</inkml:trace>
  <inkml:trace contextRef="#ctx0" brushRef="#br0" timeOffset="63892.97">6736 6266 1080 0,'-3'9'381'0,"-5"1"-40"0,5 5-22 0,0-2-40 15,-1 6-30-15,4-1-14 0,0 1-33 0,1 3-7 16,2 3-29-16,0 1-45 0,1 0-68 15,3 6-145-15,-1 0-665 0,1-3 12 0,-3 3 66 16,5-7 55-16,-7-7 91 0</inkml:trace>
  <inkml:trace contextRef="#ctx0" brushRef="#br0" timeOffset="64509.47">7546 6144 775 0,'0'0'294'16,"0"0"-25"-16,-3-6-15 0,3 6-29 0,0 0-18 15,0 0-25-15,-10 23 7 0,6-11-40 16,1 1-1-16,-1 4-17 0,0 3-11 0,1-1-5 15,0-1-10-15,3 1-13 0,0 3 70 0,0 0-24 16,3-2-8-16,0 4-30 0,1 0-2 16,3-4-4-16,4 1-12 0,-2-3-5 0,5 0 2 15,0-2-10-15,3-2-10 0,-3-2-2 0,3-4-11 16,-3 0-10-16,3-5 4 0,-1 2-14 0,-5-5 2 16,6-6-2-16,-4 1-11 0,-2-5 6 15,-1-2-19-15,0-3 1 0,-6-4-11 0,-1-4 11 16,-2-2-3-16,-2-2 0 0,-2-5 0 0,-5 0 7 15,2 0 14-15,-4 3 7 0,-1 0 3 16,2 7-8-16,-1-1 10 0,3 5-15 0,-4 0 5 16,1 3 10-16,0 2-17 0,-1 5 4 0,-2 0 18 15,2 4-25-15,1 4 5 0,0 0-2 0,-4 1 14 16,4 5-30-16,0 1 23 0,-1 2-15 16,4 1 5-16,1 1 2 0,2 2-5 0,-2-1-5 15,6 2-2-15,0-2 5 0,0 2 2 16,3 2-13-16,1 0-20 0,5 2-59 0,5 0-56 15,0-1-92-15,7 3-651 0,2-2 49 0,4-5 54 16,-6 0 95-16,3-4 66 0,0 0 56 0</inkml:trace>
  <inkml:trace contextRef="#ctx0" brushRef="#br0" timeOffset="64760.1">8066 6413 1282 0,'0'8'358'16,"-3"-1"-45"-16,3 1-29 0,-1 6-31 15,1-3-20-15,4 3-15 0,-4 3-24 0,3-2-17 16,1 3-21-16,2-2-18 0,-3 2-5 16,2-2-15-16,1 1-21 0,-3 0-10 0,1-1 0 15,-1-3-30-15,0 2-37 0,-2 0-63 0,2-1-83 16,-3-4-207-16,0 1-460 0,0-3 35 0,0-1 90 15,-3-4 72-15,3-3 61 0</inkml:trace>
  <inkml:trace contextRef="#ctx0" brushRef="#br0" timeOffset="65143.12">8131 5784 834 0,'-4'25'246'0,"4"-16"-21"0,0 5-38 0,-3-1 0 16,3 2-24-16,0 0-4 0,0 2-41 15,0 0-3-15,-3-1-10 0,3 1-13 0,0-2 3 16,-3-1-13-16,3-1-5 0,-1-2-11 15,1 1-12-15,0-2 2 0,-4-2-5 0,4 1 21 16,0-5-5-16,0 1 9 0,-3 0-12 0,3-5-5 16,0 0-5-16,0 0-3 0,0 0-10 15,0 0 3-15,0-22-3 0,0 12-16 0,0-6 6 16,3-2-5-16,-3-3-11 0,4 2 8 0,-4-3 8 16,0 0-6-16,0 0 1 0,0 3-6 15,0-2-7-15,0 5 8 0,0 3-6 0,1-2 3 16,-2 2-21-16,1 2-45 0,0 3-16 0,0 1-10 15,0 4-34-15,0 3-79 0,0 0-187 16,0 0-370-16,0 0 86 0,0 0 51 0,4 25 64 16</inkml:trace>
  <inkml:trace contextRef="#ctx0" brushRef="#br0" timeOffset="65543.11">8544 5967 1082 0,'0'0'330'0,"0"0"-22"0,0 0-42 0,14 18 5 16,-7-8-40-16,3 4-22 0,0 2-9 15,4 1-18-15,0 1-13 0,0 1-18 0,3 5-10 16,3-2-6-16,0 3-14 0,-2-4-17 16,2 2 4-16,-2 1-11 0,1 0-12 0,2-3-3 0,-3 2-16 15,1 0-2-15,-1-3-2 0,-1 2-19 16,0-5 6-16,-4 0 2 0,1-2-15 0,-3 2-16 15,0-6-17-15,-1 2-29 0,-1-3-86 0,-2-1-45 16,0-2-203-16,-3 1-454 0,-1-1 23 16,0-4 66-16,-2-2 90 0,-1-1 49 0</inkml:trace>
  <inkml:trace contextRef="#ctx0" brushRef="#br0" timeOffset="65860">8951 5925 1090 0,'0'0'374'0,"-3"-7"-47"0,3 7-32 0,0 0-27 0,0 0-42 16,0 0-11-16,-17 10-18 0,13-3-13 0,-5 3-25 15,1 4-3-15,1-2-10 0,-3 5-28 16,0 4-6-16,-1-1-9 0,1 2-6 0,-3 5 10 15,3-1-22-15,-1 2-1 0,-3-1-15 0,4 0 3 16,-4-2-8-16,4 6-3 0,0-5-7 0,0 2-10 16,0 1-65-16,6-8-7 0,-6 1 8 15,3 2 2-15,0-5 2 0,3 2 4 0,1-3-14 16,0-1 16-16,0 0-21 0,-1-1 3 0,1-5-49 16,3 4-33-16,0-3-74 0,0 0-236 15,0-1-425-15,3-3 118 0,4 1 34 0,-4-5 76 16,4-1 51-16</inkml:trace>
  <inkml:trace contextRef="#ctx0" brushRef="#br0" timeOffset="66159.64">9263 6218 944 0,'3'7'371'0,"0"2"-12"0,-3 1-34 0,3 3-28 15,-3 3-31-15,1 3-13 0,2 0-22 16,0 6-22-16,0 0-75 0,-2 6-30 0,2-4-9 16,1 7-15-16,-4-3 4 0,3 2-2 0,0-6-3 15,-3 4-7-15,4 3-29 0,-1-1 19 0,-3-6-16 16,3 2-10-16,-2-2 5 0,2-2 2 0,-3 0-9 15,0-7-40-15,0 5-45 0,3-5-131 16,-6 1-312-16,0-1-317 0,-1-3 64 0,-2-1 79 16,-1-4 71-16,-1-4 57 0</inkml:trace>
  <inkml:trace contextRef="#ctx0" brushRef="#br0" timeOffset="68525.14">3714 7825 739 0,'0'0'282'0,"0"0"-36"0,0 0-11 15,0 0-15-15,17-7-20 0,-17 7-18 0,0 0-8 16,10-7-28-16,-3 7-6 0,-7 0-4 0,17-1-34 15,-6-1 11-15,2 2-13 0,0 0-67 16,5-1 0-16,3-3-2 0,6 4 2 0,4-3-4 16,3-1 78-16,4 1-10 0,5-4-20 0,16-1 0 15,3 1-8-15,6 1 5 0,7-2-2 16,-3 1-3-16,6 0-8 0,11-3-9 0,-13 5 6 16,16-4-6-16,3 1-9 0,-5 4-4 0,5-3 4 15,-3 0-2-15,4 0-15 0,-4 4 22 16,-13-2-12-16,0 3 0 0,20-5 15 0,-3 6-23 15,0-6 0-15,2 3-10 0,-2-2 3 16,-17 4 17-16,14-4-17 0,-12 4-11 0,-2-3 13 16,0 2-5-16,2 1-5 0,-1-1-8 0,1 0 20 15,-2 2 4-15,3-4-14 0,-7 4-12 0,1-1 12 16,-2 1 5-16,-2-3-7 0,0 3 0 0,-4-1 5 16,-2-2-8-16,-2 3 16 0,1-2-11 15,-3 2 0-15,3-5-4 0,0 5-4 0,4-1-4 16,2-3 10-16,-3 3 0 0,3 1-8 0,-4-2 0 15,4 2 0-15,0 1-3 0,-3 0 6 16,1-2 5-16,-3 2-8 0,1-1-5 0,-12 2-3 16,-7-1 16-16,-3-1-10 0,2 2-1 0,1-2 1 15,-4 1-3-15,1 0 2 0,-1 0-7 0,-2 0 0 16,-5 0 8-16,-3 0-1 0,0-1 6 16,-2-2 0-16,1 3-1 0,-2-2-12 0,-3 0 13 15,-1 1-3-15,-3-4-2 0,-1 4-3 0,-5-1-8 16,3-3 18-16,-5 2 13 0,2-3 11 15,-5 4-27-15,1-4 24 0,-1 3-5 0,-3-2-3 16,1 1 10-16,-1-3-25 0,-3 1 12 0,4 2 0 16,-4-2 4-16,2-1-9 0,2 3 8 15,-4-3-10-15,0 0 7 0,2-2-4 0,-1 2-14 16,-1-2 19-16,0 1-11 0,2-2 13 0,-1 1-10 16,2-5-8-16,-4 3 10 0,4-5 0 0,-2 0-15 15,-1-1-7-15,2-5 20 0,-2 2 5 16,1-5-18-16,-1 0 2 0,2-5 6 0,-2-2-1 15,1-3-4-15,-2 0 10 0,4-12-3 0,-3 2 5 16,3-4-9-16,-3 7 1 0,-4 8-7 16,1-6-5-16,-1-10 15 0,5 0-5 0,-8 9-2 15,3 4 7-15,-3-1-12 0,3 1-11 16,-3-3 10-16,0 2-7 0,-3 1 5 0,0-3 8 16,3 4-1-16,-8-16-4 0,5 8-11 0,-1 8 8 0,-2 2 12 15,2-2-7-15,-2-1 13 0,-1 2-8 16,3 1-5-16,-9-10 13 0,2-3-10 15,1 9 4-15,3 7-7 0,-7-1 5 0,4-1 8 16,0 2 0-16,-4 5 2 0,1-2-25 0,3 0 7 16,-1 2 11-16,1 5 2 0,0 0-12 0,-1 2-6 15,4-1 13-15,-3 1-5 0,3 2-7 16,-3 2 7-16,3 3 5 0,1-5 5 0,2 3-2 16,-6 2-3-16,6-1 0 0,-2 2-18 0,2-3 21 15,-2 3-11-15,1 1 8 0,2-2-7 16,-3 2 2-16,2 0-3 0,-2 1 3 0,2-3 10 0,1 4-12 15,-4 0 4-15,3 2-9 0,1-1-9 16,-4-1 14-16,1 2 7 0,-2-1-18 0,1 3 11 16,-3-1 2-16,0 2-11 0,-3-3 11 15,2 5 8-15,-3 0 2 0,-3-1-12 0,-3-2 2 16,-1 4-8-16,1-2 13 0,-1 1-2 0,-6 1-8 16,-1 0 5-16,-3 0-8 0,-3 0 5 15,0 0 3-15,-10 1-2 0,0-1 7 0,0-1 0 16,-2 2 0-16,2-1-10 0,-21 0 13 0,1 2-11 15,-1-2 1-15,-1 1 7 0,1 4 0 0,0-4 3 16,0 0-14-16,0 5 9 0,1-5-11 0,2 2 1 16,-3 1 12-16,0-1-8 0,1 3-7 15,-6-4 12-15,2 3 4 0,-3-3-12 16,-2 5 6-16,-1-4-10 0,-1 3 13 0,2-4 4 16,-1 3-12-16,-2-4 8 0,1 3-8 0,1 0-3 15,1-4 18-15,1 3-20 0,0 1 15 0,0-2-12 16,1-2 7-16,3 1-3 0,-4 0-10 15,7-1 16-15,-3 2-11 0,3 1 11 0,0-3 4 16,-3 1-7-16,-1 0 3 0,0 2-8 16,1-2 2-16,-3 2 1 0,-2-3 12 0,5 3-2 0,0-3-3 15,0 1-5-15,-1-1 10 0,7 3-23 16,8-6 18-16,9 2-5 0,-2-2-5 0,-11-2-5 16,6 2 18-16,8 3-3 0,-18-6 7 0,8 6-14 15,6 0-1-15,0-1 3 0,-16 2-5 16,12-1-10-16,6 2 23 0,-15 2-14 0,10-1 6 15,6-2 6-15,-1 3-6 0,1-3 0 0,1 1 10 16,-1 4-15-16,3-5 2 0,-4 0-2 16,1 5 10-16,-14-2 8 0,9 0-23 0,5-1 15 0,1 3-10 15,1-4 0-15,-1 3 10 0,4-3-5 16,-2 2-5-16,1 2 5 0,1-5 0 0,1 5-13 16,2-3 20-16,0 2-4 0,0-1-6 15,5 0 3-15,2 2-5 0,-1-3 16 0,3 3-22 16,-2-1 4-16,3 0 2 0,2 1 5 0,-2-2-3 15,2 2-2-15,6-1 15 0,1 1-12 16,-1 0-4-16,1-4 1 0,2 4 0 0,4-2 3 16,-1 1-6-16,-1 1 0 0,1-2 3 0,3 1 15 15,-1 0-15-15,1 2 0 0,-1 0 5 16,1 0 3-16,0 2-3 0,-1 1-3 0,1 0 1 16,0 3-1-16,-3 3 0 0,3 1-2 0,0 1 0 15,-1 1 5-15,1 3 3 0,3 2 2 16,-3-1 5-16,2 5-23 0,-1 0 11 0,5 4 2 15,-3-1-8-15,3 2 3 0,1 1 10 0,0-1 16 16,3-4-27-16,3 7 9 0,0-1-3 0,-1 2-3 16,4 12 9-16,0 1-6 0,1 0-21 0,4 0 16 15,-5-2 13-15,4 2-19 0,0 2 14 16,1-1-8-16,-1 4 0 0,0-3 15 0,4 3-13 16,-3-4 3-16,0 1-7 0,1 0 7 15,-1 1-8-15,0-3-5 0,1 0 6 0,-1-3 12 16,0-1-3-16,1 2 6 0,0-5-13 0,-5-2 2 15,2-8 14-15,-2 2-11 0,3 9-6 0,-3-4 14 16,0-8-10-16,0 2 9 0,-1-5-4 16,2 1 12-16,-2-5-10 0,1-1-15 0,0 0 7 15,1-5 6-15,-2-1 2 0,1-1-13 0,2-2 11 16,-1 0 5-16,-4-4-3 0,5 2-3 16,1-2 6-16,1-4-3 0,2-1-5 0,1-4 3 15,6 0-6-15,1-4 26 0,7-3-18 0,9-2-5 16,12-7-12-16,1 0-42 0,8-4-67 0,0 1-68 15,-2 2-164-15,5-3-541 0,-3 0 40 16,0 1 73-16,-4-4 100 0,1 3 54 0,-3-4 66 16</inkml:trace>
  <inkml:trace contextRef="#ctx0" brushRef="#br0" timeOffset="69459.16">10161 6326 668 0,'0'0'366'0,"-3"3"-36"15,3-3-3-15,0 0-53 0,0 0-18 16,0 0-30-16,0 0-19 0,0 0-10 0,0 0-28 16,0 0-21-16,0 0-7 0,0 0-18 15,0 0-10-15,0 0-14 0,7 7-1 0,-7-7-11 16,9 2 5-16,2-2-15 0,-1 3 0 0,5-3-21 16,1 0 5-16,5 0 6 0,6 0-16 0,4-3 3 15,4 1-6-15,8 1-4 0,16-2-6 0,5-1 11 16,-2 1-18-16,-1-1 17 0,1 0-14 15,-4 0 9-15,4 0-15 0,-11-1-2 0,-7 4-11 16,1-2 1-16,-1-3 7 0,0 4-8 0,-2-4-7 16,-5 4 15-16,-3 0-11 0,-6-2-6 15,-4 4-24-15,-4-3-5 0,1-1-29 0,-4 1-45 16,-7 2-74-16,-3-3-126 0,-1 2-515 16,-5 0 6-16,-2-3 84 0,1 5 77 0,-9-10 74 15,2 4 65-15</inkml:trace>
  <inkml:trace contextRef="#ctx0" brushRef="#br0" timeOffset="69742">11063 6046 688 0,'7'-2'253'15,"-7"2"3"-15,14 2 44 0,-4 0-21 0,1 1-10 16,2 0-34-16,1 4-15 0,6 3-2 15,1 3-34-15,-1-3 6 0,4 7-50 0,-3 1 4 16,0 3-3-16,2-2-8 0,-5 4-31 0,-2 2-10 16,-5-6 18-16,-1 4-36 0,-3 0-7 15,-4-1 10-15,1 0-18 0,-8 3 12 0,-6 2-14 16,0 2-6-16,-10-2 3 0,-8 7-42 0,0-1 4 16,-9-2-42-16,-3-2-28 0,-5-2-22 0,0 1-50 15,-3-6-150-15,-3 3-541 0,0-3 39 16,3-3 82-16,10-6 89 0,7-4 57 0</inkml:trace>
  <inkml:trace contextRef="#ctx0" brushRef="#br0" timeOffset="70225.32">12482 5882 1064 0,'0'0'336'0,"0"0"-24"0,8 14-31 16,-5-3-19-16,1 0-24 0,2 5-26 0,0 1-22 16,1 3-19-16,-2 1-12 0,4 3-13 15,-2-4-29-15,0 5 4 0,3-2-22 0,-6 2-22 16,2-5-23-16,-2 4-49 0,2-2-92 0,-2-4-166 16,0 0-523-16,0-1 26 0,-1-3 95 15,-3-2 89-15,0-3 39 0</inkml:trace>
  <inkml:trace contextRef="#ctx0" brushRef="#br0" timeOffset="70441.62">12336 5928 1144 0,'3'-7'345'15,"0"-3"-38"-15,1 2-33 0,2 0-20 0,4-2-19 16,1 0-10-16,3-2-33 0,6 2-18 0,1-1-15 15,3 3-3-15,0-3-23 0,3 1-23 16,0 6 1-16,-2-4-24 0,2 5 5 0,-4-2-31 16,-2 4-33-16,0 2-51 0,-1 1-25 0,-3 3-106 15,-3-1-207-15,3 3-440 0,-4 3 54 16,-5-3 99-16,-2 3 41 0,-2 2 67 0</inkml:trace>
  <inkml:trace contextRef="#ctx0" brushRef="#br0" timeOffset="70641.63">12493 6343 724 0,'0'0'315'0,"0"0"-39"0,0 0-10 16,0 0-30-16,7 7-24 0,3-7-22 0,-10 0-11 15,24-4-15-15,-7 2-18 0,3 0-16 0,1 1-17 16,0-4-62-16,5 3-33 0,-2-4-100 0,-6 3-258 15,9-4-387-15,-3 2 59 0,0 1 74 16,-4-4 59-16</inkml:trace>
  <inkml:trace contextRef="#ctx0" brushRef="#br0" timeOffset="71291.75">13009 6184 944 0,'7'-6'261'0,"-4"-1"-33"0,4 2-26 0,0-4-10 16,2 2-26-16,-1-2-22 0,2-3-6 15,0 2-7-15,1 0-14 0,-4-1-12 0,2-1-7 16,2 1-11-16,-4-3 10 0,-3 1-25 16,2 0-1-16,0 1-4 0,-6 0 79 0,5 2-6 15,-5 2-6-15,0 0-4 0,0 1-17 0,-4 0-13 16,3-1 10-16,-2 4-21 0,-3-2 1 0,2 3-6 15,1-2-17-15,3 5-8 0,-10-4-11 16,3 1-2-16,7 3-5 0,-10-2 5 0,10 2-20 16,-10 0 12-16,10 0-2 0,-14 5-8 0,10-3-2 15,-3 5-6-15,-2-4 9 0,1 5-19 0,1-1 5 16,-3 3 3-16,0-2 0 0,0 6 5 16,0-4-5-16,3 1-3 0,-1 2 8 0,-2 1-2 15,4-2-13-15,-1 3 7 0,0-4-10 16,3 3 8-16,-2 2 5 0,2-4-8 0,4 1-5 15,-3-3 18-15,3 2-15 0,0 1 5 0,0-3-3 16,3 4 5-16,1-5-5 0,-1-1-4 0,0 0-12 16,1 1 6-16,-1-5 3 0,5 1-13 15,-2 0 20-15,4-2-5 0,1-1 5 0,-1-2 1 16,0-2-11-16,4-1 0 0,-1-2 0 0,0-2 2 16,-1-1-7-16,1-3-3 0,4-3-22 0,-4-1 12 15,-2-4 2-15,0 0-12 0,1-3 3 16,-4-2-16-16,-4-2 10 0,5-4 8 0,-8-2-3 15,2-2-4-15,0 0 19 0,-3-3-7 16,0 10 11-16,0-4 2 0,-3 4 0 0,0 1 7 16,2 2 21-16,-2 7-10 0,0-4 13 0,0 6-6 15,2 1 6-15,1 2-16 0,-3 1 13 16,0 3-21-16,3 2 4 0,-4 4 1 0,4 2 3 16,0 0 3-16,0 0-5 0,-1 15 0 0,1-4-3 15,0 3 8-15,1 4-13 0,3 0-3 0,-1 4 11 16,4 2 2-16,-1 1 8 0,1 0-13 15,1 3 3-15,1 0-3 0,1 0-8 0,2 3-17 16,1-3-55-16,0-2-19 0,1-1-70 0,-4-2-192 16,4 0-509-16,-1-5 41 0,-3-1 122 15,1-6 60-15,-1 2 63 0,-3-6 55 0</inkml:trace>
  <inkml:trace contextRef="#ctx0" brushRef="#br0" timeOffset="72042.07">13453 6142 762 0,'4'-7'315'0,"3"0"-90"0,2-4-17 16,-1 1-16-16,-1-3 25 0,2 3-58 16,2-6-11-16,-4 1-4 0,3 3-11 0,-3-4 0 15,3 0 46-15,-3 0-2 0,-3 1-11 16,2 0-15-16,0 2 26 0,-4-1-36 0,1 6-8 16,0-3-10-16,0 3-16 0,-3 2-7 0,0-1-5 15,0 3-14-15,0 4 4 0,-3-6-18 0,3 6-6 16,0 0-7-16,0 0-6 0,-17 15-4 0,10-6 7 15,4 1-7-15,-1 2-19 0,4-1 16 0,-3 5-13 16,3-2 6-16,0 1-17 0,3 4 12 16,1-3-6-16,-1 2-16 0,7 0 1 0,1-2 2 15,2 1 8-15,0-2 3 0,5-3-11 16,3 3 10-16,-1-6-17 0,4 1 2 0,3-3-8 16,1 0 1-16,-1-6-8 0,1 2-6 0,-5-3-12 15,7-4 5-15,-5-2 0 0,2 2 3 16,-3-5-1-16,-3-3-2 0,-4 1 3 0,0-5-1 15,-3-2 6-15,0-2-8 0,-5 2 5 0,-2-1 18 16,0 2-5-16,0 1 18 0,-6 3 12 0,2 1 1 16,-3 3-13-16,-4 1 10 0,0-1-16 0,-2 4-2 15,-1 2 11-15,0 2-3 0,-2-2-3 16,9 3 10-16,-18 3-12 0,8-2 7 0,-1 5-15 16,4-1-2-16,-2 1 4 0,1 1-4 0,4 0 14 15,-2-1 4-15,2 3-8 0,1-1-8 16,3-1-6-16,0 1 17 0,0-1-1 0,4 1-15 15,-1 0 10-15,0-1-8 0,4-2 8 0,0 2-12 16,0 0 17-16,0 0-7 0,3-1-1 16,0-1 1-16,-3 2 7 0,3-1-8 0,1-3 1 15,-4 3-3-15,3-3 8 0,1-2-1 0,2 4-9 16,-3-5 4-16,1 0-2 0,2 0 8 0,1-6-5 16,2 4 4-16,-1-1-4 0,1-3-11 15,2-2 3-15,-2-3 20 0,2-1-12 0,-2-1-13 16,-1-1 10-16,1-3-5 0,-2-2-6 0,-3-4 4 15,3-4 4-15,-4-1-10 0,0 0 3 16,0-3 5-16,-6-2-5 0,2 1 2 0,-2-3 8 16,-1 0-5-16,0 1 0 0,-3 5 2 0,3 2 14 15,-3 1-6-15,1 7 0 0,-2-1 13 16,1 2-13-16,0 6 10 0,0 0-5 0,-3 8-2 0,0 0-13 16,0 4 5-16,3 0 8 0,-7 11-13 15,4-1 2-15,-1 1 8 0,0 7-5 0,1-1 13 16,3 5-8-16,0 2-2 0,-3 2-1 0,6 0 13 15,-3 1-15-15,3 2-12 0,2 2-27 16,1-4-25-16,0 2-53 0,1 1-70 0,4-5-177 16,-1 2-511-16,3-3 63 0,1-5 106 15,-3-3 61-15,3-2 66 0,-4-6 55 0</inkml:trace>
  <inkml:trace contextRef="#ctx0" brushRef="#br0" timeOffset="73575.08">14947 5761 1279 0,'0'0'359'15,"3"18"-34"-15,-3-11-33 0,4 7-24 0,-4-3-24 16,0 3-22-16,0 2-30 0,4 2-18 0,-1-2-18 15,1 4-5-15,2-2-17 0,0 3-9 0,2-4-18 16,-4-1-12-16,5 2-13 0,-2-3-18 0,4 1 3 16,-1-6-9-16,0 0-4 0,1 0-13 15,2-3-2-15,-3-1-4 0,1-4-6 0,2 0 4 16,-3-4 0-16,1 1-2 0,-1-2-16 0,0-3 6 16,1 1-3-16,-2 1 0 0,-2-2 2 15,1 4 0-15,-2-4-12 0,1 3 5 0,-3 1-23 16,2-1 10-16,-6 3 2 0,11-3 6 0,-11 3-11 15,13 3 3-15,-6 0-2 0,0-1 7 16,3 1-5-16,0 1 13 0,1-1-11 0,-4 0-2 16,3 1 0-16,0-2 13 0,1 4 5 0,-1-5-13 15,-1 1-10-15,-1-2 2 0,2 1 19 0,-10-1-11 16,13-1 10-16,-13 1 6 0,14-3-11 16,-10-1 13-16,-1 0-20 0,3-2-3 0,-5-1 7 15,2 1-9-15,-3-6 2 0,4 2 2 0,-4 0 11 16,3-3-13-16,-3 1 15 0,1-3-12 15,2 0 7-15,0 2-12 0,0-1 7 0,1 1-3 16,2 1 6-16,2 3 5 0,-2-3-16 0,4 3 3 16,-3 3 0-16,4 0-2 0,-1 0 7 0,0 4-5 15,1-3-10-15,-1 5 4 0,0 3 6 16,0 0-10-16,-3 3 0 0,3 1 10 0,-3 4-8 16,4-2 11-16,-5 5-1 0,1-1-7 0,-1 1 3 15,2-2 4-15,-1 3-2 0,-1-1-5 0,1-1 0 16,1 2 8-16,1-1 9 0,-2-3-6 15,0 3-9-15,4-3-2 0,-1-1 7 0,0 0 4 16,0-4 1-16,0 1-7 0,0-1 16 16,1-4-14-16,-1 2 3 0,0-4 0 0,-10 0-12 15,18-5 12-15,-12 3 0 0,1-5 5 0,0-2-10 16,-3 0-7-16,-4-4 4 0,0-2-5 0,0 0 6 16,-4-5 4-16,-3 1-4 0,0-2-3 15,-3 3 2-15,-1 1 3 0,-2 0-3 0,3 6 3 16,-7-3-10-16,3 4-3 0,0 2 19 15,-2 1-6-15,1 5 5 0,2-4 7 0,2 3-24 16,1 1 7-16,0-1 5 0,-1 3 7 0,11 0-9 16,-10 0 7-16,10 0-18 0,0 0 13 0,-9 3-3 15,9-3 9-15,0 0-6 0,0 0-8 0,0 0 13 16,30 5-15-16,-20-5 10 0,4 0 2 16,0-2 11-16,-1 2-8 0,5 0 8 0,-5 2-18 15,4-2 0-15,1 4 18 0,-1-2-8 16,3 2-5-16,-3 3-5 0,4 2 2 0,0 3 11 15,-2 0-13-15,-1 1-6 0,-1 0 4 0,0 3-6 16,0 0 26-16,-7-1-13 0,3 1 2 0,-5 1-4 16,-1-5-1-16,-1 2-2 0,1-1 10 0,-4-2 5 15,-2-1-17-15,2 0 2 0,-3-3 2 16,0 3 11-16,0-3-6 0,0-1 3 0,0-2 3 16,0-4-3-16,-4 5-2 0,4-5-3 0,0 0 2 15,0 0 11-15,0 0 0 0,-10-15-3 16,7 5-7-16,3 1-3 0,-3-6 5 0,3 0 2 15,0-3-7-15,0 2-7 0,3-4 9 0,1-2-4 16,2 3 9-16,1-4-12 0,3 5-2 16,0 3-4-16,0-2 14 0,2 6-8 0,4-4-8 15,1 5 11-15,-3 1 9 0,7 0-12 0,-4 2 8 16,3 0-11-16,-3 5 11 0,3-3 2 0,1 3-13 16,0 2-7-16,-1-2 9 0,1-1-1 0,0 3 4 15,3 0-2-15,-5-1-10 0,2 1-8 16,0 0 20-16,-1 0-12 0,1-2 10 0,0 2-8 15,-5-1 10-15,5-1 8 0,-4-1-12 16,-3 0-3-16,-1 3 15 0,1-6 2 0,-4 4-14 16,0-4-4-16,1 3 6 0,-4-1 16 0,-1 0-1 15,-2 0-5-15,2 1-8 0,-6 3 11 0,3-6-8 16,-3 6 15-16,0 0-4 0,0 0-1 0,-23 7-5 16,6 2-13-16,1 3 13 0,-2 1 6 15,1 2 1-15,-4 4 1 0,1 2-8 0,3-1 6 16,3-2-14-16,4 3 13 0,-4-2-2 0,10-4-13 15,-5 2 10-15,5 1 3 0,4-3 2 16,0 1-2-16,3 0-1 0,-2-3 9 0,5 0-1 16,1-3-5-16,4 4-7 0,2-7 2 15,1-3-3-15,-4 1 1 0,3-4 10 0,2-1-8 0,1 0 15 16,-2-6-25-16,0 2 5 0,3-5 8 16,-1-4 0-16,-1-4-3 0,-2-1 2 15,-2-7-7-15,-1-5-12 0,-3-2 7 0,3-2 2 16,-6-3 0-16,-1-13-9 0,0-1 6 0,0-5 6 15,-3-1-10-15,0 4 15 0,-3-1-17 0,0 11 9 16,0 6 0-16,-1 0 11 0,0 5-5 0,1 3-6 16,-1 6 8-16,4 3 5 0,-3 4 8 15,0-1-25-15,0 4-1 0,3 6 8 0,-4 2-10 16,4 5 7-16,0 0-4 0,0 0 4 0,-11 24-7 16,11-6 15-16,-3 5 3 0,0 4-14 15,3 0 4-15,0 4 20 0,0 3 0 0,0 1-3 16,3 1-5-16,0 1-2 0,2-1-11 0,-2 1 3 15,3-2 6-15,-2 1 1 0,2-4 9 16,-2 0-19-16,4-1 8 0,1-3 11 0,-5-3-19 0,5-3 8 16,-5-3 0-16,3-1-23 0,0-3-18 15,-3 1-15-15,2-7-54 0,0 1-79 16,-5-3-256-16,6 1-423 0,-3-5 34 0,-1-2 112 16,-3-1 67-16,0 0 59 0,0 0 56 0</inkml:trace>
  <inkml:trace contextRef="#ctx0" brushRef="#br0" timeOffset="74124.59">16124 5328 757 0,'-1'-3'243'0,"1"-4"-5"0,0 7-33 16,-4-7-36-16,4 7-3 0,-3-2-27 15,3 2-4-15,0 0-9 0,0 0 7 0,0 0-5 16,-3 23-8-16,3-9-2 0,-3 6-3 0,3 0 8 15,-1 5-16-15,1 5-7 0,0 0 16 0,0 8-24 16,0-1 61-16,0 3-4 0,0 12-26 0,1 2-6 16,2-11 6-16,0-3-26 0,0-4-4 15,2 3-1-15,-2-3-3 0,0 3-4 16,1-3-16-16,-1-2-10 0,0-1-5 0,0-4-3 16,1-2 2-16,-1-4-12 0,1-1 8 0,0-1-11 15,-1-4-9-15,0 0-19 0,0-5-59 0,-2 1-99 16,-1-3-216-16,0 3-503 0,3-7 40 15,-3-1 97-15,-3 0 85 0,3-5 59 0,0 0 61 16</inkml:trace>
  <inkml:trace contextRef="#ctx0" brushRef="#br0" timeOffset="96622.98">4637 8703 885 0,'-11'-3'341'0,"11"3"-29"0,-6-3-28 15,6 3-36-15,-6-4-15 0,6 4-23 0,0 0-18 16,-11 7-28-16,7-1-16 0,-3 0-25 15,1 4 0-15,2 1-15 0,-2 5-6 0,-2-4-10 16,1 3-5-16,1 8-5 0,3-4-8 0,-4 0-15 16,3 1 8-16,1-1-14 0,2 2 4 15,1 0-6-15,0-2-10 0,1 1 13 0,2 1-18 16,4 0 17-16,-3-2-14 0,5 0 12 0,-1 0-26 16,5-3 14-16,-3-2-11 0,1 0 10 15,3-6-12-15,2 2-5 0,-1-3 9 0,1-1-4 16,1-4-3-16,-3-2 0 0,3-1-5 0,1-5 18 15,-1 4-29-15,0-6 11 0,0-5-5 0,3 0 8 16,-7-2-4-16,-1-4-4 0,0-4 8 16,-2 1-8-16,-5-3 4 0,1-3-14 0,-5 2 5 15,-1-3 2-15,-1 1 0 0,-2 2 8 16,-4-1-18-16,0-2 8 0,-3 4-16 0,3 4 21 0,-4 0-3 16,-2 3 16-16,3 1 10 0,-4 1-8 15,1 6-13-15,-4-2 8 0,3 3-5 0,-3 5 5 16,0-1 5-16,0 3-23 0,3 2 0 0,-4 3 1 15,1 4-6-15,1 0 2 0,1 0 11 16,2 4-11-16,0-3-2 0,2 9 6 0,4-4 1 16,1-1-2-16,2 3 1 0,4 1-9 0,0-4 16 15,4 2-16-15,2 4 13 0,5-3 1 16,3 2-11-16,5-2 5 0,-1-4-8 0,3 4 13 16,2-5-20-16,1 4 0 0,3-4-21 0,-2-2-30 15,5 2-52-15,-2-4-63 0,0-2-114 16,2 1-575-16,4-3 36 0,-3-1 66 0,-3-1 74 15,-1-1 85-15,-4-1 34 0</inkml:trace>
  <inkml:trace contextRef="#ctx0" brushRef="#br0" timeOffset="96871.43">5214 8833 924 0,'0'0'312'0,"0"0"-31"16,0 0-17-16,0 0-23 0,0 0-16 0,-6 17-13 15,3-6-30-15,2 2 10 0,1 0-31 0,-3 3-12 16,3 5 4-16,0-2-17 0,-3 0-3 16,6 9-13-16,-3-3-4 0,3 0-27 0,-3-3 16 15,4 3-18-15,-1-1-18 0,-3-2 8 0,3-2-18 16,0 2 2-16,2-4 1 0,-2 0-21 16,-2-3 2-16,2 2 1 0,-3-2-26 0,3-5-28 15,0 4-49-15,-3-5-49 0,1-3-186 0,1-2-548 16,2 1 35-16,-4-5 85 0,0 0 80 0,0 0 58 15</inkml:trace>
  <inkml:trace contextRef="#ctx0" brushRef="#br0" timeOffset="97222.82">5450 8300 675 0,'0'0'290'0,"0"0"-32"0,-6 16-25 0,3-8-21 16,2 1-25-16,-1 4-28 0,1 1-5 0,1 2-29 16,-4 2 6-16,4 3-19 0,-3-3-12 0,3 2 0 15,-3 2-26-15,2 2-2 0,-2-5-3 16,3 0-3-16,-3 2-4 0,0-3 56 0,2 0-16 15,-1-1-5-15,2-3-12 0,-1 1-3 16,1-4-16-16,0 0-7 0,0 1 20 0,0-5-15 16,0-1-5-16,0 0-5 0,0 1-8 0,0-7 8 15,3 6-13-15,-3-6-18 0,0 0-13 0,0 0-28 16,0 0-23-16,0 0-66 0,10-15-103 0,-10 9-571 16,4 2 26-16,-4-2 82 0,3-1 61 15,1 1 69-15</inkml:trace>
  <inkml:trace contextRef="#ctx0" brushRef="#br0" timeOffset="97638.46">6048 8900 936 0,'0'0'336'0,"0"3"-24"0,0-3-33 15,0 0-18-15,5 5-36 0,-5-5-22 0,3 3-4 16,-3-3-17-16,7 4 0 0,0-1-34 0,2-3-2 16,5 0-8-16,-3 1-17 0,6-1-11 15,-1 0-5-15,5-1-8 0,0 1-23 0,-1-2-2 16,4 1-1-16,-3-3-4 0,3 1-11 0,-4 2 11 16,4-3-29-16,-6 2 6 0,1 1-16 0,2-2-20 15,-8-1 4-15,2 4-45 0,-2-2-18 16,-2 1-69-16,-1-2-16 0,-3 2-15 0,-7 1-56 15,14 1-129-15,-11 3-421 0,0-2 19 16,-3-2 86-16,0 7 63 0,0-7 64 0</inkml:trace>
  <inkml:trace contextRef="#ctx0" brushRef="#br0" timeOffset="97939.65">6179 9176 903 0,'0'0'358'0,"-3"6"-30"0,3-6-16 0,0 0-20 16,0 0-31-16,16 3-23 0,-6-2-15 0,5-1-28 15,1 0-11-15,5-1-25 0,3-1-19 16,3 1 4-16,1-3-32 0,0 2-4 0,2 0-8 16,1-4-6-16,-4 6-2 0,3-6-20 0,-3 2 7 15,-2 3-17-15,-4-3-1 0,-2 2 8 16,2 0-89-16,-8 0 17 0,2-2 9 0,-2 4-1 15,1-2-16-15,-4-2 11 0,0 3 18 0,-2-2-15 16,-2 3 7-16,1-2-12 0,-7 2-19 16,11-5-15-16,-8 4-56 0,-3 1-69 0,4-3-264 15,-4 3-440-15,0-4 99 0,0 4 78 0,0 0 51 16,-12-8 78-16</inkml:trace>
  <inkml:trace contextRef="#ctx0" brushRef="#br0" timeOffset="98689.22">7368 8611 747 0,'0'0'210'0,"0"0"-31"0,0 0 3 0,0 0 5 15,0 0-26-15,0 0 5 0,7 24-17 0,0-9 81 16,-4 3-43-16,4 1-10 0,-3 5-11 0,2 0-23 15,2 1-10-15,-2 6-5 0,1-3-20 16,0 3-8-16,-1 1 12 0,2-2-32 0,-2 1-1 16,-2-6-25-16,3 1-59 0,-1-1-57 0,2-1-112 15,-2 1-258-15,4-6-341 0,-3 2 74 0,4-7 72 16,-5-4 63-16</inkml:trace>
  <inkml:trace contextRef="#ctx0" brushRef="#br0" timeOffset="99121.93">7704 8819 893 0,'0'0'271'16,"-7"17"-7"-16,6-9-47 0,-1 4-20 0,2 0-12 15,0 2-34-15,2-2-13 0,-1 6-5 16,2 1-13-16,1 0-15 0,2-1-10 0,1-3-10 15,0 3-9-15,3 3-12 0,0-3 5 16,4-2-12-16,-1-4-3 0,1 3-3 0,0-5 0 16,0 0-15-16,-1-2 10 0,2-1-10 0,1-1-1 15,-2-5-14-15,-1 0 7 0,1-2-10 0,0 0 8 16,-4-5 9-16,4-4-11 0,-4 1-7 0,-3-7 6 16,3 1-5-16,-3-9 5 0,-4 2-2 15,-2-1-13-15,2-2 2 0,-6 0 5 0,2 1 1 16,-2-1 4-16,-3 1 3 0,1 4 18 0,-1 4-8 15,-1-2 8-15,1 3-2 0,-1-1-6 16,-1 1 3-16,-1 5-3 0,2 0-2 0,-4-2 5 16,1 5-19-16,3 3 9 0,-3-1-11 0,-4 3 3 15,4 2-10-15,0 0 23 0,0 5-18 16,0-1-8-16,-1 2 0 0,4 2-3 0,-3 1 3 16,3 1-15-16,-3-2-18 0,3 7 8 0,4-5-50 15,-1 4-14-15,4-3-57 0,0 3-64 16,3-3-66-16,1 3-136 0,2-3-325 0,2-1 28 15,2 1 103-15,0-5 50 0</inkml:trace>
  <inkml:trace contextRef="#ctx0" brushRef="#br0" timeOffset="99555.63">8216 8787 793 0,'0'0'279'0,"-3"13"-31"0,3-13-15 16,0 11-31-16,-3-4-10 0,3 1-25 0,3 6-29 15,-3-3 3-15,3 0-21 0,-2 3 8 16,5 3-26-16,-3-3 1 0,4 1-21 0,1-1 0 16,2 1-6-16,3 2-12 0,1-2 3 0,-1 1-11 15,2-4 8-15,4 2-12 0,-1-4-1 0,-2-2 2 16,2-1-19-16,-1 0 4 0,-3-4-2 15,3 2-8-15,0-4 5 0,-3-1 1 0,2-1-1 16,-1-6-10-16,-2 2 5 0,0-1 3 0,-2-4 5 16,-1-1 2-16,-3-3-15 0,0 2 0 0,-4-5-5 15,1-1-54-15,-4-3 0 0,-3 2 6 16,2-5 2-16,-6 1 22 0,0 3 6 0,-2-2 16 16,2 4-16-16,-1-1 18 0,-2 1-8 0,0 5-2 15,-1-4 2-15,1 6 13 0,-3-3-23 16,-1 6 0-16,1 0 5 0,-2-1 3 0,2 5 10 15,-4 0-6-15,4 2-9 0,-2 1 2 16,2 1-5-16,-5 3 5 0,2 1-10 0,-2 2-26 0,2 2-17 16,-2 6-85-16,2-3-157 0,2 4-534 0,4 2 110 15,0-2 72-15,2 1 48 0,1-4 59 16</inkml:trace>
  <inkml:trace contextRef="#ctx0" brushRef="#br0" timeOffset="105204.4">3102 1695 1057 0,'0'0'309'0,"-3"-6"-99"0,3 6 3 16,0 0-37-16,-3-4-4 0,3 4-19 0,0 0-43 16,-4-4-10-16,4 4-5 0,0 0-16 0,0 0 6 15,0 0-8-15,0 0-16 0,0 20-2 16,4-8-21-16,-1 2-2 0,0 4 15 0,0 4-10 15,1 2 0-15,-1 2-7 0,4 8 12 16,-1 0-16-16,2 2-4 0,-2 13 10 0,1 0-3 16,3 2-5-16,-2-1 0 0,-1 3 1 0,2 0 17 15,2-1-31-15,-1 1 8 0,-3-1 3 16,0 1-11-16,3-3 8 0,-3-1-5 0,0-1 69 16,-1-6-13-16,2 4 0 0,-4-3-7 0,2-5-21 15,-3-1-10-15,0 1 15 0,0-2 0 0,1 2-12 16,-1-1-9-16,2 0-1 0,-2-2 1 15,0 0-12-15,0-2 3 0,-3-3-11 0,4-3-2 16,-4-2 22-16,3 0-27 0,0-1 22 0,-2-5-9 16,2-1-3-16,-3 0 7 0,0-3-5 15,3 0-9-15,-3-3 6 0,0 1-9 0,4-4 15 16,-4 1-13-16,1-2 13 0,-1-2 2 0,2 2 3 16,-1-1 16-16,2-3-11 0,-3 1-10 0,0 0 10 15,3-1-5-15,0 0-8 0,1 1-7 0,-4-5 7 16,11 6 1-16,-5-5-1 0,4 1 0 15,1 1-2-15,2 0 0 0,1-3 5 0,6 1 10 16,1 0-23-16,2 1 6 0,2-2-9 16,5 0 11-16,1 1 10 0,3-1-15 0,0 0 2 15,5 0 5-15,2-1-7 0,3 1 0 0,4-2-1 16,-1 2 6-16,15-2-16 0,3 2 11 0,-11 0-5 16,11 0 2-16,-3 0 0 0,7 0 5 15,-4 0-2-15,3 1-8 0,0 0 0 0,0-1 10 16,-2 2-10-16,2 2 0 0,-3-3 3 0,0 2-1 15,3 1-7-15,-3-4 10 0,4 2 8 0,0-1-16 16,-1 0 14-16,3 4-16 0,1-4 2 16,-3 2 11-16,2-3-6 0,1 1 8 0,-4 2-10 15,1 0-2-15,-1-2-8 0,4 3 12 0,-4-3 8 16,0 1-17-16,1 1 12 0,-1 0-5 16,1-2 2-16,-4-1 4 0,0 1 1 0,-1 1-9 15,1-1 12-15,-6 2-2 0,-4-3-1 0,-8 1-2 16,18 1-7-16,-4-1-24 0,-6-1 29 15,-7 4 10-15,0-4-8 0,16 0-5 0,-2 1-5 16,-7 0 2-16,-7-1 11 0,14 2-11 0,-11-2 6 16,-6 0 2-16,-1 0-3 0,1 2-2 0,-2-2-10 15,2 3 15-15,-1-3-2 0,0 0-18 16,1 0 25-16,-1 0-10 0,1 0-10 0,-1 1 17 16,5-1-12-16,-2 1 15 0,1-1-7 0,-3 2 2 15,6-2-5-15,10 0-10 0,-6 0 2 16,-11 0-2-16,5 0 15 0,12 1-2 0,-6-1-9 15,-8 3-60-15,2-3 2 0,-2 0 10 0,1 0 5 16,0 0 1-16,0 0 7 0,-1 1 5 0,2 1 8 16,-1-2-8-16,-1 1 21 0,15-1-8 15,-10 4 2-15,-5-4 3 0,1 1 8 0,13 0-10 16,-9 0 7-16,-4-1 10 0,16 3-10 0,-9-3-2 16,-7 3 7-16,14-3 6 0,3 0-14 0,-3 0 14 15,2 0-1-15,-9 0-2 0,-7 0 5 16,16 1 0-16,-8-1-2 0,-5 0-1 0,-4 0 11 15,1 0-13-15,14 3 7 0,-7-5 1 16,-8 4 4-16,-1-4-7 0,1 2 3 0,17-1 5 16,1 0-11-16,-10 1 3 0,7 0-2 0,-7-3-1 15,6 1 0-15,-6 2-7 0,-8-1 3 0,12-1 7 16,-5 1-6-16,-10 1 4 0,1-4 4 0,-1 3-4 16,-3-2-3-16,4 0 10 0,-1 2-3 15,1-2-9-15,13-3 4 0,-7 3 3 0,-6 2 5 16,13-6 3-16,-7 3-8 0,7 0 5 0,0-3-5 15,-9 4-2-15,9-4-1 0,-11 3 16 16,-6 0-16-16,1-2 3 0,1 2 5 0,-1-3 6 16,-1 2-6-16,0 1-8 0,0-3-7 0,0 1 23 15,0-1-6-15,0 2 4 0,13-4-17 16,-9 1 9-16,-7 2 7 0,2-1 3 0,-1 3-10 16,2-2 12-16,-1 0-20 0,-2-1 15 0,3 2 0 15,0-1 1-15,-4 0 9 0,2 1-15 0,-2-1 28 16,0 3-22-16,1-5-1 0,-4 4-2 15,-3 0-6-15,-1-1 19 0,-2 2-16 0,3-2 5 16,-4 1 8-16,0 0-8 0,-6 2-7 0,7 0 4 16,-8-3-7-16,1 2 3 0,0 2 7 0,1-4 0 15,-1 2-7-15,-3 0 0 0,2 0 2 16,-3 1 2-16,3-1-14 0,-2 0 4 0,-1 0 6 16,-4 3-16-16,1-4 15 0,3 2-2 15,-4 0 6-15,2-2-1 0,-5 2-8 0,4 0 8 16,-4 2-5-16,3-5 0 0,1 3-5 0,-4 0 15 15,1 2-5-15,2-4-17 0,0 2 14 0,-2 0 1 16,-1 2-6-16,1-4 8 0,2 4 3 0,-6-2-13 16,3 0-8-16,1 2 11 0,-4 0 14 15,2-5-4-15,2 4-18 0,-4 0 5 0,3-1 2 16,-3 2 8-16,3-4 11 0,-3 3-24 0,-7 1 16 16,13-6-3-16,-5 3 0 0,-1 0 0 15,2-2-5-15,-2 2-5 0,4-3 7 0,-4 0 9 16,0-1 1-16,2 1-9 0,-1-3-6 0,-1-1 14 15,2-1-1-15,2-1-10 0,-4-1 10 16,-1-1 0-16,1-4-7 0,-4 1-8 0,5-4 5 16,-4-2 0-16,-1-1 2 0,3-2-4 0,-6-1 7 15,4-2-10-15,-1-4 5 0,-3-4-10 16,0 0 15-16,3-1 2 0,-3 0-1 0,0-4-1 16,-3-10-5-16,3-1-5 0,-3 0 12 0,-1 3-9 15,1-2-1-15,-4 2 8 0,4 8 0 0,0 4-2 16,-5-13 10-16,1 2-16 0,1-1 8 0,-1 0-5 15,0 0 0-15,3-3 5 0,1 3-10 16,-3 7 8-16,2-7 7 0,1 6-10 0,0 5 8 16,2 0-8-16,1 1-5 0,-4 1 15 0,4-1-13 15,0 1 1-15,0 2 2 0,0 5 0 16,4 2 2-16,-8 0-2 0,4 2 8 0,4-1-11 16,-4 4 6-16,0 1-13 0,0-3 5 0,0 4-1 15,1 0-1-15,-1 2 17 0,0 0 0 16,3 1-15-16,-3 0 8 0,0 3-6 0,0 0-2 15,0 0 8-15,0 2-9 0,0-2 17 0,0 2-16 16,0 2 10-16,0 0-3 0,0 1-7 16,0 1 8-16,0 0-11 0,-3 2 3 0,3-1 15 15,-1 2-15-15,1-1 2 0,0 3 3 0,0 0-10 0,-4-1 3 16,4 0 7-16,0 1 2 0,-3 0-2 16,3 4 3-16,-3-6-8 0,3 6-1 0,-7-4-1 15,0 2-1-15,1 1 8 0,-5-1 0 0,1 0 0 16,-3 2 5-16,-2 0-2 0,-1 0-13 15,-1 2 10-15,-4 0-8 0,1-2 13 0,-1 1 0 16,-3-1-2-16,0 1-14 0,1-1 11 0,-2 1 8 16,1 1-10-16,-6-2-1 0,2 1-5 0,-3-1 6 15,1 1 12-15,-1-1-10 0,0 0 5 16,0 0-5-16,-3 1-5 0,0-1 8 0,0 2-6 16,0-1-2-16,0 1-3 0,-8-2 8 0,1 0 0 15,7 1 0-15,-7 1-5 0,3-1 5 16,-2 1-3-16,6-1 1 0,-1-1 10 0,1 1-14 15,-4-1 9-15,4 2-8 0,0-2-3 0,0 2 13 16,-1-1 0-16,-5 0 1 0,6-1-12 0,-8 1 9 16,8-1-13-16,-7 2 20 0,-3-2-7 15,3 1 2-15,-3-1 2 0,-1 1-9 0,1-1 7 16,-4 1 3-16,3 1-8 0,0-1 0 0,1 1-5 16,-1-2 5-16,1 0-3 0,-1 1 0 15,1 1 3-15,-4-1 6 0,4 1-12 0,-4-1-1 16,-14 0 14-16,-2 1-9 0,13 0-6 0,-14-2 11 15,3 0-3-15,-4 1 0 0,2 0 10 0,-1-1-5 16,0 0-5-16,0 0-5 0,0 1 2 0,4-2-2 16,-4 1 3-16,-3-1-1 0,-1 0 3 15,0-1-10-15,-2 0 10 0,-4 2-3 16,3-2 11-16,-6 0-11 0,-1-1-4 0,4 2 2 0,-4 1 5 16,-4-2-3-16,5-1-2 0,-4 2 15 15,0-1-12-15,3 0 4 0,-6 1 3 0,7-1-2 16,-19-2-1-16,16 3-12 0,-2 0 5 0,-15-2 8 15,5-2-19-15,11 2 27 0,1 2-17 0,-16-1 4 16,15-1 2-16,3 2-3 0,-2-2 3 16,5 1 5-16,1 1-5 0,0 0-7 0,3-1-1 15,1 2 3-15,-2-1-8 0,-2-1 13 0,0 2 0 16,0-1 5-16,-1 2 0 0,1-1 1 16,-3-1 9-16,2 2-18 0,2 1 1 0,-2-1 7 15,2-1-10-15,1 2 7 0,2-1-4 0,2 0 12 16,-2 3 3-16,2-2-21 0,1 1 6 0,0-1 2 15,2 2 7-15,2-2-12 0,-5 2 8 16,7-1-14-16,0 0 4 0,5 1-9 0,-4 1 9 0,12-1 2 16,5-1 5-16,-17 2-8 0,10-3 3 15,5 3-3-15,2-3 0 0,0 1 16 0,0 1-10 16,0-1-6-16,2-2 0 0,4 2 11 0,4 0 7 16,0-2-10-16,0-1-10 0,3 0 0 15,4 0-6-15,0 0 21 0,2 0-2 0,-2 0-11 16,3 0-15-16,0 0 0 0,-3 0 5 15,0 0-10-15,2 0 8 0,-2 0-3 0,-1 2 12 16,-2 0-22-16,3 0 20 0,-4-1-15 0,0-1 25 16,1 0-12-16,-1 2 2 0,-4-2 6 0,4 1-9 15,-10 1 6-15,4 0 0 0,0 1 5 0,3-3-6 16,-1 3 11-16,1-2 3 0,0 3-13 16,-4-2 5-16,7 1 2 0,-3 1 1 0,1-1 2 15,2 0 0-15,-1 0-6 0,2 0-1 0,-4 1 7 16,6-2 0-16,-5 1-8 0,5 1 5 0,-3-1 1 15,3 0 7-15,1-1-5 0,-3 1-5 16,2 1 2-16,0-3 1 0,1 4 4 0,0-3-2 16,3 2 0-16,-3 0 8 0,-1-1-16 0,1 3 26 15,-1-3-20-15,5 0 2 0,0 1 5 16,2-2-8-16,-1-1-4 0,2 4 12 0,0-4 5 16,2 2-7-16,-2 0-3 0,3-2 5 0,3 1 5 15,0 0-13-15,1 0-4 0,-1-1 17 0,1 2-28 16,-4-1 26-16,6 0-19 0,-2 1 6 0,-1-2-2 15,4 2 4-15,-5 0 8 0,3 0-15 16,-3 0 23-16,-1 2-18 0,1 0 2 0,-1 0-5 16,-2 0 8-16,2 0-5 0,-2 0 0 0,2 0 3 15,-2 0-4-15,5 0 14 16,-1-1-16-16,4-1 11 0,0 0-6 0,-1 1 6 0,1-1 5 16,3-2-6-16,1 2-12 0,-2 0 10 0,1-2-3 15,1 1 6-15,0 1-8 0,1-2-3 16,2 0 6-16,3-1-1 0,-10 3-5 0,7-2 14 15,-1 2-12-15,4-3-1 0,-7 3 7 0,3 0-8 16,1-2 11-16,-1 2-16 0,4-3 15 16,-6 3-2-16,0 0 3 0,2-1-1 0,1 0-4 15,-2 0-3-15,2 2 0 0,0-2-3 0,3-2 3 16,-7 4 5-16,4-1 0 0,3-3-5 0,-6 3 5 16,2 0 2-16,1 1 1 0,-2-1-8 15,2 2 5-15,-3-2-5 0,2 2 7 0,-2 1-4 16,2 3 4-16,-3 0-7 0,3 1-5 0,-2 2 12 15,0 3-9-15,2-1 2 0,-4 7 5 0,1 1 2 16,1 2-2-16,0 2 0 0,2 6-5 0,-2 2 8 16,1 0-3-16,5 2-8 0,-3 0 5 15,3-1-50-15,3 7-55 0,-2 8-63 0,6-7-147 16,2 9-529-16,5-2 120 0,4-6 69 0,2-1 64 16,1-8 54-16</inkml:trace>
  <inkml:trace contextRef="#ctx0" brushRef="#br0" timeOffset="106055.04">13771 1903 962 0,'10'-1'271'0,"7"0"-15"16,4-4-20-16,7 3-14 0,3-3-24 15,9 1-30-15,18-4-4 0,1 2-25 0,2 2-6 16,-2 0-23-16,2 1-13 0,-14 0-41 0,-2 2-33 16,-4-2-25-16,-3 3-62 0,-5-1-80 0,-2 1-137 15,-3-1-438-15,-1 0 94 0,-6-1 31 16,-4-1 57-16</inkml:trace>
  <inkml:trace contextRef="#ctx0" brushRef="#br0" timeOffset="106270.87">14482 1594 688 0,'0'0'264'0,"0"0"-24"15,0 0-22-15,0 0-11 0,0 0-17 0,24 9-24 16,-14 1-23-16,1 2-2 0,2 2-18 0,-3 4-10 16,4 2-8-16,0 4-8 0,-3 2 62 15,-5 0-3-15,-2 1-23 0,-4 0-5 0,-1 7-26 16,-8 0-10-16,-6 11-40 0,-1-2-45 0,-2-3-53 15,-3 2-67-15,2-14-140 0,-5 9-487 16,6-6 39-16,1-9 87 0,0 0 56 0</inkml:trace>
  <inkml:trace contextRef="#ctx0" brushRef="#br0" timeOffset="106987.71">15778 1351 890 0,'-4'12'310'15,"4"6"-28"-15,0 2-19 0,3 4-22 16,-2 3-24-16,2 6-17 0,4 1-21 0,-3 0-20 16,2 1-16-16,-2-2-12 0,2 2-3 0,2-3-21 15,-5 0-7-15,1-6 0 0,-1-1-16 16,0 0-12-16,0-7-3 0,-3 1 8 0,1-1-23 15,2-5-3-15,-3 0 16 0,0-1-1 0,0-3-5 16,0-2-2-16,-4-2-10 0,4-5-8 0,-6 0-5 16,6 0 12-16,-14-12-22 0,7-1 5 0,0-6 5 15,-3-3-6-15,-4-9-7 0,1-11-2 16,-1-3-3-16,1-1 2 0,6-2-12 0,0 7 10 16,6 5 2-16,-2 1-25 0,3 3 26 15,3 0-14-15,2 4 11 0,-2 2 0 0,3 2 0 16,-2 3 3-16,3 2-6 0,3 2-7 0,-3 4-16 15,3 3 8-15,0 3-8 0,1 2 6 0,2 2-1 16,1 5 8-16,-1 1 3 0,2 4-13 0,-2 1 10 16,4 6-15-16,-3 2 7 0,-1 2 16 0,-2 2 0 15,-1 1-18-15,-4 3 7 0,2-1 8 16,-5 2 6-16,0 2-9 0,-3-2 6 16,-3 1-10-16,0-2-1 0,-4-1 6 0,3 1 12 15,-3-2-12-15,-2-2 0 0,1-2-3 0,1-3-15 16,-2-1 15-16,5-2 0 0,-3-1 3 0,3-1-6 15,-2-3-2-15,2 2 18 0,1-3-18 16,0 0 5-16,2 0 5 0,-2 0-25 0,3-3 7 16,-3 2 3-16,3 0-2 0,3 1 14 0,0 0-14 15,1-1 7-15,3 0 15 0,3 1-10 0,0-1 5 16,3 2-12-16,-1 0 4 0,4 0-2 0,2 1-10 16,-2-2-39-16,2 1-38 0,-2 0-43 15,2 0-118-15,2 1-607 0,-3-4 36 0,-2 2 102 16,1-3 54-16,-2 0 67 0,-1-3 53 0</inkml:trace>
  <inkml:trace contextRef="#ctx0" brushRef="#br0" timeOffset="107671.66">16346 1819 808 0,'13'-9'348'0,"1"0"-33"15,-4 2-31-15,0 1-15 0,4-4-33 0,-1 3-26 16,2-3-13-16,-2 1-28 0,-3 1-6 16,7-1-12-16,-7-1-15 0,4-1-21 0,-4 0 6 15,0 0-27-15,1 0-7 0,-1-1 0 0,-6 0-17 16,2 0-1-16,-1 2-11 0,-2-2 1 0,0 3-2 16,-3 2-6-16,0 0 3 0,0-1-11 15,-3 4 6-15,0-2-3 0,-2 2-10 0,-2 2 0 16,7 2-19-16,-16 0 6 0,5 1-7 0,1 4 12 15,0 1 3-15,-4 2-8 0,1 2 2 0,6 3-9 16,-4-1 4-16,1 3 1 0,4 0-11 16,-2 2 8-16,5 0-21 0,-1 1 26 15,4-3-2-15,1 2 4 0,2 1-20 0,0-3 16 16,5 1-11-16,5 0 0 0,-3 0-7 0,4-3 0 16,3 0 9-16,3-1-9 0,-2-3-16 0,5 0-2 15,4-2-11-15,-2-2-2 0,2-3-8 0,-3-2-12 16,-1 0-4-16,5-2 1 0,0-4-15 15,-4-1 9-15,0-3-12 0,0-3 3 0,-7 0-27 16,3-4 17-16,-7 0 12 0,2 1 18 0,-5-2 28 16,-4 4 13-16,2 1 38 0,-5 1 5 0,1 1-4 15,-4 1 9-15,3 3-15 0,-6-1 5 16,2 2-7-16,-2 2 5 0,-4 1-16 0,0 2 13 16,7 1-5-16,-17 0 5 0,7 3-7 0,0 1-18 15,3 1 9-15,-4 1 9 0,4 1-11 16,-2 1 5-16,2 1-12 0,2-1 0 0,-1 0-1 15,2 2 16-15,-2-2-8 0,6-1 0 0,0 2 1 16,0-1-4-16,0-2 1 0,3-2-3 16,1 3 5-16,2-2-4 0,-1-1 14 0,1 1-5 15,1-1 1-15,-1 0 2 0,1 0-18 0,4 0 7 16,-4-1-9-16,2 1 15 0,2 0-3 0,-1 0 5 16,-3-2 3-16,4 2-26 0,-1-2 19 15,0 3-14-15,1-4 16 0,2 2-18 0,-3 0 18 16,4-2-13-16,-1 1 2 0,1-2-10 0,-4 2-2 15,4-4-10-15,3 2-14 0,-4-2-32 16,2 0-11-16,1-4-41 0,1 1-25 0,-3-2-41 16,0-3-59-16,2-4-100 0,-4 1-369 15,1-1-15-15,-2-5 51 0,-1-1 64 0,0-3 72 0</inkml:trace>
  <inkml:trace contextRef="#ctx0" brushRef="#br0" timeOffset="107854.63">17146 1136 657 0,'-1'-11'277'0,"-2"5"-39"0,-1 0-26 0,4 6-15 16,0 0-7-16,0 0-11 0,0 0-5 16,-3 20-10-16,3-7-8 0,0 4-20 0,3 3 74 0,-3 7-36 15,4-1-31-15,3 7 8 0,-4 0 0 16,4 3-26-16,0 9-9 0,3 2-17 0,0 0-14 16,3-3-3-16,-2 1-54 0,-1-8-28 0,-3-2-74 15,1-3-187-15,5 12-538 0,-3-6 46 16,1-9 70-16,-5-7 64 0,1-2 76 0</inkml:trace>
  <inkml:trace contextRef="#ctx0" brushRef="#br0" timeOffset="109471.77">18075 1407 1016 0,'0'0'320'0,"0"0"-34"0,0 0-27 16,7 13-34-16,-4-5-20 0,-3 5-18 0,3 3-8 15,1 2-25-15,0 2-11 0,3 4-15 0,-4-1-16 16,4 2-14-16,-1 0-4 0,-2 0-9 0,3-1-6 15,0-1-12-15,2 1-8 16,-2-4-3-16,1-1-5 0,2 0-15 0,0-2-5 0,1-4-6 16,-1-1-7-16,0-4-5 0,0 1 0 0,0-3 10 15,0-3-13-15,1-1-7 0,-1-2 4 16,0-3-12-16,1 0 15 0,-4-4 1 0,2 0-1 16,-5 3-2-16,4-2 12 0,-2 2-5 0,0-1-7 15,-2 3 2-15,-1-2 1 0,1 2-9 16,3 0 3-16,-7 2-12 0,7 0 4 0,-7 0 6 15,7 3-1-15,-1 0-4 0,0 0 2 0,-1 1 10 16,2 1-10-16,3-1 5 0,-1 2-2 0,2-3-6 16,-1 2 0-16,0-2 9 0,1 1-4 15,-1-1 6-15,4-3-6 0,-7 3 6 0,3-3 0 16,-4 0 2-16,2-2 0 0,-1 1 0 0,-1-4-10 16,-3 0 0-16,-2-2 6 0,-1-1 6 15,0-4 6-15,-1-1-15 0,-5-2-3 0,2-2 5 0,-6-6 0 16,6 3 10-16,-2-1-7 0,2-1 0 15,-2 3-6-15,3 0-4 0,3 0 15 0,0 2-6 16,0-1-2-16,6 3-7 0,-2 0 2 0,2 2 5 16,5-1-5-16,2 3 2 0,0 1-9 15,2 1-6-15,1 4 3 0,-1 1 2 0,-2 3-2 16,4 2-5-16,0 2-3 0,3 1 0 0,-2 3 15 16,-1 4 3-16,0 3 0 0,-3 0-13 15,3 2 18-15,-4 2 1 0,-2-1-9 0,-1 3-2 16,-3-1 5-16,3-2 2 0,-3 1 9 0,-3-3-11 15,2 1-3-15,1-2 16 0,-4 0-11 0,5-2-2 16,-5-2-5-16,3 0 5 0,-5-1-5 0,5-2 18 16,-2-1-10-16,6-1-1 0,-6-1-2 15,6-3 3-15,-4-1 2 0,5-1 0 16,-4-1-8-16,3-3-12 0,-3-1 12 0,3-3 6 16,-3-3 2-16,0 0-10 0,-1-3 2 0,-2 0 1 0,0-2 2 15,-4-1-3-15,3 0 8 0,-6 0-2 16,-1-1-6-16,0-1 3 0,-3 1 3 0,-2 0 7 15,-2 2-15-15,-2-1 8 0,2 3 7 0,-3 2-2 16,1 0-1-16,-1 2 24 0,4 3-31 16,0-3 10-16,2 4 3 0,-1 0-10 0,5 1 7 15,-2 0-2-15,-1 1-11 0,3 0 8 0,3 0-2 16,-2 1-6-16,3 4 11 0,3-7 2 0,-3 7-10 16,12-9-5-16,-3 6 5 0,1 0-8 15,4 0 1-15,0 1-9 0,0-1 16 0,3 3-8 16,0 0-2-16,0 1 26 0,4 2-24 0,-1 2-7 15,0 3 4-15,4 0-4 0,-3 3 2 0,3 4 8 16,-1 2 8-16,-2 1-3 0,0 2-8 16,-4 2 3-16,3 0 15 0,-6-1-10 0,3 2-5 15,-7-2 5-15,1 0-13 0,-4-3 13 0,-1-1 16 16,-2-1-22-16,2 0 9 0,-2-4 0 16,-3 1-1-16,2-2-4 0,-3 0 9 0,3-2-7 15,0 0 18-15,-3-2-3 0,1-1 8 0,-1-1-15 16,0-1 8-16,0-4-14 0,0 0 8 0,0 0 3 15,0 0 0-15,-7-14 0 0,7 3-8 16,0-1 3-16,-3-4-3 0,3-3-10 0,0-5 5 16,3-1 7-16,0-2-17 0,0-4 13 0,1 3-6 15,2-4 0-15,-2 7 6 0,4 2-8 16,1 0 0-16,1 2-3 0,1 2 11 0,-1 2-16 16,0 2 10-16,4 1-4 0,-1 6-6 0,2 0 10 15,-2-1 1-15,5 7-6 0,-2-3 13 0,2 4-5 16,1 1-8-16,-1 1 1 0,3 2 14 0,-1 1-7 15,4-2-12-15,-3 2 12 0,6 2 0 0,-4-1-13 16,1 1 18-16,0-4 3 0,-3 2-8 16,2-1-8-16,-2-1 10 0,-3-1-4 0,-1 0 2 15,3-1 2-15,-6-1-2 0,3-2 18 0,-4 1-18 16,2-3 3-16,-5 3 5 0,0-4-3 16,0 0 0-16,0-1 0 0,-6 1 0 0,-1-2 0 15,0 2 11-15,0-1-11 0,-6 1 0 0,3 2 3 16,-6 1-6-16,-4 1-2 0,3 2 15 15,-7 2-15-15,-3 2 6 0,3 3-1 0,-7 4-10 16,4 2 2-16,-3 2 13 0,7 1-20 0,-2 2 7 16,2-1-4-16,3 0 7 0,-1 1-5 0,5-1 5 15,2 0-3-15,1-1-5 0,0-2 11 0,3 1-11 16,0-2 8-16,6-1 5 0,-2 1-2 16,5-3 12-16,-1 0-10 0,5-1 8 0,-3-5-3 15,4 1 1-15,-3-3-11 0,6-2 10 0,-4-1-13 16,2-3 16-16,4-3-5 0,-4-2-3 0,4-3 0 15,-1-5 3-15,-1-4-3 0,0-5-3 16,-4-3-9-16,1-2 9 0,0-10 1 0,-3-4-6 16,-1-2 3-16,-4-3 0 0,-2 0-7 0,-1 6-4 15,-3 2 11-15,0 3 6 0,-3 1-12 16,2 1-4-16,-5 4 3 0,3 4 14 0,-1 4-4 16,1 1-11-16,0 5 16 0,-1 3-11 0,-3 4-4 15,0 3-4-15,0 7-2 0,-2 2 19 16,1 6-9-16,-2 4-2 0,0 7 15 0,-1 4-18 15,1 8 16-15,4 1-3 0,2 4 0 0,4 1 3 16,0 2 5-16,0 2-8 0,7 14 8 0,0-3-16 16,7-2 8-16,-4 0 3 0,6-3-8 0,-1 0 13 15,-2-3-8-15,1-6 8 0,-4-5-13 0,0-3-5 16,1 0-21-16,-5-6-46 0,1-2-66 16,-1-4-69-16,-5-3-157 0,-1-2-457 0,0-4 50 15,-4-2 111-15,1-5 66 0,3 0 49 0</inkml:trace>
  <inkml:trace contextRef="#ctx0" brushRef="#br0" timeOffset="109953.98">19377 873 622 0,'-3'-4'225'0,"3"4"-20"0,0 0-26 16,0 0 10-16,0 0-10 0,-3 19-2 0,3-5-6 16,0 5-14-16,3 4-9 0,3 3-7 0,-5 6 0 15,6 4 66-15,-3 12 5 0,2 4-35 16,1 1 7-16,-4 2-25 0,4-1-3 0,0 4-5 15,0 3-33-15,-1-3 7 0,-5 0-17 16,5-2-13-16,-2-3-11 0,0 1 3 0,-1-2-8 16,0-11-2-16,-2-6-15 0,2 0-4 0,0 0-4 15,-3-6-20-15,0-2-22 0,3-2-83 0,-3-2-93 16,-3-2-235-16,3-1-451 0,-3-3 46 16,3-6 69-16,-4-3 93 0,-2-4 56 0,-2-4 69 15</inkml:trace>
  <inkml:trace contextRef="#ctx0" brushRef="#br0" timeOffset="116692.93">17802 2450 959 0,'-7'-5'236'0,"4"1"-6"15,-1 1-20-15,-3 0-23 0,7 3-3 0,-10-6-17 16,7 5-29-16,3 1 0 0,0 0-43 16,-18 7 5-16,8-1-8 0,3 4-8 0,-3 2-7 15,3 4-10-15,-3 3-19 0,0 2 9 0,2-1-11 16,2 4 7-16,2-2-4 0,-2 1-16 15,6-3-10-15,0 0 23 0,0 1-20 0,6 1 0 16,-2 0 68-16,6-2-17 0,-2 1-5 0,5-2-1 16,-3-1 1-16,7-1-16 0,0-4-2 0,0 2-8 15,1-5-5-15,2 0-10 0,0-3-3 16,-2-3-10-16,-1-2 15 0,3-1-2 0,-3-2-5 16,1-4-1-16,-2 2 1 0,1-4-19 0,-3-1 17 15,0-2-14-15,-1-5 13 0,1-2-10 16,-7 1-6-16,0-8 1 0,-1 2 7 0,-1-3-4 15,-2-3 4-15,-6 2 5 0,3-2-15 16,-5 1 3-16,-1-3 13 0,-1 5-3 0,0 1-1 16,-4 3 7-16,2 1-9 0,-2 2-2 0,-2 1-13 15,2 3 25-15,-2 3-17 0,-4 4-5 0,4 0 2 16,-2 3-5-16,-1 2 12 0,1 2-6 0,-1 0-9 16,-1 5 6-16,3 3 9 0,0 0-14 15,1 2-1-15,-1 3 3 0,4-1 5 0,3 2 3 16,-1 2-11-16,5-2 1 0,0 1 4 0,3 0 6 15,3 1 2-15,4 1-10 0,0 0 3 16,6 1-3-16,2-3 5 0,1 2 0 0,8-1-2 16,1 0-11-16,-1-3-7 0,6 0-11 15,-3-1-43-15,-3-3-51 0,7 0-93 0,-1-2-253 16,-5-1-345-16,5 0 58 0,-5-5 75 0,-1 4 43 16,-4-4 90-16</inkml:trace>
  <inkml:trace contextRef="#ctx0" brushRef="#br0" timeOffset="116937.05">18331 2654 657 0,'0'0'256'16,"0"0"-18"-16,-6 15-15 0,6-9-28 0,0 0-21 15,0 2-5-15,3-1-18 0,-3 5-5 16,3 0 48-16,-3-1-20 0,4 3 0 0,-4-1-41 15,3 0-18-15,1 2 8 0,-1-3-15 0,-2 4-1 16,2-1-22-16,0 0-11 0,-3-1-36 16,3-1-53-16,1 2-49 0,-1-5-95 0,3 4-557 15,2-3-22-15,-1-1 104 0,0-2 60 0,2-2 55 16</inkml:trace>
  <inkml:trace contextRef="#ctx0" brushRef="#br0" timeOffset="117154.18">18869 2813 1026 0,'0'6'353'0,"0"-6"-38"15,-4 12-41-15,0-4-5 0,1 1-31 0,-1 3-34 16,-2-1-29-16,2 3-12 0,-5 1-9 0,4-2-13 15,-1 1-36-15,-1 0-69 0,3-1-54 16,-2 2-28-16,-1-1-67 0,3-1-207 0,4-1-407 16,0-4 33-16,3 1 77 0,2-7 77 0</inkml:trace>
  <inkml:trace contextRef="#ctx0" brushRef="#br0" timeOffset="117652.9">19258 2404 977 0,'0'0'359'16,"0"0"-55"-16,0 0-22 0,-7 17-31 0,4-5-24 16,-1 3-11-16,1 3-12 0,0 1-30 0,3 0-15 15,-3 3-23-15,2 0-1 0,1 0-19 16,1-1-19-16,2 2-2 0,3 1-16 0,-2-4 5 15,2 1-17-15,1-2-8 0,1 0 2 0,1-3-4 16,4-1-17-16,-5 0 4 0,5-5 5 16,-3 0-8-16,1-4-6 0,2-1 4 0,-1-3-6 15,1-2 3-15,0 0 0 0,-2-2-3 0,2-4-5 16,1-1 0-16,-4-3-10 0,0-3 3 16,1-3 2-16,-4-5-3 0,-4 0 3 0,0-3 3 15,-3-2-11-15,0-3-7 0,-6-3 0 0,-1 1 4 16,-1 2 6-16,-1 2 0 0,-1 4-8 0,3 2 6 15,-7 1 12-15,4 3-5 0,-4 2 5 16,0 1-10-16,4 5-10 0,-4 2 7 0,1 2 6 16,-1 4-9-16,1 1-12 0,1 3 8 0,-1 1-3 15,3 5 0-15,-4 1 6 0,4 2-14 16,0 1-12-16,3 4 20 0,0-3-3 0,4 1-9 16,3-1 4-16,0 1 6 0,6 2 4 0,1-2-4 15,4 2-3-15,2-4 2 0,5 0-9 0,1 2-14 16,3-3-30-16,2-2-51 0,0 1-42 15,7-2-42-15,-4-4-127 0,0 1-526 0,-3 1 35 16,0-5 82-16,-3 1 77 0,-2-2 64 0,-1-1 61 16</inkml:trace>
  <inkml:trace contextRef="#ctx0" brushRef="#br0" timeOffset="118020.2">19781 2619 675 0,'14'2'220'0,"-8"2"-12"0,-2 0-14 0,2 3-4 16,-2 1-29-16,3 1-2 0,0 1-26 16,0 2 59-16,-1 1-18 0,-2-1-5 0,0 1-21 15,-1 0-10-15,-3 0-15 0,0 1-2 0,-3 2 1 16,-1 0-22-16,-3-1 0 0,-3-1-8 16,0 3 11-16,-1-2-16 0,-2 0-8 0,-1-1 16 15,1-6-3-15,3 1-3 0,-1-1 11 0,1-2-15 16,-4 1 9-16,4-6-14 0,0 1 4 0,3-1 1 15,-4-2-3-15,4-2-13 0,-2 1-8 16,1-1-15-16,4-2 5 0,-2 2-4 0,3-1-6 16,3 4-6-16,-7-7-4 0,4 4 10 0,3 3-10 15,0 0-18-15,0 0 7 0,0 0-7 0,6-7 10 16,-6 7-15-16,0 0 2 0,24 6 0 16,-14-3 5-16,0 3-17 0,5 0 15 0,-2 0-3 15,4 1 0-15,-3 1 3 0,3-1-16 16,0 3-45-16,3-2-37 0,-2 4-43 0,2-4-66 15,-6 1-193-15,6-1-496 0,1-2 67 0,-4 0 76 16,0-1 82-16,0-5 59 0,-4 0 51 16</inkml:trace>
  <inkml:trace contextRef="#ctx0" brushRef="#br0" timeOffset="118270.09">20540 2495 860 0,'10'1'350'0,"-10"-1"-37"15,0 0-24-15,11 0-36 0,-5 2 1 0,4-2-50 16,0 0-4-16,1 2-31 0,5 0-41 0,-1-2-31 15,5 1-89-15,-3 0-98 0,1-1-286 16,2 2-325-16,-3 0 30 0,-4-2 67 0,1 0 61 16</inkml:trace>
  <inkml:trace contextRef="#ctx0" brushRef="#br0" timeOffset="118453.87">20681 2745 852 0,'0'0'358'0,"0"0"-43"0,0 0-41 16,0 0-18-16,0 0-41 0,0 0-31 0,16 1-28 15,-16-1-51-15,18-4-33 0,-5 1-28 0,4 2-32 16,0-4-37-16,1 1-39 0,1 2-87 0,2-4-39 16,3 1-462-16,1 2 4 0,1-4 72 15,1 2 67-15</inkml:trace>
  <inkml:trace contextRef="#ctx0" brushRef="#br0" timeOffset="118769.67">21426 2248 1013 0,'0'0'338'0,"0"-6"-31"0,0 6-33 15,0 0-18-15,0 0-20 0,0 0-21 0,0 21-34 16,3-6-7-16,0 3-12 0,1 7-17 0,-1 0-17 16,4 6 0-16,0 0-23 0,0 0 3 15,-1 1-11-15,1 0-2 0,0-2-13 0,3 0-3 16,-6-5-20-16,6 4 2 0,-4-5-17 0,2-1 10 16,-2-2-8-16,-2-3-5 0,-1-1-8 15,4-1-7-15,-4-4 7 0,1 1 5 0,0-3 6 16,-1 2-21-16,0-3-8 0,0-1-15 0,-2-2-51 15,-1 1-69-15,3-4-113 0,0 2-609 0,0 0 25 16,1-4 82-16,-4-1 70 0,11 6 56 16,-11-6 87-16</inkml:trace>
  <inkml:trace contextRef="#ctx0" brushRef="#br0" timeOffset="119071.67">22048 2801 993 0,'6'3'268'0,"-6"1"-22"16,0-4-28-16,3 8-3 0,-2-3-31 15,-1 3-20-15,0 1 0 0,0-1-31 0,0 4-15 16,0-3-1-16,-1 2-17 0,-2 2-10 0,3-2-8 15,-3 1-16-15,0 0 6 0,-1 0-8 0,1 0-13 16,0-2 10-16,2 1-12 0,-3 1-5 16,-2-3-3-16,5 1-6 0,-5 1-4 0,3-3 2 15,0 2-33-15,-1-2-51 0,-3-1-41 0,6 3-92 16,-5-3-134-16,6-1-427 0,0 0 34 16,0-6 104-16,0 0 57 0</inkml:trace>
  <inkml:trace contextRef="#ctx0" brushRef="#br0" timeOffset="119652.92">22690 2266 831 0,'-3'-8'341'0,"0"0"-34"0,2 3-33 16,-3-1-28-16,1 3-21 0,3 3-25 0,-7-5-8 16,7 5-26-16,-16 2-5 0,8 3-33 0,-2 1-15 15,-3 2 2-15,-1 3-18 0,1 2-12 0,-1 2-11 16,3 0-8-16,-3 2-7 0,5-1-15 15,2 1 2-15,0-2-8 0,-1 2-2 0,2-2-3 16,3 1-4-16,-1-2-1 0,1-1 0 0,3-1 0 16,0 1 5-16,0-1-17 0,3-3-11 0,1 0 0 15,2-2 0-15,2 1-5 0,-1-3 0 16,3-1-3-16,-1-2 16 0,2-2-20 0,-4 0-1 16,3-2 18-16,4-2-7 0,-7-3 2 0,3 1-10 15,0-2 7-15,-3-1 3 0,0 1 8 16,-1 0 13-16,-2 2-8 0,3-2 10 0,0 1 10 15,-4 3-25-15,1-1-3 0,-1 1-2 0,0 2-3 16,-3 2-2-16,5-1-3 0,-5 1 2 0,3 8 11 16,0-1-10-16,-3 3 4 0,3 2 3 0,-3 1-4 15,0 1-1-15,3 4 10 0,-2 0-12 16,-1 0 15-16,3 1-1 0,-3 1-14 16,3-2 15-16,0 2-5 0,-2-3 7 0,-1 2-12 0,3 0-6 15,0-3 6-15,1 1-10 0,-3 1 4 16,2-1-35-16,0-2-23 0,0 2-39 0,1-4-46 15,-1-1-43-15,3-2-136 0,2 2-489 0,-1-5 77 16,0-1 43-16,4-2 88 0,-2-3 45 16</inkml:trace>
  <inkml:trace contextRef="#ctx0" brushRef="#br0" timeOffset="120053.17">23176 2439 1013 0,'-4'-8'430'0,"4"2"-59"0,0 0-15 16,0 0-23-16,0 6-64 0,0-10-11 0,-4 8-25 15,4 2-20-15,-6-3-29 0,6 3-10 16,-13 6-10-16,2 1-36 0,0 2 7 0,-1 2-19 16,0 2-9-16,-4 1-10 0,5-1-20 0,1-1 0 15,3 1-16-15,-3 2-9 0,3-1-6 0,3-1-5 16,-2-1 2-16,3-1-5 0,0-1 6 0,3 2-6 15,0-6 1-15,3 3-14 0,3-3-2 16,1 1-2-16,4-4 7 0,-4 0-10 0,6-1-10 16,-2-4 12-16,2-1-10 0,0 0 11 0,-2-4 2 15,2 3-5-15,-2-2-16 0,-1 0 21 16,-3 1-23-16,3 1 13 0,-3 1-3 0,0-2 3 16,-1 4-13-16,-2-2 10 0,-4 3-20 15,0 0 13-15,14 4-3 0,-11 2 10 0,0 5 3 16,-2-1-13-16,-1 3 0 0,0 2 2 0,0 4-2 15,0 2 6-15,-1 1-55 0,-2 3-10 0,-3 1-23 16,-2 6-41-16,-8 16-59 0,-9-4-199 16,-15 9-556-16,-2-2 126 0,-12-4 43 0,-4-1 95 15,-14-10 56-15,-3 1 67 0</inkml:trace>
  <inkml:trace contextRef="#ctx0" brushRef="#br0" timeOffset="122369">3762 10976 1031 0,'-4'-4'346'0,"1"0"-26"16,-3-3-18-16,2 2-13 0,0 0-28 15,0 3-20-15,1-4-34 0,3 6-2 0,-9-3-36 16,9 3-11-16,0 0-22 0,0 0-13 0,-18 10-16 16,11-2 6-16,-2 6-36 0,5 3 7 0,-4 1-10 15,-1 1-7-15,5 5-11 0,-2-2-7 16,2 0 10-16,4 0-18 0,0-2 2 0,0 2-4 16,3 0-11-16,-2-4-5 0,8 2 0 0,-2 1 3 15,7-4-6-15,-1-1 6 0,1-4-1 16,3 1 6-16,1-5-21 0,-2-5 0 0,2 0 8 15,3 0 0-15,-2-8 3 0,2 3-11 0,-4-4 8 16,0-4 0-16,4-5-3 0,-8 4-5 16,2-7-2-16,-2-3 5 0,-3 1 0 0,-3-4-8 15,0-1-13-15,-4-2 31 0,-3-2-20 0,-3 4 4 16,0-3-9-16,-1-1-1 0,-3 7 19 16,0 0 7-16,0-2-5 0,1 6-13 0,-5 3 20 15,2-2-20-15,-1 7 13 0,-2 1 3 0,2 2-8 16,-3 0 2-16,-1 7 5 0,1 0-9 15,-5 7-4-15,5-1 24 0,-5 3-21 0,5 1-7 16,-1 5-3-16,4 1 18 0,0 2-23 0,2-1 10 16,5-1 8-16,-3 3-16 0,5-2 18 15,5-1-7-15,-1 5-28 0,1-4 25 0,7 1 15 16,2-1-20-16,4-1 16 0,6 1-32 0,1-2-17 16,4-2-46-16,3-5-42 0,-4-1-45 0,4 0-34 15,6-4-97-15,-6 1-112 0,0-3-421 0,-1-2 37 16,-2-3 89-16,-1 2 90 15,-2-6 63-15</inkml:trace>
  <inkml:trace contextRef="#ctx0" brushRef="#br0" timeOffset="122554.19">4339 11089 803 0,'4'-6'295'16,"-4"6"-14"-16,0 0-22 0,0 0-19 16,0 0-4-16,0 14-29 0,0-6-5 0,0 3-25 15,0 3-13-15,0-1 2 0,0 8-12 0,0-3-13 16,0 1-16-16,0 5-15 0,0 1 0 0,0-3-5 15,0 3-20-15,0-3-6 0,3 2 0 16,-2-1-20-16,1-3-13 0,2 2-15 0,-1-4-64 16,5-1-60-16,-2 1-152 0,1-3-111 0,3-1-420 15,1-4 39-15,-1-5 67 0,4-2 71 16,-4-3 51-16</inkml:trace>
  <inkml:trace contextRef="#ctx0" brushRef="#br0" timeOffset="122753.27">4722 11251 890 0,'8'0'315'0,"-8"0"10"0,7 0-36 0,-7 0-27 16,13-1 32-16,-2-2-20 0,2 0-13 16,4 2-33-16,0-3-24 0,1-1-14 0,4 3-21 15,-1-4-26-15,0 3-56 0,-1-2-74 0,1 2-72 16,0-4-79-16,-4 0-185 0,3 6-470 0,-3-6 58 15,-3 0 65-15,-1-3 76 0,-6 3 51 0</inkml:trace>
  <inkml:trace contextRef="#ctx0" brushRef="#br0" timeOffset="122936.19">4853 10958 875 0,'0'0'361'0,"-8"7"-46"0,5 0-26 16,-1 1-23-16,1 3-20 0,3 3-26 0,-3 0-20 15,3 6-6-15,0-1-12 0,3 6-26 16,0 0-20-16,1 3 5 0,-1 0-31 0,5 1-16 16,-2-4-32-16,1 0-26 0,3 1-70 15,-2-2-60-15,5 1-80 0,0-7-464 0,4 1-127 16,1-6 61-16,-5-5 84 0,5-1 42 0</inkml:trace>
  <inkml:trace contextRef="#ctx0" brushRef="#br0" timeOffset="123386.16">5328 10958 1210 0,'-1'23'336'16,"-1"-11"-27"-16,1 0-19 0,-2 2-47 16,3 6-18-16,0-2-18 0,0 1-5 0,0-2-33 15,3 5-5-15,-2-4-15 0,5 6-14 16,0-6-7-16,-2 0-25 0,3-2-1 0,0 1-12 15,3-3-21-15,1-3 5 0,-1-1-2 0,3-2-6 16,1-1-4-16,-1-3-3 0,2-4 5 0,1-4-31 16,-2 3 26-16,3-6-8 0,-3-3 10 0,0-5-2 15,0-2-28-15,-1-1 0 0,-6-6 5 16,-1 1-3-16,-2-5-5 0,-3 2 10 0,-2-5-22 16,-3 5 9-16,-2-6-17 0,-1 5 20 0,0 2-7 15,-4 2 17-15,1 5-12 0,-3 0 2 16,2 2-15-16,-5 1 7 0,2 5 1 0,1 2-6 15,-2 1-2-15,2 6 12 0,-4 0-7 16,3 3-8-16,-3 2 3 0,3 0 20 0,1 5-12 0,-1 3-13 16,1-1-16-16,2-1 13 0,4 5 0 15,0-1 11-15,4-1-11 0,0 2 5 0,3-4-25 16,0 3 22-16,3 0 9 0,1-2-9 0,5 3 21 16,2-6-17-16,-1 1-16 0,3 2-11 15,5-3-2-15,-4-5-23 0,6 4-41 0,1-3-66 16,-1-3-54-16,1 1-239 0,6 1-452 15,-2-1 51-15,1-3 97 0,-2-3 87 0,-3-1 44 16,3 1 59-16</inkml:trace>
  <inkml:trace contextRef="#ctx0" brushRef="#br0" timeOffset="123835.68">5875 11133 1333 0,'0'0'399'16,"0"0"-30"-16,0 0-44 0,0 0-33 0,0 0-31 15,0 0-8-15,0 0-27 0,0 0-32 16,0 0-12-16,0 0-18 0,16-10-31 0,-8 9-8 16,-2-2-20-16,-6 3-2 0,17 4-16 0,-9-2-8 15,2-1-7-15,-1 5-6 0,2-2-4 0,-4 3-3 16,0 1-11-16,0 2-4 0,-1 2 2 15,-2-1-5-15,-1 5-8 0,-3-2-5 0,-3 2-2 16,-1-2 4-16,-2 6-4 0,-4-2-3 0,0 0 0 16,-2 0-5-16,-1-3 8 0,-4 0-11 15,3-2 8-15,-3 2-5 0,4-7-3 0,-2 1-17 16,3-2 22-16,1-2 6 0,0-2-19 0,1-3 6 16,0-3 5-16,0-1-8 0,3-4-4 15,1 4 1-15,2-4-7 0,1-1-5 0,-1 2 10 16,4 0-12-16,4 0 17 0,-4-1-10 0,6 1 10 15,1 3-2-15,-1-2 2 0,2 3 5 0,5-1-2 16,-3 3-18-16,5 1 10 0,1 0 0 0,2 4 0 16,1 0 3-16,2 0-18 0,3 0 2 15,-2 5-20-15,1-1-5 0,1-1-47 0,0 3-55 16,3-2-83-16,-3-1-122 0,-3 3-577 16,6-2 70-16,-6 0 110 0,-2 1 59 0,2-9 76 15,-6 1 52-15</inkml:trace>
  <inkml:trace contextRef="#ctx0" brushRef="#br0" timeOffset="124053.57">6613 11026 1011 0,'7'-4'371'0,"-1"0"-36"16,-2 2-23-16,2-3-35 0,5 2-16 15,-1 0-36-15,0-1-20 0,5-4-23 0,5 6-31 16,-3-5-21-16,4 4-50 0,0-2-19 0,1 3-87 16,-4-4-58-16,2 4-121 0,-2 0-317 0,-1-1-202 15,-1 3 61-15,-6 0 46 0,-2 3 82 16</inkml:trace>
  <inkml:trace contextRef="#ctx0" brushRef="#br0" timeOffset="124254.58">6767 11261 1092 0,'0'0'377'0,"0"0"-19"15,10 3-35-15,-10-3-44 0,17-6-8 0,-3 3-15 16,3-2-49-16,0-2 1 0,3 3-19 0,2-4-17 16,1 2-21-16,-2-1-21 0,-1 4-15 15,-3-4-12-15,1 5-52 0,-5-3-26 16,1 5-42-16,-1-3-53 0,-3 3-60 0,-3-1-116 0,0 2-565 15,0 2 25-15,-4-3 131 0,-3 0 48 16,0 0 49-16</inkml:trace>
  <inkml:trace contextRef="#ctx0" brushRef="#br0" timeOffset="124973.73">8206 10675 729 0,'-1'-9'297'16,"1"1"-33"-16,-3 1-21 0,3 3-23 15,0 0-20-15,-3-3-34 0,3 7 3 0,0 0-31 16,0 0-15-16,0 0 5 0,0 0-15 0,-10 20 2 16,6-8-23-16,1 4 3 0,0 1-21 0,-1 1-2 15,1 4-3-15,2-4-8 0,2 4-2 16,2-2 51-16,4 3-8 0,-3-4 6 0,5 4-26 16,1-6-3-16,2 1 3 0,4-1-28 0,1-3 15 15,0-3-15-15,0 1 7 0,1-6-5 0,-1 1-7 16,3-3-11-16,-6-2 3 0,3-1 0 15,-3-4-71-15,3-1-1 0,-4-6-2 0,1 3 17 16,-4-4 3-16,-3-3 6 0,-1-3-11 16,-1 1 3-16,-5-3 9 0,-5-4-4 0,2-2 0 0,-3 0 15 15,-4-2-8-15,-1-3 9 0,-2 5-1 16,0 3-10-16,1 1 28 0,-1 3-11 0,-1 3-4 16,1 2 15-16,-2 1 3 0,2 2-6 15,0 3-7-15,-1 5 15 0,0-3-18 0,0 8 1 16,1 0 4-16,-1-2-2 0,1 7-13 0,-2 1 13 15,5-1-8-15,1 2 8 0,2-2-24 16,3 4 16-16,0-2 16 0,4 0-29 0,0 0 16 16,4 3-13-16,3-4 10 0,0 1-8 0,6 2 8 15,-2-4 8-15,5 3-15 0,5-3-6 0,1 1 23 16,1-1-25-16,4-1 8 0,1-4-27 16,2 6-55-16,1-8-49 0,3 6-82 0,-3-3-149 15,3-1-470-15,-3-2 104 0,0 1 44 0,-4 1 57 16,-3-6 58-16</inkml:trace>
  <inkml:trace contextRef="#ctx0" brushRef="#br0" timeOffset="125221.66">8821 10797 857 0,'-4'4'351'16,"4"4"-24"-16,-3 2-12 0,0 3-38 0,-1 4-6 15,2 0-48-15,1 0-1 0,1 1-27 16,0 6-13-16,3 0-16 0,1 1-5 0,-1-5-5 15,0 4-20-15,1 1-3 0,3-2-15 0,-3 0 5 16,2-3-26-16,1 2-15 0,-3-5 5 16,3 1-13-16,-1-2-10 0,-2-1-13 0,2-3 1 15,-2 1-22-15,-1-2-25 0,0-1-69 0,2-2-2 16,-2-1-95-16,-3-1-193 0,3-2-495 0,-3-4 45 16,0 0 100-16,10-11 72 0,-10-2 79 0,0-1 41 15</inkml:trace>
  <inkml:trace contextRef="#ctx0" brushRef="#br0" timeOffset="125585.45">8992 10201 1103 0,'0'0'330'0,"0"0"-41"0,7 18-18 16,-4-4-30-16,0 2-8 0,2 3-26 0,1 1-20 15,-5 3-15-15,5 2-14 0,-2 0-14 16,2 0-24-16,1 0 8 0,-3-3-31 0,-1 2-5 16,0-5 1-16,1-2-6 0,-1-1-26 0,0 1 13 15,0-5 6-15,-2 0 25 0,2-4-16 0,1 2-12 16,-4-4 38-16,0-4-12 0,0-2-11 16,0 0-8-16,0 0-12 0,0 0-24 0,-8-15 1 15,5 5 7-15,0-8 1 0,0 3-9 16,-1-10-2-16,-2 0-10 0,2 0-20 0,-3-9 17 15,3 3-15-15,1 4 10 0,-3 2-8 0,3 0 4 16,2 0 1-16,-2 7-10 0,0 1-2 0,-1 1-10 16,3 2 10-16,-2 2-26 0,3 1 0 15,-3-1-61-15,3 4-26 0,-3 5-5 0,6-4-61 16,-3 7-54-16,0-5-154 0,0 5-514 0,0 0 66 16,0 0 98-16,0 0 53 0,0 0 51 0,0 0 91 15</inkml:trace>
  <inkml:trace contextRef="#ctx0" brushRef="#br0" timeOffset="136001.07">3660 12256 967 0,'0'0'348'0,"3"21"-36"0,-3-12-15 16,0 3-28-16,3 1-21 0,0 6-30 0,-2-1-26 15,2 6-21-15,3 0 4 0,-2 1-32 0,0 0-13 16,-1 0-9-16,4 1-1 0,-4 0-33 16,1-1 15-16,2-1-27 0,-1 0-16 0,1-2-29 15,-3 1-53-15,1-6-97 0,-1 5-244 16,1-5-455-16,2 0 90 0,-2-4 66 0,0-3 74 15,-1-6 41-15</inkml:trace>
  <inkml:trace contextRef="#ctx0" brushRef="#br0" timeOffset="136235.34">4124 12514 1018 0,'10'-6'310'15,"-3"6"-34"-15,4 0-17 0,-1-2-34 0,4 1-20 16,2-2-23-16,-1 2-18 0,4 1-19 0,2 0-6 16,0-1-16-16,2-1-31 0,-2 1-51 15,3 0-67-15,-4 1-66 0,1-3-72 0,-6 1-274 16,1 2-255-16,1 0 45 0,-6-2 54 0,-1-4 82 15</inkml:trace>
  <inkml:trace contextRef="#ctx0" brushRef="#br0" timeOffset="136468.46">4295 12314 998 0,'0'0'348'0,"0"0"-18"0,0 0-33 0,-7 11-28 16,10-5-3-16,-6 2-25 0,6 3-29 0,-3 3-25 16,0-1-18-16,1 6 2 0,2 1-15 0,1 4-20 15,-1-2-10-15,-2 3-21 0,2 0-16 16,0 0-35-16,0 2-13 0,1-2-54 0,2 0-87 16,-2-2-66-16,3-2-139 0,0 2-486 0,2-3 39 15,-1-5 114-15,5 2 47 0,-3-9 54 16</inkml:trace>
  <inkml:trace contextRef="#ctx0" brushRef="#br0" timeOffset="136950.69">5023 12259 1057 0,'-6'-8'384'0,"3"-2"-57"16,-4 3-9-16,2 3-50 0,2-1-32 0,-3-2-8 16,2 5-21-16,-2 0-18 0,6 2-7 0,-12-5-33 15,12 5-11-15,-13 6-20 0,3-3-6 16,0 5-17-16,0-1-8 0,0 3-8 0,-1 2-7 16,4-1-16-16,0 3-2 0,-2-3-5 0,4 4-6 15,2-5-4-15,0 5-9 0,3-5-4 0,0 4-11 16,3-3-7-16,0-1 5 0,2 3-16 0,1-4 6 15,1-1-11-15,-1 0 11 0,5-4-8 16,-1 1-3-16,0-2 13 0,1-2-5 0,-1 2 0 16,3-6 0-16,1 1 3 0,-4-2-3 0,0-2 0 15,2-1 5-15,0-3-5 0,-1 3-5 16,-4-1 15-16,3 1 0 0,-4 2-5 0,2-1 0 16,-4 0-2-16,2 3-1 0,-3-2-7 0,1 4-2 15,-4 1-11-15,7-3 25 0,-7 3-9 16,0 0 12-16,7 11-2 0,-4-8-6 0,-3 7 8 15,1-1 1-15,1 1 2 0,-1 1-13 16,-1 4 12-16,0-1-7 0,3 2 1 0,-3 2 14 0,3 1-15 16,-3-1-28-16,3-1-18 0,-2 5-36 0,2-4 6 15,0 1-68-15,0 1-101 0,1-1-70 16,0-2-476-16,3 0 47 0,-1-3 32 0,4-2 70 16,-2-1 66-16</inkml:trace>
  <inkml:trace contextRef="#ctx0" brushRef="#br0" timeOffset="137387.26">5567 12225 1092 0,'-3'-10'464'0,"-1"3"-75"0,0 0-46 0,-2 2 2 16,5 0-35-16,-2 3-36 0,3 2-33 15,-10 0-6-15,10 0-33 0,-17 2-10 0,10 4-30 16,-3-2-14-16,-1 3-15 0,2 1-7 0,2 1-19 16,-4-1-7-16,4 0-5 0,0 2-31 0,1-3 2 15,2 3-10-15,1 2-22 0,-1-6-24 0,4 4 3 16,0-4 0-16,4 1-3 0,-1 0-5 16,4 2 0-16,0-4 8 0,0-2-11 0,4 3-2 15,-1-5-7-15,2 0 17 0,0-1-25 16,1-1 10-16,-2-3-1 0,2 1 1 0,-3 0 13 15,1-2-18-15,-1-2 10 0,-1 4 5 0,2-4 15 16,-4 4-4-16,0-1-6 0,-1 1-5 16,2-2-10-16,-8 5-5 0,6-2-1 0,-6 2 9 15,0 0 12-15,8 10 5 0,-5-3-7 0,0 0 2 16,-3 3 3-16,3 1 0 0,-3 3 5 0,0-3-13 16,3 5-10-16,-3-2 18 0,1 3-3 0,3 1 5 15,-4-1-12-15,3 4-21 0,0-2-28 16,-2-1-31-16,2 2-100 0,3-1-125 0,-2 0-596 15,2-1 48-15,5 2 77 0,-7-8 82 16,5 2 54-16,-5-6 84 0</inkml:trace>
  <inkml:trace contextRef="#ctx0" brushRef="#br0" timeOffset="137668.57">6405 12387 831 0,'0'0'341'0,"20"-3"-37"0,-13 3-32 0,3 0-34 16,4-1-21-16,0 1-9 0,3 0-29 0,-1 0-18 15,8 0-12-15,-3 0-47 0,-1 0-38 16,1 0-61-16,0 0-34 0,-1 0-100 0,-2 0-130 16,-2 0-453-16,1 1 66 0,-4 2 32 0,-2-1 60 15</inkml:trace>
  <inkml:trace contextRef="#ctx0" brushRef="#br0" timeOffset="137901.68">6549 12616 1069 0,'-1'5'423'0,"1"-5"-39"16,-7 5-36-16,7-5-41 0,-3 5-20 15,3-5-19-15,0 0-24 0,0 0-19 0,3 6-18 16,-3-6-28-16,8 3-2 0,1-2-23 16,1-1-1-16,4 0-17 0,-1 0-18 0,5 0-11 15,-5 0-12-15,5-1-26 0,-1 0-26 0,4-1-7 16,-1-2-36-16,-6 4-79 0,3 0-77 15,-1-3-113-15,-4 3-591 0,-2-4 38 0,2 4 62 16,-8-3 79-16,3 1 64 0,-3-3 72 0</inkml:trace>
  <inkml:trace contextRef="#ctx0" brushRef="#br0" timeOffset="138385.34">7939 12176 826 0,'0'0'336'0,"0"0"-29"0,0 0-44 15,0 0-4-15,-6 17-18 0,6-8-16 0,0 4-28 16,0-2-28-16,0 3-5 0,0 2-1 16,0 0 35-16,0 3-17 0,0-1-25 0,3 4-5 15,-3-2-30-15,0 2-57 0,0-4-31 0,3 7-41 16,1 0-63-16,-1-1-34 0,1-2-126 0,2-1-322 15,5-2-212-15,-5-5 82 0,4 3 61 16,1-9 59-16</inkml:trace>
  <inkml:trace contextRef="#ctx0" brushRef="#br0" timeOffset="138968.2">8241 12336 1046 0,'0'0'318'0,"0"0"-21"0,-5 16-36 0,2-9-13 16,3 5-38-16,0-3-5 0,0 2-29 0,3 0-9 16,1 3-6-16,0 3-25 0,3-7-3 15,2 5-13-15,2-1-23 0,-1-3-7 0,0 2-8 16,4-1-8-16,-3-4-7 0,6 2 7 0,-4-3-18 16,0 0 6-16,-2-4-11 0,2 2-15 15,-2-3 5-15,-4-2 5 0,-7 0-18 0,16-4 0 16,-8-1 10-16,-5-3-12 0,-2 1-8 0,-1-3 2 15,0-1-4-15,-1-3 4 0,-6-1-4 16,3 1 2-16,-5-1 7 0,2 1 8 0,0-1 13 16,0 3 13-16,-3-3 0 0,6 5-18 0,-2-3-2 15,-1 3-6-15,3 0 8 0,1 1-5 16,3 0-3-16,0 0-10 0,0-1-10 0,6 1 12 16,2 3-7-16,-1-1-8 0,3 1 3 0,4-2 5 15,2 1-8-15,2 4-2 0,-2-1 2 0,2 1-12 16,-1 3 9-16,3 0-24 0,1 3 19 15,-4 2 3-15,3 1-7 0,1 2 7 0,-1 2-5 16,-2 1 5-16,2 2-8 0,-3-1 1 0,-2 3 9 16,1 0-9-16,-2 0-3 0,-1-2 5 15,0 4 5-15,-2-3 13 0,0-3-21 16,3 4-10-16,-1-5 16 0,0 1 5 0,1-1-3 0,0-2 0 16,3-1 10-16,0-3-15 0,3 1 11 0,1-3 1 15,-7-2-7-15,7-1 8 0,-1-5-15 16,-3 4 22-16,4-6-4 0,-1-2-9 0,-3-3-17 15,0-4 28-15,-3-1-13 0,-1 0 18 0,-2-4 41 16,-5 0-28-16,1 4-18 0,-4 1 30 16,-3-1-12-16,0 1-5 0,-6-1 15 0,-4 1-5 15,-5 1-31-15,-1 1 26 0,-5 4-21 0,-6-2-20 16,-1 3-18-16,-9 5-23 0,6 3-38 16,-13 7-113-16,-14-3-264 0,-3 9-463 0,-1 1 56 15,0 0 100-15,-6-2 69 0,-1 5 70 0,-12 0 84 16</inkml:trace>
  <inkml:trace contextRef="#ctx0" brushRef="#br0" timeOffset="140300.94">3690 13434 854 0,'0'0'241'0,"0"-6"-23"0,0 6-8 0,-3-5-29 16,3 5-2-16,0-7-15 0,0 7-28 15,0 0 7-15,0-7-15 0,0 7-7 0,0 0-24 16,0 0 0-16,-3-4-20 0,3 4-5 0,0 0-21 15,0 0 15-15,0 0-20 0,0 0 11 0,0 0-14 16,-5 16-7-16,5-11 8 0,-3 2-11 16,3 1 3-16,0 1-16 0,-3-1 13 0,2 0-17 15,1 4 7-15,0 0 2 0,-2-4-7 16,2 2 8-16,0-2-24 0,0-1 11 0,-1 3 10 16,2-3-12-16,-1-1-4 0,-1-1 6 0,2 2 2 15,-1-1-4-15,0-6-1 0,-1 8-2 16,1-4 7-16,0-4-7 0,1 7-6 0,-1-7 16 15,2 7-8-15,-2-7 6 0,1 3-9 0,-1-3 4 16,3 5 14-16,-3-5-9 0,7 3-9 0,-7-3 3 16,7 2 21-16,0 0-23 0,-1 1 0 15,-6-3 7-15,12 4-10 0,-3 0 3 0,1 3-13 16,-3-2 17-16,4 1-14 0,-2 1 12 16,1 3-13-16,1 1 9 0,-1-1-6 0,-3-1 7 15,4 0-7-15,-5 2 13 0,1-4-8 0,-3 3 11 16,2 0-6-16,-2 1 13 0,0-1-5 0,-4-1-3 15,0 4-5-15,-3-1 77 0,-2-2-2 0,-1 5-26 16,-1-2-16-16,-3-1-68 0,-4-2-85 16,1 0-154-16,-1 2-548 0,3-4 47 0,-2-3 87 15,-1 0 64-15,1-5 53 0</inkml:trace>
  <inkml:trace contextRef="#ctx0" brushRef="#br0" timeOffset="140834.88">3679 13555 1021 0,'2'-8'292'16,"0"2"-31"-16,2 5-23 0,-1-5-5 15,4 2-34-15,0-1-9 0,4-4-32 0,1 5 1 16,2-5-31-16,3 2-5 0,1 0-26 0,-1-2-2 15,6 1-3-15,-2 0-23 0,0-1 5 0,3 1-25 16,3 1 10-16,-3 0-10 0,-1-1 66 16,4-1-8-16,-2 2-7 0,-7 3-15 0,1-1-14 15,-4 1-17-15,1-1-3 0,-5 4 0 0,2-2-12 16,-6 0-1-16,3 2-17 0,-10 1 9 16,14 4-17-16,-8 0 8 0,2 1-3 0,-5 4 12 15,-2 2-12-15,2 1 13 0,0 3-13 0,0 4 7 16,-3 0-1-16,0 0-4 0,0-1 3 15,1 4-8-15,1-4 1 0,-1 2-1 0,2 0-2 16,1-2-3-16,3 3 5 0,-4-3 3 0,4-1-2 16,0 1-21-16,2 0 7 0,2-5 3 0,-1-1-12 15,0-2 7-15,4 2-3 0,-4-3-5 0,4-5 3 16,0 0-2-16,3 0-6 0,-6-4 15 16,6-2 3-16,-4-1 3 0,0-2 2 0,1-3-2 15,-1 1 5-15,-2-4 0 0,-3-3-1 16,1 0 4-16,-5-5-8 0,-1 2 12 0,1-3-5 15,-4-3-4-15,-4 4 7 0,0-4-11 0,-2 3 3 16,-1 0 24-16,-2 2-6 0,-2 1-10 0,1 2 10 16,0 4-8-16,-2-1 1 0,-1 0-6 0,-1 4-22 15,1 3-14-15,-1 0-61 0,1 3-25 16,3 2-62-16,-4 1-80 0,3 3-390 0,2 0-204 16,1-1 104-16,2 4 55 0,2-6 88 15,4-1 63-15</inkml:trace>
  <inkml:trace contextRef="#ctx0" brushRef="#br0" timeOffset="141050.43">4903 13683 1121 0,'11'-3'368'0,"0"-1"-45"0,5 1-39 16,2-4-20-16,5 6-42 0,-3-6-48 0,1 5-71 16,3-3-42-16,-3 4-107 0,2-8-128 15,-2 9-527-15,0-2 27 0,-4-4 91 0,0 4 63 16</inkml:trace>
  <inkml:trace contextRef="#ctx0" brushRef="#br0" timeOffset="141284.15">4952 13401 742 0,'0'0'312'16,"0"0"-25"-16,-7 13-26 0,7-6-21 0,3 5-30 16,-3-2-5-16,4 6-38 0,-1 1-19 0,0 0-7 15,1 6-6-15,2-2-14 0,-2 0-19 16,3 1 3-16,0-1-10 0,-1 0-18 0,1-2 63 15,0 5-47-15,0-5-35 0,3 3-53 0,-3-2-81 16,1-3-114-16,2 4-549 0,0-7-6 16,3-1 89-16,-3-3 52 0,0-3 64 0</inkml:trace>
  <inkml:trace contextRef="#ctx0" brushRef="#br0" timeOffset="141701.07">5553 13290 980 0,'0'0'345'0,"-14"12"-25"16,8-5-46-16,2 2-20 0,0 3-16 0,-2-1-21 15,2 4-32-15,1-3-9 0,0 3-17 0,-3 0-23 16,5 1-11-16,-2-4-12 0,-1 2-19 0,1-3 11 15,2 2-10-15,-2-4-16 0,3 1-4 16,-3-2-14-16,2-1 0 0,1 0-4 0,-2-3 20 16,2 2-11-16,2-3-7 0,-2-3-16 15,4 5 16-15,-4-5-20 0,0 0 9 0,0 0-22 16,0 0 15-16,21-7-15 0,-21 7-6 0,13-1 0 16,-9 0-12-16,6-1 8 0,-10 2-11 0,17 0 0 15,-6 3 0-15,2-2 5 0,-3 4-2 0,4 0-1 16,0 2 6-16,0 1 0 0,-1 2 8 15,1-2-14-15,-1 5 11 0,-3-2 0 0,1-3-20 16,-1 7 12-16,-3-5 3 0,1 4 2 16,-2-3 3-16,-3-1 10 0,0 4-15 0,-3-3 7 15,0 0 1-15,-3 1-60 0,-3-3-2 0,2 4-79 16,-6-3-115-16,0-1-444 0,3-2-176 16,-4-1 113-16,1-3 74 0,0-1 49 0,-1-2 76 15</inkml:trace>
  <inkml:trace contextRef="#ctx0" brushRef="#br0" timeOffset="142166.81">5516 13406 970 0,'13'-13'291'0,"-2"4"-22"0,2 1-28 15,-2 0-16-15,2 5-15 0,4-4-33 0,0 2-16 16,-2 0-15-16,4 3 0 0,-1-3-29 0,2 5-1 15,-3-1 42-15,-2 1-12 0,1 1-10 0,1-1-18 16,-3 7-11-16,3-2-28 0,-4 1 6 16,1 3-13-16,0 3 2 0,-4-1-13 0,4 6-17 15,-4-4 2-15,0 5 5 0,1-1-7 0,-4-2-1 16,3 3 3-16,3-2-10 0,-6 2-5 16,3 0-3-16,4-1-13 0,-1-2 16 0,2 1-5 15,-2-2-3-15,4-1 0 0,0 2-3 0,0-5-5 16,3 4 3-16,-2-4-13 0,0-3 16 0,1-1-8 15,-1-1 5-15,-2-1 0 0,2-2-11 0,-5-1 19 16,5-4-16-16,-5-1 5 0,4-3-4 16,-7-3 1-16,2-1-4 0,-2-5 13 0,-1-7-16 15,-5 3 8-15,3-3 2 0,-7-3-5 16,-4 1 6-16,1 0 27 0,-1 1-7 0,-6 1-11 16,1-1-7-16,-3 6-51 0,-1-1 2 0,-4 1 13 15,3 0 16-15,-3 4-24 0,-3 1 11 0,2 2 0 16,-2 1-1-16,6 3-2 0,-6 2-7 15,3 3-3-15,3 2-21 0,-2 0-20 0,4 2-44 16,-1 3-28-16,-1 2-43 0,7-3-54 0,-2 3-113 16,8 3-429-16,-2-2 58 0,3 1 33 0,3 1 62 15,1-4 72-15</inkml:trace>
  <inkml:trace contextRef="#ctx0" brushRef="#br0" timeOffset="142416.69">7184 13531 1118 0,'10'-3'320'15,"-3"1"-44"-15,3-1-12 0,4 1-46 0,3-3-42 16,1 5-76-16,4 0-82 0,-1-2-64 0,0 0-189 16,-1 2-444-16,4 0 62 0,-3-3 82 15</inkml:trace>
  <inkml:trace contextRef="#ctx0" brushRef="#br0" timeOffset="142617.4">7228 13647 755 0,'0'0'337'0,"0"0"-45"0,-7 1-13 0,7-1-30 15,0 0-19-15,0 0-30 0,0 0-26 0,0 0 0 16,27-1-31-16,-15 0-2 0,4-2-29 16,1 1-30-16,0 2-25 0,4 0-65 0,-3-2-28 15,4-3-53-15,-1 4-93 0,-3-1-148 16,5-1-395-16,-2 0 90 0,3-6 60 0,0 5 52 15</inkml:trace>
  <inkml:trace contextRef="#ctx0" brushRef="#br0" timeOffset="142867.1">7881 13196 1011 0,'0'-5'348'15,"0"5"-39"-15,0 0-19 0,0 0-1 16,0 0-25-16,4 15-34 0,-4-6-10 0,0 1-18 16,3 2-38-16,-3 1 5 0,3 3-26 0,-3 1-2 15,3 0-31-15,-2-1 5 0,2 5-12 0,1-2-1 16,-1 3-22-16,1 1-1 0,2-1-41 0,-3-2-25 16,4 3-36-16,1-2-64 0,-2 0-33 15,1-3-85-15,0-3-133 0,3 0-450 0,0-3 27 16,-3 1 91-16,3-3 89 0,1-3 33 0</inkml:trace>
  <inkml:trace contextRef="#ctx0" brushRef="#br0" timeOffset="143683.14">8183 13308 813 0,'0'0'295'0,"0"0"-16"16,0 0-23-16,0 0-21 0,-15 19-15 0,12-7-20 15,0-1-18-15,2-2-23 0,1 5-8 16,0-3-13-16,1 5-18 0,2-1-10 0,3 0-10 16,-2-4-8-16,4 6-5 0,1-3-5 0,-2-2-13 15,4 1 3-15,-1-2-18 0,0-3 4 0,1 2-9 16,-1-3 0-16,0 0-3 0,1-6-8 0,1 4 3 16,-1-4 3-16,0-1-11 0,1-6 5 15,-1 5 1-15,0-8-16 0,2-1 2 0,-3-3-4 16,0-4 4-16,-3-2-4 0,0-2 10 15,0-2-8-15,-3-2 56 0,-4 2 6 0,3-4-11 16,-3 7 5-16,-3-1-97 0,-1-2 34 0,0 2-6 16,1 4 13-16,-4-1 2 0,1 3-7 0,-1 5 10 15,-1-7 1-15,-1 9-24 0,2 0 13 16,0-1-11-16,-4 7 16 0,1 0-10 0,1 2-5 0,9 0 15 16,-18 4-18-16,11 5 5 0,0-1-7 15,0 0 7-15,4 2 3 0,-1 1-3 0,1-1 5 16,6 1-2-16,-3 2-8 0,1-1 18 15,5-4-28-15,-1 6 28 0,4-3-20 0,-2 0 10 16,3 1-11-16,1-4 3 0,2-3-2 0,4 2 12 16,-3 0-4-16,6-7-4 0,1 5 3 15,-1-5-4-15,1-3-6 0,3 1 0 0,-1-6 2 16,1 2-20-16,-2-5 5 0,8 0-5 0,-5-5 1 16,5-2 1-16,-7 2-2 0,5-2 0 15,-1-1 3-15,-3 3 5 0,0 4 5 0,-4-2 0 16,-2 4-6-16,-1 2-9 0,-4 0 28 0,-2-1-24 15,0 5-2-15,-2 0 8 0,-2 2-3 0,0 1 3 16,-7 1 7-16,11 3 9 0,-5 4-6 0,-6 1 10 16,3 2-8-16,-3 3 19 0,1-1-11 15,-1 5 0-15,3-1-7 0,-3 1 5 0,0 1 2 16,3-3 5-16,0 6-7 0,-2-2 5 16,6 0-13-16,-3 2 12 0,2-3-12 0,0 1 3 15,1-1 10-15,1-3-13 0,2 0 5 0,-3 0-10 16,6-3 10-16,-3-2 8 0,1 2-13 0,3-5 15 15,-1-3-10-15,1 2-5 0,-1-3 13 16,2-3-5-16,-2-2-8 0,4-3 2 0,-3 2-12 16,3-6 18-16,-1-1-8 0,-1-3 18 0,1-4-16 15,2-3 3-15,-2-4 0 0,-4-2-2 16,0-2-1-16,-2 1 9 0,-2 0 9 0,-1 4-2 16,-4-2-18-16,-3 7 5 0,0 0-12 0,-3 0 12 15,-1-1 0-15,-6 6-10 0,3-2 5 0,-7 0 2 16,0 4 16-16,-2-1-28 0,-5 1 12 15,0 7 1-15,1 0-8 0,-1 1 13 0,-3 3-6 16,-3 3 8-16,0 5-30 0,-4 2-36 0,4 5-44 16,-11 9-110-16,0 2-223 0,1 6-478 15,3-3 135-15,0 2 73 0,0 0 57 0,-1-4 71 16,1 3 45-16</inkml:trace>
  <inkml:trace contextRef="#ctx0" brushRef="#br0" timeOffset="144683.29">2623 14851 883 0,'-3'-5'294'0,"3"5"-5"15,-6-6-33-15,6 6-43 0,-1-7-19 0,1 7-25 16,-3-2-26-16,3 2-17 0,0 0-6 0,0 0-5 16,-3 14-17-16,3-5-9 0,0 2-4 15,3 5-16-15,-3 1-3 0,3 1 1 0,-2 7-8 16,2 0-3-16,0 0 0 0,0 0-15 0,-2 0-12 15,1 0 4-15,2 4 15 0,0-2-7 16,-3-1-20-16,2 2-11 0,0-3-12 0,3 3-32 16,-2-2-17-16,-1-1-64 0,3-1-77 15,2-2-146-15,-1 0-402 0,-1-7 75 0,1-2 53 16,1-2 69-16</inkml:trace>
  <inkml:trace contextRef="#ctx0" brushRef="#br0" timeOffset="144966.7">2873 14846 852 0,'0'0'325'0,"0"0"-28"0,0 0-23 16,3 16-26-16,0-6-33 0,-3 1-5 0,4 3-23 15,-3 4-23-15,5 0-18 0,-3 4-13 16,1-1 7-16,-1 4-37 0,1-2 2 0,3 1-11 16,-3 0 4-16,2 0-14 0,-3 0-35 0,4-3-1 15,-3 4-35-15,3-3-31 0,0-1-46 16,2 3-53-16,-2-6-139 0,1 2-497 0,1-3 39 16,1-4 54-16,0-2 66 0,-2-7 66 0</inkml:trace>
  <inkml:trace contextRef="#ctx0" brushRef="#br0" timeOffset="145733.19">3245 15146 934 0,'0'10'276'0,"1"-1"-33"16,3 0-17-16,-1 1-29 0,0 4-8 15,4-4-28-15,-1-2-61 0,1 5-33 0,1-4-8 16,2 1-3-16,3-3-15 0,-2 1-18 0,2-5 21 16,1 2-1-16,-4-3 3 0,3-1 0 0,1-1-2 15,0-1-3-15,0-6 0 0,-1 3 7 16,-3-4-2-16,4-5-5 0,-7 3 8 0,0-5-6 16,0 0 6-16,-4-3-5 0,-2-2 12 15,-1 2-8-15,-1-1 19 0,-2 1 10 0,-1 1 7 16,0 2 14-16,-2-2 7 0,0 6-13 0,-1-3-13 15,-1 6-5-15,1-2 13 0,-2 2-25 0,2 4-1 16,-4-2-5-16,4 3-15 0,-3-1-7 16,1 1-9-16,1-1 26 0,2 3-22 0,6 1-9 15,-10-3 1-15,10 3-9 0,-7-4-1 0,7 4 4 16,-7-4-2-16,7 4-8 0,-1-6 3 16,1 6-8-16,0 0 20 0,11-4-10 0,-1 0 3 15,0 1-5-15,4-1-8 0,3-1 15 0,1 0-7 16,1 1 7-16,2 0-2 0,-3 1-21 15,2-1 13-15,0 4 6 0,-2-2-11 0,-2 4-8 16,-1-2 0-16,4 5 3 0,-4-2 3 0,1 4 9 16,-2 3-20-16,0 2 3 0,0 1 18 0,-1 2-11 15,0 2-4-15,-2-1 7 0,-1 1 2 16,0 1 1-16,-2 2-3 0,2-2 2 0,-1 0 6 16,2 0 2-16,-1 0-12 0,0-3 4 0,1 2 1 15,-1-2-3-15,5 0 2 0,-2-2 1 16,0-2-6-16,1-2 3 0,-1-1-2 0,2-4 7 15,-2 0-2-15,4-1 9 0,-6-3-4 0,6-2-11 16,-4-3 11-16,-3 2 0 0,4-6 10 16,-1-3-11-16,-2 2-17 0,-1-5 13 0,0-3 7 15,-3 1-13-15,1-3 16 0,-2-1-3 0,-2 0-2 16,2 0-8-16,-6 4 23 0,0-1-31 16,0 0 16-16,0 1 8 0,-4 0 1 0,1 0-14 15,-4 1 15-15,1 1-8 0,-2 0-23 0,-2 3 36 16,1-1-17-16,-2 1 22 0,1-1 0 15,0 5-5-15,-1-2-10 0,-3 3 7 0,1-1-10 16,2 4 11-16,1-3-13 0,-3 1 12 0,2 6-12 16,1-3-1-16,-3 2-4 0,3 1-13 0,10 0-6 15,-18 4 1-15,8-4-11 0,3 6-25 16,-2-2-3-16,1 3-43 0,4 0-36 0,-2 0-26 16,3 1-61-16,0 0-26 0,3 2-181 0,3 0-392 15,3-2 82-15,1 0 64 0,-1-1 86 16,5-4 47-16</inkml:trace>
  <inkml:trace contextRef="#ctx0" brushRef="#br0" timeOffset="146849.72">4675 15166 1052 0,'0'0'276'0,"0"-7"-28"0,0 7-40 0,0 0 22 0,0-4-30 16,0 4-6-16,0 0-22 0,0-6-1 15,0 6-17-15,0 0-19 0,0 0-7 0,0 0-12 16,3-4-9-16,-3 4-7 0,0 0-8 0,0 0-7 15,0 0-4-15,0 0-9 0,0-7-18 16,0 7 7-16,0 0-2 0,0 0-18 0,0 0 3 16,0 0-11-16,0 0 8 0,0 0-10 0,-3-5-8 15,3 5 10-15,0 0-15 0,0 0 13 16,0 0-6-16,0-7-10 0,0 7-12 0,0 0-31 16,0 0-44-16,0 0-107 0,-11-2-205 0,11 2-455 15,0 0 91-15,-13 6 83 0,13-6 76 0,-10 0 74 16</inkml:trace>
  <inkml:trace contextRef="#ctx0" brushRef="#br0" timeOffset="147333.88">4592 15191 985 0,'0'0'343'0,"-10"0"-31"0,10 0-25 0,0 0-18 15,0 0-31-15,-6-1-31 0,6 1-17 0,0 0-16 16,0 0-13-16,0 0-13 0,0 0-20 15,23-7-18-15,-9 5 0 0,3 0-2 0,3-3-18 16,2 2-14-16,5-2-1 0,-1-3-9 0,5 5 3 16,-4-4-18-16,4 0-2 0,-3 3-31 0,0-2-44 15,-1 1-25-15,-3 1-49 0,-4-2-84 16,-2 6-115-16,-5-1-193 0,1-2-281 0,-4 0 100 16,1 2 56-16,-5-2 54 0,-3-1 79 15</inkml:trace>
  <inkml:trace contextRef="#ctx0" brushRef="#br0" timeOffset="147533.2">4839 14916 921 0,'0'0'256'0,"0"0"-28"16,0 0-6-16,-14 7-17 0,14-1-18 16,-3-1-5-16,-1 7 7 0,1 0-35 0,6 3-16 15,-3 3-20-15,0-1-8 0,4 8 5 16,-1 0-15-16,4-2-16 0,-4 2 1 0,4 0-19 15,-1 2-9-15,5 5-34 0,-1-6-36 0,0 6-36 16,1-4-56-16,2-3-82 0,2 3-130 0,1-6-405 16,2 1 77-16,-2-6 51 0,-2-3 49 0</inkml:trace>
  <inkml:trace contextRef="#ctx0" brushRef="#br0" timeOffset="147850.01">5608 14699 829 0,'0'0'317'0,"-17"9"-22"0,9-2-24 16,2 1-30-16,-1 3-11 0,1 6 11 15,-2 4-47-15,2 2-2 0,2 2-23 0,1 0-15 16,3 2-1-16,-3 0-10 0,6 3-40 0,-3-3-1 16,0 1 1-16,3 3-19 0,0 1 3 15,1 0-5-15,3-2-13 0,0 2-15 0,-1 0-11 16,1-1-2-16,0-2 8 0,1-4-31 0,1-2-41 16,1 1-51-16,1-3-95 0,-1-1-164 0,3-3-466 15,1 0 65-15,-3-6 76 0,3-4 54 0,-4-1 84 16</inkml:trace>
  <inkml:trace contextRef="#ctx0" brushRef="#br0" timeOffset="148085.29">5837 15141 1123 0,'0'0'338'0,"0"0"-36"15,1-7-31-15,-1 7-20 0,9-1-15 16,-5-3-47-16,5 1-10 0,2 0-7 0,2 1-24 16,5-3-15-16,-1 2-7 0,1-2-37 0,5 3-7 15,-3-3-77-15,-2 2-48 0,2 0-70 16,0-1-122-16,-2 3-487 0,-1-2 33 0,0-1 27 16,-4 1 65-16,-2-1 75 0</inkml:trace>
  <inkml:trace contextRef="#ctx0" brushRef="#br0" timeOffset="148316.04">6182 14776 773 0,'0'0'289'15,"0"0"-31"-15,10 15-7 0,-9-7-15 0,5 2-6 16,-3 4-25-16,5 3-23 0,-2-1-8 0,1 4-26 15,0 2-2-15,0 0-13 0,0-1-13 16,-3 3-15-16,2-2 0 0,1 0-7 0,0 2-14 16,0 1-10-16,-1-3-38 0,1-1-41 0,-1 1-90 15,2 0-89-15,2-1-295 0,-3-4-273 16,2-1 94-16,0-2 54 0,0-4 59 0</inkml:trace>
  <inkml:trace contextRef="#ctx0" brushRef="#br0" timeOffset="149182.94">6537 15056 775 0,'-3'7'300'0,"6"0"-37"0,-3 2-22 0,0-4-24 15,4 7-9-15,0-3-32 0,2 1-7 0,1-2-28 16,0 2-18-16,4-2-3 0,-1 0-10 0,0-2-18 15,4-3-20-15,-4 2 7 0,0-2-7 16,4-3-8-16,-4 0-10 0,0-3 7 0,1-2-4 16,-5-2-16-16,1-3 2 0,-1 2 1 0,-1-9-1 15,-2 2-20-15,0-3 5 0,-3 0 13 16,0-1-15-16,0-1 5 0,-3 2 25 0,0 1-2 16,-1-2-18-16,3 3 35 0,-2 1-32 15,3 0 19-15,-3 4-11 0,3 0-7 0,0-2 1 16,-3 5-7-16,6 1-14 0,-3 1 3 0,3-2 18 15,0 2-20-15,5 1-11 0,-4 1 0 0,5 2 11 16,-2-2-14-16,4 4 6 0,2 0 2 0,-3 4-12 16,4-1 10-16,0 4-13 0,0-3 13 15,2 7-19-15,-2-1 12 0,-4 1-4 0,1 2 1 16,3-1-8-16,-4 5 15 0,4-3 0 16,-7-2-7-16,3 3-1 0,-1-1 1 0,-1-1-1 15,-2-1-2-15,4-1 3 0,-3-1 5 0,0 2-1 16,0-3 6-16,0-2-10 0,-1-3 9 0,2 6 4 15,-2-5-6-15,1-3-7 0,0-1 2 16,-1 2 2-16,-6-3 1 0,0 0 7 0,18-6-20 16,-15 1 10-16,1-5-7 0,-1 2-3 0,0-3 12 15,-3-3-7-15,0 2-5 0,0-1-5 0,-3-4 23 16,0 2-11-16,-1-3 1 0,1 1-3 16,0 2 13-16,-1 2-16 0,1 1 11 0,0-2 2 15,0 3-5-15,1 0 0 0,-1 1 16 0,3 1 2 16,-3 3-10-16,3-1 2 0,-3 0-12 0,3 1 4 15,0 1-4-15,3-2 7 0,0 4-10 16,0-1 8-16,5 1-6 0,-8 3-4 0,13-1 7 16,-6 0-10-16,-7 1 5 0,17 2 7 15,-7 1 1-15,-3 2-3 0,4-3 3 0,-1 6-18 16,0-3 5-16,1 3 7 0,-2 1 3 0,-1 0-7 16,5 2 2-16,-3-3 0 0,-3 6 5 15,4-3-5-15,-1-1-10 0,-3 1 17 0,3-1-9 16,-3-1 7-16,0 0-8 0,0-2 1 0,3 1 14 15,-6-1-9-15,5-3-8 0,-5 4 2 0,2-3 8 16,2-1-2-16,-4-3 0 0,2 3 2 16,0-2 7-16,-6-2-12 0,0 0 8 0,15-6-16 15,-15 6 3-15,7-4 16 0,-4-3-9 0,3 0 3 16,-5-3-2-16,2-1 5 0,0-1-19 16,-3-1 19-16,3-1-5 0,-3-1-9 0,-3 3-4 15,3-2 15-15,-4-2 0 0,1 4-5 16,-4-2 8-16,1 3-10 0,-2 0-1 0,-2 1 6 15,-3 2 2-15,-1 1-8 0,-2 1 6 0,1 2-14 16,-4 2 4-16,4-3-19 0,-2 4-25 0,0 1-64 16,4 1-31-16,-2 4-38 0,3-3-185 0,0-2-466 15,6 5 78-15,-1-3 76 0,7-2 72 16,-6 3 61-16</inkml:trace>
  <inkml:trace contextRef="#ctx0" brushRef="#br0" timeOffset="149466.56">7560 14734 875 0,'11'24'335'15,"-2"-3"-17"-15,-2-1-24 0,0 1-18 0,0 0-40 16,-3 8-16-16,2 0-10 0,0 2-16 15,-2-3-32-15,0 4-14 0,-1-6-12 0,-3 4-18 16,0-3-8-16,-3-1-3 0,-1 1-7 0,1-2-8 16,0 0 0-16,-1-2-15 0,-2 1-10 0,2-2 2 15,1-5-18-15,-1-3-31 0,-3 1-30 16,4-2-23-16,-1-4-75 0,1 1-252 0,3-7-454 16,0 2 51-16,0-5 56 0,0 0 90 0,0 0 54 15</inkml:trace>
  <inkml:trace contextRef="#ctx0" brushRef="#br0" timeOffset="149649.34">8220 15024 1154 0,'20'-2'369'0,"-3"-4"-121"16,-2 6-18-16,1-3-15 0,-6 2-25 0,4-2-47 15,-1 2-61-15,-5 1-82 0,2 0-128 16,0 4-335-16,-3-1-213 0,3-2 90 0,-7 3 51 16</inkml:trace>
  <inkml:trace contextRef="#ctx0" brushRef="#br0" timeOffset="149833.37">8210 15206 1054 0,'-5'2'317'0,"5"-2"16"16,-6 4-23-16,6-4-41 0,-4 4-11 15,4-4-45-15,0 0-3 0,0 0-3 0,0 0-23 16,10 4 3-16,-10-4-38 0,21 0-21 16,-7-4-6-16,-3 4-14 0,5-1-26 0,2-2-10 15,3-1-24-15,-5 4-27 0,5-3-47 0,-1-1-35 16,-6 2-129-16,3 1-148 0,-4-1-483 0,-2 1 78 16,-1-3 78-16,-3 4 74 0,-7 0 33 0</inkml:trace>
  <inkml:trace contextRef="#ctx0" brushRef="#br0" timeOffset="150349.76">9122 14608 816 0,'-4'-2'292'0,"4"2"-23"0,0 0-11 0,0 0 37 16,-9 10-11-16,8-3-23 0,1 3-28 0,0 3-13 15,0-1-5-15,1 9-16 0,-1-4-22 0,3 3-16 16,0 1-2-16,0 0-26 0,-2 4-2 0,2 0-16 16,3 0 0-16,-1-2-10 0,-2 1-15 0,1 1-19 15,2-4 9-15,-2 2-37 0,2 0-20 16,1-4-54-16,-3-2-48 0,3 1-74 0,-1-3-88 16,1 0-199-16,4-5-395 0,-2 0 90 15,1-3 67-15,1-2 87 0,-1-5 33 0</inkml:trace>
  <inkml:trace contextRef="#ctx0" brushRef="#br0" timeOffset="151100.94">9389 14883 1146 0,'0'0'359'0,"0"0"-27"0,0 0-19 16,0 0-24-16,0 0-25 0,-7 22-11 0,4-12-33 15,3 1-15-15,0 1-16 0,3 1-25 0,-3-1-8 16,7 4-18-16,-1-4-4 0,4 3-19 15,1-1-31-15,-1-1 11 0,4-5-11 0,3 7-7 16,1-5-13-16,1 0-2 0,-1-3-4 0,-2-3-6 16,2 0-1-16,-2-4-10 0,-1 0-3 0,-2 0 3 15,1-4 0-15,-1-2-13 0,-2-3-7 0,-4-5 12 16,-1 2-5-16,-2-5-12 0,-4-4 1 16,-4-3 4-16,-2 2-11 0,-4-7 0 15,-1 4 1-15,-2 0-11 0,2 0 18 0,-2 5-1 16,-2 4-4-16,-7-2-20 0,4 4-62 15,-2 0 2-15,2 4 13 0,-6 2 8 0,5 1 8 0,1 3 12 16,-3 2 11-16,4-2-6 0,0 4 3 16,4 0 0-16,-2 4-2 0,3-3 5 0,1 1-1 15,4 1 1-15,0 1 0 0,0-1 4 0,4 1 11 16,3-4 5-16,0 8 1 0,0-8-9 0,4 6 6 16,5-2-6-16,-2-1 8 0,4-3-10 15,2 4 5-15,1-2 8 0,3-2-3 0,4 0-8 16,0 0 3-16,-2-2 0 0,3-1 3 0,2 3 2 15,-1-1-3-15,-2 1-9 0,0 0 12 16,1-2-5-16,-4 2 2 0,-1 2-9 0,0-2 2 16,-2 0 7-16,4 4-9 0,-5 0 14 0,0 3-9 15,0 0 2-15,-1 2-3 0,0 0 6 0,-2 1 2 16,2 3-13-16,-2-1 13 0,-1 2-7 16,0 1-6-16,1 2 13 0,2-1-2 0,-3-2 4 15,4 3-7-15,0-2-5 0,0 2 3 16,2-3 12-16,-1-2 8 0,2 3-21 0,3-2 1 15,-2-2-9-15,-1-1-1 0,3-2 12 0,-6 0 0 16,6-2 0-16,-3-3 5 0,0-2-10 0,-3 2 0 16,3-3 5-16,-4-4 2 0,2 1 3 0,1-4-12 15,-2-3 7-15,-4-2-3 0,4-5 6 0,-4-1 4 16,-3-2 1-16,0-3-6 0,0-2-2 16,-4-1 3-16,1 0-8 0,-4 0 2 0,3 1-2 15,-6 0 0-15,-1 0 8 0,1 2 2 16,-5 2 5-16,2 3-13 0,-1 0-2 0,-3 1 13 15,-4 2-8-15,4 5 3 0,-4 1 12 0,1 0-20 16,-4 2 10-16,3 0 5 0,-3 7-7 16,3 0-1-16,-3 0 3 0,0 4 8 0,-3 0-20 15,3 5 12-15,0-2-3 0,3 1-15 0,0 2-20 16,0 2-23-16,0 1-41 0,-2 2-29 0,2-1-66 16,4 3-112-16,0-5-267 0,2 6-218 15,-2-1 44-15,1-3 90 0,2-3 72 0,-4 3 68 16</inkml:trace>
  <inkml:trace contextRef="#ctx0" brushRef="#br0" timeOffset="157015.38">2124 2329 729 0,'3'25'200'15,"1"-13"-1"-15,-1 1-25 0,1 3-7 16,3-1-32-16,0 2-4 0,-1 2-8 0,4 1-13 16,-2 0-8-16,2-2-12 0,-3 1 12 0,4-1-35 15,-2-3 4-15,1-1-22 0,-3-1 7 16,4 0-15-16,-1-3 16 0,-3 0-4 0,6-3-6 0,-3-1 4 15,1-2 15-15,6-2-7 0,-3-4 10 16,6-2 0-16,4-4-20 0,3-5 15 0,14-9-10 16,-3-4 10-16,7-5-16 0,8-9 19 15,6-3-18-15,-1-1 4 0,0-4 4 0,0 2-22 16,-2 1 9-16,2 2-3 0,0 0 5 0,-4 4-5 16,4 2 59-16,-10 7 2 0,0 5-17 15,-3 2-9-15,-4 3-14 0,-7 6-8 0,-4 3-31 16,-9 4-41-16,-3 2-21 0,-5 2-37 0,0 3-50 15,-6 3-50-15,-3 2-147 0,-7 5-468 0,-2 3 56 16,-8 3 75-16,-8 2 48 0,-12 10 75 0</inkml:trace>
  <inkml:trace contextRef="#ctx0" brushRef="#br0" timeOffset="157383.9">2223 2858 691 0,'3'11'291'0,"1"-2"-27"16,0 1-28-16,0 2-27 0,2-4-17 0,1 3-15 15,0-2-8-15,3 1-23 0,1 2-5 0,1-6-6 16,3 1-19-16,2-1-14 0,3-4 3 0,4 2-3 15,3-8 3-15,5-4-8 0,22-5 3 16,0-6 3-16,19-10 2 0,-1-3-26 0,2-7 11 16,2-4-1-16,-4-7-4 0,6-5-1 15,18-15-17-15,-3-1-6 0,-16 12 3 0,16-14-8 16,-18 14-22-16,0 2 12 0,-2-1 2 0,1 5-2 16,-6 1-7-16,-3 4-8 0,-3 4 2 0,-4 6-13 15,-13 10-2-15,-7 3-8 0,-8 7-38 16,-5 4-38-16,-6 4-49 0,-5 5-70 0,-4 2-45 15,-3 5-269-15,-4 3-310 0,-3 1 97 0,-7 3 72 16,-6 2 49-16,-10 4 71 0</inkml:trace>
  <inkml:trace contextRef="#ctx0" brushRef="#br0" timeOffset="164786.54">2568 12498 670 0,'1'-7'205'15,"1"5"-18"-15,0-4-18 0,1 0-31 0,-3 2 3 16,0 4-3-16,3-8-5 0,-3 2-18 0,0 6 0 16,1-4-35-16,1 0-1 0,-2 4-7 15,0 0-1-15,0 0-7 0,0 0-2 0,0 0 4 16,0 0 6-16,14 15-8 0,-11-5-2 0,2 3-6 15,1-1 0-15,-3 3-12 0,1 2 4 16,2 2-12-16,-2 0 5 0,3-3-10 0,0 5-6 16,-1-4-4-16,1-1 10 0,-1 1-8 0,2-3 7 15,-1 1-17-15,3-1 13 0,-3-1 7 16,3-2-18-16,1-2-2 0,1 0 13 0,3-1-16 16,2-1 13-16,0-7 8 0,4 0-16 0,3 0 3 15,2-7 0-15,8-3 2 0,11-8-2 16,0-4 13-16,6-3-21 0,0-1-79 0,14-8 5 15,-3-5-2-15,3 2 14 0,0-1 4 16,3 2-16-16,-4 1-5 0,1 0-59 0,-3 0-36 16,-3 0-95-16,-5 10-450 0,-6-4 90 0,0-2 51 15,-6 6 51-15</inkml:trace>
  <inkml:trace contextRef="#ctx0" brushRef="#br0" timeOffset="165947.51">1940 13793 358 0,'0'0'136'0,"0"0"-32"0,0 0-17 16,0 0 13-16,0 0-8 0,0 0-4 0,-3 15-4 15,3-8-23-15,0 0 19 0,3 2-34 0,-3 0 8 16,3 2-6-16,0 0 6 0,-2 1-8 16,5 3-2-16,-2-3-24 0,0 2 13 0,2-3 6 15,-2 3-24-15,2-3 11 0,1 3 2 0,0-5-3 16,0 0 16-16,0-1 0 0,0 0-7 15,6-1 12-15,-2-4 5 0,3 2 0 0,2-4-13 16,5-2-12-16,-1-5 23 0,7-1-19 16,4-4 91-16,14-11-39 0,2 3-3 0,2-6-28 15,13-8-15-15,8 0-31 0,7-3-56 0,4-3-105 16,5 2-382-16,3-4-86 0,-1-2 84 16,2-3 28-16</inkml:trace>
  <inkml:trace contextRef="#ctx0" brushRef="#br0" timeOffset="167497.72">958 15374 319 0,'-2'-4'108'15,"2"4"-3"-15,0 0-5 0,-1-8-8 0,1 8 3 16,0 0-1-16,0 0-17 0,-3-4-10 0,3 4-8 16,0 0-8-16,0 0 2 0,0 0-4 0,0 0-3 15,10 16 3-15,-7-9-1 0,0-1-4 16,2 3-8-16,1 0 12 0,-2 1-25 0,3-1 1 15,2 0-7-15,-1 4-1 0,1-1 2 0,1-4 20 16,2 2 3-16,1 1-20 0,1-3 19 16,0-2-19-16,6 1 10 0,-4-4-8 0,5-2 23 15,1-5 0-15,4 1-10 0,9-7-3 16,9-6 0-16,5-5 67 0,1-4 0 0,11-9-13 16,1-2-8-16,2-3-10 0,9-4-7 0,-2-4-3 15,4-3-16-15,4-1-20 0,0-1 3 0,0-3-59 16,3-1-103-16,-1 1-302 0,2 2-220 15,-1 3 52-15,-3 2 55 0</inkml:trace>
  <inkml:trace contextRef="#ctx0" brushRef="#br0" timeOffset="176496.87">12182 11676 670 0,'0'0'246'15,"-4"-10"-18"-15,4 3-13 0,0 7-5 0,0-9-11 16,0 2-7-16,0 4-15 0,0 3 40 16,0-10-9-16,0 5-21 0,0-2-16 0,4 3-7 15,-4-2-21-15,3-1-15 0,-2 4-10 16,5-2-8-16,-2 2-23 0,5-4-2 0,2 4 2 16,-1-2-13-16,8-2-3 0,-2 4 1 0,5-3-13 15,-1 5 2-15,1-1-4 0,3 1-14 0,3 2-9 16,-2 1 12-16,1 6-5 0,2-1-18 15,2 3 0-15,1 7-11 0,-4 1 1 0,7 5 10 16,-6 1-2-16,-7-3-6 0,-1 4 1 0,-6 0-4 16,-1 5 1-16,-2-3-8 0,-4 6 0 0,-1-1 0 15,-6-1 11-15,0 3-14 0,-3 1 9 16,-1-2-4-16,-5 2 19 0,-5 11-13 0,0-4-1 16,0-1-1-16,-2-7-11 0,4-7 2 0,2 5 9 15,-3 0-6-15,2-4-3 0,1 4 8 16,1-6 3-16,-2 5-10 0,7-5 2 0,-2-1 3 15,2 0-8-15,1 0 18 0,3-2-8 0,0-1 5 16,4 1-10-16,2 2-2 0,-3-2 17 16,4-4 3-16,4 4-23 0,-4-3 11 0,2 0-4 15,2-1 3-15,-1-1 1 0,0 0-6 0,1-3 13 16,-1 2 0-16,-3-4-18 0,4 0 5 16,-5 4 2-16,4-2 1 0,-3 2 0 0,1 1-3 15,-2 2 8-15,0-2-16 0,-2 2 21 0,-1 4-5 16,-3 1 0-16,0 0-6 0,0 1-2 0,0 5 6 15,-3-5 2-15,3 4 7 0,0-1-23 16,-3-2 16-16,2 4 0 0,-2-5-3 0,3 5-2 16,0 4 0-16,0-1 12 0,0-2-10 0,3 2 1 15,-2-1-1-15,5-1-2 0,-3-1 7 16,1-1-23-16,4 2 26 0,1 1-8 0,-2 1-5 16,7 7 16-16,-4-2-26 0,0-11-3 0,1 5 13 15,-1-3 11-15,0 0-11 0,7 10 2 0,0 2-7 16,0-2 8-16,1 1-10 0,-2-9 9 15,2 5-4-15,-2-4 12 0,-4-3-17 0,1-2 35 16,7 13-28-16,-3 0 15 0,4-1-7 0,-8-8-8 16,1-2-2-16,0-4 7 0,0 6 6 15,-4-2-22-15,0 0 9 0,1 0 15 0,-5-2-3 16,1 4-5-16,-1-7 1 0,-2 0 2 0,0 4-3 16,-1-3 0-16,-2-1 5 0,-2 1-7 0,-2 0 5 15,-1 0 12-15,-3-2-22 0,0 0 20 16,-6 1-26-16,-1-1 14 0,1-4 19 0,-5-3 11 15,2 5-5-15,-8-4-31 0,-1 0 8 0,-2-4-23 16,0-4 28-16,-4-2-21 0,3-5 16 0,-2 1-10 16,-1-4 12-16,0-4 3 0,-9-2-10 15,5-5-1-15,-13-3-12 0,4-5-8 0,3 1 8 16,10-2-8-16,4 4-7 0,6-1 2 16,-3-1 5-16,7 2-28 0,0 0-15 0,4 1-18 15,-1-1-54-15,7 0-110 0,0-1-159 0,4 7-525 16,3-1 60-16,0-3 120 0,4-3 81 0,2-2 54 15,1-4 62-15</inkml:trace>
  <inkml:trace contextRef="#ctx0" brushRef="#br0" timeOffset="177262.91">14985 11094 724 0,'0'0'248'0,"0"0"-23"0,3 24-20 0,-3-9-13 16,4 3-10-16,-1 4-28 0,0 2-1 0,1 2-22 15,-1 2-19-15,1-3-4 0,3 7 15 0,-4-1-26 16,1-2-23-16,-1 1 8 0,0-2-26 16,-3 4 1-16,0-6 48 0,3 4-13 0,-3-3-10 15,1 0-26-15,-1-5-38 0,0-4-26 0,3 4-33 16,-6-5-64-16,6-3-38 0,-3 1-36 15,-3-5-246-15,3-3-274 0,0 1 85 0,0-8 56 16,0 0 56-16</inkml:trace>
  <inkml:trace contextRef="#ctx0" brushRef="#br0" timeOffset="177550.03">14968 11139 796 0,'-3'-21'225'0,"3"3"-18"0,0 1 62 16,3 6-13-16,-3-3-33 0,3 4-24 0,3-2 1 15,-2 2-31-15,3 2-13 0,3-3-8 0,1 1-9 16,3 3-32-16,-1 0 3 0,5 0-15 16,1 5-3-16,-1 0 0 0,-1 2-12 0,-3 3 4 15,6-2-17-15,-3 6-9 0,-3 3-6 16,3 3-11-16,-3-1 7 0,-4 3-7 0,0 3 16 16,-3-1-17-16,-3-2-4 0,-1 3 5 0,-3-1-18 15,0 5 5-15,-6-3 6 0,1 3 2 0,-2-2-13 16,-2-2 10-16,-1 4-2 0,-1-5-11 0,-2 1-2 15,2-1-3-15,1-4 3 0,0-1 3 16,-1 0-19-16,-2-1-22 0,6-1-34 0,-7-3-10 16,7 3-23-16,0-3-79 0,1-2-134 15,-2-2-491-15,2 0 28 0,2 0 98 0,4-3 43 16,0 0 54-16</inkml:trace>
  <inkml:trace contextRef="#ctx0" brushRef="#br0" timeOffset="178629.91">15262 11198 645 0,'7'-4'289'0,"3"4"-28"0,4 3-26 15,-1-2-17-15,0 2-13 0,2 4-24 16,5 4-4-16,-3 2-31 0,4 2-5 0,-4-1-8 16,3 6-28-16,1 0-10 0,-1-2-3 0,-3 6 0 15,-3-8-13-15,-3 6-17 0,-2-3-6 0,-2-1 69 16,-3 0-15-16,3 1-5 0,-4-2-7 0,-3 0-9 15,1-5 1-15,-2 3-16 0,1-1-20 16,0-3 7-16,-3-1-10 0,-1 0-2 0,1-3-11 16,2 0 6-16,-2-6-6 0,0 4 8 0,3-5 3 15,0 0-13-15,0 0-3 0,-10-10 0 16,7 3-10-16,3-6 1 0,0 3-7 0,6-5 1 16,-3-3-2-16,4 0 7 0,0-4-10 0,4 4 4 15,2-2-11-15,4-2 1 0,0 0 11 0,0 4-10 16,-3 1 2-16,6 5-2 0,-2-2 2 0,-1 4-7 15,3 2 2-15,-6 2-10 0,6 3-3 16,-6 3 8-16,3 3 8 0,-3 1-11 0,3 2-2 16,-1 5 2-16,-4 0 6 0,4 0-11 15,-2 4 13-15,-1 2 8 0,-1-2-13 0,1 2 3 16,-3-3 9-16,7-2-14 0,-4 5-1 0,2-2 1 16,-2-5 4-16,1 4-2 0,3-3-5 15,0-4 5-15,-4 3-5 0,5-5 3 0,-2-2 7 16,-1 1 7-16,-2-3-9 0,1-2 5 0,-1-3 2 15,2 1-2-15,-2-2-8 0,-3-5 5 16,1 0-3-16,-5-2 11 0,1-2-10 0,-4-3-1 16,-3-4 11-16,0 2-13 0,-3-3-10 0,-4-3 10 15,1 4-8-15,-5 0-2 0,-2 2 12 16,2 3 4-16,-6 1-1 0,-1 5-8 0,2 3 8 0,-5 5-7 16,5 3 4-16,-5 0 14 0,-3 8-6 15,4-1-10-15,-1 6-3 0,3-3 3 0,2 4-5 16,2 0-5-16,7-3 15 0,0 3-5 15,1-1-13-15,6-3 13 0,0 3 0 0,3-3-2 16,1 4 2-16,5-5-5 0,6 3-3 0,1-3 10 16,5 0-9-16,3-4-3 0,-1-2 17 0,5 0-17 15,-4-4 0-15,6-4 2 0,-5 3 3 16,5-6 2-16,-5-2-4 0,-2 1-11 0,1-7 10 16,0-3-12-16,-6 1-14 0,1-4 9 0,-4-4-16 15,-5-4 18-15,-1 3-18 0,-1-6 5 0,-5 7 8 16,-2-4 2-16,-2-2-2 0,-2 3-3 15,-1-1 13-15,1 4 18 0,-1 0 11 0,1 7-9 16,0 3 3-16,-1 4-10 0,1 3 0 0,0 3 0 16,-5 5 8-16,8 0 4 0,-7 14-2 15,1-3-2-15,3 9-1 0,-4-1 4 0,4 6-1 16,-1 0-10-16,3 1 10 0,1 5-3 16,-3-5-9-16,6 1 12 0,-3-1 0 0,0 2-5 0,0-3 13 15,0-4-11-15,1 0 3 0,-1-4-12 0,0 0 17 16,0-4 3-16,4 1 7 0,-4-6-12 15,0 2-11-15,0-3-2 0,0-6 5 0,3 4 0 16,-3-5-5-16,0 0 8 0,0 0 2 0,16-15-8 16,-9 7-5-16,1-6 11 0,-1 3-13 15,5 1 7-15,-1 1-4 0,0-4-4 0,2 5 6 16,4 1 5-16,-7 4 8 0,4 0-13 16,0 3 10-16,3 2-13 0,0 0 3 0,0 5 0 15,0 0 7-15,0 1-4 0,1 4 4 0,-1-4 14 16,0 6-1-16,-4-3 6 0,1-3-6 0,-7 6 16 15,3-4-6-15,-4 0-4 0,-5-2 7 0,2 5 3 16,-6-5-8-16,-4 1 2 0,0 0-2 16,-7-1-7-16,1 0 2 0,-5-3 10 0,-1 2-18 15,-2-7 3-15,0 4-5 0,-2-3 4 0,-2-2 6 16,1 0 0-16,3-2 8 0,1 0-6 16,-4-4-20-16,7 0-13 0,0-1-10 0,3-2-15 15,1 0-34-15,6-4-40 0,1 2-47 0,2-4-61 16,8 1-185-16,-1-3-434 0,7-4 97 0,3-3 71 15,1-1 51-15,7-10 91 0</inkml:trace>
  <inkml:trace contextRef="#ctx0" brushRef="#br0" timeOffset="178813.06">16742 10974 737 0,'0'9'268'0,"0"7"-22"16,0 1-5-16,0 1-26 0,0 5-3 0,0 1-4 15,3 3-39-15,-3-1-3 0,0 4-7 0,1-1-24 16,-1-3-22-16,3 5 0 0,0-5-26 0,1 3-6 16,-1-3-22-16,0 0-43 0,0-1-52 15,5-1-43-15,-5 0-44 0,4-3-144 0,0 0-234 16,-1-4-162-16,2-5 54 0,-2-2 56 0</inkml:trace>
  <inkml:trace contextRef="#ctx0" brushRef="#br0" timeOffset="179646.63">16922 11523 988 0,'5'-5'320'0,"2"-2"-36"0,-1 2-98 16,4-1-9-16,-2-1-16 0,1-3 1 0,1 3-24 15,1-1-2-15,-1-2-34 0,3-1 5 16,-2-2-4-16,-1 2 12 0,-3-1-31 0,4 1 6 16,-4-5-8-16,-1 4 8 0,-3-3-37 0,1-1 9 15,-4 1 66-15,0 5-8 0,0-5 8 16,-3 7 0-16,-1-4 0 0,-2 3-15 0,2 3-26 15,-7-2-8-15,1 8 5 0,-3 0-12 0,2 3 5 16,-2 4-26-16,-1 0 0 0,1 1-7 16,2 2 15-16,-2 4-3 0,3-3 0 0,3 4-25 0,2 0-5 15,-1 1 15-15,6-4-13 0,0 2-13 16,3-3 3-16,2 4 10 0,1-1-7 0,4-1-1 16,3 0 8-16,5-1-12 0,-1 0-6 15,3-3-18-15,4-2 1 0,-6-2-14 0,2 0-35 16,0-3 7-16,-3-2-30 0,1 0 12 0,2-2-10 15,-6-3-22-15,3-3 1 0,0-2 19 16,-3-1-31-16,-1-3 20 0,2-4 19 0,-6 0 19 16,2 1 4-16,-1 2 2 0,-3 1 20 0,0 2 26 15,-1-1-10-15,-2 5-11 0,3 1 14 16,-4 4 2-16,1 2 10 0,-4 1 2 0,0 0 27 16,13 9-16-16,-7-2 0 0,-1 2-6 0,-2 2 6 15,0 1-2-15,1 1 12 0,-1-1-10 0,0 1 0 16,1-1 2-16,-1 1 1 0,0 0-11 0,-3-1 8 15,4-4 15-15,-3 5 3 0,-1-5 5 16,0 0 13-16,0-2 10 0,0 1-3 0,0-3 0 16,0-4-15-16,0 0 1 0,-5 4 1 15,5-4-4-15,0 0-19 0,-6-12-7 0,6 4 15 16,-3-5-2-16,3 0-3 0,3-6-5 0,0 1-12 16,0-2 1-16,2-2 6 0,1 3 0 0,-2 2 8 15,2 0-24-15,-2 2 21 0,6 0-15 16,-6 6-5-16,5 1 9 0,-2 5-12 0,0-1-2 15,-7 4 12-15,17 4 0 0,-7-1-15 0,-2 5 18 16,2 1-10-16,0 3 2 0,1-1-10 0,-2-1-3 16,-2 4 23-16,0-3-7 0,0-1-11 15,0 2 6-15,-4-2 0 0,1 0 12 0,-1-2-10 16,3-1-2-16,-5 1 7 0,2-2-2 0,1-2 4 16,-1 1 1-16,-3-5-8 0,0 0-5 15,0 0 13-15,0 0 2 0,0 0-4 0,0 0-6 16,-3-16 2-16,3 2 11 0,0 4-7 0,0-6-9 15,3-3 6-15,-2-4-3 0,2-1-8 0,0 4 14 16,1-3-14-16,2 0 0 0,1 3 14 16,0 4-4-16,-3 2 4 0,5 2-11 0,-5 3 2 15,3 2 3-15,3 0-12 0,0 6 2 0,0 1 7 16,1 2-7-16,-1 4 20 0,0 1-12 16,1 2-3-16,-1 1 2 0,0 0 4 0,1 5-12 15,-1-5 1-15,4 7 8 0,-4-2-11 0,0 3-17 16,4-3-24-16,-4-1-53 0,0 0-57 15,4 1-56-15,-4-1-187 0,4-4-473 0,-1 1 40 16,0-4 95-16,-1 0 75 0,1-1 68 0,1-4 70 16</inkml:trace>
  <inkml:trace contextRef="#ctx0" brushRef="#br0" timeOffset="180116.31">18226 11244 1087 0,'10'-11'325'0,"0"4"-20"16,0-1-49-16,-3-2-5 0,0 3-23 0,3 0-34 16,-6 2-17-16,3-2-13 0,2-2-6 15,-5 1-12-15,3-2-13 0,0-2-10 0,-4 2-13 16,1 0-12-16,2-4-6 0,-6 3 0 0,3-3-74 16,-2 2 0-16,2-1 0 0,-3 4 0 15,0-1 10-15,0 1-3 0,0 2-2 0,0 1 11 16,0 6-11-16,0 0 0 0,0 0-8 0,0 0 8 15,0 0 3-15,-7 25-8 0,7-12-13 16,-3 4 13-16,3 3 5 0,0 1-8 0,0-1-5 16,0 7-7-16,0-2 12 0,0 4-7 0,3-3 7 15,0 1-5-15,-2-2-10 0,2 0-2 16,1-2 7-16,0-5 3 0,-4 3-8 0,3-4 0 16,-3-5 2-16,0 5 3 0,0-4-5 0,0-2 11 15,0-3-4-15,0 2 4 0,-3-3 14 16,2-1-25-16,-6-1 18 0,4 0-15 0,-1-3 4 0,1 2 19 15,3-4-11-15,-7 4 13 0,1-4 18 16,6 0-23-16,-4 7-2 0,4-7-3 0,0 0-10 16,-7 1 12-16,7-1 1 0,0 0-19 0,0 0 11 15,0 0 12-15,20 7 4 0,-13-5-24 16,4-2 8-16,2 4-1 0,0-1-12 0,-1-2-10 16,-2 3-21-16,4-1 1 0,-4-2-42 0,-1 1-48 15,-5 3-34-15,3 0-61 0,-6 0-43 0,-2 0-180 16,-6 0-353-16,0 2 54 0,-3 1 71 0,-7-1 70 15,-3 0 53-15</inkml:trace>
  <inkml:trace contextRef="#ctx0" brushRef="#br0" timeOffset="180479.25">15966 12005 732 0,'-7'9'227'0,"0"-1"9"0,7-4-26 16,4 3 0-16,2 0-11 0,5-4-12 15,6 2-26-15,7-2-2 0,7 2-3 0,3-3-23 16,10-2-2-16,4-2 58 0,20-3-17 0,11 0-3 16,20-2-18-16,11-2-5 0,5-5-18 15,-1 6 7-15,5-4-27 0,4-1-83 0,4 2 9 16,6-2-4-16,31 2-4 0,-34 2 10 15,-7 1-16-15,0 0-2 0,-3 1-2 0,-3 2-9 16,-2 2 32-16,-5-4-21 0,-8 3 0 0,-10-2 2 16,-16 1 0-16,-8 2-4 0,-9 1-1 0,-9-3-10 15,-12 4 6-15,-7-2 9 0,-3-1 8 0,-5 2-10 16,-2 2 0-16,0-1 5 0,-8 0-15 0,1-4-6 16,-4 4-27-16,-4 1-62 0,-6 0-80 15,4 0-142-15,-4 0-539 0,0 0 96 0,0 0 45 16,-28 0 70-16,15 0 99 0</inkml:trace>
  <inkml:trace contextRef="#ctx0" brushRef="#br0" timeOffset="181479.51">20096 10905 524 0,'0'0'200'0,"0"0"-18"16,-4-6-3-16,4 6 5 0,0 0-23 0,0-6-10 15,0 6 3-15,0 0-16 0,0 0 6 16,0 0 78-16,0 0-25 0,7 21-20 0,-7-9 0 16,3 3-21-16,-2 2-18 0,2 5-13 0,0-1-2 15,0 4-18-15,-2 0 0 0,2 5-23 16,0-4 2-16,0 0-2 0,-2 2-33 0,3 0-39 16,-1-1-51-16,0-2-66 0,1 0-134 0,-1-1-511 15,0-6 9-15,1 0 86 0,-1-4 83 16,-3-3 62-16</inkml:trace>
  <inkml:trace contextRef="#ctx0" brushRef="#br0" timeOffset="181713.07">19986 11026 970 0,'0'-8'294'0,"0"1"-48"16,0 2 7-16,3-2-33 0,-2-2-18 0,5-1-17 15,5-1-21-15,-1 0-6 0,3 3-14 16,5-3-19-16,2-2-12 0,0 5-21 0,1-2 3 16,3 2-21-16,1 1 13 0,-3-2-16 0,0 7-19 15,-2 0-29-15,-3-2-44 0,1 8-68 16,-2-2-39-16,1 0-52 0,-7 5-55 0,0-1-126 0,-5 3-317 16,1 3 17-16,-6-4 73 0,-3 7 63 15</inkml:trace>
  <inkml:trace contextRef="#ctx0" brushRef="#br0" timeOffset="181896.68">20058 11418 929 0,'0'0'230'0,"0"0"-28"0,3 8 18 0,-3-8-12 16,14 0-16-16,-14 0-26 0,17-3 0 0,0-1-27 15,1 3-1-15,2-2-25 0,7-3-9 16,1 5-14-16,2-6-5 0,1 4-39 0,0-2-28 15,0 2-70-15,6-1-96 0,-3 1-177 0,8 1-377 16,-2-3 73-16,1 2 50 0,1-2 83 16</inkml:trace>
  <inkml:trace contextRef="#ctx0" brushRef="#br0" timeOffset="182679.93">21381 11015 936 0,'-1'-7'333'0,"-5"5"-23"16,-1-3-21-16,1 4-33 0,-5 1-28 0,11 0-11 15,-24 5-4-15,10-2-31 0,-6 7-21 16,0 2-5-16,2-1-25 0,-3 3-3 0,5-1-13 16,-2 2-8-16,2 3-17 0,2-3-16 0,0 1 0 15,7-1-7-15,-3-3-8 0,3 5-16 16,4-4 8-16,3-2-5 0,0 0-15 0,3 0 8 15,0-1-1-15,8-2-15 0,-1-5-5 0,0 4 8 16,4-6-1-16,3-1-7 0,-3-1 5 0,3-5-5 16,0 2 3-16,0-5-1 0,3-3-25 15,-6 0 10-15,3-4-10 0,-3-2-3 0,-3-4-10 16,-1 1 8-16,-1-8-8 0,-4-3-7 0,1 3 17 16,-2-2-8-16,-4 4 6 0,0-4 5 15,0 6 3-15,0-2-4 0,-1 2 17 0,-2 2 12 16,3 5 5-16,0 1-13 0,-3 2-7 0,0 5 2 15,3 2-7-15,-4 1 7 0,3 6 5 0,1 1 3 16,0 0-8-16,0 0 11 0,-10 16-13 16,7-6 7-16,0 5-7 0,3 1-1 0,0 3-4 15,0 2-3-15,0 0 5 0,3 4-2 0,1 0-11 16,2-2 23-16,2 1-5 0,2-3-4 0,0 1-4 16,4 0-2-16,-1-5 3 0,1 1 2 15,3-3 10-15,0-2-15 0,0-5 0 0,0-1 13 16,0-1-23-16,1-4 23 0,-5 0-24 0,1-5 16 15,-1 2 6-15,1-4-16 0,-1 3 17 16,-2 1-12-16,-1-4 0 0,-3 5-2 0,0-3 2 16,-7 3-8-16,14 0 6 0,-8 3-14 0,-6-3 19 15,7 5 2-15,-3-2 5 0,-1 4-2 16,0-4-6-16,1 4 3 0,0 0-15 0,2 1 13 16,-2-2-6-16,-1-2 3 0,4 3 3 0,0 0-6 15,-3-4-2-15,2 2 0 0,1-2 15 0,-1 1-15 16,2-3 8-16,-8-1 4 0,7 1 4 0,-7-1-9 15,10-6 11-15,-7 5 0 0,-3 1-6 16,0-11-1-16,0 3-9 0,-3-4 18 0,-4 2-12 16,3-2-8-16,-6-2 7 0,0 3-7 0,0-3 3 15,-1 3-1-15,1-2 3 0,-3 5 10 16,2-2-7-16,-2 0-3 0,6 4 5 0,-4-1 3 16,1 0-19-16,0 2 14 0,3 0 2 0,0-2 5 15,3 6-7-15,-2-2-6 0,2-3-4 16,-2 4-1-16,6 2 3 0,-7-6-5 0,3 4-8 15,4 2 5-15,-6-5 5 0,6 5-15 0,0 0 0 16,0 0-43-16,0 0-16 0,0 0-18 0,0 0-54 16,0 0-48-16,0 0-177 0,10-1-427 15,-10 1 43-15,13 7 64 0,-6-6 77 0,-7-1 46 16</inkml:trace>
  <inkml:trace contextRef="#ctx0" brushRef="#br0" timeOffset="183713.13">22229 11005 609 0,'7'17'268'15,"-1"1"-35"-15,-3-2-7 0,1 0-29 0,0 1-21 16,-1-1-27-16,1 1-11 0,-1 1-10 16,0-1-13-16,0-1-10 0,-2-3-5 0,-1 1 2 15,3-3-25-15,-3 1 10 0,0-2-15 0,3 0 15 16,-3-2 8-16,0-1-1 0,0-1-9 0,0-6-3 16,-3 4-6-16,3-4-4 0,0 0 5 15,0 0-21-15,-10-17-5 0,10 7 1 0,-3-5-9 16,3-2-4-16,0 1-9 0,0-5-2 0,3-4 65 15,0 1-4-15,4-1-20 0,-1 2-2 16,2-1-6-16,-1 4-10 0,2 0 1 0,-2 3 4 16,1 4-10-16,-1 0-10 0,2 4-5 0,-2 1-8 15,1 7 5-15,2 0-8 0,-1-1 1 16,-9 2 4-16,18 9-22 0,-8-1 15 0,1 0-13 16,-1 3 5-16,0-1 13 0,1 4-2 0,-1-3-1 15,0 3-12-15,0-3-6 0,0 2 11 16,0-1-5-16,-3-4-6 0,4 2-4 0,-2-2 2 15,-2-1 10-15,4 0-2 0,-4-4-3 0,3 2 13 16,1-3-8-16,-1-2-5 0,0-2 0 0,3-3 0 16,-3 1 1-16,1-2 17 0,0 2-29 15,-2-2 14-15,-2 1 8 0,0 1-16 0,0-2 5 16,0 3-5-16,-1-1-13 0,-6 4 8 0,7 0-6 16,-7 0 17-16,11 7-6 0,-8-3 5 15,1-1-5-15,2 5 2 0,-2-2 6 0,2-2-13 16,2 4 2-16,-2 1-2 0,1-2 10 0,0 0 0 15,3 0-2-15,-3-3-8 0,3 1 13 0,1-2-14 16,-1 2 12-16,0-4-4 0,1 0 3 16,-1-1-7-16,-10 0 20 0,20-3-18 0,-13-1 5 15,3-3 5-15,-4 3-18 0,2-6 21 0,-4-2-10 16,-1 2-6-16,0-4 0 0,-6 1 11 0,3-3 2 16,-3-2-10-16,-5-3 3 0,3 2-11 15,-6 2 11-15,4 1 15 0,-1 0-11 0,-2 2-9 16,3 3 12-16,-6 4-2 0,3-1-6 15,-1 5 14-15,-1 2-11 0,1 1 0 0,0 2-2 16,-3 1-70-16,7 4 16 0,-5 3-3 0,1 4 3 16,4-3-3-16,3 4 18 0,-2-1 3 0,6-3-3 15,0 6 5-15,3-5 13 0,1 1 1 0,2 1 14 16,1-3-12-16,4 3 2 0,-1-3 5 16,3-3-2-16,4-1-3 0,-3 1 5 0,6-6 6 15,1 2-1-15,-1-3 1 0,1-2-6 0,3-3 0 16,2 2 3-16,-4-6 5 0,2 0 0 15,3-6-13-15,0 1 11 0,-5-5-3 0,-3-3 2 16,-1 3-10-16,1-5-12 0,-4-2 12 0,-5 0-2 16,1 0 4-16,-1-2 1 0,-4-5-10 15,-2 6 2-15,3 1-8 0,-7-2 21 0,3 2 20 16,-2 2-12-16,-1 6 5 0,-1 0 7 0,1 1-5 16,-3 5 6-16,3 4-4 0,-4 0-4 15,1 6 2-15,3 1-12 0,0 0 12 0,-14 12-2 16,8-1 5-16,3 2-11 0,-2 1 21 0,5 4-13 15,0 0 8-15,0 4 13 0,4 2-8 0,-3 1-18 16,2 0 0-16,3 2 13 0,1 0-5 0,0 4 0 16,4-4 7-16,-2 2-12 0,-2-8 5 15,0 4-3-15,3-3-15 0,-3-2-41 0,0 1-46 16,-1-9-47-16,-1 5-81 0,-2-5-251 0,3-3-338 16,-5-5 59-16,2-4 118 0,-3 0 43 0,0 0 47 15</inkml:trace>
  <inkml:trace contextRef="#ctx0" brushRef="#br0" timeOffset="183929.48">22926 10847 893 0,'-4'-4'317'16,"4"4"-15"-16,-6 0-7 0,6 0-45 16,0 0-24-16,0 0-21 0,0 0 56 0,21-7-18 15,-8 4-31-15,7 3-15 0,1-2-15 0,-1-3-23 16,7 4-11-16,-2-5-12 0,5 3-23 15,-2-2-14-15,0 1 9 0,-1-2-24 0,-4-1-15 16,4 6-5-16,-6-6-28 0,-4 4-20 0,0 0-47 16,-6-1-74-16,2 3-128 0,-6-2-205 0,-3 0-391 15,2 3 59-15,-6 0 84 0,0 0 61 0,0 0 54 16</inkml:trace>
  <inkml:trace contextRef="#ctx0" brushRef="#br0" timeOffset="186663.2">24232 10593 637 0,'0'0'276'15,"0"-7"-35"-15,0 7-18 0,0 0-6 16,0 0-30-16,0 19-13 0,3-8-13 0,-3 3-7 16,3 3-31-16,-2 4-13 0,2 1-5 0,0 3 56 15,1 3-2-15,-1-3-18 0,1 8-24 0,0-1-4 16,2 3-16-16,-1-4-2 0,-3-4-16 0,1-2-2 16,0 0-5-16,1 0-16 0,0-4 0 15,-4 0-10-15,3-6-10 0,0 2 8 0,-2-6 10 16,-1 1 12-16,0-3-4 0,0-2-9 0,0-3 6 15,0-4-18-15,0 0 5 0,0 0-7 16,0 0-1-16,-4-18 0 0,4 4-66 0,0 0 0 16,0-7-3-16,3 3 1 0,-2 1 9 0,5-2-10 15,-2-2 24-15,2 6-4 0,2-2-1 16,-2 5-11-16,1-2 10 0,0 4 0 0,3 3-2 16,-3 0 4-16,3 6 6 0,4-2-5 0,-4 3 2 15,3 3-4-15,1-3 7 0,0 7-6 0,6-1 1 16,1 4 10-16,1-1 3 0,0-1-6 15,2 2-10-15,1-2 8 0,5 6 10 0,-6-5 11 16,3-2-16-16,0 1 2 0,-2-4-2 0,-4 2 13 16,-1-4-8-16,4-2-10 0,-4 0 10 0,-3 0-5 15,4-4 0-15,-5 0-5 0,-1-3 0 16,-2-3 13-16,1 2 2 0,-4-3 0 0,-3-3-10 16,3 1 10-16,-6-2-7 0,2 0-6 0,-5 1 1 15,2 3 7-15,-3 0-10 0,0-2 2 16,0 6 13-16,-3 4 1 0,-1-2-14 0,-2 3 18 15,6 2-7-15,-13 6-16 0,3-3 3 0,-1 4 16 16,-1 0 4-16,1 2-7 0,2 1-8 16,-4-2-6-16,9 2 4 0,-2 1 4 0,2-2-2 15,1-1-7-15,-1 0 4 0,4-4 1 0,0 3-1 16,4-4 18-16,2 3-20 0,-2-5 16 16,3 4-6-16,-1-4 0 0,5 0-5 0,-1-1 7 0,0 3-17 15,1 0 13-15,-1-1-1 0,0 0 6 16,1 2-31-16,2 0 23 0,-3 0 3 0,1-1-3 15,-1 4-8-15,0-4 13 0,3 5-28 0,-6-3-36 16,3 0-13-16,1 2-71 0,-4-1-28 16,3-4-121-16,0 5-422 0,0-1 5 0,-3-4 20 15,0 0 82-15,2-2 65 0</inkml:trace>
  <inkml:trace contextRef="#ctx0" brushRef="#br0" timeOffset="187195.31">25182 10768 837 0,'0'0'281'0,"7"13"-33"0,0-8-43 0,-4 2 66 15,4 5-22-15,0-1-27 0,3-1-19 0,-3 7-27 16,4-4-14-16,-2-1-14 0,1 3-15 16,1-1-13-16,1-3-10 0,-1 3-5 0,0-3-2 15,-1-1-26-15,0-2 10 0,-2-1-16 16,2 0-4-16,-3-4-8 0,2 1-3 0,-1-4 3 0,-8 0-16 15,10-4-9-15,-4 1 4 0,-2-5-5 16,-1 1 1-16,2-3-11 0,-2 0 7 0,0-2 11 16,1 2-7-16,-4 2-6 0,3-1 5 0,0 1-2 15,-3 1 0-15,3-1-3 0,-1 4-3 16,0-2 1-16,1 3-8 0,4-1-5 0,-3 2 7 16,3-3 3-16,3 4-10 0,4 1-3 0,-1-2 0 15,1 0 8-15,2-1-5 0,2 1-3 16,2 1 1-16,1-1-4 0,0-3 11 0,-1 3-18 15,1-4 8-15,-1 4-3 0,0-5 3 0,-2 4 7 16,-1-3-15-16,-3-1 10 0,-1 0 0 16,-2 2 1-16,-1-2 2 0,0-1-3 0,-3 0-8 15,0 1 1-15,-4-1 7 0,0 5 23 16,1-4-4-16,-4 0-17 0,0 7 4 0,0-4 7 0,0 4-5 16,0 0 2-16,0 0 1 0,-20 10-3 0,9-2-6 15,4 1-1-15,0 0-6 0,-3 5 2 16,3-3 1-16,1 3-8 0,2 0 5 0,1 1-5 15,0 2-2-15,3-3 2 0,0 1-6 16,3-1-4-16,3 1-10 0,1 2-14 0,0-2-40 16,4 2-8-16,2-2-43 0,1-4-52 0,3 4-122 15,4-5-477-15,-1 3-40 0,0-8 76 16,1 2 72-16,0-3 66 0,2-3 62 0</inkml:trace>
  <inkml:trace contextRef="#ctx0" brushRef="#br0" timeOffset="187581.46">26772 10551 980 0,'-10'-4'292'0,"3"1"-41"0,-4 6-13 16,-2 0-6-16,3-2-37 0,-4 6-16 0,3 0-10 15,-3 2-23-15,1-1-26 0,3 3-10 0,1 1-12 16,1-1-1-16,1 3-13 0,7-1-17 0,-3-1-6 16,6 1 1-16,0 2-3 0,1 1-16 15,6 0-4-15,0 1-4 0,1 2 6 0,-1-2-10 16,4 1 2-16,-4 1 65 0,4-2-11 0,-1 1-13 16,1-2-2-16,-4 2 4 0,0-6-12 15,1 3-2-15,-4-2-3 0,-1-1-8 0,-2 1-5 16,2-2 10-16,-3-3 13 0,-2 2 11 0,-1-3-16 15,-1 0-18-15,-5 0 2 0,2-3 9 0,-5 2-16 16,2-4 7-16,-4 2 1 0,1-2-11 0,0-2 1 16,-4 1-21-16,1-2 2 0,2 0-22 15,1-4-11-15,0 4-26 0,-1-6-27 0,5-2-54 16,2 5-70-16,1-8-97 0,0 1-114 16,6-3-411-16,-3 3 34 0,7-5 79 0,-1-3 82 15,2-2 52-15</inkml:trace>
  <inkml:trace contextRef="#ctx0" brushRef="#br0" timeOffset="187778.74">26974 10433 726 0,'0'0'274'0,"9"10"-10"16,-5-2-26-16,-1 4-15 0,5 1-24 0,-5 4-22 16,2 3-16-16,-3 0 3 0,4 5-21 0,-2 0-7 15,2 0-18-15,-1 1 5 0,1 6-13 16,1-4-21-16,-1 2 34 0,-3 1-36 0,2-4-46 15,-2-1-46-15,0 0-77 0,-2 1-69 0,2-2-148 16,-3-2-413-16,3-2 34 0,-3-8 74 16,0 0 64-16</inkml:trace>
  <inkml:trace contextRef="#ctx0" brushRef="#br0" timeOffset="188595.74">26929 10811 908 0,'-1'-10'300'0,"-2"2"50"0,3-1-40 16,4 5-10-16,0-1-44 0,2-2-21 0,1 4-40 15,3-4-14-15,4 5-12 0,0-3-10 0,9-2-26 16,-2 4-10-16,3-4-13 0,6 4 0 16,-2-2-10-16,3-3-13 0,6 3-10 0,-2-1-11 15,-1 0-12-15,0-2 2 0,-6 1-10 0,-1 2 11 16,-4-1-16-16,-5 0 12 0,2 3-9 16,-6-4-16-16,-1 6 8 0,-2-2-8 0,-1-1-7 15,-3 4 12-15,-7 0-2 0,0 0-1 0,3 8-9 16,-3-8 4-16,-10 10 1 0,5-3-3 0,-6 0 0 15,3 3-5-15,-2-2 10 0,3 0-20 16,-4 5 2-16,2-3 3 0,2 1 5 0,3-3-13 16,-2 2 0-16,1 1-13 0,4-2-10 15,-1 0 6-15,2-2-9 0,0-3 8 0,3 3-15 16,-1 1 8-16,4-6-1 0,-2 4 3 0,5-5 13 16,-9-1-8-16,13 1 3 0,-13-1 13 0,12 0-14 15,-6 0 1-15,-6 0 13 0,15-2-11 16,-9 0-5-16,-6 2 11 0,13-3 7 0,-6 2-3 15,-7 1 1-15,14 1-6 0,-4 2 8 0,-3-3-2 16,4 2-6-16,-1-2 3 0,4 1-5 0,-4 0 10 16,6-1 3-16,-2 0-3 0,0 0-5 0,0-1-18 15,2 0 8-15,-1-4-8 0,1 4 0 16,-1-3 0-16,-2-2-5 0,4-1 8 0,-4 3-13 16,1-3 2-16,-3-2 6 0,-1-3-1 0,0 2 6 15,-3 1 2-15,0-3-2 0,-1-1-6 16,-2-4 1-16,0 2-1 0,-1-2 1 0,-3-2 15 15,0-2-3-15,0 3 3 0,0-3-8 0,0 0 13 16,0 3 5-16,0 3 13 0,0 2 5 0,-3 1-7 16,3 1 1-16,0 4 4 0,0 0-16 0,0 7-2 15,-4-2 7-15,4 2-5 0,0 0 10 16,-1 16-2-16,0-7-10 0,-1 1 7 16,2 4 3-16,0-3 0 0,-3 6-8 0,3-3-8 15,0 3 11-15,0 0-16 0,-3-2 16 0,3-3-6 16,-1 3-2-16,0-4-7 0,1 2 9 0,-2-2 3 15,2-3-2-15,0-1 10 0,-3 3 12 16,3-6-2-16,0-4-10 0,3 4 5 0,-3-4 0 16,0 0-3-16,0 0-10 0,13-10 6 0,-8 2-9 15,2 1 6-15,-1-1 2 0,4-1-2 0,-2 5-3 16,2-2 3-16,0 0-3 0,1 1-5 16,1 1 10-16,-2 3 0 0,1 1 3 0,0 0-5 15,0 3-3-15,1 2-3 0,-2-3 4 0,-3 6 6 16,4-2-7-16,-4 2-2 0,2-1 15 0,-5 2-5 15,-1 0 12-15,-3 0-12 0,0 0 8 16,-3 1-9-16,-1 2 14 0,-5-2 0 0,-1 1-1 16,-4-1-2-16,4-2-15 0,-3-1 5 0,-2 1 7 15,-2 1-12-15,6-3-8 0,-1-4 8 16,-3 5-8-16,5-6-47 0,-1 4-42 0,1-5-90 16,1 1-195-16,2-2-504 0,1-5 51 0,1-1 80 15,5 0 79-15,0-4 66 0,3-3 60 16</inkml:trace>
  <inkml:trace contextRef="#ctx0" brushRef="#br0" timeOffset="189045.67">28153 10324 911 0,'-2'10'315'0,"-3"7"-18"0,2 0-31 0,0 5-28 15,3-1-10-15,-4 2-21 0,4 4-7 0,-4-2-21 16,4-3-26-16,0 2-12 0,4 0-10 0,-1 0-14 16,-2-4-12-16,2-2-15 0,3 2 12 15,-2-3-17-15,5-4-21 0,-4 2 2 0,2 1-17 16,3-7-3-16,3 1 5 0,-3-3 11 0,1-2-11 16,3-3-5-16,2-1-3 0,-1-2-9 15,4-5-11-15,-1 2-8 0,6-7-2 0,-7 1-3 16,3-3 3-16,-3-1 2 0,0-3 1 0,-3 1-4 15,-3 0 1-15,-1 2-2 0,-4 3-6 16,2 1-5-16,-5 1 2 0,2 2 11 0,-5 1-5 16,0 6-1-16,-8-7-4 0,8 7 2 0,0 0 3 15,-18 7 7-15,8 1 3 0,1 0-3 0,-2 2 6 16,1 4-16-16,2-3 33 0,1 3-15 16,1 2 8-16,2-2-13 0,1-1-8 0,3 1 8 15,0-3 10-15,5 4-23 0,-3-5-5 0,7 5 70 16,-1-5 1-16,2 4-9 0,3-5-3 15,1-1 5-15,0 0-11 0,5-5-4 0,-4 3-13 16,3-4-18-16,-2-2-39 0,2 4-43 0,-1-4-87 16,-2-4-143-16,-3 4-620 0,2-4 64 15,-4 0 82-15,0-5 72 0,-6 1 79 0,-1 1 62 16</inkml:trace>
  <inkml:trace contextRef="#ctx0" brushRef="#br0" timeOffset="189995.67">29141 10474 877 0,'10'2'279'16,"-6"6"-23"-16,6 2-20 0,0 4-29 0,1-3-2 15,2 4-26-15,1 2-18 0,-1 0-7 16,0 1-21-16,2 2-20 0,-5-2-6 0,4 1-12 15,-1-4-3-15,3 3 0 0,-5-3-25 0,-1-5-6 16,1 5 11-16,-4-5-26 0,3-3 15 0,-4 3-4 16,2-3 7-16,-2-2-23 0,-2-2-5 15,1-3 10-15,-5 0-23 0,0 0 7 0,0 0 1 16,10-7 13-16,-10-1-16 0,-2-1-13 0,-1 1 8 16,0-3-13-16,2-3 16 0,-2 4-3 0,0-1 5 15,0-1 3-15,2 1-8 0,-2 1-8 16,3 1 11-16,-3 2 7 0,6 0-12 0,-1-1 4 15,0 0 1-15,4 1-13 0,1 3-8 16,4 0 8-16,2-5-1 0,5 6 1 0,1-2 3 16,6-3-6-16,-1 5-10 0,6-4 5 0,-2 0-3 15,3 5 4-15,3-4 1 0,-3 1-2 0,2 0 6 16,-5 2-9-16,0-1 8 0,-8 3-15 16,3-5 8-16,-8 5-3 0,1 1-8 0,-3-2 13 15,-5 2-7-15,-1 2-1 0,-7-2 8 0,7 4 0 16,-7 0-12-16,-1 3 9 0,-8 3 3 15,2-2-7-15,-4 4 12 0,1 1-15 0,-6 2 0 16,4 1-3-16,-4 1 11 0,2-3 4 0,4 4-4 16,-4-2 5-16,4 0-6 0,3-3-4 0,-1 2 9 15,-1 0-14-15,5-3-1 0,1 0 0 16,0-2 1-16,2-1 14 0,2-2-25 0,2 1 8 16,2-4-3-16,0 2 6 0,6-4-24 0,-1 2-13 15,4-3 3-15,-1-2-12 0,0-3 4 16,2 0-7-16,1-3-13 0,-1-1-3 0,1-5-18 15,2 1 11-15,-5-2-5 0,1-3 22 0,-4 4 11 16,1 1 15-16,-1-1 21 0,-1 1 25 0,-2 4-13 16,-2 1-7-16,1 3 18 0,-2-2-16 15,-1 6 16-15,-3 0-6 0,0 0 6 0,0 0 13 16,7 7-27-16,-7 1 12 0,3-2 1 0,0 2 9 16,-3-2-1-16,7 2-12 0,-3 4-21 15,1-3-41-15,0 0-21 0,1-1-76 0,2 0-74 16,2 1-269-16,3-2-218 0,0-4 87 0,-2 2 57 15,2-4 51-15</inkml:trace>
  <inkml:trace contextRef="#ctx0" brushRef="#br0" timeOffset="190228.53">30238 10175 847 0,'0'0'297'0,"0"0"-31"16,3 26-33-16,-3-11-8 0,1 2-33 0,-1 1-10 16,0 9-6-16,3 3-27 0,0 3-8 0,0 2-16 15,1-3 6-15,0 3-21 0,2-2-10 16,-2 0-13-16,1 1-6 0,-3-1-4 0,6-1-8 16,-6 1-25-16,2-6-39 0,-1-1-38 0,1 2-113 15,-1-3-174-15,3-3-443 0,-3-1 54 16,1-5 69-16,-1-6 80 0</inkml:trace>
  <inkml:trace contextRef="#ctx0" brushRef="#br0" timeOffset="190650.42">30420 10453 1000 0,'0'0'305'0,"0"0"-31"0,0 0-16 15,6 22-30-15,-3-14-26 0,-2 8-10 16,2-2-18-16,0 4-15 0,0 0-18 0,0-1-13 16,2 0-31-16,-2 1 18 0,1-1-23 0,-1 1-12 15,3-3-1-15,-2 2-5 0,2-2-7 0,-1 2 5 16,3-4-24-16,-3 0-2 0,2-1 3 0,-1-1 10 16,-1-4-13-16,4 1-8 0,-2-4-10 15,4 0-2-15,-4-1 10 0,3-3-13 0,-10 0-3 16,20-7-7-16,-10 0 13 0,2-3-6 15,-3 0-9-15,-2-5-1 0,3-3-10 0,1 0 5 16,-2-4-3-16,-2 3-4 0,0-4 2 0,2 10 10 16,-4-1 11-16,0-2-14 0,-3 7-2 15,1-2-2-15,2 3 0 0,-4 3 7 0,0-2-3 16,-1 7 1-16,0 0-8 0,0 0 21 0,0 0-9 16,7 15-1-16,-7-5-4 0,0-2-9 0,3 4 12 15,-3 0-7-15,2-1-3 0,-1 2 7 16,0-3 3-16,2 5-2 0,2-1-10 0,-3-2-21 15,1-1-16-15,2 3-63 0,-2-5-83 0,5 4-124 16,-3-2-521-16,3-1 78 0,0-3 79 16,0-1 63-16,2-4 52 0</inkml:trace>
  <inkml:trace contextRef="#ctx0" brushRef="#br0" timeOffset="191194.74">30964 10774 1164 0,'6'-6'346'0,"4"-4"-44"0,-3 3-10 16,4-1-29-16,-2 1-35 0,-2-3-80 0,3 2-14 16,-2-3 4-16,1-2-8 0,-2 2-17 15,-1 3 7-15,-2-2 6 0,2 2-37 0,-4 0 3 0,1 2 1 16,2-3-4-16,-4 5-7 0,0 0-18 16,-1 4-2-16,0 0-1 0,0 0-7 0,0 0-11 15,-21 7 1-15,17 0-3 0,-5 0-8 0,5 3-7 16,-2-1 9-16,1 1-4 0,-1 2-5 15,4 0-6-15,-3-3 11 0,5 4-16 0,0-2 3 16,3-1-8-16,-1 2 6 0,3-2-9 16,2 0 6-16,0-2 3 0,0 0-9 0,3-2 4 15,4-2-14-15,-4 1 18 0,7-3-7 0,-3-2-5 16,3 0 4-16,-2-2 11 0,1-3-31 16,4-2 11-16,1-1 2 0,-4-2-13 0,0 0 3 15,3-5-11-15,-6-3-7 0,0 3 5 0,-4-4-5 16,0-4 10-16,1 6-5 0,-3 2 18 0,-6 2-5 15,6 0-6-15,-6 2 1 0,1 1 2 0,3 1-7 16,-5 3 9-16,-1 0-9 0,0 6 22 16,0 0-12-16,0 0 5 0,0 0-5 0,0 0 0 15,4 21 5-15,-1-11 2 0,0 1 3 0,-2 4 0 16,5 2-5-16,-1 1 7 0,-3-3-4 16,2 2 2-16,2 1-13 0,-5-3 8 0,2 1 2 15,0-1 11-15,-1-3 5 0,-1 3 2 0,-1-5 16 16,-1 4-13-16,-1-3 5 0,-4-3 10 15,2 1 57-15,-4-1-3 0,-1 0-5 0,2 1-6 16,-3-5 1-16,-1 0-23 0,3 0-16 0,-4-1-27 16,2-2-37-16,0 1-56 0,10-2-79 0,-11-4-144 15,4 2-557-15,4-3 43 0,3-2 94 16,3-5 78-16,3-1 40 0,4-5 92 0</inkml:trace>
  <inkml:trace contextRef="#ctx0" brushRef="#br0" timeOffset="191794.74">31804 10583 888 0,'7'5'361'0,"-4"-2"-34"0,-3-3-32 16,7 3-16-16,-1 2-18 0,-1-3-28 0,1-2-26 16,1 6-20-16,2-5-13 0,2 2-15 0,0-1-16 15,1 1-13-15,0-3-9 0,1 0-1 0,1 0-20 16,-1-3-16-16,1-2-7 0,-3 3-13 15,2-4 5-15,-2-3-10 0,-1 1 0 0,-1-6-15 16,-1 3-3-16,-1-4-1 0,-4-2 12 16,0 0-14-16,-3 1-79 0,0-1 16 0,-3 0-1 15,-1 2-7-15,-2 2 4 0,-1 0 19 0,-3 2 3 16,0 4-9-16,-3 0-2 0,0 4 16 16,-3 1-6-16,3 4 0 0,-3 1-2 0,1 5-3 15,1 0-5-15,4 2 13 0,-3 5 3 0,5 2-1 16,1-3-2-16,1 1 15 0,6-1-5 0,0 1-2 15,0 1-13-15,3-1 10 0,4-4 13 0,2 6-1 16,-1-5-17-16,2 1-2 0,4-5 1 16,0-1 12-16,0 1 1 0,4-2 1 0,-2-2 0 15,4-4 9-15,0 4-11 0,1-8-1 0,2 4-10 16,1-7 2-16,1 1 3 0,-1-6 8 16,0 4 7-16,-1-9 0 0,0-1-27 0,-4 1 4 15,-2-6-5-15,0 2-2 0,-2-2 5 0,-3-2-3 16,-3 1 3-16,-4 0-8 0,-2-1 5 15,0 6 10-15,-1 0-10 0,-2 5 13 0,0-2-5 16,-2 1 3-16,-1 5-8 0,-3 3 4 0,4 0 4 16,-6 6-3-16,8 1 12 0,-15 8 6 15,5-1-3-15,1 9-2 0,-2 3 7 0,1 3 6 16,3 6 7-16,-1 4-18 0,-1 1 16 0,7 2 5 16,-3 4-3-16,5 1-3 0,0 14 11 0,3 0 62 15,0 0-22-15,-2 6 4 0,5 1 4 0,-1-8 1 16,-2-2-29-16,3-1-2 0,-3-4 2 15,-2-8-10-15,-1 0 8 0,0-1-31 0,-2-4-15 16,0-3-31-16,-4-2-65 0,1-3-124 0,-4 0-356 16,2-3-349-16,2-10 111 0,-5 0 112 15,1-9 47-15,-1-3 45 0,3-1 88 0</inkml:trace>
  <inkml:trace contextRef="#ctx0" brushRef="#br0" timeOffset="191978.42">31987 11075 1100 0,'2'-10'463'0,"6"1"-66"16,-3 0-28-16,2 3-54 0,7-4-16 0,-1 1-30 16,4 2-21-16,3-2-28 0,1 0-28 0,3 2-10 15,1-1-23-15,2 1-11 0,-4 0-27 16,3-2-11-16,-7 6-18 0,1-2-8 0,-4-2-94 16,-2 6-164-16,-4 1-95 0,-5 0-553 0,-5 0 3 15,0 0 87-15,0 0 72 0,-31 0 69 16,2 0 66-16</inkml:trace>
  <inkml:trace contextRef="#ctx0" brushRef="#br0" timeOffset="192912.13">22092 12131 895 0,'-4'-1'231'0,"4"1"-19"16,-13-4-2-16,2 5-26 0,11-1-17 0,-16 6 4 16,6 2-27-16,-1 1 9 0,1 0-43 0,0 5 16 15,-1-3-19-15,1 6-20 0,3-2-2 0,-3 2-16 16,6-3 13-16,-2 0-5 0,6 2-24 15,-1-2 60-15,2 0-3 0,2-3-10 0,3 4-3 16,5-5-18-16,-1 0 1 0,4-3 2 0,3 1-18 16,4-6-8-16,-4 2 0 0,6-5 1 15,-2-4-1-15,-1 4-15 0,4-6 5 16,-3-1 0-16,-1-3 0 0,1-2-15 0,0-2 2 0,-2-5-7 16,-4 0-3-16,-2-4-5 0,1-1 15 15,-7-6-7-15,0 4-1 0,-4-1-4 0,0 1-6 16,-6 2 11-16,3 2 4 0,-3 1-2 0,-1 1-5 15,-2 4 8-15,-1 2-8 0,-1 2 23 0,-1 1-18 16,-1 2 8-16,-5 5 5 0,5 0-5 0,-3 5 0 16,-4 0 0-16,4 0-11 0,-2 6-4 15,2-2-1-15,-1 6 3 0,1 1 3 0,2 0-8 16,4 3 7-16,0-2-9 0,1 5 9 16,3-2-9-16,3 0 2 0,0-3-6 0,3 4 6 15,3 1 3-15,1-2-21 0,0 2 10 0,7-3 5 16,2 0-2-16,2 1-3 0,0 0 1 15,5-4-4-15,1 3-19 0,0-4-19 0,3-2-41 16,4 4-46-16,3-3-102 0,-6-5-192 0,6 3-461 16,-3-1 36-16,-1-5 87 0,-5-1 75 0,-2-1 63 15,-2-3 62-15</inkml:trace>
  <inkml:trace contextRef="#ctx0" brushRef="#br0" timeOffset="193112.09">22749 12211 903 0,'0'0'277'0,"0"0"-9"16,0 15-19-16,-1-8-32 0,1 1-17 16,-3 6 48-16,3-3-20 0,0 4-8 0,0 0-25 15,0 3-19-15,0 1-27 0,0 0-19 0,0 4-2 16,0-2-18-16,3 4-5 0,-2-5-20 0,-1 5-37 16,3 0-22-16,0 0-44 0,1-1-92 0,2-5-54 15,1 3-228-15,4-3-409 0,-1-7 102 16,4-1 42-16,-1-3 73 0,4-6 75 0</inkml:trace>
  <inkml:trace contextRef="#ctx0" brushRef="#br0" timeOffset="193544.96">23559 11975 1036 0,'-4'-4'389'0,"-2"1"-46"16,6 3-13-16,-21 5-48 0,11-2-8 0,-4 5-31 16,3 4-33-16,-3 0-13 0,1 2-25 15,3 4 7-15,-1-2-36 0,1 3-7 0,4-3-13 16,-1 1-16-16,3 0 1 0,1-1-26 0,3-2-3 16,0-3-2-16,3 6-16 0,1-9-5 0,0 7-10 15,5-5-15-15,-2-1 5 0,0-3-10 0,4-1 2 16,-1-1-10-16,-1-3 5 0,-1-1 5 15,-8 0-5-15,17-8 0 0,-6 1 8 0,-2-3-11 16,-2-1 1-16,0-3-14 0,-1-1 4 0,-1 3 1 16,1-2 14-16,-2 4 0 0,-1 0-3 15,0 1-16-15,0 3 16 0,-3-1-12 0,3 5-6 16,-3 2 7-16,0 0 4 0,0 0-8 0,0 0-6 16,0 0 8-16,5 17 1 0,-2-9-1 0,1 1-8 15,-1 1 1-15,3-2 12 0,-2 2-2 16,3 2-8-16,3-1 0 0,0-1-2 0,0-3 5 15,5 1-19-15,-2 2-19 0,1-3-37 0,2 0-38 16,2-6-23-16,-1 4-59 0,0-3-46 16,1-2-35-16,-2-2-134 0,2-3-402 0,-2 0 62 15,2-4 58-15,-2-2 60 0,-1-3 86 0</inkml:trace>
  <inkml:trace contextRef="#ctx0" brushRef="#br0" timeOffset="194278.47">23999 12041 552 0,'0'0'205'0,"11"9"66"16,-8-3-27-16,1 3-9 0,-4-1-28 0,3 2-17 15,0 0-16-15,-3 5-3 0,3-5-22 16,-3 5-13-16,1-5-8 0,-1 5-13 0,0-5-72 16,-1 2 14-16,1-1-1 0,-3-2 10 0,3-1 6 15,0-2 31-15,-3 1 9 0,3-2-17 16,0-5-11-16,-3 7-15 0,3-7-2 0,0 0-6 16,0 0-4-16,0 0-11 0,-7-17-5 0,7 7 2 15,0-5-4-15,0 0-3 0,3-3-8 16,1 0-5-16,-1-6 2 0,4 6-4 0,-1-3 12 15,2 5-15-15,0 2-5 0,-3 0 2 16,2 3-12-16,3 4-3 0,-3 0 15 0,3 0-2 16,-3 7 2-16,7 4-15 0,-4-1 13 0,4 3-5 15,-4 2 15-15,3 1-18 0,2 1 0 0,-2 4 5 16,7-3-5-16,-3 4-10 0,1-5 3 0,3 5-6 16,2-5 0-16,-2 4-17 0,3-5-19 15,0-1-4-15,-1 0 22 0,4-4-15 0,-6 1 18 16,3-3-5-16,-4-2 0 0,4-2 12 0,-3-4 11 15,5-1 3-15,-5-3-9 0,-3 2 1 16,0-9 8-16,1 2 7 0,-5-2-10 0,-3-1 2 16,-1 2 16-16,0-1 0 0,-6 0 7 0,2 2 1 15,-2 5 9-15,-4-1-7 0,3-1 16 16,-3 5-9-16,-3 4-7 0,1-4 3 0,2 7-3 16,-15 0 10-16,15 0-20 0,-21 10 3 0,7 1-6 15,1 0 5-15,3 2-5 0,-1-1-10 0,1 5 8 16,0-2 2-16,3 1-7 0,3-1-1 15,-2-2 1-15,6 3-3 0,-1-5 13 0,1 3-16 16,1-3-2-16,5 0-13 0,-2-2 5 0,3 0 1 16,0-3-1-16,1-1 3 0,0-1-8 15,3-3 0-15,-1-1 2 0,0-4-2 0,1 0 8 16,-1-4-10-16,4-2 12 0,-4-4 0 0,0-4-17 16,-3-3-1-16,4 0-10 0,-5-4 18 15,1-5-7-15,-1 0 4 0,-2-2-12 0,-3-2 0 16,-1-3 10-16,0 2-3 0,0 0 8 0,-2 1-7 15,-1 3 9-15,0 6 16 0,0-2 10 0,0 4 8 16,2 4 0-16,-2 1 16 0,0 5-24 16,3 2 3-16,-3 5-1 0,2 1 9 0,1 5-1 15,0 0 3-15,0 0-7 0,-10 15 12 0,10 0-2 16,0-1-3-16,0-1-6 0,0 9 1 16,4-3-18-16,-4 5 18 0,3 2-13 0,1 1 3 15,2 3 7-15,1 4 6 0,2-4-29 0,-4-2 3 16,5 4-23-16,3-6-28 0,-2 4-29 0,2-8-66 15,5 1-56-15,-5-5-198 0,8 0-357 16,0-4 86-16,2-4 46 0,1-3 62 0,0-4 69 16</inkml:trace>
  <inkml:trace contextRef="#ctx0" brushRef="#br0" timeOffset="194727.74">25548 11864 908 0,'-4'9'274'16,"1"1"-23"-16,0 4-10 0,2 3-14 0,-2-5-19 16,3 8-27-16,0-2-17 0,0-1-8 15,0 0-12-15,0 0-29 0,3-1-8 0,1 0-7 16,-1-2-2-16,5 1-11 0,-2-1 0 16,1-3-21-16,0-3 1 0,3-1-6 0,0 2-7 15,0-7 7-15,1 1-15 0,-1-3-10 0,0-4 5 16,1-1 0-16,2-7-2 0,-6 3-4 0,4-8 1 15,-2 0-20-15,-5-8 14 0,2 0-17 0,-5 0 2 16,-1-7 11-16,-1 4-16 0,-5-6 11 16,3 2-3-16,-7 1-3 0,2 5 8 0,-2 1 26 15,0 7 7-15,-4-1-13 0,-2 4 1 0,1 2-11 16,-1 4 1-16,-2 5-9 0,1 0 11 16,-3 4-10-16,2 5-6 0,-1 0 67 0,-2 5-18 15,4 2 16-15,0 1-11 0,3-1 8 0,6 3-3 16,-1-2-15-16,5 2-20 0,1 0-6 15,0 2 21-15,3-3-3 0,6 0-5 0,-2 1-12 16,6 0-19-16,1 0 6 0,-1-5 7 0,7 5-12 16,0-5-9-16,4-1 19 0,3-1-10 0,2-2-6 15,-2-4-10-15,4 0-15 0,-4 1-41 16,0-2-29-16,-1-2-19 0,1-2-35 0,-3 1-68 16,3 2-67-16,-7-1-127 0,4-3-173 0,-5 2-260 15,-1 1 94-15,-2 1 57 0,-2 0 89 16,2-2 37-16</inkml:trace>
  <inkml:trace contextRef="#ctx0" brushRef="#br0" timeOffset="195127.74">25927 11936 634 0,'4'-3'287'0,"-4"3"-18"0,7-3-70 0,-4-1-7 16,-3 4-5-16,9-4-5 0,-7 0-3 0,-2 4-38 15,6-2-5-15,-6 2-1 0,0 0-2 16,14 2-15-16,-14-2 0 0,14 7-16 0,-6-2 62 16,0-1-3-16,0 3-12 0,2 3-14 0,0 4-9 15,1-3 2-15,-5 4-23 0,1 2 10 16,-1-2-5-16,-5 3-5 0,2-1-10 0,-3 1-1 15,0 2-9-15,-4 0-13 0,-2-2-1 16,-1 4 29-16,0-2-44 0,-3-3 13 0,0 1-15 16,0 2 10-16,-1-8-2 0,6 3-1 0,-3-7-10 15,1 3 6-15,0-2-19 0,3-2-2 16,-2 1 0-16,5-1-11 0,-2-4 6 0,3-3-3 16,4 7 5-16,-1-4 1 0,7-3-22 0,1 0 14 15,2-3 0-15,5 1-6 0,5 1 3 0,-2-3-2 16,9 1 2-16,-2-3-13 0,6 2 3 0,3-3-8 15,1-1 10-15,0 5 6 0,-1-4-6 16,1 0-5-16,0 2 6 0,0 0-6 0,-8 0-10 16,1 1 5-16,-3-2-2 0,-6 4 9 0,-1-4-14 15,0 4 15-15,-7-2-6 0,3 3-4 16,-7 0-8-16,4-2-3 0,-7 2 8 0,0-2-18 16,-7 3 8-16,0 0-16 0,0 0-27 0,0 0-27 15,0 0-55-15,-25 13-68 0,1-8-283 16,1 2-425-16,-4 1 53 0,-1-1 85 0,-3-6 74 15,-6 4 65-15,-8-4 60 0</inkml:trace>
  <inkml:trace contextRef="#ctx0" brushRef="#br0" timeOffset="200480.15">14712 13905 1026 0,'0'-8'330'0,"0"2"-25"0,-1 2-31 0,1 4-36 15,-3-9-13-15,3 9-28 0,-4-4 3 16,4 4-34-16,0 0-64 0,0 0-2 0,0 0 5 16,4 27-13-16,-4-12-10 0,3 2 16 0,-2 1-19 15,-1 2-10-15,3 2-5 0,-3 3-8 0,3 3 1 16,1-2-6-16,-1 3-18 0,0 3 5 16,0-6-27-16,-2 5-22 0,6-5-32 0,-4 1-75 0,1-2-87 15,2 2-120-15,-2-6-412 16,-1-3 36-16,3-1 33 0,-5-3 107 0,3-6 31 0</inkml:trace>
  <inkml:trace contextRef="#ctx0" brushRef="#br0" timeOffset="200777.14">14681 13778 657 0,'7'-20'287'0,"2"3"-21"0,2 4-28 16,-1 1-5-16,3-1-23 0,-1 1 0 0,4 4-38 15,1-1-11-15,0 1-18 0,4 6-10 0,0-3-25 16,-1 4 2-16,0 5-18 0,1 0 10 0,-1 3-2 16,1 3-8-16,-4 0 0 0,-3 5 1 15,-1 1-1-15,-6 0 0 0,0 3-20 0,-4 2-6 16,-3 0-7-16,0 4-10 0,-6-2 4 0,-1 1-1 16,-4 4-9-16,1 2-2 0,-4-3-15 15,-2-1 12-15,2 2-33 0,0-3-5 0,-3 0-20 16,3-3-29-16,4 0-30 0,-4-5-42 0,7-1-35 15,-2-4-61-15,1-1-111 0,5-2-437 16,-1-6 63-16,4-1 68 0,0-2 50 0,0 0 64 16</inkml:trace>
  <inkml:trace contextRef="#ctx0" brushRef="#br0" timeOffset="201760.2">15091 13966 808 0,'17'0'244'16,"-3"0"-4"-16,3 2-30 0,-4 3-3 0,1 0-30 0,3 0-21 15,1 3 8-15,-2 4-36 0,2 1 0 16,1-1-10-16,-4 1-8 0,1 4-5 0,-2-3-5 16,-3 3-11-16,-2-5-15 0,2 3 13 15,-7 2-15-15,-1-3 5 0,0-2-16 0,0 2-2 16,-3-4 3-16,0 0-6 0,-3 2-2 0,0-5-3 16,3-3 5-16,-3 2 0 0,-1-4-12 0,4-2-13 15,0 0 12-15,0 0-10 0,-17-9-4 16,14 0 17-16,2-1-21 0,1-3 11 0,0-2-13 15,1 0-10-15,5-1 5 0,-2-3 2 0,6 2-7 16,0-1-3-16,0 1 8 0,4 2-13 16,-1-2 18-16,-1 7-17 0,4 0 1 0,-2 1-2 15,0 3 1-15,3 4 57 0,-4 1 4 0,2 3-13 16,-2 1-6-16,4 4-1 0,0 0 6 16,-3 2-25-16,2 0 3 0,-1 5-10 0,1-3 12 15,-1 3-8-15,-2-3-12 0,0 3 5 0,4-3 0 16,-7 2 5-16,5-3 0 0,-2 0-2 15,1-3-11-15,-1 1 13 0,-2-2-8 0,3-2-10 16,-1-4 8-16,-2 2-15 0,2-4 9 0,1 2 16 16,-1-7-12-16,-3 3-6 0,1-5-5 0,-1-3 2 15,-3 0 9-15,-1-2-1 0,-6-3 5 0,1 0-23 16,-2-2 11-16,-5-3 2 0,2-2-5 16,-5 5 5-16,-2-3-2 0,-2 5-3 0,2-1-3 15,-3 1 13-15,-2 7-12 0,1 0-3 0,-1 3 10 16,-1 1 5-16,3 6-7 0,-3 0-8 15,-4 4 7-15,7 0-2 0,-3 6 10 16,1 1-17-16,6 0 9 0,-1 3 3 0,4 0-5 16,4 1 6-16,-1-3 4 0,5 1-15 0,2 2 12 15,7-3 1-15,0 3 0 0,4-5-6 0,3 5 3 16,0-7 8-16,4-1-10 0,3 0-16 0,2-4 15 16,2-2 1-16,2-2 7 0,-2 1-10 15,3-7-10-15,3-1 0 0,0-2-3 0,1-1 10 16,-8-3-14-16,3-4-1 0,-6-4-8 0,-3 2-12 15,0-2-3-15,-8-3-3 0,1 0 3 0,-7 0-13 16,0 0 21-16,-4 0-5 0,-3-3 2 16,0 3-5-16,0 0 15 0,-3 1 8 0,0 5 8 15,2 1-5-15,-5 3 0 0,6 1 4 0,-5 6 11 16,2 1 0-16,-3 5-13 0,6 2 8 0,0 0-10 16,-17 17 15-16,10-9 5 0,3 9-5 15,-3 5 3-15,1-1-11 0,3 4 11 0,-1 0-9 16,0 4 6-16,4-1-2 0,0-3 12 0,0 0-10 15,4 0-5-15,-1 0 5 0,-2 0 0 0,2-7 13 16,0 3-16-16,1-4 13 0,-4-5-10 16,3 2-2-16,0-3 10 0,0-4-6 0,-3 1 16 15,4-6-13-15,0 1 5 0,-4-3-2 16,0 0-8-16,13-9 3 0,-6 3 2 0,0-2 8 16,3 0-13-16,0-1 7 0,4 0-4 0,-3 2-8 15,2-2 7-15,1 2-9 0,-1 4 1 16,1-2 9-16,0 5-6 0,0-1 16 0,2 2-20 15,-1-1 7-15,1 7 2 0,2 0-4 0,-5 0 2 16,1 2 2-16,-1 1-2 0,-3 0 0 0,1 2 3 16,-4 0 2-16,-4-1 8 15,0 0 2-15,-3 1-2 0,-3-2-3 0,-3 5 3 0,-1-2 5 16,-4-3 5-16,-2 1-3 0,-1-1 3 0,0 0 3 16,-3-4-11-16,0 1 3 0,-3 0 3 0,3-4-19 15,-1 1-27-15,1-3-1 0,4-2-51 16,-1-3-61-16,-3 0-100 0,7-2-246 0,-1-4-348 15,4-3 80-15,1 0 73 0,2-5 50 16,4-3 66-16</inkml:trace>
  <inkml:trace contextRef="#ctx0" brushRef="#br0" timeOffset="201976.97">16421 13683 839 0,'10'20'333'0,"-6"0"-16"15,-1-2-7-15,3 3-28 0,-2 0-29 16,-1 4-18-16,0 0-22 0,1 0-31 0,0 0-6 16,-1 4-17-16,-2-1-13 0,2-2-21 0,0 4-30 15,-3-3-23-15,3 1-49 0,0-3-41 0,-2 2-51 16,2-4-134-16,4-1-201 0,-3-5-361 16,2-4 79-16,-2-2 64 0,-1-7 76 0</inkml:trace>
  <inkml:trace contextRef="#ctx0" brushRef="#br0" timeOffset="202760.08">16578 14171 678 0,'7'-6'276'0,"-4"0"-43"16,4 3-5-16,0-4-28 0,2-1-1 15,-1 1-9-15,2 1-11 0,0-4-18 0,1 1-33 16,2 3-2-16,0-6-6 0,-2 4-13 0,2-1 1 16,-5 0-13-16,2 2 4 0,-3-5-4 15,-1 0-5-15,-2 4 76 0,0-2-23 0,-1 2 8 16,-3-2-25-16,0 3-8 0,0-1-3 0,0 1-5 15,-7 3-3-15,3 0-30 0,4 4 8 16,-13-2-29-16,13 2 13 0,-17 7-13 0,10-2 8 16,-3 0 3-16,2 3-26 0,-1 2 13 0,5-2-19 15,-3 6 19-15,1-4-18 0,3 4-10 0,-1-3 10 16,4 2 2-16,0-1-20 0,4 1 2 16,2-1-2-16,1-2 3 0,3 3-6 0,1-3 6 15,2-2-4-15,5 1 1 0,1-2-7 0,2-4-17 16,3 2-6-16,-4-2-24 0,4-3 8 15,1 0-47-15,5-4 6 0,-6-2-15 0,1-2-1 16,1 1-4-16,-2-3 2 0,-3-3 5 0,0 1 10 16,-4-1 18-16,3 1 16 0,-7 2 30 15,-1 0 6-15,1 1-6 0,-4 3 0 0,-2 1 8 16,1 1-10-16,-2 0 13 0,-6 4-1 0,0 0 3 16,17 6-5-16,-13 0 11 0,0 1-1 0,2 2 5 15,-3 3 1-15,1-4-6 0,-1 4-13 16,0 0 8-16,-2-1 1 0,3 2 4 0,-4-3 5 15,3 0-5-15,-3 2-2 0,0-3-10 0,3 0 27 16,-3-2 11-16,-3-2-18 0,6 2 28 0,-3-3 3 16,0-4-1-16,0 0-4 0,0 0-1 15,0 0-9-15,0 0-6 0,0 0 8 0,0 0-6 16,-3-21 4-16,6 11-19 0,1-3 3 16,-1 3 13-16,3-2-29 0,-2-1 13 0,-1 4-4 15,5 0 1-15,-5 0-12 0,1 1 13 0,2 1-13 16,0 6 8-16,-2-2-5 0,4 0-3 0,-8 3 0 15,13 7 2-15,-3-2 1 0,-3 0 4 16,3 2-7-16,-6 0-2 0,5 1 7 0,-5 0 8 0,4 0-21 16,-2 0 11-16,1 0-9 0,-1-4 6 15,-1 3 6-15,-2-1-9 0,0-2-10 0,0 1 29 16,1-3-11-16,-4-2 15 0,3 6-12 16,-3-6 5-16,0 0-8 0,0 0-8 0,7-11 26 15,-4 5-13-15,0-1-4 0,-3-5-6 0,5-1 2 16,-2-4 3-16,0 0 5 0,4-6-4 15,-1 4-1-15,-2-4-8 0,4 5 11 0,1 3-6 16,-5-2-12-16,2 4 23 0,-2 1-3 0,3 4-12 16,-4 1-14-16,4 3 9 0,-3 0-4 15,2 4 22-15,-6 0-24 0,17 8 10 0,-10-1 1 16,0 0-3-16,4 2 17 0,-2 1-14 0,-2 4-3 16,0 2 10-16,1-2-3 0,1-1-4 0,-2 4 4 15,0 1-22-15,3 3-13 0,-3-3-26 16,0 0-41-16,-1-2-74 0,-2 0-113 0,6-1-578 15,-3-4 25-15,0 3 101 0,-1-7 35 0,2-3 82 16,-1-2 89-16</inkml:trace>
  <inkml:trace contextRef="#ctx0" brushRef="#br0" timeOffset="203143.49">17900 13687 1026 0,'11'-4'348'15,"-1"4"-43"-15,0 0-90 0,1 1-13 16,-1 5-13-16,3 0-22 0,-2 1-11 0,-1 2-21 16,0 2-19-16,1 3-6 0,-4 0-3 0,-1 1-20 15,-2 2 75-15,-1 1-24 0,-3-1-15 0,-3 2-6 16,2 0-7-16,-8 1-15 0,2-5 10 16,-4 6-10-16,1-5-18 0,0-3 7 0,-1 1 11 15,2-3-21-15,5-4 3 0,-3 3 5 0,0-4-11 16,0-4 19-16,4 0-29 0,3-2 3 15,-7 3-20-15,7-3-1 0,0 0 14 0,0 0-19 16,0 0 8-16,0 0-13 0,0 0-4 0,0 0-6 16,0 0 7-16,0 0-4 0,25-5-8 15,-16 7-3-15,1 3-7 0,4 3 15 0,-3 0-13 16,3 1 3-16,-1 1 7 0,0 0-17 16,5 5 5-16,-5-1 5 0,1 1 4 0,3-1-4 0,-3 1-3 15,-4 3-12-15,1 1-6 0,-1 0-20 16,-4-2-41-16,-3 0-100 0,-2 0-36 0,-5 1-209 15,-2-1-482-15,-4 1 59 0,-5-3 110 0,-9 2 61 16,-6-5 80-16,-5-1 51 0</inkml:trace>
  <inkml:trace contextRef="#ctx0" brushRef="#br0" timeOffset="203560.43">14574 15047 867 0,'0'0'277'0,"11"4"-6"0,-1-4-12 0,3 0-34 16,11 0 61-16,4-2-14 0,13-1-14 0,20-3-43 15,8-3 0-15,20-1-33 0,7-3-8 16,3 0-20-16,10-2-24 0,4 0-9 0,7-2-4 16,9 0-9-16,28-6-6 0,0 3-5 0,1-2-27 15,3 4-1-15,6 1 0 0,1 1 13 16,-1-1-26-16,-3 2-5 0,-27 8 18 0,34-3-2 16,-3 2-11-16,-32 1 3 0,-6 2-5 0,-4 0-29 15,2 1 16-15,-2 1-15 0,-10 2 2 16,0-3-7-16,-13 1 9 0,-7 0-12 0,-22 2-2 0,-9 0 4 15,-13 0-20-15,-14-3 8 0,-5 4 7 16,-8 0-7-16,-1 0-29 0,-4 0-2 0,-6 0-59 16,-4 0-51-16,-4 0-71 0,-6 0-186 15,0 0-495-15,0 0 48 0,0 0 128 0,-34 5 41 16,15-6 81-16,-3-3 50 0</inkml:trace>
  <inkml:trace contextRef="#ctx0" brushRef="#br0" timeOffset="203693.96">18667 14772 696 0,'9'-1'256'15,"-1"0"-52"-15,-8 1-86 0,13-4-202 0,-6 4-492 16,0 0 59-16</inkml:trace>
  <inkml:trace contextRef="#ctx0" brushRef="#br0" timeOffset="-192473.35">19925 13816 476 0,'0'0'156'0,"0"0"0"15,3-7 3-15,-3 7-16 0,0 0-2 0,0 0-11 16,0 0-2-16,-3-8 0 0,3 8-7 0,0 0 4 15,0-5-7-15,0 5-13 0,-1-5-6 0,1 5 6 16,-3-7-5-16,3 7-20 0,0 0 12 0,0-6 66 16,0 6-22-16,0 0-5 0,0-7-14 15,0 7 1-15,0-6-5 0,0 6-3 0,0-7-28 16,0 7 2-16,0-5-4 0,0 5-14 0,0 0 1 16,0-6 2-16,0 6-3 0,0-6-32 15,0 6 12-15,0 0-5 0,3-7 5 0,-3 7-8 16,0 0 3-16,0-3-10 0,0 3 2 15,0 0-2-15,1-5-6 0,-1 5 1 0,0 0-8 16,0 0-3-16,0 0 6 0,0 0-1 0,0 0-10 16,0 0 8-16,0 0 0 0,0 0 8 0,0 0-1 15,0 15 4-15,3-5-1 0,0 3-3 0,1-1 4 16,-4 3-93-16,3 6 5 0,1-2 25 16,0 5-1-16,2-3 1 0,-3 4 16 15,1 2-10-15,-1 0 10 0,0 1-5 0,1-3-5 0,0 8-15 16,-4-8-24-16,6 5-20 0,-5-5-41 15,2 0 0-15,0 0-97 0,0-5-88 0,1-3-457 16,-1 1 84-16,0-4 26 0,-3-3 89 0,0-4 44 16</inkml:trace>
  <inkml:trace contextRef="#ctx0" brushRef="#br0" timeOffset="-192140.22">20007 13791 652 0,'10'-8'279'16,"0"3"-43"-16,1 1-14 0,2 2-19 0,-3 1-14 15,4 2 0-15,2 0-14 0,2 6-47 0,0-3 15 16,5 8-13-16,-2 0-25 0,3 3-10 0,0 3-10 16,-1 3-6-16,-5 0 8 0,1 2-5 15,-4 1-3-15,-5-3-2 0,1 0-31 0,-5 0 21 16,-2 0-11-16,-4-2-15 0,-1 1 5 0,-5 3 0 15,-2-2 13-15,-5-2-21 0,0 5 16 0,-5-5-8 16,2 0 8-16,-2-4-23 16,-3 1-1-16,2-2 14 0,-2-4-3 0,0-2 5 0,4 0 51 15,0-1-5-15,0-5-7 0,-3 5-11 16,6-6-15-16,0-1-5 0,-2 2-24 0,4 1-17 16,-1-3-54-16,2-3-51 0,1 1-105 0,4 2-213 15,2-2-424-15,1-3 94 0,3 5 59 16,3-8 72-16,1 0 61 0</inkml:trace>
  <inkml:trace contextRef="#ctx0" brushRef="#br0" timeOffset="-191923.44">20598 13923 918 0,'10'10'346'15,"-10"-4"-31"-15,3 1-31 0,-3 0-5 0,0 5-44 16,3 1-7-16,-2 2-36 0,2 4-18 0,-3-1-12 16,4-1-27-16,0 2-30 0,-1-1-28 15,0 6-95-15,0-4-92 0,-2 1-246 0,2-4-422 16,0 1 113-16,1-1 63 0,-4-6 62 0</inkml:trace>
  <inkml:trace contextRef="#ctx0" brushRef="#br0" timeOffset="-191789.94">20646 13746 348 0,'0'0'12'15</inkml:trace>
  <inkml:trace contextRef="#ctx0" brushRef="#br0" timeOffset="-191521.49">21158 13643 885 0,'-13'3'302'0,"13"-3"-20"0,-7 7-11 0,3 2-28 16,1 1-28-16,0 7-23 0,3-1 69 0,0 5-35 16,0 4-27-16,3 0-9 0,0 7-14 0,1 1-25 15,-1 2-5-15,1 3-15 0,0-3-21 0,2 3-10 16,-3-2-34-16,-2 0-25 0,2 3-46 16,0-4-46-16,0-2-62 0,-3-2-84 0,-3-4-141 15,0 0-468-15,3-4 66 0,-4-6 93 16,-2 0 42-16,-1-9 65 0</inkml:trace>
  <inkml:trace contextRef="#ctx0" brushRef="#br0" timeOffset="-191340.59">20940 14115 1139 0,'3'-9'368'0,"1"1"-40"0,2 1-31 16,5-1-26-16,-1-1-20 0,7 1-26 15,3-2-30-15,4 1-16 0,1 1-26 0,5-3-19 16,1 1-24-16,3 0-34 0,0 1-19 0,0 1-50 15,-3 0-55-15,3-2-60 0,0 1-114 16,-3-4-86-16,0 3-429 0,0-3 26 0,-1-1 55 16,-5-3 70-16</inkml:trace>
  <inkml:trace contextRef="#ctx0" brushRef="#br0" timeOffset="-191156.56">21638 13578 773 0,'0'0'255'16,"0"0"-19"-16,-5-2-16 0,5 2-15 15,0 0 12-15,-7 14-12 0,4-4-15 0,0 2-19 16,0 2-12-16,3 3-13 0,0 5 69 0,0-3-26 16,0 9 1-16,3 1-116 0,-3-2 5 0,3 6 16 15,1 0-39-15,-4 4-7 0,6-2-21 16,-2-1-51-16,0 0-38 0,-1 0-75 0,1 1-123 16,-1-4-322-16,-3 0-151 0,0-5 59 0,0-4 87 15,-4-4 69-15</inkml:trace>
  <inkml:trace contextRef="#ctx0" brushRef="#br0" timeOffset="-190873.29">21445 14039 1062 0,'8'-8'307'16,"-1"0"-31"-16,3 0-25 0,7-2 41 0,0-4-18 15,4 6-36-15,6-7-31 0,3 5-10 0,-2-2-23 16,3-1-10-16,-1 4-25 0,1 0-9 0,-7 2-12 15,3-3-11-15,-3 3-25 0,-6 0-5 0,1 4-8 16,-1-2 3-16,-5 1-16 0,2 0 3 16,-2 2-16-16,1 2 9 0,-1 5-6 0,-3-2-13 15,4 4 3-15,-4 2 2 0,1 2-4 0,-1 2-6 16,0-1-5-16,1 3 0 0,-4 3 5 16,3 4-10-16,-1-4-10 0,-1 4-29 0,-4-2-30 15,5 3-52-15,-5-4-71 0,2-1-140 16,-1 4-531-16,1-4 46 0,-2-1 95 0,-4-7 70 15,3 2 93-15,0-8 27 0</inkml:trace>
  <inkml:trace contextRef="#ctx0" brushRef="#br0" timeOffset="-190756.55">22026 13751 366 0,'0'0'-80'15</inkml:trace>
  <inkml:trace contextRef="#ctx0" brushRef="#br0" timeOffset="-190123.3">22481 13884 1123 0,'0'0'389'16,"1"-6"-102"-16,-1 6-21 0,0 0-28 0,0 0-20 16,0 0-16-16,0 0-28 0,-21 11-15 0,14-3-13 15,-3 3-21-15,3 2 6 0,-4-1-26 0,2 4 2 16,-1 1-22-16,-1 0-16 0,4 3 10 16,1 0-28-16,2-2 3 0,-3-1-8 0,4 3-2 15,3 0 2-15,3-2-5 0,1 0-11 0,2 1-7 16,1 0 0-16,3-2-20 0,5-3 7 15,-2-1-10-15,4-3-15 0,-3-2 12 0,3-1-2 16,3-2 0-16,-3-5 5 0,-3 0-5 0,6-5-3 16,-2-3 1-16,-1-1-4 0,3-3 1 15,-6-4-5-15,0-2 4 0,2-4 17 0,-2 3-14 16,-3-2 3-16,0 4 20 0,-2 2 13 0,-2 2 16 16,0 0-19-16,-1 2 1 0,-1 1-6 15,-2 3-7-15,3-1-2 0,-3 2 1 0,-2 5-4 16,-1 1 7-16,0 0-15 0,0 0 8 0,0 0-8 15,10 13 0-15,-10-8 5 0,0 3-2 0,3-1 15 16,1 3-3-16,0-2-12 0,-1 2-6 0,3 1 0 16,-2-2 9-16,4 1-9 0,-2-1-10 15,1-2 6-15,3 1-6 0,-1-1-5 0,4-3 5 16,-5 1 0-16,6-3 6 0,-3-1-17 0,1-1 22 16,0-2-16-16,-2-4-10 0,3 4 12 15,1-6-7-15,-4-2-2 0,1-2 2 0,-1 1 7 16,0-4 4-16,0 5-1 0,-3-4 0 0,0 4 8 15,-4 2 2-15,4-2-2 0,-4 2 5 0,1 1-2 16,-1 6-1-16,-3 1 3 0,4-6 3 16,-4 6-6-16,0 0 8 0,0 0 13 0,0 13-23 15,0-7 0-15,0-1 0 0,3 3 0 0,-3-1 5 16,3 3-3-16,1-2-7 0,-1-1 0 0,1 1 5 16,3 0-6-16,0-4-9 0,3 2-16 15,-1 0-13-15,2-3-4 0,-1-2-37 0,0 2-58 16,4-3-60-16,-3-3-114 0,3 2-421 0,-1-1 32 15,-3-3 89-15,4-5 64 0,-4 0 51 16</inkml:trace>
  <inkml:trace contextRef="#ctx0" brushRef="#br0" timeOffset="-189857.02">23241 13580 808 0,'0'11'297'0,"0"1"-10"0,3 3-23 16,-3 6-21-16,4-2-18 0,-1 6-20 15,0 0 56-15,0 1-26 0,1 6-38 0,3 0-10 16,-3-4-18-16,2-1-13 0,-2-2-12 0,-1 0-16 16,3 2-16-16,-2-6-4 0,3 2-13 0,-4-4-19 15,1 0-4-15,-1-3-18 0,1-1-18 16,-1 0-41-16,0-5-13 0,1 2-26 0,0-3-81 15,2-5-211-15,-2 2-473 0,2-4 26 0,1-2 74 16,-7 0 80-16,14-10 73 0</inkml:trace>
  <inkml:trace contextRef="#ctx0" brushRef="#br0" timeOffset="-189641">23630 13558 1021 0,'-3'13'325'0,"3"0"-28"0,-1 8-26 15,1 0 34-15,0 4-31 0,0 5-26 16,1-3-25-16,-1 8-19 0,3 0-24 0,0-1-32 16,-3-5-25-16,3 6-54 0,-1-6-33 0,1 3-64 15,0-3-123-15,-3-4-223 0,0 0-425 16,0-2 118-16,0-6 62 0,-3-5 53 0</inkml:trace>
  <inkml:trace contextRef="#ctx0" brushRef="#br0" timeOffset="-189439.94">23439 13847 1323 0,'-4'-6'317'0,"4"6"-33"0,-3-4 3 15,3 4-31-15,0 0-26 0,7-6-25 0,-1 3-28 16,2 1 2-16,5 0-15 0,3 1-16 0,2-1-17 15,6-3-8-15,4 4 5 0,2-2-46 0,-2-1-6 16,3 1 4-16,0-1-24 0,-1 1-23 0,1-2-38 16,-5 3-23-16,-1 0-92 0,-4-3-95 15,2 4-259-15,-6 1-317 0,-2 0 54 0,-2 0 100 16,1 0 48-16,-1 0 69 0</inkml:trace>
  <inkml:trace contextRef="#ctx0" brushRef="#br0" timeOffset="-188741.01">24956 13573 898 0,'-3'10'292'0,"0"8"-16"16,-1-3-17-16,1 10-39 0,0-1-3 15,-1 1-25-15,1 1-25 0,-1 1 40 0,3 3-12 16,0-2-24-16,1 2 1 0,0-3-24 0,1 2-17 15,0-2-8-15,-1-2-11 0,7 0-15 0,-3-6-25 16,2 1-10-16,1-5-11 0,0 0-8 16,5-5-2-16,-7-2 8 0,5-1-6 0,1-7-2 15,-4 0-7-15,-7 0-6 0,20-7 0 0,-10 3-10 16,-3-2 15-16,3 2-5 0,-1 0-12 16,-4 1-6-16,1-1 3 0,-6 4 5 0,11 0-8 15,-11 0 8-15,11 5-8 0,-5-3 5 0,0 6 1 16,-2 0-19-16,4 1 11 0,2-1 10 15,-1 2-11-15,4 1 9 0,-2-1-11 0,0 1-5 16,6-3 0-16,-1-1 8 0,2 1-3 0,0-5 7 16,2 3-9-16,2-5 0 0,-3-1-1 0,1 0 6 15,1-1 7-15,0-5 3 0,-5 2 8 16,2-3-3-16,-2-1 10 0,-2-2-20 0,-4-2 5 16,-3 2 7-16,0-2 11 0,-3-1-15 0,-4 2-11 15,0-2-36-15,-7 3-35 0,0-2-49 16,-6 1-95-16,-5 0-409 0,1 2-234 0,-5-1 78 15,-4-2 53-15,2 4 80 0,-4-3 66 0</inkml:trace>
  <inkml:trace contextRef="#ctx0" brushRef="#br0" timeOffset="-188573.64">24912 13823 1000 0,'4'-7'325'0,"2"3"-28"0,1-2-13 0,4-1-38 15,2-1-23-15,4 0-21 0,0 3-20 16,4-1-23-16,3 0-16 0,-4 2-5 0,1 0-41 16,3 2-94-16,0-1-128 0,-1 3-633 0,-2 2 87 15,0-2 31-15,-5 0 77 0,-1 0 61 0</inkml:trace>
  <inkml:trace contextRef="#ctx0" brushRef="#br0" timeOffset="-187973.44">26693 13701 880 0,'0'0'353'0,"0"0"-38"0,-20 7-18 15,13-1-87-15,3 1-16 0,-2 3 11 16,0 0-26-16,-2 7-7 0,5-2-21 0,2 2-21 16,-2 1-9-16,3-2-11 0,3 1-5 0,-2 1-23 15,5 1 12-15,0 1-22 0,4-2 2 16,-2 0-2-16,5 1-18 0,0-1-3 0,-1-5-18 16,2 2-2-16,2 0-34 0,-2-6-7 0,-3-1-10 15,6 0-8-15,-7-6-8 0,3 0 15 0,-2 1-12 16,-1-8-3-16,0 3 5 0,-2-6-2 15,1-2 7-15,-5-3-7 0,3-4 5 0,-4 2 2 16,0-3 29-16,-3 0 10 0,3 0-11 0,-3 1 27 16,0 3 6-16,0 1 14 0,0 1 0 15,0 2-14-15,0 2 6 0,0 1-7 0,-3 5-9 16,3 2-2-16,0 0 3 0,0 0 10 0,0 0-6 16,0 16-9-16,0-5-1 0,0-1-7 15,6 4 21-15,-4-1-19 0,1 0 5 0,2 4-4 16,0 1-3-16,2-3-1 0,0 2-24 0,0-2-19 15,3 2-26-15,-1-2-30 0,-1-4-66 0,2 4-108 16,0-5-156-16,1 0-362 0,-1-3 101 16,-3-3 30-16,4-1 75 0</inkml:trace>
  <inkml:trace contextRef="#ctx0" brushRef="#br0" timeOffset="-187624.94">27100 13876 816 0,'0'0'236'0,"10"15"-39"0,-10-8-23 16,3 3-31-16,-3 0 11 0,3 5-19 0,-3-5-7 16,2 5-15-16,1-5-11 0,-3 5 1 0,0-5-4 15,3 3-24-15,-3-3-4 0,0 0-1 16,0-3 11-16,0 1 4 0,3-1-3 0,-3 0 18 16,0-4-8-16,0-3 5 0,0 0-23 15,0 0-5-15,0 0-2 0,0 0-3 0,-6-15-8 16,3 5-10-16,6-2 0 0,-3-4-2 0,3-2-19 15,0-1-1-15,1 4-1 0,2-4-3 0,-2 3 11 16,6 3-3-16,-3-2-15 0,3 1-3 16,0 4 10-16,1 2-9 0,-1 1 7 0,4 4-3 15,-4 2 3-15,3 2-5 0,-2 2-3 0,5 4 0 16,-4 1 3-16,1 2-3 0,-3 3-5 0,4-1 0 16,-1 3-5-16,-2 2 3 0,2-1-16 15,-3 1-28-15,1 0-36 0,2 1-40 0,-3-1-57 16,-2-2-241-16,2 3-361 0,0-4 80 0,4-3 77 15,-4-4 45-15</inkml:trace>
  <inkml:trace contextRef="#ctx0" brushRef="#br0" timeOffset="-186307.94">27784 13805 778 0,'-7'-2'309'0,"7"2"-19"15,-14-2-37-15,4 6-23 0,-3-1-22 0,2 4-16 16,-1 0-11-16,-4 4-30 0,6-1-10 0,-3 5-13 16,-1-1-15-16,7-2-3 0,-3 5-10 15,2-2-18-15,2 2 2 0,1-2-28 0,0 1-7 16,5-4-8-16,0 3-3 0,3-3-15 0,0 0 1 16,1-1-1-16,2-4-16 0,2 1-4 0,-1-2 4 15,3-2-9-15,0-4-11 0,0 0 0 16,0-3-2-16,4-4 15 0,-3-3-26 0,2-5-20 15,-2-3-2-15,-1-2 9 0,0-2 3 16,1-6-12-16,-2-1-1 0,-2-4 11 0,0 0 15 16,-3-1-3-16,1 0 6 0,-3 0 9 0,1 4 27 15,0 3 7-15,-3 3 15 0,0 2 8 16,0 2 8-16,0 3-5 0,0 4-14 0,0 1 6 16,0 4-5-16,0 1 18 0,-3 6-13 0,3 1-15 15,0 0 15-15,0 0-6 0,-3 16 19 0,3-4-10 16,0 1-1-16,0 2 1 0,0 2-6 0,0 1-5 15,0 0-2-15,3 6-8 0,0-2 69 16,1 1-10-16,2 2-20 0,-1-2-4 0,1 2-17 16,0 0-41-16,-2-3-28 0,3-2-36 0,3 2-20 15,-3-4-70-15,0-3-94 0,2-4-57 16,-4 2-145-16,2-5-303 0,-1-5 85 0,1 5 51 16,-1-3 482-16,-1-3 114 0,1-1 70 0,-6-1 15 15,0 0 30-15,13 0 129 0,-13 0-13 16,0 0 5-16,12-2-15 0,-9-2-80 0,-3 4 3 15,10-2 2-15,-1 1-7 0,-1-2-18 0,-1-1 5 16,3 1 15-16,0-1-35 0,1-4 4 0,2 4-12 16,1-2 15-16,1-3-5 0,-2 1 3 15,3 0-6-15,-2-1 1 0,-1-1-14 0,-2-1 9 16,0-1 2-16,1 2-16 0,-5-5-4 16,1 7 4-16,-1-7 3 0,-4 5-10 0,0 1 5 15,-3 1 3-15,0 0-3 0,-3 3 7 0,0 1-7 16,3 4-15-16,-12-6-5 0,3 6-9 0,9 0 11 15,-14 8-12-15,3-1 2 0,2 0-3 16,-1 2-18-16,2 1 3 0,-2 7 13 0,4-2-16 16,2 2 1-16,1-2-4 0,3 3 9 0,0-1-1 15,3 1-9-15,1-3-1 0,2 6-8 0,4-3 3 16,6-1-10-16,-1-2 3 0,4-3-26 16,-3 1 2-16,4-3-33 0,1-2-25 0,1-5-3 15,-4 1-31-15,0-4-8 0,1-4-12 16,-1 1-87-16,-1-6-54 0,0-4 3 0,-2 1-57 15,-2-6 28-15,0-2 34 0,-2-4 58 0,-1 4 78 16,-2-3 50-16,-2-2 62 0,1 5 59 0,1-2 18 16,-6 6 0-16,1-1 2 0,0 7 10 0,-3 1 1 15,3 2-8-15,-2 0-3 0,-1 7 6 16,0-2 7-16,0 2-8 0,0 0 6 0,0 0-19 16,0 25 9-16,4-15 17 0,-4 7-36 15,0 1-4-15,3-1 4 0,-3 4-18 0,3-2 9 16,-1-1 1-16,-2 2-12 0,1-1 5 0,0-1-5 15,-1-3 10-15,0 1-2 0,0-4-8 0,0 2 25 16,0-3 1-16,0-4 17 0,3 1 16 0,-6-3-13 16,3-5-15-16,0 0 2 0,0 0 3 15,0 0-18-15,-10-15 4 0,6 0 1 0,3 4-12 16,-2-7 9-16,0-1-7 0,0 2 2 0,3-1 13 16,-1 1 8-16,0-1 10 0,2 1-10 15,0 1-3-15,2 0-23 0,0 0 15 0,5 4-7 16,1-1-2-16,0-2 6 0,4 5-24 0,0 0 2 15,7-1 0-15,0 0 12 0,4 1-14 16,1 2-6-16,4 1 5 0,-3-1-4 0,8-1-6 16,0 3-10-16,-3 1 5 0,2-2-11 0,-5 3 1 15,0 0 5-15,-8-1-5 0,2 1 12 16,-6 2-2-16,0-4-2 0,-3 6-6 0,-5-1 3 0,-4 0 0 16,-4 1 10-16,0 0-5 0,0 0 0 15,0 0-3-15,0 0-4 0,-21 4 12 0,11 0-8 16,-3 0 6-16,2 1-6 0,-1 1 8 0,-4-2-2 15,3 6-16-15,3-3 8 16,-1 3-3-16,1 2-2 0,4-2-13 0,2-1-15 0,0 1 4 16,4 3 14-16,0-2-16 0,0 4 5 15,7-1 13-15,-3 0 3 0,3 1-5 0,4 2-1 16,0-2 11-16,-1 1 0 0,1 0-3 0,0-5 5 16,-1 3 21-16,0-3 0 0,-2 1 15 0,2 0 3 15,-2-5 15-15,-3 1-23 0,1 1 20 16,-4-2 21-16,1-2-15 0,-3 2 20 15,0 0-33-15,-3-1-8 0,-5-1 18 0,3 2-10 0,-6-1 0 16,4-4-13-16,-4 4 5 0,1-4-13 0,-3 0-28 16,2-2-20-16,-2 2-36 0,1-2-87 15,0-2-46-15,-6-3-290 0,11-1-347 0,1-4 89 16,-1-2 61-16,1-3 70 0,6-4 66 16</inkml:trace>
  <inkml:trace contextRef="#ctx0" brushRef="#br0" timeOffset="-186106.97">29164 13458 988 0,'1'10'302'16,"2"9"-18"-16,0 0-10 0,-1 5-36 16,0 1-26-16,1 3-17 0,1-3-19 0,0 8-12 15,-4 4-18-15,3 0-36 0,-3-4-23 0,0 2-46 16,0 0-59-16,0 2-69 0,0-9-74 15,-3 5-208-15,3-3-340 0,0-4 72 0,0-7 28 16,-4-2 86-16</inkml:trace>
  <inkml:trace contextRef="#ctx0" brushRef="#br0" timeOffset="-185686.43">29004 13808 1028 0,'0'0'326'0,"4"-7"-42"0,-1 4-23 0,4 1-3 15,5-3-50-15,0 5-16 0,8-1-26 0,2 1-2 16,1-1-29-16,7-1-12 0,1-1-7 0,0 3-22 16,0 0 9-16,2-1-16 0,-2-1-13 15,3-3-8-15,-3 3-9 0,0-4-1 0,0 3-2 16,-4-4-6-16,-1 2-12 0,-3-2 0 16,-2 1-3-16,-5-1-7 0,1 0-13 0,-4-3 18 15,-3 8 22-15,-2-4-17 0,-4-1 3 0,2 4-9 16,-6-2 3-16,0 5-7 0,0 0-8 15,0 0-8-15,-21 3 6 0,21-3 9 0,-20 7-2 16,6-2-2-16,1 1-1 0,2 1-4 0,-2 0 1 16,-1 2-11-16,4 0 6 0,0 0 1 0,3 1-5 15,-1-2-3-15,2 2-13 0,3-2 1 0,1 0 4 16,0 1 6-16,2-3-16 0,3-2 13 16,-2 2-8-16,5 0 8 0,1-3 3 0,2-3 2 15,-1 0 3-15,-1 1-19 0,4-1 14 16,-1 0-16-16,0 0 18 0,0 0-13 0,-10 0 8 15,14-1-2-15,-4 1-6 0,-10 0 3 0,17 1 0 16,-10 2 10-16,0-1-2 0,4-1-3 0,-2 0-23 16,1-1-29-16,1 5-17 0,-1-3-56 15,0 1-72-15,-2 1-105 0,2-1-489 0,-1-3 66 16,-2 1 50-16,-7-1 78 0,16-1 52 16</inkml:trace>
  <inkml:trace contextRef="#ctx0" brushRef="#br0" timeOffset="-184957.48">29831 13716 1028 0,'4'-1'343'0,"-4"1"-7"0,0 0-32 15,0 0-32-15,6 15-19 0,-6-6-110 0,0 0-12 16,0 2-11-16,0 2-12 0,-1-2-6 0,-1 4-2 16,-1-4-8-16,3 3-15 0,-3 0 5 15,1-4-8-15,-4 1 3 0,3-3-21 0,3 4 6 16,-1-6-11-16,-2 1 28 0,3-1-28 15,-3-2 3-15,3-4 0 0,0 0 2 0,0 0-10 16,0 0-5-16,0 0-7 0,0 0-11 0,0-25-3 16,6 13 1-16,-2-4-11 0,3-1 3 15,0-2-11-15,0-2-10 0,3 6 11 0,0-2 0 16,-3 5 2-16,0-1 7 0,4 3-6 0,-4 2-9 16,2 1 11-16,-2 6-19 0,4 1 1 0,-1 0 13 15,0 0 2-15,1 6 0 0,2-4-8 16,1 8 9-16,2-3 4 0,4 1-10 0,-2 2 2 15,0 3-7-15,3-4 16 0,2 1-4 0,-2-2-22 16,3 0 17-16,-4-1-2 0,0-4 8 16,-2 2-3-16,1-3-12 0,-4-2 12 0,2 0-5 15,-3 0 7-15,2-4 1 0,-1 0 15 0,1-3-18 16,-2-3 0-16,-1 2-2 0,-3-3 2 16,1-2 15-16,-4 2-20 0,-1-3 21 0,-2 4-8 15,0 1 2-15,-4 0-7 0,0 2-11 0,-4-1 16 16,1 6-8-16,-1-3-10 0,4 5 0 0,-16 3 13 15,5 1-6-15,1 1 3 0,3 0 0 0,-7 3 6 16,7 4 4-16,-2-2-7 0,2 0-11 16,2 2 6-16,-1 0-26 0,3-1 17 0,3 2-4 15,0-1-10-15,0-1 7 0,3-1 3 0,2 1-1 16,1-4-6-16,1 0-6 0,-1-1-1 16,4-1-11-16,4-5 22 0,-4 0-10 0,6 0 10 15,-4-2-2-15,1-3-3 0,1-5 2 16,1 2 9-16,-2-9-4 0,0 2-1 0,-2-3 4 15,-1-3 0-15,0-7-10 0,1 2 8 0,-5-6 13 16,1-3-11-16,-1 2-10 0,-2 0-20 0,-4-1 33 16,3-1-3-16,-3 5 8 0,0 1 2 15,-3 4 11-15,3 4-20 0,-1 3 7 0,0 0 7 16,-4 6-2-16,2 0 1 0,-1 11-4 0,-2-2 3 16,6 3 8-16,-14 9-10 0,10 1 7 0,-2 0 8 15,2 8-3-15,-2 6-10 0,3-1 3 16,1 2 10-16,2 2-16 0,0-2 1 0,2 6-21 15,1-2-36-15,5 4-30 0,-3-3-47 16,2-2-35-16,7 4 15 0,-1-7 7 0,5 2 1 16,3-4-97-16,2 1-508 0,1-6 52 0,3 0 51 15,1-4 69-15</inkml:trace>
  <inkml:trace contextRef="#ctx0" brushRef="#br0" timeOffset="-184691.62">31373 13289 890 0,'0'0'354'15,"-8"12"-32"-15,5-4-22 0,3 8-24 0,0 0-25 16,2 5-16-16,-1 4-30 0,0 3-26 0,3 4 3 15,1 2-23-15,-3 0-13 0,1 1-18 0,3-2-21 16,-5 0-25-16,2 4-44 0,0-1-43 16,-3-9-59-16,0 4-87 0,-3-2-151 0,3-2-496 0,-3-4 94 15,1-8 102-15,-3 2 21 0,0-7 67 16</inkml:trace>
  <inkml:trace contextRef="#ctx0" brushRef="#br0" timeOffset="-184008.17">31199 13641 1297 0,'0'-2'338'0,"0"2"-5"0,3-8-34 0,3 3-32 16,-2 4-9-16,7-2-112 0,-1 2-10 0,4-2-34 15,3 1 3-15,3 2-13 0,0 0-7 0,7 0-1 16,-2 0-22-16,5 0-1 0,1 0 6 0,0-1-14 16,-3-2 11-16,5-1-13 0,-5 4-17 15,-2-7 4-15,-1 2-25 0,-6 0 7 0,0-3-22 16,-2-3-21-16,-3 1 7 0,-1-4 1 0,-2-1 0 15,-4-2-13-15,1-1 15 0,-6-4-5 16,1 1 13-16,0-4 5 0,1 0 7 0,-4 1-4 16,2 1 2-16,-2 5 8 0,-2 0 7 0,4 1 1 15,-2 3 17-15,0 3-28 0,0 2 8 16,0 4 3-16,0 5-8 0,0 0-1 0,0 0 1 16,0 0 3-16,-6 21-9 0,6-7 4 0,4 1-6 15,-2 8-5-15,-2-3 7 0,1 5 11 0,-1 5-7 16,1-4 6-16,-1 0-6 0,0-1-4 15,0 0 4-15,0-1-4 0,0-5 4 16,0 2-9-16,0-4 1 0,0-2-3 0,0-2 7 0,3-4 16 16,-3 3-12-16,3-5 4 0,0-2 11 0,1-5-3 15,-4 0 12-15,14 0-17 0,-7-7-7 16,6-3-1-16,1 2 5 0,3-3-10 0,0-3 8 16,0 4-10-16,-3 2 17 0,2-1-10 0,-1 3-2 15,-2 3-3-15,4-1-10 0,-3 4 18 16,3 3 0-16,0-1-8 0,1 3 5 0,-2 0-5 15,5 2 0-15,0 0 8 0,3 2-10 0,-4-1-1 16,4 0-2-16,0 0 5 0,0-4-2 16,-4 3-8-16,-2-2 20 0,3-1-7 0,-2-3-6 15,-1 1 3-15,1-2-5 0,1-2 6 0,-5-1-4 16,4-4 1-16,-3 5 4 0,-3-7-17 0,2-3 15 16,-3 2 11-16,-2-5-9 0,-3 2-12 15,1-2-3-15,-5 1 3 0,2 2 5 0,-5-1 0 16,-2 3-2-16,-4 2 9 0,-2 3-1 0,1 3 9 15,-6 2-20-15,-4 7 20 0,3 0-12 0,-3 1 2 16,2 3 18-16,-4 6-5 0,6-2 10 16,2 3-5-16,1 3-8 0,6-3 21 0,1 0 5 15,6 5-23-15,1-3-23 0,4 4 10 0,5 1 16 16,3 0-4-16,5 0-9 0,10 1 20 16,-1-2-40-16,-6-6-1 0,0-3-36 0,-3-5-48 15,-1-3-31-15,-7 1-243 0,-1-2-515 0,-6-6 90 16,-6 0 79-16,0 0 75 0,-17-14 74 0,-3-3 53 15</inkml:trace>
  <inkml:trace contextRef="#ctx0" brushRef="#br0" timeOffset="-183308.1">20038 14876 783 0,'-8'14'302'0,"2"-5"-21"0,6 0-35 15,-4 6-31-15,1 2-15 0,3-1-16 0,0 4 0 16,0 0-35-16,0 0-3 0,0 1-26 16,3 1-43-16,1 2-36 0,2 1-54 0,-3-4-69 15,2-2-97-15,-2-1-407 0,4-1-90 0,-1-4 72 16,-2-1 84-16</inkml:trace>
  <inkml:trace contextRef="#ctx0" brushRef="#br0" timeOffset="-182641.19">20297 15134 790 0,'3'13'328'0,"-3"-2"-26"0,-3 1-13 0,3-2-35 16,0 0-90-16,0-2-21 0,0 2-5 0,0-2-15 16,0 2-10-16,0-3-8 0,0 1-11 15,0-1 1-15,0-1 5 0,0-6-8 0,-3 7-15 16,3-7-6-16,0 0 6 0,0 0-13 0,0 0-5 15,0 0-5-15,0-28-11 0,0 16 1 0,0-1-13 16,3-4 7-16,0-1-7 0,1 1 12 16,2 2-22-16,-1-2-3 0,1 2-3 0,4 3-7 15,-3 2 15-15,4-1-10 0,-1 6-1 16,0 0-7-16,1 4 11 0,1 1-11 0,0 1 15 16,1 3-14-16,0 2 6 0,1 1-14 0,-1 1-1 15,-1 5 16-15,-3-2-13 0,1-2 5 16,1 4-7-16,-4-2 14 0,0-1-14 0,-4 2 4 15,3-2-7-15,-3-2 15 0,-1 2 1 0,-2-3-6 16,0-3 10-16,0 3-7 0,0-7 12 0,-5 7-9 16,5-7-9-16,-6 1 11 0,6-1-8 0,0 0 0 15,-10-11 3-15,7 2-16 0,-1-4 16 16,0-2-8-16,4-3-5 0,0-2-11 0,4-2-2 16,0 1 16-16,2-2-1 0,1 0 3 15,4 4-2-15,-2-2-6 0,-2 7 11 0,3 0-8 16,1-1 2-16,2 7-7 0,-3 1 17 0,1 3-9 15,2-2-6-15,-2 6 8 0,2 5-18 16,-2-2 26-16,2 6-18 0,-2-1 5 0,0 5-3 16,2-1 10-16,-3 2 6 0,0-3-18 0,0 7 10 15,0-1 2-15,1-2-2 0,-1 3 3 0,-3-1-21 16,3-2-31-16,1 2-22 0,-1-2-50 16,0-4-40-16,1 4-59 0,-1-6-200 0,3-1-325 15,-2 0 77-15,-1-2 59 0,4-5 54 0</inkml:trace>
  <inkml:trace contextRef="#ctx0" brushRef="#br0" timeOffset="-182457.55">21070 14897 967 0,'0'16'320'0,"0"-5"-41"16,0 3-5-16,0 6-16 0,-1 3-9 15,2 4-39-15,-1 2-18 0,-1 8-98 0,1 2-4 16,0 2-8-16,0 1-16 0,1 10 3 0,-1-5-20 15,0-9-13-15,0 3-10 0,0-2-32 0,3-1-32 16,-3-2-54-16,3-2-49 0,-3-7-102 0,0-5-474 16,3-5 59-16,-2-3 65 0,-1-7 40 15</inkml:trace>
  <inkml:trace contextRef="#ctx0" brushRef="#br0" timeOffset="-182207.49">21118 14988 693 0,'13'-5'208'0,"4"3"-9"16,-6 1-25-16,6 2-18 0,-4 1-7 0,-3 3-3 15,5 2 71-15,-2 2-22 0,1-1 2 16,-1 3-20-16,-3 0-11 0,1 3-23 0,-1-3-5 16,-3 6 8-16,-4-3-20 0,1 2 7 15,-1-1-18-15,-6-2-2 0,-1 4-67 0,-3-2-3 16,-3 3-15-16,0-1 13 0,-4 2-10 0,1-6 0 15,2 0-18-15,-5-1-13 0,4 1-11 0,-1-3-24 16,0-3-88-16,2 1-26 0,1-5-153 0,3 3-471 16,-3-3 80-16,6-3 58 0,4 3 59 15,0-3 54-15</inkml:trace>
  <inkml:trace contextRef="#ctx0" brushRef="#br0" timeOffset="-181870.19">21596 14991 685 0,'0'0'277'0,"0"0"5"0,0 0-52 0,-27 10-18 15,17-3-20-15,-1 1-15 0,-3 6-23 16,4-3-16-16,0 2-5 0,-4-1-23 0,4 5 0 16,0-4-18-16,3-1 0 0,0 4-12 0,4-2-4 15,0-1-9-15,2-2-11 0,-2-1-15 16,6 1-5-16,-2-3 8 0,2-1-3 0,4 0-6 15,2-4-1-15,-1 1-4 0,-1-3-7 0,3-2 6 16,1-3-17-16,2 2 6 0,-3-5 0 0,1-1 3 16,-1 0-6-16,0 1 23 0,0-3 1 15,-3 3-8-15,0 3 17 0,-1-2-7 0,-2 2-10 16,3 0-6-16,-3 1 14 0,-4 3 2 0,9-1-21 16,-9 1 3-16,0 0 5 0,7 9-2 15,0-4-23-15,-6 2-24 0,2 0-30 0,0 1-28 16,0 2-52-16,-2-2-56 0,5 2-84 0,-2-3-505 15,2 1 95-15,2 0 41 0,2-2 80 16,-4-3 45-16</inkml:trace>
  <inkml:trace contextRef="#ctx0" brushRef="#br0" timeOffset="-181441.64">21955 15016 911 0,'0'0'350'15,"0"0"-42"-15,-18 7-14 0,9-1-38 0,2-1-3 16,-4 6-94-16,5 0-23 0,-1-1 2 16,0 7-5-16,1-4-20 0,-2 0-6 0,5 4-4 0,0-2-19 15,3-1-10-15,-1-3 0 0,2 6-12 16,-1-4-6-16,3 0-2 0,4 2-5 0,0-2-6 16,3-2-7-16,0-1-3 0,4-2-25 0,2 0-23 15,2-2-32-15,-1-3-24 0,4-3-16 16,0 3-23-16,2-6-31 0,-2-4-25 0,3 1-52 15,0-3-122-15,-4-4 48 0,0-2-72 0,1-3-35 16,-4-6 161-16,3-1 69 0,-6-1 18 16,0-5 90-16,-1 2 43 0,2-13 51 0,-5 8 36 15,0 2 36-15,-3 1 41 0,0 6 5 16,-1 4 20-16,-2 2 9 0,-1 1 9 0,0 1-23 16,2 9-7-16,-5-1-23 0,3 5-6 0,-3 0 8 15,0 4-22-15,0 0 12 0,0 0-26 0,7 22 16 16,-4-9-21-16,-3 2-13 0,3 6-2 0,0 0-18 15,-3 2 16-15,3 2-27 0,-3 2-1 16,1-2-29-16,-1 0-18 0,0 1-44 0,0 3-81 16,0-2-54-16,0-8-146 0,0 6-448 0,-1-3 87 15,-2-5 67-15,0-3 51 0</inkml:trace>
  <inkml:trace contextRef="#ctx0" brushRef="#br0" timeOffset="-181273.01">22153 15058 967 0,'0'-4'374'0,"3"-3"-47"16,2 1-32-16,-2 3-6 0,7-2-48 16,0 2-21-16,4-1-13 0,2 1-28 0,2 0-17 15,3-1-11-15,-1 4-34 0,4 0-14 0,0 0-60 16,0 0-66-16,3 4-56 0,3-3-139 16,-2 1-537-16,3 1 26 0,0 1 63 0,-1-3 67 15,1 1 64-15</inkml:trace>
  <inkml:trace contextRef="#ctx0" brushRef="#br0" timeOffset="-180638.14">23241 14991 888 0,'-3'7'356'0,"-2"3"-47"0,2-2-12 15,-1 6-23-15,1-3-18 0,0 3-38 0,0-3-9 16,3 3-32-16,3-3-13 0,-3 3-23 15,3-3-11-15,1 2-9 0,-1-2 1 0,5 0-86 16,1-4-13-16,-2 1 3 0,0 0-11 16,4-2 8-16,-1-3-5 0,-4-2 5 0,5-1-2 15,-11 0-6-15,16-3 6 0,-9-2-4 0,1-5-1 16,-5 2-6-16,1-3 0 0,-1-6-10 0,-3-1 8 16,-3-3-3-16,3 3-5 0,-4 0 8 15,-3-3 2-15,3 7 3 0,-6-1-6 0,3 1-7 16,-6 6 16-16,-1-2-16 0,-3 3 13 0,4 7-8 15,-2 0 8-15,-1 0-6 0,1 6 9 16,2 2-1-16,0-1 5 0,2 4-14 0,1-1 27 16,4 3-25-16,2-1-26 0,4 0 25 0,0-1-4 15,4-1 12-15,2 4-15 0,1-3 8 16,3 2-13-16,4-4 7 0,-1 0 6 0,5-2-16 16,-2-3 13-16,2 1-5 0,3-3 0 15,2-2 18-15,-2-2-23 0,6-3-2 0,1-2 9 0,2-3 3 16,1-1 0-16,0-6-7 0,-1 1 7 15,5-10 5-15,-8 2-10 0,-6 1-10 0,-1 0-3 16,-3-2 18-16,-4-3-12 0,-3 1-4 0,-2 2-4 16,-4 0 12-16,-1 5 3 0,0 2-5 15,-3 0 5-15,0 2-2 0,-3 4 15 0,-1 4-11 16,-5 1-2-16,1 1-2 0,1 6 2 0,7 0 20 16,-21 8-12-16,8 1-3 0,3 7 18 15,-1 1-13-15,1 7 18 0,0 2 5 0,-1 7 55 16,1 14-9-16,1-9 16 0,6 0-6 0,1 2-20 15,-1 14 3-15,3 2-13 0,0-2 2 0,5 3-2 16,4-4 10-16,-5 1-10 0,2 2 0 0,4-4 15 16,-2-2-20-16,-1-2 0 0,-1-8-8 15,0-10-13-15,-5 2 8 0,-1-4 0 0,4-3 5 16,-4 0-23-16,-4-2 5 0,4-6-20 16,-4 4-8-16,1-4-46 0,-3-4-33 0,-1 1-88 15,-4-4-265-15,4-3-490 0,-3-4 39 0,1-3 120 16,9 0 67-16,-15-9 84 0,5 3 62 15</inkml:trace>
  <inkml:trace contextRef="#ctx0" brushRef="#br0" timeOffset="-180474.43">23381 15716 998 0,'-1'-10'338'15,"2"2"-26"-15,-1-2-25 0,6 2-29 0,-3 1-12 16,5-3-16-16,-1 3-20 0,3-3-10 16,1-3-31-16,8 1-11 0,-1-1-9 0,3 1-16 15,5-3-20-15,-2 0 7 0,4 0-18 16,-4 2-20-16,0 1-5 0,-4 1-16 0,-2 0-14 15,1-2-55-15,-4 5 8 0,-2-1-138 0,-2-2-164 16,-1 4-533-16,-4-1 83 0,-2 1 55 16,0-1 91-16,-1 1 63 0</inkml:trace>
  <inkml:trace contextRef="#ctx0" brushRef="#br0" timeOffset="-179725.17">25073 15008 1103 0,'0'0'325'0,"-1"-7"-18"0,1 7-84 16,-9-4-36-16,9 4-13 0,0 0-13 0,-15 9-10 15,6-3-23-15,5 3-8 0,-3 3-2 0,-3 0 0 16,3 1-26-16,4 2-5 0,-1 0-3 15,1 1-7-15,0 0 2 0,3-2-17 0,0 3-6 16,3-2-2-16,1 2-8 0,5-4 3 0,2-1-3 16,-1 1-26-16,4-1 13 0,6-4-7 0,1 2-5 15,-1-5-1-15,1-3-5 0,3-2 3 16,-4 0 5-16,1-3-7 0,0-3-1 16,-2-2-10-16,-1 0 5 0,0-4 1 0,-5-3-11 0,-3-3 5 15,-3-4-13-15,-3 5 6 0,-4-3-4 16,-1-5 1-16,-2 2-5 0,-4 0 10 0,0 2 10 15,-3 0 6-15,-1 4 14 0,-2 1-19 0,3 5 4 16,-4 1 0-16,0 2-2 0,-3 2-8 16,4 3 5-16,-1-1 11 0,0 4-16 0,0 4 0 15,1-2 8-15,3 2-3 0,-1 3-2 16,4-2 17-16,1 3-12 0,2 1 3 0,-2-1 4 16,6 2 8-16,0 0 3 0,3 2-5 0,1-1-3 15,2-1 7-15,4 5-9 0,7-1-19 0,0-1-12 16,7 2-10-16,3-1-52 0,1 0-20 0,0-2-54 15,-1 1-113-15,4-2-186 0,0-1-341 16,-4-2 72-16,0-4 59 0,-3 3 58 0,-3-7 62 16</inkml:trace>
  <inkml:trace contextRef="#ctx0" brushRef="#br0" timeOffset="-179557.93">25630 15148 911 0,'-3'7'345'16,"2"3"-40"-16,-2 1-6 0,0 1-35 0,0 4-16 15,-1 1-102-15,1 2-23 0,3-1-5 0,-4 7-6 16,3 0-4-16,-2 0-29 0,3 0 6 16,0 0-60-16,3 0-17 0,-2 0-57 0,-1 0-86 15,4-2-221-15,3 0-358 0,2-4 56 0,-2-4 56 16,1-2 83-16</inkml:trace>
  <inkml:trace contextRef="#ctx0" brushRef="#br0" timeOffset="-179141.4">26350 14863 1108 0,'-13'-5'330'0,"0"5"-20"0,-1 1-41 0,0 3-24 16,-3-1-4-16,1 7-34 0,-5 1-22 15,0 1-9-15,6 4-17 0,-4-1-24 0,6 2 4 16,0 1-14-16,1 0-25 0,3 0-18 0,2 1 10 16,2-5-2-16,2 6-29 0,5-4-2 0,0-3-3 15,5 5-10-15,0-4-10 0,6-3-8 0,1 1-15 16,0-3-18-16,3-1 18 0,0-5-16 16,0-2-7-16,-1-1 10 0,-1-1-3 0,2-3 6 15,0-4-6-15,-4-5 24 0,1 1-29 16,-1-4 1-16,-1-1 14 0,-3 3 32 0,-2-1 2 15,0 5 5-15,0-1-26 0,-3 3-5 0,-1 0 3 16,2 2 3-16,-3-1-1 0,-2 7-4 16,0-1 2-16,0 1 0 0,0 0-8 0,0 0-8 15,0 16 3-15,0-9 1 0,3 2-29 0,-3 0-11 16,3 0-32-16,0 3-32 0,-2-1-32 0,6-1-54 16,-3 0-37-16,2 1-234 0,1-3-334 0,3-2 86 15,0-1 55-15,-3-3 57 0,3 2 56 16</inkml:trace>
  <inkml:trace contextRef="#ctx0" brushRef="#br0" timeOffset="-178474.54">26628 15049 622 0,'0'7'245'0,"-3"0"-14"0,3 2-24 16,0 0 64-16,-4 1-28 0,4 0-15 0,-3-2-13 15,3 4-28-15,-2-4-5 0,0-3 2 16,-1 2-17-16,3 1 17 0,0-2-28 0,-3-2-46 15,3 2-25-15,0-6-4 0,0 0 6 0,0 0-17 16,0 0 6-16,0 0-17 0,0 0-15 0,10-18 7 16,-7 8 0-16,4-3-5 0,-3-3-10 15,3-1 2-15,-1 2-15 0,1 1 11 0,3-1-4 16,-3 1-4-16,0 3-11 0,0 2-2 0,0 2 8 16,3 2-9-16,-3 3 12 0,2 2-12 0,2 2-9 15,-4 3 10-15,9 2-6 0,-4 1-4 16,1 2 10-16,4 0-13 0,1 3-3 0,1-1-2 15,2 1 2-15,2-2 11 0,-5-2-18 16,6 0 15-16,-3-1-8 0,-1 0 1 0,1-2-1 16,-3-3-7-16,1-2 5 0,-1-1 5 0,0-1 0 15,-2 1 0-15,1-7-3 0,0 3 19 0,1-5-6 16,-5 1 3-16,0-6-8 0,-2-1-10 16,2 1 10-16,-6-7 3 0,3 6-1 0,-6-2 4 15,-1 3-1-15,0 0 31 0,-3-1-31 0,0 7-2 16,-3-2 7-16,-3 3 6 0,-2 0 9 15,1 6-20-15,-6 1 1 0,-1 4-9 0,4 0 6 16,-3 3 5-16,-1 3-8 0,3-2-18 0,-2 6 10 16,3-3 9-16,6 3-6 0,-2-3-3 15,2 2-10-15,1-1-12 0,3-2 9 0,0 2 1 16,3-2 5-16,1 0-3 0,5-2 3 0,-2-2-3 16,1-2 0-16,2 3-2 0,0-7-8 0,1 0 18 15,2-2-3-15,-3-3 0 0,4-1-2 16,-1-6 13-16,3 0-16 0,-4-3-5 0,-2-4 8 15,3-2 2-15,-3-4 13 0,-3-3-25 0,4-2-1 16,-7-4 13-16,2 1-2 0,0-3-8 16,-5 1-2-16,5-2 12 0,-1 2-12 0,-2 2 27 15,0 5 3-15,1 0 11 0,-1 6-3 0,-3 1 0 16,3 6-11-16,-3 4 14 0,0 2-1 0,0 4-9 16,0 5 4-16,0 0-15 0,0 0 5 15,0 0 16-15,-6 22-16 0,6-6 2 16,0 1 1-16,0 1-5 0,3 6-44 0,0 1-8 0,4 0-38 15,3 3-28-15,0 4-54 0,1-6-36 16,3 5-94-16,2-5-451 0,2 3 28 0,2-8 64 16,-3 0 59-16,4-7 74 0</inkml:trace>
  <inkml:trace contextRef="#ctx0" brushRef="#br0" timeOffset="-178042.37">27941 14739 924 0,'0'0'389'16,"0"0"-31"-16,0 0-30 0,-12 27-14 0,4-14-45 16,0 3-31-16,1 3-33 0,-2 0-13 15,5 3-3-15,-3-1-27 0,5-2-16 0,-3 2-18 16,5 1-18-16,0-2-13 0,3-2 0 0,0 1-2 16,2-5-6-16,1 3-19 0,1-2-9 15,0-2-5-15,4-4 3 0,2-1 0 0,0-3-13 16,1-2 8-16,0-3-16 0,0-3-17 0,3-2 4 15,0-4 6-15,0-4 8 0,5-6-11 0,-6-3-13 16,1-3 5-16,-3-2-7 0,2-13 8 16,-1 5-1-16,-6 3-15 0,-2-1 0 0,-2 8 26 15,-4-1-21-15,0 2 42 0,-1 4-47 0,-2 3 15 16,-3 0 1-16,-2 3 12 0,-2 3-18 16,-6 4 6-16,2 3 2 0,-1 1 2 0,-3 4-4 15,0 4-6-15,0-1 1 0,0 4-1 0,3 2-5 16,-3 3 6-16,4 2 9 0,2-3-2 15,4 5-15-15,1-2 0 0,2 3-1 0,1-1 6 16,3-1 5-16,0 1-5 0,3 0 7 0,1-2-9 16,2 2-9-16,1-2-12 0,2-4-16 0,-1 3-30 15,2-3-16-15,4-3-38 0,-1 1-72 16,-2-4-63-16,3 2-262 0,5-5-402 0,-7 0 123 16,4-2 47-16,0-1 86 0,-4-1 72 0,5-3 61 15</inkml:trace>
  <inkml:trace contextRef="#ctx0" brushRef="#br0" timeOffset="-177642.93">28484 14851 1067 0,'0'0'264'0,"17"0"-14"0,-9 3 6 0,1 1-48 16,1-3-4-16,-2 6-12 0,-1 1-25 0,1 1-1 16,-3 3-15-16,2 1 8 0,-3 2-16 15,-1 2-22-15,0-2 17 0,-6 2-28 0,0 2-8 16,-5-1 16-16,-2 6-26 0,-3-3-10 0,-4 1 5 15,3-1-2-15,-6 2-11 0,2-3 13 16,3-2-18-16,-4-4-26 0,6 1 4 0,-2-1-7 16,2-3 19-16,3 0-13 0,1-4 0 0,1 0-15 15,4 1-8-15,-2-2 5 0,3 1 13 0,3-4-15 16,6 1 12-16,1 1-9 0,3-2-17 16,4 0 11-16,5 0-5 0,1-1 8 0,-1 0 5 15,7-2-3-15,-1 0 0 0,2 3 3 0,0-2-26 16,-2-2 15-16,2 2-7 0,0-1 7 15,-3-1-7-15,0 1 13 0,0-3-8 0,2 3-21 16,-8 0 29-16,0 0-24 0,-1-2 21 0,-3 2 23 16,-1 0 36-16,-2-1-30 0,-2 1-14 15,-2-1 31-15,-7 1 3 0,16 0-8 0,-16 0-18 16,0 0-31-16,0 0-61 0,1 4-43 0,-1-4-42 16,-20 3-194-16,7 2-632 0,-5-1 58 15,2-1 101-15,-5-2 71 0,0-2 74 0,-2 1 77 16,-3-3 46-16</inkml:trace>
  <inkml:trace contextRef="#ctx0" brushRef="#br0" timeOffset="-152312.06">5864 11989 657 0,'0'0'197'0,"-4"-6"3"0,4 6-26 0,-6-7-5 15,3 4-31-15,0-2-5 0,3 5-7 16,-4-4-8-16,0-2-8 0,1 3-11 0,-1-1-1 16,4 4-4-16,-7-10-4 0,4 10 0 0,-3-7-1 15,2 6-15-15,1-6-2 0,-5 6-10 16,5-3 14-16,-4-1-9 0,1 3-1 0,2-4-4 15,-6 6-16-15,6-7-3 0,-6 6 6 0,3-2 0 16,1-1-6-16,-2 2 3 0,-2 1-15 0,1-3 2 16,1 1-5-16,-2 3 1 0,0-3-9 15,3-1-7-15,-7 3 13 0,4-1 2 0,-1 1-13 16,-2-3 3-16,3 4 2 0,-4-2-4 16,1 2 2-16,-2 0-23 0,-1 0 17 0,2 0 4 15,-3 0-11-15,0 0 3 0,0 0 2 0,-1 0-10 16,2 0 2-16,-2 0-73 0,1 0 19 0,0 0 4 15,0 0 7-15,0 0-3 0,0 0 14 16,1 0-6-16,1 0 3 0,-2 0 12 0,3 2 1 16,-2-2-9-16,-1 3 14 0,3-2 5 0,-3-1-11 15,3 1 6-15,0 1 2 0,-3-1 6 16,0 3-14-16,4-3 13 0,-2 1 13 0,2-1-15 16,-4 1 15-16,3 3-10 0,0-5-8 15,1 5 11-15,-4-3-3 0,4 1-18 0,-2-3 15 16,2 7 3-16,0-7 13 0,-2 7-16 0,-1-6 18 15,1 5-12-15,-1-2-11 0,2 1 10 0,-3-2 3 16,3 4 8-16,-3-2-3 0,3 0-10 0,-2 2 5 16,1-4 13-16,2 2-8 0,-1 1-13 15,1-2 18-15,-2 3-15 0,6-1 16 0,-4-4-6 16,-1 7 2-16,4-1-12 0,-1-2 13 16,0 1 0-16,2-2 7 0,-3 3-5 0,0-1-7 15,1 3-19-15,0-2 14 0,1 4 4 0,1-3 6 16,-2 1-8-16,4-3-5 0,-3 4 13 0,-1-3-16 15,1 2 5-15,1-2-12 0,2 1 12 0,-1 0 11 16,1-2-13-16,1 2 25 0,-1-1-22 16,0-1 10-16,0 1 2 0,1 2-8 0,2-3-4 15,-2 1 4-15,2-1-4 0,-3 1 10 0,3 0-8 16,1 0 0-16,-3 0 0 0,2 1 0 16,-2-1-3-16,1 0 6 0,2 1-9 0,-3-2 14 15,5 2 0-15,-5 0-8 0,3-2 10 16,2-1-13-16,-5 3 1 0,2-2-3 0,3 1 7 15,-2-1 3-15,0 1-5 0,0 2 8 0,2-3-16 16,-2 1-7-16,3-1 20 0,-3 1-7 0,0 2 7 16,0-1-3-16,2-1-2 0,-2 0-2 0,3 2 4 15,-4-3-17-15,4 3 10 0,0-1-3 16,0 1 3-16,-3-1 15 0,3 0-23 0,3-2 11 16,-3 2 2-16,0 0-5 0,4 0 2 15,-4-1-2-15,3 3 10 0,-2-3 5 0,2 1-10 16,3-1 16-16,-3 0-19 0,1 2 11 15,0-2-3-15,3 4-18 0,-1-3 11 0,-2 1 7 16,2-2-5-16,1 2 15 0,1-2-12 0,1 6 4 16,1-4-17-16,1 0 13 0,-1-2 2 0,0 2-8 15,1-1 1-15,-1 3-1 0,0-4 8 0,1 1-10 16,2 0 15-16,-3-2-4 0,1 2-1 16,2-1 0-16,-3-1-3 0,1-2 9 0,-4 2-14 15,3 0-5-15,1-1 16 0,-2-1-13 0,2 2 5 16,-1-1 5-16,0-2-2 0,0 3-11 15,1-1 18-15,-1-3-12 0,0 4-4 0,1-1 12 16,-1-2-4-16,0 3 16 0,1-1-23 0,-1-4 2 16,0 5-4-16,1-4 14 0,-1 4-25 0,-1-3 24 15,2 0 1-15,-1-2-9 0,0 3 22 16,1-1-30-16,-4 2 13 0,3-6 2 0,1 6-10 16,-1-4 15-16,2 0-8 0,-4 2 1 0,5 0-8 15,-6-3 10-15,7 3-13 0,-4-2 18 16,0-1-12-16,4 4 2 0,-1-4-3 0,-2-1 11 15,2 1 2-15,1-1 11 0,0 0-24 16,0 0 16-16,3 0-18 0,-1 0 10 0,-1 0 5 0,5 0-7 16,-3-1 7-16,4 0-5 0,-4-1-5 15,4-1 3-15,-1 2 7 0,-3 1-2 0,0-2-8 16,-4 1 0-16,1-2 7 0,0 2-2 0,0 1-2 16,-1-1-1-16,0-1 6 0,2 1-5 15,-2 0-26-15,2-4 18 0,1 5 12 0,-2 0-4 16,0-2 12-16,3-3-10 0,-4 4 16 15,1 1-24-15,0-3 3 0,0-1-10 0,2 3 10 0,-2-2-8 16,-3-1 19-16,2 2-4 0,1-2 3 16,-1 0 1-16,1 1-14 0,-3-2 13 0,1 1-2 15,0-1-3-15,4-3 11 0,-5 5-4 0,2-2-7 16,-3-2 1-16,1 3-9 0,-1-2 6 16,0-1 12-16,1 2-7 0,-1-1 2 0,0-1-8 15,1 0 1-15,1 2 2 0,-1-4-5 0,-1 3 15 16,0-2-20-16,1 1 8 0,-4-1-1 15,3 1 1-15,-3-1-11 0,3 2 88 0,-3-4-11 16,3 4-10-16,-4-1 2 0,2-5-12 16,2 3-1-16,-6 0-4 0,5 1-3 0,-1-2-5 0,-2 2-3 15,1 0-15-15,0-3 20 0,0 2-7 16,0-5-11-16,-1 6 6 0,1-2-11 0,-3 1 1 16,3-3 4-16,-3 1-4 0,2 3-4 15,-2 0 1-15,2-2 10 0,-3 0-10 0,0-2-10 16,2 2 7-16,-2 0-10 0,-3-1 20 0,3 0-15 15,-2 0 3-15,-1-2 2 0,3 2-2 0,-3 1 7 16,0 0-12-16,-3-2-3 0,3 4 18 16,-1-2-8-16,-1 0-7 0,1 1 7 0,1-1-8 15,-3-1 11-15,3 1-3 0,-4 2-10 0,1 1 11 16,2-3-11-16,1 2 7 0,-3-2 9 16,3 2-19-16,-3 1 11 0,3-3-13 0,-3 3 20 15,2-1-7-15,1 0-6 0,-3-1 1 16,3 1-6-16,-3 1 8 0,3-1-2 0,0 1-8 0,-3 1 7 15,2-2-12-15,1 1 15 0,0 0 0 16,-3-1-12-16,3-1 9 0,-4 1-4 0,4 1 9 16,-3-1-1-16,2-1 1 0,-2 1-9 0,0 0-1 15,3-1 6-15,-4 1-6 0,1-2 8 16,0 2 8-16,0 1-10 0,-1-3 4 0,-3 2-2 16,3 1 13-16,1-3-5 0,-3 2-5 15,2 1 12-15,-3-1-9 0,0 1-11 0,-3 1 7 16,3-2 6-16,-3 1 0 0,3 0-8 0,-3-1-3 15,3-1 1-15,-4 2 0 0,2 3-9 0,2-3-6 16,-4 0 22-16,4 2-10 0,-3 2-8 0,1-4-28 16,1 7-22-16,1-3-53 0,-2 2-60 15,2 2-111-15,-1 2-549 0,-2 4 22 0,3-4 128 16,1 2 56-16,-2 0 67 0</inkml:trace>
  <inkml:trace contextRef="#ctx0" brushRef="#br0" timeOffset="-149694.75">7731 14520 537 0,'0'0'225'0,"0"-5"-28"16,0 5-12-16,-4-7-11 0,4 7-23 0,0 0-5 15,-3-7-3-15,3 7-12 0,-3-3-14 0,3 3-17 16,-4-3-8-16,4 3-17 0,-4-4 12 0,4 4-11 16,-6-4-12-16,6 4 3 0,-7-4-1 0,3 1-7 15,4 3-13-15,-9-6-15 0,4 4 7 16,5 2-4-16,-9-6-9 0,5 4 9 0,-3-4-4 15,1 6-2-15,-1-3-10 0,3-1-7 16,-3 1 7-16,1 0 5 0,-1-1-5 0,-4 2-6 16,4-4 6-16,-2 4-2 0,1-3-11 0,-2 1 2 15,-3-2 6-15,2 4 0 0,1-4-5 0,-3 4 4 16,-2-3-12-16,-1 0 11 0,-2 0-6 16,1 1-15-16,0 0 25 0,-4-3-2 0,2 3-8 15,-6-2 3-15,1-1-6 0,-3 4 13 16,3-2-15-16,-4 1 24 0,2-2-19 0,-1 5 5 15,2-5-13-15,-5 5 21 0,2-2-5 0,0-1-8 16,1 1 5-16,-3 1-5 0,2-3-10 0,5 5-2 16,-2-1 25-16,1 0 0 15,0-1-16-15,0-2 8 0,1 4 6 0,-1 0-14 0,0 0 11 16,0-2-16-16,4 1 6 0,-4 1 5 0,3-2 5 16,-2 2-19-16,2 0 27 0,0 0-19 15,0 0 9-15,1 2 4 0,-1-2-18 0,-2 0 6 16,3 1-8-16,-2-1 13 0,2 2 2 15,0-2-5-15,-1 0-8 0,-3 0 3 0,4 4-5 16,-1-2-8-16,-3 0 11 0,0-2-1 0,4 5 16 16,-4-2-15-16,-3-1-1 0,2 3 11 0,2-2-8 15,-4 3 2-15,2-5-7 0,-2 6 5 16,3-2 5-16,4 0-10 0,-4-4 0 0,3 6 8 16,0-3-1-16,1-1-7 0,-1 0 8 0,5 4-3 15,-5-6 7-15,1 6-17 0,3-3 18 16,-1 0-24-16,-2 2 21 0,3-3 3 0,-1 4-13 15,-1-1 2-15,1-1 6 0,-3 2 0 16,1 1-3-16,-1-1 2 0,0 1 1 0,5 0-1 16,-2-2-9-16,-4 2 9 0,4 1 8 0,0-1-10 15,1-2-5-15,-3 2 8 0,0 5-6 0,2-2 1 16,-3 1-3-16,2 1-3 0,1-1 16 16,-3 1-14-16,2-1 9 0,1 1-11 0,-2 1 13 15,0-3-20-15,2 5 18 0,1-1-6 0,-4 0-5 16,5-3 16-16,-2 3-13 0,-2 0 2 15,6-2 6-15,-4 4 7 0,5-2-10 0,-4 2 0 16,3-2 8-16,0 2-21 0,1 1 16 0,0-2-16 16,-1 1 13-16,4 1-5 0,-4 2-3 0,3-2 18 15,2 0-15-15,-2 0 13 0,1 0-8 16,0-3-13-16,-1 3 18 0,5-1 0 0,2-2-10 16,-3 2 13-16,4 1-11 0,-4-3 6 15,3 2-6-15,1 1-7 0,3 1 13 0,-3-2 4 16,3 1-14-16,0 0 2 0,0 0-1 0,0-1 1 15,3 1 5-15,0 1-15 0,-2-2 15 0,6 2 2 16,-4-2-9-16,1 1 12 0,5 3-8 0,-2 0 6 16,0-3 2-16,1 2-20 0,1 0 12 15,5-3 11-15,-4 5-11 0,0-3 3 0,2-2-2 16,1 5 4-16,0-2 3 0,4-2-10 16,1 4 8-16,-1-4-8 0,3 4 5 0,0-4 7 15,1 2-2-15,3-5-2 0,-3 2 0 0,2 1-3 16,1-3 10-16,0 2-10 0,0-2-10 15,-1-1 12-15,-1-2-4 0,1 1 20 0,-1-2-11 16,4-1-7-16,-5 3-2 0,3-3-6 16,-3 0 16-16,2-2-21 0,1 1-3 0,-3 0 19 0,3-2-13 15,-1 0 15-15,2 0 0 0,2 0-8 16,-3-1 3-16,3-1 8 0,-3 0-13 0,3-1-5 16,0-2 17-16,-2 4 4 0,2-5-14 15,-3 1 1-15,4 1 7 0,-5-1-3 0,5-2 14 16,-1 0-4-16,-3 2-1 0,3 0-9 0,-2-2 3 15,5 1-2-15,-7-1-6 0,5-1 8 0,-4 1 1 16,1 0-6-16,2-2 5 0,0 2-8 0,-4-2 19 16,5 2-16-16,0-1 2 0,-1-3-15 15,-3 4 13-15,3-3-7 0,1 0 4 0,-2 0 16 16,2 1-16-16,-1-2 3 0,0 1 13 16,1 0-15-16,-3-1-1 0,5 1 13 0,-3-3-25 15,-3 4 20-15,0-1 0 0,3 1 0 16,1-2-5-16,-7 2 3 0,2-3 2 0,1 1 0 15,3 0-8-15,-3 0-2 0,-2 0 3 0,4 0 9 16,-2-2 1-16,3 0 0 0,-3 2-8 0,0-1 10 16,-3 1-10-16,-1-1 10 0,-3 1 3 0,-3 0-8 15,0 1 11-15,3-2-4 0,-1 3-14 16,-1-3 15-16,5 2-1 0,-6-4 1 0,3 6-5 16,-3-6-6-16,3 4 4 0,-1-4-6 15,2 0 7-15,-5 2-2 0,2-1-2 0,1-1 7 16,-1-1-5-16,1-1-2 0,-2 1 2 0,2 1 8 15,2-3-11-15,-5 2 6 0,1-3-8 0,3-2-5 16,1 2 18-16,-5 3-11 0,1-2 3 16,-1-2 11-16,0 2-9 0,2-1-4 0,-2 0-3 15,1 1-3-15,-3 0 8 0,2 0 1 0,1-3 12 16,-1 3-13-16,1-1 0 0,-1 0 10 16,-1 0-10-16,0-3 11 0,3 1-1 0,-2 1-5 15,-3-1-87-15,1 1 29 0,-1-2-11 0,0 1 10 16,0 1 11-16,-2 1 7 0,1-2 13 15,-2 1-15-15,0 1 23 0,-3-3-6 0,2 4-2 16,1-2 26-16,-4-2-18 0,1 3 5 16,0-2-5-16,-1 1 12 0,0-1-7 0,1 1 0 0,-1-2-3 15,-3-2 0-15,3 0-2 0,1-1 8 16,-1 2 7-16,0-2-3 0,-3-1 1 0,1 3-13 16,3-3 22-16,-4 1-9 0,3 2 2 15,-3-3 5-15,3 1-17 0,-3 5 7 0,-3-4-3 16,6 1 11-16,-6 0-8 0,3 2 13 0,0-1-16 15,0-1 18-15,0 3-20 0,-3-2 26 16,2 0-26-16,-2 1 15 0,2-1-15 0,-2-2 10 16,0 5-8-16,-1-3 6 0,1-3 5 0,0 5-6 15,-1-3 6-15,-2-1-6 0,-2 1 11 0,2-2-10 16,-1-1-3-16,-3-1 0 0,-1-2 2 16,2 2 3-16,-1-4 6 0,-2 5-19 0,2-1 21 15,-3-2-16-15,3 2 11 0,-1 0-3 0,0 0 0 16,-1 1 0-16,2 1 3 0,2 2-3 15,-2 1 0-15,0 0 13 0,3-1-18 0,-4 4 3 16,2-3-8-16,2 5 17 0,-1-1-9 0,2-1-1 16,-1-1 6-16,1 5-23 0,2-1 20 0,-3 2-5 15,3-2 13-15,-2 1-3 0,2 0-5 16,-3 0-7-16,1 3 22 0,-1-2-28 0,3 1 19 16,-3 0-1-16,1 0-5 0,-1-2 0 0,-1 6 0 15,-1-4 18-15,-1 0-20 0,2 2 7 16,-2-1-7-16,-3 2-9 0,2-3 9 0,-2 4 0 15,-2 1 4-15,-1 0-7 0,-1-2 8 16,0 4-8-16,-7-2-10 0,-1 6-19 0,1-4-40 16,-6 5-51-16,-1 1-87 0,-3 2-507 0,3 2-6 15,0 1 91-15,-3-5 48 0,4-1 61 16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7:29:59.3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4377 1866 501 0,'0'0'187'0,"0"0"-10"0,3 4-26 15,-3-4-8-15,3 3-12 0,-3-3-24 16,4 8-25-16,-4-3-49 0,0-5-125 0,4 10-445 15,-4-3 22-15</inkml:trace>
  <inkml:trace contextRef="#ctx0" brushRef="#br0" timeOffset="14849.81">2244 1045 939 0,'0'0'299'0,"0"0"-38"0,0 0-89 15,0 0-8-15,0 0-16 0,0 0-17 0,0 25-6 16,1-14-7-16,2 3 2 0,0 2-10 0,0 0 57 16,1 3-29-16,-1 4 5 0,4-1-20 0,-4 0-8 15,1 3-12-15,0 0-11 0,2 0 5 0,-3-2-25 16,1 2-8-16,0-1-8 0,2-1-46 16,-5 1-22-16,2-4-88 0,0-1-108 0,-3 1-304 15,3-1-230-15,-2-6 82 0,-1 0 61 16,2-3 64-16</inkml:trace>
  <inkml:trace contextRef="#ctx0" brushRef="#br0" timeOffset="15116.91">2063 1127 793 0,'0'-6'325'0,"0"6"-15"0,3-11-49 16,1 3-20-16,6 1-21 0,-3 0-36 0,3-3 0 16,5 2-30-16,0-2-8 0,4 1-16 0,3 2 47 15,2-2-11-15,0 0-17 0,1 3-21 16,-1-1-3-16,-1 2-28 0,-2 2-10 0,0-1-33 16,-1 1-26-16,-2 1-35 0,2 2-83 0,-7 0-79 15,0 2-141-15,-1 2-432 0,0 0 23 16,-5 1 87-16,-2 0 66 0,-2 0 51 0</inkml:trace>
  <inkml:trace contextRef="#ctx0" brushRef="#br0" timeOffset="15333.81">2142 1585 806 0,'0'0'281'0,"0"0"-7"0,6 3-36 0,-6-3 0 16,0 0-15-16,24-6-23 0,-13 4-13 0,5-3 40 16,5 0-12-16,3-2-20 0,0 0-31 0,-1-1-18 15,5-1-44-15,-4 3-20 0,3-1-51 16,-2-2-59-16,2 2-72 0,-3-2-74 0,0-1-139 16,-1 2-393-16,-1-2 22 0,-2 0 80 0,-3 3 57 15</inkml:trace>
  <inkml:trace contextRef="#ctx0" brushRef="#br0" timeOffset="15699.59">2620 1300 639 0,'0'-5'241'16,"0"5"-23"-16,-3-7-11 0,3 7-36 0,0 0-12 15,0 0-5-15,0 0-13 0,0 0-16 0,0 23 62 16,3-13-13-16,-3 5-23 0,3 1-13 0,-2 2-2 16,2 0-19-16,0-1-9 0,2-1 0 15,-2 2-19-15,0-1-4 0,0 0-9 0,0 1-14 16,1-3-6-16,-4-1 6 0,3-2-11 0,-3 1 2 15,3-3 4-15,-2-1-6 0,1 0-7 16,-2-1 37-16,1-1-6 0,-1-3 4 0,0-4-5 16,0 0 0-16,0 0-15 0,0 0-7 0,0 0 1 15,-7-21 1-15,4 8-21 0,0-3 1 0,2-3-16 16,1 1-6-16,-3-2 16 0,6-1-15 16,-3 2 13-16,1 0 5 0,5 1-14 0,-3 1 12 15,0 2-11-15,2 0-6 16,-1 4 1-16,2 0-8 0,1 3 11 0,2 0-4 0,2 5-4 15,-1-1 2-15,0 4-12 0,4 3 7 0,3-1 3 16,-3 5-6-16,3 3 3 0,0 0-15 16,4 3 10-16,-5 1-20 0,2 0-27 0,-1 4-14 15,3 1-64-15,1 0-62 0,-4 2-248 0,4-1-423 16,-2-3 113-16,-1-1 59 0,0-4 74 0,-1-1 65 16</inkml:trace>
  <inkml:trace contextRef="#ctx0" brushRef="#br0" timeOffset="16134.04">3304 1310 1031 0,'-10'-2'348'0,"0"2"-33"0,-2 2-28 16,0 1-13-16,-2 1-29 0,0 0-25 0,-3 5-25 15,3 0-8-15,0 2-16 0,1-1-25 16,0 1-15-16,2 1-8 0,1 1-21 0,3-1-2 15,-1 1-8-15,5-2-15 0,0 1-18 0,3-1 7 16,0-2-12-16,3 2-16 0,0-4 1 16,5 0-9-16,-2 0 6 0,4-3-20 0,1-2-4 15,-3-1 4-15,4-2 2 0,2 0-3 0,-3-4-10 16,3-2-7-16,-1-1 12 0,-3-2 3 0,4-6-6 16,-7-1-22-16,0-1-3 0,-1-4 0 0,-1-1 5 15,-2-2-5-15,0-4 1 0,-6 3 9 16,2-3 16-16,-1 1-8 0,0-3 0 0,-1 4 12 15,0 0 11-15,-1 4 3 0,1 0 10 16,0 5 10-16,0 0-15 0,0 4-1 0,2 2-2 16,-2 0 6-16,3 5-14 0,-5 2 3 0,5 5 3 15,0 0-3-15,0 0-15 0,0 0 2 0,-6 24 13 16,3-12 0-16,6 2-8 0,-6 6-4 16,6 0-1-16,-3 4 3 0,4 1-6 0,0 1-63 15,2 1 5-15,1 1-29 0,0 1-12 16,6-1-33-16,-2 0-13 0,5-2-75 0,-2-1-51 15,-3-6-114-15,3 1-370 0,-1-1 31 0,1-4 80 16,-1-4 59-16,-3-1 50 0</inkml:trace>
  <inkml:trace contextRef="#ctx0" brushRef="#br0" timeOffset="16449.68">3553 1432 911 0,'7'-13'333'0,"0"1"-31"15,-3 1-23-15,5 0-21 0,-5 1-22 16,3-2-29-16,0-1-5 0,-1 1-23 0,1-3-12 15,0 3-1-15,-3 1-7 0,0-1-21 16,-1 2-10-16,0 1 3 0,0-2-16 0,-2 4 8 16,-1 0 10-16,2 1-26 0,-2-1-15 0,0 2-12 15,0 5 14-15,-3-7-27 0,3 7-3 16,-10 0-10-16,10 0-1 0,-14 4-12 0,5 3-2 16,2 1-8-16,3 0-3 0,-7 2-3 0,8 1 11 15,-3 0-15-15,2 3-4 0,4-1 1 0,-3-1 3 16,6 1-8-16,0 2-6 0,1-2 16 15,5 0-12-15,2 1 7 0,3-3 2 0,3 3-17 16,3-4 22-16,4 0-32 0,-2-2-1 0,5-2-33 16,0-2-23-16,0-1-26 0,0-1-7 15,-3-2-82-15,0-2-39 0,0-3-53 0,-4 3-113 16,1-7-422-16,-3-5 48 0,-5 3 75 0,0-5 61 16,-2-1 69-16</inkml:trace>
  <inkml:trace contextRef="#ctx0" brushRef="#br0" timeOffset="16633.48">4011 1210 747 0,'0'-8'235'0,"0"2"-35"0,0 6-8 15,0-2-13-15,0 2-10 0,0 0-10 0,0 0-3 16,0 19-15-16,0-6 64 0,0 5-11 16,3 2-10-16,-2 7-12 0,6 1-21 0,-4 6 0 15,-2 2-18-15,5 14-20 0,-2 0-1 16,2-7-9-16,1 3-21 0,3 3-3 0,-3-7-12 16,-3-9 7-16,2 1-13 0,2-3-17 0,-1-2-26 15,-1-4-26-15,0-2-41 0,1-3-53 0,0-3-3 16,-3-4 0-16,-1-5-105 0,0-2-115 0,-2-4-387 15,2-2 3-15,-3 0 95 16,-3-14 71-16,0-1 39 0</inkml:trace>
  <inkml:trace contextRef="#ctx0" brushRef="#br0" timeOffset="16866">4025 1426 645 0,'-3'-30'268'16,"-1"4"-4"-16,4 2-21 0,0 4-7 0,4 1-14 16,-4 1-19-16,3 0 1 0,4 3-27 0,-4 0-13 15,4 1-16-15,0 3-17 0,3 0-14 16,0 2-9-16,0 4-11 0,4 2 52 0,0 3-6 15,0 0-10-15,3 4-18 0,0 0-12 0,-4 6-11 16,5 1 3-16,-5 0-24 0,-2 5-58 16,-1-3 8-16,-4 1-9 0,1 4 27 0,-7-1-14 15,4-2 9-15,-8 3-6 0,1 0 2 0,-4 2-1 16,-2-1-11-16,-2-2 15 0,0 1-20 16,-2-3 7-16,-1 2-2 0,4-4-10 0,0-1-21 15,-4-2-20-15,4 0-57 0,3-4-87 0,-3 0-340 16,6-3-284-16,1-5 56 0,3 2 100 0,0 0 67 15,0 0 45-15</inkml:trace>
  <inkml:trace contextRef="#ctx0" brushRef="#br0" timeOffset="17500.66">4395 1391 1118 0,'6'-6'346'0,"1"-2"-24"15,-1 1-20-15,2 0-36 0,-2-3-12 16,1-1-37-16,3 0-9 0,-2 0-24 0,-2-1 3 15,1 0-41-15,-4 1 2 0,0-1-30 0,1 0-16 16,-1-1-2-16,-3 3-8 0,0-2-7 0,0 3-1 16,0 0-15-16,1 1-20 0,-2 2 2 15,1 0 3-15,-3 1-3 0,-3 3-12 0,6 2-9 16,0 0 4-16,-14 5 1 0,4 1 6 16,3 3-15-16,3 1-3 0,-5 0 0 0,5 7-8 15,-3-3-2-15,6 1 10 0,-2 1 0 0,0-1 0 16,6 0-12-16,0 3-9 0,1-3 6 0,3 2-8 15,3-4 13-15,3 2-13 0,2-1-13 16,6-3-10-16,2-1-16 0,1-3-4 16,0-2-31-16,3-1-13 0,-3-1-39 0,-3-4-17 0,3-2-16 15,0-3-58-15,-4-3-39 0,0-3-44 0,1 0 54 16,-8-2 29-16,5-1 84 0,-8 0 71 16,0 2 52-16,1-1 51 0,-4 2 13 0,2 0 30 15,-5 1 16-15,3 3-13 0,0 1-20 16,-4 2 7-16,0 0 21 0,1 4-16 0,-4 1-10 15,0 0-2-15,0 0-16 0,11 10-3 0,-8-2-2 16,-3-1 1-16,3 3-9 0,-3-1 3 16,0 4 0-16,0-2-8 0,0-1-5 0,0 2-7 15,0-2-11-15,0-2 26 0,0 2-11 0,0-3 1 16,0-2 10-16,0 1 15 0,0-1 31 0,0-5-21 16,0 0-9-16,0 6 9 0,0-6 0 15,0 0-14-15,0 0-12 0,0-21-4 0,1 13 10 16,2-9 0-16,3 2-3 0,-2-3 1 0,2-3-9 15,5 0 9-15,-4 0 2 0,0-1-28 0,3 4 7 16,-3 3-7-16,0 0-3 0,2 2 0 16,-1 2 6-16,-1 3-16 0,2 4 10 15,-1-1-5-15,5 5-7 0,-13 0-1 0,17 6 3 0,-6 0-3 16,2 3 21-16,-3 1-10 0,1 2-8 0,2 2-3 16,-2 3-22-16,2 0-34 0,-3-1-36 15,4 4-46-15,3-4-50 0,-3 0-58 0,3-1-109 16,1-1-415-16,2-2 23 0,0 0 82 15,1-2 64-15,-4-5 64 0,3 0 51 0</inkml:trace>
  <inkml:trace contextRef="#ctx0" brushRef="#br0" timeOffset="17918.18">5512 1216 918 0,'-3'-14'302'0,"-1"0"-12"16,1 4-19-16,0 2 46 0,-2 1-20 0,-1 2-13 15,2 0-33-15,-2 2-20 0,-4 1-16 16,10 2-18-16,-21 4-15 0,4 1-31 0,1 1-8 15,1 2-2-15,-2 3-18 0,0 3-31 0,3 0-5 16,0 1 0-16,2 1-26 0,2-2 8 16,2 1 0-16,1 0-10 0,1 0-18 0,2-1 13 15,4 0-13-15,0-1 2 0,0-1-9 0,3-1-6 16,4 0-2-16,0-3-16 0,3 0-5 0,1-3 5 16,2-1 5-16,4-2-2 0,-3-2-13 15,3-1 3-15,-3-4-3 0,3 0-8 16,0-5 6-16,-3-4-11 0,-1-2-41 0,1-3 3 15,-4-3-8-15,1-7-2 0,-5-2 7 0,-2-5 8 16,-1-2 10-16,-3-2 0 0,0-1 0 0,-3-10 18 16,3 8 0-16,-3 9 23 0,2 6 19 15,-1 2 1-15,2 5 3 0,-1 2-7 0,1 3 4 16,-3 3-9-16,3 2-3 0,0 4-1 0,-4 4-1 16,4 3 1-16,0 0 1 0,0 0 8 0,-3 21-9 15,3-8-1-15,0 6 4 0,2 1 0 16,3 5-20-16,-2 0 15 0,0 4 11 0,1 3-1 15,6 0-22-15,-4 0-34 0,5 3-13 0,-1 11-94 16,0-10-123-16,5 4-592 0,-2-5 37 0,1-9 94 16,-4-7 92-16,0-1 36 0,4-6 77 15</inkml:trace>
  <inkml:trace contextRef="#ctx0" brushRef="#br0" timeOffset="18516.48">5891 1120 977 0,'0'-18'402'0,"-3"5"-46"16,3 2-39-16,-4 2 16 0,4 1-33 15,-2 0-34-15,1 3-36 0,1 1-22 0,0 4-19 16,-6-6-20-16,6 6-10 0,0 0-21 0,-15 7-3 0,6-2-35 16,2 2 10-16,1 0-25 0,-2 4-8 15,4 2 7-15,-5-1-20 0,5 2-15 0,1 0 12 16,-4 2-10-16,6-4-2 0,1 2-3 15,0-2-10-15,0 2 5 0,5 0-21 0,1-1 19 16,4 0-16-16,0-3-64 0,4 0-21 0,-1-2 16 16,8 1-20-16,-3-1-44 0,-1-3 7 15,4-2-30-15,-2 0-28 0,2-3-21 0,-3 0-23 16,1-4-56-16,-1-2-125 0,-5-1-385 0,2-4 106 16,-2 0 25-16,1-4 67 0,-1 0 58 0,-3 5 367 15,1-3 291-15,-4 1 34 0,-1 4 7 16,1-1 49-16,-3 2-8 0,0 4-13 0,2-1 1 15,-6 4-13-15,0 0 7 0,0 0-71 0,13 9-8 16,-10-4-3-16,-3 5 0 0,5 1 1 16,-2 0 53-16,0 2-2 0,-3-1-31 0,1 2-1 15,2 0-24-15,-3 0-1 0,3-2-12 0,-3 2-3 16,0-3 2-16,0-1-12 0,0-1 15 0,0-2-13 16,0 2-46-16,0-3 8 0,0-1 8 15,0-5-16-15,0 0 5 0,0 0-15 0,0 0 5 16,0 0-15-16,3-22-5 0,-3 10-1 0,1-5 1 15,5 0 2-15,-3-5 3 0,5-2-13 16,-2 2-3-16,1 1-2 0,0 0-16 0,0 4 13 16,0 3 1-16,-3-2-6 0,5 5 13 15,-2 2-18-15,1 2-3 0,1 2 11 0,1 5-3 16,1 0 0-16,-1 5-2 0,3 2-6 0,-1 2 0 16,1 2 16-16,1 3-15 0,-1 0-1 0,1 1 3 15,-4 5 5-15,0-3 0 0,1 2-5 16,-1 0-10-16,0-1-54 0,1 1-43 0,-4-1-70 15,2-3-61-15,-2 0-195 0,4-2-329 16,-1-2 32-16,3-3 62 0,1-2 69 0,-4-4 49 16</inkml:trace>
  <inkml:trace contextRef="#ctx0" brushRef="#br0" timeOffset="18966.07">6733 1069 1292 0,'-3'-6'397'0,"-2"3"-54"0,5 3-31 0,-6-2-38 0,6 2-10 16,-14 5-31-16,4 1-21 0,3 1-17 16,-6 3-16-16,5 0-23 0,-2 4-2 0,1-1-3 15,2 2-26-15,2 0-18 0,-1 1 4 16,2 0-17-16,1 0 1 0,0 0-21 0,3-1 6 16,3 3-14-16,-3-4-15 0,7 2 0 0,-1-1 13 15,5-3 8-15,-1 0-41 0,4-4 20 16,0 0-5-16,6-4-7 0,1 1-6 0,3-5-5 15,0-2-5-15,3-2 0 0,0-2-13 0,4-5 1 16,0 0-6-16,-3-5-16 0,9-8 6 0,-9 2-5 16,-6 2 7-16,-1 0-4 0,-3 4-3 15,-5 0 10-15,-3 3 5 0,-2 0-5 0,-1 1 7 16,-1 2-14-16,-6 3-1 0,0 2 8 0,0 5-20 16,-10-3 20-16,3 1 10 0,7 2-10 15,-24 6-8-15,10 2 18 0,4-1-10 0,-3 3 3 16,2 3 10-16,1 1-6 0,3-1 6 0,-3 3-5 15,6 0 7-15,1 1-7 0,-1 2 7 0,4-3 13 16,0 1-25-16,0 1 10 0,4 0-6 16,2-1-4-16,2 0 10 0,2-1 7 0,0 0-7 15,4-3-5-15,2 0-39 0,2-1 5 16,-1-3-104-16,0-2-80 0,0 0-113 0,0-3-585 16,-3-3 73-16,-4-2 78 0,0-3 60 0,-9-3 73 15,-1-1 50-15</inkml:trace>
  <inkml:trace contextRef="#ctx0" brushRef="#br0" timeOffset="19882.82">8220 1242 865 0,'0'-6'373'0,"0"1"-30"0,0 5-23 16,0-10-43-16,0 10-14 0,-3-5-37 16,3 5-19-16,0 0-23 0,0 0-12 0,-4-2-8 15,4 2-26-15,0 0-8 0,-8 16-20 0,8-10-15 16,-3 2 5-16,0 0-16 0,3 0-20 0,0 2-7 15,3-2-1-15,0 2-2 0,-2-2 5 16,6 1-18-16,-4-1-18 0,4-1 15 16,0-1 1-16,3-1-1 0,0-1 5 0,1-3-20 0,3-1-2 15,2-1 7-15,-2-1-13 0,3-1 16 16,-3-1-21-16,0-2 3 0,0-1 10 16,-1-3-20-16,-3 1-1 0,-2-3-9 0,1-1 17 15,-8-1-10-15,1 0 2 0,-5-2 6 0,0 1 2 16,-4-1 1-16,0 0 1 0,-3 4 1 0,0 1-5 15,-1 1 15-15,-2 1 5 0,-2 4-18 0,-1 2 8 16,-1 3-15-16,0 2 10 0,-1 1-1 0,-2 2-9 16,3 3-3-16,-1 1 3 0,5-1-9 15,3 2 6-15,-1 0 3 0,5 1 5 0,2-2 7 16,1 1-7-16,6-2-11 0,4 2-5 0,0-2-4 16,7-1 7-16,2 0 5 0,2-2-13 15,6 0 3-15,4-5 4 0,3 0-1 0,3-2-1 16,3-2-12-16,3-2 7 0,-5 0 8 0,3-4-3 15,-4-2-10-15,0 0 8 0,-6-3 5 16,-1-1 7-16,-4-1 1 0,-2-5-1 0,-3-2-14 16,-5-1 4-16,-3-1 10 0,-3 2 6 0,-6-2-18 15,2-1 10-15,-7 1 0 0,1 1 2 0,-4 0-2 16,0 0-7-16,3 4 7 0,-6 0-72 16,3 7 11-16,-3 2-3 0,0 0 7 0,-4 5 4 15,4 2 9-15,0 7 8 0,-1 2 3 0,-2 7 2 16,3 3 8-16,-1 7 10 0,4 2 3 15,4 9 0-15,0 3 0 0,6 2-3 0,4 13 13 16,0 3-3-16,4 4-4 0,2-1 9 16,1 1-4-16,-1 1 7 0,4 0 0 0,0 11 5 15,-3-11 3-15,-1-3-5 0,1 4-6 0,-3-4 6 0,-2-2 0 16,1-2 15-16,-2-2-16 0,-4-10-4 16,-1-5-3-16,0 1 2 0,-3-6 3 15,0-3-5-15,0-6-15 0,0 1-36 0,-3-2-8 0,3-5-48 16,-4-4-185-16,1-1-540 0,-4-7 102 15,3-2 39-15,-5-1 72 0,2-8 61 0</inkml:trace>
  <inkml:trace contextRef="#ctx0" brushRef="#br0" timeOffset="20050.16">8483 1777 1185 0,'0'-8'368'15,"4"-4"-25"-15,-1 1-43 0,1-4-11 16,8-2-38-16,3-1-18 0,-2 0-21 0,5-2-45 15,2 0 4-15,3 1-25 0,2 1-21 0,-1-1-17 16,-1 1-13-16,1 2-47 0,-3 4-84 16,-4 1-109-16,3-1-365 0,-2 0-278 0,-2 3 107 15,-4-1 67-15,-3-1 50 0,-2 3 40 0</inkml:trace>
  <inkml:trace contextRef="#ctx0" brushRef="#br0" timeOffset="21216.1">9385 1086 901 0,'11'-4'345'16,"-2"4"-33"-16,5 1-28 0,3 2-33 15,4 2-31-15,3 2-12 0,7 3-19 0,3 2-30 16,7 6-13-16,1 1-16 0,-2 4-12 0,-9-5-13 15,-7 3-3-15,0-2-17 0,-4 0-3 0,-6 0-8 16,-1 1-10-16,-3 0 5 0,-2-1-15 0,-5-3-3 16,-3-1-10-16,0-1-10 0,-3 0 15 15,0-1-10-15,-2 0-3 0,-4-2-5 0,2-1 0 16,0-3 26-16,-4-2-23 0,2 0 10 0,-1-3 7 16,-1-1 1-16,0-4 0 0,2-2 15 15,-5-2-105-15,4-4 23 0,0-3-5 0,2 0-3 16,1-2 0-16,4-2 16 0,0 1-8 0,3 2 21 15,3-1-24-15,4-1 9 0,-1 1 9 16,5 2-5-16,2-1-4 0,-1 2 4 0,4 1 10 16,1 2-2-16,-3 2 0 0,3 1-7 0,0 1 4 15,0 1-7-15,0-1 18 0,0 4-11 16,-3 0-5-16,3-1 11 0,-4 2-3 0,2 1-8 16,-2-3 11-16,1 1-6 0,-1 1 6 0,0 0-16 15,2-2 16-15,-5 1-6 0,4-1-5 0,-1-1 6 16,-3-1 7-16,4 1-10 0,-4-3 5 0,1 0-5 15,-1-1-3-15,0 0 3 0,1-2 0 0,-4 0 0 16,-1-4 2-16,1 6-5 0,-4-4 11 16,0 0-11-16,-3 1-2 0,0 3 2 0,0-2-12 15,0 2-13-15,-3 2 12 0,0 1 3 0,-4 2-7 16,1 1 7-16,-1 4 0 0,-1 1 10 16,-2 2 3-16,-3 6-5 0,2 1 0 0,-2 2-3 15,2 1 5-15,1 3-7 0,3 1 10 0,-2 1 10 16,4-4 5-16,2 4-23 0,0-1 16 15,3-2-14-15,0 1 6 0,3-2 16 0,0 0-17 16,5-2 14-16,-1 0-3 0,3-3 5 0,4-1 11 16,-1-3-16-16,4-1 5 0,0 0 1 15,4-5-9-15,0-1-10 0,2-1 16 0,1-3 5 16,3-2-11-16,1-2-4 0,0-3 7 0,2-2 10 16,-6-1-7-16,0 0-8 0,-4 0-13 0,-2-2 11 15,-5-2-11-15,0 1 13 0,-5-4 0 0,-1 3-8 16,-1 0-2-16,-2 3 2 0,-1-2 11 15,0 6-3-15,2-3 2 0,-2 6 1 0,-3-2-6 16,3 3-7-16,0 0-3 0,0 6 1 0,-3 1 14 16,0 0-4-16,10 6-1 0,-6 2 11 15,7 3-16-15,-4 2 8 0,5 3 0 0,-1 3-3 16,3 0-4-16,0 4 4 0,-1 1 8 0,1 1-15 16,0-1 8-16,-4 1-4 0,0-3 22 15,-3 1-16-15,-4 1-5 0,-2-5-8 0,2 0 5 16,-7-1-10-16,1 0 11 0,-3-2 2 0,-2-3 12 15,-2-1-20-15,0-2 16 0,-1-2 7 0,-2-4-5 16,0-1 6-16,-1-5-4 0,3-1 11 16,-6-4-13-16,4-2 11 0,-1-3-6 0,4 1 3 15,0-3-6-15,2 0 11 0,2-1-15 0,5 0 7 16,-2 1-10-16,3-2 18 0,3 1-10 0,1-2 17 16,4 3-17-16,4-4 0 0,6 2-3 0,2-1-8 15,-2 2 11-15,9 1 0 0,0 0-6 16,-4 4-17-16,2 1 20 0,-1 3-3 0,3-2 4 15,-3 4-6-15,-4-1-11 0,1 5 9 0,-4 0-1 16,0 5 13-16,4-1-15 0,-4 1 10 16,0 2-17-16,-4 3 9 0,2 1-2 0,-5-1 0 15,0 3 7-15,4 2-2 0,-4-2 0 0,-4 1-30 16,2 0-34-16,-2 0-28 0,1 0-77 0,-4-4-113 16,1 2-504-16,-1-3 82 0,0-2 44 15,2-2 69-15,-5-5 68 0</inkml:trace>
  <inkml:trace contextRef="#ctx0" brushRef="#br0" timeOffset="21349.73">10828 923 721 0,'0'0'210'15,"0"0"-64"-15,0 0-74 0,17 9-149 0,-7 0-453 16,1 2 36-16</inkml:trace>
  <inkml:trace contextRef="#ctx0" brushRef="#br0" timeOffset="22200.17">11279 1078 1269 0,'0'-7'353'0,"0"7"-35"16,-6-4-21-16,6 4-34 0,0 0-22 0,-18 6-26 15,8 1-33-15,-4 1-8 0,1 0-16 0,-1 4-14 16,0 1-14-16,1 1-9 0,-2-1-24 0,5 2-13 16,-2-3 1-16,1 1-13 0,7 0 2 0,-3-1-8 15,1 1-12-15,2-1-5 0,1-4-11 16,3 3 3-16,0-2-72 0,0-4-2 0,3 2-3 16,4-2 13-16,-3 0-13 0,5-5 11 0,2 0 9 15,-11 0 4-15,20-3-9 0,-6-2-7 16,-4-4 7-16,4 1 11 0,-4-5-15 0,1-5-19 15,0-1 16-15,-2-5-8 0,-2-5 5 0,0-4 16 16,0 0-5-16,-4-4-6 0,-2 0 0 16,-1-1 8-16,0 1 8 0,-1-1 10 0,1 4-5 15,-3 6 10-15,3 3 16 0,-4 5-1 0,4 0 3 16,-3 3-5-16,2 2-8 0,1 5-15 0,-3-1 15 16,3 5 3-16,-3 5-5 0,3 1-11 0,0 0 11 15,0 0-5-15,-10 21 2 0,10-7 5 16,0 2-15-16,-3 7 7 0,6-1 4 0,-3 3 9 15,3 3-15-15,0-1 5 0,1 4-2 0,2-1 4 16,2 1 6-16,2-3-21 0,0 1 21 16,1-3-3-16,2 1-2 0,4-4-8 0,-3 0 3 15,3-4-3-15,-4-4 10 0,5-1-5 0,-1-1-23 16,3-2 18-16,-6-4 0 0,6 0-10 16,-3-4 10-16,-3-1-5 0,-1-2-5 0,2-4 4 15,-2-1 6-15,4-5-10 0,-7 0-10 0,1-4 9 16,-1-1 1-16,-3 1 8 0,3-3 7 0,-3 4-3 15,-3 0 19-15,2 1-14 0,-2 2 9 16,-1 1-1-16,0 1-20 0,1 3 8 0,-4 0-1 0,0 5 6 16,0 0-3-16,0 0-10 0,0 0 5 15,0 0-5-15,-4 18 2 0,4-11 19 0,0 0-11 16,0 3-3-16,0-2 1 0,0 2-3 0,1 0 0 16,2 1 0-16,0 0 7 0,4-3-9 15,-3 2-6-15,2-2 21 0,1-1 0 0,4 2-23 16,-4-3 2-16,6-1 3 0,-2-1-13 0,2-3-3 15,-3 1 6-15,4 0 0 0,-1-4 17 16,-2 0-9-16,2-2-4 0,-3 0 9 0,1-3-8 16,-1-3 2-16,-3 3-2 0,0-4 2 0,3 2-2 15,-6-2 15-15,2 3 0 0,-2-1 21 16,-1 0-14-16,0 2 1 0,-2 1-5 0,3 0-6 16,-1 1 6-16,-3 5 0 0,3-6-3 0,-3 6-3 15,0 0 6-15,0 0-13 0,0 0 15 0,0 0-7 16,-6 18-11-16,6-12 3 0,0 0 10 0,0 0 8 15,0 2-18-15,3-1 0 0,0 1 2 16,0 1 3-16,-2-1 0 0,2 2 5 0,3-3-5 16,1 0 3-16,-2-1-11 0,4 2-7 15,-2-3-3-15,3 1-28 0,1 0-34 0,-1-1-58 0,4-1-72 16,-4-1-243-16,3 0-320 0,1-1 105 16,-4-1 44-16,0-1 37 0,1-3 78 0</inkml:trace>
  <inkml:trace contextRef="#ctx0" brushRef="#br0" timeOffset="23082.14">12161 982 1044 0,'0'-7'353'15,"0"7"-28"-15,0-5-36 0,0 5-30 0,0 0-31 16,0 0-21-16,0 0-28 0,0 0-12 15,-17 11-4-15,10-4-19 0,1 1-19 0,-1 2-12 16,-1 3-8-16,2-1-26 0,-1 1-2 0,1 0 0 16,2-1-24-16,-3 0 6 0,6 1-5 15,-2-2 10-15,0 0-31 0,3 0 3 0,-3 0 3 16,3-4-14-16,0 1 19 0,3 0-21 0,-3 0-13 16,3-2 3-16,0-1 5 0,-2 0 5 0,3-2-10 15,-4-3-3-15,10 1 13 0,-10-1-36 16,0 0 36-16,13-6-5 0,-10 1-18 0,1-2 8 15,0-1-8-15,-4-3 2 0,3-2 3 0,-3 1 3 16,3-2-5-16,-3 1 4 0,0 1 27 16,1 0-6-16,2 0-8 0,-3 5 6 0,0-2-21 15,0 3-8-15,0 2 14 0,0 4-14 0,0 0 8 16,0 0 0-16,0 0 16 0,0 0-19 16,0 0 1-16,3 23 5 0,-3-15 2 0,3-1-8 15,1 2-2-15,3 0 3 0,-3-2 17 0,2 2-22 16,1-2 12-16,0 1 0 0,4-2 3 0,2-1-10 15,1 0 12-15,3-1-5 0,3-3 8 16,0 1-10-16,4-2-6 0,0-2 4 0,0-2 1 16,1 0-4-16,-2-3 10 0,1-3-8 15,-3 2-8-15,-4-7 11 0,3 0-8 0,-6-5-26 0,3-4 1 16,-4 1-9-16,-5-5-4 0,2-2-3 16,-4-1 8-16,-5-1-19 0,2 3 9 0,-3-2 17 15,-3 3 3-15,3 2 16 0,-1 1 4 0,-2 5 1 16,0 1 25-16,0 2-11 0,2 3-24 15,-2 3 19-15,0 2-7 0,-1 6 5 0,-3 1-7 16,7 2 4-16,-13 10 4 0,6-1-12 0,-1 6 29 16,2 3 0-16,-1 4 6 0,1 3-6 15,2 3-3-15,1 0 3 0,3 1 3 0,0 1-8 16,0 0 2-16,3-2-2 0,1 3 3 0,5 1-1 16,-2-2-2-16,4-1 0 0,2-3 7 0,-3-1-1 15,4-5-19-15,0 0 18 0,3-3-11 0,-4-3 4 16,2 0 9-16,4-4 1 0,-4-1-13 15,5-5 5-15,-6 1-5 0,3-5-1 0,3-2-9 16,-2-2 7-16,-2-6-20 0,2-1-13 0,-5-4-21 16,4-2 11-16,-7-2-10 0,1-1 7 15,-4 1 8-15,0-1 5 0,-1 1 5 0,-3 2 0 16,-2 1 7-16,-1 0-4 0,0 4 5 0,0-2 0 16,-1 3 2-16,-2 1-2 0,0 1-13 15,-3 1 10-15,2-1 0 0,1 3 0 0,-1-1 3 16,-3 4-3-16,4-2 3 0,2 1-11 0,1 4-7 15,-6-3 26-15,6 3-14 0,-7-5 14 16,7 5-3-16,-3-2-16 0,3 2-2 0,0 0 0 0,0 0-31 16,0 0-33-16,0 0-38 0,-14 0-21 15,14 0-95-15,0 0-247 0,-4 2-306 0,4-2 103 16,0 0 69-16,0 0 51 0,0 0 52 0</inkml:trace>
  <inkml:trace contextRef="#ctx0" brushRef="#br0" timeOffset="23567.6">12841 976 573 0,'-6'6'223'0,"-1"0"-29"0,0 1-12 0,6 0-6 16,-5 1-12-16,3 2 0 0,3-3-23 15,0 2-11-15,0 0-17 0,0 2 5 0,3-1-13 16,3 1-8-16,-2 1 72 0,4 2-23 0,1-1-10 16,2 2-9-16,3 0-19 0,-1 2 5 0,1-3-19 15,-1 4-9-15,1 0-3 0,-3-4-8 16,2 3-13-16,-6-4-61 0,3 1 8 0,-6 0 23 16,2-3 7-16,-3 1 1 0,-3 0 22 0,0-1-17 15,-3 0 12-15,-4-2 3 0,-3 3-6 16,0-4-19-16,0-1 4 0,-4 0 1 0,3-3-16 15,-2-1 18-15,2 0 10 0,-2-2 5 0,3-1-30 16,-1 0 15-16,1 0 2 0,0-2-10 0,3 0-15 16,0-1-36-16,-2 2-28 0,5-4-41 15,-3 3-123-15,3 1-627 0,-3-3 90 0,1 1 40 16,-1-1 60-16,-4-2 73 0,1 3 88 0</inkml:trace>
  <inkml:trace contextRef="#ctx0" brushRef="#br0" timeOffset="24716.34">1817 2285 972 0,'17'-6'274'0,"0"3"-87"16,0-2-26-16,3 4 13 0,1-3-10 15,4 1-13-15,5 1-10 0,4-1-16 0,3-1 1 16,4 1-14-16,4-2 70 0,14 4-21 16,5-2-17-16,-2 0-24 0,6 2-7 0,4-1-11 15,3 1-18-15,0-1 6 0,1 2 0 0,-1 0-19 16,3-5-2-16,4 4-5 0,0 1-7 0,17-2-4 15,4-2-4-15,-1 3 0 0,1-3-3 16,3 1 2-16,0 3 1 0,0-2-16 16,0 1 3-16,-1-1 0 0,5-1-5 0,4 0 5 15,1 1-16-15,-2 0 11 0,3 0 5 0,1 1-26 16,6-2 0-16,0 0 13 0,3 2 0 0,1-1-7 16,0 1 7-16,2-1-11 0,0-3-73 15,6 3 0-15,-2-3 22 0,0 1 16 0,4 0-5 16,-1 2 13-16,1-1-14 0,3-2 6 0,1 4 11 15,-1-3-9-15,0 1 3 0,-7 0 5 0,1 0 6 16,-1 2-11-16,7-2 0 0,0 1 18 16,1 0-5-16,-2 2 12 0,2-1-4 0,-5-2-11 15,1 2 26-15,-3 0-5 0,2-1 0 0,-2 2-11 16,-4 0 11-16,6-2-3 0,-2 2-4 0,6-1-9 16,0 0-7-16,-4-1 28 0,-6-1-8 0,1 3 18 15,2-1-23-15,0 1-5 0,1-3 21 16,-1 3-19-16,-3-2-2 0,-1 2 8 0,-1-2-3 15,1-1 3-15,1 2-1 0,3-1 6 0,1 0 3 16,-4-1-9-16,-1 0 6 0,-3 2-3 16,1-2-2-16,2 1-6 0,2-1 6 0,-4 0-5 15,-4 3-1-15,-4-3-7 0,-7-1 51 0,-2 2-18 16,-1 0-10-16,-2 0 13 0,-2-1-13 16,-5 2-3-16,-18-1 24 0,-3 2-3 0,-5 2-16 15,-5-2-7-15,-5 0 2 0,-9 1-10 0,-13 1 6 16,-8-1-1-16,0 1-5 0,-6-1-5 0,-4 0-10 15,-4 1-21-15,1-2-28 0,-5 2-41 16,1 0-23-16,-7-1-12 0,2 1-37 0,1-1-10 16,-3 1-15-16,-3 1 8 0,0-1 10 15,0-1 5-15,-1 2-13 0,-2 0-3 0,-4-3 24 0,10 1 7 16,-3 1-12-16,-7-2 28 0,10 5-3 16,-4-3-31-16,-1-1-274 0,-2 1-135 0,0 1 31 15</inkml:trace>
  <inkml:trace contextRef="#ctx0" brushRef="#br0" timeOffset="25734.35">2063 3184 865 0,'0'-9'317'16,"0"9"-28"-16,0-6-35 0,0 6-32 0,4-6-22 15,2 6-16-15,-6 0-22 0,17 1-14 0,-7 4-10 16,5 1-10-16,1 3-20 0,5 3-8 15,-1 1-3-15,1 4-13 0,3 2-79 0,0-1 1 16,0 4-6-16,-4-3-3 0,4 3 77 16,-6-2-10-16,1 4-5 0,-1-2-8 0,-5-3 1 15,1-1-17-15,-7 3-1 0,3-3-1 0,-6 0 0 16,3-2-5-16,-4-1-5 0,0-3 6 0,1 1 9 16,-1-5 5-16,-3 1-2 0,0-1 8 15,0-4 10-15,0 2-10 0,-3 1 4 0,3-7-1 16,-10 0-4-16,10 0 14 0,-11-7-14 0,4 0 11 15,-2-2-15-15,1-2 12 0,1-3-15 16,-2-2-3-16,5-1 6 0,-3-1-1 0,3 0-20 16,0-3 13-16,2 1 0 0,2 0 13 0,2 0-21 15,2 1-3-15,0-3-9 0,3 2 4 16,-1-1 3-16,1 3-10 0,0 2 2 16,4 2-20-16,-1-3-31 0,4 5-56 0,-4 2-46 0,3-1-56 15,2 5-201-15,1-2-477 0,1 4 111 16,0 0 68-16,-3 1 58 0,-1 3 69 0,-1 0 59 15</inkml:trace>
  <inkml:trace contextRef="#ctx0" brushRef="#br0" timeOffset="26432.5">2876 3364 826 0,'3'-5'313'0,"-1"-4"-29"0,1 1-23 15,3-3-26-15,-5 1-22 0,2 0-6 16,0-1-28-16,0-1-18 0,0 1-12 0,-2 1-11 16,2-3-7-16,-3 3-72 0,4 0-6 0,-8 1-4 15,4 1 15-15,0 1 3 0,-3 0 4 16,2 0-14-16,-2 5 1 0,0-4-12 0,3 6 1 16,-10-2-9-16,10 2 8 0,-21 6-10 0,11 2-21 15,-4 2 3-15,1 1 5 0,-1 3 5 16,3 2-5-16,-1 0-7 0,4 2 14 0,1-2-24 15,0 2 6-15,4-2 1 0,0 0-3 0,3 0-2 16,0 1 5-16,4-1 0 0,2-3-3 16,1 1-5-16,4 1 8 0,1-5-3 0,3-1 0 15,1-3-2-15,2 2 10 0,-1-7-5 0,4 0 23 16,2-1-21-16,-2-2 0 0,2-2-2 16,1-4 5-16,-2 1-15 0,0-3 17 0,-1 0-15 15,0-1 13-15,-4-4-18 0,0 0 5 0,-3-2 3 16,0-1 12-16,-4 0-17 0,-1 1-11 0,-2 1-5 15,-3-1 11-15,-3 1-11 0,2 3-7 16,-3 0 2-16,0 1 0 0,0 0-3 0,0 0-2 16,-3 2 5-16,2 2 8 0,-1 0-8 15,0 4-7-15,2-4 7 0,-3 2-26 0,3 0 3 16,0 6-5-16,-3-8-3 0,3 8 3 0,0-5 3 16,0 5 4-16,0 0-7 0,0 0 18 15,0 0 3-15,14 13-4 0,-8-6 4 0,1 3-3 16,0 1 12-16,4 0 4 0,-2 3 4 0,2-2 0 15,0 3-12-15,2 0 20 0,1 1 2 0,-4-2-9 16,0 0 12-16,-2 2 10 0,1-1-10 16,-2-3 0-16,0 2-5 0,3 1 18 0,-6-2-2 15,2-1 2-15,-5-2-3 0,1 1 8 16,-1 2-3-16,-2-2 6 0,-2-2 66 0,0 4-10 16,-3-4 3-16,-2 3 2 0,1 0-18 0,-3-3 10 15,-4-1-5-15,4-4-20 0,-3 4-5 0,-1-2 17 16,3-3-4-16,-3 1-16 0,2-1-8 0,1-2-2 15,0 3-3-15,1-4 3 0,1 1-18 16,1-1-28-16,8 0-26 0,-14-1-72 0,11-3-104 16,-3 0-274-16,6 0-331 0,0 0 90 15,3-4 59-15,1-1 82 0,2-2 38 0</inkml:trace>
  <inkml:trace contextRef="#ctx0" brushRef="#br0" timeOffset="26632.45">3447 3136 1034 0,'7'10'299'0,"-4"-2"-35"15,1 2-31-15,3 3-23 0,-3 4-3 16,2 0-30-16,1 3-14 0,0 1-24 0,3 2-11 16,-3-2-6-16,0 4-14 0,2 0 5 0,2 4-19 15,-4-4-27-15,-1-4-26 0,1 4-59 0,1-3-95 16,-1-2-130-16,2 1-499 0,2-5 79 0,-4-3 51 15,-3-5 77-15</inkml:trace>
  <inkml:trace contextRef="#ctx0" brushRef="#br0" timeOffset="28399.18">4079 3214 1105 0,'-6'-1'323'0,"6"1"-21"16,-14 0-33-16,14 0-26 0,-20 7-21 16,6 0-30-16,0 4-23 0,1 2-7 0,-2 3-22 15,2-2 4-15,1 1-29 0,1 3-15 0,4-1-11 16,0-2-12-16,4 2-5 0,-2-2-13 0,5-1-6 16,0 3-6-16,5-6 6 0,-2 4-17 0,3-4-21 15,1 2 1-15,0-5-8 0,4-4 7 16,2 3 3-16,1-4 0 0,-3 0 69 0,5-6-21 15,-2 1 1-15,-1-2-24 0,2-4-7 16,-2 0-23-16,-2-1-8 0,-2-6-18 16,1-2 8-16,-6 0-10 0,3-5 5 0,-7-3 4 15,1-2-4-15,-2 0 3 0,-3-6 4 0,1 0-2 16,-4-1 15-16,4-2 0 0,-4 3-20 0,-3 2 31 16,3 0 20-16,3 6 0 0,-5 2 2 0,5 4 1 15,-4 3-3-15,5 1 5 0,-3 4-3 0,3 1-12 16,-1 2 5-16,0 4-8 0,4 4 8 15,0 0-21-15,0 0-5 0,-14 18 13 0,14-5 0 16,-3 3-7-16,0 3-1 0,3 3 8 16,3 4-10-16,0 0-5 0,-2 2-1 0,6 2-2 15,-1 1-2-15,2-2 10 0,1 1-16 0,5-2 13 16,-4-1-7-16,8-2-3 0,-5-2-3 0,4-1-7 16,-3-4 15-16,3-3-10 0,0 1-5 15,0-6-16-15,0-3 14 0,0-3-24 0,0 1 2 16,1-4 9-16,-1-2-14 0,0-4 9 0,0 1-6 15,-4-4-10-15,2-6-11 0,-2 0 22 16,-3-4 1-16,1 0 4 0,-4 1 17 0,-1 2 13 16,0-2 10-16,-2 5 16 0,0-1 2 0,-1 5-3 15,1-2-12-15,-1 3 0 0,-3 3 2 16,0 4 11-16,0 0-18 0,0 0 7 0,0 0 5 16,0 0 4-16,0 19-7 0,0-10-1 0,0 0-9 15,0 4 1-15,0-3-3 0,3 1 0 0,1 2-2 16,-1-1-13-16,0-4-3 0,5 5 13 15,-4-3-3-15,5-2-12 0,-2 0-5 0,4-1 2 16,-1-3-23-16,3 1 0 0,1-2 15 0,-1-3-12 16,2-1 2-16,1-1 0 0,-1-3 8 15,1-2-5-15,-2-1 4 0,-1-3 1 0,-2-5-13 16,2 1 13-16,-2-3-3 0,-1 0 3 0,-3 3 8 16,0-2-3-16,0 5 15 0,-1-1 16 15,1 2 17-15,-3 1-9 0,-1 2-6 0,0 1-5 16,-2 0 5-16,2 4 11 0,-3 3 2 0,0 0-5 15,0 0-11-15,0 0 9 0,0 0-16 0,0 0 13 16,0 21 12-16,0-11-20 0,0 1 6 16,3-1 6-16,-3 2-6 0,3 0 4 0,0 1-7 15,5 0-6-15,-4 2 14 0,5-3-11 0,-2 3-10 16,4-3 7-16,-1 1 8 0,3-4-2 16,2 1-5-16,1-2-1 0,2 0-17 0,2-2 17 15,0-2-42-15,1-1-1 0,3-2-6 0,0-2-6 16,0 1-11-16,3-6 13 0,-3 1-6 0,0-1 16 15,-4-5-7-15,1 1-11 0,-4-2-10 16,-7 1 2-16,0-1 3 0,1-1 18 0,-7 1 20 16,2 2 26-16,-6-3 18 0,3 2-2 15,-6 3 4-15,3 1 16 0,-3 0 10 0,-3 3-18 16,2-1-5-16,-7 3-5 0,11 2 5 0,-16 1 3 16,8 5-16-16,-2-2 21 0,0 3-13 15,-1-1 18-15,4 4-11 0,1-1-4 0,-1 0-1 16,4 1 3-16,-1 1-7 0,0 0-6 0,4-2 3 15,0-1-6-15,0 0 6 0,4 1-8 0,0-2 5 16,-1 0 3-16,4-2 0 0,0 0 0 16,3-3-13-16,0 2 5 0,0-3 5 0,-3-1 3 15,4 0-18-15,-2 0 10 0,-2 1-3 0,-7-1 9 16,15 0-6-16,-15 0-3 0,13 0 6 16,-13 0-5-16,10 0-1 0,-10 0 21 0,10-1-5 15,-10 1-2-15,10-1-16 0,-6-3-8 0,3 3 18 16,-7 1 0-16,11-3-7 0,-5-1 5 0,0 0-6 15,2-1 11-15,-1 2 5 0,0-3-10 16,2-1-8-16,-1-2 5 0,-1 1 10 0,2-2-12 16,1-1 2-16,-2-1-8 0,-2-5 1 15,1 5-6-15,-3-8-10 0,2 2-10 0,-2 0 2 16,0-6-5-16,-1 1 6 0,-3 2 7 0,0-6 8 16,-3 0-11-16,0 0 6 0,-2 1 12 15,2 0-2-15,-4 1 10 0,4 4 18 0,-4 0-2 16,4 5 2-16,-4-1 13 0,3 4-3 0,1 2-13 15,-3 3 1-15,5 4-11 0,-5 2 8 0,6 2-15 16,0 0 7-16,-12 14 3 0,9-3-6 0,3 3 6 16,-3 4 0-16,3 2 0 0,0 0-6 15,3 4 4-15,0 1-6 0,5 0 5 0,-1-2-2 16,-1 2 7-16,4-4-10 0,2 4 5 16,4-1 1-16,-2-2-1 0,2-3-5 0,3-2 5 15,1-2 8-15,0-3-23 0,1 0-5 0,3-6 10 16,-1-1-8-16,-2-3-5 0,0-2 3 15,3-2 0-15,-4-3 0 0,-2-1-11 0,1-6 6 16,-1 0-26-16,-1-3-15 0,-4-1-19 0,-3-1 6 16,1-1 5-16,-7 2 5 0,2 0 29 0,-3 2 7 15,1 2 23-15,-1 1 5 0,-3 1 0 16,0 0-13-16,3 2 3 0,-3 3-5 0,0-1 0 16,0 6-8-16,1-6 15 0,-1 6-5 0,0 0 3 15,0 0-2-15,14 14 9 0,-7-7 3 16,2 2 8-16,2 3-3 0,-1 1-7 0,4 3 17 15,-1 0-4-15,1 1-6 0,0 2 8 0,-4 0 18 16,1-3-21-16,-1 5 0 0,-3-7 14 0,-1 1-4 16,1 2 11-16,-3-2 8 0,-4-1-1 15,3-3-7-15,-6 3 2 0,-1-3-10 0,-3-1 13 16,0 0 3-16,1-3 5 0,-4 0 4 16,-1-2-14-16,1-3 4 0,-4-1-2 0,4-2-5 15,0 0 2-15,-1-4 3 0,1 1-20 0,0-2-1 16,3-2-15-16,0 1-43 0,0-1-31 0,4 1-44 15,0 1-76-15,2-2-167 0,5 2-496 0,-1-2 61 16,4 1 125-16,0-1 47 0,0 1 56 16,0-3 58-16</inkml:trace>
  <inkml:trace contextRef="#ctx0" brushRef="#br0" timeOffset="29115.33">6613 2988 790 0,'13'8'241'0,"-3"0"-11"16,1 2-30-16,2 2-13 0,2 3-26 0,-2 2-12 16,4 0-16-16,-3 2-5 0,0-2-18 15,-1 1-10-15,0 3-6 0,-5-5-4 0,2 2 0 16,-4-6-14-16,1 3 80 0,-3-5-15 0,0 3-3 15,-1-5-20-15,4 0 3 0,-4 1 1 16,-3-5-14-16,0 0-8 0,0-4-8 0,0 0-13 16,0 0-2-16,0 0-5 0,0 0-8 0,-7-21-3 15,7 10-12-15,0 1-1 0,0-5-2 16,0 1-10-16,4-1-13 0,-1 1-10 0,3 1 2 0,2 1 6 16,-1 1 5-16,-1 1-14 0,4 5-7 15,-2 0 8-15,2 2-10 0,3 3-3 0,-2 2-16 16,2 1 4-16,1 4 14 0,0-1-2 15,-1 3 5-15,1 1-5 0,-4-1 3 0,1 3-1 16,-1-2 4-16,0 0-12 0,-4-1-1 0,2-1 4 16,-5 2 13-16,4-3-2 0,-4 0 0 15,0 0 2-15,1-3 28 0,-1 0-7 0,-3-4-10 16,2 4 7-16,-2-4 3 0,0 0-8 0,0 0-6 16,0 0-6-16,-5-19 2 0,5 9 7 0,-3-3-5 15,2 1-22-15,1-4 4 0,0-2 8 16,4-1-7-16,-1 1-3 0,1 1 10 0,3 2-5 15,0 1 15-15,-1-1-12 0,1 1 7 0,4 3-10 16,-1 1 0-16,0 2 2 0,4 4 1 16,-4-1-11-16,1 5 11 0,2 0 2 0,0 3-5 15,-2 0 0-15,2 4 0 0,2 1 8 0,-5 2-11 16,3 2-5-16,-2 0 8 0,-1 3 16 16,0 2-1-16,1-1-5 0,-2 1-2 0,-2 0-41 15,1-2-49-15,-1 1-46 0,-1-3-85 0,-2 2-222 16,5 0-389-16,-1-6 59 0,-1-1 66 15,-1-2 67-15,0-2 86 0</inkml:trace>
  <inkml:trace contextRef="#ctx0" brushRef="#br0" timeOffset="29665.01">7482 3206 911 0,'6'-10'248'0,"-3"2"-5"0,0-3-20 0,5 1-11 15,-4-4-9-15,2 2-24 0,-3-3-13 16,1 0-15-16,-1 0 51 0,0 0-25 0,-2 1-8 15,1 3-26-15,-1 0 8 0,-1 1-33 0,0 1 2 16,0 2 8-16,0-1-12 0,-1 3-19 16,1 5-13-16,-6-4-10 0,6 4 1 0,0 0-11 15,-17 6-8-15,10-1-7 0,0 3-8 0,4 2 15 16,-3 1-13-16,2 1 6 0,1 1-23 16,3 1-1-16,-1 1 3 0,2 2-10 0,2-2 3 15,0 2-3-15,4-1 5 0,-1 0 2 0,5-1 1 16,0 2-11-16,6-6-7 0,-1 3 15 15,5-6-10-15,4 0 2 0,1-4 1 0,2 1-14 0,2-5 3 16,1 0-7-16,3-6-3 0,1 3 7 16,-1-5 6-16,0-3-11 0,-3-1-4 15,-4-3-6-15,-4 0-28 0,-1-3 18 0,-5 1-13 16,-4 1 0-16,-3-1 8 0,-5 4 28 0,1-1-13 16,-3 1-2-16,-3 3 20 0,-3 2-5 0,-3-2 8 15,-2 3-3-15,-2 5 5 0,0-1-5 16,-4 1 8-16,1 2 0 0,-2 3-21 0,2 0 11 15,-1 2-1-15,4-2 19 0,-3 2-14 0,2 1-7 16,1 1 8-16,3-1-6 0,-3 0 4 16,6 0-9-16,0 1 8 0,1-2 8 0,3 2-5 15,0-2-3-15,1 1-3 0,2 0-7 0,0-2 13 16,4 2-8-16,0 0 10 0,0-1-15 0,0 1 10 16,3 0 8-16,0-1-5 0,-3-1-3 15,3 0 2-15,4 1-9 0,-1-2 12 0,1 2-15 16,0-4 8-16,3 0-21 0,-3 1-28 0,6-2-36 15,-3 0-44-15,1-2-58 0,2 0-52 16,0-5-145-16,-3 5-413 0,0-4 52 0,-3 0 77 16,0-3 63-16,0 1 52 0</inkml:trace>
  <inkml:trace contextRef="#ctx0" brushRef="#br0" timeOffset="30315.46">8264 3025 716 0,'3'13'284'16,"-3"-9"-10"-16,0 4-43 0,0 0 7 0,0 0-23 15,4 2-26-15,-4 2-12 0,0 0-1 0,1-2-32 16,1 1-14-16,-1 1 1 0,2-3-21 0,-3 0 0 16,0 0-21-16,0-2-9 0,0 1 9 15,3-4-63-15,-3 2 18 0,0-2 4 0,0-4-4 16,0 0-1-16,0 0-7 0,0 0-3 0,0 0 1 16,0 0-4-16,0 0-9 0,0-22-8 15,0 11 7-15,0-3-25 0,0-1-16 0,3-1 9 16,-2-1-6-16,5 0 0 0,-3 1 15 0,1 0 1 15,3 0 7-15,-3 4-5 0,-1 1-5 16,1 1-3-16,2 3-2 0,0 1 17 0,-1 1-1 16,2 4-12-16,-7 1 12 0,13 1 9 0,-13-1-13 15,17 10-4-15,-7-4 2 0,0 1 2 16,1 3 4-16,-1 0 9 0,4 2-5 0,-1 0-2 16,1-1-8-16,3 2-5 0,1-3 2 0,-2 2 11 15,2-1 5-15,1-2-3 0,-1-1-8 16,-1-2-7-16,3-2 3 0,1 0-3 0,3-2 2 15,-4-1-10-15,4-4-2 0,-3 1-3 0,-1-2 10 16,1-2-20-16,-3-1-18 0,1-3-2 0,-4 0-27 16,-2-3-9-16,-3-1-37 0,-2-1 34 15,-2 1 18-15,-3-3 16 0,-2 2 4 0,2 1 41 16,-6 0 6-16,2 3 27 0,-2 0-12 0,0 1 2 16,-1 0-2-16,1 2-13 0,-1 5 3 15,0-3-3-15,-2 0-10 0,6 6 10 0,-7-2 5 16,7 2-5-16,0 0 7 0,0 0 14 0,-3 14-16 15,3-14 18-15,6 13 0 0,1-5 3 0,0 4 4 16,4 1-1-16,-1 4-14 0,4-1 13 16,-1 1-10-16,5 6 15 0,-2-1 16 0,-1 1-16 15,1 1 3-15,-2-2 5 0,-4-1-5 16,-3-1 2-16,0 0-7 0,-4-2 5 0,1 2 5 16,-1-4 5-16,-6 1 15 0,-4-5 70 0,3 3 4 15,-3-3-22-15,-3-4 20 0,-1-1-33 0,2 0-3 16,-4-1 6-16,1-5-16 0,0-2-13 15,0-2-2-15,-1-1-21 0,0-4 8 0,-1-2-8 16,1-3-36-16,1 1-10 0,0-3-10 0,5-2-23 16,-4 3-44-16,4-3-17 0,0 5-98 15,1-5-269-15,-1 3-391 0,3-1 51 0,1 2 61 16,0-1 106-16,2 3 50 0,-5-1 52 0</inkml:trace>
  <inkml:trace contextRef="#ctx0" brushRef="#br0" timeOffset="30865.1">9744 3106 1064 0,'11'0'343'0,"-11"0"-36"15,16-3 1-15,-5 0-37 0,-1-1-25 0,3 0-34 16,1 0-12-16,0-3-16 0,0 1-10 0,0-2-28 16,3-1-15-16,-4 1-14 0,1-1-7 0,-4 1-7 15,0 0-6-15,1-4-15 0,-7 1-5 0,2 1 2 16,-3-1-12-16,0 1-11 0,-2-1 21 16,-1 3-29-16,0 0 16 0,-1 0-10 0,-1 3-10 15,-2 0-11-15,1 0 10 0,3 5-4 16,-14 0 2-16,14 0-18 0,-17 6 8 0,7 2-6 15,-1 1 3-15,1 1-7 0,-1 3-6 0,2-1 6 16,5 4-11-16,-3-1 10 0,4 1-7 0,3-1 0 16,3 2-8-16,-2-4-2 0,5 4-1 15,0-2 3-15,5-1 11 0,3 2-4 0,3-3-9 16,0-1 10-16,1-3 5 0,4 0-16 0,3-1-9 16,-1-4-22-16,3 0-24 0,-2-1-34 15,2-3-75-15,-1-1-104 0,-2-1-435 0,4-1-131 16,-4-2 97-16,-6-2 67 0,-2 0 69 0,-3-2 62 15</inkml:trace>
  <inkml:trace contextRef="#ctx0" brushRef="#br0" timeOffset="31197.66">10343 2996 593 0,'3'12'228'0,"3"-3"-13"0,-2 3-18 15,2 4-18-15,2-1-7 0,-4 1-24 0,5 0-7 16,-5 0-26-16,6 1 21 0,-6-1-39 15,-1-1 8-15,4-1 3 0,-4 0 25 0,0-6-28 16,-2 2 0-16,2 1-13 0,0-5 15 0,-3 0 1 16,0-2-11-16,0-4-10 0,0 0-15 0,0 0 2 15,0 0-5-15,-17-9 0 0,11 0-17 16,2-2 4-16,-6-4-10 0,3-1 0 0,4-3-10 16,-4-3 76-16,-1 2-25 0,5-3-53 15,0 2-6-15,0 3-18 0,2-1 11 0,1 0 17 16,0 2-12-16,1 1-8 0,2-1 5 0,3 1 12 15,-1 2-14-15,1-1-21 0,4 4 10 16,-3 0-35-16,4 1-29 0,-1 0-26 0,0 5-30 16,4-1-53-16,-4 4-73 0,0-3-66 0,1 4-440 15,-1 1 12-15,1 0 113 0,-1 0 57 0,-1 1 55 16</inkml:trace>
  <inkml:trace contextRef="#ctx0" brushRef="#br0" timeOffset="31481.83">10678 3050 609 0,'6'13'261'0,"1"2"-31"16,-3-1-12-16,2-2-21 0,1 0-18 0,-6-1-15 16,5 0-26-16,-3 1-7 0,1-2-16 0,2 1 3 15,-2-1-26-15,0 1 2 0,-1-2-9 0,-2-1-8 16,2-3 30-16,-3 2 3 0,3-2 3 16,-3-2-18-16,0-3-1 0,0 0-4 0,0 0-3 15,0 0-8-15,0 0 3 0,-10-15-74 16,3 5-6-16,3 0-2 0,1-6 0 0,-4-1 13 15,4 0 5-15,-1-2-3 0,1-2 70 0,-1 2-21 16,4-2 18-16,0 2 5 0,4-1-23 0,-1 1-13 16,1 1-2-16,3-1 12 0,2 2-15 15,-1 0 3-15,5-1-8 0,-3 3-11 0,1 4 6 16,2-1-38-16,1 2-21 0,-3 1-34 16,2 1-30-16,1 1-41 0,-1 1-61 0,1 3-103 15,-3 2-230-15,2-1-238 0,1 2 92 0,-1 0 56 16,-2 2 64-16</inkml:trace>
  <inkml:trace contextRef="#ctx0" brushRef="#br0" timeOffset="32050.96">11029 2900 655 0,'0'6'261'0,"1"1"-18"0,-1 1-2 0,3 0-1 15,-3 2-25-15,0 1-15 0,0 0-87 0,3-1 4 16,-3 4-7-16,3-3-20 0,-2 1-16 16,6 0-5-16,-4-1 0 0,0 0-7 0,4-1-14 15,-3 1 4-15,6-3 1 0,-3-1 9 16,0 1-11-16,2-3 5 0,2 0 62 0,-4-1-3 15,0-3-7-15,-1 0-8 0,-6-1-3 0,11-1-23 16,-11 1-10-16,10-6-13 0,-10 0 18 0,0 0-12 16,0-1-9-16,-3 0-9 0,-1-4 7 15,1-1 8-15,-4-1-6 0,0 1-20 0,0-1 11 16,1 1 7-16,-1-1 0 0,0 1-3 0,3 2-12 16,1 0 2-16,-3 0 11 0,5 0-11 15,-2 0-15-15,3 2 0 0,0-2-10 0,3 3 5 16,1-1-3-16,2 1-8 0,5 1 9 0,-4 0-1 15,3 1-8-15,0 4-2 0,4-2 5 16,-1 3 1-16,1 3-9 0,-1-2 8 0,2 6-5 16,1-1 8-16,-1 5-6 0,4-3 1 15,-4 6-3-15,1 1 5 0,-1-2-10 0,1 1 10 0,-2 1-13 16,-1 1 6-16,-2-3 12 0,-4 2-5 16,3-1 0-16,-4-1-10 0,2 0 8 0,-4-3-6 15,-1 0 3-15,0 0 5 0,0-2 0 0,-3-1 8 16,0 1 3-16,0-1-11 0,0-4 23 15,0-3-8-15,-3 6 6 0,3-6-16 0,0 0 16 16,0 0-13-16,0 0-6 0,-14-17 9 0,11 8-4 16,2-4 9-16,-2-4-6 0,0-1-10 15,3-1 3-15,0-2-3 0,3 1 3 0,-3 0-6 16,3 0 11-16,1 1-8 0,0 0 8 0,0 2 10 16,2 1-5-16,-2-1 0 0,2 4 2 0,1-1-2 15,3 2-7-15,-3 1-1 0,0-1 5 16,4 4-5-16,-1 1-4 0,0 1-9 0,4 1 8 15,-4 1 8-15,3 1-8 0,-2 3 0 0,2-2-33 16,-2 4-15-16,-1-2-29 0,0 1-43 16,1 5-72-16,-5-5-146 0,-2 6-524 0,-1 0 43 15,-3-1 92-15,0-1 56 0,-6 2 101 0,2 0 30 16</inkml:trace>
  <inkml:trace contextRef="#ctx0" brushRef="#br0" timeOffset="39213.55">1413 4816 773 0,'-6'-7'261'0,"-1"1"-13"0,3 0-2 0,1 2-13 15,3 4-29-15,-4-5-17 0,4 5-31 0,-6-3-10 16,6 3-13-16,0 0-20 0,0 0-13 0,0 0 2 15,3 15-7-15,-3-6-13 0,3 2-11 16,0 4 4-16,1 3-14 0,0 1 72 0,3 4-23 16,-1 0-7-16,-3 2-9 0,4 0-14 15,-4 0-6-15,5 0-7 0,-4 0-16 0,2 0-31 16,1 0-68-16,0-1-60 0,3-5-166 16,0 4-509-16,-3-6 48 0,4-1 88 0,-5-8 61 0,-2 1 51 15</inkml:trace>
  <inkml:trace contextRef="#ctx0" brushRef="#br0" timeOffset="39481.01">1557 4753 1197 0,'3'-6'343'0,"1"5"-30"0,2-2-21 15,-6 3-39-15,21 7-25 0,-7-3-26 0,4 5-10 16,4 4-8-16,3 4-30 0,12 8-16 0,-2 3 0 15,-1 2-12-15,-3 3-21 0,-4 0 0 0,-4 1-24 16,-2-1-1-16,-10-6-3 0,-1 4-11 16,-4 2-4-16,-2 1-1 0,-1-7-15 0,-6 4 3 15,-3 3-6-15,-1-1 8 0,-1-6-7 16,-2 4-11-16,-3-6-25 0,2-4 7 0,1 0-38 16,0-5-36-16,-1-5-53 0,2-2-126 0,2-3-587 15,3-4 42-15,0-2 92 0,4 0 61 16,-3-17 72-16,3 2 31 0</inkml:trace>
  <inkml:trace contextRef="#ctx0" brushRef="#br0" timeOffset="39881.1">2592 4967 941 0,'7'-6'346'0,"-2"-1"-41"16,4 3-29-16,-2-4-20 0,-1 0-23 0,5-1-23 16,-1-5-21-16,1 4-30 0,0 0-11 15,-1-3-7-15,-1 1-10 0,2-3-21 0,-4 2-5 16,-1 1-5-16,-2-1-3 0,2 3 5 16,-6-1-20-16,1 3 0 0,-1-1-13 0,0 2-5 15,-1 2-7-15,-2 2-9 0,-4 2 3 0,7 1 1 16,-13 0-14-16,2 2 3 0,1 5-5 0,0 1 10 15,-4 2 5-15,4 1-5 0,0 3-5 16,-1 0 5-16,1 3-13 0,4 0-10 0,-2-1 8 16,2 1 2-16,2 0-66 0,1 0-5 15,3-1 7-15,3 2-10 0,0-2 8 0,4 0 7 16,1-1 1-16,1-2 9 0,5 1-2 0,4-5 11 16,5 1-4-16,2-3-12 0,1-1-20 0,5-4-8 15,-7-2-34-15,7 0-61 0,-3-1-35 16,-1-5-96-16,0 4-199 0,-3-7-259 0,-1 0 31 15,-5-4 77-15,-2 1 62 0,-1-4 55 0</inkml:trace>
  <inkml:trace contextRef="#ctx0" brushRef="#br0" timeOffset="40180.33">3057 4810 839 0,'0'-6'333'0,"0"6"-49"16,0-3-31-16,0 3-12 0,0 0-11 0,0 0-22 16,1 16-32-16,1-5-89 0,-1 2 11 15,6-1-16-15,-6 6-8 0,5-1-13 0,-2 2 6 16,2 2-21-16,0 1 5 0,2-2 0 0,-2 1-5 15,1-2-10-15,0-3-8 0,-3 0-2 16,3-1 12-16,-1-4-12 0,-3-1-6 0,1 0 26 16,-1-1 128-16,-2-2-35 0,1-1-6 0,-1-5-31 15,-1-1-5-15,0 0-4 0,0 0-19 0,0 0-3 16,-7-25-14-16,4 14 9 0,-1-5-9 16,1-2 4-16,-5-6-12 0,5 3 4 0,-3 0 9 15,3-3-8-15,2 2-13 0,-2 3-3 16,3 0-2-16,-3-2-3 0,3 4-2 0,3-2-6 15,-3 2-2-15,0 1-20 0,3 1 7 0,1 1-5 16,2 3-53-16,-1 1-16 0,4 1-49 0,-2 1-74 16,0 2-94-16,3 0-357 0,0 2-199 0,0 3 113 15,1-5 76-15,-4 5 55 0,3 0 58 16</inkml:trace>
  <inkml:trace contextRef="#ctx0" brushRef="#br0" timeOffset="41130.98">3413 4863 883 0,'7'16'238'0,"-3"0"-21"0,2 0-30 0,1-2-8 16,-3-3-10-16,2 4-18 0,1 0-15 0,-1-2-16 15,2 3-5-15,-1-2-17 0,-1-1-4 16,-2 0-12-16,2-3 0 0,-3-1-8 0,2 0 11 16,-2-2-6-16,-2 1 29 0,1-2-34 0,-1-4 85 15,-1-2-26-15,3 5-13 0,-3-5-2 0,0 0-8 16,0 0 3-16,-15-21-16 0,9 10-8 15,0-5-9-15,2 1-11 0,-2-2 5 0,2 1-7 16,-3-3 4-16,3 2-17 0,1-1-8 16,3-2-5-16,-3 2 3 0,3 0-16 0,3 0 5 15,0 1-15-15,0 2-8 0,5-2-25 0,-1 3-34 16,0 2-38-16,3-2-54 0,4 3-20 16,-1-2-49-16,4 2-87 0,0 4-33 0,1-3-79 15,3 2-19-15,-2 1 16 0,2 5 64 0,0-4 51 16,-5 3 64-16,2 3 79 0,-5-3 42 0,2 2 48 15,-2 2 100-15,-3 2 28 0,1-2 41 16,-1 4 5-16,-1 0 43 0,-1 2-7 0,-4 3 8 16,2-2-11-16,-3 3-10 0,0 1 3 0,1 1-18 15,-1 1 4-15,-3 3-1 0,3-3 2 0,-3 3-29 16,2-1 1-16,1 2-8 0,0-1 8 16,0 1-26-16,1-3 10 0,2 2-22 0,-2-2-6 15,6 1-3-15,-3-4-2 0,0 1 6 0,3-4-1 16,1 1-10-16,-2-3-8 0,1-2 67 15,-2-2-13-15,2 0-8 0,-4-3 3 0,-6 0-3 16,15-6-20-16,-9 2 3 0,-3-3-3 0,1-1-8 16,-4-3 0-16,0-2-23 0,-3-3 0 15,2 3 11-15,-2-3-6 0,-3-1 8 0,2 0 5 16,0 1-5-16,1-1 3 0,-3 0 2 0,5 1-3 16,-2 0-7-16,0 2-3 0,2 2 6 15,-1-2-4-15,4 3-4 0,2-3-21 0,0 3 29 16,5-3-16-16,2 4-5 0,-1 2-5 0,3 1-8 15,1 0 5-15,-1 4-10 0,2 2 8 0,-2 4 2 16,5 2-8-16,-2-1 1 0,2 5-6 16,-2 4 3-16,2 2 8 0,-1-3-8 0,-3 5-2 15,3-1 4-15,-4 2-10 0,-2 0 21 16,0 1-10-16,1-3 4 0,-5-1-14 0,1-1 9 16,-1 1 3-16,-1 0 1 0,-2-5-9 0,2 0 8 15,-3 4 0-15,2-7-2 0,-2-1-6 0,0 2 1 16,-3-3 7-16,3 1-5 0,-3-3 13 0,0-3-13 15,0 0 0-15,0 0 5 0,0 0 10 16,0 0-12-16,-17-18 25 0,14 8-21 0,-1-5-4 16,1 1 7-16,-1-3-10 0,2-1 16 0,2 0-9 15,2 0-4-15,-1-3 5 0,2 3-16 16,0 0 10-16,-2 2 9 0,5-1-14 0,2 1 3 16,1 1-5-16,-2 1 18 0,3 2-13 15,1 2-13-15,-1-4 13 0,4 6-5 0,-1-2-3 16,0 3 16-16,2 2-3 0,1-1-10 0,-1 2 5 15,1 1-21-15,1 2 11 0,-3 0-15 0,3-2 2 16,-3 3-3-16,3 0-5 0,-4 3-17 16,-2-3-9-16,2 0 19 0,-6 1-13 0,4-1 23 15,-11 0-13-15,16 0 18 0,-12 0 5 0,-4 0 0 16,14 0 10-16,-14 0-10 0,7-1 10 0,-7 1-4 16,6-3 4-16,-6 3-2 0,0 0-1 15,8-2-4-15,-8 2-26 0,3-2-36 0,-3 2-33 16,0 0-56-16,0 0-121 0,0 0-396 0,0 0-88 15,0 0 93-15,0 0 53 0,0 0 65 16,0 0 45-16</inkml:trace>
  <inkml:trace contextRef="#ctx0" brushRef="#br0" timeOffset="42046.78">4873 4696 839 0,'0'0'312'0,"0"-8"-25"15,0 8-21-15,-1-4-25 0,1 4-29 0,0 0-15 16,-6-5-20-16,6 5-13 0,-10 9-28 0,-1-2-3 16,1 2-28-16,-3 3-11 0,-4 0-17 0,3 1 8 15,0-1-14-15,1 1 1 0,-1-3-11 16,4 2-17-16,0 0 2 0,2-1 3 0,2-2-16 16,2 0-5-16,1 0-2 0,3 0 2 15,0-2 8-15,6 0-13 0,1 0-5 0,1 0-1 16,5-3 4-16,4 3-11 0,0-1-7 0,7-2 12 15,1 3 6-15,2-1-11 0,-1 1 56 0,2-2 14 16,6 3-11-16,-7 1-18 0,-3 0 0 16,0 1-7-16,-3 0-8 0,-1 1 7 15,-5 2-20-15,-5-1 5 0,-1 1 0 0,-5-1-5 0,0 1 0 16,-9-1-5-16,-1 2 8 0,-1 1-3 0,-6-1 15 16,-4 0 1-16,3 1 4 0,-6-4-22 15,2 3 10-15,1-5 7 0,0-1-20 0,0 0 5 16,3-1-5-16,-2-3 10 0,2 2-5 15,4-3-3-15,-1-2-27 0,4 0-19 0,0-1-79 16,7 0-36-16,-6-5-79 0,6 1-166 0,0 4-438 16,16-10 40-16,-1 2 80 0,6-3 75 15,5-3 53-15</inkml:trace>
  <inkml:trace contextRef="#ctx0" brushRef="#br0" timeOffset="42446.71">6305 4520 801 0,'-17'1'289'0,"4"3"-33"0,-2-1-36 0,2 3-15 16,-4-2-31-16,7 4-15 0,-3-1-16 0,5 1-30 15,1 2-9-15,1 3-11 0,2-5-6 0,4 3 2 16,0 2-17-16,4-1-3 0,3 2-5 16,2-2-13-16,5 4-7 0,0-1 9 0,3 0-1 15,0 1-16-15,3-4-3 0,1 2-2 0,-4 0-6 16,0 0 13-16,0 0-2 0,-2-3-2 16,-2 1-6-16,-2-2-28 0,-1 1 13 0,-1-3 10 15,-5 2 2-15,3-2 16 0,-7-1-5 0,0 3 2 16,-3-2-2-16,-5-1-10 0,-2 3 12 0,-3-2-12 15,-1-1 7-15,1 2-2 0,-5-3-8 16,0 0 8-16,2-2-6 0,-1-2 3 0,3 2-15 16,1-4-10-16,-1 0-39 0,1 0-31 15,2-6-74-15,1 4-104 0,3-4-280 0,4-2-217 16,0-1 84-16,6-2 72 0,-3-5 38 0</inkml:trace>
  <inkml:trace contextRef="#ctx0" brushRef="#br0" timeOffset="44013.85">6442 4218 749 0,'0'0'259'0,"0"0"-11"16,11 24-20-16,-8-13-28 0,0 7-24 0,4 4 1 16,-3 5-23-16,5 4-6 15,-1 3-12-15,2 15-26 0,3-4 8 0,-2 2-19 0,-1-2-6 16,0-7-1-16,0-5-10 0,-2-3-16 15,1 1 1-15,-1 0-14 0,-2-6-14 0,1-2-3 16,-1-2 61-16,-2-4-7 0,0-1 7 0,3-2-18 16,-4-1 18-16,1-1-17 0,-1-5-9 15,-3-3-4-15,3 1 0 0,-3-5-6 0,0 0-7 16,0 0-13-16,4-16 0 0,-4 4 0 16,3-1-8-16,-3-5 3 0,3-3-13 0,0-2 2 0,1 2 1 15,3 0 2-15,-6 3 3 0,5 1-24 16,0 3 14-16,-2 1-13 0,3 1 2 0,-3 3-13 15,2 2 11-15,1 2-8 0,0 4 8 0,3 1-8 16,-10 0 5-16,14 3 8 0,0 3-6 16,-4-4-7-16,0 7 3 0,4-1 17 0,-4-1-17 15,3 1-3-15,-2-1-3 0,2 2 11 0,1-5-3 16,-4 3-15-16,5-2 12 0,-5-2 1 16,6 0 2-16,-2 0-7 0,0-2 4 0,3 0 3 15,-4-1 0-15,2 0 6 0,-2-1 4 0,1 1-23 16,-4 0-2-16,0 0 5 0,1 1 0 0,-5 1 0 15,4 2 7-15,-3 0 1 0,1 3-3 16,1 0-3-16,1 0-4 0,-3 2 9 0,1 0 6 16,2 1-1-16,-1-2-19 0,2 0 1 0,0 2 9 15,1-2 4-15,0-1 1 0,-2-1 10 16,3-1-6-16,-2 1 4 0,2-2-9 0,-2-1-2 16,-1-2 5-16,0-1-2 0,0-1 15 15,0 0-18-15,0-1 18 0,-2-2-8 0,-4 1 3 16,2-4-16-16,-6 0 16 0,0 0-10 0,0-2-3 15,-7-2 15-15,-1-2-20 0,-4-5 13 0,1 1 15 16,-3-1-8-16,1 0-5 0,-1 2 3 16,0-2 20-16,2-1-17 0,0 3-1 0,2 2 8 15,-1 0 10-15,2 2-25 0,5-1 5 0,-2 2 20 16,2 0-13-16,1 1-7 0,3 0 0 0,3 2-8 16,1-2 3-16,2 3-6 0,4 0 1 15,1 3 12-15,-1-3-7 0,3 5 10 0,-1-3-15 16,4 5-6-16,-2 0 6 0,0 5 2 15,6-3-5-15,-7 5-8 0,5-1-2 0,-5 4 17 16,5 0-4-16,-2 5-6 0,-2-3-2 0,-3 1-5 16,2-1 5-16,-3 2-3 0,0-3 8 0,1 3 18 15,-1-2-10-15,0 1-13 0,-2-2 2 0,2-1 6 16,-3 2 4-16,2-3-4 0,-1-1-16 16,-2-3 13-16,1 1 8 0,0 0-3 0,0-4-5 15,0 3 3-15,0-5-1 0,-7 0-10 16,17-5-7-16,-10 3 10 0,0-4 5 0,2-2 2 15,-1-2-9-15,-1-3-3 0,2 0-13 0,-5-4 15 16,2 1-10-16,-1 0 23 0,1 2-13 0,-5 2 11 16,2 0-6-16,0 1-9 0,0 3-17 15,0 0 17-15,-3 4 1 0,4-1 1 0,-4 5-8 16,0 0 3-16,0 0 0 0,0 0 2 0,0 20 13 16,0-9-3-16,3 0-5 0,-3 3 16 0,0-3-8 15,4 2-10-15,0-1 20 0,-1 1-10 16,0-1-5-16,4-2 0 0,0 2 5 0,0-2 0 15,3-2-8-15,0 0 8 0,1 0-10 16,-1-6 10-16,3 4 0 0,1-6-5 0,-4 0 13 16,0-1-3-16,1-4-3 0,2-2-2 0,-2-1 3 15,-4-4-24-15,0-2 1 0,-1-3-6 16,-2-1 13-16,3-4-2 0,-7 1-3 0,3-4 10 0,-3 0-15 16,0-6 23-16,-3 4-5 0,-1-7 3 15,1-3-3-15,2 2-3 0,-5 2 5 0,6 4 9 16,-4 1-4-16,1 3 11 0,3 5-8 0,-3 2-10 15,3 2 0-15,-4 3 2 0,4 5 1 16,-2 4-3-16,2 4 7 0,0 0 1 0,0 0-3 16,0 0 2-16,2 29-9 0,2-13 4 15,-1 5 18-15,0 0-10 0,1 4 16 0,2 0-16 16,2 5 10-16,-1 0-4 0,3 0-9 0,4 0 11 16,-1-1-5-16,1-2-8 0,6 1 12 0,-2-6 4 15,2 2 4-15,3-3-9 0,5-3 4 0,-1-2 3 16,1-1-10-16,3-3-21 0,0-4 2 15,-1-2 6-15,-2-1-13 0,3-2 1 0,-4-6 9 16,-1-1-2-16,-1-1 2 0,-1-5-2 16,-6-1-6-16,1-3-22 0,-5-3-3 0,-4 1 0 15,0 2 8-15,-6 0 10 0,3 1 0 0,-4 2 5 16,-3 2 2-16,0 1 4 0,-3 2 4 0,-4 2-2 16,0 1 5-16,7 3 12 0,-17 3-4 15,3 1 2-15,1 2 0 0,-1 2-2 0,1 1 7 16,3 1 0-16,-1 3-2 0,4-1 5 0,0-2-8 15,1 2 0-15,1-2-3 0,2 1 11 0,3-3-10 16,0-1 15-16,3 2-11 0,-2-1-9 16,6-1 20-16,3-1-6 0,-3-4-1 0,7 1-9 15,-1-3-4-15,2-1-19 0,4-2 16 16,-1-4 0-16,1 0 0 0,-4-3 0 0,1 1-13 16,2-8-3-16,-5 1-2 0,-2-1 3 0,-1-6-3 15,-3 4-8-15,3-6-12 0,-6-1-6 0,-1-4-7 16,0 3 10-16,-3-4 10 0,-3-5 5 0,3 7 31 15,-3 2 5-15,3 2 31 0,-4 5-3 16,1 0-7-16,3 8 5 0,-4-2-8 0,1 4-8 16,2 3-5-16,-2 4 11 0,3 3 2 0,0 0-8 15,0 0 6-15,-16 18-9 0,16-7-7 16,0 3 6-16,0 4 12 0,3 0-13 0,0 6-2 16,1-1-1-16,5 7 1 0,2 0 0 15,-1 1-19-15,11 11-19 0,-1-4-37 0,4 1-30 16,4-3-23-16,2 1-57 0,1-3-123 0,-3 1-55 15,3-3-418-15,3-4 35 0,-4-6 99 0,-2-6 68 16,2-1 59-16</inkml:trace>
  <inkml:trace contextRef="#ctx0" brushRef="#br0" timeOffset="44713.25">9204 4121 755 0,'4'22'291'0,"2"-2"-35"16,1 3 52-16,0 0-27 0,-3-3-33 0,2 4-10 16,1 1-23-16,0 6-35 0,3-4-9 0,-6-2-17 15,2 5-8-15,-2-4-13 0,-1-1-16 16,0 0-12-16,-2-4 0 0,-1 1-15 0,0-3-13 15,0-1-8-15,-1-2 5 0,1-3 0 0,-3-1 16 16,3-3-13-16,-3-3-6 0,0-3-2 0,3-3-2 16,0 0-8-16,0 0 0 0,-11-14-18 0,11 3 10 15,0 0-8-15,0 1-17 0,4 0 5 16,-1-4 2-16,1 6-2 0,5-3-6 0,2 0-4 16,-1 1 4-16,0 2-76 0,1 1 8 15,2 2 9-15,1 0 1 0,-3 2 0 0,1 2 7 16,3 0 1-16,-5 1 4 0,4 1 11 0,-4 0-16 15,0 3 6-15,1 2-3 0,-5 1 15 0,-5 0 1 16,2 1 4-16,-6 2 11 0,-1 1-21 0,-3 3 0 16,-7 4 0-16,1-4 23 0,-5 3-4 15,2-1-1-15,-5-3-3 0,3 2-9 16,2-2 1-16,2-3 6 0,0-1 6 0,1-1-4 16,3 0 11-16,3-3 7 0,0 0 11 0,-1 0 0 15,5-4-3-15,3-1 8 0,0 0 5 0,0 0-28 16,0 0 7-16,0 0-5 0,18-17 11 15,-5 9-11-15,5-5 6 0,2 2-8 0,0-1-6 16,4-2-2-16,4-3 1 0,-4 1 1 0,3-2 11 16,0-1-10-16,11-7 2 0,-3 2-5 15,-2 5-7-15,-11 2 4 0,1 1 14 0,-3 5-11 0,-7-2 0 16,2 5-18-16,-5-1-5 0,-3 5 21 16,0 0-19-16,-4 3 6 0,-3 1 2 0,0 0 1 15,0 0 7-15,-14 16-8 0,7-6 5 0,-2 3-2 16,2 3 8-16,-1-3 2 0,1 5-8 15,1 2 9-15,3-1-4 0,0-1 8 0,3 3-10 16,-1-4 0-16,5 2 6 0,2-1-6 0,1 3 2 16,4-4 8-16,-1 0-5 0,3-1 3 15,4 0-5-15,-3-5 4 0,4-1-4 0,2 0-11 16,-6 0-56-16,3-4-69 0,-4-3-67 0,1 0-698 16,-1-3 94-16,-3 0 59 0,-6-3 80 15,2-2 61-15,-6-4 61 0</inkml:trace>
  <inkml:trace contextRef="#ctx0" brushRef="#br0" timeOffset="45296.03">11470 4336 637 0,'-3'-2'276'0,"3"2"44"0,-3-6-38 0,3 6-21 16,0 0-31-16,0 0-15 0,0 0-10 15,0 0-13-15,6 18 5 0,-2-5-20 0,3 3-29 16,-3 0-12-16,5 4 0 0,-2 3-21 15,4 3-3-15,2 0-12 0,-2 5-18 0,2-5-5 16,0 3-26-16,-2-1-38 0,2-2-31 0,-2-2-87 16,-1-4-171-16,0 2-492 0,-3-3 25 0,0-4 86 15,0-5 78-15,-4-3 62 0</inkml:trace>
  <inkml:trace contextRef="#ctx0" brushRef="#br0" timeOffset="45430.44">11501 4225 709 0,'0'0'128'15,"0"0"-98"-15,0-4-457 0</inkml:trace>
  <inkml:trace contextRef="#ctx0" brushRef="#br0" timeOffset="45779.84">11891 4691 811 0,'3'13'279'0,"0"0"-28"16,-2-2-13-16,2-3-5 0,-3-1-46 16,4 0-11-16,-4-3-7 0,0 2-10 0,0-6-59 15,3 7-3-15,-3-7-7 0,0 0 4 16,0 0-20-16,0 0 1 0,0 0-9 0,-11-24 1 15,8 9-16-15,0-3 0 0,-4-6-5 0,4-1-5 16,0-2-5-16,-1 2 13 0,0-3-13 0,4 6-6 16,0-2 80-16,0 2-15 0,0 2 2 15,4 2-12-15,-4 4-3 0,1 0-13 0,2 3-8 16,3 1-4-16,-2 2-9 0,2 3 1 16,1 2-11-16,4 3-7 0,-11 0-8 0,17 3 20 15,-4 4-19-15,1 1 1 0,0 5-15 0,2 0-2 16,-1 3-5-16,2 5-26 0,3-1-26 0,-3 3-61 15,3-4-87-15,-5 6-205 0,8-6-427 16,-2 1 94-16,-3-8 59 0,1 1 82 0,-1-5 59 16</inkml:trace>
  <inkml:trace contextRef="#ctx0" brushRef="#br0" timeOffset="46213.39">12643 4361 1190 0,'-7'-2'343'16,"1"-3"-23"-16,2 4-23 0,4 1-44 0,-17 1-28 16,7 4-12-16,0-1-24 0,-4 4-20 15,3 5-8-15,1-2-22 0,-4 5-6 0,1 1-21 16,6-2-12-16,-3 2-5 0,6 1-11 0,-2-3-7 16,6 2-8-16,0-2-10 0,0 1 3 15,3-4-11-15,0 1-5 0,1-3-3 0,2 0 1 16,2-3-19-16,2 0 16 0,-3-3-28 0,6-2 5 15,-6-2-15-15,-7 0 4 0,21-6 4 16,-11-1-1-16,0-2-18 0,-3-4-7 0,3 1 7 16,-3-6-2-16,-3-5-8 0,2 0 3 0,-3-4-3 15,1 0 18-15,-4-11-3 0,-4 1-2 0,4-4 8 16,-3 2-9-16,0-1 24 0,0 3 8 16,2 3-6-16,1 4 21 0,-3 3-2 15,0 4 2-15,3 4-8 0,-3 2-15 0,3 3 13 0,0 4-8 16,0 3 2-16,3 4-4 0,-3 3 2 0,0 0 15 15,0 0-15-15,7 17 0 0,-1-6-10 16,-3 3 10-16,5 3-13 0,-2 2 1 0,1 3-9 16,0-1 8-16,1 1-17 0,4 5 12 15,-2-1-8-15,1-1-38 0,0 4-30 0,2-4-37 16,1 0-66-16,-4-7-120 0,7 6-548 0,-4-5 40 16,-1-2 98-16,1-7 65 0,-3 2 65 15,4-6 52-15</inkml:trace>
  <inkml:trace contextRef="#ctx0" brushRef="#br0" timeOffset="46879.35">13047 4401 1036 0,'6'-15'346'0,"1"0"-24"0,-4 4-27 0,1-3-21 16,-1 3-19-16,1 1-29 0,-3-4-19 16,2 4-7-16,0 0-19 0,-3 0-4 0,0 4-3 15,0-3-25-15,0 2-14 0,0 1-12 0,0 6-15 16,-3-8-3-16,3 8-18 0,0 0-11 0,0 0 1 15,-15 11-10-15,9-1-95 0,2-1 17 16,-2 1 1-16,1 5 2 0,-1-2-12 0,3 2 5 16,3 0 15-16,-3 1 0 0,6 0-6 0,0 1-4 15,0 1 5-15,2-2 3 16,5 3 2-16,0-3 2 0,4 1-7 0,2-2-3 0,-1 1-17 16,4-8-1-16,5 3-23 0,-3-5 3 0,2-4-20 15,-2 0-3-15,0-4-31 0,0 1-2 16,-1-5-16-16,1-1-3 0,0-4 6 0,-2 1-2 15,-4-5 35-15,1 4 2 0,-1-3 21 0,-2-1 13 16,-3 4 11-16,1 1 19 0,-2 2-2 0,-2 0-5 16,1 2 3-16,-2 3 9 0,1-1 24 0,-1 4 0 15,1 0 2-15,1 5 21 0,-2 0-18 16,1 2 10-16,-1 1-7 0,-2 5 4 0,-1-5 1 16,5 6-6-16,-5 0-4 0,0 0 22 0,-2-3-12 15,2 0-8-15,0 0 7 0,-3 0 9 16,0-3-1-16,3 1 16 0,-3-1 9 0,0-2 1 15,0-2 0-15,0 1 0 0,0-5-10 0,0 3-11 16,0-3 6-16,0 0-9 0,0 0 1 16,-3-18 8-16,3 8-16 0,3 1-5 0,-3-5-3 15,3-2 9-15,-3 3-9 0,5-6-10 0,-2 3 8 16,0 1 0-16,1-1 8 0,-1 0-8 0,4 0-13 16,-4 2 10-16,5 1-2 0,-2 0-3 15,1 1-2-15,-1-1 0 0,1 3-3 0,1 2-10 16,-2 1 17-16,4-1-14 0,-3 1-6 0,4 4 8 15,-5 2-5-15,4-2 10 0,-3 3-7 16,-7 0-1-16,17 5 3 0,-7 1 5 0,-2 2 3 16,-1 1-1-16,-1 0-4 0,1 4-8 0,1 1 7 15,-2 0 1-15,-2 2-3 0,2-3-3 16,0 2 1-16,-2 2 10 0,-1-1-1 0,2-1-4 16,1 1-11-16,-3 1 3 0,1-4-8 0,-1 1-18 15,1 0-45-15,2-3-19 0,-2 3-30 16,0-5-80-16,-1-1-64 0,3 0-304 0,1-5-159 0,0 3 40 15,0-6 106-15,-7 0 54 0</inkml:trace>
  <inkml:trace contextRef="#ctx0" brushRef="#br0" timeOffset="48030.36">14178 4217 824 0,'-4'-1'338'0,"4"1"-47"0,-13-3-37 0,13 3-16 16,-17 7-23-16,3 1-28 0,3 0-16 16,-2 2 54-16,3 4-33 0,-4 2-17 0,4 0-12 15,0 2-1-15,2-2-29 0,-1 1-18 0,5 1 5 16,1-1-20-16,0 0 2 0,3-1-32 0,0 1 9 16,3 0-7-16,0-1-1 0,1-2-38 15,5-3 11-15,-1-1-6 0,2-3-7 0,-3 0 0 16,7-4 12-16,-4 0-17 0,3-3-6 0,-2-5-2 15,2 0-28-15,-6-1 8 0,4-6-6 0,-4-1-10 16,-1-2-18-16,-3-3-15 0,1-7 13 16,-4 0 2-16,-3-6-10 0,2-2 20 0,-5-4 13 15,-1-16-5-15,0 3 3 0,-3 3 7 16,0-2-7-16,3 11 20 0,0 5 23 0,3 8-10 16,-2 4 41-16,2 2-33 0,1 4-6 0,0 2 11 15,-1 2-11-15,1 5 6 0,3 4-1 16,0 2-4-16,0 0-11 0,0 0 11 0,-7 25-1 15,7-13 1-15,3 9 2 0,1-3-8 16,-1 7 13-16,1-1-2 0,5 5-13 0,-2 0 7 16,4-1-7-16,2-2-6 0,1 3-1 0,0-4 14 15,3-4-5-15,0 1 6 0,4-4-21 0,-5-1 15 16,5-3 6-16,0-3 2 0,-1-3-13 0,4-1 5 16,-3-4 14-16,-1 1-12 0,4-8-4 15,0 0-8-15,0-2-5 0,-4-2 3 0,1-3-13 16,0-3-3-16,-8-3 3 0,1 1-3 0,-1-1 15 15,-3 0-2-15,-2 2 3 0,-2 3 10 0,-5-1-8 16,2 4 3-16,0 1-16 0,-6 0 13 16,3 5 13-16,0 3-18 0,-10-1 2 0,10 1 4 15,-15 4-1-15,6 3 0 0,2 1 5 0,-4 2-7 16,4 3-6-16,-2-1-2 0,5 2 10 16,-3 1 8-16,4 1-13 0,2-3-3 15,1 1 16-15,0 2-5 0,1-5-11 0,6 3 6 0,-1-2-8 16,1 1 17-16,3-4-12 0,4 1-7 15,0-3-9-15,3 0 1 0,0-4 0 0,0-2-19 16,4-1 11-16,-4 0-7 0,3-3 2 0,0 1-3 16,1-5-10-16,-4 1 8 0,0-2-1 15,-2 1 19-15,1 3 0 0,-2-4-6 0,-1 3 13 16,-3 2-22-16,1 2 4 0,-1 0 3 0,-3 1 13 16,-7 0 0-16,17 5-8 0,-10 2 7 0,0 0 14 15,0 0-13-15,-4 4-6 0,1-3 22 0,-1 2-9 16,0 0-2-16,-2 1-3 0,-1 0 11 15,3-3 4-15,-3-1-7 0,0 1 18 0,0 0-2 16,0-1 17-16,0-3 0 0,0-4 13 0,0 8-18 16,0-8-2-16,0 0 2 0,0 0 13 15,0 0-18-15,0 0-7 0,-13-22 4 0,12 12 3 16,1-2-15-16,0-4-3 0,1-2 0 0,2-3-2 16,-3 3 12-16,3-1-7 0,0 2 2 0,1 1-2 15,-1-1-8-15,0 4 7 0,1 4-7 16,0 0-5-16,2 4-3 0,-2 2 8 0,-4 3 0 15,13 1 8-15,-5 4-10 0,1 2 2 16,-2-2 20-16,3 5-20 0,1 1 0 0,2 0-10 16,-2-3 12-16,2 6 14 0,-3-4-9 0,5 0-4 15,-2-1-8-15,4 0 20 0,-3-1-12 16,6-1-6-16,-3-1 8 0,1-4-12 0,2 3-16 16,0-4-8-16,-2-1-13 0,3-4-4 0,-5 1-3 15,2-3 10-15,1-2-23 0,-4-2-11 0,-2-1-24 16,1-5 11-16,-7-1-1 0,-1 0 7 0,1-7-8 15,-4-1 24-15,-3-1-1 0,-3-3 3 16,3 0 21-16,-6-4 20 0,5 5 25 0,-5 1 37 16,2 2-1-16,1 6 11 0,0 1 7 0,-1 2-20 15,3 3 15-15,-2 4-5 0,0 6-7 16,0 2-6-16,3 1 21 0,0 0-6 0,-3 21-12 16,3-4-5-16,0 1-11 0,3 4 16 15,-3 1-5-15,3 2 2 0,0 2-10 0,1-1-2 16,3 1-14-16,-4 1 6 0,4-3-3 0,-4 0-23 15,4 0-48-15,1-5-100 0,-2 1-80 0,1-3-601 16,-1-1 49-16,-2-6 109 0,-1-1 57 0,1-5 64 16,-4 0 53-16</inkml:trace>
  <inkml:trace contextRef="#ctx0" brushRef="#br0" timeOffset="48196.36">15190 4270 1182 0,'0'0'389'0,"-4"-4"-25"15,4 4-34-15,-3-7-20 0,3 7-29 0,0-8-22 16,0 8-32-16,7-6-40 0,3 3-15 16,0-3-29-16,0 4-40 0,8-4-47 0,-1 3-2 15,3-4-36-15,4 5-72 0,1-3-125 0,5 3-607 16,1-3 10-16,0 4 75 0,0-2 81 16,3-2 57-16</inkml:trace>
  <inkml:trace contextRef="#ctx0" brushRef="#br0" timeOffset="48829.36">16393 4009 1233 0,'-3'8'346'15,"-1"0"-26"-15,1 1-36 0,0 0-28 16,-1 2-33-16,1 3-21 0,3-1-15 0,-3 1-18 15,3 0-26-15,-4-2-5 0,4 1-12 0,0-1-21 16,4 1 5-16,-1-4-21 0,-3 1-25 16,4 0 8-16,2-2-6 0,-3-1-17 0,4 0 18 15,-1-1-16-15,-1-4-5 0,1 0 8 0,-6-2-24 16,10 0 9-16,-10 0-14 0,4-9-2 0,-4 2 3 16,0-1-8-16,0-3-8 0,-4 1 3 15,-2-5 0-15,2 0 17 0,-2 4-7 0,-2-5 0 16,1 7-5-16,1-4 16 0,-1 5-9 15,1-1 6-15,-2 1-11 0,2 4-2 0,2-2-7 16,-2 1-1-16,2 2 8 0,4 3-16 0,-7-7-7 16,7 7 13-16,-4-1-11 0,4 1 14 0,0 0-1 15,0 0 5-15,0 0-7 0,0 0-3 0,0 0 10 16,0 0 1-16,25 1-4 0,-11-4-4 16,-1 2 5-16,0 1-5 0,2-4-8 0,5 0-13 15,-3 1-3-15,1-2 4 0,1-1 1 0,-1 2 1 16,1-3 10-16,-1-1 3 0,-3-1-3 15,4 1-10-15,-5-5-1 0,-3 2-9 0,2-3-3 16,-6 2 0-16,0-4 5 0,-4 1-8 0,0-3-2 16,-3 0 18-16,0 1 2 0,-3 1 6 15,0-1-6-15,0 4 8 0,2 2 2 0,-2 2-2 16,0 1-15-16,-2 3 13 0,-1 4 17 0,6 1-13 16,0 0 4-16,-13 11-6 0,9 0 7 15,1 6 6-15,3 2 10 0,-4 6 10 0,4 3 3 16,0 8 3-16,4 0-14 0,-1 15-12 0,1 4 28 15,2-1-87-15,4 4 10 0,1 2-5 0,-1 1 10 16,0 0 3-16,4-3 0 0,-4 1 15 16,3-3-5-16,-2-3 6 0,-1-1-14 0,1-4-18 15,-4-7-35-15,-4-7-51 0,0-4-206 0,-3-3-529 16,0-4 95-16,0-7 61 0,-3-5 74 16,-3-5 67-16,2-6 38 0</inkml:trace>
  <inkml:trace contextRef="#ctx0" brushRef="#br0" timeOffset="49046">16469 4561 1292 0,'0'-8'481'0,"-3"1"-56"0,2 2-46 0,2-2-15 16,-1-1-27-16,3 3-45 0,3-3-13 16,4 4-48-16,1-5-14 0,3 2-9 0,9 0-22 15,-1 2-9-15,4-1-23 0,4-2-44 0,-2 2 2 16,0 1-35-16,-1 0-21 0,-3-1-45 15,-3 2-1-15,-4-1-33 0,-3 4-82 0,-4 0-146 16,-4-4-645-16,-6 4 11 0,0 1 117 0,-21-2 82 16,2 1 51-16,-12 1 61 0,-14-4 52 0</inkml:trace>
  <inkml:trace contextRef="#ctx0" brushRef="#br0" timeOffset="49912.94">5307 6209 652 0,'-1'-17'266'0,"-2"0"-28"0,0 2 31 16,0 1 33-16,-1 3-33 0,-2 1 0 15,-1 1-16-15,3 0-33 0,-3 0-20 0,-2-1 15 16,2 4-46-16,-4 0-3 0,1 3-27 0,-5 3 6 16,2 2-9-16,-4 1-33 0,1 5-4 15,-2 6-6-15,1-1-4 0,-4 6-15 0,8-1 1 16,-1-1-19-16,4 1 0 0,0 1-2 16,0 2-13-16,6-4 5 0,0 0 0 0,2 0-15 0,5-1 7 15,0-1-10-15,1-1-20 0,6-1 23 16,0-3 2-16,0-1-20 0,4-1-3 0,3-1 8 15,0-2-13-15,0-3-8 0,0-2-7 0,4 0-3 16,-1-2-10-16,-3-4 16 0,0 0-14 16,0-2 6-16,1-3-13 0,-1 1 20 0,0-5 3 15,-7 1 2-15,0-1 1 0,1 2-8 0,-4-1 2 16,0 1 10-16,-1 1 11 0,0 2 8 16,-1 1-8-16,-2 1 7 0,1 2-17 0,-1 1 7 15,0-1-2-15,-3 6-6 0,6-1 8 0,-6 1 6 16,0 0-14-16,8 7 1 0,-1-2 4 0,-4 1-22 15,0-4-10-15,1 6-16 0,-1-2-80 0,1 3-58 16,2-2-146-16,-1 0-502 0,1-2 21 16,-3 1 102-16,-3-4 74 0,3 3 52 0,-3-5 58 15</inkml:trace>
  <inkml:trace contextRef="#ctx0" brushRef="#br0" timeOffset="50229.49">5392 5795 875 0,'10'-3'279'0,"-10"3"-18"0,14 8 33 0,-3 1-22 16,3 0-34-16,2 5-8 0,-1 2-25 16,4 4-16-16,2 4-2 0,3 9-26 0,1 2-30 15,-2 1 0-15,-2 2 7 0,0-1-10 0,-5-5-21 16,-2-1-4-16,-1 1-9 0,-6-2-22 0,4 2 2 15,-5 0 3-15,-5-4-8 0,2 1-15 0,-6-2 18 16,-1 5 2-16,-2-1-31 0,-2-3 3 16,-5-2 18-16,-1-1-10 0,0-2 0 15,-7-4 0-15,1 1-11 0,0-7-7 0,-1-1-8 16,-2-3-51-16,2-3-20 0,-3-2-57 0,3-5-92 16,-3 2-169-16,1-5-492 0,2 1 47 0,4-3 84 15,-1-2 75-15,5-2 63 0,-4 2 62 16</inkml:trace>
  <inkml:trace contextRef="#ctx0" brushRef="#br0" timeOffset="51081.35">6767 6075 821 0,'10'-6'328'0,"-4"4"-39"16,-6 2-23-16,12-6-10 0,-3 4-20 0,1-6-19 16,-3 1-22-16,4 1-21 0,-1 0-8 0,1-1-22 15,-2-5-9-15,1 3-25 0,0 0-5 0,-2-1-2 16,-1 0-9-16,-4-2-14 0,1 2 2 15,-2-2-8-15,-1-1-82 0,-1 2 8 0,-1-2 0 16,-1 4 5-16,1-1 8 0,-2 1-8 0,-3 1 0 16,2 1 6-16,1 5-1 0,-5-3-13 15,8 5-2-15,-16 5 13 0,9-3 2 0,-4 8-5 16,1 3-5-16,0-2 21 0,-1 5-26 0,1 2 22 16,1 3 14-16,4-3-31 0,2 0 0 0,-1 0-2 15,4 3-4-15,1-4 14 0,5 2-5 16,-1-2 4-16,4 1-7 0,4-1 18 0,2-1-10 15,2-2 2-15,3 0-7 0,4-4 7 0,0-1-10 16,0-1 18-16,6-4-10 0,1 0 2 16,0-4-2-16,3-1-8 0,5-5 5 0,1-1-5 15,8-8-8-15,-3 2 0 0,-8-3 3 0,-7 0-5 16,-2 1 5-16,-1-4-8 0,-5-2 16 16,-3 0-11-16,-1 0 8 0,-2-2-5 0,-5 3 5 15,-1 1 5-15,-6 2 18 0,2 0-13 0,-2 3-12 16,-4 3 27-16,0-1-22 0,-4 2 7 0,-2 3 5 15,2 3 1-15,-3 3-3 0,-3-2-3 16,10 3 8-16,-23 7-21 0,11-1 6 0,-4 3 4 16,6-1 1-16,-4 3 0 0,4 2 5 0,3-2-11 15,-4-1-4-15,5 3 4 0,2-3 3 16,-2 2 0-16,3-1 6 0,3-3-9 0,0 0-10 16,3-1 14-16,0-3 1 0,1 2 1 0,2 0 5 15,0-3-3-15,2 0-13 0,-1 2 11 16,0-3-3-16,2 0-2 0,-1 2-1 0,-4-3-7 15,5 2 0-15,-5 1 10 0,5-1 0 0,-1-2 6 16,-1 4-11-16,0-3 0 0,2 4 2 0,2-4 1 16,-1 4 4-16,0-3-12 0,1-2-5 15,-1 4-31-15,4-4-15 0,-1-1-26 0,-2 0-108 16,6-1-99-16,-4 1-507 0,1-5 61 0,3 1 65 16,-3-2 61-16,-1 0 48 0</inkml:trace>
  <inkml:trace contextRef="#ctx0" brushRef="#br0" timeOffset="51696.37">7837 5782 1220 0,'0'0'341'0,"-4"-4"-29"0,4 4-33 16,0 0-13-16,-20 10-115 0,9-2-7 16,2 3 4-16,1-1-12 0,-2 2-18 0,3 4-16 15,-3-1 6-15,4 0-9 0,2 2-14 0,-3-2 10 16,4 1-24-16,2 2-7 0,1-5-2 15,0 3-11-15,3-1 0 0,1 0-2 0,3-4-3 16,3 3-8-16,0-3 18 0,5-1-7 0,4-3-16 16,-1-1-4-16,6-4-24 0,0 0-13 15,3-4-33-15,3 1-33 0,-2-5-8 0,-1 0-41 16,-5-6-33-16,2 4-46 0,-5-4-34 0,-1-4-38 16,-5 0-46-16,-2-7 103 0,-7 4 45 0,-1-6-4 15,-3 0 40-15,-1-4 62 0,-5 0 69 16,-2-5 74-16,2 4 36 0,-4 2 35 0,3 3 1 15,-1 1 31-15,2 3-3 0,-1 6-11 0,4 0-19 16,-3 2-17-16,5 5-14 0,-2 4-11 0,-1 3 13 16,4 1-15-16,0 0-18 0,0 0 7 15,7 26 1-15,-3-9-11 0,2 0-10 0,1 4-5 16,-3 5-16-16,9 1 9 0,-6 1-9 16,3 1 3-16,1-2 8 0,-1 0-3 0,-3-2 0 15,-1-1-5-15,2-2 0 0,-2-3-20 0,-2-2 18 16,2-1-1-16,-3-4-10 0,1 1 11 15,-4-6 15-15,4-2-13 0,-4-1 18 0,0-4-31 16,0 0-2-16,0 0-3 0,-4-21 5 0,4 10-10 16,0-4-18-16,0 0 13 0,4 0 0 0,-1-1-8 15,-2 0-4-15,5 1 4 0,-3 2 3 0,1 3 4 16,2 0-4-16,2 2-15 0,-2 2 17 16,4 3 3-16,0 2-15 0,1 2-3 0,2 2 17 15,2 4-4-15,-2 0-13 0,4 3-2 0,0 0 2 16,1 2 10-16,1-1 3 0,-1 1-6 15,0 0 6-15,1-1 8 0,-1 0-14 0,-1-1 4 16,0-2-9-16,0-1 8 0,3-3-7 0,-5 2 5 16,4-5-1-16,-4 1-2 0,1-2-12 0,-1-2-32 15,1 1-30-15,-2-3-61 0,-1 2-121 0,-3-2-607 16,1-3 21-16,-4 0 82 0,-4 0 59 16,0 0 71-16,-3-1 78 0</inkml:trace>
  <inkml:trace contextRef="#ctx0" brushRef="#br0" timeOffset="52296.63">9389 5807 755 0,'0'0'284'0,"0"0"-10"0,0 0-39 15,0 0-22-15,6 14-16 0,-6-7-18 16,1 6-13-16,2-3-20 0,0 5-13 0,1-3-15 15,3 5-11-15,-4-1-2 0,4 1-30 16,-1-2 1-16,1 2-4 0,1-1-3 0,-1 0-7 16,5-1-11-16,-1-2-5 0,0-4-5 0,2 3-8 15,-2-3 0-15,5-5 3 0,-2 1-2 16,0-3 17-16,3-2-23 0,0-2-3 0,3-4 1 0,-2 1 10 16,-4-5 0-16,6 0 2 0,-7-2 3 15,-2-4-10-15,-1 0-8 0,0-7-8 0,-7 5-10 16,-2-2 11-16,-2-2-1 0,-2-1-12 0,-3-2 9 15,-1 4-4-15,-1 0 2 0,-1 2 3 16,2 5-3-16,-3-1 11 0,-4 5 2 0,1 0-3 16,-2 3-2-16,2 5-7 0,-4 2-1 0,3 0 8 15,0 2 0-15,1 4-16 0,-5 3 16 16,8 1-8-16,0 4 1 0,-1-1-1 0,5 2-3 16,-1 0-7-16,4 2 11 0,0-1 17 15,6 0-15-15,0 1 2 0,1-1-18 0,5-3 11 16,2 0 0-16,2 2 2 0,5-3-5 0,-1-2-10 15,7-2 15-15,0-1-5 0,3 0-25 0,4-6-41 16,0 1-67-16,3-2-67 0,-3-3-184 0,6 0-402 16,0-4 80-16,-5-2 28 0,1-4 79 15,-5-4 36-15</inkml:trace>
  <inkml:trace contextRef="#ctx0" brushRef="#br0" timeOffset="52496.2">10073 5375 954 0,'0'0'272'16,"0"0"-27"-16,0 0-4 0,-1 18-34 0,1-7-5 16,0 6-17-16,1 3-16 0,5 0-3 0,-3 4-17 15,2 1-14-15,4 0-20 0,-2 6 1 16,-3-1 55-16,5 2-20 0,-1 0 0 0,-1 0-28 16,2 1-3-16,-2-1-38 0,4-3-31 0,-4 2-56 15,-1-5-54-15,-2-2-97 0,3 1-192 16,-4-6-435-16,4-2 53 0,-4-3 108 0,-3-5 52 15,0-1 63-15</inkml:trace>
  <inkml:trace contextRef="#ctx0" brushRef="#br0" timeOffset="53528.8">9952 5825 982 0,'-3'-4'433'0,"3"4"-59"0,-3-4-49 15,3 4-23-15,-3-6-28 0,3 6-26 0,0 0-15 16,7-11-26-16,2 7-10 0,2-1-28 0,3-2-18 15,3-2-7-15,3 1-19 0,4-5-12 0,3 4 2 16,1-4-31-16,2-1-9 0,-2 0-32 16,3 3-17-16,-1-3 17 0,-5 2-27 0,-2-1-27 15,-2 1-1-15,-4-1-17 0,0 1-14 0,-6-4-1 16,-1 1-4-16,-4-3-16 0,-3 0 0 16,-3-3 18-16,0 1 10 0,-3-4 5 0,-3 0 8 15,2 5 13-15,-2 2 5 0,1-1 15 0,2 3 16 16,-3 1 2-16,5 3-15 0,-5 3-6 15,6 2 6-15,-4 3 0 0,4 3 2 0,0 0 6 16,-3 13 4-16,-1 0 1 0,8 2 5 0,-4 3 12 16,3 5-25-16,1-1 23 0,2 3-10 15,1 0 4-15,1 3-6 0,-1-1-11 0,5 0 17 16,-5 3-17-16,4-8 3 0,-4 1 10 16,-1 0-14-16,1-7 6 0,0 1-5 0,-3 0-2 0,2-3-9 15,-5-3 22-15,5-2 6 0,-3-2-1 0,-2-4-4 16,2 1 6-16,-3-4-8 0,0 0-7 15,8-14-6-15,-5 6 3 0,0-4-2 0,3-2-6 16,-2-2-20-16,2 1 17 0,2 3 3 0,-1-3-2 16,-1 0 0-16,1 5-13 0,4 1 0 15,-1 2 2-15,-3 1 3 0,7 5 5 0,-4 1-2 16,3 0 7-16,4 1-8 0,-4 4 6 0,2-1-8 16,1 3-13-16,2-1 13 0,-2 2 3 15,-1-1-3-15,1-1 10 0,-1 0-7 0,1 1 17 16,1-1 3-16,-3-2-13 0,6 1-10 0,-2-4 16 15,-4 1-6-15,6-4 13 0,0 1-18 16,1-2 11-16,-3-2-16 0,4-1 2 0,0-2 6 16,-2-3 2-16,0 1-15 0,-5-4 5 0,1 0 2 15,-2-2 1-15,-4-1-3 0,1-1 0 0,-5 3 3 16,-2 2-9-16,2-1-4 0,-5 3 8 16,-1 2-6-16,3 2 3 0,-6-1 2 0,2 4-9 15,-2 3 6-15,3 1 9 0,0 0-6 0,-20 7-2 16,13 1 0-16,0-1 0 0,0 3-8 0,0-2 8 15,3 6 5-15,1-4-5 0,0 1-5 16,-1 2 17-16,4-2-4 0,1 1-11 0,2-2 6 16,0 1-3-16,1-3 12 0,3 2 4 0,3-3-17 15,0-1 12-15,1-2 1 0,2 0-7 0,1-3 0 16,3-1 18-16,4-1-25 0,-4-3-6 16,6 1 15-16,-5-4-15 0,2 0-4 0,1-3-4 15,0 0 13-15,-2 0 3 0,-1-3 3 16,-2 3 2-16,-1 2-13 0,-5 1 10 0,0-1 3 15,1 4-15-15,-2-1-3 0,-2 4 16 0,4 1-9 16,-5 1-2-16,1 6 11 0,3 0-3 0,-2 3 2 16,1 1 8-16,-2 3-5 0,0 1 0 0,1 1 3 15,1 0-13-15,-5-1 17 0,5-1 1 16,-4 3 5-16,1-3-5 0,-2 1-8 0,-1-5 0 16,0-1-3-16,1 1 18 0,-4 0 1 0,3-3 4 15,0 0 1-15,-3-4 4 0,0 1-4 16,0-4-6-16,0 0 11 0,0 0 2 0,0 0 3 15,-13-19-14-15,10 7 6 0,-1-3-5 0,1-3-15 16,3-1 12-16,-3-8-12 0,3 2 7 16,3-4 0-16,0 2 8 0,-2 1-2 0,5-2-11 15,1 3 5-15,0 3 16 0,3-2-3 0,3 2-5 16,-2 3-13-16,3 1-5 0,-1 4-3 16,4-1 18-16,1 5-15 0,-2 2 16 0,-1-1-14 0,1 7-4 15,-2 0-1-15,0-1-7 0,-4 8-23 16,0-3-16-16,0 4-20 0,-6 5-113 0,-4 2-194 15,-3 0-515-15,-8 8 44 0,-9-3 102 16,-14 11 67-16,-14 0 76 0,0-2 62 0,-25 6 41 16</inkml:trace>
  <inkml:trace contextRef="#ctx0" brushRef="#br0" timeOffset="54495.49">5058 7285 936 0,'3'22'308'0,"0"-12"-24"0,4 6-28 0,-3 1-23 16,2 7-18-16,1 1-26 0,0 2-12 0,4 4-11 15,2-2-15-15,-2 2-28 0,-1-2 2 0,3 0-4 16,-2-1-24-16,2 1-5 0,-3-3-8 16,-2-3-7-16,1-3-8 0,-5 3-10 0,2-7 0 15,-2-3-5-15,0 2 5 0,0-5-11 0,-1-2-4 16,0 5 28-16,0-9-8 0,-3 1 0 15,0-5-6-15,0 3 4 0,0-3-21 0,0 0 7 16,0 0-12-16,0-18-2 0,-3 8-1 0,3-5 3 16,0 3-13-16,3-4 5 0,-2 0-10 15,5-1-8-15,-3 1 13 0,5 1-10 0,-2 0 5 16,4 4 0-16,0 2 5 0,4 1-18 0,-1 3-3 16,2 2 4-16,1 3-9 0,2 0 23 0,3 3-9 15,-4 2-11-15,4 5 7 0,2-3 9 16,-3 1-11-16,-2 2-3 0,-2 0 6 0,-4 2-3 15,0-2 0-15,-2 0-17 0,1 1 6 16,-7 0 35-16,-1 0-12 0,0-1 14 0,-6-2-10 16,0 5 7-16,-4-4-8 0,-1 2-4 0,-5 1 14 15,-4-3-7-15,3 0-7 0,-3-1 12 0,-3 1 0 16,2-4-15-16,2 2 18 0,-2-2-16 0,5-2-2 16,-4 4-3-16,4-7-25 0,1 3-16 15,-1 0-31-15,3-2-83 0,-1-2-124 0,2-2-591 16,2 0 20-16,0 0 95 0,3-6 87 15,1-3 49-15,0 1 67 0</inkml:trace>
  <inkml:trace contextRef="#ctx0" brushRef="#br0" timeOffset="54829.24">5577 7144 703 0,'10'6'272'0,"7"-2"-19"0,-4 8-33 0,5 1 67 16,6 8-39-16,4 11-20 0,0 3-5 16,2 2-34-16,-4 3-5 0,-2 6-27 0,1-3-11 15,-4 3-13-15,-2 1-16 0,-4 2-4 0,-6-3 2 16,-2-2-12-16,-7-9-6 0,0 5 13 0,-7 10-26 16,-2-4-7-16,-2 1-3 0,-5-5 11 15,-2-1-34-15,-2-4 8 0,2-7 23 16,-2-5-13-16,-4 8 23 0,3-9-20 0,-3-7-24 0,5-3 29 15,1-2-10-15,-3-1 4 0,1-2-12 16,0-1-15-16,2-1 7 0,1-6-10 0,0 4 8 16,4-3-19-16,-1-2-9 0,3 2-14 0,-2-2-50 15,3 3-44-15,0-6-92 0,3 3-308 16,7 0-414-16,-11 3 110 0,11-3 80 0,0 0 63 0,-7-6 95 16,7 6 29-16</inkml:trace>
  <inkml:trace contextRef="#ctx0" brushRef="#br0" timeOffset="56645.49">7515 7091 854 0,'-3'-6'277'0,"-3"3"-16"15,2-1-18-15,4 4-25 0,-8-7-16 0,5 4-15 16,3 3-18-16,-10-1-13 0,10 1-26 0,0 0-20 16,-14 7-2-16,8-2-1 0,2 7-25 15,1 0 5-15,-1 6-7 0,1 4 63 16,0 2-12-16,3 3-19 0,-3 3-9 0,6-1-14 0,0 4 9 16,0 2-17-16,1 2-6 0,2-2-14 0,5 13 3 15,-1-4 5-15,3-1-7 0,-2-5-11 16,-1-5-13-16,-3-1-4 0,4-2-32 0,-1 2-38 15,-3-4-48-15,2 2-83 0,-4-6-194 16,1 1-450-16,-3-4 48 0,-3-6 64 0,0-1 75 16,-2-4 66-16</inkml:trace>
  <inkml:trace contextRef="#ctx0" brushRef="#br0" timeOffset="57312.35">7282 7649 985 0,'-3'-6'310'0,"3"6"-21"0,-6-7-41 0,6 7-12 16,3-5-26-16,0-1-16 0,5-1-17 16,1-1-16-16,5-2-20 0,3 0-18 15,0-2-3-15,7 0-30 0,1-4 2 0,5-1-13 16,-2 1 64-16,15-1-15 0,2-5-18 0,-4 2-12 16,4 4-4-16,-11-1-14 0,-3 3-3 0,-3 3-13 15,2-4-3-15,-7 5 3 0,-2 0-23 16,0-2 10-16,-5 1-12 0,-1 2-11 0,-5 0 0 15,0-4-5-15,-3 5-3 0,-3-1 1 0,-1 1 4 16,0 0 1-16,-2 4-8 0,1-3 2 16,-4 1-2-16,2 6 3 0,-4-3-1 0,4 3-4 15,0 0-11-15,-17 10 13 0,10 0-3 0,0 2-2 16,-4 1-5-16,1 3-6 0,4 1 1 0,-1 4 2 16,0 0-3-16,6 0 1 0,1-3-3 15,0 1 2-15,1 3-2 0,6-2 6 0,0 2 4 16,6-4 0-16,-2 0-7 0,5-1-16 0,5-3 8 15,0-3-3-15,2-3 3 0,5-2 2 16,2-2-4-16,1-6-11 0,3 0 8 0,5-4-16 16,14-5 3-16,2-6-10 0,-9 0-6 0,1-5 8 15,-6 3 8-15,-3-6-7 0,-10 3 12 16,-5 1-3-16,1-3 9 0,-7 2-4 0,-4 3-2 16,-6-2 11-16,4 3 12 0,-7 5 20 0,2 1-4 15,-6 1 7-15,3 2-2 0,-6 4-19 0,-1 1 14 16,-2-1-11-16,6 5 10 0,-17 2-17 15,7 2 7-15,-2-1-12 0,-1 5 12 0,0-1-5 16,2 1 0-16,1 1 8 0,0-2-3 0,0 1-7 16,3 0-8-16,0 0 7 0,4 0 3 15,-4-4 0-15,3 1 1 0,4 2-9 0,-3-5 11 16,3-2-1-16,0 8 6 0,0-8-15 0,3 8-1 16,0-6 0-16,1 3-2 0,0-3 3 15,2 5-3-15,-2-5 15 0,3 5 3 0,3 0-13 16,-3-3 0-16,0 3 7 0,2 0 11 0,2 0-15 15,-1-3 17-15,0 5-17 0,1-4-3 0,-1-2 13 16,4 4-26-16,3-1-8 0,-4-4-35 0,2 0-54 16,1-2-97-16,-2 0-195 0,0 0-435 15,3-3 54-15,0-3 99 0,0 2 62 0,-4-4 62 16,2 0 45-16</inkml:trace>
  <inkml:trace contextRef="#ctx0" brushRef="#br0" timeOffset="57495.46">8729 6946 803 0,'0'0'287'0,"4"21"-29"0,-1-9-25 0,0 3-18 16,-2 2-18-16,5 8-17 0,-3-2 53 0,4 2-21 16,0 2-28-16,0 5-22 0,-3 0-4 0,5-3-40 15,-2 3-26-15,-2 0-84 0,4 0-93 16,-6 0-227-16,4-7-425 0,0 0 84 0,-3-4 49 15,-1-6 61-15</inkml:trace>
  <inkml:trace contextRef="#ctx0" brushRef="#br0" timeOffset="58045.33">8589 7311 947 0,'-3'-3'284'0,"2"-2"-10"16,1 5-29-16,1-10-32 0,2 3-21 0,3 0-18 0,1 3-15 16,4-6-21-16,2-1-3 0,1 3-9 15,3-2-26-15,0 0-1 0,3 1-6 0,1-1-6 16,3 2-21-16,-4-1 6 0,4 1-6 16,-3 1-22-16,0 1-3 0,-4 4 5 0,0 2-20 15,0 0 17-15,-3 1-12 0,2 5-3 0,-1-2-2 16,-2 4-3-16,1 0 0 0,-4 2-11 15,0 3 9-15,-3 2 5 0,3-3-6 0,0 2-10 16,-6 3 18-16,3-2-10 0,3-2 3 0,-3 1-1 16,0-3-15-16,3 3-12 0,-3-3 2 15,3 2 10-15,-3-4 2 0,3-1-12 0,0-1 3 16,0-4-16-16,1 3 8 0,2-5 4 0,-2-1 1 16,3-4 3-16,-4 0-6 0,1-2 11 0,2-2 7 15,-3-3-10-15,0-3-13 0,0-3 18 16,-3-2-7-16,0-2 4 0,0 0 1 0,-6-3 10 15,2 6-1-15,3 1 4 0,-5 0 14 0,-1 2 1 16,2 0-13-16,-1 5 3 0,-2 0 2 0,2 2 5 16,-2 2-10-16,1 6 5 0,-3-1 10 15,3 1-23-15,0 0 21 0,-10 9-18 0,7-2-6 16,-1 2 14-16,0 1-16 0,1 0 18 0,3 3-13 16,-3-2 0-16,3 3 11 0,0-2-13 15,0 1 10-15,3-2-11 0,0 2-9 0,5-3 9 16,-1 0-9-16,0 3 9 0,5-4-12 0,0 0-2 15,4-5-19-15,1 1-15 0,0-2-13 0,4 0-40 16,0-3-19-16,3-4-30 0,-4 2-44 0,1-3-49 16,-1 0-145-16,-3-3-295 0,0 0-7 15,-3-1 30-15,-4-4 100 0,-2 0 46 0</inkml:trace>
  <inkml:trace contextRef="#ctx0" brushRef="#br0" timeOffset="58864.39">9540 7085 775 0,'0'-6'210'0,"0"6"-26"0,0 0-20 16,0 0 28-16,0 0-36 0,0 0-5 0,0 0-13 15,6 24-4-15,-2-10 50 0,2 3-8 16,0-1-19-16,-1 1-19 0,2 2-5 0,2-1-18 16,-5 3-2-16,4-4-21 0,-2-1-8 0,0 1-7 15,-2-2 0-15,-1-2 10 0,0-1-23 16,1-2 13-16,0-2 10 0,-4 1 23 0,3-2-13 16,-3-3-10-16,0-4 8 0,0 0-29 0,0 0 1 15,0 0 5-15,0 0-3 0,-14-13-31 16,11 1 6-16,-1-1-1 0,1-3-17 0,0-4 17 15,-1 2-7-15,4-1-13 0,0 1-2 0,0-3-1 16,4 4 13-16,-1-1-10 0,1 3-2 0,2-2-11 16,1 6 3-16,1-3-3 0,1 4 11 15,1 1-9-15,4 2-9 0,-4 0 2 0,1 4-10 16,2-3 15-16,1 4-10 0,0 2 8 0,2 0 2 16,-1-1 8-16,-2 2-8 0,4-1 6 15,-3 0-16-15,4 1-3 0,-2-1 1 0,2 1 2 16,1-1 0-16,-1 0 10 0,2 0 13 0,0-1-36 15,-2 0 10-15,3-5-2 0,-5 4 16 16,2-4-11-16,-2 2-3 0,-1-3-5 0,1 0 6 16,-5 0 12-16,2-3-7 0,-3 2 7 0,-2-1-2 15,-2-1-11-15,-2-2-2 0,2 2-3 0,-5 1 11 16,2 0-3-16,0 0 2 0,-3 3 14 16,0-1-1-16,-3 3-12 0,3 4 2 0,-7-2 5 15,7 2 5-15,0 0-7 0,-21 12-8 0,8-4 8 16,6 3-16-16,-4 3 8 0,-1 3-3 15,5-2 1-15,-4 3 7 0,7 0-2 0,1-1-14 16,0 1-2-16,3 2 13 0,3-2-7 0,0-2 9 16,4 0-7-16,-2 2 0 0,4-6 15 0,1 1-5 15,4-1 6-15,-3-4-9 0,6-1 1 16,-1 0-21-16,-1-6 8 0,1 1-3 0,5-4 5 16,-1 0 1-16,1-6-1 0,3-1-2 0,-3-1-1 15,2-5 6-15,-2-3 10 0,0-4 0 16,-2 2-5-16,-1-4-2 0,-5-2-1 0,1-3-12 15,-4 3 0-15,-3 2-1 0,0 4 19 0,-3 0-1 16,-1 2-12-16,0 1 13 0,-3 6 2 0,4-3-8 16,-4 4 3-16,3 1-5 0,0 3-13 15,-3 2 13-15,4 0 5 0,-4 4-2 0,0 0-1 16,14 8 0-16,-8-1 6 0,4 3 5 16,2 5-8-16,1 2-13 0,1 1 13 0,-1 4 8 15,2 3-8-15,-2 0 2 0,0 1 1 0,-2 1-6 16,-5-2 8-16,-2 0 11 0,-1 0 4 0,-3-3 3 15,-3-3 5-15,-1 4-23 0,-2-4 8 16,-5 2 26-16,1-3-6 0,0-7-13 0,-1 3-68 16,1-4 17-16,0-4 11 0,-1-4 2 0,2 4 10 15,2-6 0-15,7 0-10 0,-18-7 6 16,11 1 4-16,1-2 8 0,0 4-15 0,1-3 4 16,2-2-14-16,3 4-6 0,-3-2-15 0,2 2-5 15,1-3-67-15,-3 3-92 0,0 1-389 0,0-2-207 16,2 4 40-16,-8-3 88 0,1 5 48 0,-2-1 80 15</inkml:trace>
  <inkml:trace contextRef="#ctx0" brushRef="#br0" timeOffset="59478.17">5389 8997 468 0,'0'-4'251'16,"3"-3"-18"-16,-3 7 28 0,0-11-15 15,0 4-75-15,0 1 24 0,0 1 2 0,0-2 5 0,0 0 56 16,0 1-20-16,-3 2-17 0,3 4-1 16,-3-9-28-16,3 3 2 0,0 6-25 0,-4-6-20 15,4 6-9-15,-6-1-14 0,6 1-14 0,0 0-1 16,-17 14-12-16,9-2-4 0,-2 2-3 15,3 7-10-15,-2 0-10 0,1 1-3 0,1 0-10 16,3 1-16-16,2-2 6 0,2-2 0 16,2 0-11-16,2 3 3 0,1-2-5 0,4 1-11 15,4-3 4-15,1 0-1 0,0-3-3 0,7 2-9 16,-1-5-24-16,4 0-30 0,0-5-57 0,0-3-95 16,3 1-222-16,-2-5-473 0,1-3 50 0,-2-1 106 15,0-3 76-15,-6-1 72 16,-2-4 51-16</inkml:trace>
  <inkml:trace contextRef="#ctx0" brushRef="#br0" timeOffset="59745.07">5683 8800 1052 0,'0'0'363'0,"0"0"-38"0,11 11-33 15,-2-4-28-15,-2 3-16 0,7 5-15 0,-1 2-39 16,5 6-12-16,-1 2-13 0,10 10-15 0,-3-2-19 15,1 6-4-15,-2-3-13 0,-3 6-16 16,-5-10-15-16,-2 0-3 0,-7-2 1 0,-2 2-75 16,-3 5 0-16,-5-2-5 0,0-2 3 15,-6-1 10-15,0-2 10 0,-4 0 0 16,-10 5 11-16,4-8-21 0,-4-4 10 0,0-5-5 0,0-1-3 16,0-2-25-16,0-6-23 0,0-1-49 15,0-2-12-15,1-4-67 0,2-2-103 0,3 0-422 16,2-4-66-16,1 0 22 0,2-3 114 0,3-1 37 15</inkml:trace>
  <inkml:trace contextRef="#ctx0" brushRef="#br0" timeOffset="60261.05">7232 8376 842 0,'-3'-1'343'0,"3"1"-49"0,-1-6-28 0,1 6-38 15,0 0-5-15,0 0-31 0,4 18-8 0,3-5-13 16,-1 5-17-16,5-1-21 0,-1 5-5 16,3 4-18-16,1 2-7 0,-3 4 58 0,3-4-15 15,5 12-8-15,-7-7-15 0,0-1-8 0,-1-1-15 16,2-2-3-16,-2 3-20 0,-1-6 0 16,0 5-8-16,0-5-5 0,-3-1-13 0,-3-1-13 15,3-2-22-15,-1-1-37 0,-6-2-48 16,4 0-100-16,-4-1-171 0,3-5-484 0,-3 1 33 15,0-4 92-15,3-2 72 0,-3-2 66 0,0-5 62 16</inkml:trace>
  <inkml:trace contextRef="#ctx0" brushRef="#br0" timeOffset="61061.47">7648 8660 1064 0,'0'0'341'0,"-6"-4"-8"16,6 4-52-16,0 0-27 0,-10 9-19 0,6-2-7 0,-3 4-36 16,0 6-26-16,4-1-20 0,-4 1-10 15,4 1-8-15,0 0-26 0,-1 4-10 0,0-5-10 16,4 1-2-16,-3 0-6 0,6-2-18 0,-3-1-7 16,0-3-11-16,4 2-15 0,-3-4 3 15,2 1 4-15,3-5-1 0,-3-1-1 0,4-3-8 16,-7-2 3-16,14-2 0 0,-7-3 0 0,0 1-2 15,-1-5-6-15,2-5 8 0,-1 6-7 16,-1-4 1-16,-3 0 7 0,4 4-7 0,-4-2 6 16,2 3 3-16,-2 0-5 0,-3 3-14 0,3-1-2 15,0 2 11-15,-3 3-11 0,7-3-8 16,-7 3 3-16,0 0 13 0,14 3-5 0,-10-2-3 0,2 1 15 16,1 2-20-16,0-1 3 0,3 2-6 15,0-2 8-15,0-3 6 0,4 1-6 0,0 2-3 16,0-1 14-16,0-4-16 0,6-2-21 15,-3 2 3-15,4-4-17 0,0-3-1 0,1 1-13 16,0 0-23-16,-2-2 6 0,0 0-11 0,-3-5 8 16,1 0-3-16,-5-1-5 0,-3-2-7 0,-2 3 5 15,-2-3 20-15,-2-1-5 0,-4-4 10 16,0 4 3-16,-3-7 5 0,-4-5 12 0,-1 0 11 16,-1 3 6-16,2-1 17 0,0 7 17 0,-1 0 12 15,-1 4-4-15,5 1-4 0,-2 5-16 16,2 3 2-16,0 4 11 0,1 4-2 0,3 1 4 15,0 0-2-15,-4 12-15 0,4 1 2 0,1-1 5 16,2 6 5-16,0 3-7 0,2 0-3 0,1 2 3 16,-3 2-3-16,4 0 5 0,-1 2-2 15,2-2-8-15,-4-2 5 0,2 1 5 0,1-2-2 16,-1-4 12-16,-3-5-20 0,2 2 8 0,1-2 15 16,-2-3-5-16,-1-1 3 0,0-6-6 15,1 1 5-15,2-3-14 0,-6-1 11 0,11-7 6 16,-1 5-12-16,-3-4-6 0,4-1-3 0,-1 2-4 15,-1-1 9-15,3 3-1 0,1-1-1 16,-3 4 2-16,4 0-1 0,2 0 1 0,2 1-14 0,0 5 1 16,1 0 4-16,-1 3 10 0,-1-2-1 15,3 3-12-15,-2 1-3 0,-8-3 6 0,3 3 10 16,-5 2 12-16,1-5 8 0,-5 2 16 0,-1-2-1 16,-3 2-2-16,-6 1 13 15,2-2-13-15,-6-3-5 0,-1 4 2 0,-5-6 13 0,-1 3-5 16,-1-3 6-16,1 2-17 0,-4-6 4 0,1 0-9 15,0 0 6-15,-1-2-18 0,4-4-8 16,-3-3-30-16,6 1-18 0,0 0-60 0,4-2-25 16,3 1-68-16,3-4-60 0,4 3-159 0,5 0-389 15,1 2 101-15,4-5 22 0,0 4 100 16,4-1 62-16</inkml:trace>
  <inkml:trace contextRef="#ctx0" brushRef="#br0" timeOffset="61378.36">8571 8743 757 0,'12'-8'284'0,"0"-1"-28"0,-2 1-7 0,-2 1-22 16,2-3-24-16,-4 3-24 0,1-2-23 15,1-1-3-15,-1-3-12 0,-1 1-5 0,1-2-6 16,-4 2-7-16,1-4-5 0,-4 2-3 0,1 3-12 16,-1-4-21-16,-1 5 25 0,1-2-25 0,-4 2 33 15,4 2-23-15,-3 4-15 0,-1-2-3 0,4 6 8 16,-9 0-23-16,9 0-3 0,-11 8-2 15,4 1-3-15,-3 2-7 0,3 3-6 0,1 1-10 16,2 3 11-16,0-3-3 0,4 3-16 16,-3 3 8-16,6-3 3 0,0 0-18 0,2-1 7 15,-2 1-9-15,0-3 17 0,4 1-18 0,0-5-5 16,4 1 3-16,-1-2 5 0,3-2-6 16,4-5-12-16,0 3-15 0,0-6-24 0,1-2-35 15,2-2-29-15,4-4-33 0,-3-1-45 0,-2-1-60 16,2-6-84-16,-8-1-85 0,2-6-299 0,-5 3 30 15,-3-4 73-15,0-5 68 0,-4-5 31 0</inkml:trace>
  <inkml:trace contextRef="#ctx0" brushRef="#br0" timeOffset="61577.87">8866 8231 714 0,'-4'-30'227'0,"1"11"-4"0,0 5 59 0,-2-1-8 16,3 5-26-16,1 3-36 0,1 2-25 0,-3 0-5 16,3 5-8-16,0 0-23 0,0 0-5 0,0 20-21 15,3-6 14-15,-3 2-17 0,4 8-4 16,3 2 8-16,-3 5-9 0,2-2-17 0,1 3-8 15,0 0 6-15,3 1-14 0,0 2 3 0,0-3-13 16,1 11-20-16,2-8 5 0,-6-3 2 0,4-1-2 16,-1-4-10-16,-1 4 0 0,0-5-24 15,0-2 8-15,1-5-25 0,-2 3-41 0,-1-4-80 16,-1-2-133-16,0-5-591 0,1-3 34 0,1 0 91 16,-2-6 72-16,1 2 59 0,-7-4 92 15</inkml:trace>
  <inkml:trace contextRef="#ctx0" brushRef="#br0" timeOffset="62011.82">9214 8518 811 0,'0'-7'330'0,"0"-1"41"0,0 5-12 0,0-4-34 0,0 7-36 15,0-8-15-15,0 8-23 0,-3-4-23 0,3 4-8 16,0 0-10-16,0 0-36 0,0 0-21 15,-21 10-12-15,15-7-16 0,2 3-17 0,1 1-19 16,-1 1 6-16,1-4-8 0,3 3-13 0,0 3-15 16,0 0-5-16,3 0 15 0,1 2-25 0,2-4 7 15,5 7-5-15,-1-5-18 0,4 7 5 16,0-3-7-16,2 4-6 0,2-2 14 0,-2 0-14 16,-1 2-2-16,1-2-5 0,-1 1 5 0,-3 1-5 15,0 0 2-15,-6-1-2 0,-2-2-8 16,-1 2-5-16,-3-7 20 0,-4 5 9 0,-2-5-14 15,-1 3-7-15,-1-3 20 0,-5-1 23 16,3-1-23-16,-1-7 11 0,-2 5-22 0,2-6 32 16,1 0-18-16,-3-1-3 0,2-1 18 0,-2-2-46 15,3 1 28-15,2-4 18 0,-1 2-18 0,2 1-15 16,1-4 5-16,1 2 3 0,2-3-16 0,-1 7-21 16,1-4-43-16,3-1-22 0,-3-1-65 15,3 5-210-15,0-3-607 0,0 6 101 0,3-7 66 16,-3 2 84-16,0-2 75 0,-6 0 79 0,-1-3 10 15</inkml:trace>
  <inkml:trace contextRef="#ctx0" brushRef="#br0" timeOffset="77510.88">12297 5570 854 0,'-9'-2'262'16,"9"2"1"-16,0 0-45 0,-10 0-8 0,10 0-26 15,0 0-20-15,0 0-8 0,-11-1-13 16,11 1-17-16,0 0-6 0,0 0-15 0,-7-1 10 16,7 1-2-16,0 0-31 0,0 0-8 0,0 0 8 15,0 0-3-15,0 0-17 0,0 0 2 0,18-7-11 16,-5 2 6-16,1 4-8 0,3-2-2 16,4-1 2-16,6 0 8 0,1 0-18 0,2 0 0 15,7-2-13-15,-2 0 5 0,5 0 16 0,2 0-18 16,9-4-8-16,4 2 72 0,3-2-11 15,0 0-2-15,0-1-3 0,0 3-15 0,0 1 0 16,-3-3-10-16,-7 6-18 0,-11-3 15 0,1 2-13 16,-4 2 1-16,-7-3-6 0,1 4-10 0,-4-4 5 15,-3 3-2-15,-2-1 5 0,-4 3-8 16,-2-2-13-16,0 3 3 0,-2-4 2 0,-1 2 0 16,1 2 14-16,-4-1-17 0,-1 0 9 0,-6 1-11 15,10 0-13-15,-10 0 1 0,11-2-21 16,-11 2-67-16,0 0-56 0,3-3-66 0,-3 3-146 15,0 0-508-15,0 0 73 0,0 0 74 0,0 0 81 16,0 0 67-16,0 0 44 0</inkml:trace>
  <inkml:trace contextRef="#ctx0" brushRef="#br0" timeOffset="78642.25">12435 5841 719 0,'-11'1'240'0,"1"0"-25"0,4 1 64 16,6-2-30-16,-10 1-24 0,10-1-23 0,0 0-7 16,-8 2-29-16,8-2-15 0,0 0-10 15,0 0-3-15,0 0-20 0,0 0 5 0,0 0-16 0,27-5-2 16,-13 4 3-16,3-5-16 0,10-1 8 15,1 3-13-15,3-8 0 0,6 2-3 0,18-5-10 16,-3 2-10-16,6-3 3 0,7-1-3 16,13 0-10-16,4 1 2 0,-4-2-10 0,-9 3-5 15,-4 5-3-15,-3-3 1 0,-7 3-8 0,-8 2-1 16,-10 1-4-16,-3 4-6 0,-6-4 14 16,-1 5-19-16,-6-3 3 0,-1 3 2 0,-6 0-7 15,0-1 10-15,0 2-2 0,-4-1-14 0,-1 1-27 16,-1 1-44-16,-4-3-21 0,-4 3-37 0,0 0-70 15,0 0-39-15,3-2-96 0,-3 2-480 16,0 0 78-16,-18-3 56 0,12-1 68 0,-1 2 73 16</inkml:trace>
  <inkml:trace contextRef="#ctx0" brushRef="#br0" timeOffset="79146.2">13416 5061 1011 0,'-3'-2'332'0,"-1"-3"-14"0,4 5-39 0,-4-7-18 15,4 7-36-15,-3-5-20 0,3 5-23 0,0 0-16 16,0 0-23-16,0 0-25 0,0 0-3 0,14 24 3 16,-4-15-28-16,0 2 2 0,4 6-26 15,0 0 9-15,6 5-9 0,0-3-15 0,1 4 0 16,0-4-2-16,0 3 13 0,2-4-24 0,1 5-5 15,0-4-7-15,-4-1 7 0,1 1-2 0,0-5-8 16,-8 1-10-16,4 1 12 0,-7-5-9 0,0-1-6 16,1 2 0-16,-7-1-5 0,2-1 8 15,-6 3 7-15,0-4-20 0,-3 7 18 0,-1-4-7 16,-5 3-6-16,-2 2 13 0,1 2-8 16,-5 1-2-16,-1 1-6 0,-2 1 11 0,2 2-18 15,-5-1 18-15,4-1-1 0,-3 2 4 0,2 1-3 16,1-3-6-16,0 3 11 0,0-2 0 15,0 0-10-15,4-2-3 0,2-2 8 0,-2-1-11 16,3 3 21-16,2-3-10 0,-2 0-5 0,3-1-1 16,1-3-4-16,1 1 0 0,-1-2 9 15,3-1 9-15,-1-2-16 0,-2-1 5 0,3-1 11 16,2 0-11-16,-2-2 3 0,0-1-6 0,-1 1 4 16,3 1 12-16,-2-4-13 0,3 3-2 0,-3-3-1 15,3-3-2-15,-3 8 3 0,3-8-5 16,-1 6-6-16,1-6-5 0,-3 6-10 0,3-6-56 15,-3 5-82-15,3-5-82 0,-7 4-520 0,0-2-66 16,4 0 110-16,3-2 56 0,0 0 72 16,-14-1 61-16</inkml:trace>
  <inkml:trace contextRef="#ctx0" brushRef="#br0" timeOffset="81225.13">14992 4945 719 0,'0'0'286'0,"0"-9"-30"16,0 9-18-16,0-4-33 0,0 4-13 0,0-6-25 16,0 6-19-16,0 0-12 0,0 0-13 0,0 0-8 15,7 16 0-15,-1-5-18 0,-3 3-10 16,1 3-2-16,0 0-8 0,3 7-21 0,-1-2 16 16,-2 2-14-16,5 1-1 0,-1 5-6 0,-1 1 0 15,-1-2-15-15,1 3-3 0,0-3 3 0,-3-1 5 16,2-3-13-16,1 0 3 0,-3-4-6 15,6 0-9-15,-6-2 4 0,2-2-7 0,1-2 18 16,-1 1-18-16,-2-5 10 0,3-2-11 0,0 0-6 16,0-1 9-16,-1-1 11 0,2-1-16 15,-1-4 10-15,2 0 6 0,1-2-31 0,-2 0 2 16,2-2-7-16,0 0-23 0,1 0-36 0,-2-4-36 16,-2 1-21-16,4 1-40 0,-4-3-72 0,-1 0-141 15,1 0-343-15,-1-1 74 0,-5 4 83 16,3-5 30-16</inkml:trace>
  <inkml:trace contextRef="#ctx0" brushRef="#br0" timeOffset="81576.64">14999 5351 847 0,'0'0'312'15,"-11"-1"-71"-15,11 1-24 0,-7-5-15 0,7 5-22 16,-3-4-29-16,3 4-8 0,3-9-20 15,4 3-11-15,0 1-4 0,3 0-3 0,4-2-18 16,0-2-3-16,6 1-22 0,0 0 20 0,1-4-28 16,3 3-8-16,0-1 2 0,-1 0 3 15,8 1-15-15,-3-3-10 0,-1 3-3 0,4-1-5 16,-7 0-8-16,0 3 64 0,0 0-2 0,-7 3-5 16,0-3-9-16,-3 5-12 0,0-3-12 0,-1 3 4 15,-3-3-5-15,1 4-10 0,-4-1 6 16,2 2-19-16,-9 0 15 0,18 2 1 0,-11 4 0 15,3-2-6-15,0 3 3 0,0 2-10 0,0 4 10 16,1-2-13-16,-4 4 11 0,3 2-3 16,-3 1 2-16,3 4-2 0,0-4-5 0,-3 2-8 15,1 1-15-15,-2-2-47 0,1 3-48 16,-1-5-99-16,-5 1-196 0,5-2-380 0,2 0 76 16,-5-5 79-16,3-3 57 0,-5-1 53 0</inkml:trace>
  <inkml:trace contextRef="#ctx0" brushRef="#br0" timeOffset="81742.97">15535 4968 993 0,'0'-2'251'0,"0"2"-36"0,0 0-26 15,0 0-23-15,0 0-58 0,0 0-70 0,0 0-163 16,21 9-477-16,-12-5 14 0,2 3 55 0</inkml:trace>
  <inkml:trace contextRef="#ctx0" brushRef="#br0" timeOffset="82276.14">15826 5288 813 0,'6'16'254'0,"1"0"-24"0,-3-2-22 15,3-3-6-15,-4 1-28 0,1-2-5 0,-1-1-5 16,3 0-29-16,-5-1-4 0,2 2-24 0,0-3 1 15,1 0-8-15,-4-3 30 0,1 3 8 16,2-3-76-16,-3-4-11 0,0 0 5 0,0 0-4 16,0 0 1-16,0 0-4 0,-8-15 2 0,2 5-7 15,2-5-11-15,1-2-7 0,0-1-9 16,2-3 17-16,-2 2 2 0,3-1-1 0,0 1-14 16,0 1-1-16,0 0-4 0,3 4-9 15,1 2 4-15,-1 0-9 0,1 3 14 0,2 2-22 16,2 3 19-16,2-1-5 0,0 5-3 0,1 3-2 15,2-1 4-15,4 5-7 0,-3-1 0 0,3 4 3 16,-4 0 5-16,2-1-6 0,-2 1-4 16,0 1-1-16,-2 1 3 0,-1-1-3 0,0-2-2 15,-3 0 10-15,0-1-2 0,-1 0 7 0,-2-1-5 16,-1-1 8-16,1-1 5 0,0-1-3 16,-4-4-2-16,0 3 0 0,0-3 7 0,0 0-4 15,0 0-6-15,-11-12 0 0,8 4-7 0,-1-5 2 16,-2-1 8-16,2-2 0 0,1-4-8 0,-1 0 5 15,4 3-2-15,0-6-3 0,0 5 8 0,4 1-19 16,-1 0 4-16,1 1 7 0,-1 1-8 16,3 3-2-16,-2 0 0 0,3 0 0 0,3 4 2 15,0 2-9-15,4 0 9 0,-3 4 13 16,2 2 6-16,1 0-11 0,3 5 3 0,0-2 56 16,0 3-8-16,0 2 3 0,4 1 10 0,-4 1-15 15,0 4-16-15,0-3 8 0,0 4-15 16,-3 1-1-16,3 1-17 0,-4-1-43 0,1 1-45 15,-4 0-53-15,0-1-56 0,-5 1-251 0,8 0-369 16,-3-4 54-16,0-1 95 0,-3-10 79 0,0 4 56 16</inkml:trace>
  <inkml:trace contextRef="#ctx0" brushRef="#br0" timeOffset="82909.09">16558 5266 691 0,'0'-6'299'0,"3"-1"44"0,-3 4-43 15,3-5-21-15,1 1-18 0,-1-3-41 0,0 2-18 16,4 0-13-16,0-4-17 0,-3 1-8 16,2 0-13-16,1-3-28 0,-1 3 2 0,-1-4-25 15,1 5-18-15,-5-4 2 0,2 6-15 0,0-3 11 16,0 3-16-16,-2 0-13 0,-1 0 8 16,3 3-21-16,-3 5 11 0,-4-6 2 0,4 6-18 15,0 0 8-15,0 0 3 0,-16 10-24 0,11-2 1 16,-1 2-8-16,-1 2-1 0,1 1 6 15,-1 2-2-15,3-2 4 0,0 2-12 0,-2 0 7 16,6 1-2-16,-3-3-3 0,3 1 0 0,3 0 3 16,0-3-10-16,0 3-6 0,1-4 11 0,3 0 7 15,0-2-12-15,3-1 22 0,1 0-17 16,2-4 7-16,0-1-7 0,5-2 0 16,3-1-1-16,6-4-4 0,-4-2 5 0,5-2 4 0,3-5 6 15,9-6 0-15,-1-4-10 0,-2-1-5 16,-3-1-9-16,-3-4 4 0,-7 7-6 0,-3 3 8 15,-8 3-7-15,0 1-9 0,-2 2 6 16,-1 2-3-16,-6-1 0 0,2 3-12 0,-3 0 14 0,-1 4-17 16,-2-1 16-16,-2 3-9 0,-1-2 11 15,3 6-6-15,-7-6 4 0,1 6 1 16,6 0-6-16,0 0 1 0,-13 10 6 0,8-6-8 0,5 6 5 16,-3 1-7-16,3-1 7 0,3 5-8 15,0 3 14-15,2-1-11 0,2 2 15 0,-1 2 1 16,4 0-6-16,-2-2 8 0,2 4 0 0,0-1 5 15,0-3-7-15,-3 2 7 0,0-3 2 16,-1-2 1-16,-2 0 2 0,-1-3-7 0,1 1 28 16,-4-5-8-16,0 1 2 0,-4 0 14 15,1-2-11-15,-4-1-10 0,0-1 5 0,-3-4 5 16,-4-2 8-16,1 0 2 0,-4-1-7 0,0-6-11 16,-1 0 8-16,-2-3-4 0,3-1-7 0,-1-3-9 15,-1 0-10-15,4 1-34 0,2-4-3 0,5 4-20 16,-1 1-20-16,2 2-46 0,7-1-42 15,0 1-2-15,3 0-81 0,4 1-47 0,1 3-46 16,2-2-259-16,3 0-110 0,1 5 73 0,2-3 70 16,2 4 62-16</inkml:trace>
  <inkml:trace contextRef="#ctx0" brushRef="#br0" timeOffset="83211.06">17207 5147 629 0,'13'-1'156'0,"-3"1"16"16,1-1 2-16,-4-1 77 0,0 1-11 0,3 0-14 15,-3-4-22-15,3 3-22 0,0-4-8 16,-2 3-15-16,1-5-16 0,-2 2-10 0,1 2-15 15,-2-3-13-15,1-1-5 0,-1 0-11 0,1-1-2 16,-4 1 8-16,2-2-13 0,-5 0 0 16,3 1-18-16,-3 0 10 0,0 2-7 0,0 2-11 15,-3-2 6-15,3 0-4 0,0 7-12 0,0-8 3 16,-5 5 7-16,5 3-15 0,0 0-10 16,0 0 2-16,-16 8-5 0,12 1-2 0,-2-1 5 15,1 3-13-15,2-1 12 0,0 3-12 0,0-1 5 16,2 3 3-16,1-1-3 0,0-2-2 0,1 2-9 15,2 2 11-15,0 0-12 0,5-5 9 16,-2 4 8-16,4-3-7 0,0 1-14 0,4-3-2 16,-3 0 11-16,6-3 2 0,0 0-5 0,4-4-8 15,2 1-36-15,-3-3-33 0,5-1-92 16,-1-1-80-16,-3 0-562 0,2-4 7 0,-2-3 87 16,-1-2 69-16,-6 1 49 0,0-3 61 0</inkml:trace>
  <inkml:trace contextRef="#ctx0" brushRef="#br0" timeOffset="83742.61">17688 4945 842 0,'0'0'243'0,"-6"9"-23"16,6-2-26-16,3 3-27 0,0 3-6 0,1-1 21 15,3 3-49-15,-3 2-20 0,2-2-6 0,1 2-12 16,4 1 2-16,-5 0-15 0,1-3-5 0,0 3-13 15,-1-2 0-15,2-2-8 0,-1-1 3 0,-4-1-8 16,3-3-5-16,-2 1-15 0,-1-2 2 16,1-1 31-16,-3 0 10 0,2-4-10 0,-3-3 8 15,0 4-3-15,0-4-15 0,0 0 2 0,0 0-10 16,-8-21 3-16,5 13-11 0,-1-4 65 16,1-4-3-16,-3 1-11 0,5-2-12 0,-5 0-8 15,6 0-5-15,-3 0 3 16,2 0-16-16,1 2 0 0,0 1-10 0,1 0-5 0,-1-1-3 15,3 2-7-15,0 1-8 0,1-1 2 0,2 2 11 16,1 0-26-16,1 0-8 0,1 0 1 0,1 2-14 16,1 1-12-16,-1 0-20 0,3 1-39 15,-2 1-16-15,-1 2-7 0,0 2-8 0,1-3-33 16,-1 3-5-16,0-4-5 0,4 4-11 0,-4-2 4 16,4 0 14-16,-4 3 29 0,0-5 12 0,-3 5 54 15,3 0 28-15,-3-1 44 0,0-2 15 16,-1 4 31-16,-6 0-5 0,11-3-3 0,-7 0 5 15,-4 3-4-15,10-2-6 0,-10 2 5 0,0 0 0 16,14 5 18-16,-11-1 11 0,4 2-16 16,-4 2 17-16,4 2-11 0,0 0-6 0,-3 3 7 15,2 2-20-15,1-2 8 0,-1 4-15 0,-2-2 12 16,3 2-10-16,0 1-7 0,-1-1-9 0,1 4-7 16,-3-5-15-16,3 1-41 0,-4 1-47 15,1-3-42-15,-1 2-88 0,-3-5-156 0,6 1-402 16,-5-2 64-16,2-5 48 0,-3-2 83 15,0 0 56-15</inkml:trace>
  <inkml:trace contextRef="#ctx0" brushRef="#br0" timeOffset="83876.47">18113 4663 570 0,'0'0'123'0,"0"0"-38"0,0 0-83 15,0 0-178-15,0 0-329 0</inkml:trace>
  <inkml:trace contextRef="#ctx0" brushRef="#br0" timeOffset="84508.5">18404 4934 634 0,'6'0'233'0,"-6"0"-18"0,14 0-20 16,-3-5-11-16,-2 4-12 0,1-2-9 15,1-4-27-15,-1 2-8 0,0-1-5 0,1-1-8 16,-4-1-15-16,3-2 5 0,-4-1-10 0,-2 0-16 16,3 1 11-16,-4-4-3 0,-3 4 12 15,0 0-22-15,-3-2 20 0,3 5-15 0,0 1 3 0,-3 0-16 16,3 6-13-16,-8-3 16 0,8 3-21 16,-13 4 0-16,6 3-15 0,-4 3-3 0,2 4 1 15,2-3-1-15,0 4 0 0,0 2-10 0,3-1 0 16,1 1-2-16,0 1 68 0,6 0-2 15,-3 0-10-15,3 1-5 0,4-1-13 0,1-5 0 16,2 3-3-16,3-1 5 0,1-1-20 16,3-3 3-16,3-4-13 0,1-1 2 0,-4-4-5 15,4 0 8-15,3-2-13 0,-4-2 0 0,7-3 10 16,-3-1-5-16,0-5-15 0,1-1 0 16,2-5 15-16,-4 0-20 0,1-4-6 0,-6 1-2 15,1-5-5-15,-4-2-2 0,1-1 14 0,-1 2-7 16,-2-1-2-16,-6 4-1 0,3 4-2 0,-3 2 5 15,-1 1-3-15,-2 3-12 0,-1 3 5 0,2 0 10 16,-2 3-16-16,0 6 4 0,-3 1-4 16,0 0 1-16,0 0 17 0,10 15-7 15,-7-4 3-15,1 3-11 0,-1-1 16 0,5 8-11 16,-2-1 16-16,1 4-6 0,-1-1-7 0,-2 1 8 16,3 1 2-16,0 0 10 0,-4 3-10 0,1-2 0 15,-1-2 11-15,0 1-1 0,0-3 16 0,-3-4-16 16,0 2-64-16,-3-1-7 0,0-4 23 0,0 4 15 15,-1-7 15-15,-5 1-12 0,1-4 28 16,-2 0 12-16,0-7-14 0,-1 4 12 0,-2-6 25 16,0 0-20-16,1-4 11 0,-4 0-19 0,2-5-9 15,1 1 7-15,-2-6-13 0,5 3 36 16,-3-2-18-16,5 1-5 0,-1-2-3 0,5 2 0 16,-2 0 1-16,3 0-11 0,3 2 0 0,0 0-3 15,3-1-14-15,0 3-34 0,1-2-26 16,2 3-33-16,0 0-61 0,2 3-47 0,-1-1-189 15,-1 2-463-15,1 3 112 0,-7 0 55 0,0 0 58 16,7 0 87-16</inkml:trace>
  <inkml:trace contextRef="#ctx0" brushRef="#br0" timeOffset="90175.05">22417 4251 729 0,'0'0'202'0,"0"0"-10"0,13 0-15 16,-13 0-1-16,11-1-37 0,-11 1-9 15,16-4 62-15,-5 4-13 0,2-1-20 0,1-1-23 16,0 1-16-16,3 0-2 0,4-4-8 0,2 5-10 16,1-1-6-16,0-3-14 0,6 2-19 15,1 1 13-15,0-2-17 0,8-1 7 0,1 0-18 16,-2 0-3-16,3 1-2 0,-3 2 0 0,2-5-8 16,-5 3-4-16,6-1 6 0,-10 1-9 15,3 2 0-15,-3-3-1 0,3 2-9 0,-3 0 4 0,3-1 3 16,0 0-10-16,0 1-3 0,0 1 3 15,-3-4 7-15,9 2 6 0,-1-2-5 0,1 2-4 16,-2-3 12-16,-1-1-6 0,5 3-8 16,-2-1 0-16,-2 2 8 0,3-3 3 0,-3-1-11 15,1 3 6-15,-3 0-6 0,2-3 1 0,0 2-14 16,-1-1 8-16,-3-1 13 0,5 3-15 0,-2-2 0 16,-3 3 15-16,3-5-3 0,1 2 6 0,-1-1-8 15,1 3 12-15,0-4-9 0,-1 1-1 16,4 0-4-16,0 0-1 0,-3 2 8 0,2-2-5 15,-2-1 8-15,3 2 4 0,-3 2-17 0,0-3-10 16,3 1 15-16,-4 3-6 0,-2-4 12 16,2 2-12-16,0 1-7 0,1-1 6 0,-3 1-6 15,2-1-3-15,-6 2 6 0,6-1 2 0,-1 0-2 16,0-2 10-16,2 3-8 0,0-2-5 16,-1 2 3-16,3-3 2 0,-1 4-7 0,2-4-1 15,1 3 11-15,-2-1 2 0,1 0 6 0,-1 0-8 16,-1 2-11-16,1 0 6 0,-2-3-8 0,-1 2 15 15,2 2-7-15,-5-3 0 0,6 1-1 16,-2 1-2-16,-7-1 1 0,6-1-6 0,4 1-11 16,-6 0 6-16,2 0 5 0,1-1-2 0,3 0-1 15,-3 0 6-15,2 1-1 0,-2-1 1 16,5 1 4-16,-4 0 1 0,2-2-5 0,2 1 4 16,-1-1-4-16,0 3-6 0,-1-4 14 0,3 3-19 15,-2-4 13-15,-2 6-5 0,1-5 3 16,1 4 2-16,-2-5-13 0,1 5 13 0,1-3 3 15,1 2 5-15,-2-1-26 0,-2 0 18 0,5-2-2 16,-2 3-1-16,-2-2-2 0,4-1-5 0,-2 3 8 16,0 1 9-16,-3-5-4 0,3 1-3 15,-1 3-18-15,-1-1 13 0,-3 0 11 0,2-2-4 16,-2 3-7-16,0-2 5 0,1 1 13 0,1 0-20 16,-2 1 2-16,0-1-64 0,1-1 10 15,5 0 0-15,-7 2 0 0,4-1 8 0,-2 3 8 16,4-3 15-16,2-2 0 0,0 4-3 0,1 1 11 15,2-3-6-15,11-3 21 0,-6 4-7 16,-8 2-3-16,0 0 15 0,-1-4-8 0,2 2 3 16,-6-2 3-16,5 4 9 0,-2-2-14 0,0-1-3 15,-3 0 7-15,3-2-7 0,-5 3-5 0,4-4 13 16,-3 2-11-16,0 1 10 0,-1-4 9 0,4 2-19 16,0 0 13-16,13-2-2 0,-2-2-14 15,-4 3 6-15,-7 2 8 0,-1-2 5 0,-1 1-8 16,0-1 2-16,-3 2 1 0,1-2-1 0,-3 1 8 15,4 2-12-15,-7-2 12 0,5-1-2 16,-7 3-16-16,2-1 6 0,0-1-6 0,6 1 5 16,-3-1 11-16,-3 3-8 0,0-4-3 0,6 2-4 15,0 1 12-15,2-2 0 0,-2-1-8 16,4 3-2-16,-4 0 10 0,2 0 1 0,-2-2-12 16,-6 3 17-16,0-1-4 0,2 3 4 0,-5-2-4 15,0-1-12-15,-1 2 3 0,-7 0 27 0,1-1-25 16,-1 0 0-16,-6 2 3 0,0-1-3 0,1 2 2 15,-7-4 9-15,3 4-14 0,-1-1-5 16,-3 0 8-16,2-1-51 0,-9 2-54 0,8 0-87 16,-8 0-655-16,0 0 79 0,0 0 54 0,-28-4 77 15,4 0 71-15</inkml:trace>
  <inkml:trace contextRef="#ctx0" brushRef="#br0" timeOffset="115321.66">22953 4118 693 0,'0'-5'197'0,"0"5"-10"0,-3-9-3 0,3 6-15 15,0 3-2-15,-1-9-24 0,-2 5 6 0,0 0-14 16,3 4 6-16,-3-9-85 0,3 5 3 16,0 4 8-16,-3-8 2 0,3 8-5 0,-1-4 0 15,1 4-5-15,-3-6 0 0,3 6 5 0,-3-3-11 16,3 3-1-16,-4-5-27 0,4 5-4 16,0 0-3-16,0 0-3 0,0 0-2 0,0 0 2 15,4 22 5-15,-1-11-2 0,0 3 8 0,1 4-8 16,-1 0 15-16,4 5 44 0,-1 1-5 15,2 1-6-15,-1 0 3 0,2 0-15 0,-2 0-8 16,4 1 0-16,-4 1-5 0,3-2 3 0,0-3-11 16,-3 3 5-16,0-4-7 0,2 1-3 0,-1 1-33 15,-4-4-61-15,2-1-114 0,-3 0-224 16,-2 3-364-16,2-4 110 0,-3-5 41 16,-3 1 64-16</inkml:trace>
  <inkml:trace contextRef="#ctx0" brushRef="#br0" timeOffset="115722.37">22807 4932 609 0,'-4'4'181'0,"4"-4"-32"0,0 0-24 0,0 0 16 16,0 0-44-16,0 0-4 0,0 0 9 15,0 0-18-15,0 6-9 0,0-6 7 0,0 0-16 16,0 0 26-16,0 0-46 0,0 0-5 0,0 0-15 16,0 0-31-16,0 0-113 0,0 0-128 15,13-1-381-15,-13 1 92 0</inkml:trace>
  <inkml:trace contextRef="#ctx0" brushRef="#br0" timeOffset="123203.71">23011 4120 345 0,'0'0'161'15,"-6"5"-20"-15,6-5 8 0,0 0-14 0,-4 3 1 16,4-3 2-16,0 0 0 0,-6 6 6 0,6-6-9 16,0 0 27-16,0 0-88 0,-4 1 15 15,4-1 1-15,0 0 0 0,0 0-8 0,0 0-1 16,0 0 14-16,-10-9-21 0,9 4 3 0,-2 1-10 16,0-4-8-16,0-1 69 0,-1-3-6 15,1 2-14-15,-1-5-11 0,-3-3-7 0,4 1-13 16,-4-5-3-16,1 0-15 0,-1-9 0 0,-1-1-6 15,2 2 4-15,-1-7-14 0,-3-8-10 16,-1-3-2-16,5 8 8 0,-4 7-1 0,2 1-10 16,1 1 0-16,-3 1 16 0,1 2-6 0,-2 0 8 15,4 6 11-15,-3 1-11 0,-1 2 25 16,4 1-14-16,-2 2-16 0,5 2 17 0,-4 2-19 16,2 4-8-16,3-5 7 0,-1 5-20 0,1 4 5 15,-3-3-3-15,5 5-4 0,1 2 7 0,-7-4-8 16,7 4 6-16,0 0-9 0,-10 8-9 15,10-2 10-15,0-6-13 0,-3 11 23 0,3-5-10 16,3 2-6-16,-3-1 3 0,3 1-10 0,-3-4 0 16,4 3-12-16,-4-1 7 0,3 2-11 15,4-5 6-15,-6 3-3 0,5-2 3 0,-2-3 7 16,-4-1-4-16,12 3-1 0,-4-3 5 0,-8 0 3 16,13-4 6-16,-9 0-14 0,3-2 13 15,0 3-2-15,-1-5-9 0,-2-3 19 0,-1 1-18 16,-3-1 8-16,3 1-3 0,-6-4 7 0,3 3-7 15,-3-1 8-15,3 1-13 0,-3 1-3 0,1 2 26 16,0 0-10-16,-1 2-16 0,0-1 8 0,-1 3 3 16,0-1-1-16,-2 3-4 0,6 2 9 15,-10-1-4-15,10 1 5 0,0 0-8 0,-15 5-5 16,9-1 10-16,2-1-10 0,-2 1-3 0,3-1 8 16,-1 2-8-16,0-3-2 0,4-2 2 15,-7 7-10-15,7-7 0 0,-3 4 1 0,3-4 4 16,-3 4 5-16,3-4-12 0,0 0 7 0,0 0 10 15,0 0-4-15,0 0 4 0,0 0-2 0,0 0 0 16,21-11 7-16,-15 7-9 0,-2-2-1 16,-1 4-15-16,0-4 5 0,2 3-26 0,-4-1-20 15,0 0-35-15,-1 4-93 0,4-2-67 0,-4 2-30 16,0 0-456-16,0 0 33 0,0 0 67 0,0 0 59 16,0 0 72-16</inkml:trace>
  <inkml:trace contextRef="#ctx0" brushRef="#br0" timeOffset="124304.04">22724 4897 1021 0,'0'0'317'16,"0"0"-86"-16,0 0-9 0,4 3-25 0,-4-3-17 16,0 0-22-16,0 0-17 0,13-8-8 0,-6 2-18 15,-3 2-7-15,3-3-21 0,-1-1-3 16,0-2-2-16,-1-2-15 0,1 1 2 0,-5-6-28 16,5 3 20-16,-6-1-12 0,0 2 0 0,3-1-16 15,-6 3 10-15,3-1-4 0,0 2-1 16,0 0-5-16,-3 2 3 0,0 1-5 0,-1 4 2 15,1-4-20-15,-2 6 13 0,5 1 7 0,0 0-25 16,-19 3 12-16,12 2-7 0,-4 4-8 16,4-1 3-16,-2 3-1 0,1 3 4 0,1 0 7 15,1 1-16-15,2 0 1 0,-2 0-3 0,6 2 0 16,-3-1 10-16,3 0-5 0,3 0 3 0,-3 0-6 16,6-2 8-16,-2 1-15 0,3 0 0 0,-1-3 8 15,5 0-1-15,-1-1-14 0,4-2 1 16,0-1-22-16,3-2 0 0,-1-4-16 0,-1 4 18 15,1-6-20-15,2 0-15 0,-5 0 25 0,4 0-8 16,-3-4 3-16,0 2 8 0,-1 1 9 16,-3 0 14-16,1-4-3 0,-1 4 23 0,-3-1 6 15,-1 1-11-15,-6 1 0 0,15-3 10 0,-12 2-3 16,-3 1 4-16,0 0-4 0,13 4-7 16,-9-1 5-16,-4 3-5 0,0-6 24 0,0 11-7 15,3-3-11-15,-3-1 6 0,0 0 4 0,1 1-14 16,-1 1 3-16,3-1-2 0,-3 1 10 0,3 0-3 15,1-2 0-15,2 2 13 0,-2-1-12 0,3-4 1 16,-3 3 9-16,5-1-3 0,1-3 7 16,1 2-7-16,-1-3-5 0,3-2 5 0,1 0 8 15,0 0-19-15,0-2 6 0,-4-3 0 0,4 1 10 16,-4-4-5-16,0-2-13 0,1 0 26 16,-4-1-16-16,-1 0-12 0,-2 2 32 0,-1 0-4 15,-3-2 10-15,0 1-21 0,-3 3 24 0,2 0-3 16,-5 1-15-16,-1 0 7 0,-4 0 0 15,-2 2-12-15,3 1-1 0,-4 1-10 0,-2 2-7 16,1 0 12-16,2 0-15 0,-4 5-10 16,0-2-46-16,3 1-42 0,1 0-86 0,-2 5-200 0,8-1-422 15,1-2 81-15,-1 2 63 0,3-4 55 16,4 0 69-16</inkml:trace>
  <inkml:trace contextRef="#ctx0" brushRef="#br0" timeOffset="125220.71">23787 4038 793 0,'-3'-4'246'0,"3"-2"-24"0,0 6-24 15,-2-8-24-15,2 5-41 0,0 3-10 16,0 0-8-16,-2-6-18 0,2 6 0 0,0 0-15 15,0 0-2-15,7 17-14 0,0-4-2 16,-3-1-5-16,2 3-5 0,-2 2-1 0,3 2 9 16,3 2-26-16,-3-3-8 0,0 5 69 0,-1-4-10 15,2-1 0-15,-5-1-13 0,4-1-12 0,-4-1-1 16,4 1 3-16,-4-5-15 0,0-1-3 16,2 2 5-16,-2-3 0 0,-3-1 13 0,3 0 5 15,0-4 16-15,-2 2-13 0,-1-6 4 0,3 1-19 16,-3-1-4-16,0 0 6 0,0 0-13 0,0 0-10 15,-4-25 3-15,-2 10 12 0,3 0-23 16,-2-3 18-16,-1-3-5 0,-1 0-5 0,1 3-5 16,2-1-3-16,-3 2 5 0,3 3-10 15,1 2-5-15,-1-1-5 0,1 2-21 0,0 4-15 16,0 0-36-16,2 4 8 0,1 3-39 0,0 0-30 16,0 0-51-16,-10 9-178 0,13-2-449 0,1 5 35 15,-2 1 113-15,0 2 54 0,1 0 63 16</inkml:trace>
  <inkml:trace contextRef="#ctx0" brushRef="#br0" timeOffset="125737.45">24061 5007 959 0,'0'6'302'0,"0"-6"-25"0,0 0-16 15,0 0-33-15,0 0-23 0,0 0-13 0,0 0-21 16,0 0-25-16,6-17-18 0,-6 7-13 0,0 0 8 16,0-5-21-16,0 0-12 0,-3-3-3 15,3-1-10-15,-3-4 5 0,-1 0-8 0,4 3 3 16,-3 2 10-16,0-3 7 0,1 5-9 0,-3 0-8 15,2 4 10-15,0-1-23 0,3 2 5 16,-2 3-5-16,-1-2-10 0,3 3-8 0,-3 5-3 16,3 2 1-16,-3-6-14 0,3 6 1 15,0 0-8-15,0 0 3 0,0 22 4 0,0-11-4 0,3 3 0 16,0 3-3-16,0 1-5 0,2 6-6 16,-2 1 9-16,3 0-8 0,-2 0-72 15,2 0 2-15,-2 0 22 0,3 0-6 0,-3 0-8 16,2-2 11-16,-2-2 4 0,2 1 6 0,-2-5 0 15,-1 0 10-15,1-4 5 0,0-1-12 0,-1-1 20 16,0 1-3-16,0-3 8 0,-2-3 3 0,-1 0 9 16,0 0 1-16,0-6 8 0,0 0-1 15,0 0-5-15,0 0-22 0,-4-23 2 0,1 12-26 16,-1-5 0-16,-3-1-5 0,3 0-7 0,-2 1-36 16,0 0-29-16,2 1-38 0,-2-2-48 15,-2 1-103-15,5-1-479 0,-1 2 82 0,-2-1 21 16,4 1 87-16,-3-1 79 0</inkml:trace>
  <inkml:trace contextRef="#ctx0" brushRef="#br0" timeOffset="127004.42">23832 3995 824 0,'-7'-11'222'0,"0"-5"-19"0,4 4-11 0,-1-1 2 15,-2 4-20-15,2-7 3 0,-2 1-95 16,1 0 10-16,-1 2-8 0,-1-3-4 0,1-1-1 16,2 0-5-16,-2 1-7 0,-2-4 68 0,5 6-9 15,-4-9-8-15,2 5-21 0,-3-3 0 16,3 0-12-16,-1 4-6 0,2 1 0 0,-2-7-10 16,-1 4 1-16,0-2-12 0,4 2-1 0,-1 1-6 15,-2 1-8-15,2 0 4 0,1 1 1 16,-1-1-4-16,0 2-11 0,1 5-10 0,0-4 5 15,-1 3 3-15,1 3-3 0,3-5-5 0,-3 5-13 16,0-1 16-16,3 1-3 0,-1 1-18 0,-2 2 16 16,3-2-9-16,-3 1-4 0,3 2 0 0,-3 0-1 15,3 4 9-15,-2-9-6 0,2 9 8 16,-3-4-5-16,3 4-13 0,0-8 0 0,0 8-11 16,0 0 11-16,0 0 3 0,-6-3-11 15,6 3 19-15,0 0-11 0,0 0 7 0,0 0-4 16,0 0-1-16,-4 14 1 0,4-8-11 0,0-6 19 15,-3 8-11-15,3 0 7 0,0-4-12 16,0 5 5-16,0-3-2 0,3 2-1 0,-3 0 3 16,3-1-13-16,-2 1 5 0,-1 1 8 0,3-1-17 15,0-4 6-15,2 4 6 0,-2-1 10 0,0-1-7 16,1-2-3-16,-1 2 2 0,0-2 3 0,0 0 0 16,1-1 0-16,-4-3-2 0,11 1 7 15,-11-1-5-15,9 0 2 0,-9 0 8 0,7-4 3 16,-4-2 0-16,-2 2-3 0,2-1 8 0,-3-2-13 15,0-2-2-15,0 1 5 0,0-2-1 16,-3-1 6-16,3-1-10 0,-4 0 22 0,1 0-17 16,0 2 5-16,-1 1 10 0,-2 0-11 0,5 0 12 15,-6 2-17-15,4 1 9 0,2 3-9 16,1 3-7-16,-9-2 13 0,9 2-10 0,0 0 9 16,-13 8-4-16,8-4-5 0,2 4-8 0,3-1 10 15,0 1 2-15,0 0-2 0,0 0-10 16,6 1 3-16,-1-2-8 0,1 2-6 0,1-2-4 15,3-3 7-15,1 2 5 0,-1 1 3 0,0-5-5 16,4 0 2-16,-1 2-5 0,1-4 8 0,-1-3-2 16,-1 2-6-16,-2 1 13 0,2-4 0 0,-5-1 13 15,4 1-16-15,-7-3 6 0,5 2 4 16,-5-4-9-16,-1 5 9 0,-3-4-2 0,0 2-7 16,4-1-1-16,-4 7-2 0,-4-9-15 15,1 6-16-15,3 3-25 0,-4-4-14 0,4 4-14 16,0 0-21-16,-13 8-49 0,13-2-125 0,-3 5-487 15,3 1 24-15,0 1 99 0,6 5 67 0,-2 1 49 16</inkml:trace>
  <inkml:trace contextRef="#ctx0" brushRef="#br0" timeOffset="127604.05">24738 3636 993 0,'0'0'345'0,"-1"-7"-38"0,1 7-35 15,-3-3-32-15,3 3-30 0,0 0-25 16,0 0-17-16,-3 16-9 0,6-6-33 0,-3 2-9 16,3 2-14-16,-2 4-11 0,-1 0 13 0,3 3-28 15,0 3-1-15,2 1 4 0,1-5-21 16,-1 4 5-16,-3 1-18 0,4-2 0 0,-2 1 2 16,3-4-9-16,0-2-16 0,-4 0 15 0,1-3-7 15,-1 2 7-15,3-4-7 0,-3-1 0 16,-2 0-11-16,3-3 21 0,-1-1-2 0,-3-4 4 15,3 0-2-15,-3-4-15 0,0 0-1 0,0 0 6 16,0 0 5-16,-10-21-16 0,3 9 6 0,1-2 2 16,-1-3-10-16,3-1-3 0,-3 3 1 0,0 0 2 15,1-2-3-15,2 5-5 0,-2-1 6 16,2 5-40-16,0-2-34 0,1 0-50 0,0 5-10 16,-1 2-15-16,4 3-28 0,0 0-85 0,0 0-225 15,0 11-332-15,0-1 114 0,3 2 52 16,-2 5 74-16,2 1 53 0</inkml:trace>
  <inkml:trace contextRef="#ctx0" brushRef="#br0" timeOffset="128004.45">24881 4434 1008 0,'2'-6'381'0,"-1"-1"-48"0,-1 7-95 0,4-8-13 16,-1 5-38-16,1-1-20 0,3 1-21 0,-7 3-8 16,13 0-18-16,-13 0-7 0,18 6-13 0,-8-4-6 15,-3 4-19-15,3-2 6 0,2 3-9 16,-4 3 0-16,-1 2-18 0,1 1 2 0,-5 2-10 16,3 0-3-16,-5 2-7 0,-1 1 5 0,0-1-10 15,-1-1 5-15,-2 1-3 0,0 0-5 0,-1-1 0 16,-3-1 3-16,4 0-18 0,-4-3 12 15,4 1 9-15,2-4-11 0,-5 1 2 0,3-2-7 16,-1 0 8-16,4 0-11 0,-1-1 11 0,-2-3 2 16,3 1-8-16,0-5 21 0,0 0-10 15,11 1-5-15,-11-1 10 0,16-10-21 0,-4 0 13 16,1-1-18-16,0 0 6 0,5-5-3 0,-1 2 7 16,0-2-5-16,3 3 1 0,-6-3-14 15,3-1-4-15,-3 1-24 0,0 0-23 0,-4-2-73 16,0 4-63-16,-3-3-147 0,-3 3-500 0,-4 1 89 15,0-3 68-15,-4-1 63 0,-4 0 56 0</inkml:trace>
  <inkml:trace contextRef="#ctx0" brushRef="#br0" timeOffset="128853.63">24771 3600 655 0,'-3'-8'238'16,"3"-3"-15"-16,-3 5-11 0,3-6-17 0,-3 1-21 15,2 1-3-15,-2-3-28 0,0 2-12 16,-3-3-8-16,5-1 0 0,-6 1-16 0,4-2-4 16,-4-1-6-16,0-4-13 0,1 2-7 0,-5 1 8 15,1-5-6-15,0 1-13 0,-4-3-12 16,1-1 8-16,1 1-14 0,-4-3-2 0,2 2-2 16,0-6 12-16,0 5 62 0,-6-12-18 0,0 3-16 15,6 0-4-15,-7-1-14 0,4 4-10 16,4 3 3-16,3-1-2 0,-8-10 7 0,5 9-16 15,2 3-9-15,-2 0-6 0,3 0 0 0,-4 2-5 16,7 6 1-16,-3 0-6 0,-1 3-3 0,3-1 6 16,0 4-8-16,0 2 7 0,2 1-15 15,-1 2-7-15,3 1 15 0,-2 2-8 0,3 2-2 16,-5 3-6-16,8 2-7 0,0 0 15 0,-13 6-4 16,6 2-4-16,4-2-12 0,-1 5 18 15,3-1-19-15,-2 1 6 0,3 1-15 0,0 0 7 16,3-1 0-16,-2-1 5 0,6 0 1 0,-3 0-14 15,-1-1-4-15,4-2 9 0,-1 1 1 16,2-2 12-16,-2-1-2 0,1 0 5 0,0-3-5 16,-1-1 3-16,-6-1 7 0,17-1 0 0,-10-1 3 15,0-3-6-15,1 0-10 0,-2-1 24 0,1-3-3 16,-4 0-6-16,3-2 1 0,-5-1 2 16,-1-3-17-16,0 0 12 0,0-1 7 0,-2-1-4 15,-3-1 7-15,-1 1 3 0,-1 0-18 0,0 1-5 16,-4 4 8-16,5-1 2 0,-4 6-2 0,-1 1 7 15,1 2-3-15,-3 4-7 0,2 0 3 16,-2 5-6-16,2 0 6 0,-1 2 2 0,1 1-7 16,0 0-4-16,4 1-9 0,0-1 15 0,4 0-8 15,0 2-2-15,2-3 0 0,1 3-5 16,1 0-16-16,2 0-33 0,4-3-46 0,3 4-69 16,4-2-226-16,2 1-378 0,5-2 35 0,-3-1 62 15,2 0 82-15,0-3 57 0</inkml:trace>
  <inkml:trace contextRef="#ctx0" brushRef="#br0" timeOffset="130236.93">26054 4354 967 0,'0'0'225'0,"0"0"-20"0,0 0-8 16,0 0-41-16,0 0-12 0,0 0 2 0,0 0-16 16,13 5-12-16,-5-5-29 0,-8 0-48 15,20 0-102-15,-3 0-464 0,0 0-94 0,4 0 22 0,2-3 57 16</inkml:trace>
  <inkml:trace contextRef="#ctx0" brushRef="#br0" timeOffset="130420.43">26839 4291 1069 0,'8'-5'336'0,"-1"3"-32"0,3-4-81 16,1 4-57-16,2-3-68 0,5 2-101 0,-2-2-173 16,2 3-472-16,4 0 67 0,-4-3 33 15</inkml:trace>
  <inkml:trace contextRef="#ctx0" brushRef="#br0" timeOffset="130554.23">27485 4192 778 0,'18'-1'225'16,"-3"-2"-38"-16,4 1-72 0,-4 2-189 0,1 0-474 15,0-1 39-15</inkml:trace>
  <inkml:trace contextRef="#ctx0" brushRef="#br0" timeOffset="130704.03">27989 4128 1072 0,'7'-3'343'0,"-7"3"-38"15,0 0-62-15,9-4-36 0,-9 4-48 0,8 0-75 16,-8 0-132-16,10 4-626 0,-3-4 17 0,-7 0 127 16,14 1 31-16</inkml:trace>
  <inkml:trace contextRef="#ctx0" brushRef="#br0" timeOffset="131270.29">29252 3306 726 0,'0'0'313'0,"0"0"-44"0,0-6-31 15,0 6-46-15,0 0-16 0,0 0-7 0,0 0-23 16,0 0-8-16,11 13-10 0,-7-1-15 0,-1-1 10 16,5 4-29-16,-1 3-9 0,-1 1-19 15,1 4 11-15,3 1-28 0,-3 4 12 0,0 1-30 16,0 0-16-16,3 1-81 0,-3 3-98 15,0-4-351-15,-1 1-178 0,2 2 68 0,-2-7 39 16,-2-4 69-16</inkml:trace>
  <inkml:trace contextRef="#ctx0" brushRef="#br0" timeOffset="131886.81">29229 4134 895 0,'0'0'259'16,"0"0"-26"-16,0 0-21 0,0 0-17 0,0 0-31 15,0 0-16-15,-6 16-2 0,6-13-31 16,0 5-2-16,0-1-21 0,0 1-5 0,0 0-10 0,0-1 2 15,0-2-10-15,0 2-5 0,3 0-7 16,-3 0-14-16,0-3 8 0,0 1-12 0,0-5-1 16,0 8-7-16,0-8 2 0,3 8 21 0,-2-7-6 15,-1-1-12-15,3 3 3 0,-3-3-1 16,11 0-20-16,-11 0 5 0,0 0 0 0,19-4-2 16,-15 4-1-16,4-1-5 0,1-4 11 0,-9 5-16 15,14 0-2-15,-4 0 2 0,-3-1-7 16,-7 1 2-16,17 1-3 0,-7 1 11 0,0 2-15 15,-3-1-1-15,4 2 18 0,-1-2-15 0,-3 3 67 16,3-2 7-16,-3 4-12 0,0-1-6 0,1 0-7 16,-6 1-14-16,7 2 14 0,-7-3-11 15,1 1 1-15,0 2-19 0,-1-2 11 0,-2 2 2 16,-5-2 6-16,2 4-6 0,1-3-5 0,-7 0 13 16,2-1-10-16,0 0 5 0,-3-2-8 15,-2 1 5-15,0 1-7 0,-2-3-6 0,-2 0-10 16,2-1-45-16,3-3-19 0,-6 1-72 0,1-4-71 15,1 2-187-15,2-2-422 0,-4-6 56 16,3-1 79-16,1-2 72 0,2-2 41 0</inkml:trace>
  <inkml:trace contextRef="#ctx0" brushRef="#br0" timeOffset="132086.43">29196 4162 831 0,'0'0'305'0,"3"-3"-34"0,0-3-10 0,2 3-48 16,1-1-19-16,1 0-7 0,-1 0-15 0,4 0-14 16,4-1-14-16,-1 1-26 0,2-1-3 15,-2 1-33-15,5-3-21 0,-2 2-58 0,2 2-44 16,2-2-90-16,0 1-122 0,1 0-459 0,-4 0 70 16,7-5 89-16,-3 1 31 0</inkml:trace>
  <inkml:trace contextRef="#ctx0" brushRef="#br0" timeOffset="132253.09">29722 3906 824 0,'0'0'279'0,"0"0"-13"0,0 0-31 15,6 19-4-15,-4-10-32 0,-2 2-17 0,2 5-3 16,-2 1-94-16,4 1-8 0,-1 3-6 0,1 3-7 16,-1-2-2-16,2 1-9 0,-3 1-4 15,1 0-3-15,4 1 54 0,-3-5-39 0,2 4-50 16,-2-2-111-16,-1-1-594 0,2 0 6 15,-4-4 91-15,-1-5 47 0</inkml:trace>
  <inkml:trace contextRef="#ctx0" brushRef="#br0" timeOffset="135836.14">29568 4754 744 0,'0'-7'223'15,"0"7"-18"-15,0-5-13 0,0 5-26 0,0 0-7 16,0-7-31-16,0 7-18 0,0 0-13 0,0 0 3 16,0-6-21-16,0 6-15 0,0 0-10 15,0 0 5-15,0 0 0 0,0 0-10 0,0 0 4 16,14 13-30-16,-14-8 13 0,3-1 8 0,-3-4-21 15,0 10 25-15,0-4-9 0,-3-2-3 16,-1 1 10-16,4 1-8 0,-3-2 3 0,1 2 2 16,-3-2 4-16,1 0-14 0,1-1 5 0,-3 3 3 15,6-6-10-15,-4 4 5 0,-3 0 0 16,7-4 2-16,-4 1 0 0,4-1-7 0,0 0 13 16,0 0-11-16,0 0 3 0,-13-8-3 0,10 2 3 15,0-1-8-15,2 2-10 0,-1-2 8 0,2 0-1 16,0-1-4-16,0-1 2 0,0 1-3 15,2 1 3-15,-1 2 5 0,-1-2-23 0,3 1 1 16,0-1-1-16,1 3 5 0,-1-2 3 0,0 4-13 16,1-3 5-16,2 4-5 0,-6 1-13 15,14-2 18-15,-14 2-2 0,14 2 4 0,-7-1 6 16,0 4-18-16,-1-3-5 0,-2 3 7 0,2-1 13 16,-2 1 6-16,0-1-11 0,-4 2-2 15,0 1 9-15,0 1-19 0,0-4 12 0,-5 3 13 0,-1 2 51 16,2-3 10-16,-5 0-5 0,5-2-2 15,-3 2-5-15,2-2-9 0,-3 0-4 0,4-1 0 16,-2 1 18-16,6-4-42 0,-11 3 14 0,11-3-16 16,-7 1 3-16,7-1-16 0,0 0-40 15,-13-2-11-15,13 2-110 0,-4-6-223 0,2 3-463 16,2-2 39-16,0 5 120 0,2-10 66 0,-2 3 46 16,0 0 67-16</inkml:trace>
  <inkml:trace contextRef="#ctx0" brushRef="#br0" timeOffset="142919.57">24590 6641 437 0,'0'0'141'15,"0"0"-28"-15,0 0 9 0,0 0-19 16,0 0-19-16,0 0-2 0,0 0 8 0,0 0 5 15,0 0-8-15,0 0-8 0,0 0 0 16,0 0 11-16,0 0-3 0,4 7-13 0,-4-7 8 16,0 0-3-16,0 0-10 0,1 6-2 0,-1-6 12 15,0 6-15-15,0-6 16 0,3 3 4 0,-3-3-10 16,3 4 16-16,-3-4-13 0,4 4 0 16,-4-4-3-16,3 4-8 0,-3-4 4 0,7 1 6 15,-7-1-22-15,0 0 5 0,14 0-3 0,-14 0-2 16,13-1-69-16,-7-3-1 0,2 1-7 15,-1 1 3-15,3-3-1 0,0 3 11 0,1-6-8 16,-1 3 3-16,3 0 35 0,-2-4-17 0,-1 2-1 16,1-1-12-16,2 0 5 0,-3-3 8 15,0 1-3-15,-3 0 7 0,0 0 11 0,2 1-2 16,-4-2-1-16,2-2 0 0,-4 1-5 0,3 0 11 16,-5 1-3-16,2-3-3 0,0 3-2 0,-3-3 8 15,0 3 4-15,3-3-7 0,-3 4 2 16,-3 1 1-16,3 1-1 0,-3-3-7 0,3 4 3 15,-3 0-4-15,3 1-1 0,-4-1-4 16,1 3-7-16,0-2 3 0,3 6 2 0,-11-2 0 16,4 2 13-16,7 0-13 0,-16 1 0 0,5 0 8 15,1 5 2-15,3 0-20 0,-4-1-5 0,-2 3 8 16,3 4 2-16,-1-1 5 0,4 1-8 16,-2 3 65-16,-2 2 2 0,4-1-1 0,0 3-16 15,1 2-12-15,-1-2 9 0,0 3 2 0,6-3 0 16,-2 3-5-16,3-2-15 0,0 3-6 0,0-4 6 15,3 4-6-15,-2 1 8 0,6-3-15 16,-3 0 10-16,5-2 3 0,-2 2-16 0,4-3 8 16,-4-3-8-16,6-1 3 0,-2-1 10 15,2-2-13-15,0 1 3 0,1-4 5 0,-1-2-3 16,-1 1 3-16,4-1-10 0,-2-5 5 0,-1 2-11 16,1-1 11-16,-3-2 2 0,2 0 1 15,-2-4-9-15,2 2 11 0,-3 0-13 0,1-3-5 0,-1-1 13 16,0 2-10-16,0-2-11 0,-3 3-5 15,0-3-28-15,-1 3-38 0,-1-1-69 0,1 1-47 16,-6 3-51-16,7-2-17 0,-7 2-75 0,6 2-417 16,-6-2 71-16,4 3 65 0,-4-3 56 15</inkml:trace>
  <inkml:trace contextRef="#ctx0" brushRef="#br0" timeOffset="145218.31">25230 6782 547 0,'0'0'241'0,"0"0"-11"0,0-7-7 0,0 7-23 15,0 0-24-15,-3-7-20 0,3 7-7 16,0 0-19-16,0 0-22 0,0 0-8 0,-4-2-18 16,4 2-8-16,0 0 8 0,0 0-11 0,-3 18 4 15,3-10-16-15,-3 3-16 0,3 1 1 16,0 1 2-16,0 1 2 0,0 4 3 0,0 0 16 16,0 0 48-16,3 3-15 0,-3-4 0 0,3 2-23 15,1-3-1-15,-1 5-1 0,0-4-16 0,5 1 5 16,-2-1-6-16,-2 0 1 0,2-2-10 15,1-3 0-15,1 3-6 0,-2-1 1 0,1-4-11 16,-1 1 5-16,1-3 6 0,1 1-19 0,-2-3 14 16,1 1-6-16,1-5 8 0,1 1 2 15,-2 1-12-15,3-4 5 0,-10 0 0 0,17-1-16 16,-7-2-4-16,-3-1-29 0,4 2-23 0,-4-3-61 16,4-1-41-16,-6 2-116 0,3-4-542 15,-5 0 41-15,0-1 79 0,1-1 54 0,-4-2 85 0</inkml:trace>
  <inkml:trace contextRef="#ctx0" brushRef="#br0" timeOffset="145402.46">25340 6450 793 0,'0'0'202'0,"0"-8"-64"0,0 8-71 0,0 0-39 0,0 0-74 16,-1-6-161-16,1 6-351 0</inkml:trace>
  <inkml:trace contextRef="#ctx0" brushRef="#br0" timeOffset="146018.34">26656 6284 852 0,'-5'-5'287'0,"5"5"-26"0,-13 0-31 16,4 5-20-16,-2-3-18 0,1 4-18 15,-3 3-15-15,2 0-13 0,0 2-13 0,-1 2-21 16,1-1-12-16,1 2-10 0,-1 1-3 0,4-2-5 16,2 2-21-16,0-1 1 0,2-3 63 0,0 3-7 15,3-3-24-15,3 2-1 0,0-3-19 0,3 0 5 16,-2-2-7-16,3 1-3 0,3-2-5 16,-3 0-8-16,3-5-2 0,1 2-8 0,-1-2-8 15,0-2-12-15,-2 0 5 0,4-6 2 0,-3 4-5 16,0-5 8-16,-2 0-10 0,0-2-1 15,-1 0 1-15,0 0-3 0,-1 0-3 0,1-1 8 16,-2 1-12-16,-1 2-3 0,0 0 2 16,-2 1-5-16,2 1 3 0,-3 0 2 0,0 5 1 15,0 0-1-15,0 0 11 0,0 0-11 0,0 0-2 16,0 0-3-16,0 0 0 0,0 0 1 0,7 18-1 16,-7-13-13-16,4 2 11 0,-1-2-13 15,0 1 7-15,1 1 1 0,2-2-18 0,-2 0-8 16,2-2-16-16,5 2-27 0,-1-3-50 0,0 0-30 15,4 1-107-15,-1-6-133 0,2 1-413 0,-2 0 18 16,5-3 118-16,-5 1 34 0,4-5 71 16</inkml:trace>
  <inkml:trace contextRef="#ctx0" brushRef="#br0" timeOffset="146335.12">27035 6393 583 0,'3'8'192'0,"-3"0"0"16,1 0-8-16,-1 0-12 0,3 1-19 15,-6-2-76-15,6 2 3 0,-3-2-9 0,0-1 9 16,-3 0-4-16,3 1 96 0,0-1 15 0,0-6-3 16,-1 6-10-16,-2-2-15 0,3-4-3 0,0 0-41 15,0 0-2-15,0 0-1 0,0 0-4 16,-18-14-8-16,12 7 0 0,3-3-13 0,1 0-11 16,-3 0-12-16,5-6-10 0,-3 1-8 0,3-1 5 15,0 4 1-15,0-3-14 0,3 1 8 16,0 3-10-16,0-2-8 0,-2 3-18 0,5 2 8 15,-3 1-5-15,1 3 0 0,4 2 2 0,-2-2 1 16,-6 4-11-16,13 0 5 0,-13 0-5 0,18 6 8 16,-8-3 7-16,-3 3-7 0,6-2 2 15,-3 2-17-15,2 3-31 0,0-2-19 0,-1 2-60 16,0 0-98-16,2 1-596 0,0 2 27 0,1-3 101 16,-4-1 64-16,1 0 89 0</inkml:trace>
  <inkml:trace contextRef="#ctx0" brushRef="#br0" timeOffset="146835.12">27685 6242 913 0,'-4'-6'374'0,"1"4"-39"16,-2 0-20-16,-4-2-36 0,9 4-38 0,-17 1-31 16,6 4-16-16,3-3-7 0,-7 5-21 15,1 3-22-15,4-2-11 0,-4 4-15 0,1 0-11 16,3 1-12-16,-1-1-8 0,1 3-5 0,3-4-8 16,1 3-13-16,1-3-9 0,2 3-6 0,3-3-10 15,0 3 2-15,3-4-12 0,0-2 2 0,2 2-8 16,4-2-7-16,-2-1-5 0,3 0 4 15,1-4 14-15,-1-3-28 0,0 0-1 0,4 0-7 16,-1-3-6-16,2-4 9 0,-5 0-1 0,4-1-7 16,-4-3-1-16,0-3-14 15,1-3 9-15,-5-1 3 0,1-4-7 0,-1-1 7 0,-5-2 7 16,2-4-1-16,-3 2-4 0,0-4 14 16,-3 4-9-16,3-7 6 0,-1 5 13 0,-2 2 13 15,0 2 12-15,0 6 0 0,2 3-5 0,-2-1-18 16,3 3 8-16,-3 4 0 0,0 3-10 0,2 5 2 15,1 2 3-15,0 0 5 0,0 0-5 0,-12 14-3 16,7-3-2-16,5 0-8 0,-3 4 0 16,3 3 15-16,3-2-7 0,-3 6-6 0,5-2 1 15,-3 5-8-15,8-1-23 0,-3 1-39 0,3 1-69 16,4-1-92-16,0 2-509 0,6-4-72 0,-3 2 98 16,4-4 73-16,-1-7 50 0</inkml:trace>
  <inkml:trace contextRef="#ctx0" brushRef="#br0" timeOffset="147335.13">28536 6317 847 0,'0'0'271'0,"5"-6"-25"0,-4 4-21 0,-1 2-7 16,4-9-39-16,-4 3-3 0,5 3 1 0,-4-4-82 16,0-1-1-16,2-1-12 0,0 1-5 0,0-3-5 15,-2-2 10-15,3 1-13 0,-4-2-10 16,0-3-11-16,3 0 16 0,-3-4-18 0,-3 2 1 15,3 1-4-15,-4-1 18 0,4 0-12 0,-2 3 82 16,0 3-19-16,-1-1 3 0,0 4-15 16,2 1-18-16,-5 1-10 0,3 2-13 0,-1 1 5 15,-6 3-18-15,10 2 0 0,-17 7 3 0,6 0-21 16,-2 3 10-16,0 4-10 0,1 2 11 0,1 1-16 16,-1 2-3-16,2 2 13 0,0-2-15 15,6 1 10-15,-3 1-12 0,5-4-3 0,0 0 2 16,2 0-10-16,2 1 13 0,-1-1-8 0,4-3 6 15,1 3 2-15,3-5-13 0,-1 2-3 16,3-3 6-16,-1 2 10 0,6-5-8 0,-4 0 0 16,4-4 3-16,1 2-10 0,1 0-34 0,-1-5-30 15,0 1-50-15,0 0-29 0,0 0-75 16,-4-2-182-16,2 0-394 0,1 2 28 0,-2-2 105 16,-2 0 52-16,-2 1 81 0</inkml:trace>
  <inkml:trace contextRef="#ctx0" brushRef="#br0" timeOffset="147835.51">28862 6711 755 0,'0'0'304'15,"12"-4"-86"-15,-8 0-21 0,2-1-18 0,-2-1-20 16,2-2 2-16,-2 0-13 0,3-1-9 0,-3-4 60 15,2 1-27-15,-3-2-6 0,-2 3-5 0,2-5 11 16,0 1-34-16,0 4 16 0,-2-3-26 16,-1 4-8-16,0 1 8 0,0 1-23 0,0 0-3 15,3 1-15-15,-6 1-20 0,3 2 7 0,0 4-15 16,-4-6 0-16,4 6-10 0,0 0-11 0,0 0 3 16,-16 8-74-16,15-2 2 0,-6 2 0 15,4 1-7-15,1-1 28 0,0 1-19 0,-1 0 17 16,3 2 4-16,-3 0 3 0,6-1-3 0,-3 1-7 15,3-3 7-15,1 4 3 0,-1-3 2 16,4 1-7-16,-3-2 8 0,3-1-3 0,3-1 5 16,0-1-6-16,0 2 6 0,0-4 16 15,4 1-14-15,-2-2-4 0,1-2 12 0,0 0-23 0,0-2 11 16,4-2-42-16,-3 1-20 0,0-5-18 16,3-2-51-16,0-4-36 0,-2-1-46 0,-3-2-38 15,-1-2-72-15,-1-4 41 0,-3 4-31 16,0-5 79-16,-4 1 80 0,2 5 51 0,-4-1 57 15,0-1 12-15,-1 2 36 0,0 1 28 0,0 4 5 16,0-1-2-16,-1-1 10 0,0 5 0 16,1-1 30-16,-2-1-4 0,-1 4 0 0,3-1-11 15,0 3-2-15,-3 0-13 0,3 0-16 0,0-1 14 16,0 5-22-16,-2-4-34 0,-3 5-45 0,5 1-76 16,-3-3-105-16,3 3-382 0,0 0 54 0,0 0 31 15</inkml:trace>
  <inkml:trace contextRef="#ctx0" brushRef="#br0" timeOffset="148102.16">29182 6546 883 0,'0'0'276'15,"0"7"-30"-15,0-7-31 0,0 0-13 0,0 0-10 16,4 4-13-16,-4-4-5 0,10 2-28 0,-4-1-15 16,-6-1 48-16,17 0 0 0,-7-1-20 0,0 1-26 15,1 0-3-15,1 0-7 0,0-2-8 0,-1-2-15 16,1 2-31-16,0 1-28 0,1-1-56 16,1-2-46-16,-4 2-47 0,3-2-74 0,1 2-107 15,-1 0-440-15,-1-3 17 0,1 2 46 0,-3-2 73 16</inkml:trace>
  <inkml:trace contextRef="#ctx0" brushRef="#br0" timeOffset="148435.19">29607 6279 696 0,'0'-4'266'0,"0"4"-18"0,-2-8-25 16,2 8-26-16,0-6-31 0,0 6-9 0,0 0-14 15,0 0-5-15,0 0-18 0,0 0 1 0,-13 14 2 16,10-5-13-16,0 1-3 0,2 5 54 16,-6 1-2-16,4 0-21 0,1 2-5 0,-3 2-20 15,2 1-13-15,3 0-3 0,-2 4-2 16,2-4-13-16,-2 4 7 0,2-4-20 0,0 0 16 16,0-2-31-16,2 3 5 0,-1-4-3 0,-1 0 0 15,1 3 3-15,2-5-5 0,-3-1-13 16,3 0-5-16,-1-2 12 0,-1-1-4 0,0 0-16 15,-1-2-5-15,3-1 3 0,-3-1 2 0,4 0-3 16,-4 1 1-16,3-3-11 0,-2-2-22 0,-1 3-29 16,0 1-36-16,0-6-105 0,-1 4-360 0,-2 2-308 15,-1-5 44-15,1 1 112 0,3-4 65 16,-14-3 48-16</inkml:trace>
  <inkml:trace contextRef="#ctx0" brushRef="#br0" timeOffset="164952.01">11036 6757 719 0,'0'-6'297'16,"3"-1"-110"-16,-2 4-13 0,6-4-23 15,-4-1 2-15,4 1-17 0,-1 3-21 0,1-2-7 16,1-2-1-16,-1 3-20 0,3 1-13 0,3 2 72 15,-3-2-8-15,0 2-25 0,-2 2-18 0,2-2 0 16,0-1-14-16,1 3-1 0,-1 0-11 0,3 3-10 16,-2 0-5-16,2 2 4 0,1-1-14 15,-1 5-11-15,-2-1 0 0,3 2 6 0,-1 3 2 16,1 3-18-16,-4 0 10 0,0 2-12 0,4 1 4 16,-4-1 1-16,-3 3-8 0,4-2 0 15,-5 5 5-15,1 0-8 0,-1-4-7 0,-2 4 4 16,3 1 4-16,-3 0-14 0,-1 0 9 0,0 0-6 15,-3 4 0-15,4-2 5 0,-1-1 5 16,0 0-12-16,0 4 5 0,2-4 5 0,-2 0-11 16,1 0 11-16,5 5-3 0,-2-7-7 0,1-4 7 15,1 3-5-15,1 0 13 0,5-2-5 0,-2 1 10 16,1-5-23-16,3 0 5 0,0-1-3 16,-3 1 6-16,3-6-5 0,0 3 10 0,0-6-1 15,-3 1-9-15,3-1-11 0,-4-1 16 0,2-3 2 16,-3 2-10-16,3-4 10 0,-5 4-2 15,3-6 0-15,-2 3-1 0,-4-3-7 0,2 1 5 16,-2 2-17-16,1-2 35 0,-8-1 7 0,13 0-4 16,-7 2-5-16,-6-2 7 0,8 1-13 0,-8-1 8 15,4 4-13-15,-4-4 3 0,0 0 13 16,-1 6-8-16,1-6-3 0,-11 8-5 0,2-2-10 16,2 2 10-16,0-1 13 0,-4 1-15 0,1 2-5 15,0 0-6-15,0-2 16 0,0 5-10 16,3-2 7-16,-1 3 3 0,2-3-1 0,-1 4-12 15,1-4 8-15,3 6-8 0,2-2 0 0,-2 3 0 16,3-1 10-16,0 5 1 0,0-4-17 16,3 0 22-16,1 6-16 0,-1-1 0 0,3 2 5 15,1 0-13-15,-3 0 16 0,6 0 7 0,0 3-15 16,-3 2-5-16,4-3 15 0,-1 1-5 16,0 1-2-16,1-3 0 0,-2 1-9 0,2 3 9 15,0-3-3-15,-1-1 0 0,-1-2-3 0,2 2 3 16,-1 3 16-16,0-1-11 0,1-3-2 0,-4 0-14 15,2 0 24-15,-2-2-10 0,1 1 7 16,-1-2-13-16,2 2-2 0,-2 0 0 0,0-1 8 16,-3 1-6-16,2-3 3 0,-5 2 3 0,2-2-1 15,-3 0 1-15,3-3-6 0,-6 3 6 0,3-3 10 16,-3 0-1-16,2-3 4 0,-5 2-1 16,2-2-10-16,-3-4 5 0,0 3 8 0,-2-4-5 15,-1-2 15-15,-2 2-5 0,-1-4-5 16,-7-4 3-16,3 3 2 0,-4-5-13 0,-3-3-5 0,-4 0 5 15,-2-3 13-15,2-1-23 0,-3-2 16 16,1-1-14-16,-1 0 6 0,8 1-64 0,-1-3-1 16,3 1 9-16,0 3 4 0,1-2 3 15,-1 1-5-15,8 1-15 0,-4-1-39 0,6 2-46 16,-3-2-23-16,4 1-164 0,0 1-473 0,0 0 77 16,3 0 53-16,3 1 67 0,-5-6 53 15</inkml:trace>
  <inkml:trace contextRef="#ctx0" brushRef="#br0" timeOffset="169549.49">13658 8708 417 0,'0'0'181'16,"-3"8"-12"-16,3-5-5 0,-4 4 0 0,4 0-26 16,0 3-5-16,0 0-7 0,-3 5-6 15,3-2 0-15,3 5-20 0,-3 1 3 0,0 0-14 16,4 6-9-16,-4 4-4 0,3-2-4 0,4 5 5 16,-3 1-13-16,2 2 7 0,-2-3-4 0,2 3-3 15,5 13 3-15,-4 0-3 0,3-3 61 16,-2-3 0-16,1 2-25 0,1 4-8 0,0-1-10 15,1-1-5-15,-1 1-3 0,0 2-5 0,1 1-15 16,-1 0-8-16,4 0 11 0,-4 0-4 16,0-2-17-16,4 2 3 0,-1 2-16 0,-3-2 5 15,1 0 2-15,2 1-1 0,-6 0-11 0,4-1 5 16,-1 0 5-16,-4 2-5 0,2 1-8 16,-1-2 3-16,-1-2 3 0,-2-6-6 0,-1-8 5 15,0 5-7-15,1-3 5 0,0 15-3 0,2 1 6 16,-5-1 2-16,5-2-15 0,-3-10 2 0,1 10 8 15,2 0-16-15,-1-7 11 0,1 7 8 16,-3 0-1-16,4 4-12 0,0-3 5 0,0 0 12 16,-3-10-9-16,2-5 1 0,1 13-4 15,0-9-8-15,3 5 6 0,-3-5-6 0,3 8-8 0,-3-8 1 16,7 7-6-16,-1-1 21 0,-2-1-8 16,2 2 10-16,-3-2 1 0,4-5-16 0,-3 5 10 15,3 0 0-15,-5-10 3 0,1 0-3 16,2 7-18-16,0-4 16 0,-5-5-21 0,4-1 26 15,-4-1-5-15,0 1 5 0,2 2-16 0,2 14-2 16,-4-12 10-16,0 1 0 0,3-4-10 0,-3 3 2 16,0 14 19-16,2-2-14 0,-1 1-2 0,-1-11-2 15,-1 0 12-15,-2-3 3 0,5 0-3 16,-4 1-2-16,1 0-6 0,1-1-4 0,-3-2 2 16,5 6 5-16,-4-4 0 0,1 1-15 0,1 11 2 15,3 1 0-15,-3-11 11 0,0-4-3 16,-3 2 0-16,2-3 0 0,0 1 8 0,-2 2-3 15,3-3-5-15,0 1 10 0,-3 1-2 0,2-1-6 16,1-2 8-16,0-2-10 0,0 4 3 16,-1-3 12-16,-2 3 14 0,2-4-14 0,2 4-5 15,-4-1 5-15,2-7-9 0,0 1 4 0,-2 6 0 16,3-7-7-16,0 7-1 0,-4-6 3 0,4-1-10 16,0 6 13-16,0-3-6 0,0 3 6 0,0-8 0 15,-1-1 10-15,1 2 2 0,0-1-15 16,-3-3 8-16,2-3 0 0,-2 2-16 0,2-3 8 15,-3-3 8-15,5 4 5 0,-5-9-10 0,1 7 2 16,-4-5 0-16,3 0-25 0,0-3-26 16,-3 1-31-16,0-1-125 0,-3 0-660 0,0-4 27 15,-4 1 96-15,7-4 86 0,-17-4 59 0,3-3 70 16</inkml:trace>
  <inkml:trace contextRef="#ctx0" brushRef="#br0" timeOffset="170798.66">14284 13955 1000 0,'0'0'208'0,"0"0"-19"0,7-9 3 0,-1 4-28 16,1 3-16-16,4-4-4 0,2 1-11 15,-2 0 0-15,3-2-23 0,3 3-8 0,-1 0-27 16,2-1 14-16,2 1-20 0,1 1 8 0,0-2-18 15,6 1 77-15,-1 0-3 0,2-1-5 16,3 1-3-16,7-2-33 0,-1 3-7 0,4-4-8 16,0 4-3-16,17-4-8 0,0 0 3 0,0 3-5 15,1-2-15-15,2 1 0 0,-3 0-3 16,4 0 2-16,-1-2-12 0,1 3-8 0,0 0 11 16,6-1-6-16,-4 0-18 0,1-3 8 0,0 5 6 15,4-4-1-15,0 0 0 0,-1 0-13 0,3 1-4 16,-2 0 6-16,-4-1-6 0,3 0 4 15,-3-2-15-15,3 1 10 0,1 0-2 0,3-2 2 16,-1 2-2-16,-2-1-6 0,6 0-2 0,-3 1 0 16,3 0 0-16,-3-1 11 0,-1-1-6 15,-1 1 2-15,1-1-1 0,0 0 6 0,1 3-6 16,0-3-12-16,0 0 1 0,-1 0 5 0,15-3 3 16,-14 5 5-16,0-2-11 0,-1 0 8 0,-2-2-5 15,0 2 0-15,-1 3-2 0,-3-3-1 0,3 2 11 16,-3-2-19-16,4 1 11 0,2 0 18 15,-2 0-20-15,2 0 9 0,1 0-9 0,-3-1 4 16,-1 4 6-16,0-3-3 0,1-1 5 16,-1 4-10-16,0-3-2 0,0 3-3 0,2-2 5 15,-2 0-3-15,3 0 13 0,1 1-4 0,0-1-9 16,0 1 0-16,3-3-2 0,-3 3 5 16,-1 0-2-16,2 2-6 0,1-3 8 0,-2 0 3 15,4-1-14-15,-1 3 4 0,14-2 12 0,-10 1-3 16,-5-3 9-16,-2 3 4 0,3 0-7 0,-3-2-3 15,4 5 5-15,11-9-89 0,-11 8 17 0,13-7 9 16,-14 5 6-16,14-4 9 0,0 4 0 16,-10 0-6-16,-4 2 6 0,0-1 10 0,1-2-6 15,-2 2 14-15,5 1-1 0,-7-2-2 0,4 0 11 16,2 1-1-16,14 0 10 0,0-1-5 16,-16 1-4-16,-1 0 4 0,-4 1 0 0,5-1 3 15,-4-2 3-15,0 5-11 0,0-4 0 0,2 0 5 16,2 5 3-16,16-6 8 0,-17 3-13 0,4 0 15 15,-4 0-5-15,0-2 5 0,-3 4-3 16,3-3 3-16,0-1-12 0,0 4 14 0,-2-4-9 16,2 0 2-16,-1-3 0 0,2 8 5 0,-5-6 0 15,2 2 0-15,-1-3 3 0,-4 1-5 16,7 1 9-16,-6-3-14 0,5 2 2 0,-1 1 18 16,11-5-6-16,-14 3 1 0,4-3-2 0,-5 3-1 15,3 1 10-15,0-2-10 0,-4 2-10 0,-3 0 8 16,-4-1 13-16,0 2-1 0,-5 3-5 15,-8-1-4-15,-8-2-1 0,-5 5-7 0,-2 0-6 16,-5-3-28-16,-4 4-35 0,-4 1-50 0,-2-2-32 16,-1 2-52-16,-4-4-166 0,-3 7-407 15,-2-3 77-15,-5-3 31 0,-3 3 78 0,0 0 60 16</inkml:trace>
  <inkml:trace contextRef="#ctx0" brushRef="#br0" timeOffset="171315.6">24817 12396 675 0,'0'0'272'0,"6"-5"-27"0,-6 5-19 16,7 0-14-16,-7 0-28 0,17 0-84 0,-7 0-18 15,0 6 5-15,6-3 3 0,-4 3-6 0,8 0-15 16,-2 0-15-16,2 3 7 0,1 4-2 16,3-2 23-16,-1 4-36 0,5 2 0 0,6 8-7 15,-4-3 7-15,1 6-5 0,-3-3 5 0,-6-3 8 16,-3-1-16-16,1 4 0 0,-2 0-9 0,-2 0 14 16,1 0 3-16,-6-1 8 0,-1-2-8 15,-6 2 5-15,3-4 8 0,-7 4-15 0,0 1 9 16,-4-1-1-16,-6 3 1 0,-4 0 52 0,-2 3-8 15,-9 5-4-15,-2-2-17 0,-4 2 11 16,-3-3-28-16,-3-6 8 0,-2 6-11 0,-1-7-10 16,-1 6 0-16,-4-5 3 0,1 2-23 0,-1 1-62 15,1-1-87-15,-1 1-200 0,1 0-498 16,0 2 58-16,-1-6 105 0,-2-4 64 0,-2-2 57 16</inkml:trace>
  <inkml:trace contextRef="#ctx0" brushRef="#br0" timeOffset="172982.21">13604 8776 563 0,'-8'-2'253'0,"8"2"-38"0,-3-6-18 16,3 6-23-16,0 0-20 0,0 0-6 15,0 0-12-15,-13 8-16 0,10-1-20 0,2 3-10 16,-2-2 22-16,0 6-38 0,0-1 6 0,-2 3-6 16,2 2 3-16,-3 2 2 0,2-1-10 15,-2 5 3-15,2 0-8 0,-4-4-13 0,-1 4 13 16,2-2-10-16,0-1-5 0,0 1-3 15,0-2-8-15,1-1 0 0,2-1-7 0,-2-2 5 0,1-3-5 16,2 3-13-16,-3-1-6 0,5-5-14 0,-2-1-16 16,0 3-5-16,3-3-5 0,-3-5 2 15,2 2-38-15,1-3-13 0,0-3-5 0,0 0-12 16,0 0-6-16,0 0 3 0,0 0 5 16,0 0 2-16,0-20 16 0,0 11-6 0,0-5 1 15,0 1 20-15,0-6-5 0,0 1 21 16,0-1-6-16,1-4 21 0,2-1 7 0,-3-1 9 15,3 0 4-15,0-1 8 0,1 1 8 0,-1 0 7 16,0 0 10-16,2 1 22 0,1 4-9 16,-2-3 26-16,2 7 3 0,1-1 4 0,0 0-22 0,0 6 10 15,0-3 10-15,2 4-3 0,2 1-2 16,-1 2-5-16,3 0 10 0,-1 7-20 0,4 0 12 16,-2 0-12-16,3 4 76 0,4 0-25 15,-1 3-10-15,1 4-8 0,2 2 0 0,2-1-3 16,2 2-2-16,-3 3-6 0,3-1-14 0,-3 1 4 15,3 0-20-15,-3 1 13 0,-2-3-5 16,1 1-19-16,-3-4 6 0,-2 2-3 0,2-3-10 0,-6 0-10 16,-1-1 13-16,2-1 2 0,-2-1-15 15,-3-1 5-15,0-2 5 0,0 2-18 0,-3-1 10 16,0-2-22-16,0 1-6 0,0 2-28 16,-4-4-36-16,0 4-66 0,-3 0-234 0,0 1-431 15,-3 1 73-15,-3-5 100 0,-1 3 57 0,-1 1 50 16</inkml:trace>
  <inkml:trace contextRef="#ctx0" brushRef="#br0" timeOffset="175065.2">10404 10128 798 0,'-3'-2'274'0,"-1"-2"-10"15,4 4-24-15,-4-6-17 0,4 6-21 0,-6-7-15 16,6 7-33-16,0 0-16 0,0 0-10 0,0 0-5 16,0 0 2-16,0 0-23 0,10 17-68 15,-3-7-1-15,0 5-2 0,0 2-6 0,7 3 1 16,-4 0 2-16,3 5 5 0,1 0-2 0,2 0 10 15,-4 1-10-15,4-1-13 0,1 2 23 16,-3-2-18-16,0 0-5 0,2-2 15 0,-4 1-23 16,4 0-43-16,-5-6 2 0,2 0-56 0,-3-3-38 15,-2-4-80-15,-2 2-141 0,1-4-322 16,-1-1 28-16,-2-6 39 0,-4-2 74 0</inkml:trace>
  <inkml:trace contextRef="#ctx0" brushRef="#br0" timeOffset="175298.29">10367 10163 714 0,'0'-5'248'0,"0"5"-10"0,0-11-33 16,3 4-18-16,1-2-18 0,5-3 0 15,1 1-18-15,1 2-13 0,2-7-15 0,2 5-11 16,1-3-2-16,2 3-33 0,-5 0-8 0,4 1 0 15,-6 2-10-15,6 1-18 0,-7 2 5 16,0 0-69-16,1 1-18 0,2 0-59 0,-3 1-51 16,-2 3-82-16,-2-2-122 0,1 4-283 0,3-1 42 15,-10-1 56-15</inkml:trace>
  <inkml:trace contextRef="#ctx0" brushRef="#br0" timeOffset="175531.69">10496 10361 719 0,'0'0'307'0,"0"0"-18"0,0 0-20 16,0 0-23-16,0 0-26 0,25-11-90 0,-16 4-4 16,5-2-16-16,0 1 0 0,2 0-23 15,2-7-5-15,3 5-10 0,-5-1 2 0,2-2-8 16,-2 5-15-16,-1-2 8 0,-2 2-28 15,1 1-49-15,-4 3-56 0,0-2-31 0,1 4-102 16,-4-4-83-16,2 6-378 0,-2 0 57 16,-7 0 50-16</inkml:trace>
  <inkml:trace contextRef="#ctx0" brushRef="#br0" timeOffset="175749.31">10664 10550 849 0,'-1'1'343'16,"1"-1"-46"-16,0 0-28 0,0 0-18 0,0 0-16 15,22-8-30-15,-9 3-15 0,1-3-14 16,3-4-20-16,3-1-10 0,1 1-18 0,2-5-8 16,1-1 1-16,1 3-88 0,-1 0-15 0,0 3-8 15,-4-3-20-15,0 4-18 0,-3-3-46 16,0 6-49-16,-3-3-95 0,0 3-153 0,-4-3-356 15,-3-1 59-15,3 2 51 0,-6 1 85 0</inkml:trace>
  <inkml:trace contextRef="#ctx0" brushRef="#br0" timeOffset="176115.79">10955 10018 655 0,'0'0'220'0,"0"0"5"0,0 0-15 16,0 0 49-16,6 25-24 0,1-17-12 0,-1 9-21 15,5-2-13-15,-1 3-99 0,0 3-8 0,4-2-3 16,-4-1-12-16,1 1-11 0,2 4-2 16,-2-6 7-16,3 5-22 0,-4-5 17 0,0 1-25 15,0-5 7-15,-3 0-20 0,0-1 13 16,-1-1 10-16,2-3-5 0,-5 0 5 0,1-4-13 16,-1 3 13-16,0-5-8 0,-3-2 64 0,0 0-7 15,0 0-6-15,0 0-12 0,-17-15 0 16,10 3-11-16,0-5-10 0,-3 1 3 0,0-8-11 15,3 5-7-15,-3-5 8 0,3-1 10 0,-3 0-11 16,3 0-15-16,1 0 3 0,2 2 0 0,-4 2 2 16,5 0-7-16,0 3 4 0,3 1-9 15,-3-1 4-15,3 4 1 0,3 2-11 0,-3-2 1 16,3 4-9-16,0 2-9 0,2 1-32 0,1-2-50 16,1 6-34-16,-1-2-51 0,1 4-105 0,1 1-197 15,-1-1-307-15,2 1 90 0,2-2 53 16,-4-1 64-16,0 2 44 0</inkml:trace>
  <inkml:trace contextRef="#ctx0" brushRef="#br0" timeOffset="176420.67">11290 10025 793 0,'10'11'223'0,"0"2"-13"0,0-4-16 0,0 2-7 15,0 1-10-15,1-2-26 0,-4 0-11 16,3 2-14-16,0 0-6 0,1-3-7 0,-4 1-13 15,2-1-16-15,-1 3-2 0,-2-5 2 0,-2-1-2 16,2-1 23-16,-2 3-56 0,-1-5 0 0,0 3 4 16,-3-6-17-16,1 1 15 0,-1-1-10 15,0 0-2-15,0 0-6 0,0 0-5 0,-14-18 0 16,7 10-5-16,-3-4 8 0,3-2-13 0,-3-7-3 16,3 1 8-16,-4 2 11 0,5-4-9 15,-1-2 6-15,-2 4-8 0,4-4 8 0,-1 0-6 16,5 1-4-16,-2 3 4 0,3 3-4 0,0-2-3 15,0 0 7-15,3 2-25 0,1 0 5 0,3 1 8 16,0 4-5-16,-1-3-29 0,1 5-30 16,4 0-69-16,-1 3-46 0,0 1-159 0,4-1-415 15,-4 4 56-15,3-2 55 0,1 3 60 0</inkml:trace>
  <inkml:trace contextRef="#ctx0" brushRef="#br0" timeOffset="177065.48">11672 9850 755 0,'3'18'312'0,"-3"-2"-20"15,1 1-29-15,2-2-27 0,0 0-21 0,0-3-21 16,2 2-17-16,1-2-11 0,-2 2-17 0,2 2-16 16,-2-6-5-16,2 5-18 0,2-6-13 15,-2 1-2-15,-2-2-5 0,2-1-6 0,1 0-10 16,1-4-2-16,1 3-18 0,-5-4 5 15,3-2-3-15,-7 0-5 0,14-1-23 0,-8-5 13 16,1 5 3-16,-4-9-1 0,0 2-2 0,-2-4-2 16,3 0-11-16,-9-6 5 0,2 1-13 0,0-5-4 15,-4 2 7-15,-3-3 8 0,-1 0-16 16,1 3 11-16,-3 3 12 0,2-5-7 0,-2 4-72 16,2 0 0-16,-2 3 20 0,6 0 14 15,-3 3-9-15,3-1 3 0,3 3-4 0,-2 0 1 16,3 2-7-16,0-1 21 0,3 0-4 0,6 1-9 15,-3 0-3-15,4 0 5 0,4 3 11 0,-4 2-3 16,6 0 10-16,1 3-3 0,2 0-14 16,-1 3 12-16,1 0-6 0,5 7-6 0,0 1-1 15,-1 0 18-15,4 5-8 0,0 1 1 16,0 3-6-16,-4 0 70 0,1-2-6 0,-4 5-5 16,0-6 0-16,-4-1-2 0,2 2-11 0,-5-2-15 15,3-4 18-15,-6 3-5 0,0-2-20 0,-1-3 14 16,-2 0 6-16,3-3-3 0,-3 3 1 0,-1-4-11 15,-3-4-3-15,0 4 1 0,0-6 9 0,0 0-14 16,0 0 2-16,0 0 0 0,-17-10-8 16,13 1 5-16,-3-5 0 0,-3-7-4 0,3 1 9 15,0-4-10-15,-2-1-7 0,5 1 2 0,-3-5-2 16,0 1-8-16,4 1-3 0,-1 2 18 16,4 0-2-16,0 5-11 0,0-3 8 0,3 5 11 15,-2-4-6-15,2 5-15 0,4-1-5 0,-6 3 17 16,5 0-12-16,1 5 3 0,0-2 9 15,-1 0-4-15,2 4-3 0,1 3 0 0,-2-1-8 16,0-1 3-16,0 7-23 0,0-2-28 0,-7 2-26 16,13 2-39-16,-10 4-63 0,-3 1-243 15,5 3-403-15,-2 0 37 0,-3 0 86 0,0 3 62 0,0-4 80 16</inkml:trace>
  <inkml:trace contextRef="#ctx0" brushRef="#br0" timeOffset="179048.54">25777 12952 550 0,'-3'-4'199'0,"3"4"-30"0,0 0-12 0,0 0-12 0,0 0-1 16,0 0 15-16,0 0-8 0,0 16 0 16,0-7 61-16,3 5-17 0,0 4 2 0,1 4-87 15,-1 2-18-15,5 2-8 0,-2 5 1 16,1 2-19-16,3-1-7 0,0 1 10 0,-3 0-15 15,3-4-8-15,1 4 0 0,-4-1-7 0,2-3-11 16,-2 0 0-16,1-5-18 0,-1-2-17 0,-1-1-40 16,1-1-55-16,-1-7-69 0,-1 4-106 0,-2-7-217 15,0 0-151-15,1-5 31 0,-4-4 53 16</inkml:trace>
  <inkml:trace contextRef="#ctx0" brushRef="#br0" timeOffset="179331.79">25811 12981 895 0,'0'-8'331'0,"3"1"-42"0,0-1-8 0,1 0-27 15,4-1-8-15,2-2-44 0,0-3-26 16,4 3-12-16,2-3-10 0,5-1-3 0,-3 1-90 15,2 2-7-15,4-5-11 0,-1 6-4 0,-3-2-8 16,-2 5-6-16,0-2 1 0,-2 2-11 0,0 1 1 16,-6 3 9-16,1-2 11 0,0-1-39 15,-4 6-15-15,0-6-17 0,2 6-47 0,-4-2-39 16,2-1-35-16,-7 4-77 0,9 0-99 0,-9 0-367 16,4 5 67-16,-4-5 51 0,0 10 46 15</inkml:trace>
  <inkml:trace contextRef="#ctx0" brushRef="#br0" timeOffset="179598.31">25913 13215 913 0,'-3'3'313'0,"3"-3"-29"15,-3 5-103-15,3-5-6 0,0 0 1 0,0 0-17 16,0 0-11-16,0 0-17 0,27-7-19 15,-10-1 68-15,-3 2-19 0,3 1-13 0,-3-1-12 16,3-2-3-16,-1 2-23 0,-1 0 0 0,-2 1-23 16,1-2-7-16,-7 6-11 0,3-5-8 0,-3 4 8 15,3-1-7-15,-3-1-6 0,-1 2-23 16,-6 2-15-16,0 0-20 0,0 0-34 0,0 0-64 16,7 9-54-16,-7-9-219 0,-6 8-403 15,6 0 42-15,-2-6 76 0,-3 3 61 0,5-5 67 16</inkml:trace>
  <inkml:trace contextRef="#ctx0" brushRef="#br0" timeOffset="195462.99">27063 12991 1005 0,'-1'-4'310'0,"-2"0"-28"0,0-2-44 16,-1 2-3-16,4 4-89 0,-4-7 5 0,1 5-10 15,3 2-5-15,-6-6-19 0,6 6-12 0,-1-3-10 16,1 3-3-16,-6-4-12 0,6 4 4 0,0 0-12 16,-14 7 2-16,10 0-8 0,-3 0-17 15,-2 2 0-15,1 1 2 0,2 7-2 0,-1-3 66 16,0 4-21-16,1 0-17 0,3 0 0 16,-2 3-8-16,5-2-18 0,0 2 8 0,0 0 3 15,3-3-14-15,2 3-4 0,4-2-8 0,-2-1-11 16,3 0 3-16,4-2 8 0,-1-1-10 0,2-2-1 15,3-1-4-15,1-4 2 0,5-1 3 16,1-4-11-16,1 2-7 0,-2-3 17 0,3-2-20 16,-2-2 11-16,-1 1-4 0,-1-3 6 0,-2 4-20 15,0-3-21-15,-1 1-16 0,-3-3-30 0,-2 5-33 16,-3-2-59-16,-1-3-129 0,1 4-329 16,-2-1-182-16,-2-2 94 0,-1 2 65 0,0-2 58 15,-3-1 52-15</inkml:trace>
  <inkml:trace contextRef="#ctx0" brushRef="#br0" timeOffset="195880.26">27503 13033 1067 0,'-6'-11'381'16,"-1"5"-120"-16,2 4-17 0,-4-3-17 0,2 5-19 15,7 0-29-15,-17 7-8 0,5 3-17 16,0-2-6-16,-5 8-35 0,4 0-13 0,-1 1 74 15,3 2-28-15,-1 2-8 0,3-1-20 16,0 2-3-16,5-3-33 0,1-1 5 0,3 1-5 0,3-1 0 16,1-2-13-16,2 0-13 0,1-4 8 15,4 2-15-15,2-3 2 0,0-3-5 0,2-3-15 16,-2-1 5-16,4-3-11 0,-3-2 1 0,3-3-8 16,-2-2 5-16,-2-4 2 0,0-4-7 15,1-1-2-15,-4-3 2 0,0 1-11 0,-2-2 3 16,-2 5-4-16,-2-3 1 0,2 2 21 0,-1 4-5 15,-3-2-12-15,1 2-1 0,1 3 3 16,-1 1-6-16,-2 3 14 0,-1-2-13 0,0 6-1 16,3-4 3-16,-3 4-7 0,0 0 5 0,0 0-3 15,0 0 5-15,7 14-7 0,-4-7-6 16,0 0 13-16,1 0-2 0,3 1-3 0,0-1 3 16,3 2-6-16,0 0-25 0,1-2-41 0,2-3-23 15,-2 3-41-15,2-4-51 0,0-2-51 0,4-1-106 16,-3-1-86-16,0 0-359 0,2-6 44 15,-4 3 82-15,1-5 53 0,-3-3 70 0</inkml:trace>
  <inkml:trace contextRef="#ctx0" brushRef="#br0" timeOffset="196146.3">27852 12991 693 0,'0'-2'254'0,"0"2"-42"16,0 0 8-16,0 0-18 0,0 0-10 0,0 0-25 16,0 0-21-16,3 20-3 0,1-7-15 15,0-2-13-15,-1 3-99 0,0 1 1 0,1-1 9 0,2 1-8 16,-1 2-8-16,-3 0 13 0,7-2-5 15,-7-3-2-15,1 2 9 0,0-4 8 0,1 1-2 16,-4-2 36-16,3-4 9 0,-3 2 1 16,0-3-8-16,0-4-5 0,0 0-5 0,0 0-13 15,0 0 3-15,-10-15-8 0,7 2 2 0,-4 1-7 16,3-4 3-16,-3-6-6 0,1 3-2 16,2-5-6-16,-2 1 3 0,5 2 3 0,-2 1 0 15,3 1-6-15,0 1 4 0,4 0-12 16,-1 1 6-16,0 2-5 0,4 0-5 0,2 2-10 15,2 2-49-15,0 1-54 0,-1 2-38 0,7 1-195 16,0-1-417-16,-3 5 74 0,6-4 54 0,-3 1 64 16</inkml:trace>
  <inkml:trace contextRef="#ctx0" brushRef="#br0" timeOffset="196330.34">28313 12941 872 0,'3'27'313'0,"1"1"-24"0,-3-1-18 0,2 0-104 16,0-1-6-16,1 6-15 0,-1 1-13 16,4 3-18-16,3 13-10 0,-3-9-15 0,-1-5-3 15,1-2 5-15,0 1-38 0,4 1-80 0,-4-4-2 16,4 1-80-16,-5-7-225 0,1-1-358 16,2-6 62-16,-5-4 50 0,2-6 80 0</inkml:trace>
  <inkml:trace contextRef="#ctx0" brushRef="#br0" timeOffset="196578.9">28334 12841 875 0,'7'-15'253'0,"3"5"-22"0,-3 2-16 0,3 1-44 16,0 4-12-16,1 1 61 0,-1 3-25 0,0 2-14 15,4 2-17-15,-1 2-8 0,1 3-28 16,-2 1-7-16,-1 2-6 0,-6 0-10 0,2 4 0 15,-4-2-13-15,0 2-8 0,-6 2-10 0,0 0 11 16,-4 1-24-16,2 1-9 0,-6-2-6 16,2 1-72-16,-4-5 3 0,3 2-10 0,0-7-24 15,3 5-32-15,1-7-57 0,-2-3-202 0,4 1-428 16,-2 0 90-16,6-6 59 0,0 0 64 16,0 0 54-16</inkml:trace>
  <inkml:trace contextRef="#ctx0" brushRef="#br0" timeOffset="196879.58">28624 13001 903 0,'16'-10'287'0,"-5"2"-18"15,1 1-31-15,-1-3-16 0,-3 2-20 0,0 1-15 16,2-3-31-16,-3 2 1 0,5-3-17 0,-7 1-6 16,2-2-7-16,-1 1-22 0,-3-2-2 15,-2 3-11-15,-1-1-8 0,3-3-2 0,-6 6 3 16,3 1-77-16,0-3-19 0,-1 6 9 0,-2 0 4 15,3 4 3-15,-10 0-5 0,10 0 21 0,-17 8-11 16,10 2 0-16,0-2 3 0,-3 6-3 0,3 0-2 16,2 0 10-16,0 1-3 0,-1 2 11 15,6-2-11-15,0 1 6 0,0 1-6 0,6-2-2 16,1 1-5-16,3-2-6 0,4 1 6 16,-1-4 0-16,4 2-8 0,4-3 2 0,-4-4 1 15,7-4-37-15,-3 2-25 0,6-4-43 0,3-4-11 16,1-2-102-16,0 0-97 0,4-7-266 15,-5 1-90-15,-3-7 43 0,-3 0 70 0,-3-6 43 16</inkml:trace>
  <inkml:trace contextRef="#ctx0" brushRef="#br0" timeOffset="197046.53">29121 12383 762 0,'-3'-7'307'16,"-2"4"-7"-16,2 2-29 0,3 1-5 0,0 0-20 15,-4 18-79-15,1-7-27 0,3 3 1 16,0 4-13-16,0 7-15 0,4 4-3 0,-1-1-15 15,0 5 12-15,5 2-43 0,0-2 3 0,-3 2-1 16,2 1-10-16,3-1-2 0,2 9-44 0,-4-8-45 16,-1-4-63-16,1 0-209 0,-2-1-443 15,-2-7 85-15,-1-4 35 0,0-3 72 0</inkml:trace>
  <inkml:trace contextRef="#ctx0" brushRef="#br0" timeOffset="197246.19">28953 12709 888 0,'-1'-9'366'0,"0"0"-46"16,-1 1-28-16,4-2-19 0,0 2-40 0,1-2-18 15,4-2-25-15,7 2-19 0,-1 0-22 0,8-1-8 16,3 0-8-16,4 1-31 0,5 2-12 16,-5 1-19-16,0 2-27 0,5 0-44 0,-2 4-54 15,0-2-59-15,3 3-71 0,0 0-159 16,0 2-404-16,0-1 66 0,0-1 56 0,4-3 62 15</inkml:trace>
  <inkml:trace contextRef="#ctx0" brushRef="#br0" timeOffset="198397.22">30187 12341 931 0,'-7'-1'302'0,"7"1"-28"16,-17 1-20-16,6-1-27 0,-5 7-9 0,-1 0-18 15,-4 3-31-15,1 0-8 0,-1-1-2 0,3 7-24 16,-1-4-12-16,4 3-13 0,-1-1-18 16,5 3 0-16,1-2 1 0,6-4-17 0,-2 5-12 15,3-7-5-15,3 5-13 0,3-4 5 0,2-2-4 16,0-2-6-16,5-2-8 0,1 0-18 0,-1-3 3 16,0-2 8-16,1-3-3 0,2-1 0 15,-2-2-18-15,-1-5 10 0,0 1 11 0,0 1-11 16,-3 0 11-16,0-2 2 0,-1 4-2 15,-2-2-9-15,3 3-9 0,-3 3-3 0,-1-3 5 16,0 2-4-16,0 3-1 0,-3 2 2 0,0 0 4 16,0 0 1-16,0 0-6 0,4 14 4 15,-1-10-5-15,-3 3 13 0,5 2-18 0,-3-1 0 16,2 0 7-16,2 2-1 0,-2-3-4 0,3 3 6 16,3 3-8-16,2-4-16 0,-2-1-14 0,1 0-9 15,1-5-22-15,1 3-26 0,1-5 8 0,2-1 2 16,-2 0 8-16,-3-1-8 0,6-6 28 15,-7 0 3-15,3-3-8 0,-5 0 8 0,2-5 5 16,0 4 18-16,-1-3 0 0,-4-1 13 16,2 4 0-16,-1 1 5 0,-2 1 2 0,-1 0-2 15,4 5-10-15,-6-3 12 0,-1 7 3 0,6-1 10 16,-6 1 8-16,0 0-18 0,7 8 0 0,-4 0 11 16,2-1 1-16,-3 3 1 0,2-2-13 15,-1 3 0-15,0 1 3 0,-2-3 12 0,2 1-2 16,0-2-11-16,-3 2 9 0,0-3 4 0,0 1 26 15,3-2 15-15,-2-1 16 0,-1 1 71 0,0-6-38 16,0 0 5-16,0 0-12 0,0 0-4 16,0 0-2-16,0 0-7 0,0-27-8 0,0 14-16 15,3 1-17-15,-3-4-9 0,3-2 1 0,0 2 3 16,0 1-3-16,2 0-8 0,1 1-8 16,-2 2 6-16,1 1-3 0,0-1 2 0,1 6-7 15,2-1-5-15,-1 1-3 0,3 0 13 16,1 4-5-16,1-1-15 0,-1 2 5 0,3 1-14 15,-1 0 24-15,3 0-5 0,-4 1 0 0,5-1 0 16,-1 1-3-16,-4 1-2 0,4-1-8 0,0-2 5 16,-4 1-3-16,5-2 1 0,-2 0 5 15,-2-3-6-15,0 4 1 0,0-5 4 0,-2 3 1 0,2-2 5 16,-3-5-8-16,1 2-8 0,-1 0 11 16,-3-2 0-16,2-4-3 0,-7 3-13 0,4-2 13 15,-3 2-2-15,-1 1-11 0,-2-3 11 16,0 4-3-16,0 1 7 0,0 3 4 0,-5 0-9 15,2 0-7-15,3 5 3 0,-14 0-1 0,14 0 0 16,-20 7-2-16,6 1 5 0,4 0-5 16,-1 4 5-16,1 0 8 0,0 2-16 0,5-2 11 15,-3 5 2-15,3-2-5 0,-1 2-5 0,6 0-3 16,0-2 13-16,3 3-5 0,2-1 3 0,1-2-21 16,7 3 23-16,0-3 3 0,5-1-19 0,3-1 6 15,-1-4-2-15,4 3 14 0,5-7-9 16,-3-1 9-16,6-1-7 0,-6-3 13 0,3-3-10 15,-3-2-1-15,4-4-4 0,-3 1-3 0,0-2 10 16,-2-5-13-16,-1-2 8 0,-3-1 0 16,-1-4-5-16,-3 1 0 0,-4-1-5 0,1-2 7 15,-7 6 0-15,-1 2-14 0,-2-1 14 0,-4 2 6 16,0 5 12-16,-3-1-20 0,1 3-5 0,-6 2 12 16,-3 0-7-16,-2 5 5 0,-1 2-3 15,-6 3-2-15,-1-1 13 0,4 4-18 0,0 2 0 16,0-1 7-16,0-1 3 0,6 0-15 0,0 2 7 15,2-1 0-15,2-4 8 0,1 4-2 0,5-1-1 16,1-1-5-16,0-6 6 0,4 8 7 16,-1-4 0-16,4 0 5 0,2-1-10 0,1 0 3 15,0 2-3-15,-2-3-5 0,3 5 12 0,-1-2 6 16,0-2 0-16,1 4-5 0,-1-4-3 16,-1 4 8-16,-2-1 7 0,1-3-7 0,2 4 0 15,-3 0-3-15,-1 0-5 0,2-4-2 0,0 5 12 16,-3-2-2-16,1-2-16 0,-2 3-61 0,0-3-38 15,0 0-131-15,-1 2-463 0,0-2-177 16,0 1 97-16,-3-5 85 0,0 0 64 0,0 0 64 16,0 0 48-16</inkml:trace>
  <inkml:trace contextRef="#ctx0" brushRef="#br0" timeOffset="198662.33">31854 11758 1005 0,'15'15'338'0,"-2"2"-38"0,-2 1-24 0,-1 0-25 16,0 12-10-16,4-3-26 0,-1 16-31 16,0 4-25-16,-2 1-1 0,-4-3-14 0,3 4-11 15,-6-6-31-15,-2-3 3 0,-8 13-8 0,-4-2-4 16,0 2-22-16,-7-2-9 0,-7-1-26 15,0-4-29-15,-17 10-9 0,0-6-65 0,-11 0-86 16,-9-2-180-16,-4-3-438 0,-6-5 34 0,-8 2 113 16,-6-9 48-16,-12-8 56 0</inkml:trace>
  <inkml:trace contextRef="#ctx0" brushRef="#br0" timeOffset="198962.18">26762 13540 941 0,'3'36'320'0,"4"-3"-41"0,0 1-5 0,6 13-38 16,1-3-31-16,3 5-21 0,7-2-23 15,7-4-5-15,10 8-10 0,10-3-23 0,3-4-10 16,12-2-11-16,2-1-7 0,7 0-93 0,4-3-32 16,5 0-513-16,-1-1-171 0,0-7 43 15,-5-5 72-15,-11-7 69 0</inkml:trace>
  <inkml:trace contextRef="#ctx0" brushRef="#br0" timeOffset="209261.25">1731 11611 445 0,'0'0'184'0,"0"0"-25"16,0 0-21-16,0 0-5 0,0 0 8 0,0 0-23 16,0 0-8-16,0 0-10 0,0 19-3 15,0-13 5-15,0 5-15 0,0 0-5 0,3 3-2 0,-3 0-16 16,0 5 2-16,1-1 3 0,1 2-2 16,-2 4-1-16,1 1 6 0,3 4 7 0,-4 1-4 15,3 0-9-15,-2 4-7 0,2 2 0 16,0-3-3-16,0 6-7 0,0-3 2 0,1 3 8 15,-1 11-10-15,4 2-3 0,-3-1-21 0,2 3 11 16,1-1 15-16,-3 1-25 0,2 0 5 16,2-2 2-16,1 3-8 0,-2-2 11 0,4-2-8 15,-1 5-2-15,-3-6 0 0,2 1-1 0,2 4-9 16,-4-3-9-16,3 3 14 0,-2-1-1 0,-1 1 1 16,-1-2-14-16,0 1 6 0,1 0 5 15,-3-4-13-15,3 7 16 0,-4-2-6 0,1-2 3 16,2-1-10-16,-2-2 12 0,3 4-20 0,-4-1 10 15,4-2-5-15,-3 4 1 0,2-3 1 16,-3-2 11-16,1 3 3 0,3-1 4 0,-4 3-9 16,4-1-4-16,-4 0 6 0,1 1-5 15,-1-2 0-15,-3-1 7 0,4 2-12 0,0-3-3 16,-1 1-2-16,1-1 4 0,-1 4 22 0,3-11-17 16,-5-6-12-16,2 13 11 0,4 1 4 0,-3 0 0 15,3-2 1-15,-1 5 14 0,1-3-9 16,-1-2 10-16,-1 5-11 0,1-5-10 0,0 0 1 15,-2-1 6-15,3 1-6 0,1-8 9 0,-2-5-2 16,0 10 15-16,1 3-25 0,4 0 20 0,-5-2-10 16,1-8 3-16,0-4-6 0,-1 0 8 15,2-3 0-15,-2 2-13 0,1 3-5 0,0-4-7 16,0 1 2-16,0-2 13 0,-1-1-11 16,1 1-2-16,0-3 3 0,1 0 2 0,-2-5-5 15,-2-2-28-15,2-4 12 0,-3-4-17 0,1 1-13 16,0-5-3-16,-1-2-48 0,-2-3-123 0,-1-5-607 15,0-1 103-15,-1-16 58 0,-2-7 60 16,-8-24 45-16</inkml:trace>
  <inkml:trace contextRef="#ctx0" brushRef="#br0" timeOffset="211127.4">1700 11630 514 0,'0'0'171'15,"7"-4"4"-15,-7 4-14 0,17 0-2 0,-10 0-11 16,8 0 0-16,1-1 1 0,4-1-29 0,2 0-7 16,1-1-11-16,7 1 3 0,1 0-13 15,0-4-7-15,3-1 7 0,5 6-31 0,1-6 8 16,-3 0-10-16,5 4 3 0,-1-5-16 0,-3 1-5 15,2 0-3-15,1 1-5 0,0-1 6 16,-3 2 2-16,4-5-13 0,-2 3 10 0,15-1-17 16,0-2-1-16,-1 2 1 0,1-1-6 0,-3-1-5 15,2 0 11-15,-9 3-3 0,-5-1-11 16,15-1 24-16,-7 2-15 0,-10 0-19 0,16-4 13 0,-10 3-2 16,-3 2 2-16,1-1-5 0,-4-1 3 15,5 4-13-15,-4-2 10 0,1-1-10 16,-2 4 7-16,2-2 11 0,-1 3-3 0,1-3 8 15,1 2-23-15,1 1 15 0,-1-3-4 0,4 1-9 16,15 0 31-16,-2 0-25 0,1-3 10 0,2 1-6 16,-3 2-9-16,-9 0 12 0,12 0-2 15,-3-2 2-15,4 3-13 0,0-2 14 0,2-1-6 16,4 5 5-16,-6-2 3 0,3-3-3 16,-3 5 0-16,2-6 0 0,-5 6-12 0,5-5 7 0,-2 5-8 15,2-3 3-15,1-2 0 0,-3 4 3 16,0-3-13-16,3 2 7 0,1-2 6 0,-2 3-6 15,-2-3 6-15,2 2-1 0,-8 0 3 16,-6-2-2-16,-5 2 7 0,-1-1-7 0,17 1-14 16,-9-3-1-16,6 3 7 0,-10-2 10 0,-3 4 0 15,-1-5 10-15,14 2-15 0,-7-3-10 0,-10 5 18 16,3-3-3-16,14-2-5 0,-9 6 5 16,-5-6-13-16,-2 4 13 0,2-4-10 0,11 3 0 15,-4-2 5-15,-7 1 5 0,11 0-10 16,-5 0 5-16,6-3-5 0,-5 5 5 0,4-5 5 15,-5 2-5-15,-8 2 3 0,-1 0 15 0,17-5-24 16,-10 6 6-16,-4-2 3 0,0 1 0 0,-2-2-6 16,-1-1 8-16,-1 4 5 0,2-2-2 15,-5-2-11-15,1 3 3 0,-1-2 6 0,-2 2 63 16,-2 0-8-16,-2 0-5 0,-3 0-7 16,-1-3-3-16,0 4 3 0,-6 1-11 0,-1-3-5 15,1 5-4-15,-7-2-9 0,-1 0 1 0,1-2 2 16,-3 4 5-16,2-2-15 0,-6 1 4 0,3 0-1 15,-10 1 12-15,14-3-10 0,-7 1-10 0,-7 2 4 16,11-1-1-16,-11 1-4 16,10 0-12-16,-10 0-5 0,9 3 7 0,-9-3 6 0,8 7 2 15,-5-3 0-15,0 0-2 0,-3 4-3 0,4 2 10 16,-1 3-5-16,0-2 3 0,-2 4-8 16,2 3 15-16,0-1-17 0,1 1 12 0,0 4 5 15,2 3-2-15,1-1 13 0,-1 1-29 16,-2 1 8-16,4 2-2 0,-2 4 7 0,4-6 5 15,-4 6-4-15,5-2-6 0,-4 0 0 0,3 2 0 16,-2 1 0-16,5 13 0 0,-3-10-2 0,1 7 4 16,-1-3 1-16,3 2 7 0,-2-2-2 0,-2 5 5 15,2 2 0-15,0-4-5 0,-1 7 7 16,0-7 8-16,0-3 6 0,0 8-14 0,0-11 8 16,1 9-12-16,-1-2 9 0,0 5-12 0,1-6 10 15,-1 7-15-15,4 0 2 0,-4 0 3 16,0 0 5-16,1 0-3 0,-2 0 6 0,2 0-6 15,-1 0 8-15,0-2-3 0,0-3 4 0,1 2-17 16,-4 1 1-16,3-3 5 0,0 5 5 0,-2 0-13 16,1 0-10-16,-2 0 12 0,0 0 6 15,3-1-3-15,-3 0-17 0,-1-1 12 0,1-1 15 16,1 2-2-16,-1 1 0 0,2-2-5 0,-5-7 7 16,3 10 3-16,-4-8-12 0,1 7 1 15,-1-7-17-15,0-3 10 0,1 12 11 0,-1-2-9 16,4 0-14-16,-3-5 17 0,-1 7-13 0,-3-9 16 15,4 12 5-15,-4 0-18 0,3-1 0 16,-3-10 13-16,0-2 2 0,3 12-7 0,-3-1-13 16,1 2-3-16,-1-9 18 0,0 8 1 0,0 1-6 15,0 1 10-15,2 1-15 0,-4-2-2 0,4-2 22 16,-1 1 6-16,-1 0-14 0,3-3 12 0,0 2-27 16,0 1-5-16,2 2 21 0,-2 1 2 15,0 0 1-15,1 1-3 0,-1-2-1 16,4 1-4-16,-1-2 2 0,2 3-7 0,-1-1-3 15,-1 0 8-15,1 0-11 0,1-4 6 0,1-2 17 16,-5 1-10-16,5-2 16 0,-1 3-16 0,2-2 26 16,0 0-21-16,-3 3-12 0,3-3 10 15,-3-2 10-15,0-8-11 0,-4-6 4 0,1 0 2 16,3-2 12-16,-3-2-12 0,2-5-15 0,-3-1 12 16,0-5-4-16,-3 1-1 0,4-6-15 0,-4 1-18 15,0-1-8-15,3-7-69 0,-6 2-143 0,-4-3-694 16,-3-6 59-16,-4-2 115 0,-6-11 57 15,-11-16 79-15,-10-7 82 0,-6-15 45 0</inkml:trace>
  <inkml:trace contextRef="#ctx0" brushRef="#br0" timeOffset="212593.59">3368 11294 701 0,'0'-4'187'0,"0"4"-29"0,0 0-1 16,0 0-32-16,0 0-7 0,5-6 12 0,-5 6-38 16,0 0-15-16,0 0 15 0,10 14-12 0,-4-7-14 15,-2-1 16-15,2 5-13 0,1 0-12 16,0 3 12-16,0 0-10 0,0 1-6 0,3 6 1 15,-3 0 0-15,3-3-3 0,-3 5-13 0,4 4 16 16,-1 2-5-16,0-1-13 0,1 1-3 16,-2 0-2-16,1 3 10 0,1 1-3 15,-1-1-2-15,0 1-8 0,1 12 5 0,2-3 6 16,1 5-4-16,-7-11 4 0,6 9 2 0,1-2-3 16,-3-6-4-16,-1-5-1 0,3 11-5 0,-2-4 8 15,3 2-11-15,2 3-7 0,-2-1 5 0,-3 3-15 16,2-2 0-16,1 3 17 0,-1-1-9 15,1 1-1-15,-1 1 16 0,-1-3-24 0,1 3 16 16,0-4-2-16,1 3-3 0,-1-2 7 0,2-4-25 16,-2 7 13-16,1-4 3 0,-4-1 4 15,3 4 65-15,1-2-14 0,-4 3-7 0,0-2 8 16,4 0-6-16,-4-2-12 0,-3 4-5 0,4-8 5 16,-7-4-8-16,8 13 0 0,-1-3-10 0,-7-5 4 15,2-5 4-15,1 12-6 0,0-7-2 16,3 5-2-16,-3 4-14 0,-3 0 0 0,5 0-9 15,-4-9 14-15,1-3 6 0,1 9-5 0,-1 3-3 16,1-1-11-16,-2-6 9 0,4 5-8 0,-6-6 12 16,4-5-14-16,-6 1 9 0,5-3-15 15,-2 4 16-15,0 10-6 0,5-1-2 0,-6-5 2 16,1-7-7-16,2-1-3 0,-1 3 5 16,-2-1-5-16,4 13 3 0,-4 3 0 0,1-10 4 15,-1-7-14-15,0 3 7 0,0-2-2 0,-2 2-1 16,3 0-2-16,2 11 16 0,-5-8-11 15,2-5 0-15,0 1 10 0,0-1 0 0,0 5 3 16,1 6 3-16,3-5-21 0,-3 9 8 0,2-2-6 16,1 0 8-16,-4-6 1 0,4 2-1 0,-3-1 5 15,-1-8 8-15,4 1 3 0,-4 12-24 0,1-7 1 16,-1-6 20-16,1 1 3 0,3 12-14 16,-1 1-9-16,-2-1 5 0,0 1-3 0,2-1 18 15,-3-8-13-15,1-4 3 0,3 11 2 0,-3-7-5 16,2-4-12-16,-2-1 15 0,-1-1-3 15,3 0 3-15,2 1-1 0,-2-3 4 0,-2 0-3 16,2-2-6-16,-2-1-4 0,3-2 5 0,-6-2-1 16,5-2-4-16,-3 0 4 0,-3-2-7 15,1-3-46-15,1-1-2 0,-1-5-21 0,-1-1-57 0,3-2-81 16,-6-4-295-16,3-6-366 0,0-1 90 16,0 0 54-16,-1-19 81 0,-2-6 62 0,0-11 57 15</inkml:trace>
  <inkml:trace contextRef="#ctx0" brushRef="#br0" timeOffset="213897.34">5645 11156 601 0,'0'0'197'0,"0"0"-28"0,0 0 10 0,0 0-17 15,8 12-9-15,-5-4-4 0,0 5-1 0,1-1-17 16,2 5-11-16,1-1-2 0,0 7-1 0,0 1-14 16,0 1 2-16,2 2-16 0,0 6-9 15,0-2-1-15,4 13-64 0,-1-2 1 0,1 1-9 16,1 4-7-16,-1-4 16 0,0 0-16 16,-2 3 18-16,2 0-3 0,-2 0 3 0,-1 0 5 15,3 2-8-15,-2 0 13 0,-1-3-4 0,0 4 14 16,1-5-2-16,-4 4 64 0,3-1-3 0,-3 2-10 15,4-2-10-15,1 3-8 0,-5 0 10 16,4 3-25-16,-1-1 5 0,0 1-11 0,1-2-7 16,-1 2 8-16,-1-3-16 0,2-3 29 0,-1 6-19 15,-3-2 1-15,4 1-3 0,-4-2-6 0,2 0-11 16,2 0 11-16,-4 0 1 0,0 0 8 16,3 0-1-16,1 0-22 0,-2 0 7 0,-2 0 15 15,4 0-4-15,-4-2-1 0,6-3-2 16,-7-5-5-16,2-5-6 0,5 14-9 0,-3-1 7 15,1 2-8-15,-4-2-5 0,0-7 6 0,-1-6 2 16,5 9-6-16,-4 5-6 0,2-9-4 0,-1-4 26 16,-1 13-5-16,-1-2-13 0,1-8 8 15,0 9-2-15,0-6-6 0,3 6 23 0,0-3-12 16,-4-3 4-16,-1-6-22 0,2 11 10 0,2 2 5 16,1-4-13-16,-2-3-5 0,-4-7 15 0,2 1-15 15,4 10 18-15,1 0-15 0,-5-3 15 16,1-10 12-16,4 16-25 0,-5-2 16 0,1-11-13 15,0-1 7-15,-1-2-10 0,-1 3 13 16,2-2-3-16,-1 0-17 0,0 2 27 0,1 11-12 16,1-9 2-16,-2-2-4 0,-2-1-4 0,2 0 4 15,1-1-27-15,-2 3 29 0,7 14 8 0,-5-1-19 16,0-8 16-16,0-8 5 0,0 2 3 16,-1-2-11-16,1 4-12 0,-3-3 4 0,3 0 3 15,0 3 21-15,-1-4 5 0,1 14-31 0,1-3 8 16,-2-3 23-16,-2-7-26 0,2-1 16 0,-2 3-1 15,2-4-7-15,-3 3-3 0,2-1 3 16,1-1 11-16,-3 3 1 0,1-4-12 0,2 3 13 16,-2-3-21-16,-1 1 18 0,1-7-5 0,-3 1-7 15,2-2-14-15,0-1 19 0,0-4 2 0,-3-1-10 16,1-1-8-16,5-2 10 0,-6-2 8 16,3-2 8-16,-3-1 2 0,1-1-28 0,-1 0 8 15,2-4 7-15,-1 2-14 0,-1-2 29 0,4 0-40 16,-4-2-7-16,0-5-27 0,0 4-56 0,0-4-43 15,-11-11-187-15,1-1-622 0,-1-8 59 16,-12-19 99-16,-4-5 93 0,-8-23 51 0,-9-3 74 16,-1-8 44-16</inkml:trace>
  <inkml:trace contextRef="#ctx0" brushRef="#br0" timeOffset="-214635.4">2312 11876 693 0,'0'0'225'0,"0"0"-27"16,0 0-1-16,0 0-13 0,21 10-5 0,-14-5-5 15,3 5-87-15,4-3-13 0,-1 6 16 0,4-1-16 16,0 3 0-16,4-2 1 0,3 2-11 0,0 5 5 16,-3-5-13-16,3 0 18 0,3 2-20 15,0-1-3-15,-3 1-12 0,-1-2-6 0,2 2-5 16,-1-2 21-16,-3-4-19 0,-2 3 6 0,2-3-5 16,-7 2-8-16,3-2-8 0,-4-3-43 15,-2 1-36-15,2-1-100 0,-5-2-199 0,2-2-333 16,-3 1 84-16,-1-2 62 0</inkml:trace>
  <inkml:trace contextRef="#ctx0" brushRef="#br0" timeOffset="-214318.81">2651 11800 560 0,'0'0'248'0,"0"0"-17"0,-10 15-24 0,7-5-15 16,0-1-15-16,2 5-16 0,1 3-2 15,-4 1-3-15,1 0-23 0,2 3-21 0,-2 3 11 16,0 1-20-16,-1-3-1 0,1 1-2 16,0 2-3-16,-3 0 0 0,1-2-4 0,2-3-83 15,-1 4 0-15,-2-2 13 0,3-4-13 0,-1 0-2 16,1-1-8-16,-2 1 8 0,2-3-6 0,0-1 11 15,0-3-3-15,0 0 8 0,2 2-23 16,1-3 21-16,-3-2-34 0,3-1-13 0,-3-1-20 16,3-1-57-16,0-5-56 0,0 7-266 0,3-4-266 15,-3-3 87-15,0 0 51 0,10 0 54 16</inkml:trace>
  <inkml:trace contextRef="#ctx0" brushRef="#br0" timeOffset="-213586.25">2948 11976 417 0,'0'0'164'0,"0"0"2"0,0 0-12 0,0 0-1 16,14 15-38-16,-8-8 13 0,2 3-7 0,2 4-9 16,0 3 88-16,-2 0-31 0,4 2 10 15,-1-1-25-15,3 4-6 0,-5-3 0 0,6 5-94 16,-2 1 10-16,0 0-18 0,-1-7-10 0,-2 4 90 16,0-2-22-16,3 2-29 0,-3-4 14 15,0 0-20-15,-2-3 8 0,-2 2-10 0,1-2-8 16,3-1-11-16,-5-1 9 0,1-4-11 15,0 3 2-15,-2-2-12 0,0-1-33 0,3-2-19 0,-4 1-45 16,0-4-103-16,0 3-571 0,1 0-2 16,-1-4 108-16,-3-3 50 0,0 0 77 0</inkml:trace>
  <inkml:trace contextRef="#ctx0" brushRef="#br0" timeOffset="-212919.4">4110 11683 683 0,'7'-2'225'16,"0"1"-10"-16,3 1 54 0,4 1-16 0,0 1-12 16,4 5-18-16,5 0-29 0,1 2-30 0,3 1 5 15,1 0-26-15,2 5-2 0,1-1-15 16,0-1-24-16,-1 2 5 0,1 2-7 0,-3-2-15 15,-1 1-8-15,-2 0 7 0,1-2-23 0,-6 1-2 16,1-1 0-16,-4-3-8 0,1 4-28 16,-2-1-30-16,-2-3-19 0,-3-1-20 0,2-2-41 15,-3-1-64-15,0 0-105 0,-2-4-486 0,-1 2 28 16,-1-5 94-16,1-5 24 0,-7 5 58 16</inkml:trace>
  <inkml:trace contextRef="#ctx0" brushRef="#br0" timeOffset="-212686.38">4651 11568 998 0,'-3'-2'289'0,"3"2"-30"0,-7-2-29 16,7 2-5-16,0 0-92 0,-18 12-5 0,8-5-20 16,0 7 10-16,-1 4 56 0,-2 0-13 0,-1 7-15 15,-2 1-11-15,1 5-1 0,-1-3-9 16,-2 10 3-16,1-5-18 0,3-6-18 0,1 0-13 15,2 1-7-15,-2-1-8 0,6-4 0 0,-3-3 0 16,3 4-13-16,1-6 1 0,2 0-32 16,1-1-28-16,-1-1-66 0,4 0-59 0,-4-5-151 15,8 3-522-15,-3-6 56 0,5 0 89 0,-3-3 80 16,1-4 56-16</inkml:trace>
  <inkml:trace contextRef="#ctx0" brushRef="#br0" timeOffset="-212336.19">4893 11805 739 0,'0'0'272'0,"14"0"-50"0,-14 0-17 15,17 4-13-15,-10 3-15 0,0 2-14 16,3 2-22-16,-3 4-8 0,-1 0-20 0,1 5-3 15,-6 2-10-15,1 1-3 0,-4 2-15 0,1 0 0 16,-5-5 10-16,2 5-33 0,1-5 13 0,-3 0-1 16,2-3-2-16,0 0-2 0,0-1-11 0,1-6-2 15,0 3 87-15,0-4-16 0,2-1-2 16,-1 0-10-16,2-6-3 0,0-2-21 0,6 6 1 16,-6-6-13-16,18-6 0 0,-5-1-21 0,7-1 3 15,1-3 5-15,9-3-13 0,-3-1-5 16,4 1-10-16,0 0-28 0,11-4-39 0,-5 4-20 15,-9 2-42-15,-1 3-40 0,0 0-123 16,-3 3-435-16,3-1-115 0,-9 0 100 0,-1 4 71 16,-3-4 56-16,-4 2 57 0</inkml:trace>
  <inkml:trace contextRef="#ctx0" brushRef="#br0" timeOffset="-204154.07">6309 11508 465 0,'0'0'177'0,"0"-7"-29"0,0 7-7 16,0 0-10-16,0 0 2 0,3-4 74 0,-3 4-5 15,0 0-2-15,0 0-5 0,0 0-24 0,0 0-15 16,0 0-5-16,0-6-23 0,0 6-18 16,0 0-10-16,0 0-10 0,0 0-11 0,0 0 0 15,0 0 14-15,0 0-14 0,0 0-71 0,21 9 2 16,-14-8-5-16,2 6 3 0,1-4 2 16,1 4 13-16,-1-2-5 0,1 2 2 0,3-1 6 15,-1 4 0-15,1-1-1 0,2 1 6 16,-2-2 81-16,3 2-19 0,-2 0-17 0,1 2 6 15,1-3-20-15,-3 0-1 0,0 1-5 16,2-2-9-16,-4-1-4 0,0 1-5 0,-2-3-2 0,1 2 3 16,-4 0-6-16,3-2 0 0,-5-2-2 15,1 0-13-15,1 2-23 0,-1-3-29 0,-2 1-47 16,2-2-106-16,-2 2-310 0,-4-3-284 0,0 0 44 16,7-4 67-16,-4 1 63 0,-3 3 64 15</inkml:trace>
  <inkml:trace contextRef="#ctx0" brushRef="#br0" timeOffset="-203820.35">6706 11361 698 0,'0'0'277'0,"0"0"-29"0,0 0-18 16,-11 11-7-16,10-3-26 0,-2 1-7 0,0 3-80 15,3 2-5-15,0 2-18 0,-3 3 7 0,2-1-12 16,-1 5-2-16,1 2 73 0,-2 2-7 0,0-2 5 16,0 0-20-16,2 4-19 0,-3-1 1 15,1-2-13-15,0-1-6 0,2 0 9 0,-2 0-14 16,0 0-7-16,3-3 0 0,-4-4-13 0,4 2-7 16,-2-1-14-16,1-3-1 0,1-4-4 0,-3 3 6 15,3-5-3-15,0 0 0 0,0-2 0 16,0 0-8-16,0-1 11 0,0 3-16 0,0-3 11 15,0-4-14-15,-3 2 4 0,3 2 4 16,0-7-10-16,-1 7-12 0,1-7-6 0,0 0-38 16,-2 3-77-16,2-3-67 0,-2 3-342 0,2-3-341 15,-6 3 115-15,6-3 36 0,0 0 74 0,0 0 62 16</inkml:trace>
  <inkml:trace contextRef="#ctx0" brushRef="#br0" timeOffset="-203170.52">7033 11792 898 0,'-6'-16'340'16,"-1"7"-22"-16,0 0-26 0,-1 2-77 0,2-1-16 15,-1 1-14-15,-3 4-40 0,-1-4-1 0,2 4-6 16,-2 1-10-16,-2-1-8 0,3 6-28 16,0-3-10-16,-4 4-7 0,3 1-14 0,0 1 11 15,-2 5-11-15,3 0-2 0,-1-1-21 0,1 5 8 16,4-1-2-16,-1-2 5 0,3 5-11 0,0-3 0 15,4-3-12-15,0 4 10 0,4 2-11 0,3-7-12 16,0 5 10-16,0-5-20 0,7 2 10 16,-4-6-8-16,3 1-5 0,5 0-3 0,-5-6-2 15,1 3 0-15,-1-4 2 0,2-4-7 16,-2 3 10-16,1-3 3 0,-4-2 10 0,3-1-19 16,-2-3 4-16,-1 1-3 0,-3-4 10 0,1 3-3 15,-2 0 4-15,0 1-4 0,-2 1 6 0,-1 0 2 16,1 2 0-16,-1-3-23 0,0 7 1 15,1-3 4-15,-4 5 13 0,0 0-13 0,0 0-2 16,0 0 8-16,11 7 4 0,-9 0-12 0,2 0 10 16,-1 2-3-16,0-1 8 0,1 1-10 15,3 1-18-15,-3 0-33 0,2-2-46 0,1 4-47 16,4-2-94-16,-1-2-200 0,0-1-281 0,4-2 33 16,-1-5 105-16,-3 5 27 0</inkml:trace>
  <inkml:trace contextRef="#ctx0" brushRef="#br0" timeOffset="-202402.87">7313 11698 1021 0,'0'0'340'0,"-13"0"-22"0,13 0-27 16,-13 8-40-16,2-5-10 0,4 6-26 15,-3-1-26-15,2 6-4 0,2-3-24 0,-1 2-10 16,4-1-21-16,0 2-12 0,0-3-10 0,3 3-3 15,0-3-18-15,3 3 0 0,3-3-3 16,-2 4-20-16,3-5-15 0,3 3 2 0,0-4-2 16,0 1-1-16,1-4-4 0,2-4-42 0,1 0 6 15,0 2-5-15,-1-4-6 0,1-4-28 16,3 2-20-16,-3-6-5 0,2 1-16 0,-5-3 6 16,0 2-16-16,-1-7-23 0,0 3 2 0,-3-4 9 15,-4-2 9-15,0-3-7 0,-2 3 15 0,-1-4 13 16,-1 2 34-16,1 0 22 0,-3 0 39 15,3 3 12-15,-3 1 8 0,0 6 0 0,2-5 11 16,1 5-8-16,-3 3-8 0,3 2-3 0,-3 0-12 16,3 5 0-16,0 0 15 0,0 0-13 15,0 0-2-15,0 0 2 0,-3 24-25 0,3-13 15 16,3 2 2-16,0 3-4 0,0 1-1 0,-2 0-12 16,5 2-36-16,-3-2-36 0,1 0-18 0,-1 0-13 15,1 0-30-15,0 0-49 0,-1-2-52 16,0 0-27-16,-2-5 38 0,-1 0 23 0,0-2 38 15,0-1 26-15,-1 0 49 0,-2-6 41 0,3-1 35 16,-11 5 31-16,11-5 34 0,0 0 22 16,-16-6 19-16,12 0 7 0,-3 5 30 0,3-6-19 15,-3 2 9-15,1-1-2 0,3-1-7 0,-1 0-6 16,1 2 0-16,3-2-33 0,0-1-8 16,0 0 5-16,3-4-12 0,1 2 0 0,-1 1-16 15,1 0 3-15,5-3-11 0,-1-1-2 0,-1 6-3 16,2-1 1-16,-2 1-6 0,4 2-7 15,-4 0-14-15,2 4-4 0,-1-1 8 0,-1 2 12 16,-7 0-8-16,16 3-15 0,-5 4-15 0,-4 0 20 16,0-1 3-16,2-1-13 0,-1 2 3 0,-2 2 2 15,1-3 0-15,0 1 0 0,1-3 5 16,-2 3-17-16,-2-2 17 0,2-1 0 0,-2-3 3 16,2 3 7-16,2-3-22 0,-8-1 4 0,13 0 16 15,-13 0-13-15,9-5 3 0,-1 1 5 0,-4 0-6 16,2 2-4-16,-3-3 5 0,-3 5-6 15,10-3-4-15,-9 0 7 0,-1 3-10 0,7-4-8 16,-7 4 10-16,0 0 1 0,10 0-1 16,-10 0-2-16,6 5-3 0,-6-5 3 0,7 3-2 15,-2 2 4-15,-2-2 11 0,3-2 2 0,-2 4-5 16,2-2-5-16,1 1-15 0,0-1-49 0,0-3-69 16,0 1-90-16,-1 4-517 0,5-4-40 15,-4 0 78-15,-7-1 75 0,16 0 84 0,-8-2 26 16</inkml:trace>
  <inkml:trace contextRef="#ctx0" brushRef="#br0" timeOffset="-200687.75">7559 10940 486 0,'8'-4'207'0,"2"1"-28"16,0 2-15-16,4-1-10 0,3-2-16 16,3 0-13-16,2 0-9 0,5 1-6 0,3-3-8 15,1 3-12-15,4-2-16 0,2-2-5 0,3 3-8 16,-2-3-9-16,3 4 4 0,0-2-10 15,-3-2-2-15,6 4-9 0,-3-4 4 0,-3 0-14 16,4 5 3-16,1-4 1 0,12-3 1 16,-8 5-9-16,-5-1-13 0,-1-2-1 0,0 3-12 15,14-5 20-15,-7 3 6 0,-7 0-13 0,3-3 12 16,-6 5 1-16,17-7-4 0,-8 6-6 0,-9-2 2 16,3 1-11-16,-3-2-2 0,2 3 8 0,-3-2-18 15,5 0-1-15,-7 1 22 0,2-4-6 16,0 3 5-16,-3 0-2 0,1 1-6 0,-1-1-7 15,0 1 5-15,-6-1-3 0,-1 0 6 0,-3 2-11 16,3-1 8-16,-6 0 11 0,3 2-11 16,-4-2-18-16,-3 3 18 0,0-2 7 0,0 4 1 15,-3-5-13-15,0 5 5 0,-4-1-3 0,4-1 8 16,-1-1-5-16,-3 3 3 0,4 0-3 16,-3 0 3-16,2 0-9 0,-2-3 12 0,2 4 4 15,1 0-10-15,-4 0-3 0,1 0-4 0,-1 0-1 16,0 0 5-16,-1 0 6 0,2 0-8 15,-11 0-3-15,14 0 0 0,-6 4 21 0,1-3-5 16,-2 1 12-16,-1-1-9 0,2 3 4 0,-1-1-15 16,0-1 15-16,2 4-7 0,-1-4-8 0,2 3 8 15,-4-2-1-15,4 4 11 0,-2-4-2 16,-1 4 2-16,2 0-1 0,-2 1 9 0,4 1 5 16,-4-1 2-16,2 2 8 0,-2 3 0 0,4-1 8 15,-4 3-8-15,0 1-1 0,4 1-1 16,-2 0-6-16,4 5 8 0,-2-1-5 0,-1 4-3 15,0 0 6-15,4 5-6 0,-4-2 13 16,2 4-15-16,4 9-1 0,1 2 6 0,-4 0 8 16,2-3-8-16,1 2 7 0,-5-9-22 0,6 10 14 15,-4-8 6-15,2 5-20 0,4 2-11 0,-5-9 21 16,3 9-13-16,-3-9-3 0,-1 9 0 0,5-2-7 16,-2-5 7-16,-5-3 9 0,2-1 1 15,-1 11-12-15,4 0 2 0,-2-6 19 0,-7-4-11 16,9 8 18-16,-1 2 10 0,-2-7-13 0,-2-2 8 15,-1-2-10-15,6 10 2 0,-2-5 3 16,-4-6-15-16,8 10 5 0,-5-5 5 0,5 5-1 16,-2 1-9-16,2 3 0 0,0 1 2 0,1-3 2 15,-1 5 1-15,-2-1-5 0,2 0-1 0,-1-2 6 16,0 4-16-16,1-4-2 0,-2 3 18 0,2-1-11 16,-2 0-14-16,1-2 9 0,-3 5 0 15,0-2 13-15,2 0-81 0,-1 2 4 0,-2 1 0 16,0-2 8-16,2 4 8 0,-2-2 10 0,-2 0 13 15,2 1-3-15,-3 2-2 0,4-3-1 16,-7 0 11-16,7 2-5 0,-4-2 10 0,-3 0 0 16,3 0 3-16,0 1-1 0,0-1 3 0,-3 0 11 15,1 0-11-15,1 1 5 0,1-1-2 16,-3 2 12-16,4 4-5 0,-4 0-9 0,-1-3 1 16,1-2 19-16,3 5-13 0,0-5 25 15,-3 5-28-15,1 0 11 0,-1-1-3 0,-1 1-16 0,1 0 8 16,3 4 14-16,-6-1-4 0,6-3-7 0,-4 0-3 15,1 1 3-15,4 0 5 0,-4-6-16 16,3 7 14-16,0 1-6 0,0-1-15 0,-3 2 12 16,0 0 9-16,3-5 7 0,-6 3 13 0,6-2-6 15,0-3-9-15,-3 4-21 16,-3-6 15-16,5-1-2 0,-2 0-5 0,-2 4 22 0,-2-11-30 16,3-5-2-16,-3-1 17 0,1-1 13 0,2 13-7 15,-2-7-8-15,0-6 5 0,-1-1-8 16,-2-1-8-16,2-2 16 0,3 2-20 0,-6-7 20 15,4 0-23-15,-1-2-1 0,0-4 12 0,-3-2-9 16,3-1-10-16,-3-4-7 0,0-2-24 16,1 0-51-16,-2-3-168 0,-2-3-190 0,0-3-415 15,-4-5 62-15,1-8 122 0,-9-6 70 0,2-12 51 16,-11-19 43-16</inkml:trace>
  <inkml:trace contextRef="#ctx0" brushRef="#br0" timeOffset="-199770.42">8131 11132 732 0,'13'-1'281'0,"-5"1"-15"16,1 2-25-16,1-1-70 0,1 5-40 0,-1-3-6 15,3 4 3-15,-1 0-20 0,4 2-11 0,1 0-12 16,-3-1-9-16,6 2 1 0,-2 2-13 16,-1-1-2-16,4-1-1 0,-2 3-7 15,2-5-3-15,0 2-18 0,-1 1 6 0,-3-4 2 16,1-1-23-16,-1-1-44 0,0 2-7 0,-1-3-36 16,-1-1-34-16,-5-2-53 0,0-1-59 0,0 0-200 15,-3 0-230-15,0-3 69 0,-1-1 36 16</inkml:trace>
  <inkml:trace contextRef="#ctx0" brushRef="#br0" timeOffset="-199537.63">8575 11059 808 0,'0'0'223'16,"-3"-4"-5"-16,3 4-11 0,0 0-7 0,0 0-6 16,0 0 3-16,0 0-25 0,7 21-11 15,-4-8 13-15,-2-1-33 0,2 5 7 0,0 1-25 16,0 3 3-16,-3 4 14 0,3-1-12 0,1 3-12 15,-1-2-11-15,0 3-8 0,2 0 0 16,-2-1-36-16,0 0 11 0,1-2-3 0,-1 4-2 16,0-3-11-16,-2 1-74 0,2-1-2 0,0-1-16 15,0 0 0-15,2-1-18 0,-2-6-15 0,0 3-28 16,0-5-95-16,1-3-110 0,2 3-481 16,1-3 94-16,0-2 44 0,0-5 64 0,-3-2 72 15</inkml:trace>
  <inkml:trace contextRef="#ctx0" brushRef="#br0" timeOffset="-199054.52">8962 11443 829 0,'6'21'292'0,"1"-2"-11"0,1 3-107 0,1-4-15 15,-2 2-18-15,4 3-21 0,-1 0 3 16,3 3-21-16,-2-1-17 0,2 0-1 0,1-6-12 0,-4 3-8 16,0-3 0-16,1-1 8 0,-1-3-24 15,-4-2 6-15,1-1-3 0,1-3 13 0,-2 0-2 16,-5-2 83-16,5-6-6 0,-6-1-24 0,0 0-15 16,0 0-3-16,0 0-7 0,-3-17-1 15,-4 1-9-15,-1-2-14 0,-2-4 6 0,-3-6-11 16,-7-12-10-16,2-2-5 0,1-3-7 0,0-3-8 15,1-2-1-15,1 0 6 0,5 3-10 16,1 8-14-16,5 6 22 0,-1 0-9 0,3 7 1 16,1-3 0-16,1 4-6 0,1 0-10 15,6 5-5-15,-3-2 13 0,2 6 5 0,4-1-15 16,-3 6-3-16,4-3 3 0,1 6 7 0,3-2-15 16,-5 8 5-16,0-3-2 0,4 5 2 0,-4 5 15 15,4-3-4-15,-4 8 15 0,-3-2-11 0,2 6 0 16,-4-3-14-16,1 6 22 0,-6 1-10 15,-3 2 2-15,-4 0 11 0,0 4-16 0,-3-2 6 16,-4 3-1-16,-3 0-2 0,-1-4-8 0,2 4-15 16,-4-4-15-16,3-2-52 0,2-1-76 15,-1-3-154-15,-1 0-548 0,3-3 38 0,0-4 119 16,1 2 66-16,-2-3 56 0,2 0 66 16</inkml:trace>
  <inkml:trace contextRef="#ctx0" brushRef="#br0" timeOffset="-197404.09">2056 12968 719 0,'7'-2'266'0,"3"2"-23"0,4-2-30 16,-4-3 2-16,4 4-21 0,2-6-35 0,2 4-3 16,2-2-8-16,4-1 1 0,1 0-100 0,2 0-11 15,7-3 3-15,0 1 0 0,3 0-10 16,12-3 12-16,2-2-17 0,3 2 20 0,1 1-21 15,0-4 11-15,3 6-18 0,-7-3 8 0,4 3-16 16,-10-1 18-16,-8 2-15 0,1 0 12 0,-1-1-12 16,0 1 8-16,2-3-3 0,1 2-3 15,12-2 0-15,-2-1-17 0,2 0 7 16,0 1 10-16,-1 0-2 0,3-5-10 0,1 7-3 16,0-4 18-16,-1 0-6 0,1 1-1 0,-3 2 4 15,0-4-2-15,-8 3 10 0,-4 3-18 16,1 0 10-16,10-4-2 0,-6 3-5 0,-10 1 71 0,5-3-17 15,-3 3-9-15,2 0 1 0,-2 1 13 16,0-1-16-16,1-1-10 0,-1 0 5 0,2 0-8 16,12-2-4-16,3-4 4 0,-9 6-5 0,-8 1-7 15,14-3 2-15,-6 2 13 0,-7-2-13 16,2 3-10-16,-1-1-3 0,-2 0 11 0,0-1 0 16,4 1-9-16,-3 1-9 0,0-1 5 0,2 4-13 15,13-9 8-15,-9 3-3 0,-3 3 13 16,13-1-8-16,-9-2 3 0,6 2-11 0,-7 0 1 15,-3-1-19-15,-2 2 24 0,1 0-3 16,-2 1 5-16,2-1-2 0,-1-1-10 0,1 2 2 0,-2-3 0 16,3 1 5-16,-3 1-5 0,3 2 5 15,13-7 3-15,-2 4-1 0,2-2-2 0,-9 2-7 16,6-2-6-16,4 1 13 0,-1-3 3 0,1 1-8 16,-4 3 5-16,4 1 0 0,-10-3 5 15,9 2-7-15,1 0 12 0,0-1-17 0,0 1 17 16,3 0 3-16,-4-1-8 0,4 2-7 0,-3 3 2 15,6-4 5-15,-6 2 5 0,-7-1 3 16,-3 6-12-16,-2-6-1 0,13 2-3 0,-5 0-7 16,-10 0 8-16,0 0-1 0,3 0-2 0,-6 1 16 15,2-2-19-15,-1 4 8 0,-2-4-7 0,-3-1 17 16,1 4-7-16,-2-2-19 0,1-2 11 16,-3 4 0-16,-3-4 5 0,3 4-7 0,-1-2 2 15,1 2 2-15,0-3 4 0,0 3-6 0,0-2 5 16,0 1 8-16,2-2-13 0,-2 5 10 0,6-6-8 15,-2 4 1-15,0-2 2 0,-1 1-2 16,3-1-6-16,-3 0 21 0,3 2-18 0,-3 1-8 16,-2-3 16-16,6 4-6 0,-4-2 1 15,0-1 2-15,0 2-2 0,4 2-6 0,-4-2 11 16,0-1 0-16,0 1-19 0,1 1 14 0,-4 1-1 16,3-2 9-16,-3 1-9 0,2-3 1 0,1 4-8 15,-6 0 2-15,6 0 13 0,-6 0-12 0,2 0 7 16,1-3 3-16,0 2-19 0,-1 0 16 15,-2-2 3-15,3 1-5 0,-1 2 4 0,1-5-4 16,-3 2 15-16,2 3 2 0,1-3-4 0,-3-1-1 16,2 0 6-16,1 0 2 0,0 1-6 15,3-3-73-15,3 5 23 0,1-6-11 0,-1 3 6 16,5-2 5-16,-4 4 12 0,5-4 34 16,-1-1-26-16,-1 3-5 0,-1-1 5 0,15-4 1 15,-9 2 12-15,-3 2-13 0,-5-2 18 0,2 1-5 16,2-4 15-16,10 1-2 0,-8 1 10 0,-7-1-18 15,0 1 0-15,2-5 11 0,-5 5 15 0,3-1-11 16,15-3 3-16,-18 1 13 0,0 5 13 0,-7-2-24 16,1 1 11-16,-2 0-8 0,-2 0 3 15,-2-1-8-15,-2 1 8 0,-3 4-14 0,-3-4-27 16,-1 3-49-16,-3 0-94 0,-5 1-170 0,1-3-562 16,-6 3 109-16,0 3 64 0,-6-9 55 15,1 3 86-15,-5-1 54 0</inkml:trace>
  <inkml:trace contextRef="#ctx0" brushRef="#br0" timeOffset="-186272.69">9839 10611 709 0,'0'0'271'0,"0"0"-38"0,0 0-23 16,-3-5-3-16,3 5-35 0,0 0-21 0,0 0-13 15,0 0-10-15,0 0-18 0,8-7-3 0,-8 7-15 16,0 0 1-16,10-2-17 0,-4-1-9 16,-6 3 5-16,14 3-19 0,-4-3-17 0,0 2 13 15,4-1 2-15,0 0-10 0,3-1-10 16,0 0 5-16,4 4 7 0,-1-3-12 0,1 1-13 16,2-2 2-16,2 1-66 0,5 3-5 15,-2-2-3-15,-1 1 6 0,4-3 17 0,0 1 0 16,3 2 11-16,0-1-6 0,3-1 8 0,4-1-10 15,4-1 0-15,-1-1 12 0,1-2 34 0,-4 2-28 16,17-6 10-16,-11 1-8 0,-5 0 11 0,-1 3 0 16,-1-3-11-16,12-2-5 0,-7 0 13 15,-7 1-8-15,2 1 6 0,1 0-14 0,0-3 14 16,10 2 12-16,4-2-7 0,-10 1-6 16,6 0-10-16,-3 3 13 0,-7-2-10 0,0 1 10 15,-3-1-2-15,2 3-1 0,1-1 0 0,-3-1 14 16,0 0-11-16,-1 2-8 0,-2-1 5 0,-1 0 6 15,-4-1 10-15,1 4-18 0,-4-4 17 16,-3 5-12-16,-2-4 0 0,-3 5 3 16,-1-2-21-16,-2 0 13 0,-2 2 2 0,-3 1-2 0,3-3 10 15,-7 1 6-15,2 0-11 0,2 0-5 16,-4 1 7-16,0 1-10 0,2-1 8 0,-1 0 3 16,-8 1 5-16,16-5 66 0,-6 5-18 0,1 0 3 15,-1 0-8-15,0 0-7 0,1 0 2 16,2-1-10-16,-2 1 7 0,2-3-12 0,1 3-8 15,0-3-3-15,2 2-2 0,-1 1 3 0,1 0 2 16,-2-2 0-16,3 1-3 0,0-1-7 0,-3-2 5 16,3 4-8-16,-4-1-5 0,2 1 1 15,-5 0-4-15,4 0 6 0,-4 0-6 0,0 0 9 16,4 0-9-16,-4 1 14 0,-3-1-9 0,3 4-7 16,0 1 0-16,0-4 5 0,-2 6 3 15,2-1-11-15,-4 2-2 0,1 1 10 0,1 0-7 16,-1 2 15-16,2 3-18 0,-2 2 20 0,4 3-7 15,-1-3 4-15,0 6-12 0,1-2 21 16,2 5-13-16,1 0 10 0,-1 5 12 0,0-3-12 16,-2 3 5-16,2 0-5 0,2 11 8 0,1 1-6 15,-1-4-10-15,-2 4-10 0,1 2 0 16,-1-1 18-16,0 3-2 0,-1-2 9 0,-2-1-14 16,4 6 4-16,-1-6 0 0,-3 4 3 0,4-4-5 15,-1 0 0-15,1 0-8 0,-4 3 3 0,3-3 4 16,-2-5-1-16,-4-4 7 0,6 11-6 15,-2 1-1-15,2 1 4 0,-2-4-13 0,-1 4 16 16,3-4-5-16,-2 3 10 0,-1-2-7 0,1 5-1 16,2-5 3-16,-2 2-3 0,3-3 3 15,-4-8-5-15,0 9-69 0,4-6 10 0,-1 5-11 16,1 4 9-16,-4-4 17 0,3 0-10 0,2 0 10 16,-2 4 16-16,1-2-6 0,-1-3 19 0,0 6-14 15,-2 1 9-15,3-5 2 0,-6-5-6 0,4 4 9 16,-2-1-8-16,-2-9 7 0,2 15 16 15,-3-3 0-15,2 4-8 0,-1-1 2 0,-4-6-7 16,2-6 13-16,-3 5 8 0,4 10 7 0,-4-1-18 16,2 0 13-16,1 1-18 0,-3-6 6 15,1-8-9-15,-1 16 13 0,1 0-2 0,-1-2-3 16,3-9-2-16,-1 8 2 0,1 0-7 0,1 0 12 16,-1-9 3-16,2 7-15 0,-1-2 12 15,0 2 0-15,2 2 3 0,2 0-10 0,-4 0-3 16,3-2 18-16,-3-3-7 0,3-3 4 0,-3 5 3 15,3 0 5-15,-2-9 3 0,-2-5-16 0,1 6-4 16,0 11 7-16,2 0-11 0,-1-10 1 0,2 6 12 16,-4-6-2-16,2-5 3 0,2 15-1 15,-3-4 8-15,2 0 11 0,2 4-26 0,-4-2 10 16,0-8 28-16,-1-3-33 0,-3-4-11 0,5 6 19 16,-1 11 30-16,0-1-40 0,-1-8-1 0,2 9 16 15,-5-9-11-15,3-4 11 0,-2-2-16 16,2 5 13-16,-2-5 1 0,7 8-27 0,-8-3 11 15,4-5 15-15,-4 0 3 0,3-1-13 0,2 0 28 16,-5-8-23-16,1-1-3 0,2 0 3 16,-2-4-12-16,-1 1-1 0,3-4 10 0,-4-1-9 15,4-1 1-15,-3-3 1 0,-2-2 3 0,2 1-6 16,0-2-10-16,0-4 0 0,-3 1-13 16,1-3-138-16,-1-4-146 0,0 0-627 0,0 0 123 0,-11-22 51 15,0-6 74-15,-12-21 80 0,-4-19 45 16</inkml:trace>
  <inkml:trace contextRef="#ctx0" brushRef="#br0" timeOffset="-185505.56">10349 10651 578 0,'-3'-4'233'0,"3"4"-21"0,-3-4-40 0,3 4-16 15,0 0-2-15,0 0-6 0,0 0-17 0,6 15-1 16,1-5 11-16,-1-2-16 0,2 9-25 16,-1-3-5-16,3 4-11 0,1 0 11 0,-1 3 51 15,0-2-23-15,1 4 0 0,-2-3-26 0,1 5-10 16,-3-2 5-16,4-4-13 0,-5 6-7 16,4-3-5-16,1-3-52 0,-4 3-41 0,-1-4-61 15,1-3-174-15,1-3-478 0,-2 3 47 0,-2-6 86 16,-1-3 68-16,0-4 47 0</inkml:trace>
  <inkml:trace contextRef="#ctx0" brushRef="#br0" timeOffset="-185272.22">10404 10718 1090 0,'-3'-5'322'16,"6"-1"-30"-16,0 0-28 0,-2-2-23 0,5-2-19 15,4 1-20-15,4 0-20 0,0-5-5 16,6 4-29-16,1-1-12 0,-1-1-16 0,4 2-10 16,-3 1-2-16,3 0-6 0,-1 0-15 0,-2 0-10 15,-3 3-5-15,-2-1-24 0,2 5-30 0,-5-4-51 16,1 6-62-16,-4-2-79 0,-3 2-164 0,-1 1-455 16,2 0 94-16,-5 3 41 0,-3-4 75 15,0 8 63-15</inkml:trace>
  <inkml:trace contextRef="#ctx0" brushRef="#br0" timeOffset="-185089.07">10503 10865 619 0,'0'3'256'0,"0"-3"36"16,0 0-18-16,0 0-24 0,18 0-32 0,-8 0-29 15,3-3 14-15,4-3-27 0,4 3-14 16,-1-2-22-16,4-3-7 0,0 4-10 0,0-3-15 15,0 0-8-15,3 0-29 0,-3-2-14 0,0 5-65 16,-4-1-41-16,-2-2-122 0,0 4-572 16,-2-1 34-16,-2 2 103 0,-4 1 35 0,-3 0 72 15</inkml:trace>
  <inkml:trace contextRef="#ctx0" brushRef="#br0" timeOffset="-184872.69">10667 11014 721 0,'0'0'228'16,"0"0"-15"-16,0 0-19 0,7 8-4 15,-7-8-11-15,14 2-26 0,-8-1-4 0,5-1-21 16,2-1 20-16,-2-1-38 0,6-1-2 0,-4 2 40 16,5 1-15-16,-5-3-5 0,8-1-15 0,-4 1-16 15,0 0-25-15,4-2-49 0,-2-2-44 0,-1 3-83 16,0-3-129-16,-2 1-469 0,-2-2 16 15,-1 1 57-15,-3 2 68 0</inkml:trace>
  <inkml:trace contextRef="#ctx0" brushRef="#br0" timeOffset="-184555.69">11002 10831 716 0,'0'0'241'0,"0"0"-18"15,4 20-98-15,-2-12-12 0,3 7-1 0,-2-3-15 16,1 3-12-16,2 2 2 0,1 6-20 0,-1-3-1 15,2 2-5-15,2 1 1 0,-3-3-3 16,3-2-18-16,-3 4 5 0,0-6-21 0,0 0 16 16,-1-3-10-16,1 2 10 0,-3-7-8 0,2 2 1 15,-2 1 22-15,-1-5 3 0,-3 1-34 16,0-7 16-16,-3 4-5 0,3-4 8 0,0 0-11 16,0 0 0-16,-14-14-7 0,4 6-1 0,3-6 4 15,0 1-9-15,-3-3 8 0,-1-2-2 0,2-3 2 16,2 4 3-16,-1 0 2 0,2 1-2 15,2-1-8-15,1 2 7 0,0 3 11 0,0-3-12 16,3 3-22-16,3-1 14 0,0 4-8 0,1-1-8 16,2 0-21-16,2-2-48 0,-1 5-36 15,5-3-145-15,-1 6-452 0,-1-2 27 0,1-2 53 16,2 1 51-16</inkml:trace>
  <inkml:trace contextRef="#ctx0" brushRef="#br0" timeOffset="-183755.69">11235 10839 629 0,'3'8'184'0,"0"2"-9"0,1 1-17 0,3 4-20 15,0-1-20-15,0 0-5 0,2 5-13 0,1-2-3 16,1 1-13-16,-1-1-12 0,-3-2 2 16,1-3-7-16,1 5 5 0,-5-4-14 0,2-2-4 15,-2-3-8-15,3 2 5 0,-3-2 13 0,-1-1 0 16,-3 0 3-16,3-4-6 0,-3 2-12 15,0-5 0-15,0 0-11 0,0 0 18 0,0 0-20 16,0 0 0-16,-21-15 2 0,15 7-9 0,2-3 63 16,-2-3-13-16,-2-2 0 0,2 4 6 0,2-3-6 15,1 1-5-15,3-3-4 0,-3 5-1 16,3-2-8-16,3-3-7 0,1 2-21 0,2 2 13 16,2-2-10-16,2 1 18 0,3-1-16 15,1 4-2-15,-1-3-13 0,2 4 5 0,1 2-15 16,1 1 5-16,0 2-3 0,0 0 8 0,-3 5-20 15,3 0 15-15,0 5-3 0,-3 0-12 0,-1 2 12 16,1 5-5-16,-4 1-5 0,0 0 8 16,-2 0 0-16,-1 4 0 0,-1-2 2 0,1 6-10 15,1-4 0-15,1-5-5 0,-5 5 0 0,6-2 0 16,0-1 6-16,-3-2-9 0,3 3 6 0,1-6-1 16,-1 1 1-16,-3-3-1 0,3-1 1 15,0-4 7-15,0 1-12 0,-3-3 14 0,-7 0-1 16,17-3-9-16,-10-4 3 0,-4 0-2 15,1 2 2-15,-4-8-3 0,0 2 1 0,-4-3-6 16,-2-4 3-16,-1 3 11 0,0-3-6 0,-3-1 3 16,0-1 2-16,3 3-10 0,-1 3 2 15,-1-1 9-15,2 1-6 0,1 2 5 0,2-1-5 0,0 2 0 16,1 1-2-16,2-2-1 0,2 3 11 16,2 1-21-16,4 0 3 0,-3 4-10 0,5-2 23 15,1 3-3-15,5-1-13 0,-2 4 13 0,1 4-18 16,3-1 6-16,3 3 17 0,1 2-2 15,-1 2-6-15,1 2 16 0,3 5-21 0,-4 2-7 16,4 0-69-16,-3 0 7 0,0 2 11 0,-5-2 10 16,2-1-3-16,-5 0 10 0,-3 2 6 0,-2-4 10 15,-1-3 7-15,-1 1-4 0,1-3-1 16,-4-3 11-16,1 5 15 0,-1-5 7 0,-3-4 1 16,0 3 2-16,-3-1-5 0,3-6 1 0,0 0 4 15,0 0 5-15,0 0 16 0,-21-14-18 16,15 4-6-16,-5-4-12 0,4-3 16 15,-2-2-6-15,2-3 2 0,-1-6 1 0,1-3 12 0,1 5 1 16,3-1-11-16,2-3-7 0,1 5-1 0,1 0 3 16,2 0-2-16,0 0 12 0,4 5-7 15,-1-2 2-15,2 6-7 0,-1 4 12 0,2-1-12 16,3 4 4-16,-2 5-7 0,3 0-10 0,-2 4-3 16,2 0-22-16,-3 5-37 0,1 2-43 15,-5 2-59-15,1 2-44 0,-4 5-511 0,-3 1 32 16,-3 0 29-16,-4 7 64 0,-6 2 87 0</inkml:trace>
  <inkml:trace contextRef="#ctx0" brushRef="#br0" timeOffset="-183006.69">10285 11568 714 0,'3'-7'212'0,"-3"7"-25"0,6-3-13 15,-2 0-15-15,3-1-13 0,0 3-3 16,-1-2-5-16,5-1-15 0,3 4-3 0,2-2-4 15,2 0-9-15,3-4-7 0,5 6-3 0,5-7-12 16,1 4-16-16,5-2-13 0,4 1 8 16,-1-4-3-16,15-1-14 0,0-2 1 0,-3 1-9 15,2-1 7-15,1-3-8 0,6 6 70 16,-3-4-6-16,4-1-20 0,3 3 15 0,3-5-23 16,14 3-5-16,-14-1-2 0,15-4-6 0,-15 6-7 15,0-3 5-15,1 3-13 0,-4-3 0 16,3-1 5-16,10-2 11 0,5-1-14 0,-4 6-12 0,-8-2-2 15,9-4 1-15,1 2 1 0,-2-2 13 16,-17 3-11-16,2 0-17 0,-2-2 12 0,-4 5-7 16,-3-2 4-16,-1 0-73 0,-9 4 7 0,-8 2 0 15,-3-2-10-15,-6 3 18 0,-1 3-8 16,-6 0 23-16,-4 0-5 0,0-2 3 0,-4 4 2 16,1-3 6-16,-4 4-6 0,-3 0 5 15,-7 1-33-15,7 0-41 0,-7 0-87 0,0 0-176 16,-10 9-487-16,3-6 118 0,-4 4 38 0,1-6 72 15,-3 5 66-15</inkml:trace>
  <inkml:trace contextRef="#ctx0" brushRef="#br0" timeOffset="-167107.18">11293 11886 634 0,'14'-6'259'0,"-8"2"45"0,1-1-30 0,0-1-36 15,3-1-17-15,-3 0-22 0,7-3-30 0,-4 2 0 16,0-3-15-16,4-2-19 0,-4 2-17 0,-3-3-8 16,3 3 0-16,0-4 0 0,-6 3-15 15,2-1-8-15,-5 1 8 0,3-1-3 0,-4 2-13 16,0 0 3-16,0 1-5 0,-4 2-16 0,0-1 3 15,1 5 0-15,-4-1-7 0,0 1-6 16,-4 1-5-16,2 3 5 0,-1 3-7 0,-5 1-1 16,-1 4-79-16,-1-1-5 0,3 4 11 0,-3 3 12 15,3 1 0-15,0-2 8 0,1 2-14 16,3 3 12-16,2-2 1 0,2 0 19 0,2 1-5 16,1-1-11-16,3-2 13 0,3-1-15 0,4 2 5 15,0 0 7-15,7-2-14 0,2 1 19 0,5-6-7 16,3 0 3-16,1 1 2 0,5-8-8 15,-2 4 3-15,3-3 11 0,-1-2-6 0,1-3 0 16,-4-1-3-16,3-1 3 0,-6 0 1 0,1-3-6 16,-1 1-3-16,-7 4 13 0,0-4-10 0,-1 2 3 15,-4 2-1-15,-2 1-2 0,3-3-2 16,-6 5-8-16,0-1 4 0,-7 1-1 0,10 1-1 16,-10-1 8-16,8 7-2 0,-5-1-11 0,0-4 5 15,0 7 11-15,0-1-1 0,-2-1-4 0,5 1-9 16,-3 0 17-16,5 1-6 0,-4-2-8 15,5-3 5-15,-2 3 3 0,4 1 11 0,-1-6-14 16,3 2 0-16,-2-4 3 0,2 0 8 0,1-4-21 16,0 2 18-16,-1-6-2 0,1 1 10 0,-1-1-6 15,1-2 9-15,-7 0-6 0,3-2 0 16,-6-2 6-16,0 0-6 0,-1 2-8 0,-3-1 19 16,-3-4-19-16,-1 2 14 0,0 4-8 0,-3-3-11 15,-2 5 8-15,-2 0 5 0,-3 7-7 16,1-3-26-16,-4 5 0 0,-1 4-54 0,1-1-59 15,-3 7-63-15,0 3-98 0,2 2-497 0,5 0 90 16,-5 7 44-16,1 3 97 0,4 0 41 16</inkml:trace>
  <inkml:trace contextRef="#ctx0" brushRef="#br0" timeOffset="-166525.12">11655 12818 842 0,'0'0'256'0,"0"0"-23"16,14-13-26-16,-8 4-18 0,4-3-2 0,1 3-20 15,-1-4-22-15,0-2-17 0,4-2 3 16,-4 1-24-16,1-2 68 0,-4-2-12 0,-1 2-24 16,-2 1-1-16,-1 2-13 0,-3-3 1 0,0 6-14 15,0-1 6-15,0-2-82 0,-3 5-11 16,-1 3-2-16,-2-3 1 0,-1 9 1 0,-4-5-4 16,-2 9-6-16,-1 1-2 0,-2 1 7 0,1 1-2 15,-1 6-8-15,1 0 16 0,-1 2-11 0,2-2 1 16,4 4 14-16,0-1-14 0,6 0 4 15,0-1-7-15,1 0 2 0,3 0-9 0,3 1 19 16,5-4-4-16,2 6-3 0,3-4-11 0,5-1 14 16,3-4-1-16,6 2-12 0,-4-3-36 15,4-3-36-15,4 0-36 0,0-4-33 16,0 0-39-16,0-4-27 0,2 0-39 0,-5-3 30 0,-4-3 11 16,-3 2 8-16,-4-7 15 0,0-1 46 0,-4 1 41 15,-2-4 87-15,-4 3 56 0,-1 3 36 16,-2-4-15-16,-4 3 18 0,3 3 10 0,-3-2 10 15,0 5 0-15,0-2-38 0,0 3 7 0,0 4-2 16,0 3-15-16,0 0 7 0,0 0-5 16,0 0-13-16,0 0-2 0,-3 20 2 0,6-5-7 15,-3 2 0-15,3 2 4 0,1 5-1 0,4 6-14 16,1 1-28-16,4 13-33 0,2-2-31 16,-2 1-84-16,4 7-164 0,0-2-496 0,0-4 104 15,-6 4 33-15,0-11 80 0,-2-4 59 0</inkml:trace>
  <inkml:trace contextRef="#ctx0" brushRef="#br0" timeOffset="-166158.36">11952 13583 703 0,'0'0'251'0,"0"0"-43"16,0 0-34-16,-3 22-69 0,6-13-49 16,-2 3-138-16,5 3-486 0,-3 2 35 0</inkml:trace>
  <inkml:trace contextRef="#ctx0" brushRef="#br0" timeOffset="-165957.68">12103 14384 798 0,'3'7'259'0,"-3"1"40"16,4 1-30-16,-1-1-23 0,4 2-24 0,-3-3-25 15,2 5-17-15,1-1-45 0,0 3-48 0,4-1-71 16,-5 1-201-16,1-2-155 0,3 5-303 0,-3-2 14 16,0 2 58-16</inkml:trace>
  <inkml:trace contextRef="#ctx0" brushRef="#br0" timeOffset="-163807.58">11997 15906 921 0,'0'0'246'0,"0"0"-18"0,4-5-19 16,-1 2-14-16,0-3-21 0,1 1-8 0,2-2-15 15,1-2-15-15,1-1-10 0,2-3-6 0,-1 2-5 16,2-3-13-16,-4-1 6 0,-1 3-26 0,-2-3 7 16,2 0-19-16,-1 3-24 0,-2-4 10 15,0 1 3-15,-3 0-11 0,0 3 1 0,0-1 2 16,0 1 54-16,-3-1 3 0,0 3-19 0,-1 2-9 15,3-1 2-15,-5 1-18 0,2 1-6 16,-2 7-12-16,0-3-2 0,6 3-11 0,-15 3 3 16,8 1 0-16,-2 2 2 0,1 1-7 0,1 5-3 15,-2-1-2-15,2 4 2 0,3 1-5 16,-3 2 8-16,3 0-8 0,1-1-5 0,3-1 0 16,0 2-3-16,3-1 8 0,-2 3-10 0,5-1 5 15,2-1-3-15,2 0-2 0,3-3 5 0,4 2-13 16,1-4 5-16,-1-1-2 0,4-2 5 0,3-1-8 15,2 0 5-15,1-4-2 0,-2 1-8 16,5-2-8-16,-6-3-20 0,-2 2-8 0,0-2-23 16,0 1-15-16,-2-2-31 0,-3 0-13 0,0 0-51 15,-4 0-79-15,2 0-82 0,-2 0-469 16,1 0 75-16,-4 0 56 0,-3-2 61 0,3 1 62 16</inkml:trace>
  <inkml:trace contextRef="#ctx0" brushRef="#br0" timeOffset="-162924.68">12493 15874 711 0,'0'0'289'0,"0"0"-33"0,-7-4-18 0,7 4-20 15,0 0-16-15,0 0-41 0,0 0-2 0,0 0-8 16,0 0-8-16,0 0-12 0,7 16-6 15,-4-11-17-15,-2 2-6 0,2 1 1 0,0 3-9 16,0 1-4-16,1-1-80 0,2 3-5 0,-2-1 6 16,3 3 12-16,-4-1-13 0,4 2 0 15,-3-1 0-15,6 1 6 0,-6-3 7 0,5 0-8 16,-5 1 3-16,2-1-15 0,-2-3 12 0,3-1-2 16,-3 1-8-16,2 0 5 0,-3-4-15 15,1 1 13-15,-1-1 15 0,-3-3-5 0,3 2 15 16,2-1-15-16,-5-2 36 0,0-3-26 0,3 7-10 15,-3-7 5-15,0 0 0 0,0 0 2 16,0 0-20-16,0 0 8 0,0 0-15 0,-8-22-3 16,2 11-11-16,3 0-4 0,-1-4 4 0,-2 2-7 15,2-4 11-15,-3 2 1 0,3-2 4 0,-2 3-6 16,2-1 15-16,1 0-2 16,-3 1-2-16,5 2 7 0,-2 0 13 0,-1 1-3 0,1 0 6 15,0 1 2-15,2 1-8 0,-2 0-2 0,3 4 10 16,-3-2-13-16,3 1-10 0,0 6 18 15,0-8-8-15,3 4-7 0,-3 4-1 0,0 0 4 16,10 0-6-16,-10 0 15 0,14 5-5 16,-7-1-15-16,0 1 10 0,3 2 16 0,0 0-21 15,0 1-3-15,1 2 11 0,-1-1-13 0,3 0 7 16,-2 1-9-16,-1-1 7 0,4 0 2 0,-4-1 8 16,0 0-2-16,1-4-3 0,-4 3 3 15,3-2-6-15,-4-1 3 0,2-2 6 0,2-2 2 16,-4 0-19-16,-6 0 14 0,15-2-5 0,-9-3 12 15,1-1-2-15,-1-3-6 0,-2-1-1 16,-1-5 11-16,1 0-19 0,-3-3-3 0,2-2 15 16,-3 2-10-16,0 0 5 0,0 3 3 0,0 0 0 15,0 1 12-15,0 1-17 0,0 1-6 16,-3 1 0-16,3 5 6 0,-1-2-6 0,2 2 3 16,-1 6 6-16,-1-5-6 0,1 5 12 0,0 0-12 15,0 0 16-15,4 20-11 0,-1-10 3 0,0 1-1 16,-2 5-7-16,5-1 18 0,-3 2-13 0,1-1 0 15,3 2 0-15,-4 0-2 0,4 3 71 16,-3-3-15-16,5 2 5 0,-5 0-8 0,6-3-9 16,-6-1-1-16,2 0-41 0,4-1-21 15,-5-2-32-15,2 0-93 0,2-1-148 0,-2 0-431 16,1-5-63-16,1-1 87 0,-2-5 71 0,0 1 57 16,-7-2 77-16</inkml:trace>
  <inkml:trace contextRef="#ctx0" brushRef="#br0" timeOffset="-162675.55">13008 16049 893 0,'0'0'391'0,"-3"-3"-40"0,3 3-26 0,0 0-36 15,0 0-22-15,-3-4-34 0,3 4-18 16,0 0-16-16,0 0-37 0,0 0-6 0,0 0-16 15,11-7-9-15,-5 3-8 0,1 2-21 0,3-3-17 16,4 1-37-16,-1-3-19 0,2 0-58 16,1 0-24-16,-1 0-34 0,4 1-36 0,-4-1-90 15,1-2-102-15,1 1-463 0,-3 1 72 16,3-3 89-16,-7 0 44 0,1-2 38 0</inkml:trace>
  <inkml:trace contextRef="#ctx0" brushRef="#br0" timeOffset="-162502.96">13269 15681 839 0,'0'0'348'0,"0"0"-36"0,0 0-22 16,0 0-9-16,3 25-9 0,0-10-37 15,1 2-17-15,2 3-14 0,2 3-22 0,2 1-105 16,-3 2 2-16,4 4 8 0,-1-1-2 0,3 1-21 16,-2-1-10-16,2 3-39 0,4 10-13 0,-4-7 9 15,-6-5-75-15,7 2-31 0,-4-3-130 16,-3 2-118-16,1-3-400 0,1-5 81 0,-5 0 47 15,-1-7 65-15</inkml:trace>
  <inkml:trace contextRef="#ctx0" brushRef="#br0" timeOffset="-154826.12">2634 13201 816 0,'0'-8'305'0,"0"8"-52"15,0 0-5-15,1-4-25 0,-1 4-21 0,0 0-15 16,2-6-31-16,-2 6-33 0,0 0-15 0,0 0-11 15,0 0-15-15,0 0-39 0,0 0-25 0,0 0-72 16,0 0-68-16,0 0-101 0,10 13-430 16,-6-8 31-16,-1-1 57 0,0-1 55 0</inkml:trace>
  <inkml:trace contextRef="#ctx0" brushRef="#br0" timeOffset="-154724.75">2784 13498 220 0,'7'16'84'16,"-3"-4"-97"-16</inkml:trace>
  <inkml:trace contextRef="#ctx0" brushRef="#br0" timeOffset="-154574.15">2989 14087 112 0</inkml:trace>
  <inkml:trace contextRef="#ctx0" brushRef="#br0" timeOffset="-154092.66">3321 15848 368 0,'4'18'105'0,"2"-4"-5"15,-3-2 64-15,0 2-6 0,2-4 1 0,-2 0-23 16,-2 0-13-16,1 0 5 0,2-1-8 0,-4-2-5 16,3-2 11-16,0 4 4 0,-2-4-74 15,1 1 16-15,-1-1 15 0,2 1 77 0,-3-6-13 16,0 7-3-16,3-4-7 0,-3-3-21 0,0 7-12 15,0-7-6-15,0 5-33 0,0-5-71 0,0 0-67 16,0 4-251-16,0-4-412 0,0 0 59 16,0 0 61-16,0 0 69 0</inkml:trace>
  <inkml:trace contextRef="#ctx0" brushRef="#br0" timeOffset="-152010.02">13724 8253 568 0,'10'22'225'0,"3"-1"-25"0,1 1-21 0,-1-5-15 16,2 6-11-16,1 2-22 0,-1 0-3 0,4-1-3 16,-1 1-35-16,-2-1-21 0,2-4-44 0,-1 4-89 15,-4-6-133-15,-2 0-432 0,-1-4 48 16,0 1 46-16</inkml:trace>
  <inkml:trace contextRef="#ctx0" brushRef="#br0" timeOffset="-151776.08">13709 8176 952 0,'-3'-8'284'16,"0"1"-21"-16,3 2-24 0,-3-2-12 0,6-2-22 15,-3-5-28-15,3 6-21 0,4-4-8 16,1-1-22-16,5-2 4 0,0 3-27 0,4-3-3 16,4 0-19-16,-4 4-4 0,4 1-3 0,-2-2-15 15,2 2-36-15,0 2-18 0,-7 1-43 0,6 3-52 16,-7-2-40-16,2 3-116 0,-2-1-97 16,-2 4-345-16,-4 0 35 0,2 4 95 0,-5-1 43 15</inkml:trace>
  <inkml:trace contextRef="#ctx0" brushRef="#br0" timeOffset="-151592.41">13870 8293 829 0,'0'6'322'16,"0"-6"-30"-16,0 0-21 0,11 0-27 15,-11 0-27-15,13-6-22 0,-3 3-11 0,4-4-20 16,0 0-8-16,6 5-25 0,-2-6-9 0,-1 0-17 15,3 1-20-15,0-1-52 0,-2 5-56 0,2-4-79 16,-6 2-147-16,3 3-460 0,-4 1 16 0,-3 0 78 16,-2 1 62-16</inkml:trace>
  <inkml:trace contextRef="#ctx0" brushRef="#br0" timeOffset="-151109.52">13993 8469 691 0,'0'0'261'0,"11"2"-18"0,-11-2-23 16,16-3-18-16,-1 3-12 0,4-7-21 0,2 2-29 15,4-1-1-15,2-3-14 0,4-1-12 0,0-2-6 16,0 3-30-16,-1-1-26 0,1 0-51 0,-8 1-72 16,1-3-61-16,-3 4-54 0,-4-2-63 0,-3 2-183 15,-1-2-28-15,-2 2 121 0,-4-2 168 16,-4-2 62-16,0 2 82 0,-3-1 74 0,-3-3 49 15,0 4 38-15,-1-4 23 0,-2 5 21 16,1-1 10-16,2 1 5 0,-3 0-21 0,5 1-28 16,-2 2-17-16,0-2-11 0,-1 5-2 0,4-3-19 15,0 6 4-15,0 0-22 0,0 0-4 0,0 0 2 16,0 0-17-16,7 18-9 0,0-9 4 16,-4 3-1-16,5-2 0 0,1 5-18 0,-2-4-15 15,0 6 18-15,4-2-13 0,-5-2-3 0,1 2 14 16,0-1-16-16,0-3 5 0,-3-1-3 15,2 0-4-15,-3-1 17 0,1 0-2 0,-1-5 25 16,0 1-18-16,-3-1 8 0,0-4-7 0,0 0 4 16,-9 4 11-16,9-4-13 0,-11-8 0 15,1 0 64-15,0-2 2 0,0-5-4 0,-4-2-16 0,4 0 5 16,-5-5-8-16,5 3-7 0,1-3-79 16,2 2 17-16,-4 2-2 0,5-4 2 0,2 5-7 15,1 2-3-15,0 0-3 0,3 2-2 0,0 1-35 16,3-1-24-16,3 4-44 0,-2 0-66 15,2-3-89-15,2 8-198 0,2-4-299 0,-3 2 49 16,3-1 63-16,0 3 65 0</inkml:trace>
  <inkml:trace contextRef="#ctx0" brushRef="#br0" timeOffset="-150326.78">14687 8233 517 0,'7'17'184'0,"0"-5"-23"16,4 2-20-16,-5-3-8 0,-2 2-13 0,2-3-17 16,1-1 2-16,0 0-13 0,-3 0-8 0,2 0-4 15,-3-4-14-15,-2 2 49 0,2-3-5 0,0 2-15 16,-3-6-8-16,0 0-7 0,0 0 4 16,0 0 8-16,0 0 51 0,-10-18 14 0,4 5-19 15,-1 1 3-15,-1-5-29 0,2-1-7 16,-1-4-54-16,1-2-12 0,2 4 4 0,-3-4 16 15,7 6-10-15,-3-4-3 0,3 5-13 0,3-5-5 16,0 2 0-16,1 4 1 0,0-1-14 0,2 0 0 16,1 2 3-16,0 4-2 0,3-3-1 0,0 4-12 15,3 3 9-15,-2 6-1 0,-1-2-4 16,5 3 9-16,-5 3-9 0,6 3-2 0,-2 1-2 16,-1 3 2-16,-1-1 3 0,1 2 2 15,1 4-13-15,-1-1 9 0,-3-1 6 0,4 2-1 16,-4-5-14-16,0 5 8 0,1-5-7 0,2 3 7 15,-6-4-8-15,4-1 8 0,-1 2 0 0,0-4-12 16,0-4 2-16,-3 5 5 0,3-4 0 16,-2-3-13-16,-8 0 5 0,13-1 11 0,-6-2-3 0,-1-3 5 15,-1-1-8-15,-2-2-7 0,0-1 7 16,-6-4 9-16,3 3 17 0,-4-6-23 0,-3 3 2 16,3 1 14-16,-5-2-9 0,5-1 11 15,-6 2 3-15,3 2 4 0,0-4-7 0,0 7 10 16,-3-5 8-16,6 4-13 0,-2 1 0 0,2-1-2 15,1-2-11-15,3 4 10 0,0 0 14 16,3-2-19-16,1 2 3 0,3 1-3 0,6-3-4 16,-2 7-1-16,6-4-5 0,-1 5 3 0,2-1-3 15,-1 3 13-15,3 0-13 0,1 5 7 0,2 3 1 16,2 1-2-16,2 2-11 0,0 4 7 0,-2 2-2 16,2-2-7-16,-4 3 4 0,1 0-2 15,1 3-10-15,-4-3 5 0,-5-1 8 0,1 1-9 16,-6-3 4-16,-2-4-1 0,2 3 3 0,-7-3 5 15,2 1-5-15,-3-7 8 0,-2 2 5 16,-1 0-13-16,0-7 8 0,-4 3-6 0,4-3 3 16,0 0 3-16,0 0 12 0,-24-13-4 0,17-2 2 15,-2-2 10-15,-2-1-20 0,4-4 7 16,-3-10-30-16,0 3 25 0,2-4 5 0,2-6 16 16,3 3-23-16,0-2 4 0,3 2 6 0,0 1 5 15,6 2 0-15,-3 1-7 0,4 7-4 16,0 0-1-16,0 3 19 0,3 2 1 0,4 5-13 15,-4 0-13-15,3 5 8 0,-1 3-3 0,4 4-43 16,-2 3-11-16,-1 2-40 0,5 5-90 0,-2 5-92 16,2 8-576-16,-2 0 58 0,-1 7 65 0,-2 2 74 15,-2 4 69-15,2 10 54 0</inkml:trace>
  <inkml:trace contextRef="#ctx0" brushRef="#br0" timeOffset="-146743.39">2162 12493 785 0,'-4'-3'318'0,"1"-4"-26"0,0 4-26 16,-1-2-15-16,1-2-6 0,0 5-19 16,3 2-45-16,-8-8 4 0,5 6-19 0,0-3-5 15,3 5-25-15,0 0-13 0,-10-1-13 0,10 1-18 16,-14 2-8-16,7 4-12 0,0 2 5 0,-3 2-11 16,0 4 1-16,3 1-18 0,-3 2-8 0,-1 2 0 15,4-2 0-15,4 1 2 0,-3 2-7 16,3-2 0-16,2 1-8 0,2-2-8 0,2-1 1 15,3 1 4-15,-2-3-14 0,5-2 4 0,2 4 8 16,0-7-13-16,2 3 1 0,0-3-1 16,1-5-5-16,0 3 10 0,-1-5 3 0,-1 2-8 15,0-3 1-15,2-1-4 0,-3-2 6 16,-1-3-15-16,1 3 9 0,-2-4-2 0,-2-1 8 16,-1-1-10-16,2 2-3 0,-4 0 2 0,-1 1 16 15,0 0-8-15,1 0-7 0,-1 3 0 16,-3 2-6-16,3-6 3 0,-3 6-5 0,0 0 13 15,0 0-8-15,0 0 0 0,0 0 10 0,0 0-13 16,-6 18 13-16,5-11-12 0,1-3-3 0,0-4-3 16,1 9 3-16,2-4 0 0,-3 0-5 0,3-3 10 15,1 4-3-15,3-4-5 0,0-2 8 16,0 2-2-16,2 1-11 0,-9-3-2 0,21-5-11 16,-8 3-10-16,-2-4 13 0,2 3-2 15,-2-2 12-15,0-2-3 0,-2 3 6 0,2-4 0 16,-1 0-8-16,0 0 10 0,-4 1 1 0,2-3 2 15,-1 2 2-15,-1 1 0 0,-2-1-4 0,2-1 7 16,-1 7-5-16,1-4-18 0,-5-1-6 16,2 4 12-16,0-2-4 0,-3 5-2 0,7-2 8 15,-7 2-13-15,6-2 12 0,-6 2 1 0,0 0 12 16,15 4-2-16,-9 0 3 0,-2 0-6 0,2-3 0 16,1 5 1-16,-3-5 7 0,2 5-3 15,-2-3 0-15,2 1-2 0,-2 0 5 0,-4-4-2 16,8 5-1-16,-5-3-7 0,-3-2 30 15,6 6-4-15,-6-6 2 0,0 0 5 0,4 1-3 16,-4-1-10-16,0 0 13 0,0 0 3 0,0 0-11 0,-7-15 14 16,1 6 1-16,2 1-7 0,-1 0-5 15,-1-2 18-15,-1-4 0 0,4 4-13 0,-4-5 0 16,4 5 8-16,-1-1-8 0,0-3-3 16,2 4-20-16,1-3 8 0,1 3 0 0,-3 0-16 15,6 1-10-15,-3-4-43 0,3 3-55 0,1 2-24 16,3 0-75-16,0-1-100 0,-3 1-415 15,5 1-25-15,2-3 97 0,-4 3 80 0,0 3 35 16</inkml:trace>
  <inkml:trace contextRef="#ctx0" brushRef="#br0" timeOffset="-145976.65">2657 12408 696 0,'1'13'240'0,"2"-1"-35"0,4 2 0 15,-4 3-28-15,4 0-29 0,-3 3 13 16,5 2-30-16,-1 1-11 0,-1-3 3 0,2 4-8 15,-1-5-10-15,5 3-18 0,-6-3-13 0,-1-3 1 16,2 1-9-16,-1-4-4 0,-3-1-1 16,2-2 3-16,-3-1 31 0,0 1 5 0,1-6-6 15,-4 2-20-15,0-6 1 0,0 0-1 0,0 0-13 16,0 0-7-16,0 0 2 0,-23-22-73 16,15 6-4-16,-2-2 3 0,3-2 0 0,-4-3-5 15,5 0 0-15,-1-1 5 0,1 3 3 0,2-1 10 16,1 3-21-16,3 1 16 0,0-1-3 15,0 7 16-15,3-3-14 0,1 4 9 0,2-1-1 16,1 3-10-16,4 3 3 0,-1 0 10 0,-1 1-2 16,3 4-9-16,-2-1 9 0,0 4-3 0,0-1-3 15,-3 3-5-15,-1-1 18 0,-2 5 1 16,-1-3-27-16,-2 1 18 0,-1 1 1 0,-1 0 4 16,-2 3-2-16,-1-3 21 0,1 0-11 0,0-1 8 15,-3-1-5-15,2 0-8 0,0-2 13 16,1 4-3-16,2-5 8 0,1-2 21 0,-3 7-6 15,3-7-12-15,0 0 12 0,0 0-4 16,0 0-14-16,17-9 8 0,-7 1 5 0,1 1-15 16,6-3 64-16,-4 2-13 0,2 0-7 0,1-3 7 15,-1-1-13-15,-2 1-7 0,1 1 2 0,-1 0-2 16,-2-3-13-16,-1 3-1 0,-3 1 4 16,2 0-3-16,-4 1 5 0,1 0-6 0,-3 0-12 15,1 2 6-15,-1-1-9 0,-2 4 6 0,-1 3 2 16,0 0-18-16,0 0 8 0,0 0-3 15,0 0-2-15,0 0-10 0,-14 11 4 0,6-4 6 16,5 1 3-16,0-1-11 0,-1 3-5 0,4-4-8 16,-3 1 3-16,3-2 13 0,0 2-11 0,0 0 11 15,3-1-8-15,1-1-5 0,-1 0 5 16,5-3 12-16,-1-1-17 0,2-1 5 0,4 0-5 16,-1-1 0-16,4-5-5 0,2 2 5 15,-1-3-1-15,-1-1-6 0,2 0 1 0,-5-1 9 16,2-5-11-16,-3 3 5 0,-1-3-12 0,-1 1-1 15,-3-3-9-15,-3-1 12 0,-1-5 5 0,0 4-10 16,-3-2 10-16,-3 0 0 0,3 0 24 16,-3 3-1-16,2 0 5 0,-2 3 11 0,3 3-34 15,-3 0 18-15,3 8-12 0,-3-3 4 0,3 6 9 16,0 0 1-16,0 0-9 0,-8 14-8 16,5-7 13-16,3 3-8 0,-1 4 5 0,1-2 2 15,1 4-12-15,-1 0 3 0,3 1 2 0,2 1 0 16,-2-3-16-16,3 3-37 0,-2 0-98 0,2 1-164 15,0-1-510-15,2-2 45 0,-5-5 73 0,1-1 60 16,-1-3 78-16</inkml:trace>
  <inkml:trace contextRef="#ctx0" brushRef="#br0" timeOffset="-145844.15">3123 12323 916 0,'-4'-7'384'0,"1"-1"-26"0,2 2-28 15,1 0-25-15,1 0-59 0,2-3-6 16,1 0-32-16,6 2-1 0,-3-2-33 0,6 0-56 15,-2 2-36-15,2 0-59 0,1 1-69 0,-3 4-103 16,-1 0-365-16,0 2-257 0,-3 3 116 0,-1 1 64 16,-6-1 48-16</inkml:trace>
  <inkml:trace contextRef="#ctx0" brushRef="#br0" timeOffset="-144727.66">2134 12996 688 0,'-3'-5'264'0,"3"5"-34"0,0 0-17 0,0 0-9 15,-10 10-19-15,7-3-22 0,0-1-40 16,2-4 16-16,1 8-27 0,0-3 1 0,0 0-6 16,1 0-27-16,-1-2-4 0,3 2-1 15,0 0-19-15,1 0 5 0,-1-3-4 0,3 2-14 16,-3-2-2-16,2 0 13 0,-5-4-21 0,13 0 29 16,-13 0-24-16,13-4-7 0,-8 0-1 0,2-3 6 15,-1 2-8-15,0-1 3 0,1-1 2 16,-2 0-2-16,1 3 2 0,-3-2-7 0,1 4 5 15,2-4-3-15,-6 6-10 0,4-3-23 0,-4 3 28 16,0 0-8-16,0 0 0 0,17 3-9 16,-14 1 6-16,4 0-1 0,-3 1-1 0,3-1-5 15,-3-2 8-15,5 4-6 0,-5 0 14 0,2-4-26 16,2 3 20-16,-2-3-10 0,1 0 64 0,0-1-2 16,-7-1 0-16,20 0 2 0,-10-4-13 15,1-2 5-15,-1 4-12 0,0-4-8 0,-3-2-5 16,3-1 2-16,-2-1 1 0,-2 0-19 15,0-3 8-15,2 2 13 0,-4-3-2 0,2 2-4 16,-3-1-9-16,0 5-3 0,1-2 3 0,-1 1-3 16,-2 3-8-16,2-3-10 0,1 7-5 0,-1-4 18 15,4 6-15-15,-7 0-1 0,0 0 3 16,17 4-5-16,-7 0 5 0,-3 2-5 0,-1-1 0 16,5 2 11-16,-4 0 7 0,-1 2-6 15,1-3-1-15,1 2-9 0,-5-4-7 0,4 4 10 16,-4-1 5-16,1-3-2 0,-1 0 2 0,3-2 3 15,-5 3 2-15,3-2 11 0,-4-3 10 0,6 4-5 16,-6-4 7-16,0 0 0 0,0 0-4 0,3-14-9 16,-3 6 14-16,1 1-21 0,2-3-3 15,0 0 3-15,0-5-10 0,1 7 9 0,3-3-11 16,0-2 17-16,-3 5-13 0,5-2-2 0,2 2 7 16,-1 0-15-16,0-1 8 0,4 5-11 15,-3 0 8-15,1-2-2 0,0 5-3 0,1-3 2 16,1 3-9-16,-1-4 17 0,1 5 8 0,0-1-8 15,-1 0-15-15,4-4 10 0,-3 4-2 16,3-6 7-16,-1 2 0 0,2-1-15 0,-1-1 2 16,0-3 8-16,-3 1 8 0,0-4-5 0,0 2 2 15,-4-3 3-15,0 3 2 0,-3-3-20 0,0 0 10 16,-3 0 3-16,-1-1 5 0,0 3 2 16,0-1-2-16,-3 5-10 0,0-1-14 0,0 1 6 15,0 1-10-15,0 2 5 0,0 5-1 0,-7-5 14 16,7 5-6-16,0 0-9 0,-14 17 12 15,8-9-11-15,2 3 9 0,-2 3-1 0,0 3-7 16,2-2 13-16,0 1-16 0,3 0 8 0,1-5-6 16,0 4 14-16,1-3-6 0,3 1 1 15,0-3-3-15,2 0 2 0,0 1-7 0,1-5 18 16,1 2-8-16,5-4 23 0,0-1-18 0,1-3-13 16,0 0 11-16,6-3-1 0,-2-4 11 15,-4 0-8-15,6-1-2 0,0-9 20 0,-3 7-13 16,-3-6 10-16,0-2-15 0,-1-3 8 0,1-4 3 15,-4 4-14-15,0-8 19 0,-2 5-75 0,-2 3-2 16,-3-2 10-16,-2 5 15 0,2 0 10 16,0 2-9-16,-3 1 4 0,1 7 6 0,-1-3 9 15,2 4-7-15,-4 0 0 0,2 7 11 0,-7-3-14 16,7 3 11-16,0 0 0 0,-17 10-6 16,10-4 11-16,3-1-10 0,-3 2 12 0,0 1 9 15,3 2-12-15,1-3 4 0,0 1-13 0,0 1 9 16,0-1-14-16,3-1-31 0,0 0-26 0,0 4-87 15,3-3-87-15,0 2-488 0,0-2-73 16,0 1 67-16,-2-1 67 0,2-1 79 0,-3-3 41 16</inkml:trace>
  <inkml:trace contextRef="#ctx0" brushRef="#br0" timeOffset="-130279.33">23719 14647 606 0,'-3'-6'184'0,"2"-1"-2"16,-2 4-5-16,3-2-11 0,0 5-10 0,-6-10-7 15,6 9-34-15,0 1 13 0,-4-7-13 16,4 7-28-16,0-4-2 0,0 4-3 0,0 0-18 16,-7-6 0-16,7 6 0 0,0 0-3 0,0 0-2 15,0 0 0-15,0 0-11 0,0 0 75 0,-7 18-15 16,7-10-14-16,-3 2 4 0,0 4-24 15,2 3 0-15,-2 1 0 0,0 0 3 0,0 4-8 16,3 3 6-16,-5 3-22 0,5 0 1 0,-3 1 2 16,3 0 3-16,0 0-13 0,-3 6 11 15,3-2-9-15,0 5-2 0,3-2 3 0,-3 3-18 16,3-3 17-16,2 15-4 0,-2 2-19 0,3-3 21 16,-2 1-10-16,3 1-8 0,-1-1-2 15,5-1 12-15,-4 5-15 0,-1-3-5 0,5-1-5 16,-1 1 15-16,-3 1-2 0,4-1-3 0,-1 0-13 15,-1-2 3-15,-2 4 13 0,4-1-8 0,-4-1 7 16,2 1-2-16,-2 1-2 0,1-1-3 16,2 0 2-16,-4-2-7 0,2 1 7 0,-1 0 6 15,2-2-24-15,-5-2 14 0,2 4 7 0,-1-10-3 16,1 11-4-16,-6-2-6 0,3-6-2 0,-2-6 7 16,-1 1-2-16,-1 0 2 0,-2-2 1 15,3 2-11-15,0-1 5 0,-3-2-8 0,3 0 27 16,0-7-14-16,0 0 0 0,-3-3-7 0,3 1-5 15,0-3 2-15,0-3 2 0,0-3-2 16,0 0-10-16,-2-1 8 0,2-5 2 0,0 1 3 16,0-3 10-16,-3 1-13 0,3-3 8 0,0 1-19 15,0-4 24-15,0 1 13 0,0-1-3 0,0 0-5 16,0 0-7-16,0-2-4 0,-3 0 11 16,3 0-5-16,0 0-13 0,0-4 19 0,-3 6-12 15,2-3-12-15,1-3 13 0,-1 2 2 0,1-2 1 16,0 0-16-16,-2 5 8 0,2-5 2 0,0 0-3 15,-3 4 1-15,3-4 5 0,0 0 2 0,0 0-12 16,5 3 2-16,-5-3 0 0,0 0 0 16,0 0 5-16,19-5-10 0,-12 3 0 0,3-3 6 15,4 3-6-15,-4-3 2 0,8 1-2 0,-2-1 5 16,1 0-10-16,0-1-8 0,4 0 18 0,0 0-7 16,2-1 2-16,1-1 5 0,3 2-8 15,4-3 9-15,3-1-6 0,0 1 10 0,1-1-10 16,13-3-10-16,-1-1 12 0,2 1-2 0,2 1 10 15,0-1-17-15,3 1 2 0,-2 1-1 0,-1-1 6 16,7 2-7-16,-3 0 7 0,0 1 2 16,0 0-4-16,6 0-3 0,-3 0-1 0,0 3 1 15,3-2 10-15,5 1 1 0,-5 2-6 0,1-1 0 16,0 1 2-16,-1 0 6 0,1-1-8 0,1 0 0 16,-3 0-3-16,-3 4 3 0,4-5 5 15,-2 5 1-15,6-3-9 0,1 2 0 0,1-3-9 16,-1 2 9-16,2 1 11 0,0-1-8 0,4-1 7 15,-3 2-1-15,-1-3-6 0,3 1 7 0,2-1-9 16,-2 1 17-16,5 0-28 0,-1 0 16 16,4 0 4-16,13-4-7 0,-14 5-17 0,-2-2 22 15,2 1-5-15,-2-1-3 0,-2-1 8 0,-2 0 3 16,4 1-11-16,-2 0 1 0,-5-1-3 16,3 1 0-16,-4 0 10 0,0-1-8 0,2-1 11 15,-2 3-13-15,-4-3 0 0,-2-1 2 0,-4 2 0 16,2 2 14-16,-14-1-9 0,-3 1-4 15,-4 0-1-15,-2 1 3 0,-6 0-10 0,-3 2 5 16,-1-3 7-16,-4 5-2 0,-2-2-5 0,0-1-5 16,-4 1-16-16,0 1 26 0,-1 1-18 15,-4-2-28-15,1 2-7 0,-2-1-22 0,-1-2-14 0,-4 2-88 16,1 0-20-16,-4-2-115 0,-3 3-530 0,6-6 20 16,-8 4 113-16,2-4 46 0,-4-1 72 15,1-3 53-15</inkml:trace>
  <inkml:trace contextRef="#ctx0" brushRef="#br0" timeOffset="-130028.9">28630 16574 688 0,'10'6'297'16,"0"-1"-26"-16,-1 2-17 0,7 3-14 0,-5 0-20 15,3 2-17-15,-1 4-16 0,1 0-72 0,-2 2-3 16,-4 0-9-16,3 6-11 0,-5 0 15 16,-2 2-22-16,-1 0 15 0,-6 9-18 0,-1 0-13 15,-8 9 2-15,-3 2 4 0,-6 0-4 0,-5-2-27 16,-2-1-19-16,-10-2-27 0,-6 6-31 0,-7-4-60 16,-3-1-99-16,-3-4-192 0,-3-3-302 15,-2-3 11-15,8-8 78 0,-8-9 80 0</inkml:trace>
  <inkml:trace contextRef="#ctx0" brushRef="#br0" timeOffset="-129062.64">23695 14476 675 0,'-7'-5'259'15,"7"5"-34"-15,0 0-2 0,0 0-39 0,-17 12-5 16,7-5-15-16,3 2 41 0,0 6-13 0,-2-1-21 16,-2 4-22-16,1 2-16 0,0 1 0 0,-4 0-26 15,4-3 4-15,-1 3-7 0,1-2-19 16,-3-1-11-16,2 2-5 0,4-8-7 0,0 5-6 15,-2-4 0-15,4-3-7 0,-1 0-3 0,2-2 23 16,1-1-2-16,-1-4-8 0,1 2-8 16,3-5-5-16,0 0-5 0,0 0-3 0,-3-13-5 15,6 2-12-15,1-5-1 0,2 0 1 0,1-5 2 16,1 0-8-16,1 0 1 0,1-1-9 16,-3 3-4-16,4-2 10 0,-1 4-6 0,0 0-7 15,1 2 8-15,-1 4-3 0,0 2-2 0,4-2-6 16,-1 4 8-16,1 2 0 0,-1 3-10 15,2 2 13-15,1 1-11 0,2 4 9 0,2 3-6 16,3 3 0-16,-1 5 5 0,2 0 0 0,-1 3-8 16,-2 0-20-16,0 5-31 0,-2-1-38 0,-1 1-56 15,-5 1-249-15,1-1-430 0,-4-5 98 0,-6-1 66 16,-1-3 72-16,-3-5 56 0</inkml:trace>
  <inkml:trace contextRef="#ctx0" brushRef="#br0" timeOffset="-128545.64">22396 14755 698 0,'0'-14'228'0,"0"14"-49"0,6-10-15 0,-1 1-3 15,-2 1-17-15,1-2-9 0,2-3-9 16,0 5-11-16,-2-3-10 0,-1-2-15 0,2 2-9 15,-2 0 6-15,0 0-20 0,0-1 30 0,-2-1-5 16,-1 3-5-16,0 0-5 0,0 2 23 0,0 0-20 16,-1 1 2-16,-2 0-21 0,0 2-4 0,0 0 2 15,-5 4-5-15,8 1-16 0,-10 0 11 16,10 0-5-16,-13 8 2 0,5 2-13 0,-2-2 3 16,3 9 64-16,-3-4-15 0,3 3 2 15,4 1-10-15,-1 0 0 0,-2 1-29 0,6-1 14 16,0 0-11-16,0 0-17 0,3-1 2 0,1-1 7 15,2-2-12-15,1 2 10 0,3-5-5 16,0 3-20-16,1-4 4 0,3-1 8 0,2-6-4 16,2 3-11-16,-1-4-36 0,3-2-23 0,-2 0-49 15,2-4-15-15,1-2-89 0,-1-2-85 0,0 0-528 16,-2-5 39-16,-1 2 100 0,-4-6 57 0,-6 2 70 16</inkml:trace>
  <inkml:trace contextRef="#ctx0" brushRef="#br0" timeOffset="-128245.95">22684 14589 558 0,'3'9'204'0,"0"1"-27"0,1 5-11 15,2 1-7-15,-2-1-23 0,6 1-8 16,-3-3-13-16,0 5-10 0,3 1-21 0,0-6 1 16,-3 2 2-16,0-4-18 0,2 3-5 0,-4-4-16 15,2-2 19-15,-4 2 15 0,0-3 10 0,1 0 5 16,-1-6-12-16,-3 4-11 0,0-5-2 15,0 0-19-15,0 0 11 0,-10-13-5 0,6 3-7 16,-6-5 68-16,3 2-20 0,-3-6-8 0,3-1 0 16,-3-3 8-16,0 5-3 0,3-2-20 15,-4-2 12-15,8 5-2 0,-4 0-17 0,4-1-12 16,0 2 4-16,2 0-3 0,1 3-18 0,1 1-11 16,-1-1-9-16,6 3-42 0,-2 0-12 15,2 2-31-15,5 1-43 0,-1-1-108 0,0 6-205 16,4-3-376-16,2 2 130 0,-1 0 19 0,1-1 73 15,-2 3 44-15</inkml:trace>
  <inkml:trace contextRef="#ctx0" brushRef="#br0" timeOffset="-127462.7">23032 14645 637 0,'6'13'215'15,"-2"2"-31"-15,2-4-12 0,-1 1-29 0,-2-3 11 16,1 0-26-16,2-2-18 0,-3 1-8 0,-2-4-5 15,2 3-2-15,0-1 2 0,0-3 18 16,2 3-12-16,-5-6-14 0,0 0-2 0,0 0-5 16,0 0 5-16,0 0-12 0,0 0-9 0,-11-18-15 15,8 7 8-15,-4-6-28 0,3-1-3 16,-2-1 3-16,-2-4 2 0,2 0 6 0,2-2-9 16,1 0-2-16,0 0-5 0,3 0 3 15,0 2 0-15,3 3-1 0,-3-1-12 0,7 0-3 16,-1 2 3-16,2 3-3 0,-1 1 1 0,6 0 4 15,-2 4-2-15,2 1-6 0,0 1-7 0,4 3 16 16,-6 0-19-16,3 5 8 0,2 1 0 0,-1 0 11 16,-2 7-11-16,1-1-5 0,-1 1 5 15,2 5-13-15,-5-1 13 0,3 2-2 0,-3-1-3 16,0 2-8-16,0-3 3 0,1 4 8 0,-4-3-1 16,3 1-2-16,-3-1 64 0,3 0 0 15,-3-1-5-15,0-4-10 0,-1 1-3 0,2 0-10 16,2-1 2-16,-3-5-15 0,6 4-10 0,-6-5 0 15,3-1-8-15,-10 0 18 0,15-6-5 16,-6 5-10-16,-5-6 12 0,2 1-5 0,-2-5-12 16,0 3-8-16,-4-2 7 0,-4-1 3 0,3-3-7 15,-5 6 7-15,2-5-8 0,-5 1 11 16,2 0 2-16,-1 0 8 0,-2 2-7 0,0 1 1 0,0-1 6 16,0 1 8-16,3 2-6 0,1-1 19 15,-2 0-14-15,4 1-9 0,-2 0 12 0,3 3-15 16,3-3 5-16,-3 0-8 0,6 0-3 0,0 3 6 15,0-4-8-15,4 2 3 0,1-1-21 16,2 6 11-16,3-2 7 0,1 1-18 0,2 2 10 16,2 3-4-16,3 0 2 0,2 4 12 15,1 3-4-15,0-2-8 0,4 6 7 0,-1 0 3 16,-3 0-5-16,3 1-7 0,-6-3-1 0,0 1 8 16,-2-1-5-16,-1 1 0 0,-5-3 10 0,-2 1-8 15,-1-2 6-15,-3 0 10 0,-4-2-8 0,0-3 13 16,0 4-5-16,-3-2-3 0,0-6 3 0,-6 9 7 15,2-8-5-15,4-1 11 0,-16-3 5 16,8-1-6-16,-1-3 1 0,-1-3 2 0,-1-3-12 16,1-6 4-16,0 0-12 0,2-5 15 15,-2-2 2-15,4-5 1 0,2 5-11 0,-2 1-2 16,6 0 10-16,-3 0-5 0,3 4-8 0,0 0 0 16,3 1 6-16,0 0 2 0,1 2-8 15,2 1 0-15,-3 4-7 0,4 1-1 0,1 1 3 16,1 3 6-16,1 1-4 0,-3 1-19 0,7 5-1 15,-4 1-49-15,6 1-30 0,-4 6-46 0,5 0-69 16,3 3-308-16,1 3-314 0,3 0 94 0,4 4 77 16,-6-2 70-16,0 0 68 0</inkml:trace>
  <inkml:trace contextRef="#ctx0" brushRef="#br0" timeOffset="-123093.24">29298 17308 696 0,'-1'-4'325'16,"-2"-2"-21"-16,0 1-9 0,0 2-39 0,3 3-5 16,-3-9-34-16,-1 7-20 0,4 2-20 15,-3-3-13-15,3 3-6 0,0 0-24 0,0 0-17 16,-14 15 1-16,12-5-5 0,-3 1-16 0,1 3-8 15,-2 3-12-15,3 2 3 0,-1 2-85 0,0 2 7 16,1 2-4-16,0 0-4 0,-1 0-6 16,1 0 12-16,3 0 7 0,-3 0-9 0,3 0 4 15,0-4-4-15,0 0-24 0,0-2-15 0,0-1-10 16,0-4-31-16,3 0-18 0,-3-3-28 16,3-2-7-16,1-4-55 0,-1-1-17 0,-3-4-18 15,0 0 15-15,0 0 20 0,14-19 6 0,-11 8 28 16,-3-3 51-16,0-5-8 0,-3-4 39 15,3 4 41-15,0-5 61 0,-3 3 18 0,-1 2 13 16,4-3 13-16,-4 2-6 0,4 2 49 0,-3 3-28 16,0 0-10-16,3 3-10 0,0 2-16 15,0 1-3-15,0 3 19 0,3 2-26 0,-3 4 5 16,0 0-15-16,0 0 7 0,21 9 11 0,-11 0-1 16,1 1-19-16,-1 1 9 0,3 4-10 15,4 0 8-15,-7 0-26 0,7 1 16 0,-6-2 2 16,3 3-13-16,-4-5-7 0,3-1-3 0,-5-1 5 15,1-3 8-15,-2 1 13 0,0-2 2 0,0-2 13 16,-3-4-10-16,-4 0 5 0,0 0-8 16,10-8-7-16,-7-3 5 0,-3 0-11 0,0-3 3 15,-3-5 11-15,3-1-32 0,-2-7 21 16,-3-4-5-16,1-3 18 0,-3 1 0 0,4 0 7 16,1-1-12-16,-3 7 7 0,5 0 3 0,-3 2-10 15,0 4 5-15,2 2-8 0,1 2 0 16,-3 3-7-16,3 1-6 0,4 1 8 0,-1 4-26 15,0 2-25-15,2 1-33 0,0 4-39 0,-5 1-54 16,14 2-102-16,-7 5-99 0,3 0-352 0,1 3 52 16,-1 1 53-16,0-1 80 0</inkml:trace>
  <inkml:trace contextRef="#ctx0" brushRef="#br0" timeOffset="-122779.35">29636 17502 883 0,'0'10'256'0,"0"1"-21"0,3 1-28 0,1-1-7 16,-3-1-36-16,5 2-13 0,1 1-3 0,-1-3-17 15,1-2-11-15,1 1-12 0,1-3-3 16,0 1-6-16,3-4 6 0,-2-1 0 0,2-2-20 16,0-2-6-16,-1-1-5 0,3-5-10 0,-4 0 11 15,-1-4-14-15,-2 0 3 0,-2-5-10 0,-2 1 0 16,-3-2-3-16,0-2-3 0,-4-2 4 15,-3 2 4-15,0 0 0 0,-1 3-84 0,-4 1 10 16,2 3-5-16,-1 2 8 0,0 1 5 16,-2 5-1-16,3 2 6 0,-2 0-5 0,3 3-3 15,9 0 3-15,-20 4-41 0,15 3-29 0,-3-1-43 16,6 3-20-16,0-1-141 0,5 3-425 0,1-2 38 16,3 2 47-16,4 0 84 0,1-3 30 0</inkml:trace>
  <inkml:trace contextRef="#ctx0" brushRef="#br0" timeOffset="-122229.04">30478 17287 1077 0,'-3'4'287'16,"-2"1"-31"-16,-1 0-8 0,4 0-33 15,-3 2-33-15,5 1-6 0,-3 0-27 0,3-1-16 16,0 0-2-16,3 1-16 0,-3-1-15 0,6 1-13 16,-2-3-18-16,-1 0-3 0,5-1-7 15,0-1-8-15,-3-1-12 0,5-1-3 0,-10-1-11 16,14-1 8-16,-7-3-15 0,-1 2 3 0,-2-4 15 16,0 1-18-16,-4-2-8 0,0-2-3 15,0-1 14-15,-4-1-8 0,3 3 5 0,-2-3-8 16,0 3 13-16,-1 0 8 0,1-1-6 15,0 3-12-15,0 1-3 0,0 2 6 0,3 3 4 16,-1-6-17-16,1 6 15 0,0 0-3 0,0 0-10 16,0 0 3-16,10-6-3 0,-3 5 0 0,0-3-5 15,7 2 10-15,-1-4 6 0,4 0-14 16,3-3 14-16,1-1-6 0,0-3 0 0,5-2 3 16,-4-3-3-16,5 1-5 0,-3-3 11 0,-3 1-6 15,-1-1-5-15,-6 2 0 0,-1 0-74 16,-2-2 10-16,-4-1 3 0,-4 3-1 0,2-2 16 15,-5 1 8-15,0 3-5 0,-2 1 7 16,-1 2-2-16,0 1-3 0,0 2 13 0,-1 1-10 16,-3 8 15-16,0 1-3 0,7 0-15 0,-13 8 26 15,5 3 0-15,2 2 0 0,-1 9 15 0,4 0 2 16,-1 7-4-16,1 5 5 0,3 2 5 16,0 3-3-16,5-2 0 0,-3 16 8 0,6 0-16 15,-3-3 6-15,6 0-8 0,-1 1 16 0,-1-2-14 16,2-1-15-16,-1-3-20 0,-3-6-26 15,-1-6-69-15,-1 0-25 0,0-6-65 0,-7-1-230 16,-1-2-251-16,0-6 85 0,-5-5 66 0,4-5 36 16</inkml:trace>
  <inkml:trace contextRef="#ctx0" brushRef="#br0" timeOffset="-122080.41">30604 17701 883 0,'-8'-12'286'0,"2"2"-25"15,3-2-20-15,3 1-13 0,0-2-34 0,8 1-12 16,1-3-23-16,6-2-13 0,4-2-18 0,5-1-5 15,0 1-24-15,14-5-22 0,-7 5-31 0,-8 4-46 16,-2 5-36-16,0 2-53 0,-5 1-119 0,0 4-229 16,-8 3-236-16,-4 0 63 0,-4 0 73 15</inkml:trace>
  <inkml:trace contextRef="#ctx0" brushRef="#br0" timeOffset="-121013.04">29353 18316 895 0,'0'22'302'16,"0"1"-38"-16,3-3-26 0,0 0-18 0,-3-1-28 15,3-1-18-15,-2 0-10 0,-1 2-28 0,4-1-8 16,-4-2-16-16,0-2 4 0,0-3-19 16,0 1 13-16,0-2-8 0,0-3-15 0,-4-3-12 15,4-1 4-15,0-4-23 0,0 0 3 16,0 0-13-16,0 0-7 0,-4-16 9 0,4 10-7 15,3-1-2-15,-2 1-6 0,3-3-2 0,4 2 10 16,-3-1-6-16,2 1-14 0,4 3 2 0,-1-1 2 16,1 2 1-16,1 0-8 0,2 3-5 0,0 2-3 15,-1-1 21-15,1 3-18 0,-3 0-8 16,1 2 7-16,-1 1 1 0,-2 0 5 0,-7 0 3 16,4 2-11-16,-6 1 5 0,0-2-2 15,0 2 2-15,-6 1 6 0,4-4-11 0,-6 0 13 16,0 0 0-16,-2-1 3 0,3 1 12 0,-3-3 6 15,0 0-62-15,0 0 2 0,3 0-2 16,0-2 11-16,0 0 4 0,3 1-20 0,-2 0-2 16,6-3 9-16,-5 3 16 0,5-3-5 0,0 0 3 15,0 0 2-15,0 0-11 0,0 0 1 0,22-12 13 16,-8 6-1-16,4-4-7 0,1 0 3 16,5-2-6-16,-4-1 3 0,6-1 0 0,-7 1-1 15,2 1-1-15,-4-1-1 0,3 1 3 0,-7 2-3 16,-1-2 8-16,0 4-5 0,-3 0-5 15,-4 1 10-15,3 1-10 0,-2-1-3 0,-3 4 3 16,-2-1 7-16,-1 4-5 0,0 0-2 0,0 0 3 16,0 0 7-16,0 0-6 0,0 0 4 15,-14 15-1-15,7-7 14 0,5 1-4 0,-3 1-4 16,2 3 4-16,3-1-12 0,0-2 0 0,3 3 5 16,2-1-2-16,0 1 4 0,3-1-4 0,2-1-16 15,3-1 8-15,4-4-1 0,1-2-14 16,2-1 7-16,7-1-10 0,1-5-18 0,4-2 2 15,2 0-15-15,-1-3 18 0,0-1-7 16,-8 1-4-16,-1 0 24 0,0-2-3 0,-4-1 11 16,-3 1-13-16,-3-1 25 0,-3 3 0 0,-2-2 8 15,-2 3-5-15,-2-1 8 0,-3 2 4 0,-2 1-7 16,0 5 3-16,-7-6-3 0,7 6 13 16,-16 0 5-16,16 0-8 0,-18 7 0 0,5 0-2 15,-1 0-6-15,0 2 6 0,0 1 13 0,4 0-11 16,-3 0 0-16,5 1-7 0,0-1 4 15,0 1 6-15,4-3 0 0,-3 2 0 0,7-3-8 16,0-1-10-16,0-2 12 0,7-1 4 0,0-2-9 16,-7-1 3-16,21-6-7 0,-8-1 2 15,5-1 0-15,2-3-3 0,0-3 3 0,1-4-2 16,-4-1-3-16,0 0-1 0,-3-4-9 0,0-2-21 16,-4-1 6-16,-2-5-19 0,-3-1 26 0,-2-3-21 15,-1 1-2-15,-2 3 16 16,-5-4 17-16,5 8 3 0,-4 1 10 0,1 2 15 0,-3 2 10 15,4 6-14-15,-3-1-4 0,-2 6 9 0,3 2-3 16,1 4-1-16,-1 3 9 0,4 2 2 16,0 0-13-16,-10 8 11 0,9 3 4 0,-4-3-12 15,5 7 5-15,0 1 0 0,0 3 0 0,5 1-3 16,-3 3-15-16,1 1 3 0,4 1-29 16,-1 0-43-16,5 4-62 0,2-2-140 0,-1 0-487 0,1-2 52 15,0-7 84-15,1 0 64 0,-4-6 51 16</inkml:trace>
  <inkml:trace contextRef="#ctx0" brushRef="#br0" timeOffset="-120729.64">30397 18238 860 0,'0'0'360'0,"0"0"-37"0,2 20-26 15,1-10-36-15,2 3-100 0,-3 2-10 0,5 0-15 16,-3 1-13-16,2 0-16 0,-2 1-9 15,2-3-9-15,-1 0-12 0,-2-3 2 0,0 0-7 16,2-1 2-16,-3-4-7 0,-2-1 15 16,3-1-18-16,-3-4-11 0,0 0 4 0,0 0 2 15,3-19-21-15,-1 5-2 0,-2-5-16 0,1-2 6 16,0-3-6-16,2-2-4 0,0 1-1 0,0-1 11 16,2 1-16-16,1 0 3 0,-2 2-8 15,5 3 8-15,-2 1-18 0,1 5-8 0,2 2-31 16,0 0-4-16,1 3-42 0,-1 5-43 0,4-1-103 15,-4 4-286-15,6 0-189 0,-5 1 50 0,5 1 85 16,-4-1 52-16</inkml:trace>
  <inkml:trace contextRef="#ctx0" brushRef="#br0" timeOffset="-120296.27">30775 18177 660 0,'0'10'271'0,"-2"1"57"15,2 4-31-15,-2 2-18 0,-1 1-36 0,3 1-18 16,0 0-20-16,5 1-23 0,-3 0-18 0,1 2-16 16,4-6-17-16,-3 1-11 0,4-2 10 15,-3-1-35-15,5-4 5 0,1-3 0 0,-1-3-13 16,4-4-16-16,-4 0 4 0,6-5-6 0,-1-2 10 16,-2-4-2-16,-2-1-39 0,2-1-2 15,-3-1-28-15,1-1 43 0,-4 0-20 0,-1 0 17 16,1 2 19-16,0-3-24 0,-4 2-17 0,-2 3 5 15,-1-3 17-15,0-1-7 0,0 1-12 16,-2-2-1-16,-7-2-13 0,2 2 13 0,1-3-12 16,-5 2-6-16,0 3 5 0,1 0-2 15,-2 3 7-15,0 1-9 0,-4 1 12 0,2 3-8 16,0 0-12-16,-3 2 7 0,4 3-5 0,-2-1 5 16,-1 2-7-16,2 0 4 0,1 0 4 0,2 2-4 15,0-1-14-15,-1 0 7 0,5 1 7 0,1-1-1 16,-2 1-6-16,8-2 0 0,-10 4-13 15,8-1 10-15,2-3 1 0,-5 5-6 0,5-5-7 16,0 0-32-16,0 7-1 0,0-7-42 0,5 6-2 16,-3-3-23-16,1 1-67 0,2 0-17 15,-3-1-4-15,1 2-32 0,3 1-47 0,-4 0-53 16,1-2-80-16,2 1-260 0,-3 0 50 16,1 0 59-16,0-1 39 0</inkml:trace>
  <inkml:trace contextRef="#ctx0" brushRef="#br0" timeOffset="-113897.52">31226 18201 949 0,'0'0'310'0,"-3"-3"-13"16,3 3-31-16,0 0-20 0,0 0-36 0,-3 16-6 16,3-7-24-16,0-1-17 0,3 3-30 15,0 1-69-15,3 1-15 0,1 1 0 0,-3-2-6 16,7 1-4-16,-1-2-6 0,2 1 0 16,-2-3 8-16,0 1-13 0,-2-3-7 0,3-1 7 0,-4-1 0 15,3-1-2-15,0-1-6 0,-3-2-2 16,-7-1 0-16,7 0 0 0,-7 0-5 0,6-5 7 15,-6 5-7-15,-6-11 5 0,2 5-13 16,-5-1 3-16,1-1-8 0,-2 1 15 0,0 0 0 16,-1-2-4-16,-2 1 7 0,3 1-8 0,-1 1-2 15,1-1 22-15,2 1-12 0,-2-1 21 16,1 0-14-16,2 1 11 0,0-2-16 0,0 1-9 16,3-2 9-16,1 0 1 0,0 2 2 0,6-2-10 15,0-3-6-15,1 2 14 0,3 2-19 0,0-3-4 16,3 1 17-16,1 1 5 0,5 1-27 15,-1 2 14-15,1 0-7 0,-1 5 3 0,4 0-6 16,-4 2 11-16,6 0-10 0,-5 6 17 16,5 3-12-16,-1-2-6 0,1 6 3 0,-5-1 8 15,1 2-13-15,-3 0-1 0,0 2 22 0,-1 1-29 16,-2 0-2-16,-4-1 12 0,2-1-2 0,-2-1 5 16,-2 0-13-16,1-2 11 0,-2 0 17 15,-1-2-25-15,-3-3 28 0,6-1-8 0,-6 0-10 16,1-1 13-16,-1-6-13 0,0 0 5 0,0 0-3 15,0 0 6-15,-10-14 15 0,8 3-18 16,-3-6 11-16,2 0-6 0,3-2-3 0,0 1-12 16,0-3 10-16,0 0-2 0,3 3-6 0,2 3 9 15,-3-2-14-15,4 3 13 0,1 2-15 16,2 3 12-16,-1 1 3 0,-1 3-15 0,3 3 10 16,1 2 3-16,2 2-6 0,1 1 6 0,-4 3-3 15,3 0-5-15,0 2-8 0,-2 2 10 0,2-2-2 16,-3 1 5-16,-5 0 5 0,5-2-10 15,-3 2 13-15,-3-1-13 0,2-1 7 0,-2-1 3 16,-1-2-5-16,-3 0 13 0,0-4 5 16,3 4-10-16,-3-4-13 0,0 0 17 0,0 0 1 15,-10-17-15-15,7 7 7 0,-3 1 0 0,6-5 8 16,-2 2-6-16,0-3 9 0,2 2-21 16,0 0 10-16,0 2 8 0,0 0-21 0,2 1 3 15,0 2 15-15,1 3 5 0,3 0-17 0,1 4-3 16,0 0-3-16,-7 1 11 0,19 1-3 0,-8 1 10 15,2 1-8-15,-1 3 4 0,5-3-17 16,-1 2 14-16,-1 0-13 0,3-2-6 0,-2 0 14 16,0 0-16-16,-1-3-5 0,4-2 12 0,-7 0 6 15,4-2-10-15,2-2 28 0,-5-1-23 16,1-1-6-16,1-2 1 0,-3-3-6 0,-5 0 11 16,0-3 2-16,3 1-17 0,-6-1 30 0,-1 0-20 15,0 0 15-15,-2 3-11 0,-1 1 6 0,0 2-10 16,0 0 0-16,3 2 9 0,-3 3 1 15,0 5-7-15,0 0-4 0,0 0 1 0,0 0 7 16,0 0 3-16,10 24 8 0,0-8-3 16,-6 3-3-16,6 2 0 0,-3 2-4 0,3 1 14 15,-3 4-9-15,0-5-1 0,-1 2 1 0,-3 0 20 16,-2-1-21-16,3-1 16 0,-4-2-3 0,-5 2 13 16,-1-4 8-16,1-1 0 0,-3-3-29 15,-3-2 21-15,1-1 10 0,-3-3-9 0,-1-3 14 16,2-4-2-16,-7 0 0 0,6-4-24 0,-5-2 11 15,3 0 8-15,-4-3-5 0,5 1-8 16,-3-2 5-16,1-1 18 0,4 2-6 0,1 0-11 16,-1-1 14-16,2 0-12 0,3 1 7 15,0 3-26-15,-1 0 6 0,2-1-10 0,0 1-31 16,2 1-41-16,1-2-13 0,3 5-23 0,0 0-62 16,0 0-55-16,-7 0-193 0,7 0-350 0,0 0 50 15,0 0 76-15,0 0 65 0,0 0 62 0</inkml:trace>
  <inkml:trace contextRef="#ctx0" brushRef="#br0" timeOffset="-102198.11">14592 11350 373 0,'0'0'169'0,"0"0"-15"16,0 0-13-16,0 0 7 0,0 0 54 0,0 0-20 15,0 0-16-15,0 0-17 0,-4-17 2 0,4 17-18 16,0-7-10-16,0 7-16 0,0-8-12 16,0 8-8-16,1-9-10 0,2 7 0 0,-3 2-3 15,3-9-5-15,0 4 5 0,-2 2-18 16,2-3-76-16,0 3 2 0,0-2-2 0,1 1-9 16,0 0 19-16,-1-5 5 0,-3 6 10 0,4-2-10 15,-1-3-13-15,0 5 18 0,-3-4-8 16,4 0 11-16,-4 4 2 0,3-2 0 0,0 2-15 15,0-4 5-15,-2 4 2 0,3-1 1 0,-1-3-1 16,-3 7-2-16,3-4 8 0,1 0-24 0,-1 1 34 16,-3 3-21-16,7-7-4 0,-1 7 9 15,-6 0-2-15,8-4 5 0,-2 1-3 0,-6 3 11 16,10-1-3-16,-10 1-18 0,15 0 13 0,-15 0 5 16,13 0-7-16,-13 0-8 0,17 1 5 15,-10 2 2-15,0-2 3 0,2 1 15 0,-1-1-20 16,-8-1-2-16,17 0 7 0,-11 0-3 15,5 4-2-15,-4-3 10 0,-1 0 3 0,-6-1-3 0,15 1 2 16,-9 0-9-16,-6-1 10 0,10 2 7 16,-6 1-20-16,-4-3 10 0,11 2-8 0,-11-2 8 15,13 0-5-15,-13 0-2 0,10 0 2 0,-10 0-3 16,14 0-9-16,-7-1 14 0,2 0 3 16,-9 1-2-16,18-5-19 0,-11 5 14 0,3-1 7 15,0 1-8-15,0-1 14 0,-10 1-4 16,18-1-17-16,-8 0 5 0,-3 1 10 0,6 0 8 15,-6-4-26-15,3 4 23 0,-10 0-7 0,18 0 12 16,-8 0-15-16,0 0-7 0,0 0 12 0,0 0-13 16,1 0 16-16,-1 0-8 0,3 0 0 15,-1-1-5-15,1-1 12 0,1 1-17 0,2-2 0 16,-2 2 12-16,-3 1 1 0,5 0-11 0,-2-2 13 16,-1 1-7-16,2-3 12 0,-2 2-15 15,1 1-3-15,-1 0 11 0,-2 0-6 0,3 0 13 16,-1-3-12-16,-2 4-6 0,-1-3 6 0,3-1 2 15,-2 3-5-15,2 1 5 0,-2-4-16 16,2 1 16-16,0 0-10 0,-2 1 13 0,2-3-1 16,-1 4-12-16,1-2 12 0,0-1 6 15,1 4-3-15,-1-4 5 0,2-1-12 0,-2 3 4 16,-2 0-7-16,2-2 10 0,0 0 1 0,1 0-17 16,-3 4 9-16,3-4 7 0,-1-1-8 0,-3 4-4 15,4-1 25-15,-1 1-29 0,-2-3 11 0,2 3 0 16,-2-1 0-16,3-2-2 0,-1 3-16 15,1 1 15-15,-1 0-7 0,1 0 23 0,0-2-11 16,3 2-2-16,-4-1 8 0,2 1-10 0,-2-1 14 16,4 1-4-16,0 1 0 0,-3-2-1 15,3 1 9-15,0-3-14 0,0 6-2 0,0-6 5 16,0 3 3-16,0 0-21 0,0-2 16 0,1 4-6 16,-1-4 3-16,0 2 3 0,0 0-3 0,0-1 7 15,-3 1-14-15,2 1 12 0,-1-2 3 16,-2 1 2-16,1-1-8 0,-1 0 1 0,0 0-13 15,-1-3 2-15,1 3 0 0,1-5 6 16,-1 5 9-16,1-1 1 0,-4-3 48 0,4 0 1 16,3-1-3-16,-4-1-13 0,2 0 12 0,-2 1-12 15,1-2 0-15,-1 0-8 0,2 0 6 0,-5 1-1 16,3-1-12-16,-2 0-6 0,-1 1-4 0,-1 3 4 16,2 0-10-16,-4-3 11 0,0 3-11 0,3-2 5 15,0 4-4-15,0-4-14 0,-3 3 6 16,4-3 17-16,-1 4-2 0,0 0-5 0,4-2 2 15,-1 2-17-15,1-3-1 0,3 4 3 16,4-1 10-16,-4 0 1 0,6-1-14 0,-2 1 0 16,0 1 11-16,-1 1 0 0,4 0-8 0,-3 0 5 15,-1 1 0-15,1-1 5 0,0 2-20 16,-2 1 5-16,-4-2 13 0,1 0-8 0,2 1-11 16,-2-2 6-16,-1 0 5 0,1 0 5 0,-2 0 1 15,3 0-1-15,0 0-8 0,-3 0 6 0,3-2-1 16,1 0 8-16,1-3-15 0,-1 4 5 0,-1-1 3 15,3-3 2-15,1 3 0 0,-4-3 0 16,4 4-2-16,-2-2-11 0,2-4 13 0,-3 5-7 16,2-3-16-16,-3 4 18 0,4-6 7 0,-4 7 1 15,0-4-10-15,3-2-9 0,-3 3 14 16,0-1-11-16,1 0 11 0,-1 0 4 0,0 2 1 16,3-3-5-16,-3 2-6 0,1 0 13 0,3-1-5 15,-2 2 1-15,2-3 4 0,0 4 8 16,-1-2-23-16,4 2 2 0,0-4 6 0,0 4 4 15,-1 1 1-15,2 0-8 0,-1-1-5 0,0 1 2 16,-1 1 19-16,1-1-19 0,0 0 1 16,-3 1 2-16,2 1-8 0,-2 1 16 0,0-2-8 15,3 0 0-15,-7 1-3 0,4-2 8 0,-2 1-5 16,2 2 3-16,-3 0-1 0,2-2 3 0,1-1 0 16,-4 0-10-16,0 0 8 0,0 4-8 15,0-4 7-15,0-4-4 0,0 4 2 0,0 0-5 16,-3 0 5-16,3 0 2 0,-1-2 8 15,-1 0-4-15,-2-1-9 0,4 2-2 0,-6 1 10 16,3-3-2-16,-1-1-11 0,1 1 13 0,-1 3 3 16,0-2 2-16,-1-3-15 0,1 4 7 0,1-2 1 15,-1-1 2-15,1 2 0 0,0-3-7 0,-1 2 7 16,1 0 2-16,-1-1-14 0,1-3 9 16,0 4 6-16,0-4-8 0,2-1 0 0,-1 4 3 15,1-3 14-15,-1-1-19 0,-2 1 4 0,4 0 1 16,-3-3 5-16,3 1-1 0,-3 0-9 15,3-1 7-15,-1-1-13 0,-1 3 3 0,1-2 5 16,-1 2 0-16,-2-1-2 0,1 1 2 0,-1 0-6 16,0-1 6-16,1 1 0 0,-3 0 3 15,3 1-3-15,-4 1-3 0,3 0 6 0,-2 0-3 16,-1-1 3-16,0 2 7 0,1 0-10 0,-1-2-3 16,-1 4 8-16,2-4-5 0,-1 4 3 15,0-2 0-15,4 4 2 0,-4-5-5 0,1 5-8 0,-1 1 0 16,3-2 1-16,-1 2 4 0,1 0 6 15,1 0 2-15,2 2-8 0,-2-2 11 0,-3 0-6 16,5 4-7-16,-2-2 5 0,0 0 8 16,0-2-18-16,-1 5 12 0,1-3 11 0,-1-1-8 15,2 3-2-15,-2-1-3 0,0-1 5 0,1-2-3 16,0 4 6-16,3-2-18 0,0-1 12 16,0-1-4-16,4 1 10 0,-1-1-11 0,1-1 11 15,3 0-11-15,-4-1 1 0,4-1 9 0,0 2-4 16,-3-2-3-16,2-3-10 0,1 3 10 0,0-2 10 15,0-3-8-15,-4 3 9 0,5-3-17 0,-1-3 12 16,-3 0-6-16,6-3 0 0,-4 3 2 16,4-4 1-16,-2 0-3 0,2 0 5 0,1-1-3 15,-4 0-2-15,2 1 3 0,-1 0-6 16,2 0 6-16,-3 5 5 0,0 0-11 0,-4 1-2 16,1 1 2-16,0 0-4 0,-2 1 7 0,-4 4-13 15,4-2 10-15,-4 4 11 0,1-2-3 0,2 3 0 16,-2 0-2-16,5 2-6 0,-3-1 1 0,2 0-3 15,1 1-3-15,-1 2 3 0,0-2 12 16,1 4-7-16,0-3-2 0,-4 1-1 16,6 0 6-16,-5 2 7 0,2-2-5 0,1 1-7 0,0-2 2 15,-2 4-5-15,-1-7 10 0,2 7 0 16,1-4-3-16,0 2 6 0,0-3-5 0,1 2 7 16,-1-1-5-16,0-2 5 0,-1-1-5 0,1 0-5 15,0 2 3-15,-1-4-3 0,1 2-3 16,3 0-2-16,-4-2 0 0,3-3 10 0,-1 4-10 15,2-4-3-15,2 0 8 0,-2-2-2 0,1 3 7 16,2-3 0-16,0 0 3 0,1 0-13 0,-1 3 5 16,0-3 5-16,0 0 5 0,0 0-7 15,-2 3-1-15,2 0-10 0,-3 1 11 0,-1-1-8 16,-2 1 7-16,3 1-2 0,-3-1-2 0,2 1 7 16,-2 2-8-16,0 0 11 0,2 0-21 0,-2 0 8 15,0 0 5-15,-1 0 3 0,1 2-6 16,0 1 8-16,-1-1 3 0,0-2-82 0,1 5 0 15,-4-2 12-15,4-1 1 0,-1-1 12 0,0 5 11 16,-2-5-11-16,3 1 6 0,-2 3 2 16,-1-4 7-16,-1 5 4 0,6-3 1 0,-5-3 4 15,2 6 4-15,-2-5 1 0,3 0-1 16,1 1 3-16,-1 1 1 0,0-2-9 0,-1 0 13 16,1 0 11-16,0-1-6 0,-1 2-7 0,1-2-6 15,3-2 8-15,-4 1 13 0,4 1-13 0,-3-2 1 16,3-3 14-16,-4 5 1 0,7-7-1 0,-6 6-7 15,3-4 0-15,-4 1 3 0,4 2 4 0,-3-2-2 16,-1 2-2-16,1 1-1 0,-1-2 6 16,-3 0-14-16,0 2 19 0,-3 1-5 0,3 0 7 15,-3-2-15-15,0 2 0 0,2 0 20 16,-1 0-23-16,-2-1 16 0,-2 1-13 0,2 1 0 16,0-1-11-16,1 2 4 0,-4-2 4 0,1 1 5 15,-1 2-4-15,3 0 9 0,-2-2-12 0,-1 1 12 16,3 3-4-16,-2-4-11 0,-1 3 18 0,0 1-5 15,1-5 0-15,-1 6-7 0,0-4-4 16,1-2 24-16,2 5-5 0,-2-3-13 0,2-1 0 16,0 5 7-16,1-5 3 0,0 1 0 0,3-1-12 15,0 4 12-15,1-4-8 0,2 0 21 0,-6-1-15 16,6 0-3-16,-6 0-8 0,6-1 18 16,-3 0 1-16,4-4 1 0,-1 4 9 0,-3-2-24 15,4-3 16-15,-3 4-3 0,2-4 3 16,0 2-15-16,-3 0 7 0,4-5-5 0,-1 6 10 15,0-4 13-15,-2 1-23 0,3-3 23 0,-2 3-21 16,-1 3 4-16,-2-4-6 0,2 2 5 16,-4 0-10-16,3-2 25 0,-4 6-12 0,2-2-3 15,-3-1 0-15,0 2 3 0,-2-1 10 0,0 1-6 16,3-1-1-16,-2 2 4 0,-2 0-2 0,-1 1 12 16,2-3-7-16,-10 3 3 0,18 0-3 0,-8-2-3 15,0 4-2-15,-1-2-8 0,2 3 10 16,-1-3-4-16,1 0 1 0,-1-3 17 0,3 3-17 15,1 0 14-15,-3-2 10 0,6 2-6 0,-4 0-4 16,2-1 5-16,1 0-6 0,-3-1 6 16,5-2-3-16,2 1-12 0,-3-3 12 0,1 4 3 15,3-4-8-15,-5-1-3 0,5 4 8 0,-4-5 3 16,0 3 0-16,0-1-1 0,3 0 1 16,-5-2 10-16,1 1-3 0,2-1 8 0,-5 1 13 15,4 2 3-15,-3-2-19 0,0-1-9 0,-1 0-4 16,0 1 11-16,-2-1 5 0,2 1-10 0,-3 2 0 15,1-1-8-15,-4-1-7 0,3 0-1 0,-2 2-7 16,-2 0-36-16,1-2-82 0,-4 4-133 16,0-2-615-16,0 2 119 0,-3-4 20 0,-6-1 87 15,1-3 58-15,-7-5 88 0</inkml:trace>
  <inkml:trace contextRef="#ctx0" brushRef="#br0" timeOffset="-69952.11">23937 10243 711 0,'-6'-9'205'0,"6"9"-34"0,0-3-12 16,0 3-13-16,-3-5-26 0,3 5-5 0,0 0-17 15,0 0-1-15,0 0-15 0,0 0 2 16,0 0-22-16,0 0 2 0,0 0-13 0,0 0-5 16,6 21 8-16,1-11 10 0,0 1-28 0,0 2 5 15,0 0-3-15,3 2 0 0,4 2-4 16,-1 1 4-16,1 1-10 0,3-1 8 0,3 0-10 16,2 1-1-16,0-4 1 0,0 2-16 0,8-2 11 15,-2-4 7-15,3 3-10 0,3-4 2 16,3-2-15-16,5-3 16 0,1 0-3 0,2-5 2 15,3-2-10-15,14-1 3 0,4-3-8 0,-6-2 8 16,2-1 2-16,-1-5-4 0,-3 6 1 16,3-7 6-16,-2 3 64 0,2-3-10 0,-2 4-18 15,2-3 2-15,-6 3-23 0,-1-3-10 0,-9 6-18 16,-8-1-17-16,-2 1-11 0,-8 1-16 0,1 4 3 16,-4-5-7-16,-4 1-13 0,-3 3-8 0,-7-2-21 15,1-2 6-15,-4 1-19 0,-4 3 19 16,-3 0 5-16,-3-5 2 0,-1 3 6 0,-3 3 22 15,3-4 11-15,-6 0 18 0,4 2-1 16,-5 0 19-16,4-3-3 0,0 5 20 0,-2-4 3 16,5 5 5-16,-3-3 8 0,5 3-10 0,2 2 15 15,-5-6-13-15,5 6-2 0,0 0 2 0,0 0 2 16,17-3-7-16,-17 3 0 0,17 3 1 0,-3 1 1 16,0 0 8-16,3 3-15 15,0 3-7-15,-3-2 19 0,3 4-4 0,-3 1-1 0,-1-1-7 16,-6 1-5-16,3 4 3 0,-6-2 7 0,-1 3 0 15,-3-1-16-15,0 3 1 0,-3-1 5 16,0 0-13-16,2-1-44 0,-2 3-63 0,-1-4-147 16,4 2-452-16,4-2 71 0,-1-5 67 15,-2-1 46-15</inkml:trace>
  <inkml:trace contextRef="#ctx0" brushRef="#br0" timeOffset="-69335.55">25907 10256 783 0,'0'0'304'0,"0"0"-35"0,-17 12-23 15,10-5-21-15,0 0-20 0,3 2-21 0,-2 1-28 16,3 0-7-16,3 4-19 0,-1-3-12 0,1 3 0 16,0-1-18-16,1 0-8 0,5-1-5 15,1 1-8-15,0-3-10 0,7 3-2 0,-4-6-16 16,7 0 8-16,-3-2-10 0,6-4-16 0,-6 2 10 15,9-6-12-15,-5 2 15 0,-1-4-10 0,0-1-5 16,-3-1 7-16,0-5-12 0,-4 0-3 16,-1-3 0-16,-5-3-13 0,0 1-74 0,-4-6 3 15,0 3 17-15,-7-2-5 0,0 1 16 0,0-1 18 16,-1 3-3-16,-5 1-10 0,0 2 15 16,-4 2 5-16,4 6 6 0,-5-2-9 0,1 5 1 15,-3 3-8-15,-1 0 21 0,7 3-8 0,-7 0 7 16,2 1 9-16,4 3-11 0,-1 5-11 15,2-2-2-15,4-1 19 0,6 3-17 0,-3 0 11 16,7 3-2-16,4-3 7 0,0 0 5 0,5 3-12 16,2-4 7-16,6 2-3 0,4-2-7 0,2 1 18 15,5-5-21-15,-1 3 8 0,4-6-5 0,1 2 10 16,-3-4-18-16,2-1 3 0,-1-4-18 16,-5 3-3-16,4-4-4 0,-6-4 4 0,0 1-8 15,-2-4 14-15,-4 1-16 0,-4-4 10 0,-6 1 6 16,0-2 4-16,-3-1-2 0,-1 0-3 15,-3-4 19-15,-3-3-3 0,-1 1 2 0,0 2 26 16,1 0-31-16,0 3 10 0,-1 1 11 0,-2 5-8 16,5-1 3-16,-5 4 7 0,2 6-5 15,3 0-5-15,1 4 15 0,0 0-2 0,0 0 13 16,-12 14-13-16,11-3-1 0,-2 2 4 0,3 0 9 16,0 8-2-16,4-2 3 0,-4 6-13 0,3 4 7 15,3-1-15-15,-2 3 21 0,3-2-13 16,-3 3 2-16,5 3-2 0,-2-4-5 0,4-4-8 15,-1 5-26-15,0-4-41 0,1 1-78 0,-1-1-73 16,0-6-112-16,1-4-377 0,-1 0 49 0,-1-4 77 16,-1-7 54-16</inkml:trace>
  <inkml:trace contextRef="#ctx0" brushRef="#br0" timeOffset="-68952.26">26556 10086 642 0,'-3'-5'241'0,"3"5"-19"16,0 0-7-16,0 0-20 0,-20 9-21 16,9-5-5-16,1 5-26 0,-4 3-17 0,-1-1-9 15,-4 6 57-15,2-3-15 0,-4 4-10 0,0 0-14 16,1-2-20-16,-3 1-5 0,5-3-17 16,2-3-11-16,5-1 2 0,-1 1-5 0,0-2 19 15,2-2-19-15,3-2 11 0,0 1-6 0,1-4-76 16,4-2 5-16,2 0-1 0,0 0-14 0,0 0 9 15,0 0 4-15,0 0-9 0,0 0-9 16,0 0 17-16,18 5-18 0,-7-5 18 0,-1 2-17 16,3-1 17-16,2 3-10 0,1 1 8 0,2 1-1 15,6-2 9-15,0 2-21 0,-1 3 5 0,1-2 2 16,3 0 6-16,-5-1-11 0,0-1 11 16,-4 2 5-16,0-6-6 0,-2 5-4 0,-1-4 2 15,-2 2 3-15,0-1-6 0,1-3 11 16,-1 0-10-16,1-1 4 0,0-3-9 0,0 1 7 15,-1-4-3-15,2 3 1 0,-2-2 5 0,4-2-6 16,-7 1 6-16,4-1-18 0,0-2-31 16,-5 3-77-16,-2 0-228 0,4 3-465 0,-1-3 107 15,-3 0 74-15,2-1 57 0,-4-3 56 0</inkml:trace>
  <inkml:trace contextRef="#ctx0" brushRef="#br0" timeOffset="-64536.48">15135 12477 404 0,'0'0'141'0,"0"0"74"0,0 0-10 0,0 0-14 16,0 0-19-16,0 0-13 0,-4 4-8 15,4-4-26-15,0 0 1 0,0 0-22 0,0 0-6 0,0 0-9 16,0 0-14-16,0 0 1 0,-3 6-19 16,3-6 4-16,0 0-12 0,3 10-16 0,-2-6 13 15,2 0-15-15,4-1 15 0,-6 3-13 0,5-4 3 16,-3 4-10-16,4-2 9 0,-1 0-1 16,-1-1-4-16,2 1 6 0,2-1-10 0,-2-2 5 15,1 1-3-15,1 1-8 0,1-1 6 16,1 0-6-16,-1-2-12 0,0 1 5 0,1-1 0 15,2-1-6-15,-3 1 9 0,4-2 7 0,-4 1-21 16,1-5 16-16,3 6-8 0,-1-4-84 0,4-3 28 16,-3-1 3-16,6-2 7 0,-2-1-3 15,-1 0-7-15,3-3 23 0,0 2-2 0,-2-1-1 16,2 1 18-16,-3-1-4 0,1-1-1 0,-2 3-8 16,2-1 6-16,-2-1 0 0,-2 2 9 15,0-3-4-15,3-1 5 0,-3 2 0 0,3-2-5 16,-4 0 10-16,1 2 5 0,0-3-18 0,3-1 16 15,0 0-9-15,1-4 12 0,5 3 1 16,-3-2-12-16,1 0 13 0,3-1-11 0,1-1 16 16,1 4-13-16,-2-4 23 0,0 5-28 0,1-1 2 15,-1 1 9-15,-1 1-14 0,-3 0 21 0,-2 4 5 16,-1-2-13-16,3 3-10 0,-6-3-1 0,6 3 6 16,-6-2-2-16,3 5 10 0,-3-2-1 15,0 2-17-15,2-4 7 0,-1 0 9 0,-2 4 4 16,4-2-5-16,0-1 5 0,0-3-5 15,0 6 64-15,4-4-5 0,0-1 0 0,-2 2-7 16,2-3-9-16,0 6-2 0,-1-3-2 0,1-2-3 16,0 5-21-16,-1-2 16 0,0-2-3 15,-2-1 1-15,2 2-6 0,0-3 5 0,-2 3-7 16,2-3 4-16,1 2-12 0,3-3 3 0,-1-1 7 16,-5 2 0-16,3-3-7 0,-1 1-9 0,3-1-6 15,-5 6 17-15,2-4-8 0,-2-2 16 16,6 0-11-16,-4-2 3 0,3-2-18 0,-2 0 3 15,-1-1 7-15,4-3-4 0,1-7 7 0,2 0-3 16,-3 6 0-16,2-6-7 0,-5 4 7 16,-3 6 1-16,-1 0-1 0,0-1 0 0,0 0-12 15,0 3 17-15,-4 2-9 0,2-1 7 0,-2 1 2 16,5-3 1-16,1 0-4 0,2 2-1 16,0 1-3-16,-1-3-1 0,1 4 1 0,0-2 8 15,2 2-9-15,-3-1-1 0,5-3 1 0,-1 4 4 16,0 1-3-16,2-5-13 0,-1 0 20 0,2 3-7 15,-3 3-8-15,0-3 0 0,-1 0 5 0,1 2-4 16,-3 1 1-16,-4 0 3 0,1 4 1 16,-1-5-9-16,0 4 1 0,0-2 2 0,0 0-5 15,0 2 5-15,-3-2 3 0,3 2 5 16,-1-1 7-16,2 0-7 0,-5 1-8 0,5-5 0 16,-2 7 13-16,2-5 0 0,3 5-16 0,-2-5 6 15,2 5 2-15,0-5-15 0,-1 7 15 0,1-3-15 16,3-2 5-16,-4 3-64 0,1 1 11 15,-1-1 9-15,-3-2 6 0,1 3-8 0,2 1 10 16,-6-2-10-16,3 3 15 0,-3-1 3 16,3-2 2-16,-1 2 1 0,-1-1 9 0,5 1 1 0,1 0 5 15,-1-4-8-15,3-1-3 0,-2 3 8 16,7-4 11-16,-1 3-8 0,1 0 17 0,2-3-17 16,-6 0 10-16,6 3-2 0,-5-4-1 0,2 3 0 15,0-1 1-15,-2-4 12 0,-1 2-15 16,2-2-3-16,-5-1 19 0,3 0-14 0,0 0 18 15,-4-4-15-15,1-3 0 0,0 0 8 0,6-7-5 16,-4-3-1-16,-5 6 1 0,-1 1-6 0,7-8 19 16,-3 2-24-16,0-7 23 0,-1 8-25 15,0 1 10-15,-6 4-5 0,10-11 2 0,-7 7 11 16,0 6-18-16,0 1 17 0,0 0-7 0,0 0 3 16,4 4 0-16,-7-1-14 0,6 3 16 0,-3 3-7 15,3 1 10-15,-3 0-1 0,1 2-17 16,3-1 15-16,1 5-13 0,-1-3 1 0,0 3 9 15,3 0-7-15,-1 1 8 0,-1 3-11 0,2-2 11 16,-4 1-1-16,0 3-2 0,1-2-5 16,-1 3 0-16,1 0 2 0,-3-1 1 0,1 1 7 15,-1 1-10-15,-2 0 10 0,-1-1-13 0,-2 2 8 16,1-3 5-16,-1 2-5 0,-2 1 3 16,2 0-1-16,-3 0 1 0,5-3 2 0,-5 0-7 15,4 1 2-15,-1-1-3 0,0-3 11 0,2 4 17 16,1-4-27-16,2 0 7 0,2 1-13 15,-3-2 8-15,0 0 8 0,0 0-3 0,1 2-15 0,-5-2 17 16,4-1-1-16,-3-1-12 0,3 2 14 16,0-6-8-16,-3 2-2 0,2 3 2 0,2-4 5 15,0-1-3-15,-2 1-2 0,5-1 8 16,-5-2-3-16,5 3-5 0,-3-3 10 0,5-3-2 16,1 3-8-16,0-2 0 0,0 1-3 0,-1-1 6 15,2 2-6-15,2-1-2 0,-3 3 8 0,3-3-1 16,-6 5-2-16,2-1 8 0,-1 2-8 0,1-3-5 15,-3 4 2-15,1-1 1 0,-4 0 4 16,4 2-9-16,-4-1-6 0,-3 1 18 0,3 0-5 16,-4 1 3-16,2-3-11 0,-2 2-2 0,0 1 22 15,1-3-6-15,0 2-9 0,0-2 0 0,2 1 11 16,-1-3-8-16,1 1 13 0,2 3-13 16,2-6 5-16,-3 3-5 0,1-2 8 0,4 1-6 15,-1-1 3-15,-3 1-7 0,2 2 2 0,1-4 8 16,0 3-1-16,-5-4-4 0,5 2-6 15,0 1 6-15,-5-3 2 0,5 1-3 0,-4 0 4 16,0 0-4-16,0-4 1 0,0 3-6 0,-3-2 16 16,3 2-13-16,0-1-5 0,-3 0 5 15,-1 1 5-15,5-1 3 0,-5 1 2 0,1-2-2 16,2 2 2-16,-1 0-3 0,-2 3-7 0,4-4 16 16,-6 6-29-16,3-4 8 0,-4 4 15 15,0 0-5-15,1-3 8 0,2 3-8 0,-3 2-5 16,1-1 8-16,-1 0-11 0,-1-2 16 0,2 1-13 15,-1 2 3-15,0-2-1 0,1 2 1 0,-1-1 17 16,0 1-17-16,1-2-3 0,-1 1 5 0,0-4-5 16,4 3 13-16,-4 2-11 0,4-4 6 15,-1 0-8-15,1 3-3 0,-3-1 14 0,2 1-14 16,1-1 11-16,-1 0-16 0,-2 0 6 0,2 2 7 16,-3-1-18-16,1 5 26 0,-1-3-13 15,0 0-5-15,1 2 5 0,-4 2 2 0,3-4-10 16,0 4 11-16,-3 1-11 0,0-1 1 0,-1 3 22 15,5 0-20-15,-11 0 2 0,13 0 1 16,-3 4-1-16,-2-3 3 0,2 2 3 0,0-3-8 16,0 7 7-16,0-7-7 0,-3 3 13 0,0 1 5 15,4-4 2-15,-2 1 10 0,-2-1-27 0,-7 0 4 16,24-2 22-16,-11-4-1 0,2 3-13 0,2-5 10 16,3-3-4-16,1 0 7 0,3-5-8 15,0 3-2-15,3-7 7 0,-3 2-20 0,0-1 26 16,0-5-11-16,3-7-12 0,-3 5 10 0,-6 1 2 15,1 0-10-15,6-10 8 0,-1 2-3 16,-4 0-5-16,-6 8 16 0,3 0-6 0,0 0-2 16,-3 0-5-16,-1 8-8 0,-3 0 12 0,-2 2-9 15,2 1-18-15,-4 3-49 0,1 4-23 0,1 0-13 16,-5 6-46-16,4 1-108 0,-7 0-595 0,6 12 117 16,-6-2 38-16,-3 0 85 0,-7 6 48 0</inkml:trace>
  <inkml:trace contextRef="#ctx0" brushRef="#br0" timeOffset="-47071.33">9494 11826 491 0,'8'-4'207'0,"-5"-2"6"0,1-1-24 16,2 6-12-16,-3-6-26 0,4 6-21 15,-4-2-14-15,5-1-6 0,-8 4-11 0,10-1 1 16,-3 1-10-16,-7 0 15 0,20 0-21 0,-10 0-2 15,1 4 5-15,2-2 3 0,1 1 7 16,3 1-20-16,4-1-3 0,-4 4-5 0,7-1 3 16,-3-1 2-16,2 2-20 0,-2 1 2 0,3 2 0 15,3-3-2-15,-4 3-3 0,-1-2-10 0,2 5 13 16,3-5-8-16,-3 3-15 0,-1-3-3 16,1 2 18-16,0-2-7 0,1 1-80 0,-5-1 5 15,4 0-3-15,0-1 21 0,-3 2-2 16,-1-8 5-16,0 6-1 0,1-4 11 0,-1 1 8 15,1-3 15-15,0 1-16 0,2 2 8 0,-2-3 3 16,3-1-10-16,0-1 4 0,2 1 16 16,-1 0-7-16,5-1 12 0,1-2-23 0,-3 1 5 15,3 2 3-15,-1 0 5 0,1-2-8 0,0-3-5 16,-7 5 1-16,3-1 4 0,-3 1-8 0,-3 0 1 16,2-2 5-16,-2 2-3 0,-1-1 8 15,-2 1 2-15,-5 0-10 0,4-4 0 0,-3 4-2 16,0 4 4-16,-1-4-2 0,1 1-10 0,0 1 10 15,3-2 6-15,-4 0-4 0,5 3-9 16,-2 2-14-16,2-3-27 0,2 5-3 0,-3-1-8 16,4-1-66-16,-1 2-77 0,4 5-174 15,-3-3-369-15,3 2 82 0,-4-3 74 0,-2 2 60 16</inkml:trace>
  <inkml:trace contextRef="#ctx0" brushRef="#br0" timeOffset="-44755.53">14862 8843 957 0,'7'-8'271'16,"-1"1"-20"-16,4 4-33 0,-2-4-19 0,5-1-7 15,1-1-5-15,6 5-18 0,1-2-18 16,3-2-13-16,0 1-2 0,6 3-29 0,-2 0 11 15,9-3-26-15,-6 4-7 0,7-2-11 0,0 3-5 16,5 1-5-16,-1 1-10 0,-1-1-3 16,3 2-5-16,1 0-10 0,-4 5-3 0,4-2 6 15,-5 3-9-15,15 0-4 0,-8 1 7 0,-8 2-17 16,11 3-6-16,2-1 15 0,-11-4-9 0,7 9-1 16,-7-7-2-16,-7 3 2 0,0-3 3 15,11 7-8-15,-8-2 1 0,-9-1-16 0,3-1 7 16,-1 2 8-16,-2 0 3 0,-1-2-15 0,4 2 12 15,-4 0-5-15,0 1-2 0,1-3-14 0,2 3 14 16,-2-1 12-16,2 0-2 0,1-4-16 16,3 3 6-16,11 3 7 0,3-1-2 0,3-1 0 15,-2-2 2-15,4 1-8 0,-1 2 1 16,0-5 2-16,-2 3 3 0,2-3-8 0,-11-3 2 16,-3 0-2-16,13 3 3 0,-6-1 2 0,-5-4-5 15,-2 1 3-15,2 1 2 0,2-2-3 0,-1-4 1 16,3 5-6-16,-3 0 13 0,17 0-7 15,-13-1 7-15,-4 1-20 0,0 1 0 0,10 2 12 16,-10-1 16-16,-7 1-13 0,1 0 13 0,-1-1-5 16,0 1-13-16,-4 1 10 0,1 2-74 0,-3-1 3 15,-1 1 12-15,0 2 16 0,-2-4-8 0,-5 3 3 16,7-1-1-16,-6 2 16 0,3-5 10 16,0 5-15-16,-1 0 23 0,1 3-3 0,1-1-9 15,-1-2 24-15,-1 2 1 0,7 1 0 16,-2-3-6-16,10 8 14 0,3-3 1 0,-3 5 9 15,7-2-3-15,-2-3-15 0,-2 5 12 0,4-1-12 16,-4 1 2-16,-1-2 3 0,-1-1 7 0,2-1 1 16,-1 2-8-16,-9-4-1 0,-3-2-1 15,13 5 9-15,-7-4-10 0,-6-1 1 0,-2-2-11 16,5 1-3-16,-3-3 13 0,2 2 3 0,1 2-13 16,-4-2 3-16,1 0 4 0,0-2 6 15,2 2-8-15,-2 2 0 0,-4-2 6 0,3 0-9 0,-1-2 8 16,-1 2-7-16,-1 2 0 0,3 0-1 15,-2-3 3-15,-2 1-2 0,1 1 12 0,0-1-15 16,0 1-2-16,0-1 7 0,0 2 2 0,3 0-1 16,0-2-6-16,1 2 5 0,-1-1 0 15,1-1-3-15,3-2-4 0,-4 2 9 0,4 2-1 16,0-2-9-16,-1-1 3 0,1-1 0 0,0 2 8 16,0-1-8-16,-1-3 2 0,1 5-4 15,0-6 2-15,0 5 7 0,0-3-1 0,-1 2-1 16,1-1-8-16,0 0 13 0,0-1-10 0,2 1 3 15,-2 1 5-15,0-3-14 0,-3 1-1 0,2 0 7 16,1-3 7-16,0 4 1 0,0-2-3 16,0-1-5-16,3-2 3 0,-1 0-6 0,2 1 6 15,-1 3-3-15,0-6-10 0,3 1 20 0,-3 1-18 16,5-1 21-16,-2 1-3 0,0-2-7 0,-2-2-8 16,2 3 10-16,1 1 2 0,0-5 4 15,2 4-14-15,-2-2 8 0,4-2-5 0,1 3-2 16,2-3 9-16,-1 1-7 0,1-1-2 0,-4-2-1 15,6 3 3-15,-2-2 10 0,-1 2-15 16,1 0 8-16,-1-1-1 0,-2 5-2 0,-4-1 3 16,-1 1 2-16,0 1-7 0,-3-1-1 0,-3 2 3 15,0 4-8-15,0-2 11 0,-1 5 5 0,5 5-16 16,-5 0 0-16,-3-4 21 0,-5 2-16 16,5-2-2-16,7 10 3 0,-3 1 4 0,0-4 9 15,-4 0-6-15,-3-3-3 0,7 6-4 0,0-2-11 16,-4-2 15-16,-4-1 1 0,1-3 2 0,-3 2-7 15,3-4-4-15,-1 7 4 0,-2-5-6 0,0 0 13 16,2-2 0-16,1 3-7 0,1-1-1 16,-1-2-7-16,0 0 15 0,-1-3-5 0,5 2-2 15,-1-1 2-15,-3 1 0 0,4-4 5 0,2-1 0 16,-2-2-13-16,3 2 8 0,0-2 5 16,2 0 0-16,2-2 6 0,-1-1-4 0,0 0-2 15,3-1-5-15,-3-1-2 0,-3 2 7 0,4-4 15 16,-4 3 1-16,3 2 2 0,-6-3-13 0,-2-2-7 15,4 4 12-15,-5-1-2 0,-1-1-18 16,3 0 13-16,-6-3 7 0,-1 5-23 0,1-6 18 16,0 6-4-16,-5-4-6 0,-1 4 10 0,1-4-10 15,1 2 10-15,-6-5 5 0,2 6 3 16,1-2-5-16,-4 0 2 0,1-1-22 0,-1-2 30 16,-3 4-33-16,2-3 20 0,-1-2-13 0,-1 0-2 15,-1 5-15-15,-6-5-113 0,7 2-16 0,-7-2-140 16,0 3-579-16,-3 4 108 0,3-7 66 15,-7 3 75-15,0 0 45 0</inkml:trace>
  <inkml:trace contextRef="#ctx0" brushRef="#br0" timeOffset="76231.66">19692 7975 532 0,'7'3'220'0,"0"2"-33"0,-1 2-23 16,1-4 10-16,1 4-28 0,2 1-16 0,0-1-20 15,1-3-12-15,-1 3 7 0,3 0-21 16,4 1-12-16,-4-6-3 0,2 1-5 0,1 0-10 16,2-6 10-16,3 0-3 0,2-4 13 0,8-4-18 15,2-3-9-15,12-7-14 0,-1-4 10 0,2-4-4 16,-2 0-11-16,4 0 5 0,-7-3-10 0,2 4 5 16,-7 3-2-16,-2 0-13 0,-7 3-49 15,-4 8-66-15,-8 1-85 0,-2 5-87 0,1 0-389 16,-4 5 84-16,-3-3 34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7:37:09.85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5645 2089 547 0,'-3'-9'241'0,"0"0"-13"0,2 1-29 16,-1 1-4-16,1 1 5 0,1 0-32 0,-3 0-1 16,3-1-31-16,-3 2 9 0,3 5-32 15,-1-9-16-15,-1 5-15 0,2 4-2 0,0 0-1 16,0 0-28-16,0 0-5 0,0 0 8 0,0 0-8 16,-1 17 0-16,2-8 51 0,-1 4 1 0,2 4-14 15,-1 2-2-15,2 3-15 0,-3 3 4 16,3 3-7-16,-2 5-25 0,1 4 17 15,2 1-13-15,-4 1 4 0,6 12-9 0,-5-8-5 0,3-2 6 16,-1 9-16-16,1-7 2 0,-1-5-2 16,0 14-5-16,0-9 0 0,0-3-5 0,1 12 5 15,-1-2 7-15,2 0-17 0,-2 1 13 16,3 1-4-16,-5-1-4 0,2 2 5 0,3-2-10 16,-3 3 0-16,-2-1 7 0,2 3 8 0,-3-1-10 15,0 2-16-15,4 1 13 0,-8 1 6 0,4-4-6 16,0 2 5-16,0-1 1 0,0-1-9 15,4 1 9-15,-4 2 2 0,1-4-5 0,-2 5 15 16,1-5-13-16,1-1-7 0,-1-6 7 0,3 4-15 16,0 2 15-16,-3-7-7 0,3 8 13 0,0 9-4 15,-2-6 4-15,2-2 5 0,-3 0-11 16,3-2 0-16,0 2-2 0,-2-3-8 0,2 3-46 16,1-4-5-16,-1 3 3 0,0 3 7 15,1-3 0-15,-1 0 5 0,1 2-7 0,2-3 12 16,-2 2 8-16,3-2 8 0,-3-3 8 0,5 4-19 15,-6-1 16-15,4-2 8 0,-2-1-1 0,1 2-4 16,-2-4-11-16,2-5 15 0,-3-4 1 0,1 11-3 16,3 0-3-16,-4 0 8 0,4 2-7 15,0 1-6-15,-7-10 6 0,6 7-6 0,2-9 16 16,-4-6-3-16,2 15-10 0,0-8 12 0,1-8-4 16,1 15 5-16,-2 1 66 0,4-4-8 15,-3-6-2-15,-3-7-13 0,6 2-2 0,-3 1-3 16,-1-1-5-16,5 9-5 0,-1-4 0 0,-6-6 5 15,2-1-11-15,5 0-4 0,-7 1 0 16,2-2-11-16,1 1 21 0,-4-7-16 0,1 1-2 16,3-2 0-16,-4 0 10 0,0-2 11 0,1-3-14 15,-1 0-14-15,0-2 12 0,-2-2-8 0,2 1 11 16,-3-6-1-16,3 3-38 0,-3-5 8 16,3 1 8-16,-3-2 4 0,0-1-45 0,0 1-46 15,0-2-78-15,-3-4-163 0,-3 0-527 16,2 4 20-16,1-6 118 0,3 0 66 0,0 0 70 0,0 0 68 15</inkml:trace>
  <inkml:trace contextRef="#ctx0" brushRef="#br0" timeOffset="730.02">5906 7082 957 0,'0'0'297'16,"9"-16"-23"-16,-9 16-31 0,10-5-15 0,1 3-24 16,-4 0-7-16,6-1-5 0,1 2-48 15,3-2-14-15,4-1-12 0,-1 0 15 0,8 3-25 16,-1-4-24-16,4 4-2 0,3 0 5 0,-3-4-5 16,7 4-10-16,5-2-6 0,-1-1-15 0,-1 1 19 15,3 1-4-15,14-3-17 0,4 1-13 16,3-2-3-16,-1 4 5 0,2-5 1 0,2 1-19 15,0 4 19-15,4-4-14 0,0 3-4 0,-3-4 2 16,2 4-5-16,-3-3 2 0,4 0-15 16,0 1 0-16,0-1 11 0,20 0-9 0,-13 2 6 15,16-3-13-15,1-1 18 0,-4 2-5 0,4 4-3 16,-1-6 3-16,2 1-11 0,-1 3 4 0,-4-2 1 16,-14 0-9-16,2 4-1 0,15-3 11 15,-17 2 2-15,15 0-2 0,-11-2-6 0,14 2 6 16,6-1-13-16,-3 1 12 0,0 1 9 15,4-3-16-15,0 3-3 0,-1 1-2 0,0-4 8 16,-2 5 10-16,-1-1 2 0,0 1-2 0,6-2-13 16,2-1-3-16,2 2 18 0,-3 1-4 0,3 0-9 15,-6-2 9-15,0 2-4 0,6 0-7 0,-3 0-7 16,7 0 7-16,-1 2-11 0,1-4-2 16,-3 4 24-16,-1-2-4 0,1 1-1 0,-1-1 6 15,4 0-12-15,4 3 0 0,2-3 8 0,-3 2-13 16,-3-2 18-16,-3 0-3 0,2 0 21 15,1 0-21-15,0 1 3 0,2-1-18 0,-1 0 15 16,-1 0 3-16,-4 1-11 0,0-1-2 0,0 0 0 16,1 0 5-16,-1 0-15 0,1 0 15 15,-1 0 0-15,1 0-2 0,-5-1-6 0,-1 1 6 16,1 0-6-16,1-1 13 0,-3 2 1 0,-1-2-11 16,4 1 23-16,-3-2-8 0,-1-1 3 0,1 2-8 15,-4-2 11-15,0 3 9 0,0-4-17 0,-14 2-15 16,11 0-16-16,-14 2 18 0,14-6 28 15,0 5 0-15,-17 0-18 0,2 1 13 0,-5-2-10 16,-1 2 3-16,0-4-27 0,-3 4 16 16,-4 0-7-16,1 0 4 0,-1 0 1 0,-6 1 12 0,-11 2-12 15,-3-1-3-15,-7-1-3 0,0 0-38 16,-7 3-25-16,-6-2-98 0,-1 0-118 0,-10 4-176 16,0-3-397-16,-3 1 103 0,-5-2 63 15,-1-2 72-15,-8 0 67 0</inkml:trace>
  <inkml:trace contextRef="#ctx0" brushRef="#br0" timeOffset="1046.64">16756 6500 803 0,'3'-7'313'0,"0"5"-40"15,1-3-14-15,3 3-24 0,0 0-17 0,3-1-16 16,1 3-17-16,2 3-22 0,3 1 1 16,2 2-26-16,3 5 26 0,-1-1-15 0,7 5-34 15,0 5 0-15,-2-1-2 0,5 8-6 0,1 5-12 16,-10-5 12-16,-5-2-25 0,2 1 31 0,-8 4-36 16,0-3 7-16,-3 4 1 0,-3-5-21 15,-4 2-8-15,-3 1 3 0,-5 0-3 0,-9 11-10 16,-7 1-2-16,-7-2 2 0,-6-3-15 0,-5 0-24 15,-11 4-38-15,-2 0 8 0,11-12-153 16,-18 9-257-16,14-10-447 0,-1-3 122 0,-1 0 31 16,1-7 77-16,-6-4 66 0</inkml:trace>
  <inkml:trace contextRef="#ctx0" brushRef="#br0" timeOffset="2164.86">5430 2060 673 0,'0'0'210'0,"0"0"-8"0,3-8-15 0,-3 8-26 15,0 0-7-15,4-6-3 0,-4 6-16 16,3-4-4-16,-3 4-29 0,1-6 3 0,2 3-5 16,-3 3 2-16,0-6-12 0,0 6-65 0,3-6 16 15,-3 6 18-15,0-5 10 0,0 5-5 16,0 0 64-16,0 0-18 0,0 0-5 0,1-6-28 15,-1 6 8-15,0 0-19 0,0 0 8 0,-7 20-15 16,3-9-13-16,-3 6 11 0,0 5-19 16,0 1 11-16,-2 7-13 0,-2 0-1 0,1 2-4 15,3 0-5-15,-4-1-3 0,2-1 2 16,1 1 9-16,2-6-24 0,-1 0 15 0,3-3-9 0,-2 0-1 16,3-4-7-16,2-3 12 0,-2 0-4 15,0-5-9-15,2 2 4 0,1-3 14 0,0-5-9 16,0 1 1-16,0-5-11 0,0 0-4 0,0 0 11 15,10-15-21-15,-6 0 26 0,2 2-5 16,-2-7-8-16,3-5 8 0,0-5-3 0,-1-3 3 16,1-3-13-16,7-9 3 0,-4-3 14 15,5 3-1-15,-2 8-16 0,-3 8 18 0,4 0-5 16,-4 3-8-16,4 6 2 0,-4 1-7 0,3 4 8 16,-2 2-3-16,2 6 0 0,5 1 0 0,-5 2 13 15,5 6-8-15,1 3 11 0,3 5-1 16,5 4-4-16,-3 1-75 0,3 6 13 0,4 7-5 0,0 1-11 15,0 1-40-15,-5 3-18 0,-5-3-72 16,-4-5-123-16,-3 4-476 0,-4-1 87 0,-2-3 51 16,-5-3 75-16,-3-1 48 0</inkml:trace>
  <inkml:trace contextRef="#ctx0" brushRef="#br0" timeOffset="2547.02">3027 2601 816 0,'3'12'259'15,"0"4"-21"-15,5 1 0 0,-2 3-41 16,4 0-26-16,-2 0-9 0,-1 0-11 0,3 0-21 15,-1 1-10-15,2 0-12 0,0-1-6 0,1-2-22 16,-1 2-32-16,0-2-40 0,2 1-59 0,-3-2-108 16,-3-3-210-16,7 0-296 0,-3-3 35 0,-2-4 80 15</inkml:trace>
  <inkml:trace contextRef="#ctx0" brushRef="#br0" timeOffset="2796.26">3004 2617 734 0,'-2'-9'323'15,"2"1"-34"-15,0-3-18 0,0 0-25 0,4-1-31 16,3-3-10-16,0 0-21 0,3-4-15 16,4 2 43-16,-1 0-9 0,2 0-16 0,1 1-24 15,2 1-19-15,-1 1-32 0,3 1-37 16,-3 1-32-16,3 2-51 0,-2 2-30 0,-5 1-54 15,2 2-92-15,-2 0-65 0,1 4-455 0,-4 1-15 16,-3 0 115-16,-7 0 36 0,9 4 61 0</inkml:trace>
  <inkml:trace contextRef="#ctx0" brushRef="#br0" timeOffset="2981.69">3106 2769 903 0,'7'-5'259'0,"2"1"-14"16,2-4-12-16,2 0-28 0,5-3-10 0,1-2 58 15,3 1-38-15,2-4-26 0,3 2-15 0,-2 2-23 16,-3-1-35-16,0 4-55 0,-1-2-40 16,1 3-65-16,-4 2-53 0,-2 0-149 0,-4 3-494 15,0 1 90-15,-1 2 82 0,-4 0 15 16</inkml:trace>
  <inkml:trace contextRef="#ctx0" brushRef="#br0" timeOffset="3181.44">3232 2904 558 0,'0'7'243'0,"0"-7"23"0,0 0 44 15,6 3-1-15,-6-3-25 0,0 0-89 0,28-6-36 16,-13-1-8-16,5-2-28 0,3 0-1 0,2 1-9 15,5-4-28-15,1 1-32 0,0 0-32 0,-1-2-80 16,2 2-125-16,-2-2-141 0,-2 1-344 16,-2-2 17-16,-5 2 86 0,-4-1 57 0</inkml:trace>
  <inkml:trace contextRef="#ctx0" brushRef="#br0" timeOffset="3496.23">3580 2508 716 0,'0'0'312'0,"0"0"-43"0,4 19-20 16,3-10-29-16,0 3-18 0,3 1-18 0,4 3-17 16,-1 2-29-16,2-2 3 0,4 2-21 15,-1-1-2-15,-2 1-19 0,-1-1-14 0,1-2-85 16,2 2-3-16,-5-3 3 0,-2-2-5 16,-1 2-10-16,0-3-3 0,-4 1 3 0,2-2 12 15,-5-1-12-15,-2-3 20 0,-1 1-3 16,-1-2 3-16,-2-2-5 0,-3 1-7 0,-2-3 22 0,-2-1 3 15,10 0-3-15,-25-5 1 0,12-3 4 16,-8 0-7-16,1-4 23 0,3-3 13 0,-4-4-21 16,5 0 15-16,-2-3-2 0,1 0 10 15,7 2 13-15,0-3-15 0,3 2-23 0,3 0 22 16,0 1-32-16,4 1-1 0,1 2 0 0,6 0 13 16,-3-2-61-16,3 5-41 0,2-1-39 15,2 1-107-15,-1 3-146 0,3 1-361 0,-2-1 92 16,2 0 34-16,-3 3 56 0</inkml:trace>
  <inkml:trace contextRef="#ctx0" brushRef="#br0" timeOffset="3814.02">3974 2663 419 0,'13'13'149'0,"-2"-1"-26"0,-4-4-1 0,2 0-17 15,-1-1 69-15,-2-1-20 0,1 0-16 0,-3-1-12 16,2 0-6-16,-3 0-5 0,2-2-12 16,-2 1 7-16,-3-4-8 0,3 3-23 0,-3-3 8 15,0 0 0-15,0 0-5 0,0 0-7 0,-21-12 1 16,12 3 4-16,-2-1 2 0,1-3-11 0,-4-2 27 16,0-3-29-16,1 1 18 0,-1-2-3 15,4-2 3-15,-3 2-7 0,2-1 4 0,1-2-20 16,3 2 18-16,-3 0-5 0,6 2-13 15,1-1-16-15,3 3-66 0,-3-2-5 0,6 2-7 16,0-2 19-16,0 4-32 0,5-1-6 0,-4 2-17 16,5-1-67-16,1 3-54 0,1-1-69 15,-4 4-167-15,6 0-260 0,1-1 69 0,-4 1 43 16,0 4 56-16</inkml:trace>
  <inkml:trace contextRef="#ctx0" brushRef="#br0" timeOffset="4429.83">4141 2296 732 0,'0'12'238'0,"4"-1"-18"0,-1 1-26 0,1 3-15 15,-1 2-22-15,0-1-17 0,1 1-7 0,3 0-7 16,3-1-21-16,0 1-3 0,0 0-7 16,1-4-13-16,2-1 2 0,-3 0-17 0,4-2 5 15,-3-1-26-15,2-3 5 0,-2-2-3 0,1 0-4 16,-1-2-11-16,-3-1 13 0,1-1 0 15,-9 0-5-15,14-7-12 0,-10 4 4 0,-1-4 0 16,-3 1-18-16,0-5 8 0,-7 1 3 0,-3-3-5 16,-1 0-80-16,-5-3 0 0,-5-1 18 0,-3-2 13 15,0 1 25-15,0 0 16 0,0 1-11 16,0 1 27-16,1-2-9 0,5 4 16 0,1 1 10 16,1-2 62-16,1 1-4 0,5 3-4 15,0-3-23-15,3 4 0 0,3-1-11 0,2-1 1 16,2 1-11-16,3 1 6 0,3 1-24 0,5-1 3 15,-1 3-13-15,3 1 0 0,5 1-10 16,0 3 8-16,1 1-6 0,5 4 1 0,-3 0-8 16,3 3-1-16,3 3-9 0,0 4 18 0,1 2-4 15,-1 0-17-15,-2 2 18 0,-2 0-13 0,-2 0-5 16,-1-1 3-16,-7-1 0 0,2 3-14 16,-2-3 11-16,-2-1-2 0,-5-1-3 0,1 0 0 15,-3-1 5-15,2-1-3 0,-3-2 0 0,1-1 9 16,-3 0-12-16,2-4 14 0,-3 1-3 15,0-5 8-15,0 0 0 0,-8 5 5 0,8-5 7 16,0 0-12-16,-16-17-5 0,6 4-6 0,2-1 6 16,-2-4 0-16,0-2 17 0,3-4-17 15,-3-5-3-15,0-2 5 0,4 2-2 0,-2-1 2 16,5 5 6-16,2 0 2 0,-2-2 17 0,0 4-6 16,3 1 1-16,0 2 1 0,3 0-13 0,0 2 5 15,-2 1-10-15,2 2 0 0,4-1-1 16,0 2-12-16,-3 1 21 0,8 2-8 0,-1 2 2 15,-1-1-2-15,3 3-13 0,2 2-23 16,-2 2-34-16,2 3-24 0,1 0-37 0,2 5-87 0,-2-1-187 16,5 5-445-16,-1 1 92 0,-3 2 88 15,0 1 45-15,-3 2 95 0</inkml:trace>
  <inkml:trace contextRef="#ctx0" brushRef="#br0" timeOffset="6029.83">16404 7518 662 0,'-3'-7'218'16,"1"-1"-8"-16,-1 5 64 0,3-4-46 0,0 7-21 16,-6-7-15-16,6 4-10 0,0 3-26 0,0 0-8 15,0 0-17-15,0 0 15 0,11 20-23 16,-8-7-11-16,3 3-7 0,1 5 10 0,0 1-17 16,0-1-22-16,-3 2 6 0,5 2 8 0,-5 0-16 15,2 6-5-15,2-5-23 0,-5 1-10 16,4 3-20-16,-1-2-47 0,-2-3-59 0,-1 4-112 15,5-4-551-15,-2-4-2 0,1-1 103 0,-3-7 63 16,-1 0 54-16</inkml:trace>
  <inkml:trace contextRef="#ctx0" brushRef="#br0" timeOffset="6362.83">16558 7711 1103 0,'6'-8'330'0,"-2"-1"-23"0,5 0-30 16,2-1-21-16,-1 0-34 0,4-2-22 16,3 0-24-16,4-1-19 0,-1 1-32 0,1-1-20 15,0 1-23-15,-1-1-23 0,0 0-16 0,1-2-15 16,-5 1-25-16,-4-1 0 0,1-3-3 16,-6 1 0-16,-1 0-8 0,1 1 5 0,-6-1 24 15,-1 6 4-15,0-4 21 0,0 1 1 0,0 3 22 16,-1 1-13-16,-3 1 8 0,4 1-8 15,-3 3-2-15,3 2-5 0,0 3 2 0,0 0-3 16,0 0-19-16,0 0 9 0,-3 17-12 0,6-6 2 16,0 5 10-16,2 1-12 0,1 5 4 15,-2 2 1-15,6 2-5 0,1 2 5 0,1 2-1 16,-2-3-7-16,1 4-7 0,0-4-24 0,6 3-33 16,-4-3-43-16,0 1-62 0,5-3-64 0,-1 0-274 15,0 0-304-15,1-5 43 0,-2-7 95 0,-2-1 45 16,-1-7 76-16</inkml:trace>
  <inkml:trace contextRef="#ctx0" brushRef="#br0" timeOffset="7396.26">17190 7711 926 0,'-1'17'256'0,"-2"-5"-20"16,3-2 43-16,0 0-31 0,4-2-15 0,-4 0-31 15,3 1-25-15,3-1-16 0,-1-1-10 16,1 1-21-16,1-1-14 0,0-3-24 0,-1 2 8 16,-1-3-8-16,1 1-18 0,-6-4-2 0,7 1 4 15,-7-1 1-15,0 0-18 0,10-12-10 16,-13 6-3-16,3-3-8 0,-1-4 8 0,-5 1-5 16,2-1 3-16,-5-4-1 0,4 1 8 0,-2-1 16 15,-2-1-21-15,2 3 8 0,-1-1-13 0,2 0-5 16,-1 3-3-16,4-2-7 0,0 0 7 15,-1 4-20-15,4-3 12 0,0 3-2 0,4-2 3 16,2 3-8-16,-2 1-13 0,5 0 10 0,-1 1 6 16,2 1-6-16,0 5 3 0,4-3-77 0,-4 4 0 15,4 2 8-15,0 4 5 0,-1-2 2 16,1 4-2-16,-1 3 16 0,1 0-1 0,-4 2-7 16,4 5 7-16,-3-6 0 0,-2 3-2 15,2 2 2-15,-4-4 13 0,3 3-7 0,-3-2 14 16,3-1-12-16,0 1 5 0,-3-1-7 0,0-2 12 15,3-2-5-15,-3-1 0 0,0 0 3 0,1-1 10 16,1-4-6-16,1 1-1 0,0-3-11 16,-2 0 18-16,2-3-8 0,0-2 5 0,1-2 3 15,2-3-5-15,-6 2-6 0,3-2 6 0,-3 3 15 16,0-1-5-16,-1 4-7 0,2-2-1 0,-5-1-13 16,0 4 11-16,-3 3-13 0,7 0 26 15,-7 0 9-15,0 0-24 0,7 10 4 0,-7-3 3 16,3 1 5-16,-3 2-3 0,3-3 3 0,1 1 0 15,-3 2 0-15,2-2-10 0,3 1 7 16,-2-1 6-16,-1 0 5 0,4-1-6 0,3 0-9 16,-3-4 7-16,0 3 5 0,3-5-3 0,1-1 1 15,2 0-8-15,1-4 2 0,-1 1-5 16,1-4 8-16,0-1-2 0,-1-2-11 0,1-5 3 0,-1 2 15 16,-2-6-15-16,-4 1 7 0,3-2 6 15,-4 2-3-15,-1-1 0 0,-2 1-10 0,1 1 10 16,-1 5 10-16,3-1-3 0,-6 2-7 0,4 2-7 15,-4 1 9-15,3 3 6 0,0 2-8 16,-3 3-8-16,0 0 11 0,14 1-6 0,-7 6-2 16,-3 2 8-16,6 2-6 0,0 3 16 15,3 2-10-15,-1 1 7 0,-2 1-5 0,3-1-3 16,-2 1 4-16,2 3-4 0,-2-4-7 0,-5-2 13 16,1 0-21-16,-1-1-5 0,-2 1 13 0,-4-5 7 15,0 1 19-15,0-1 2 0,0-5 18 0,-3 2-18 16,-1 0-5-16,-2-4 0 0,2 0 0 15,-6-2 0-15,10-1 7 0,-10-1-7 0,10 1 8 16,-10-6-8-16,3 5 10 0,3-5-13 0,4 6 1 16,-7-7-6-16,7 4 3 0,0 3-1 15,3-9-9-15,-2 3 7 0,6-1-5 0,0 2-7 16,3-2 12-16,0-2-7 0,4 0 4 0,2-3-4 16,-1 1 2-16,1-3 10 0,5 2-5 15,-4-2-4-15,0-1 1 0,0 2-9 0,0-2 9 16,-3 0 4-16,-1-1-6 0,-2 4 5 0,-1-2 0 15,-3 4 3-15,0 2-21 0,0-1 6 0,-4 1-1 16,1 1 6-16,-1 0 7 0,-3 5-10 16,0 2 15-16,0 0-7 0,0 0 2 0,0 0-12 15,-10 11 12-15,3-3-5 0,3 5 0 0,-2-4 0 16,2 4-5-16,1-1 5 0,3 1 8 0,-3 1-8 16,3 1 11-16,3 0-16 0,0-2-16 15,1 2 16-15,5 0-10 0,-1-4-31 0,8 3-23 16,-1-3-48-16,5 1-55 0,4-7-114 0,6 2-541 15,1-1 118-15,3-5 33 0,0-2 85 16,1-5 46-16</inkml:trace>
  <inkml:trace contextRef="#ctx0" brushRef="#br0" timeOffset="7818.65">19019 7558 957 0,'3'27'335'16,"-2"-2"-46"-16,5 0-15 0,-3 1-18 0,1 3-97 16,2-1-16-16,2 4-17 0,-2 0-9 0,1-3-12 15,0 3-15-15,-1 0-36 0,2-4-21 16,-5-3 8-16,4-3-10 0,-4-4-13 0,0-3 5 16,1-4-5-16,-4 1 2 0,0-7 1 0,0 0-21 15,0-5 2-15,0 0 3 0,0 0-5 0,-17-23-2 16,3 5 12-16,1-7-2 0,-5-17 4 15,-2 0 9-15,3-5 7 0,-4 3 21 0,8-3 7 16,0 2 0-16,2 11 31 0,1 3-12 16,3-1-6-16,4 7-11 0,-1 0-9 0,3 6 5 15,1 1 2-15,1-3-15 0,3 4 3 0,-1 2-11 16,1 4 3-16,5 1 2 0,-2 2-10 16,4 2-2-16,-1 3-6 0,3 3 3 0,1 0-17 15,-1 2 11-15,2 5 4 0,-2 0-6 0,1 1-4 0,-4 2 6 16,0 1-9-16,1 2 5 0,-5-1-8 15,-5 3-10-15,2 0 2 0,-6 1-12 0,-1-4-11 16,-2 5-4-16,-2-3 2 0,1 1-19 16,1-3-14-16,-4-2-29 0,-1 2-35 0,4-4-75 15,-3-4-137-15,3 1-439 0,0-5 82 0,1 0 52 16,6 0 81-16,-7-9 62 0</inkml:trace>
  <inkml:trace contextRef="#ctx0" brushRef="#br0" timeOffset="8213.36">19230 7368 616 0,'21'7'233'0,"0"0"3"0,-5 1-24 0,-1-2-30 15,1 5-13-15,1-1-15 0,-3 2-19 16,3 2-7-16,-4 1-5 0,-1 2-18 0,-3 0-3 16,-2-2-22-16,-3-1 12 0,-1 1-23 0,-3 0 5 15,-3-1-10-15,-1-1-10 0,-2 0 7 16,-1-3-2-16,0-3-5 0,-4 1 5 0,1-6 82 15,1 1-16-15,-2-3-7 0,1-2-11 0,0-1 3 16,2-5-5-16,1 0-12 0,-2-7-12 0,5-1-14 16,1 0-13-16,3-1 5 0,0-2-6 0,3 2-4 15,1-1 2-15,6-3-12 0,0 3 9 16,4 1-17-16,-1 1-5 0,4 2 2 0,-3 1-3 16,7 1-7-16,-8 6 13 0,8-1 2 15,-4 2-12-15,3 3-1 0,1 2 1 0,-1 0-9 16,-3 3 6-16,4 3-2 0,-4 1-1 15,4 1-5-15,-1 3 8 0,-3 3-5 0,0-3-5 16,-3 3 10-16,0-3 0 0,-4 3-13 0,-1 1 2 16,-1-2 4-16,-4 1-4 0,2 1-12 0,-3-4-49 15,-2 3-33-15,-1-3-48 0,0 0-70 0,-4 2-187 16,4-5-422-16,0-1 39 0,0-4 107 0,0-3 51 16,0 0 72-16</inkml:trace>
  <inkml:trace contextRef="#ctx0" brushRef="#br0" timeOffset="8329.34">19743 7251 645 0,'3'-2'215'0,"-3"2"-36"0,1-7-38 0,5 5-70 16,-6 2-166-16,14-4-424 0,-7 8-1 16</inkml:trace>
  <inkml:trace contextRef="#ctx0" brushRef="#br0" timeOffset="8744.95">20038 7268 862 0,'0'0'277'0,"0"0"-21"0,0 0-34 0,-18 17 19 16,11-9-42-16,-2 3 6 0,-2 2-31 0,1 2 8 16,-4 3-23-16,4-1-8 0,3-1-18 15,-3 4-5-15,2 2 0 0,2-5-21 0,-1-1-4 16,7 2 14-16,-3 0-35 0,3-1-2 0,0 0 17 15,3-2-15-15,1 0-8 0,5 1-7 0,2-7-14 16,-1 1 1-16,4 0-15 0,3-5-4 16,4 2 1-16,-4-4-28 0,6-3-21 0,-1-2-5 15,0-3 8-15,0-3-23 0,5-3-18 0,-6-3-13 16,2-4-3-16,-2-1 29 0,-1-4-11 16,-6 1 5-16,0 2 19 0,-4 2 12 0,0 2 23 15,-2 0 6-15,-2 5 14 0,-2-1-14 0,-1 3-3 16,-3 5 10-16,0 0-11 0,0 4 1 0,0 0 5 15,-13 7 5-15,5 1 0 0,-2 6 8 16,3 0-8-16,-3 7 5 0,3-3 8 0,3 6-3 16,1 1 18-16,0-1-20 0,3 1-21 0,6 0 13 15,-2-1 11-15,2 1-4 0,5-4-4 16,2 4-8-16,2-3 10 0,1-2-7 0,5 1-16 16,-7-9-13-16,6 2-41 0,1-3-53 0,-4-1-24 15,-3-3-76-15,-1-2-507 0,-3-2-71 0,-2-3 73 16,-8 0 49-16,9-8 62 0,-15-2 66 15</inkml:trace>
  <inkml:trace contextRef="#ctx0" brushRef="#br0" timeOffset="12912.25">6725 5713 255 0,'1'-10'75'16,"6"-1"9"-16,-4 1-7 0,1-5-10 0,2 1-14 16,1-3 1-16,-1-2-23 0,5-1 15 15,-4-2-15-15,3-3-6 0,1-4 11 0,-1 0-13 16,3 3 0-16,-2-4-2 0,2 4-21 0,2 1 17 15,-2 0-9-15,4 0 7 0,-1 1-15 16,2 4 13-16,-1-4 28 0,4 3-33 0,0 0 43 16,1 0-51-16,0 1-8 0,5 3 21 15,-3-3-10-15,0 2 4 0,0 2-9 0,3 0 20 16,-3 1-23-16,3 0 0 0,-2 1-3 0,-2 3 36 16,1 3-38-16,-3-1 12 0,3 1-4 0,-4 0-3 15,4 2 20-15,-3 0-23 0,-2 2 1 16,3 2 12-16,1-3-8 0,-2 3 8 0,-1-4-25 15,4 3 15-15,0-1 7 0,4 0-14 0,-5-2-6 16,4 4 20-16,-2-4 6 0,2 0-6 16,-3 1 14-16,0-2-21 0,0 0 20 0,0 0-15 15,3 2 0-15,-3-4 8 0,0-1-3 0,0 1-5 16,0-1-3-16,4-1 8 0,2-2 6 0,-3 1-11 16,-2-2 5-16,2-1-16 0,-3 2 9 15,3-3-11-15,0 0 16 0,-3-1-6 0,1 1 3 16,2-2 10-16,-1 1-15 0,-1-2 54 15,2-1-44-15,0 4-18 0,-2-3 21 0,2 2-8 16,-4 0-8-16,1 0 18 0,-2-4-20 0,2 3 0 16,3 2 15-16,-7-3-5 0,4 2-2 0,0 0 2 15,0 0 7-15,-4-4-20 0,4 3 3 16,0 2 8-16,0-3 2 0,-4 2 12 0,4 0-17 16,-3 0 0-16,-1 1 15 0,1-1-2 0,0 0-23 15,-1 1 17-15,4-1 1 0,-3 0-3 16,3 1-3-16,-4-1 19 0,4 0-11 0,0 1-10 15,0-2 10-15,0 2-5 0,0 0-3 16,3-1 13-16,-3 0-12 0,0 1-8 0,-1 0 5 16,2 1-6-16,-4 4 14 0,6-5-24 0,-7 6 24 15,0-3-3-15,-2 2-18 0,2-2 21 0,1 2 7 16,-4 2 0-16,3-4 3 0,1 3-16 0,3 0 6 16,-4 0-11-16,4-2 31 0,0 3-13 15,0-1-4-15,3 0-9 0,4-2 11 0,-1 2-13 16,1-1 2-16,0-2 8 0,0 4 39 15,-1-2-37-15,1 2-7 0,-3-3 3 0,-1 2 2 16,4-1-18-16,-4 0 21 0,-2 1-3 16,-1 0-2-16,-1 0-1 0,4-2-10 0,-6 2 19 15,3-1 9-15,-4 2-12 0,5-7 7 0,-2 2-5 16,-2 2-4-16,-1-2-6 0,1 3 20 0,0-4-2 16,-1 2-3-16,1 0 13 0,-1 0 16 0,0 0-13 15,1-1-13-15,0 3 15 0,-4-4-13 16,4 1 1-16,2 2 27 0,-2-5-1 0,3 2 4 15,0-1-13-15,3 0-12 0,0 0 40 16,-3 0-43-16,3 3-5 0,1-3 8 0,-1 1-1 0,0 0 1 16,1 3-3-16,-1-3-10 0,1 1-13 15,-2 1 15-15,2-2 11 0,-1 1-16 0,1 2 0 16,-1-5-2-16,-3 3 2 0,4 2-7 16,-1-2-11-16,-4 0 26 0,2 2-23 15,-1-1 15-15,3 0 13 0,-7 1-10 0,4 0-5 0,1-3 2 16,2 4 3-16,0-4-6 0,1 1-9 15,-1 1 2-15,0-3 13 0,3 2-11 0,-2-1 3 16,6 2 0-16,5-9-7 0,-2 7 7 16,-7-2 3-16,11-2-6 0,-7 3 8 0,-3 1 3 15,0 2-5-15,0-3 2 0,-1 1 6 16,1 1-16-16,-4-3 5 0,1 4-5 0,0-4 7 0,-1 1-4 16,1 1 12-16,-1-3-33 0,0 2 23 0,-3 0-12 15,3-2 7-15,-3 1 13 0,3-2-11 16,-2 1-4-16,-2 0 7 0,4-1-8 0,1 1-5 15,-4-1 11-15,4 1-8 0,2 0 2 16,4-6 1-16,4 3 7 0,-8 1 3 0,-2 3 2 16,-1-1 0-16,8-6-5 0,-5 5-2 15,-2 3-3-15,-4-2 2 0,3 2 6 0,1-3-11 0,-2-1 6 16,9-5 5-16,-8 6-1 0,0 2-9 0,-3-1 9 16,1 1-14-16,2 2 12 0,-3-1-3 15,-1 0 4-15,-2 2-9 0,0 1-5 0,-4 0 21 16,6 1 18-16,-2-1-39 0,-4-2-5 15,7 3 11-15,0-4-16 0,0 1 13 0,3-1-3 16,0 0 8-16,1 1 0 0,13-7 0 0,0 0-2 16,-3 2-4-16,5-3 14 0,-1 4 0 15,-1-2 2-15,1 1 3 0,-8 3-8 0,-4 3 8 16,-2 0 17-16,-1 0-37 0,0 1-11 0,0 1 15 16,-3 2 3-16,1-1-2 0,-5 1-1 0,1 0 8 15,2 0-7-15,-3 1-6 0,-2 0 16 16,3 2-13-16,-2 0-6 0,-1-1 1 0,0 2 2 15,-2-3 3-15,-3 5 3 0,2-2-60 0,-2 2-158 16,-2 0-415-16,-5 2 39 0,-2-1 66 0</inkml:trace>
  <inkml:trace contextRef="#ctx0" brushRef="#br0" timeOffset="14931.23">7389 1764 506 0,'4'-7'208'0,"5"0"-32"16,-1-1-14-16,2-1-27 0,3 1-9 15,1-1-11-15,-1 0 3 0,5 2-24 0,-2-1-9 16,6 2-11-16,5 0-18 0,1 1 8 15,9 0-7-15,4 1-1 0,3 4-18 0,3 0-4 16,18 3 9-16,1-1-5 0,-4 7 1 0,0-1-6 16,-1 6 6-16,0 0-1 0,-6 2-33 15,3 2 10-15,-3 3 1 0,-1 2 12 0,-6 0-13 16,-3 4 6-16,-5 0-11 0,-2 3-2 0,0 2 4 16,-4 1 17-16,-6 1-19 0,2 4-8 0,-6-3 4 15,3 3-6-15,-6 1 0 0,3-3 7 16,-4 3-4-16,4-1 2 0,-3-1-3 0,-1 1 19 15,1-3-16-15,-1-5 5 0,-3-4-7 16,10 8-6-16,-2-1-2 0,2-2 21 0,-3-5-9 16,4 4 11-16,-2-5-20 0,9 0 12 0,0-2 0 15,5-1-5-15,1-2 5 0,7 1 85 0,3-5-18 16,3-1-11-16,5-2 14 0,5 0-19 16,6-1-17-16,1-4 10 0,-2 2-1 0,6-2 4 15,-4 1-22-15,1 1 9 0,-1-2-18 0,-1 2 4 16,1 0-2-16,-3 0 1 0,-3 0 1 15,0 1-12-15,-2 0 3 0,-6 0-6 0,-2 2-2 16,-1-2 7-16,-13 1 1 0,-7-4-1 0,0 3-17 16,-3-2 2-16,0 2 13 0,-7 0-21 15,0-1 8-15,-3 1-5 0,-4-1 11 0,3 1-11 16,-6-1 12-16,-3 1-22 0,2-3 18 0,-3 4 0 16,1-3-16-16,2 0 5 0,-6 1 6 0,4-1 5 15,2-1 9-15,-2 0-17 0,-1 2 16 16,3-2-14-16,1 1 16 0,2-1-18 0,2 2 18 15,3-2-13-15,2 3 3 0,4-2-3 0,4-1 5 16,3 3-2-16,1-1 0 0,3-2-6 0,12 6 11 16,2-3-10-16,-4 2 9 0,-4-3 6 15,5 5-12-15,-8-4-4 0,-4-2 3 0,11 6-7 16,-4 1 9-16,-3 1 1 0,-3-2-3 16,-10-1-2-16,2-2 2 0,-3 4-8 0,0-4 1 15,1 3 9-15,-7-1-14 0,6-1 9 0,-3 2-81 16,-7-1 7-16,4 0 8 0,-2-2 8 0,2 4 12 15,-3-4-7-15,-2 2 28 0,5 1-5 0,-4-2 0 16,3 0 0-16,-2 0 2 0,-1 0 6 16,3 2-3-16,-3-1-6 0,0-2 19 0,4 1 0 15,-4 1-5-15,4 0 12 0,-4-5-7 0,6 4-3 16,-2-1-2-16,0 1 7 0,-1-1 5 16,4 1 1-16,-3-2 4 0,2 0-2 0,-2 2-10 15,3-4 18-15,0 2-18 0,-4-1 4 0,4 0 6 16,-3 1 0-16,3-2 0 0,-1 0 11 15,-2 1-11-15,0 4 5 0,-1-5 13 0,4 2-23 16,-3 2 7-16,-1-2-2 0,1 3-10 0,-1-3 13 16,0 2-3-16,-2-1-8 0,3-2-2 0,-2 3 4 15,-1-1 14-15,3 0-10 0,-5-1-6 0,5 3 8 16,-4-3-10-16,4 3 5 0,0-1 15 16,-1 0-15-16,0 2 5 0,1-3 2 0,-1 1-4 15,4 0 4-15,-3 0 8 0,3 4-2 16,-1-6-3-16,-2 3 0 0,0-3-15 0,2 0 8 15,-5 1 9-15,3-1-12 0,2 2 13 0,-3-2-8 16,1 2 2-16,2-3-7 0,-2 0-5 0,0 0 20 16,0 4-10-16,2-3 0 0,-2 2-13 15,0-1 19-15,2 1 6 0,4-1-1 0,-2 1-16 16,2 0-3-16,1 1 16 0,-1 0 4 0,4-1-14 16,-4 2 4-16,1-1-4 0,1 3 4 0,2-4 14 15,0 1-9-15,8 9-12 0,-6-7 3 16,-2-5 14-16,-3 4-14 0,6-3 4 0,-4 3 6 15,4-2 0-15,-3-1 2 0,3 1-2 0,0-3-6 16,11 7 3-16,-10-1 1 0,-1-7-6 0,-3 5 0 16,2-3 5-16,1 5-10 0,-3-5 10 15,0 3-16-15,0-3 17 0,-3 3-1 0,2-3 2 16,1 3-19-16,0-2 22 0,-4 1-13 0,4 3 13 16,-3-3-7-16,2 3-8 0,7 8 15 15,-2-2-12-15,-2-2 12 0,-8-4-8 0,9 9 9 16,-3-2-14-16,-4-4-15 0,7 6 21 0,-6-3-6 15,3 4 8-15,2 1 5 0,-5-2-7 0,-4-6 0 16,7 10-1-16,-4-5 3 0,-4-3 16 16,11 5-16-16,-9-3 5 0,-1-5 8 0,0 3-10 15,-4-4 7-15,4 0 8 0,0 1 10 0,0-1-12 16,4 2-3-16,-5-3 7 0,1 0 1 16,0 0 2-16,-3-2 0 0,-1-5-10 0,-3 2 8 15,0 2-3-15,0-5 5 0,-3 1-8 0,0-1-7 16,-1 0 15-16,1-4-15 0,-4 3 3 15,4-1 2-15,-7-2 5 0,3 1-11 0,-3 1 1 16,0-3-21-16,0-2-2 0,-1 5-36 0,-2-5-5 16,-1 2-49-16,0 1-82 0,-3-4-204 0,0 0-387 15,0 0 97-15,0 0 49 0,-13 3 51 0</inkml:trace>
  <inkml:trace contextRef="#ctx0" brushRef="#br0" timeOffset="16561.91">14636 1726 537 0,'0'0'223'0,"-4"-5"-13"0,4 5-18 0,0 0-13 16,-3-2-15-16,3 2-19 0,0 0 1 16,-3-6-28-16,3 6-3 0,0 0-12 0,3-7-11 15,-3 7-5-15,10-5-5 0,1 0-23 16,-1 3-3-16,0-3-12 0,7 2 14 0,0-1-17 15,1 0 0-15,6 2 5 0,0-3-10 0,7 5-3 16,-1-2-12-16,1 2 2 0,3 0-5 0,3 1 8 16,4 0-6-16,-3 3-2 0,4 1-10 15,1 0-1-15,-1 1-2 0,12 3 8 0,1 2 10 16,0-1-28-16,0 4 13 0,-1 2-1 0,-3 2-4 16,4-1 2-16,-7 3-10 0,6 2 20 15,-2 1-12-15,-4 2 2 0,6 1 8 0,8 8-13 16,-1 3 13-16,1 0-26 0,-4 1 10 15,0 3 8-15,1 1 3 0,-4 2 0 0,3 2-75 16,-1 0 16-16,1 1 0 0,1 0 18 16,5 0-3-16,-2-2 13 0,-1-2 7 0,4-1 9 0,1-3-9 15,-4-3 9-15,2-3-1 0,-5 2 10 16,-6-8 1-16,-4 0 15 0,1-2 59 0,-1-2-8 16,-1-3 0-16,-1 0-10 0,-2-1-3 0,-10-3 0 15,-2-3 1-15,-2-1-1 0,3 0-7 16,-6-3-11-16,-4 1 6 0,-1-3-6 0,1 0 3 15,-6 0-10-15,1-3-1 0,-4 2-7 0,-2-1-7 16,1-3-29-16,-4 2-30 0,-3 0-27 0,4-1-42 16,-5 3-49-16,-2 0-136 0,2-2-433 15,-6 5 70-15,-3-2 48 0,-4 2 54 0</inkml:trace>
  <inkml:trace contextRef="#ctx0" brushRef="#br0" timeOffset="17078.84">16069 4643 847 0,'0'0'233'16,"0"0"-21"-16,-4 7-12 0,4-7-18 15,0 0-8-15,0 0 0 0,0 0-8 0,0 0-15 16,0 0-8-16,17 0-2 0,-17 0-13 0,17-8-13 15,-6 2-81-15,3 1 7 0,2-4 7 16,5-2-9-16,3-5 2 0,3-1-11 0,11-7 73 16,-1-1-11-16,1-1-3 0,-4-2-27 0,6-1-1 15,-1-1-4-15,1-7-6 0,-2 1-5 0,13-7 0 16,-6-1-8-16,3-1-7 0,0 1 2 16,-1-2-12-16,-1 1-14 0,1-2 4 0,-2 3 2 15,-8 5-3-15,-3 2 0 0,3-4 10 0,-6 2-4 16,0 3-1-16,-4 4 8 0,-6 5-15 15,-4 4-11-15,1 0 14 0,-8 5-1 0,4-1-3 16,-1 2-4-16,-3 0 7 0,-4 2-10 0,5 2-25 16,-4 0 2-16,0 0-16 0,-1 2-45 15,-1 1-29-15,1 2-35 0,-3-1-26 0,1 1-77 16,2 0-67-16,-5-1-342 0,5 2-23 0,-2 2 104 16,-1-2 54-16</inkml:trace>
  <inkml:trace contextRef="#ctx0" brushRef="#br0" timeOffset="17330.36">17165 3396 719 0,'-3'-4'261'15,"3"4"-18"-15,0-7-18 0,0 1-28 0,0 6-17 16,8-4-17-16,-2 0 4 0,1 3-24 16,3 0-89-16,4 1 12 0,3 2-12 0,3 2 0 15,4 2-16-15,0 2-10 0,3 4 19 0,4 0-9 16,-3 3-10-16,2 3 5 0,-5-1 21 0,9 9-28 15,-7-2-3-15,-6-3 13 0,-5-1-21 16,-1 1 21-16,-2-4 0 0,-3 2 17 0,-6-1-14 16,-1-1-14-16,-3 1 6 0,0-1-8 0,-7-2-10 15,3 2-44-15,-2-3-53 0,-1 1-75 16,-3-4-256-16,-1-1-289 0,2-3 95 0,2-2 56 16,-4-9 54-16</inkml:trace>
  <inkml:trace contextRef="#ctx0" brushRef="#br0" timeOffset="17645.16">17405 2808 1095 0,'0'0'294'0,"0"-7"-25"0,0 7-26 0,0 0-28 15,10-1-12-15,-10 1-32 0,0 0-15 0,21 10-18 16,-12-4-2-16,3 1-23 0,1 3-6 0,4 2-7 16,0 1-10-16,0-1-6 0,0 3-15 15,0 0-20-15,-3-1 0 0,0 5-6 0,-1-2 6 16,1-1-6-16,-7 1-2 0,0 1 3 0,-4 0-11 16,0 1 0-16,-3-1-2 0,-3 1 2 0,-1 2-10 15,-8 3-2-15,0 1-24 0,2 0-17 16,-6-1-47-16,2-1-48 0,0-1-72 0,0-1-386 15,4-3-193-15,0-4 91 0,3-3 50 0,0-3 62 16</inkml:trace>
  <inkml:trace contextRef="#ctx0" brushRef="#br0" timeOffset="18144.4">18130 3020 660 0,'0'8'266'16,"0"2"-20"-16,3 2-23 0,-3-1-34 0,1 3 8 16,2-1-41-16,0 1-5 0,0 3-23 0,1-1-8 15,-1-1-9-15,0-1-14 0,2 0-2 16,-2-3-26-16,0 2 2 0,0-2-4 0,-2 1-16 15,-1-3 0-15,3-1 6 0,0-4-1 0,-3 3 5 16,0-1-12-16,0-6-11 0,0 0 6 0,0 0-11 16,0 0-2-16,0 0 0 0,-3-23-3 15,0 8-3-15,2-2-7 0,-2-2 10 0,0-6-2 16,3-2-16-16,0 0 6 0,0-1-4 0,0 2-4 16,3 1 5-16,-3 0-8 0,4 6 5 15,-4-1-7-15,3 3 2 0,0 0 0 0,0 1 0 16,-3 4 5-16,1-1-4 0,2 3 1 0,-3 2-14 15,3-1 4-15,-3 1 0 0,4 3-4 16,0 1-4-16,-1-1-4 0,-3 5 20 0,10-1-12 0,-10 1 9 16,17 6-7-16,-10-2 5 0,3 2-3 15,-3 1 11-15,4 3 0 0,-1 0-8 0,3 3-5 16,-2 1 7-16,-1 3 8 0,4 0-4 16,-4 1-9-16,0-1 6 0,1 2 2 0,2-1 0 15,-3 1-15-15,4-2-6 0,-4 0-14 0,4 1-32 16,-1-2-20-16,-3-1-36 0,4 0-48 15,0 0-57-15,-3-5-120 0,2 1-314 0,-3-2 9 16,1-1 69-16,-1-4 44 0</inkml:trace>
  <inkml:trace contextRef="#ctx0" brushRef="#br0" timeOffset="18477.82">18492 2785 788 0,'0'-6'223'0,"-3"3"-31"16,3 3-26-16,-1-7-18 0,1 7-12 0,0 0-5 15,0 0-6-15,0 0-7 0,0 0-21 16,0 0-5-16,0 19-15 0,0-9-10 0,0 5-3 16,0-1 0-16,-3 4-13 0,3 0-3 0,0 2 1 15,0 0-21-15,0 3 5 0,0 1-2 16,3 1-10-16,1 0-34 0,6-4-41 0,-3 3-43 16,3-3-100-16,4 1-203 0,0-6-247 0,3 0 63 15,-4-5 47-15</inkml:trace>
  <inkml:trace contextRef="#ctx0" brushRef="#br0" timeOffset="19031.45">18804 3002 517 0,'0'0'217'0,"0"0"-10"0,-8 18-25 15,8-13 3-15,0 3-24 0,0-2-15 0,0 1-3 16,0 3-33-16,3-2-2 0,2 3-11 0,-2-3-2 15,3 0-19-15,1 1 6 0,0-3 0 16,1 1-20-16,1-1-4 0,1-4 4 0,1 2-21 16,-1-4 13-16,0 0 4 0,1-4-17 15,-1 2-18-15,0-4 13 0,-4-1 3 0,-1-3-14 16,-2 0-4-16,0-5 4 0,-6 0-2 0,0-3 70 16,-5-3-9-16,2 0-15 0,-4 3 18 15,-1 1 0-15,1 0 0 0,0 4-20 0,-1 1-11 16,-2 3 6-16,0 1-4 0,-2 2 1 0,2 6-10 15,-1 0-3-15,1 4-2 0,-2 0-4 0,2 3 9 16,3 1-11-16,3 0-7 0,0 1 2 0,4 1-2 16,3 2-8-16,3-3 13 0,3 2-3 15,2 2-17-15,2-2 12 0,7 0 0 0,4 1 0 16,-1-4-15-16,5-3 2 0,1 2 1 16,2-6-6-16,5 3-5 0,-5-4 0 0,3-4-10 15,-1 2 5-15,1-4 10 0,-3 1-12 0,-4-3-3 16,0-7 7-16,-4 1 3 0,-3-3-18 15,-3 1-2-15,-3-6-3 0,-5 0 11 0,1-3 4 16,-4-3-10-16,-3 1 5 0,0 1 8 0,-3 1 11 16,3 4-1-16,-3 2 13 0,3 2-10 0,-1 5-8 15,1 1 3-15,-3 5-6 0,0 4 6 16,3 2-6-16,0 0 9 0,-7 13 7 0,4-1 2 16,3 1-20-16,0 7 10 0,0 5 3 0,3 0-5 15,1 3-1-15,2 5 9 0,1 0-1 0,3 3 16 16,1 5-21-16,2 5-7 0,4-5-55 15,-3 1-47-15,0-9-58 0,-1-5-137 0,1-1-530 16,-4-6 28-16,0-4 107 0,-7-7 78 16,2-4 40-16</inkml:trace>
  <inkml:trace contextRef="#ctx0" brushRef="#br0" timeOffset="19195">19029 2863 931 0,'-6'-7'338'0,"5"1"-18"0,-2 1-33 15,3 1-31-15,0 4-26 0,3-8-23 0,4 4-12 16,3 2-39-16,1-2-43 0,6 2-31 16,6 0-64-16,5-1-67 0,3 0-128 0,6 3-506 15,4 0-11-15,4-2 98 0,2-1 53 0</inkml:trace>
  <inkml:trace contextRef="#ctx0" brushRef="#br0" timeOffset="19761.84">19959 2729 586 0,'0'0'253'0,"0"0"-15"16,0 0-13-16,3 15 42 0,-6-8-29 15,3 0-16-15,0 1-12 0,0 1-92 0,0 1-21 16,3 1-10-16,-3-1 11 0,6 1-11 0,-5 0-23 16,6 0 7-16,0 0-9 0,-1-1-3 0,4 0-6 15,1-2-2-15,2 0-4 0,-1 0-14 0,4-2 21 16,-2-4-16-16,-1 0 0 0,0 0-7 15,-1-2 5-15,1-3-13 0,-2 0-3 0,-2-5-9 16,-2 1-11-16,-3-3 5 0,-1-2-5 0,-3-5-18 16,0-1 3-16,-3 0 2 0,-1-1-3 15,-2-1 6-15,-1 1 2 0,-1 3 3 16,-5 1 16-16,3 2-11 0,-4 3 15 0,1 3-5 0,-5 1 3 16,2 2-3-16,1 2 8 0,-1 2-8 15,-1 4 13-15,3 1-2 0,0 1-8 0,4 1 5 16,0 0 15-16,2 1-13 0,2 1-2 0,2-1-5 15,1 3-3-15,3-3 1 0,0 0-1 0,4 2 3 16,-1-2-13-16,4 0 12 0,3 1 1 16,0-2-3-16,4-1 1 0,3-1 1 0,1-1-1 15,1-1-1-15,-1-2-18 0,2-1 1 0,1-1 1 16,0-2-1-16,-2-1-14 0,5-3 16 16,-3-3-3-16,-4-3-15 0,1-1 3 0,-1-4-13 15,-4-5 15-15,0-3-10 0,-2-1 5 0,-7 2 2 16,2 0 6-16,-2 0 17 0,-1 2-2 0,0 4 21 15,0 2 10-15,-1 2-11 0,1 2 0 16,0 1-7-16,-3 5-8 0,3 1 3 0,-2 3-8 16,-1 3 23-16,0 0-15 0,10 11 5 15,-4 1 4-15,2 1 12 0,2 7-4 0,0 0-7 0,3 4-10 16,-2 2 17-16,3-1-14 0,-4 2 9 16,3 2-10-16,1 0 8 0,-4 0-7 0,0 2-6 15,1-2-18-15,-1-1-43 0,0 1-67 0,-2-5-46 16,1-2-123-16,-2 0-371 0,0-4-31 15,4-4 54-15,-5-5 75 0,1-2 48 0</inkml:trace>
  <inkml:trace contextRef="#ctx0" brushRef="#br0" timeOffset="20161.73">20615 2517 816 0,'0'0'233'15,"-13"10"-10"-15,6-2-24 0,-7 3-30 0,4 1 0 16,-5 1-28-16,-4 4 0 0,4-1-21 16,-4 3-12-16,-2 0-11 0,0 0-8 0,7-2-9 15,-3-1-9-15,1-2-7 0,1-1-12 16,2-1 7-16,3 0-21 0,-1-3 34 0,5 0-29 0,-1-1 1 16,0-2 2-16,0 0-5 0,3-1 7 15,1-1-27-15,3-4 7 0,0 4 13 0,0-4-16 16,10 4 6-16,-2-3-8 0,5 0-13 0,1 0 11 15,2 0-3-15,2 1 0 0,2 2 2 16,1-1-4-16,0 0-11 0,6 1 82 0,-4 2-21 16,5-1-12-16,3 3 13 0,2 1-24 15,-1 1 11-15,1-1-16 0,-2 1 6 0,0-1-8 16,0 1-1-16,-4-3-12 0,-2 1 1 0,-1 0 6 16,0-2-7-16,-5 0 3 0,-1-1-8 0,-2 0 0 15,-1-1 7-15,-2 1-14 0,-2-3 4 0,-1 0 3 16,0 2-3-16,-2-2 13 0,-2 1-40 15,-2-2-55-15,-4-1-53 0,0 7-246 0,-4-3-448 16,-7-1 66-16,-2 0 78 0,-8-1 60 0,-6-2 86 16</inkml:trace>
  <inkml:trace contextRef="#ctx0" brushRef="#br0" timeOffset="37642.33">6340 4572 473 0,'3'-4'177'0,"-3"4"-26"0,3-5-5 16,-3 5-34-16,7-4 6 0,-4-1-28 0,0 2-1 16,-3 3-10-16,11-5-9 0,-7 2 9 15,2 2-20-15,1-5 15 0,1 4-7 0,1-4-3 16,1 0-8-16,1 1 62 0,2-2-1 16,-2 0-17-16,3 0-5 0,2 2-8 0,-2-2 3 15,0 1-16-15,3-1-10 0,-4 2 0 0,2-1-26 16,1 0-5-16,-2 2-66 0,-1 0 5 0,2 0-5 15,1 0 10-15,-1 0 12 0,1-1-6 16,5 1 4-16,-5 0 0 0,5 0 8 0,0-2-11 16,-1 1 11-16,7 0-7 0,-5-1 14 0,5 2-7 15,0-3 15-15,1 1-12 0,-2-1 12 16,2 2-20-16,2-2 35 0,-2 1-38 0,0-1 13 16,2 4 8-16,1 1-8 0,-3-3 0 15,5 3-5-15,-5-1 10 0,0 0 16 0,2 1-29 16,-2-3 3-16,-1 4 7 0,0-2-4 0,0-1-6 15,0 1-5-15,1 2 16 0,-1-5-11 16,-2 3 21-16,5-1-5 0,-2 0-1 0,2 0-17 0,1 0 15 16,3-2-2-16,4-1-1 0,-4 3 11 15,7-3 0-15,-6 1 2 0,2 2-4 0,0-1 4 16,1 1-15-16,0-2 8 0,-1 0-8 16,-6 5 7-16,0-6-7 0,0 6-5 0,-1-2-5 15,-2-1 18-15,3 1-8 0,-4 2 7 16,4-5-12-16,-4 3 8 0,3-1 4 0,-2 0-4 0,-1 0 5 15,4 1 4-15,-3-1-6 0,2 1 1 0,-2-4 1 16,2 4 2-16,1 1 0 0,-4-3 6 16,4 3-9-16,-3-3-1 0,2 2-4 0,-2 2 6 15,3-4-3-15,-1 3 0 16,1 0-5-16,0-2 15 0,-3 2-7 0,3 1 2 0,-1-2-7 16,1 1 12-16,-5 1-17 0,2-1 9 0,-1 1 1 15,1 1-5-15,-4-4 2 0,0 4-5 16,4-3 10-16,-2 2-7 0,2 0-9 0,2-2 12 15,-3 0-4-15,4-1 11 0,-3 1-11 0,3 0-9 16,0-2 4-16,2 2 6 0,2-3-1 16,3 1-2-16,-4 2 3 0,-3 0 10 0,6-1-21 15,-6 1 11-15,3 1 2 0,-3-1-13 0,0 0-2 16,0-1 17-16,2 1-4 0,-2 0-3 0,0-1-3 16,0 1 16-16,-1 1-5 0,1-1-13 15,-3-1 10-15,2-2 0 0,1 3-8 0,-3-1 6 16,2 0 7-16,-2 0-2 0,3 0-6 15,-1-1 1-15,1 2-3 0,0-2-3 0,0 2 11 16,0 2 5-16,2-3-13 0,2 0 31 0,-1-1-44 16,-3 4 5-16,2-1-2 0,-1 1 20 0,1-3-15 15,-2 3-3-15,0-2 6 0,-3 2 4 0,2-2 16 16,-2 1-18-16,-1 1-2 0,0 0-3 16,-5-2 2-16,1 1 8 0,4 1-5 0,-6-1 3 15,3 1-6-15,-1-3 6 0,2 4-3 16,2-4 0-16,0 3-3 0,-3-2 21 0,4 1-23 15,-2 0 2-15,-2 2 6 0,1-5 0 16,2 4-16-16,1-1 8 0,-1 1 17 0,-4 1-14 0,5-4 10 16,-4 3-6-16,6-2 1 0,-2 2-8 15,-1-4 5-15,4 3 25 0,-3-1-27 0,2 0 2 16,1 0 10-16,0-1-10 0,0 0 0 0,0 0 10 16,2 1-2-16,-2 2-11 0,3-5 16 15,-3 3-18-15,0-1 5 0,0 0-8 0,-1 0 13 16,1 1-5-16,0 2 3 0,0-5-3 15,-1 3 5-15,1-1-8 0,-3 3 3 0,-1-2 0 16,1-1-5-16,2 2 8 0,-2 0 10 0,-2-1-11 16,2 0-2-16,0 0-5 0,2-1 10 0,1 3-7 15,0-2 17-15,-1-1-7 0,4 2-8 16,0 0-3-16,-3-1 16 0,4 0-18 0,-1 1 15 16,-3 1-2-16,3-3-1 0,-3 1-7 0,0 2-7 15,3-3 7-15,-6 2 10 0,5 0-2 0,-2 2 7 16,-3-5-2-16,3 4-11 0,-1-1-7 15,-2 1 18-15,2-3 59 0,-2 3-11 0,-2-2-2 16,2 3-3-16,-1-4 1 0,4 2-11 16,-3 0 0-16,5-1-13 0,-2-1 3 0,3 2 0 15,5-2-16-15,1 3 16 0,-2-2-8 0,2-1-2 16,2 2 2-16,-1 0-8 0,-4-3 1 0,2 3-3 16,-2 0 5-16,-3-2-21 0,3 1 22 0,1-1-24 15,-4 3 12-15,-3-2 1 0,4 2-5 16,-4-4 12-16,3 2-15 0,-3 2 8 0,2-3-10 15,5 0 17-15,-1 0-7 0,1 0 2 16,3-2-4-16,0 3-4 0,0-2 1 0,1-1 5 16,2 3 0-16,0 1-8 0,0-5 2 0,-3 5 4 15,1-3-4-15,-2-1-9 0,-2 5 4 0,3-3 6 16,-9 1 0-16,2 0-75 0,-1 0 6 16,5-1 4-16,-4 1 6 0,3-2 28 0,-3 5-20 15,-3-4 9-15,4 4-4 0,-4-6 20 0,3 5-13 16,-3 0 16-16,0 0-6 0,-1-3 9 0,4 3-14 15,-3-1 11-15,0 1 7 0,0-2 3 16,3 2 2-16,-3-1 3 0,-1 0 8 0,1-1-3 16,0 1-7-16,-4-1 7 0,1 2-8 0,-5 1-2 15,1-4 5-15,0 4-8 0,-6 0 8 16,-2 0 11-16,2 0-9 0,-5-1 6 0,1 1-1 16,0 0-12-16,-5 0 13 0,2 0-5 0,-1-2-6 15,-10 2 8-15,14 0-41 0,-7-1-12 0,-7 1-73 16,3 3-201-16,-3-3-461 0,0 0 102 0,-23 8 51 15,1-8 72-15</inkml:trace>
  <inkml:trace contextRef="#ctx0" brushRef="#br0" timeOffset="140514.81">6551 9575 673 0,'-3'-7'261'0,"0"4"-62"0,-1-2-45 16,4 5-11-16,-4-9-15 0,1 9-20 0,3 0 2 0,-6-4-8 15,6 4-30-15,0 0 2 0,0 0-15 16,0 0-3-16,-4 11 1 0,4-4-19 0,0 0 13 16,0 2-10-16,0 3 8 0,0 1-18 15,3 3 4-15,-2 2-4 0,5 0 2 0,-3 6 6 16,1 2-14-16,3-1 11 0,-3 7-2 0,3-3-11 16,2 3-6-16,2 0 9 15,-4 1 2-15,2 1-15 0,6 9 10 0,-5-8 0 0,3 12 64 16,1-4-8-16,-1 0-4 0,-2 2-11 0,0 0-3 15,-1 1 6-15,4-2-1 0,-1 1-20 0,-2 2 3 16,-1-4 0-16,3 3 4 0,-2 0-1 16,2-3-19-16,0 2 13 0,-2 0-10 0,2 3-8 15,-2 0-74-15,-1-1 10 0,0 2 5 0,4 1 3 16,-1 1 0-16,-3 4 13 0,2-3 2 16,0-2 8-16,0 0-3 0,1 0 3 0,-3 0 0 15,4 0 0-15,-1 0 7 0,1 0-15 0,-3 0 11 16,6 0-6-16,-4 4 8 0,0-4 0 15,1 1 3-15,0 1-3 0,0-2 5 0,-4 1-8 16,4 4 14-16,-1-3-6 0,-2-2 0 0,2 2-3 16,-3 2 9-16,0 1-4 0,1 1-2 15,-1 2 0-15,-3-1 3 0,4 0 2 0,-2-3-4 0,-1 3-1 16,2 2-3-16,-3-3 6 0,3 0 0 16,-4-2 4-16,2 5-9 0,-2-1 2 0,1-1 5 15,0 4-5-15,-4 0-12 0,0-1 17 0,5 1-5 16,-4-3 0-16,2 2 5 0,-2 1-2 15,2-2 5-15,-3-2 5 0,5 2-13 0,-5-3 15 16,1 2-17-16,2-1 2 0,-2 0 8 16,2 1-3-16,-1 2 3 0,-2-2-11 0,3-1 16 15,-3 3-7-15,1-3-6 0,2-1 0 0,-5 1 5 16,6-2 3-16,-4 2 2 0,0-2-7 0,1 1-11 16,-1 1 3-16,1-3 0 0,2 0 6 15,-3 6 6-15,-2-3 6 0,6-1-20 0,-4-4 14 0,1 4-4 16,2-5-3-16,-3 0 11 0,4-1-9 15,-2-1 14-15,1 1-11 0,-2-1-5 0,2 2-7 16,-2-9 9-16,2 8-4 0,1 1 12 16,0-1-7-16,-3 0 0 0,2-8-14 0,-3-5 14 15,1-1 2-15,3-1-7 0,-3 0 10 0,-1-3-18 16,1 0 12-16,-2-6 6 0,2-1-10 0,-1 0 4 16,-2 0-2-16,1-4-5 0,-2-2 16 15,1-1-37-15,-1 0-7 0,0-2-28 0,0-3-41 16,-1-1-78-16,-1 1-193 0,2-3-390 0,-1-1 47 15,-2-3 68-15,0-3 93 0,3-3 38 0</inkml:trace>
  <inkml:trace contextRef="#ctx0" brushRef="#br0" timeOffset="141464.15">7457 15837 729 0,'0'0'276'0,"0"0"-25"0,0 0-38 16,4-11-11-16,2 8-23 0,-2 1-12 0,3-3-29 15,0 2-8-15,3-2-12 0,4 2-10 0,-1-1-24 16,4-1-5-16,3 0 11 0,1 0-18 15,4-1-24-15,2-1 11 0,7 0-5 0,3-3 0 16,11-1-13-16,3-1-6 0,7 2 12 0,-3-5-12 16,3 5 14-16,1-5-13 0,3 5-8 0,5-5 0 15,-2 2-10-15,3-1 72 0,-2-1-6 16,3 5-7-16,2-5-18 0,11 4-13 0,0-3 13 16,-13 3-16-16,-1 1 8 0,3-2-2 0,15 2-11 15,-11 2 9-15,14-3-22 0,3 2 3 16,0-3 3-16,1 3-11 0,-1 0-7 0,0 0 23 15,-2 1-10-15,-1-2-6 0,0 1-2 0,-12 3-69 16,13-2 2-16,5-1 8 0,2 1 5 16,1-3 8-16,-2 4-8 0,0 0 8 0,-1-1 18 15,-2 1 0-15,-1 0 15 0,4-3-18 0,2 6 0 16,2-2-2-16,-1 1 10 0,0 0 15 0,0 0-2 16,-17 5-6-16,-3-3 9 0,3 1-4 15,17-4-2-15,1 2-7 0,-1 1-1 0,3-4 3 16,0 6-2-16,-2-6 9 0,-1 4-4 0,-3-3 2 15,-17 3 10-15,16-5-4 0,1 3-4 16,0 1-2-16,2-4-7 0,1 2 4 0,1-1-2 16,-4 3 24-16,0-4-19 0,2 0-3 0,-2 3-2 15,3-4-7-15,0 1 7 0,1 1 7 0,2 3-4 16,-3-4 4-16,0 2-1 0,-2-2-4 16,2 1 3-16,3 1-5 0,-4-2 5 0,-2 2-15 15,4-1 8-15,-4-1 4 0,3 1 1 0,-1 2 7 16,-5-2 13-16,6 1-20 0,1-2 4 15,-1 1-14-15,-1 1 19 0,1-2-4 0,1 2-13 16,-1-2 0-16,0 1 10 0,-3 0-8 0,0 3 16 16,2-3-13-16,-1 0-5 0,-1 0 10 0,2 2 0 15,1-2-10-15,0 0 13 0,1 0-3 16,-1 0-5-16,-3-3 8 0,-1 3-11 0,1 2 3 16,0-3-3-16,-1 0 11 0,4 3 2 0,1-5-2 15,-1 3-13-15,-3-1 0 0,-1 4 15 0,-3-5-2 16,-2 2-21-16,2 0 18 0,3 0-7 0,1-1-1 15,-4 1-2-15,1 2 15 0,-15-1-7 16,-2-1 4-16,3 3-4 0,-1 0-6 16,-3-3 1-16,3 3 2 0,-2-2 15 0,2 5-10 0,1-5 3 15,-1 5 5-15,1-2 2 0,-4-1-12 16,4 2 7-16,-7 0-15 0,3-4 5 0,-3 6 2 16,-1-1-4-16,-2 0 15 0,0-4-19 0,-4 4 9 15,0 1-6-15,2-3-4 0,-8 2 9 0,-7-2-4 16,-9 3 9-16,2 0 1 0,-4-2-5 15,-7 2-8-15,0-1 7 0,-3 1-10 0,-3 0 16 16,-4 0-5-16,0 0-1 0,-4 0-4 0,0 0-1 16,-5-1-7-16,1 1 2 0,-1-1-12 0,-3 1-29 15,-1-1-30-15,0-3-59 0,-5 4-85 16,1 0-223-16,-1-2-342 0,-2-3 107 0,-4 4 34 16,3-6 66-16,-6 1 63 0</inkml:trace>
  <inkml:trace contextRef="#ctx0" brushRef="#br0" timeOffset="141768.64">20615 14456 662 0,'11'2'254'0,"2"2"38"16,4 0-26-16,-3 2-18 0,6 0-23 0,0 3-15 16,5 1-10-16,-1 2-31 0,0 3-8 15,3 2-12-15,-4 1-1 0,-2 6-12 0,7 9-21 16,-11-3 5-16,-7-4-10 0,-3-1-12 16,-4 1 4-16,-3 2-23 0,-6 4 13 0,-8 11-17 15,-7 1-1-15,-9-2-10 0,-4 1-10 0,-11 6-1 16,-9-2-9-16,-12 3-26 0,-6 3-95 15,-13-2-100-15,-24 17-644 0,-11-8 40 0,0-3 85 16,-13-11 69-16,-11-8 61 0</inkml:trace>
  <inkml:trace contextRef="#ctx0" brushRef="#br0" timeOffset="142963.6">6394 9619 601 0,'-10'9'210'0,"10"-2"-3"0,-1 1-7 16,-1 2-11-16,2 5-30 0,0-1-5 0,-1 5-14 16,1-2-9-16,0 5-18 0,0-4-1 15,0 2-9-15,-3 2-29 0,3-4 8 0,0 2-3 16,0-1 3-16,-3-1-18 0,3-3-8 0,0-2 1 15,-1 2-4-15,1-5-7 0,0 2 18 0,0-1 16 16,-2-4-32-16,2 1 6 0,-1-5-3 16,1-3-7-16,0 7 12 0,0-7-28 0,0 0 0 15,0 0 1-15,0-18 9 0,0 4-10 16,0-4-5-16,0 0 3 0,0-6 5 0,1-2-21 16,1-1 15-16,-1-3-14 0,5-2 76 0,-2 3-13 15,3 2-8-15,-4 2-7 0,1 3 3 16,2 3-9-16,-2 0-14 0,2 7-3 0,-2-1-6 15,3 7 4-15,3 2 2 0,0 1-8 0,4 4 2 16,0 1-12-16,3 5-2 0,6 1-4 0,1 8 1 16,4 0 5-16,6 7 0 0,3 5 8 15,-1-1-29-15,-2-1-22 0,0 6-42 0,-3-7-48 16,2 6-77-16,-8-12-151 0,-5 6-448 0,0-4 26 16,-7-2 148-16,-5-4 25 0,-5-2 60 15</inkml:trace>
  <inkml:trace contextRef="#ctx0" brushRef="#br0" timeOffset="143414.67">3376 10078 837 0,'0'0'217'0,"0"0"-2"0,0 0-25 0,0 0-22 16,10 16-22-16,-4-7 74 0,1 6-12 0,4-2-29 16,2 3-13-16,-3 2-33 0,4 0-7 0,3 5-6 15,-3-3-5-15,0 5-2 0,3 0-8 16,-4-1-26-16,1-2-22 0,-1-1-24 0,-1-3-48 15,1 2-57-15,0-2-71 0,-2-8-139 0,-1 6-453 16,0-7 80-16,-3 0 41 0,-3-3 51 16</inkml:trace>
  <inkml:trace contextRef="#ctx0" brushRef="#br0" timeOffset="143597.71">3315 10134 1090 0,'-1'-10'307'0,"-3"-6"-20"15,8 5-24-15,-1-3-22 0,4 3-31 16,0-3-16-16,7-1-27 0,-1-2-14 0,5-1-4 16,-1 1-24-16,6 0-4 0,2-1-14 0,-6 5-20 15,3-2-5-15,-2 5-31 0,0 0-53 16,-3 3-29-16,0 0-74 0,-3 6-69 0,-1-1-92 16,2 2-484-16,-5 2 61 0,0-1 70 0,-2 5 63 15</inkml:trace>
  <inkml:trace contextRef="#ctx0" brushRef="#br0" timeOffset="143797.41">3564 10288 906 0,'0'0'332'0,"0"0"-40"0,0 0-20 15,0 0-37-15,19-19-15 0,-8 11-28 0,3-2-13 16,0-1-10-16,6-3-18 0,-3 3-25 0,3-3-11 15,1 4-15-15,-3-3-26 0,1 3-87 16,-1 1-84-16,-4 3-126 0,0 4-488 0,-1 0 22 16,-3-3 75-16,-3 5 68 0</inkml:trace>
  <inkml:trace contextRef="#ctx0" brushRef="#br0" timeOffset="143964.76">3666 10428 947 0,'-3'5'266'16,"3"-5"-31"-16,0 0-2 16,0 0-36-16,0 0-10 0,0 0-13 0,0 0-15 0,20-8-21 15,-6 1-18-15,3-3-4 0,3 3-37 0,4-4-35 16,4-3-60-16,-1 3-68 0,1-3-134 16,-1 3-289-16,0-3-140 0,0 3 32 0,-6-3 50 0</inkml:trace>
  <inkml:trace contextRef="#ctx0" brushRef="#br0" timeOffset="144297.54">3980 10009 752 0,'0'0'305'0,"0"0"-31"0,0 0-16 0,7 17-20 16,0-9-97-16,1 8-21 0,4-3-17 0,0 6 2 15,7 0 56-15,-4 6-28 0,4-1-3 0,-1 0-22 16,0-1 2-16,1-2-18 0,-1 4-7 15,-2-5-3-15,-2-1-8 0,0-2-13 0,-4-1-10 16,-2-5 3-16,1 1-3 0,-2-3 3 16,0 1-8-16,-3-4-7 0,2-1 2 0,-6-1 2 15,0-4-12-15,0 0 10 0,0 0-13 0,0 0 5 16,-17-21-5-16,7 11-5 0,0-7 6 0,-4-4-9 16,1-1 13-16,-1-2-5 0,3-1 1 0,1 2 12 15,0 0-6-15,3 2-1 0,0-1 4 16,1-2-23-16,3 6 6 0,-2 0-1 0,5 3-7 15,0-3-8-15,0 1-15 0,0 3-46 0,5 2-52 16,1-2-53-16,1 2-108 0,2-1-501 16,2 3 17-16,-1 1 95 0,0-2 77 0,-2-1 54 15</inkml:trace>
  <inkml:trace contextRef="#ctx0" brushRef="#br0" timeOffset="144597.72">4414 10078 693 0,'11'15'197'0,"-4"0"-7"0,-1-1-11 0,1-3-18 16,1 3-23-16,-2-3-10 0,1 0-10 15,-3 1-13-15,2-2-18 0,-2 0 0 0,3-3 3 16,-3 3-3-16,2-3 18 0,-3-4 10 0,-3 2-69 16,0-5-3-16,0 0-2 0,0 0-12 15,0 0-1-15,0 0 5 0,-13-15 3 0,6 5-11 16,0-5 9-16,0 0 4 0,0-5 8 0,-3 0-10 15,3-3 25-15,1-1-17 0,2-1 10 0,0 2 2 16,1-2-7-16,3 4-11 0,0 0 6 16,-3 1-4-16,6 0-9 0,-2 2-5 0,1 1-1 15,2 2-2-15,0 3-33 0,2-4-72 16,1 7-43-16,3-2-82 0,0 4-259 0,0 0-233 16,2-1 74-16,0 2 39 0,0-3 64 0</inkml:trace>
  <inkml:trace contextRef="#ctx0" brushRef="#br0" timeOffset="145113.43">4722 10008 501 0,'3'11'197'0,"2"2"67"0,1-4-26 16,-3 1-20-16,4-3-21 0,0 1-13 16,0-2-13-16,0-2-12 0,0 3-74 0,0-2-29 15,3 0 13-15,-3-5-8 0,-1 4 16 0,1-4-15 16,-7 0-3-16,14-4-21 0,-14 4 23 0,7-7-17 15,-7 2 2-15,0-2-23 0,0-4 5 16,-4-1 5-16,1-3 1 0,-7 1 4 0,3-2 11 16,-3-4-6-16,-1 2 14 0,1 1-4 0,0-2 11 15,3 3-5-15,0 1-5 0,0-2-8 16,0 2-10-16,4 3-8 0,0-1 13 0,3 2-15 16,0 3-3-16,3-4 0 0,0 0-11 0,4 5 6 15,0 1-5-15,4 0 3 0,2 0-9 16,1 5 6-16,0 0 0 0,3 2-11 0,0 0 1 15,4 8 10-15,2-1 61 0,-2 2-15 0,0 5-5 16,6 0-6-16,-7 2 6 0,4-1-13 16,-6-1-13-16,1 1 3 0,-5-2 0 0,0 1-14 15,-3 0 9-15,1-5-8 0,-4 4 8 0,2-3-3 16,-6-4-3-16,2 3 1 0,-2-2-4 0,-1-2 4 16,0-2-1-16,-3 1 1 0,0-5-16 15,0 0 13-15,0 0 10 0,0 0 3 0,0 0-24 16,-20-22 14-16,10 9-3 0,2-9-3 0,2-1-5 15,-4-5 1-15,2-2-9 0,2 2 3 16,2-4 3-16,1 7-3 0,0-3 3 0,3-1-77 16,0 4 23-16,0 5-6 0,0-3 1 0,3 5 10 15,-2-1 8-15,5 1 7 0,-3 2-14 16,4 2 16-16,0-1-11 0,0 5-6 0,-1 3-8 16,1 0-33-16,1 6-51 0,-1 1-61 0,3 4-334 15,-1 0-204-15,-1 5 28 0,-4 0 77 16,2 3 79-16</inkml:trace>
  <inkml:trace contextRef="#ctx0" brushRef="#br0" timeOffset="146080.97">20629 15726 834 0,'0'-3'276'0,"0"3"-35"0,0 0-16 0,-7-3-28 15,7 3-23-15,0 0-23 0,0 0-2 0,4 21-11 16,-1-11-5-16,3 5-20 0,-2 5-3 0,3 0-3 15,0 5-25-15,0 0-7 0,2 2-6 0,-2 5 0 16,4-1 51-16,-1-1-12 0,-3 2-34 16,4 0-41-16,-1-2-64 0,-1-1-40 0,-2 1-62 15,1-5-136-15,1-3-458 0,-5 0 38 0,3-4 83 16,-4-7 58-16</inkml:trace>
  <inkml:trace contextRef="#ctx0" brushRef="#br0" timeOffset="146364.21">20755 16173 685 0,'3'-7'251'0,"-2"1"-20"16,2 0-29-16,3 0-23 0,2-2-15 0,-1-1-18 16,6 2-13-16,-2-1-18 0,5-2-2 0,-1 2-13 15,1 0-16-15,2-2 3 0,1 0-20 16,-1 0-6-16,-2 1-25 0,-1-4 10 0,-2 1-31 16,-2 2-38-16,-1-5-5 0,-3 1 3 15,-4-2-6-15,0-4 5 0,1 0 8 0,-4-3 13 16,-4 3 28-16,4-1 13 0,-3 2 36 0,0 2-1 15,-1 2 16-15,1 0-17 0,0 2-17 0,-1 4-7 16,4 1-2-16,-3 2-6 0,3 6 3 16,-3-4-5-16,3 4-3 0,0 0 11 0,0 0-13 15,9 25-3-15,-5-10-8 0,2 0 6 0,1 6-1 16,1 0 1-16,2 2-13 0,3 4-16 0,-2 0-33 16,2 0-51-16,4-1-46 0,-3 1-97 15,3-1-492-15,0 0 74 0,1-5 26 0,-5-4 70 16</inkml:trace>
  <inkml:trace contextRef="#ctx0" brushRef="#br0" timeOffset="147431.43">21337 15981 903 0,'3'5'300'0,"0"0"-37"0,0 0-20 16,1 0-20-16,2 2-39 0,2 0 6 0,-1 1-21 15,2-1-23-15,-2 0-77 0,4-2-18 0,-1 2-8 16,-3 0 6-16,3-3 0 0,-6 1-11 0,3-4 3 16,-1 0-3-16,-6-1-9 0,0 0 1 0,7-5 14 15,-7-1-29-15,0-1 11 0,-4-1-1 16,1-3-12-16,-3-3 26 0,2-1-6 0,-2 0 0 16,2-1 3-16,0-3 5 0,1 3-5 15,-1-3 7-15,1 1 6 0,3 0 0 0,0-1-14 16,3 0-12-16,1 3 0 0,3 1 3 0,0 2 0 15,3-2-21-15,0 5 10 0,1 2-10 16,2 1-5-16,-2 4 5 0,2 2-10 0,0 2 0 16,1 2 10-16,0 5 13 0,3 0-26 0,-3 1 14 15,0 6 4-15,-1-2-15 0,1 0 10 0,-1 3 3 16,-3-2 2-16,1-1-8 0,-1 1-4 16,0-3 12-16,-2 3-18 0,2-3 6 0,-4-2-1 15,1 1 8-15,1-4-2 0,1 3-8 0,-5-4 12 16,5-3 1-16,-1 1 5 0,2-4-11 15,0-3 1-15,1-1-16 0,-1 0 13 0,-3-5 0 16,4-2-7-16,-2 0-1 0,1-2 8 0,-6 1 13 16,6-1 5-16,-6-1-26 0,2 1 8 15,-2 3 8-15,-1 0-6 0,0-1 8 0,1 2-7 16,0 2 10-16,-1 1 0 0,-3 0-1 0,4 1-17 16,-4-1 5-16,3 2 3 0,-3 2-6 0,3-3-7 15,-3 6 5-15,0 0 0 0,0 0-3 16,0 0 6-16,0 0 12 0,10 13-15 0,-6-4 0 15,0 1 5-15,-1 0-3 0,3 4 6 0,-2-3 2 16,-1 4 2-16,4-1-4 0,0-3-13 0,0 3 10 16,0-3 2-16,-1 0 1 0,5 1-3 15,-4-3 0-15,3-2 0 0,-3-1 5 0,6-1 8 16,-3 0-13-16,1-3 7 0,3 0-4 16,-1-5 2-16,1 1 16 0,0-4-24 0,0-3 0 15,-1-1 1-15,1-5-3 0,-4-4 0 0,3 1-3 16,-5 0 8-16,2-2-13 0,-3-1 11 0,-1 5 4 15,-3-1-10-15,2 5 6 0,1-1 2 0,-3 3 2 16,1 0-12-16,-4 0-3 0,3 3-2 16,0 1 5-16,-2 3 0 0,5-1-6 0,-6 4 11 15,0 0-3-15,14 7 6 0,-7 0-21 0,3 3 18 16,1 1-3-16,-4 3 3 0,5 2-3 16,-4-1 1-16,2 2 4 0,0 1 11 0,-2-1-3 15,-2-2 2-15,-2 2 1 0,-1-2 0 0,-3-2 5 16,0 2-1-16,0-3-4 0,-3-1 2 15,2-1 1-15,-5-1-1 0,-1-3-8 0,0-1 9 16,0-2 1-16,-3-3 1 0,2 0-13 0,8 0 16 16,-19-5 4-16,8 2-10 0,4 2 21 0,1-3-5 15,2 1-8-15,4 3-13 0,-6-5 10 0,3 2 3 16,3 3-10-16,0 0 7 0,9-10-13 16,1 5 11-16,-3 1 0 0,7-1-15 0,-1-2 7 15,2 0 13-15,4 2-3 0,2-6-18 16,0 2 1-16,-1 0 15 0,-2-1-11 0,2-1-2 15,-3 0 0-15,1-2 3 0,-5 1-3 0,1-1-3 16,-4-2 11-16,0 0-24 0,1 3 16 16,-8-3-7-16,4 0 4 0,-4 3-2 0,0-1 0 0,0 2 5 15,-2 1 8-15,-1 1 2 0,3 2-18 16,-3 1-2-16,0 6 2 0,-3-7 8 0,3 7 13 16,0 0-21-16,0 0 14 0,-10 15-9 0,9-6 3 15,-2 0-3-15,3 3 19 0,0 0-14 16,3-2 3-16,-2 6 1 0,5-2-6 0,1 2 2 15,1-4-4-15,4 3-16 0,-1 2-8 16,6-4-43-16,1 0-82 0,1-1-61 0,-6-2-295 16,12-2-254-16,2-4 83 0,4 0 66 0,-7-4 54 15</inkml:trace>
  <inkml:trace contextRef="#ctx0" brushRef="#br0" timeOffset="148197.19">23097 15781 849 0,'6'25'320'16,"-2"0"-23"-16,3 0-36 0,-3-2-18 0,-1-3-30 15,3 4-93-15,1 1 1 0,-3-2-22 16,3-2-14-16,-3 0-14 0,2-4 9 0,-3-1-11 16,-2-6-5-16,2 1 0 0,0-5-3 0,-3-3-7 15,0-3-23-15,0 0 7 0,0 0-7 16,-6-22 7-16,-1 5-9 0,3-4-9 0,-6-4-5 15,3-5 8-15,-3-2-10 0,3-1 13 0,-3-1 28 16,3 1-21-16,3 2 3 0,-2-1 25 16,3 7-5-16,1 0-17 0,-1 0 12 0,6 7-15 15,-1-4 12-15,1 4-17 0,0 1 5 0,4 2 2 16,0 2-25-16,3 4 5 0,-3-4 13 16,3 10-13-16,0 1-13 0,1-1 8 0,2 6-8 15,-2 1-5-15,-1 2 13 0,3 2-3 16,-2 1-3-16,-1 4 6 0,-3-1 3 0,2 1-9 0,-4 2 6 15,-2 0 2-15,0 0-9 0,-2-3 1 16,-1 3-2-16,-1-5-5 0,-2 3 16 0,-3-3-6 16,1 0 8-16,2-3-3 0,-4 1-7 0,1-3 10 15,-1-3-8-15,0 1-5 0,7-3-2 16,-10-1 4-16,10 1-1 0,-10-9-6 0,6 2 7 16,4-2-2-16,0-1-2 0,0-4 2 0,4 3 0 15,2-4-10-15,1 1 8 0,4-4-1 16,2 1-12-16,0 5 10 0,2-4-8 0,1 1 1 0,2 3 78 15,-1 0-12-15,3 3-13 0,-2 2-7 16,-2 0 4-16,2 2-12 0,1 0 7 0,-4 5-10 16,2 0-2-16,-4 0-3 0,5 7-8 15,-2 0-2-15,-1 1 0 0,1 3 10 0,-6 2-15 16,1 1 15-16,2 1-13 0,-6 5 3 0,1-5-8 16,-2 4 3-16,-2-2-1 0,-1 0 11 15,-3 0-5-15,0-2-13 0,0-2 13 0,0 0-6 16,0-2 4-16,0-1-9 0,0-2 11 0,0 0-10 15,0-2 22-15,-3-5-30 0,3-1 13 0,0 0-18 16,0 0 17-16,0 0-7 0,-10-10 10 16,9 2 1-16,-3-1-14 0,4-4 16 0,-3-2-3 15,3 0-10-15,0-5 3 0,0 0-11 0,0-5 13 16,3-1 5-16,-3-3-2 0,5 4-3 0,-2-1-7 16,3 1 2-16,1 0-3 0,-4 1 16 15,1 6-21-15,3 1 16 0,-3 2-13 0,-1 0 7 16,0 4-2-16,1 0-2 0,-1-2-11 0,-3 5 8 15,3 4 2-15,0-2-15 0,-2-1 11 16,3 2-14-16,-1 2-12 0,-3 3-23 0,3-4-19 16,-3 4-55-16,0 0-44 0,0 0-149 0,0 0-521 15,4 9 55-15,-4-9 72 0,0 0 88 0,-4 10 78 16</inkml:trace>
  <inkml:trace contextRef="#ctx0" brushRef="#br0" timeOffset="148397.18">23537 15155 417 0,'0'0'-141'16</inkml:trace>
  <inkml:trace contextRef="#ctx0" brushRef="#br0" timeOffset="148880.14">23927 15436 1095 0,'-3'-3'353'0,"3"3"-17"16,0-9-42-16,0 9-33 0,-6-1-25 0,6 1-21 15,0 0-23-15,-14 8-21 0,10-2-20 0,-2 3-8 16,-1 0-20-16,2 2-5 0,-1 2-8 15,1-1-15-15,-3 5-13 0,4-1-3 0,-2 1-5 16,2 0-5-16,0 4-12 0,1-2-11 0,3-1-3 16,0 3-2-16,0-2 8 0,0 1-29 15,0-5 9-15,3 5-9 0,1-5 8 0,0 0-2 16,-1-5-8-16,1 2 12 0,2-2-7 0,1-2 6 16,-1-2-6-16,5-2 0 0,-1-4-3 15,0 4-5-15,4-4 14 0,-1-4-29 0,-1 4 12 16,1-3 1-16,0-2-13 0,-2 3 28 0,-1-3-17 15,1 2-14-15,-1 0 13 0,-4-1 1 0,1 3-6 16,1-3-3-16,-2-1-7 0,1 4 3 16,-1-3 4-16,-2 2 3 0,2-1-2 0,-1-2 2 15,1 2-8-15,-6 3 1 0,7-7-11 0,-4 5 16 16,2-3-16-16,-3 2-3 0,-2 3-27 0,3-6-6 16,-3 6-38-16,0-7-41 0,0 7-48 15,0 0-39-15,-10 0-302 0,10 0-303 0,-10 4 99 16,7-1 60-16,3-3 65 0,-14 5 74 0</inkml:trace>
  <inkml:trace contextRef="#ctx0" brushRef="#br0" timeOffset="149213.03">23736 15395 593 0,'0'0'254'16,"0"0"-14"-16,0 0-37 0,0 0-14 15,-14 13-10-15,8-5-12 0,5 2-16 0,-2 4-11 16,0 1 11-16,0 3-7 0,2 0-19 15,-2 7-5-15,-1 0 1 0,4 0-9 0,0 0-9 0,0 0-11 16,-3 0-8-16,6 0-2 0,-3 0-18 0,4 0 3 16,-4-3 2-16,4 2-8 0,-1-5-25 15,0 1-36-15,0-1-43 0,1-3-42 0,-1-1-94 16,1 0-279-16,3-2-259 0,-4-4 49 16,0-2 59-16,-2-3 87 0</inkml:trace>
  <inkml:trace contextRef="#ctx0" brushRef="#br0" timeOffset="149729.79">24153 15623 952 0,'6'-10'363'0,"2"1"-33"0,-1-4-33 0,2 3-25 16,-2-5-24-16,1 4-36 0,-1-3-25 0,-4-3-20 15,4 1-37-15,-4-1-15 0,4 2 3 16,-5 4-16-16,-1 0-4 0,0-2-19 0,-1 5-15 16,-1 1 5-16,0 2-18 0,-5 0 1 0,6 5-11 15,0 0-6-15,-16 8 6 0,9-1 3 16,-1 3-3-16,2 3 7 0,-1-1 9 0,1 5-19 15,-1 1 8-15,4 1-5 0,1 1-13 0,2-2 21 16,-3 0-23-16,6 1 7 0,-1-2 8 0,1 0-8 16,0-5-10-16,1 3 5 0,-1-5-2 15,6 3 2-15,-5-6 0 0,7-2-7 0,-1 0-14 16,0-3-35-16,1-4-56 0,-1-3-80 16,-4-3-225-16,1 1-446 0,1-7 47 0,-5-3 97 15,-6-2 77-15,-5-6 63 0,-2-6 39 0</inkml:trace>
  <inkml:trace contextRef="#ctx0" brushRef="#br0" timeOffset="151696.6">8906 12675 417 0,'11'-3'110'0,"-4"2"10"0,3-4-28 16,0 5 3-16,1 0-18 0,2-2 0 15,1 0-6-15,-1-2-22 0,-2 4 10 0,6-2-3 16,-4 1 0-16,2-2-12 0,5 2-6 0,-3 0 11 16,4-1-18-16,-2 1 10 0,3-3-8 0,1 2 72 15,-1 2-13-15,0-1-8 0,6-2-12 16,-1-1 5-16,4 4-23 0,-3-3 15 0,2-1-23 15,1 3 2-15,0-2-4 0,0 2 7 16,-1-2-2-16,1 1-13 0,0 2-1 0,0 0-1 16,-1 0-16-16,1-1 7 0,0 0 3 0,0 1 6 15,-1-2-22-15,1-1 12 0,0 3-1 16,0-1-8-16,0 1 5 0,-1 0-4 0,1-2-3 16,0-2 7-16,0 3-5 0,0 1-12 0,0-1 5 15,3-2-3-15,0 2 2 0,3-4-4 16,-3 5-3-16,7 0-3 0,-9-1 19 0,5 0-1 15,-3 1-7-15,6-5-6 0,-4 5 9 0,4-1-9 16,-2-2 3-16,-4-1 0 0,7 3 6 16,-3-3-14-16,-4-1 6 0,3 4-6 0,-2-6 13 15,2 1 6-15,-6 4-11 0,3-5 0 0,1 4-5 16,-1-4 13-16,3 4-90 0,-3-4 8 16,-3 2-8-16,3 2 31 0,0-4-5 0,4 1 7 15,-7 5 8-15,0-4 6 0,0 0-6 0,3 4 10 16,3-6-7-16,-2 4 10 0,2-2 13 0,0-2-13 15,1 4 7-15,-4-3 6 0,1 3-3 16,2-3 24-16,0-1-14 0,-3 3-7 0,-3-2 10 16,0 3 7-16,4-4 11 0,-4 0 0 0,-5 5-13 15,5-4 11-15,0 0 2 0,4 1-8 16,-4-1 8-16,3-1-13 0,3 3 15 0,-3-3-7 16,3 0 10-16,1 2 0 0,0 2-18 0,0-4 18 15,-1 2-12-15,1 0 9 0,3 0-17 16,-3 2-3-16,2-3 12 0,-2 2 4 0,3-3-19 15,-3 5 21-15,2-4 5 0,2 0-23 0,-5 1 8 16,1-1 0-16,-1 4 20 0,-3-4-18 0,5-1-15 16,-2 3 2-16,-3-2 11 0,3-1-5 0,-2 4-6 15,3-2 11-15,-1-3-3 0,1 5-5 16,2-4-3-16,2 4 8 0,-4-2-2 0,2-4-1 16,2 7-12-16,-2-4 8 0,-2-1 22 15,0 3-17-15,0-2 2 0,2 1 0 0,-6 2-5 16,4-4 5-16,-4 2 8 0,3 0-5 0,-2-3 2 15,-1 6 3-15,0-4 2 0,-3-1 0 16,-3 4-10-16,9-4-7 0,-3 0 25 0,3 2-5 16,-2 0-13-16,-1-3 10 0,4 1 8 0,-4-1-12 15,4 1 1-15,-1 2 9 0,0-3-6 0,2 1-2 16,1-1 10-16,-5 2-15 0,5 0 22 16,-1 0-35-16,-2-1 26 0,0 0-11 0,1 2 5 15,0 0 1-15,-4-3-9 0,4 1 9 0,-1 3-14 16,-3-2 14-16,3-1-11 0,-1 4-8 15,1-2 24-15,-3 0-16 0,3 0 8 0,-2-2-8 16,-2 6 2-16,-2-6 4 0,8 6-9 0,-2-3-7 16,0-1 8-16,1 4-3 0,-1-5 0 0,2 3 0 15,1-2 0-15,-6 5 2 0,1-3 11 0,6-2-8 16,-4 3-2-16,1 0-11 0,2-4 5 16,-5 4 73-16,6-3-4 0,-3 4-15 0,-1-3 1 15,-3-1 1-15,4 4 1 0,-4-3-8 16,-2 1-18-16,2 3 6 0,3-7-9 0,3 7-2 15,-1-3 0-15,1-2 10 0,-2 3-15 0,2-3 0 16,-1 2-5-16,2 0 10 0,-1-1-10 16,-1 0 0-16,1-2 2 0,-2 4 0 0,2-4 3 15,-1 3 5-15,1-2-2 0,-5 1-8 0,2-1 10 16,2 3 7-16,-5-4-14 0,3 4 4 16,0-3 8-16,1 2-5 0,3-2 6 0,-7 2 1 0,4-3 11 15,2 5 0-15,-1-6 10 0,-2 6-45 16,-3-2 22-16,0-1-18 0,0 3 21 0,-3-1-16 15,0 1 13-15,0-4-20 0,-1 4-6 0,-2 1 14 16,-4-2 2-16,-1 1-5 0,-2-3-3 16,0 4-13-16,0-1-38 0,-8-1-97 0,0 1-149 15,-5 1-406-15,-1 0-101 0,-7 0 95 16,0 0 67-16,0 0 69 0</inkml:trace>
  <inkml:trace contextRef="#ctx0" brushRef="#br0" timeOffset="154129.38">8794 12458 560 0,'0'0'179'0,"0"0"-28"0,-4-3-15 15,4 3 2-15,0 0-10 0,0 0-15 16,0 0 12-16,4-9 1 0,-4 9-9 0,4-5-12 16,-4 5-10-16,6-7 0 0,-6 7-1 0,3-1-12 15,-3 1 0-15,7-7-5 0,-7 7-3 16,7-3-20-16,0 1 10 0,-7 2-26 0,10-5-2 16,-3 5-5-16,0-2 5 0,4 0 5 0,2-2-11 15,-2 2-4-15,2-2 10 0,0 3-13 16,1-3-3-16,0-2 19 0,3 5-29 0,-1-5-2 15,2 5 2-15,0-5 3 0,-2 2-18 16,2-1 12-16,-2 2-2 0,2-4 13 0,-2 4-13 16,2-1 3-16,-2 0-10 0,2-2 7 0,-1 4 8 15,0-4-6-15,0 0-4 0,0 4 7 0,1-5 10 16,1 4-20-16,-1-4 72 0,3 4-5 0,-1-2 2 16,1-4-13-16,3 2-10 0,0 0 5 15,-1 1-5-15,1-1-7 0,0-1-14 0,0 0 9 16,-3 1-6-16,3-1 8 0,0 1-23 0,-3 2 15 15,-2-1-5-15,2-1-3 0,-4 0 1 16,4-1-11-16,0 1 5 0,-2 2-2 0,-1-1-5 16,3-3-8-16,-2 1 23 0,-1 2-13 0,3 0 5 15,2-1-2-15,-6-1 0 0,3-1-5 16,1-2 4-16,0 5 1 0,3-6-5 0,-4 3-5 16,-2 1 2-16,3-2 0 0,-1 2-3 0,3 0 6 15,-2-2 0-15,-1 3-6 0,1-3 8 0,-3 1 6 16,2 0-3-16,1 0-6 0,2-3-12 15,-3 4 8-15,-2-2-6 0,3 2 11 0,-2-2 2 16,2 1-12-16,-1 0 9 0,1-3 9 0,0 5-16 16,0-3 5-16,-1 0 0 0,0 2 5 15,4 1 3-15,-4-3-8 0,1 2-8 0,0-2 16 16,-1 2-8-16,4-2 11 0,-3-2-16 0,-1 2 10 16,1 0 8-16,0 1-10 0,-1-4-3 0,3 5 13 15,-2-2-13-15,-1 3-5 0,1-1 2 16,-3-2-2-16,1 0 18 0,-1 3-13 0,-1-1 3 15,0-2 0-15,1 3-6 0,1-3 14 0,2 0-9 16,0-3 1-16,-1 5 5 0,1-2-8 16,-4 0 8-16,6-2-3 0,-2 2-8 0,0-1 1 15,-1-2 10-15,1 5-8 0,0-3-5 0,-1-3 8 16,1 6-1-16,2-2-2 0,-3 0-7 16,1-2 7-16,0 2-13 0,-4 0 16 0,4 0 2 15,0-3-7-15,1 3 4 0,-1-2-1 0,0-1 4 16,2-1-15-16,1 1 23 0,0-2-13 15,1 0 15-15,2 3-15 0,-4-5-2 0,2 3 28 16,2-1-26-16,-3 2 2 0,0 1 4 0,-4-5-4 16,4 5 6-16,0-4-3 0,1 1-2 0,-5 1-3 15,7 1 3-15,-6 0 10 0,-1 0-5 0,1 1-8 16,-1-1 13-16,1 1-8 0,2-1-10 16,-2 1-59-16,0 0 26 0,-4-1-21 0,4 3 10 15,2-1 6-15,-6-3-3 0,7 3 15 0,-3-2 1 16,-1 4 4-16,1-5-4 0,3 4 4 15,3-5 8-15,1 4-7 0,-2-3 15 0,-1 3 7 16,5-3-12-16,-2 3 10 0,2-5-20 0,-2 7 15 16,3-5 10-16,-1 3-8 0,1-5 8 0,-3 6-10 15,2-5 0-15,-2 3 5 0,-1-2 5 0,1-1 0 16,-2 3-5-16,-1-3 8 0,2 0-3 16,0-2-10-16,1 2 8 0,-4 2 12 0,3-2-15 15,-4-1 10-15,2-1-12 0,2 2 4 0,-3-2-2 16,1-1 10-16,1 3 3 0,1-3-23 15,-3 1 10-15,4 0 0 0,-1 1 10 0,1-1-2 16,-1 2-11-16,-3-2 11 0,6 2-5 0,-2 1 9 16,-1-2-7-16,1 1-12 0,2 0 14 15,-2-3-1-15,0 3-1 0,9-9-8 0,-3 6 13 16,-7 0-10-16,4 3 8 0,-4-2-3 0,1-1 0 16,-1 3 0-16,-2-2-5 0,1 4 5 0,1-3 3 15,1 1 10-15,-4-1-20 0,3 1 4 16,-2-3-7-16,-2 3 5 0,4-2 0 0,-2 0-10 15,2 1 5-15,0-1 7 0,1-1 1 0,2 1-1 16,5-8-4-16,-5 2 2 0,-5 6 5 16,1-2-3-16,1 0-9 0,-2-1 20 0,2 3-21 15,1-1 5-15,6-7 14 0,-3 7-19 0,6-7 10 16,-7 3 4-16,-2 5 4 0,6-8 3 0,3 0-13 16,-1 0 2-16,1 0-2 0,0-1-2 15,4 0-1-15,1-5 6 0,-1 3-14 0,7-1 80 16,-4 1-7-16,-3 3-1 0,3 0-4 0,-6 0-9 15,2 0-12-15,-1 2 2 0,-5 6 3 0,-7-1-15 16,11-6 20-16,-7 6 23 0,-1 3-48 0,-5-4 15 16,5 2-16-16,-6 0 16 0,6-4 10 15,-2 5-20-15,-4-1-6 0,0 0 6 0,0 4-11 16,-4-2-2-16,1 0-3 0,-5 5 8 0,-2 0-21 16,-3 1-25-16,3-1-54 0,-8 5-120 15,1 1-105-15,-7 4-574 0,0 0 49 0,0 0 116 16,-34 9 53-16,0-2 66 0,-21 7 50 0</inkml:trace>
  <inkml:trace contextRef="#ctx0" brushRef="#br0" timeOffset="155629.16">8952 13266 808 0,'6'-2'238'0,"-6"2"-25"15,10-5-21-15,-4 4-13 0,3 1-13 0,0 0-22 16,4-2-24-16,-2 1 11 0,3-2 50 0,3 2 1 15,-3 1-23-15,9-1-21 0,-2-1-13 16,2 1-9-16,2-3 1 0,5 2-25 0,1 1-84 16,0-2 13-16,3-1 2 0,4 2 7 0,3-3-4 15,0 0-8-15,4 0 15 0,-4 3-12 0,20-4 7 16,-3-1 10-16,0 2-7 0,-7 0-8 16,-6 4 15-16,-1-2-2 0,4-1-8 0,-4 4-2 15,2-2 0-15,1 1-11 0,17-2-5 0,-2 2 8 16,3 1-15-16,1 0 12 0,-1 0 3 0,0 0 0 15,2 0-3-15,-1 0 1 0,1 0-6 16,-5 1 3-16,3 2 2 0,-3 0-5 0,3-2-5 16,0 4 8-16,0-3-8 0,0 3 13 0,3-1-15 15,0 1 4-15,4-2 4 0,-3 1-9 16,2 0 3-16,-2 1 0 0,3-1 8 0,-7 1-8 16,3-2 8-16,0 3 8 0,1-4-27 0,2 4 1 15,-2-2 21-15,2 0-11 0,5-1 0 16,-1-2 8-16,0 5-11 0,-3-3 6 0,-4 4 18 15,4-5-26-15,-6 4 15 0,2 0-18 0,0-4 3 16,0 3-7-16,4 0 4 0,0-1 21 0,3-1-18 16,-3 5 3-16,0-3 4 0,3 0 1 0,-7 2 2 15,4-3-5-15,-4 0-2 0,1 3 5 16,-1-2-6-16,-3 0 6 0,3 2-3 0,0 0 8 16,1-3-6-16,-3 3-7 0,5-1 11 0,-3-2-4 15,0 4 4-15,-2-4 6 0,2 3 1 16,-3-3 5-16,0 6 0 0,0-3 3 0,3 0-28 15,-3 0 7-15,0 2 10 0,0-1 3 0,0 0-21 16,0 1 19-16,3 0-14 0,-3 1 6 16,0-2 0-16,0 0 2 0,0 4-8 0,0-3 4 15,0 2 1-15,3-1 6 0,-3-2-5 0,3 2-1 16,-3 1-1-16,4 0-9 0,-4-1 6 0,3 3 2 16,0-1 13-16,1-4-16 0,0 6 1 0,-1-3 2 15,0 1 0-15,-3 0-3 0,3-1-4 16,-2 2 2-16,2-1 5 0,0-1-5 0,0 1-5 15,18 4 7-15,-3-1 11 0,-2-2-20 0,4 2 14 16,-19-1-2-16,2-2-5 0,14 5 13 16,-14-3-15-16,11 2-6 0,-14-6 13 0,3 7-10 15,0-4 2-15,11 3 1 0,-11-4 2 0,1 1 2 16,0-2 1-16,12 6-8 0,-16-6 2 16,0 2 11-16,-4-3-3 0,-3 0 0 0,-3 3-7 15,-6-2 4-15,-8-3-12 0,-7 0 2 0,-7-1 3 16,0-1 15-16,-3-2-17 0,-7 2-6 0,1-2-8 15,-5 0-7-15,1-1-20 0,-4-3-24 16,-3 1-36-16,3 2 11 0,-6-1-72 0,2-2 26 16,-6 0 2-16,0 0 13 0,7-5 8 0,-7 5 12 15,0-3 32-15,0-2 37 0,0 5 19 0,0 0 35 16,0-10 8-16,0 10 3 0,-3-8 7 16,0 3 0-16,3 5-2 0,-1-7-16 0,1 7 13 15,-3-6-7-15,3 6-31 0,-3-6-57 0,0 5-30 16,3 1-187-16,0 0-474 0,-11 0 93 15,11 0 43-15,-13 0 74 0</inkml:trace>
  <inkml:trace contextRef="#ctx0" brushRef="#br0" timeOffset="161295.19">9248 13218 749 0,'0'0'295'0,"0"0"-8"16,-3-6-21-16,3 6-23 0,-3-7-8 15,2 2-30-15,-1-4-8 0,1 5-23 0,1-3-12 16,-3-1-14-16,3-2-25 0,-3-1 10 16,0 1-15-16,2-5-16 0,-2 1-5 0,-1-2-15 15,0-5 0-15,-2-3-25 0,2-1 4 0,-2-8 0 16,-5 2-12-16,1-15-18 0,0-4-1 0,-4 0 1 16,4 0 5-16,0 0-15 0,2 2-6 15,-2 2-2-15,1 7-11 0,5 7 11 0,-3-3-8 16,3 10 3-16,-2-1 5 0,3 1-3 0,2 1 3 15,-2 4-16-15,3 0 1 0,0 2 2 0,0 1 12 16,0 1-9-16,0 0-1 0,3 4 4 16,-2-1-6-16,2 4 2 0,3 0-10 0,-2 1 1 15,3 1-3-15,0 2-1 0,-1 0 1 0,1 5 8 16,-7 0-11-16,14 5 10 0,-4 0 3 16,0 2 10-16,1 1-10 0,-1 2-7 0,4 4 4 15,-4 2 6-15,3 1-6 0,-1 1 1 0,1-1-1 16,1 5 8-16,-1 3-7 0,0 0-4 0,2 1 4 15,-2 1 7-15,1 2-5 0,6 9 10 16,-3-5-5-16,-6-4-7 0,6 0-8 0,-4 1 15 16,5 7-3-16,-2-4 6 0,-2-8 2 0,0 2 3 15,3 1-18-15,0-2 5 0,0-1 5 16,-3 0 5-16,3 0-15 0,-1-1 0 0,2-4 18 16,-1 4-16-16,-3-6 6 0,4 0-1 0,-2-3 11 15,1 2-15-15,0 0 7 0,-3-8 5 16,-1 3-13-16,-1-2 16 0,4-1-3 0,-6-3 3 15,4-1-18-15,-1-1 20 0,1-3-2 0,-4-1-3 16,1-1 6-16,2-3 7 0,-2-1-10 0,3-1-3 16,-4-3-5-16,3-4 3 0,-5 3-1 15,1-7 4-15,-2 2-6 0,0-6-5 0,-3-3-8 16,-1-5-2-16,0-5-6 0,-3-1-19 0,-2-5 19 16,-2-12-14-16,-4 1 1 0,-1-2-6 15,-1-1 6-15,-1 4-9 0,1 4 18 0,0 0 2 16,2 7 2-16,-2 8 6 0,4-1-13 0,-1 1 8 15,0-1 2-15,6 6 8 0,-2-1 5 0,0 2-11 16,3 0-4-16,0 3 20 0,0-3-7 16,3 1-14-16,0 2 6 0,2 0-5 0,2 0 7 15,-1 2 0-15,4 2-2 0,-4 3 10 0,5-2-5 16,-4 6 5-16,3-3-5 0,-2 6-10 16,1 0 4-16,-2 1 9 0,4 4-14 0,-1-3-7 15,-4 6 11-15,4 0-6 0,-2 5 10 0,2-3 5 16,0 4 3-16,1 3-12 0,-1 1 9 15,0 0-5-15,1 4-4 0,2 1 4 0,-3 1 13 16,4 4-10-16,-4-3 13 0,4 8-14 0,-1 0 4 16,0 0 2-16,2 6-10 0,-2-4 15 15,-2 4-10-15,5 13 0 0,-1-2 5 0,-2 0 2 16,1-8-2-16,-4-2 5 0,3 11 0 0,1-4-7 16,0 2 9-16,0-5-7 0,-1-6-2 0,2 8 12 15,1-4 5-15,-2-3-12 0,3 7 0 16,0-4 2-16,-4-6-3 0,2-2 3 0,-2 5 3 15,4-5-8-15,-3 5 8 0,-1-2 5 0,4 0-8 16,-3-1 10-16,3-3-7 0,-4 0-6 16,2-7 11-16,-5-1-3 0,4 2 3 0,-4-6 2 15,-3-1 6-15,4-2 2 0,-2-2-8 0,1-4 3 16,1 2 0-16,-1-5 8 0,0-3-16 0,1-4 10 16,-1-1-12-16,0-3-3 0,1-1 0 0,-1-7 3 15,-1-3-26-15,-2 1 8 0,-2-8-23 16,1-1 7-16,-3-9-17 0,-3 1-14 0,-3-19-4 15,-3-4 10-15,-2-1-16 0,-2 0-7 16,-3 1 5-16,2 2 5 0,-2 0 7 0,2-1-4 16,1 1 30-16,-3 6 11 0,5-3 2 0,1 2 10 15,-2 3-7-15,5 8 10 0,1 2 2 16,3 7-10-16,0-7 11 0,0 5 2 0,3-2-8 16,4 0 11-16,-1 3-8 0,5-15-3 0,2 6-15 15,1 1-3-15,0 9 21 0,-1 1-10 0,1 4 5 16,0-2 7-16,0 5 0 0,-1 0 1 0,1 7 4 15,-4 1-20-15,-3 2 8 0,0 2 13 16,3-1 2-16,-6 4-8 0,2 1-9 0,-2 1-1 16,2 0 13-16,-2 3-5 0,3 1-3 15,-4 0-7-15,-3 4 17 0,10 0 1 0,-10 0-8 16,10 8 10-16,-2 0 13 0,-2 6 5 0,4-1 7 16,-3 6 4-16,4 2-19 0,-4 1 0 0,6 6 8 15,-2 1-2-15,-1-1 17 0,4 5-10 16,2 9 6-16,-1 1 9 0,-2-3-2 0,0 3-2 15,2 3-6-15,-3-10-5 0,3 7 16 0,-2 3-1 16,4-3 1-16,-6 2-14 0,6 2 16 0,-4 2-12 16,2-2 12-16,1 3-18 0,1-2 18 15,3 2-15-15,-2-1 4 0,-2-6-14 0,-1-1-1 16,5-2 16-16,-6-7-5 0,-4-3-11 16,4-4 6-16,-1 2-3 0,1-3-5 0,-4-3 5 15,3 2 0-15,-2-4-5 0,-1 3 0 0,4 0 5 16,0 2-15-16,-1-4 4 0,1 1 1 0,-4-2 0 15,4-4 0-15,-4 5 0 0,3-3-3 0,-2-1 8 16,0 0 0-16,-2-5 20 0,2 2-12 16,-1-3 2-16,-3 2 0 0,0-5-13 0,0 1 8 15,0-1 3-15,-4-4 7 0,3 4-20 0,-2-1-49 16,3-3 16-16,-3 0-16 0,-1-4 15 16,0 5 9-16,-3-5 7 0,0 0-6 0,0 0-1 15,21-9 4-15,-14 5-5 0,-1-3 13 0,1-1 3 16,1 2-14-16,-1-4 6 0,2-1 3 15,-2 3-16-15,1-3 25 0,1-3-12 0,-2 2 0 16,0-3-5-16,0-1 2 0,0-3 16 0,-1-4-21 16,-2-2 3-16,2-7-11 0,-2-1-9 0,0-4-11 15,-1-18-13-15,-2 3 0 0,2-6-10 16,-6-1-2-16,3 2-6 0,-1-6-7 0,-2 2-24 16,3-4 27-16,-4-3 6 0,0 1-11 0,1 3-1 15,0 1 0-15,-1-1 23 0,1 0 2 0,-4 4 11 16,4 5 5-16,-1 0 16 0,1 12-1 15,0 4-2-15,2 5 13 0,1-2 10 0,0 5-3 16,0-1 11-16,1 7 2 0,2-3-10 0,0 2 5 16,4 1 2-16,-3 1-12 0,2 2-6 15,-2 1 4-15,2-1 12 0,2 3-3 0,-1-2 3 16,2 4-13-16,1-1 13 0,2 3-7 0,1-2-1 16,4 2 11-16,-4 2-1 0,-1 4 1 0,4-4-14 15,-2 5 1-15,-1-2 10 0,0 2 8 0,2 1-18 16,-2-3 7-16,1 3 3 0,-1-1-10 15,2 4 2-15,-5-2-2 0,3-1 0 16,1 4 7-16,-1-2 8 0,1 3-10 0,-4 0-10 0,1-1-1 16,3 0 16-16,-4 3-15 0,1 0 2 15,-1 1-5-15,3 4 8 0,-2-1 2 0,2 0 1 16,-3 5-1-16,4 3-2 0,2 1 7 16,-1 3-2-16,1 5 8 0,-1 4 9 0,5 0-6 15,0 8 1-15,1 7-4 0,0-1-1 0,-1-1 24 16,0 5-13-16,1 2 15 0,2-1-5 0,-2 2-3 15,3 1 3-15,-3 3 16 0,2-1-19 0,2 2-9 16,-1 2-4-16,-4-3 21 0,4 0-17 16,-3-3 17-16,3 1-8 0,-4 0-9 0,0-3 6 15,1 4-22-15,-4-5 18 0,4 5 3 0,-1-3-14 16,-3-2 19-16,1 5 7 0,1-6 2 0,-1 0-9 16,-2-1 7-16,-1-1-15 15,-2-3 7-15,-2-5-7 0,-1-5-8 0,-3 1-2 0,4 0 22 16,-2-5-4-16,1 2-11 0,-3-2 5 15,4-2 6-15,-4 0-6 0,2 2-17 0,2-1 9 16,-4-2 4-16,3 3-9 0,-3-3 6 0,3-2-8 16,0 2 10-16,-6-6 6 0,6-1-6 0,-6 3-10 15,2-7 5-15,1 5 5 0,-3-7-5 16,2 3-2-16,1 1-3 0,-3-4 7 0,2 3 1 16,-2-3-8-16,2-1 8 0,-2 3-11 0,3-3 13 15,-3 0-4-15,2-2-9 0,-3 1 18 0,1 0-9 16,2-4 6-16,-1 4-1 0,1-5 1 0,-6-1-7 15,10 0 6-15,-10 0-16 0,13-7 12 16,-5 6-7-16,-1-6 11 0,-1 0-4 0,1-1 3 16,-2 2-4-16,4-5-9 0,-5 1 18 15,5 0-20-15,-5-5 10 0,3 1-2 0,0-1 15 16,-3-4-3-16,2-2-15 0,-3-4 10 0,0-6-17 16,-3-5 17-16,1-19-18 0,-1-5-4 0,-1-4-22 15,-8-14-4-15,5 1-39 0,-5-3 0 0,1-3-5 16,1 1 3-16,-3-3 5 0,0 2-8 15,-4 0 26-15,4-1-1 0,-4 4 9 0,1 3 2 16,-2 2 7-16,-1 6 39 0,6 9-8 0,-4-2 3 16,1 2 16-16,2 0-9 0,-2-2 8 0,6 1-2 15,-4 2 2-15,4-1-7 0,1 2-1 16,2 1 4-16,1 0 4 0,3 4-10 0,0 5 13 16,0 8-3-16,0 3-10 0,3-3 10 15,-3 0-15-15,4 5 5 0,-1 0 0 0,0 3 10 16,0 1 0-16,1 6-15 0,-1-2 13 0,2 4-11 15,1-2 16-15,1 1-13 0,-1 6 0 0,1 0 13 16,0 3-10-16,0-2 7 0,0 0-10 16,0 5 2-16,3-2-12 0,0 0 5 0,-3 3 8 15,0 2 4-15,3 0-12 0,-3 0 8 0,0 2 4 16,-1 1-22-16,2-3 0 0,-1 6 2 0,2-2 5 16,-5 3 3-16,4-3 2 0,-2 4-7 15,1 1 3-15,-7 0 14 0,13-2-2 0,-13 2-15 16,14 2-13-16,-7-2-5 0,-1 0-16 0,-6 0 19 15,14 4-8-15,-10-1 7 0,2-2 8 16,1-1-15-16,1 5 28 0,-5-3-24 0,4 3 12 16,2 0-4-16,-2 1-2 0,4 1 13 0,-4 3 5 15,6 0 0-15,-2 7-6 0,2-2 1 0,1 3 8 16,-4 0 14-16,3 4-17 0,2 0 3 16,-2 3-1-16,4 2 11 0,-3-1-11 0,0 1 3 15,6 12 8-15,0-3 5 0,-2 4-18 0,-1 3 22 16,0-1-1-16,0-1-1 0,0 1-2 0,0 6 5 15,0-4 2-15,-3-1-9 0,3 3 24 16,-1-2-11-16,-1-1-1 0,-2 3 2 0,1-3-2 16,-1 0 5-16,2 3-12 0,-2 0 12 0,1-3-8 15,-1 4 8-15,2-4-12 0,-2 6 7 16,0-3 0-16,2 1 3 0,1-1 4 0,1-2 11 16,-3 3-8-16,0-4-7 0,2 0 7 0,-1 0-7 15,1 0 7-15,2-4-2 0,-5-3-5 0,1-5 2 16,0 9-5-16,6-2 0 0,-7-6-3 15,2 0-15-15,4 8 6 0,-1 0 7 0,0-4-1 16,1 6 14-16,-1-3-16 0,2 3 3 0,-6-9-7 16,-1-4-1-16,1 3 3 0,-3-3-6 0,3 0-2 15,-4 1 11-15,3 0-11 0,1-4 8 16,-1 5-8-16,1-6-5 0,-4 0 15 0,1 0-17 16,3 0 17-16,-4-2-5 0,-1-3-2 0,2 2 0 15,-1 1-1-15,0-3-9 0,-2 5 12 16,2-2-13-16,0-3 19 0,-2 4-19 0,1-2 3 15,1-1-5-15,-3 1 10 0,1 1 0 0,-2-3 3 16,1 3-13-16,-1-4 13 0,2 3-11 16,-2-5 3-16,-2 1 10 0,-1-2-7 0,4-1-1 15,-4-2 1-15,1 3 0 0,0-4-1 0,-1-1-4 16,3 0 4-16,-5 2-4 0,2-2 2 0,3-3 0 16,-5 2 5-16,2-3 18 0,0 0 0 0,1-4 2 15,-4 4-7-15,4-6-2 0,-4-1 14 16,10 2-7-16,-10-2 11 0,10-6-19 0,0 0 8 15,-3-2-5-15,0 1 0 0,0-4 2 0,3-3-7 16,0 0 0-16,0-5 7 0,1 1 1 16,-4-4-6-16,3-5-12 0,1-1-3 0,-2-2 7 15,1-1-4-15,-3-1 5 0,4-15-11 0,-5 5 6 16,-2-8-6-16,-1-7 6 0,-3-1-1 16,0-4 3-16,-6-4 6 0,-1-16-17 0,-4 5 6 0,1-4-7 15,-3-1 9-15,-2-3-4 0,-1 3 2 16,-1 0 5-16,3 1-5 0,0-1 5 0,-2 1-13 15,1 6 8-15,2-2 0 0,6 14-5 0,-4 3 5 16,2-5-2-16,2 3 7 0,-1-1-10 16,2 1 7-16,2-1-2 0,-2 1-2 0,2-1 7 15,-2 2-10-15,2 1 5 0,0 2 10 0,-2 0-13 16,3 1 1-16,2-1 4 0,1 1-2 0,0 3 3 16,4 0 12-16,-1 2-20 0,-3-3-3 15,3 12 6-15,1 7 2 0,0-3 2 0,-1-1 9 16,0 4-19-16,1-1 8 0,-1 0-8 15,0 4 19-15,1-2-14 0,-1 2 0 0,0-1 6 16,2 0-6-16,1 1 6 0,1 0-11 0,-4-1 1 16,4 2 9-16,0 0 1 0,-3-2 4 0,2 1-9 15,1 1 4-15,3 3-12 0,-2-2 15 16,1 4-12-16,-2 3 7 0,4 1-5 0,-4 1-1 16,-1 2 6-16,4 2 3 0,-2 1 10 0,-2 2-11 15,1 0-9-15,0 5 2 0,-1-1 2 0,-2 1-10 16,0 3 0-16,2-2 8 0,-2 4 0 0,2-2-2 15,-2 6-4-15,3-4 1 0,-3 3 2 16,-4 2 1-16,13-1-1 0,-13 1 5 0,14 6 9 16,-4-3-12-16,-3 4 1 0,3 5-2 0,0 1 4 15,1 2 3-15,3 2 0 0,-1 8 0 16,-3 2-10-16,4 1 5 0,-4 2 2 0,0 3 8 16,4 15-10-16,-4-3 0 0,-3 5 8 0,3 0-3 15,-3 6-6-15,-3-5-1 0,2 6 7 0,1 0-3 16,-6 2 1-16,5-2-6 0,-2 0 13 0,-1 2-5 15,0 0 5-15,4 0-7 0,-4 0 7 16,5 0-3-16,-2 1-4 0,1-2-3 0,0 6-3 16,4-3 13-16,5 10-2 0,-5-11-11 0,2 1 16 15,5 7-16-15,-2 2 18 0,5-4-10 16,-1 2-7-16,4-3-1 0,-3-2 5 0,0-8 8 16,5 11-12-16,-2-4 9 0,1 3 14 0,-1-15-19 15,0 15 18-15,-1-13-9 0,-2-2-1 16,3 3-8-16,0 11 13 0,-1 0-7 0,2-2-3 15,-2-8-3-15,-1 7-7 0,-3-4 13 0,5 9-3 16,-6-14 10-16,-1 0-2 0,3 2-13 16,-3-3 10-16,1 2-5 0,2-3 5 0,-3 1 8 15,4 3-11-15,-5-2 3 0,5 2-5 0,-3-1 10 16,-2-2-2-16,5 4-3 0,-5-3 3 0,2 2 0 16,-1 2-3-16,0-6 5 0,1 1 3 0,-2-1-6 15,-1 0 1-15,4 3 15 0,-4-1-18 0,4-4 0 16,-1-2 1-16,-2 1 9 0,2-5-5 15,3 1-10-15,-2-5 23 0,-4-7-20 0,1-1 10 16,2-3 10-16,-2-2-13 0,2 0 13 0,3 0-10 16,-4 0-11-16,3 0 3 0,-3-1 11 15,3-6-14-15,-5 0 16 0,1-3-13 0,-1 0 0 16,-5-5 8-16,3 0-10 0,-2-3 2 0,-1 1-15 16,3-3 15-16,-5-3-3 0,2-2 6 0,2-2 0 15,-1-3 4-15,-1-3-29 0,1-2 22 16,3-4-8-16,-4-2 13 0,1-3 1 0,-1-7-6 15,2-6 0-15,-4-1 10 0,-1-16-22 0,-1-1-1 16,1-1 10-16,-4-1-7 0,-2-3 13 16,2-3 5-16,-6-1-8 0,2 1 3 0,-5-2-3 15,2 2-3-15,-2-4-4 0,-5-1 9 0,1 1-4 16,0-1-1-16,-4-8 4 0,1 10-4 0,-2-13-2 16,-1 5 5-16,2-5-2 0,4 15-1 15,-4-15 6-15,3 14-3 0,2 0-18 16,-1 1 16-16,2 1-3 0,1 2 0 0,1-1-5 0,3 3 7 15,-4-2 11-15,4 4-5 0,3-4 0 16,-5 6-14-16,5 3 4 0,-3 8-1 0,3 0 1 16,3-3-6-16,-3 2 11 0,0 0-6 0,0 0 3 15,5-13 3-15,-5 10 4 0,3 2-7 16,0 5 3-16,0-4-8 0,1-10 10 0,-1 6-5 0,0-11-5 16,1 14-3-16,3-9 8 0,-3 0 3 15,2 8 7-15,-2-8-13 0,-1 7 6 0,3 4-1 16,-2-8-2-16,3 5 3 0,-3-7-6 0,2 8 1 15,-2 2 10-15,2 4-14 0,-2-5 9 0,0-10 0 16,-1 8-3-16,1 7 2 0,-1-5-12 16,0 3 18-16,0-13-3 0,1 8-10 0,-1 5 7 15,0 0 3-15,-2-1-2 0,3 0 4 16,-1 1 1-16,0-5-21 0,0 9 1 0,-2-7 12 16,-1 5 5-16,3-1-13 0,-3-2 16 0,3 3-8 15,1 1 0-15,-4-3-8 0,3 0 5 0,-3 1 3 16,3-3 6-16,-3 6-1 0,0-4 2 15,0 0-4-15,0 2 5 0,0 4-1 0,-3 3-2 16,3-4 3-16,0 2-3 0,0 0-2 0,3-3-11 16,-3 1 5-16,0 4-4 0,4-2 17 0,-4 2-18 15,1-3 6-15,2 6 4 0,-3-4 1 0,3 0-6 16,-3 4 1-16,3 0 7 0,1-2-3 16,-1 2-2-16,0 0 3 0,0 0-8 0,1 0 5 15,0 2-3-15,3-2 1 0,-4 0-6 0,4 1 18 16,-4 2-7-16,4 0-3 0,0-2-3 15,-3 6 14-15,2-3-1 0,-2 3-5 0,-1 0 0 16,3 3-10-16,-5-2 0 0,6 5-5 0,-4-2 7 16,1 4-7-16,-1 2 5 0,-3-2-11 0,3 2 1 15,1 1 10-15,-1 0-16 0,0 1 3 16,0 2 1-16,-3 4 14 0,8-2-7 0,-8 2 0 16,13 2-1-16,-13-2-2 0,11 10 11 0,-4-3-11 15,0 4 16-15,2 3-8 0,2 4-3 16,-1 4 5-16,-3-1 6 0,7 5-3 0,-1 5-8 15,-3 1 16-15,1 11-8 0,2 1-8 0,-2 4 6 16,-1 0-6-16,0 2 5 0,-3 0 1 0,4 0-3 16,-5 5 2-16,1 0 3 0,-4-1 3 15,5 0 7-15,-5 2-7 0,1-2 4 0,-1 1-9 16,0 1 12-16,0-2-20 0,-3 4 7 0,4 1 8 16,-4-2-5-16,3-1-2 0,0 1-1 15,2-1-5-15,-2 1 6 0,3 0 12 0,-2-4-10 16,3 4 10-16,2-6-7 0,-1 5-8 0,-1-1 5 15,2-2 5-15,3 4 8 0,-3-3-16 0,1 3 8 16,1-1-7-16,-1-2 14 0,3 3-4 16,-2-6-3-16,2 6 8 0,-1-7-13 0,1 6 23 15,0-5-25-15,1 5 17 0,-1-4-10 0,-2 0-25 16,3 2 9-16,0 0 9 0,-1-4-1 0,0 7 13 16,2-6-2-16,-2 6 7 0,1-2-4 15,-1-3-6-15,1 1 0 0,-1 1 5 0,-2-3-10 16,3 1 5-16,-4-2 3 0,1 3-11 15,-1 1 3-15,0-3 6 0,-1 1-1 0,2 3 15 16,-1-3-17-16,-3-1 2 0,4-1 2 0,-1 0-17 16,-4 0 26-16,5-3-27 0,-4 1 27 0,3-3-16 15,1 5-3-15,-1-1 8 0,0 0 13 16,-1-5 13-16,2 3-26 0,2-1-5 0,-2-1 21 16,-1-8-11-16,0 7 10 0,5 0-2 0,1-3 5 15,-5-3-5-15,2-7-10 0,-3-3 5 0,4 4-21 16,-3-2 23-16,3-3-2 0,-4-2 10 0,3 2-23 15,-2-9 0-15,-2 4-28 0,-2-4-136 16,0 0-38-16,-3-3-251 0,-1 2-428 0,-3-3 116 16,-7-3 89-16,-6-3 62 0,-1-1 56 0,-10-6 54 15</inkml:trace>
  <inkml:trace contextRef="#ctx0" brushRef="#br0" timeOffset="173293.23">22759 8210 524 0,'0'-7'202'0,"0"3"-7"16,-1-2 58-16,-2-1-12 0,3 7-26 0,0-5-8 16,-3-1-30-16,3 6-21 0,-3-6-10 0,3 6-13 15,0 0-30-15,0 0 7 0,0 0-16 16,0 0-2-16,-1 24-20 0,1-14-18 0,1 5 15 16,-1 4-8-16,3 2-15 0,0 4 8 0,1 2-8 15,-1 6 5-15,6 0-15 0,-4 2 8 16,2 12-11-16,3 2 6 0,0 0-1 0,2-2-20 15,-4 6 5-15,-1-3 0 0,1 2-3 0,1 1 1 16,-2 2 10-16,0-3-11 0,3 5 6 0,-3-4 7 16,-3 2-13-16,2 3-20 0,1-2 23 15,0-2-20-15,-3 3 10 0,2 0-11 0,1-3 3 16,-4 3 6-16,5 2 2 0,-2-1 7 0,-2 0 0 16,2-1 4-16,1 1-19 0,1-2 13 15,-2 0 5-15,-2 0-5 0,2 1-6 0,-2-5-1 16,-1 4 6-16,0-4-17 0,1 0 6 0,-1 1 9 15,-2-2-10-15,2 0 5 0,0-6 1 16,0 10-1-16,-2-4 8 0,2-3 2 0,0 3 1 16,1 2 7-16,3 2-82 0,0-3 23 0,-1 6-2 15,1-2 0-15,0 3-6 0,3 1 24 0,-3 3-8 16,0-5 3-16,2 0-6 0,-1-2 11 16,-1 1 2-16,0 0 3 0,4-1 2 15,-2-1 3-15,-2 2-6 0,0 1 6 0,4 0 16 0,-2 1-6 16,-2-1-3-16,-1 0-2 0,2-1-10 0,-1 2 10 15,0-3 18-15,-1-4-21 0,2 5-2 16,-2-6 8-16,1 4-6 0,0-1 6 0,-1 2-19 16,2 2 16-16,-2-6 3 0,1 5 15 0,0-4-13 15,0 1-2-15,-3-3 9 0,5-2-1 16,-2-8 7-16,-3 6-11 0,6-7-4 0,-6-2 2 16,5 7 3-16,-2-3-8 0,1-7-3 0,-2 2 16 15,1 9-8-15,3 1 0 0,-2-11-7 16,-2-4 7-16,1 0-3 0,-1 0 14 0,-2-6-22 0,2-2 6 15,-1 2-2-15,-2-1 15 0,3-3-8 16,-5 0-8-16,2-6-2 0,0 2-10 0,0-1-8 16,-2-2-16-16,-1-3-14 0,0 1-1 0,0-3 8 15,3 1 0-15,-3-2 15 0,0-4 3 16,0 2 2-16,0 1 3 0,0-3 0 0,0-5-2 16,0 10-4-16,0-8 9 0,0-2 7 0,-3 8-10 15,3-8 28-15,0 7-10 0,0-7-5 16,-1 7 2-16,1-7 11 0,0 0 4 0,0 3 11 15,0-3 8-15,0 0 2 0,1 7 5 0,-1-7 6 16,0 0-9-16,0 0 1 0,0 0-3 16,3 1 6-16,-3-1-11 0,0 0-5 0,0 0 2 0,0 0-12 15,0 0-3-15,21-2 13 0,-15-3 2 0,2 4-2 16,2-1-13-16,-3-3 11 0,7 2-4 16,-1-4 6-16,0 3-10 0,5 0 2 0,3-3-2 15,-2-3-5-15,6 3 2 0,2-1 0 16,4-2 18-16,3 2-8 0,0 0 1 0,3-1-11 15,2 1 13-15,14-4-18 0,-1 0-3 0,3 4 13 16,0-2-5-16,-1 0 0 0,8 1 1 16,-4-1-4-16,6 1 8 0,1 3-15 0,1-2 13 15,-1 2-11-15,3-1 1 0,2-1 9 0,-3 5 1 16,5-4 0-16,0 4-8 0,6-2-3 0,-3-4-10 16,21 8 3-16,-4-6 15 0,4 0 0 15,1 4 8-15,-3-4-15 0,-2 3 12 0,-11 0 8 16,-3 1-16-16,24-1-7 0,-3-1 3 0,-4 0 7 15,4 1 5-15,1 0-7 0,-4-3-11 16,2 4 5-16,-18 1 9 0,1-1 6 0,18 0-1 16,1-3-6-16,2 5-3 0,4-6 1 0,-3 6-6 15,2-6 24-15,-3 3-21 0,-1-2 10 0,1 0 51 16,3 1 3-16,2-1-12 0,-2-2 9 0,2 1-10 16,2-3 3-16,-3 3 0 0,3-1-16 15,-2 3-12-15,3-2 7 0,-5-1-10 0,4 0 3 16,4 1 4-16,-3 3-7 0,-2-2-5 0,-8 1-5 15,0 2 10-15,1-2-13 0,-3 3 1 16,-1-2-1-16,2 0 5 0,1 2 3 0,-1-3 5 16,-3 1-20-16,-17 0 12 0,18 1-10 0,-6-4 0 15,-13 4-2-15,14-2-3 0,-13-2 5 16,15 3 5-16,-21-2-2 0,6-1-3 0,-7 3 0 16,2-2 3-16,-4-2-3 0,-2 2 3 0,-3 0-6 15,-1 0 3-15,-16-1-12 0,-10 1 9 0,1 2 8 16,-10-3-4-16,-2 6-1 0,-5-2-3 0,-3-1-32 15,-1 1-27-15,-5-1-50 0,-2 0-72 0,-4-2-418 16,-1 2-271-16,-6-2 113 0,-3-2 49 0,0-3 51 16,-4-3 109-16</inkml:trace>
  <inkml:trace contextRef="#ctx0" brushRef="#br0" timeOffset="173577.29">31208 12433 1018 0,'12'4'228'0,"-1"-1"-10"0,-1-2-19 16,2 8-9-16,-1-1-19 0,6 6-2 0,-1 1-2 15,2 6 1-15,-1 2-37 0,3 4-6 0,4 11 3 16,-4 3-20-16,-2-2-8 0,-2 3-3 0,-5-2-10 15,-7-7-15-15,-1 3 2 0,-3 3-2 0,-3 11-6 16,-7 9-12-16,-5-4-11 0,-8-2 6 16,-8 7-16-16,-3-1 11 0,-4-2-34 0,-4 0-35 15,-8-2-37-15,-8-5-68 0,0 1-188 0,-9-2-347 16,-6-4-34-16,-3-3 33 0,-2-7 67 16,-5-5 64-16</inkml:trace>
  <inkml:trace contextRef="#ctx0" brushRef="#br0" timeOffset="174681.55">22681 8371 683 0,'-5'12'299'0,"2"5"-40"16,-1 1-24-16,-2 1-27 0,-1 2-3 0,0 4-26 16,3-2-10-16,-3 2-87 0,-2-3-21 15,5 1-2-15,-3 1-3 0,0-5-2 0,1 2-16 16,2-5 16-16,-2-3-3 0,4 1-2 0,-4-4 0 15,3 0 9-15,0-1 1 0,3-3 3 16,-1 0-21-16,1-6 7 0,0 0 57 0,0 0-5 16,1-18-8-16,2 5 3 0,0-5-23 0,1-6-6 15,0-2 3-15,2-6-12 0,-2 0-4 16,5-3-9-16,-1 5-6 0,2 0 1 0,-3 0-3 16,3 2-1-16,1 6 1 0,-1 4-20 0,3 0 14 15,-2 1 1-15,5 5 0 0,2 3-13 0,-1 4-6 16,6-1 14-16,-2 6 2 0,7 6-2 15,6 2-1-15,0 2-4 0,14 8 2 0,-4 5-10 16,-3 1-11-16,0 2-7 0,-3 1-38 0,-4 5-44 16,-3-4-88-16,-4 9-395 0,-3-2-252 0,-10-3 123 15,-5-6 67-15,-4-2 53 0,-8-6 50 16</inkml:trace>
  <inkml:trace contextRef="#ctx0" brushRef="#br0" timeOffset="175093.66">20940 9133 739 0,'0'0'313'15,"0"0"-32"-15,3 18-15 0,1-4-38 0,5-1-8 16,-1 8-12-16,5-2-39 0,2 6-16 0,-2 0-15 16,4 6-2-16,3 3-18 0,1 7-8 15,-5-9-10-15,-4-5-36 0,4 1-26 0,-2 1-43 16,-1-3-82-16,-2-6-123 0,2 2-514 0,-3-4 35 16,1-4 100-16,-4-5 44 0</inkml:trace>
  <inkml:trace contextRef="#ctx0" brushRef="#br0" timeOffset="175310.61">20943 9201 877 0,'-3'-10'361'16,"3"-3"-28"-16,-3 3-26 0,3 0-48 0,3 1-8 16,0-3-26-16,4 0-18 0,-1-1 1 0,8 1-24 15,0-5-23-15,3 3-10 0,0 2-10 0,10-2-23 16,-3 3-8-16,-2 1-21 0,2 3-7 15,-1 0-36-15,-2 2-30 0,0 3-34 0,1 1-31 16,-4 1-40-16,3 1-60 0,-5 6-74 16,-1-3-140-16,-2 6-397 0,-3-1 84 0,-2 0 39 0,-5 1 61 15,0-2 48-15</inkml:trace>
  <inkml:trace contextRef="#ctx0" brushRef="#br0" timeOffset="175494.37">21176 9290 688 0,'-4'3'269'0,"1"-2"-23"15,-1 5-93-15,4-6 19 0,-3 3-1 16,3-3-20-16,-3 5 8 0,3-5-3 0,0 0-2 0,0 0 66 16,0 0-21-16,0 0-30 0,27-11-13 15,-14 5-5-15,5-2-10 0,-2 0-23 0,5-1-18 16,-3-1-11-16,2 3-27 0,4-1-47 0,-7 0-33 16,0 1-64-16,3 6-71 0,-9-2-234 15,3 0-368-15,-1 3 49 0,-3 3 94 0,-2-1 67 16</inkml:trace>
  <inkml:trace contextRef="#ctx0" brushRef="#br0" timeOffset="175661.14">21227 9516 627 0,'-4'2'243'0,"4"-2"54"16,0 0-21-16,0 0-22 0,0 0-6 15,0 0-20-15,0 0-24 0,25-2-29 0,-9-3 4 0,2 0-28 16,3-2-51-16,2-2-39 0,4 1-18 15,-3 0-117-15,1-4-84 0,2 3-475 0,-3-1-55 16,-4 2 68-16,0-2 42 0</inkml:trace>
  <inkml:trace contextRef="#ctx0" brushRef="#br0" timeOffset="175960.3">21480 9119 852 0,'0'0'240'16,"0"0"-14"-16,-4 13-24 0,4-8-10 0,4 5-18 15,0 1-33-15,2 0 0 0,4 5-11 0,-3 0-28 16,7 1 65-16,-4 5-11 0,4-4-15 16,-1 0-13-16,-2-1-21 0,-1 1-86 0,0-1 7 15,0-2-2-15,-6-1-1 0,6-3 6 16,-6-3-8-16,2 2-3 0,-2-3-4 0,-1 0 4 16,-3-6-2-16,0-1 0 0,0 0 0 0,0 0-3 15,0 0-4-15,-20-18 27 0,9 7-18 0,1-5-2 16,0-4-2-16,-4-1 14 0,4-4-1 0,0 3 4 15,2-3-2-15,-1 1-3 0,2 4 13 16,4-1-18-16,-1 4-5 0,0-1 2 0,1 6 1 16,3-1-24-16,3-2 8 0,1 5-33 0,0-1-33 15,3 3-44-15,-1 0-64 0,4 0-154 0,1 1-442 16,2 5 79-16,-2-4 48 0,2 4 65 16</inkml:trace>
  <inkml:trace contextRef="#ctx0" brushRef="#br0" timeOffset="176777.21">21818 9197 545 0,'7'19'222'0,"0"-3"-24"0,-3 1-9 15,5-5-28-15,-5 2-12 0,3 1-11 16,0-4-13-16,0 4-12 0,-1-5-8 0,-2 5-5 16,3-5-21-16,-1-1-5 0,-2-1 59 15,-1 0 6-15,1-1-1 0,-4-3-15 0,3 2 5 16,-3-6-21-16,0 0-10 0,0 0-17 0,0 0-6 15,-13-18-10-15,9 4 3 0,-6 0-3 16,0-7-3-16,3 2-5 0,-3-5 11 0,-1 2-6 16,1 1 3-16,3-1 16 0,-3-3-1 15,6 6-15-15,-2-4-10 0,-1 4-1 0,4 2-9 0,3-1 2 16,0 2-8-16,3 0-4 0,0 1-9 16,1-2-9-16,5 3 20 0,-1 3-13 0,2 0-8 15,3 1 5-15,1 4 1 0,0 0-21 0,0 0-3 16,-1 5 3-16,2 1 5 0,1 4-10 0,1-1 10 15,-3 5 1-15,3 2-17 0,-3 0-7 16,0 5 24-16,-1 2-9 0,0-1 8 0,-2 2 0 16,-1 4-2-16,-3-5-21 0,3 1 13 15,0 3 18-15,-3-6-3 0,4 4-15 0,-4-7 17 16,3 3-12-16,0-4 6 0,4 2-6 0,-4-2-3 16,1-4 0-16,2-1 11 0,-3-2 0 0,1-3-8 15,-1 0-5-15,0-3 2 0,0 0 3 0,-3-5-2 16,0 0-16-16,-4-2 13 0,0-1-6 15,-3-4 9-15,-3 0-11 0,-3-2 10 0,2-3 11 16,-6 0-8-16,-1 1 21 0,1 0-6 16,0-2 8-16,-4 2 3 0,4 5-11 0,3-2 13 15,-3 0-5-15,0 7 10 0,3-4-22 0,0 0 24 16,3 4-22-16,-2-2 10 0,5 2-2 0,1 1-6 16,1-1 0-16,2 2-7 0,4-1 5 15,3 0-8-15,0 0 5 0,0 5-5 0,5-3 8 16,-2 4-10-16,1 1 2 0,3 1 8 0,0 4-18 15,0-3 2-15,0 5 6 0,1 3-14 0,1-3 14 16,-1 5-13-16,-2 1 15 0,-1-1-8 16,2 2 6-16,-3 1-6 0,-4-5 1 0,0 5 4 15,1-5 3-15,-2 4-15 0,-2-4 15 0,0-2-2 16,-3 2 20-16,-1-3-10 0,1 0-3 0,-1-2-8 16,0 1 6-16,-3-2 7 0,0-4-9 15,0 0 1-15,0 0 9 0,0 0-11 0,-13-14-5 16,5 5 5-16,1-7 0 0,-5-2 0 0,1-10-2 15,0-1 15-15,-5-11-16 0,-1-3 1 16,3 1-8-16,0 0 10 0,4 2 0 0,4 7-3 16,-2-4 1-16,5-1 5 0,2 3-14 0,-2-1 19 15,3 1 3-15,0 6-9 0,0-1-2 0,3 3 11 16,-2 2-6-16,2 7-5 0,0 0-5 16,2 2 8-16,-2 0-18 0,0 4 35 0,4 1-25 15,-1 2-8-15,-2 7 14 0,3-4-45 0,0 6-4 16,-7 0-29-16,13 3-28 0,-6 2-56 0,3 2-136 15,-3 3-563-15,0 5 46 0,0-4 85 16,-3 3 53-16,-1-3 93 0,-3 3 61 0</inkml:trace>
  <inkml:trace contextRef="#ctx0" brushRef="#br0" timeOffset="177693.68">29592 13958 829 0,'-3'14'269'0,"3"-6"-16"0,3 3-17 16,0-1-39-16,1 5-16 0,-1 3-12 0,4 6-2 15,0-1-16-15,0 1-23 0,3 4-13 16,-2 3-3-16,1-4-19 0,-2 4-40 0,-1-6-45 16,-2 1-72-16,4-1-169 0,-2-1-448 15,0-1 18-15,-5-9 85 0,2 1 53 0</inkml:trace>
  <inkml:trace contextRef="#ctx0" brushRef="#br0" timeOffset="178027.31">29623 14276 867 0,'3'-4'297'0,"1"-2"-31"0,5 5-25 15,-1-6-26-15,7 4-26 0,-2-3-20 0,3-2-10 16,2 4-21-16,1 0-28 0,-1-3-25 16,3 2-34-16,-3-1-23 0,-2-1-20 0,2 0-16 15,-5-1-30-15,0 2-19 0,-3-3-19 0,0-1-29 16,-6 0 2-16,-1 1 3 0,0-6 3 15,-4 4 51-15,1-6 26 0,-5 0 27 0,1 0 19 0,-2 1 33 16,-1 0 23-16,3 0 28 0,-2 4-10 16,4 1-6-16,-3 1-9 0,2 2-8 15,1 1-13-15,0 2 2 0,-2 0-4 0,4 5-70 16,0 0-15-16,0 0 23 0,0 0-3 0,8 23-4 16,0-14 17-16,-3 2-10 0,2 6 15 0,7 0-7 15,-4 5 7-15,7 3-10 0,-1 1 11 16,-1-1-6-16,2 2-13 0,0 2-32 0,-1-3-47 15,-1 2-80-15,-2-3-145 0,4 0-386 0,-3 0 73 16,0-10 52-16,-4-1 43 0</inkml:trace>
  <inkml:trace contextRef="#ctx0" brushRef="#br0" timeOffset="179096.36">30201 14197 711 0,'-3'11'310'16,"3"-3"-39"-16,-2 6-48 0,2-3 7 0,0 4-30 16,2-3-16-16,-2 3-25 0,6 3-16 15,-2-3-5-15,2 2-22 0,1-4 1 0,4 0-17 0,-3 1-10 16,0-4-1-16,-1-2-4 0,2 2-11 16,-4-3-13-16,2-3-2 0,-1-2-5 0,-6-2-3 15,8-2-12-15,-8 2-11 0,3-11-5 0,-3 1 10 16,0 0-17-16,-3-5 7 0,-2 0 0 15,-1-3 0-15,2 1 10 0,-2 2 0 0,2-3-10 16,-2 1 18-16,-1 2 0 0,3-2-77 16,1 4 0-16,0 0 6 0,2 1 22 0,0-1 0 15,1 3-17-15,1 1 12 0,0 0-2 0,2 1-8 16,4 1 12-16,0 0 9 0,0 5-14 0,1-1 4 16,0 1-4-16,-8 2 9 0,18 7-4 0,-5-3 6 15,-5 0 3-15,2 6-6 0,3 1 13 16,-3 1-23-16,-1 3 18 0,-1-3-7 0,-1 3 1 15,4 0 6-15,-2 0 3 0,-2-3 0 16,1 3-3-16,-1-4-8 0,-1 1 10 0,1-2-4 16,1-1 2-16,-5-2 5 0,6-3 5 0,-5 1-20 15,3-3 13-15,2-2 9 0,-9 0-17 0,15-7 13 16,-5-3-23-16,0-1 20 0,-3-3 2 16,0-6-12-16,2-2 5 0,-1-1 0 0,-1 2 0 15,-1-1 8-15,-2-3-8 0,4 8-3 0,-5 0 14 16,3 1-4-16,-3 5-14 0,-2 1 12 0,2 1-26 15,2 4 19-15,-4 0 4 0,-1 5-7 16,0 0 10-16,0 0-10 0,0 0-8 0,12 15 6 16,-9-7 19-16,0 4-27 0,4 0 15 0,-1-1 13 15,-2 3-5-15,7-1-8 0,-2 0 0 16,-2 2 0-16,3-3 2 0,4 1 3 0,-2-3-2 16,0 0-6-16,2-2 3 0,0-1 8 0,4-2 0 15,-2-2 2-15,-1-3 0 0,0-1-5 0,-1-4-2 16,3 1 4-16,-4-5-4 0,-1-3 0 0,-2 2-19 15,0-7 6-15,-4 4-8 0,2-6-5 16,-5 1 13-16,2 3-13 0,-3-3 5 0,-2 0 0 16,3 1 3-16,-3 3 4 0,0 3 1 15,0 2 0-15,0-2-11 0,3 5 1 0,-3 0-8 16,0 6 2-16,4-4 21 0,-4 4-18 0,0 0 15 16,11 9 8-16,-2-2 0 0,-2 2-15 15,0 3 17-15,4 3 1 0,-1 2 2 0,1 0 0 16,-2 1-15-16,-2 0 5 0,-1 1 0 0,-2-1 5 15,-4 0-5-15,0-1-3 0,0-1 0 16,-4-1 8-16,-5-1-5 0,2 1-5 0,-4-5 15 0,1-3-10 16,-4 1 5-16,1-3 5 0,0-3 8 15,0 1-5-15,1-3 7 0,-2 0 0 0,7 0 8 16,-3 0-7-16,10 0-1 0,-17-2 0 0,17 2-4 16,-10-1 14-16,10 1-12 0,0 0-8 15,0 0 16-15,0 0-14 0,0 0-2 0,24-7-2 16,-11 7 7-16,2-4-10 0,5 0 21 0,0 1-16 15,4-4 5-15,0 0-7 0,0-1 2 16,0-3 5-16,4-2 3 0,2 1-6 0,-4-2 4 16,0-3-11-16,-6 7 10 0,4-6-8 15,-4 0 6-15,-6 0-8 0,3-1 10 0,-5 4 1 16,-2 1-1-16,1-3 72 0,-6 5-16 0,1 0-9 16,-2 1-9-16,-1 3-7 0,-3-2 5 0,0 6-7 15,0 2-9-15,0 0-4 0,0 0 15 0,-16 9-13 16,12-2 5-16,-3 4-7 0,0-1-3 0,2 5-2 15,-3 1 4-15,5 1-7 0,-1 1-3 16,0 3-7-16,4-4 2 0,0 2 13 0,4-2-2 16,-1 1-16-16,1-3 15 0,5 2-9 0,-2-1 1 15,4-1-12-15,-1-3-10 0,3 3-26 16,1 0-23-16,-3-5-53 0,3 4-78 0,-4-3-314 16,-1 1-305-16,-1 0 90 0,-5-1 61 0,-4 0 82 15,-5-1 62-15</inkml:trace>
  <inkml:trace contextRef="#ctx0" brushRef="#br0" timeOffset="179609.78">30324 15230 627 0,'0'19'215'0,"5"2"-29"15,-4-3-14-15,0 2-16 0,2-5-2 0,0 2-39 16,1 1 8-16,-4-2-11 0,3 1-2 0,3 0-20 16,-2-2-16-16,-3-5 1 0,2 2-1 0,-3-2 3 15,5-3-11-15,-4-3-2 0,0 3-10 16,-1-7-8-16,0 0 8 0,0 0-19 0,3-17-9 15,0 2 0-15,-6-2-8 0,6-3 2 0,-3-10-5 16,-3-4 3-16,0-5 3 0,2-14 4 16,1 6-12-16,-6-3 5 0,6 7 5 0,-3 7 0 15,3 2 8-15,0 4 0 0,0 3 7 0,0 2 0 16,0 2 1-16,3 6-14 0,0-1 6 16,-1 3-8-16,3 2 10 0,1 1-17 0,2 5-1 15,-1 2-2-15,3 0-10 0,4 5 12 0,-4 0-5 16,3 7-7-16,1 1 17 0,0 2-28 15,0 0 11-15,-1 5 7 0,-3 2-5 0,1 4-5 16,-3-5 0-16,-6 2 13 0,1 0-8 0,-3 0 8 16,-3-1 5-16,1 1-8 0,-6 2 6 0,4-4-11 15,-6-3 2-15,0 2 4 0,0-4-6 16,-1 3-5-16,-2-4-16 0,3-2-19 0,-1-2-42 16,1-2-69-16,0-1-118 0,2-3-450 0,1-3 49 15,1 1 76-15,0-6 26 0</inkml:trace>
  <inkml:trace contextRef="#ctx0" brushRef="#br0" timeOffset="180010.31">30758 14926 726 0,'20'14'221'0,"1"0"-29"0,-1-2-16 0,-6 5-15 0,0-1-4 15,1 1-27-15,-4 0-15 0,0 1-12 16,-4-3-9-16,-1 3-7 0,-5-1-20 0,2-2 94 15,-6-1-20-15,3-3-5 0,-2 2-24 0,-6-1-9 16,1-2-3-16,-4-3-6 0,3-2-12 16,-4-2 8-16,-2-3-13 0,4 0-21 0,-4-4-18 15,1-3 16-15,2-7-10 0,-3-1 12 16,3-3-15-16,1-2-5 0,1-2 2 0,2 1-7 16,1-2 2-16,5 2-13 0,1 3 19 0,0-3-11 15,1 0 0-15,5 6 3 0,1-3-3 0,2 1-18 16,1 2 24-16,1 5-9 0,4-2 8 15,3-1-10-15,1 5 13 0,-1 1-18 0,2 3 10 16,2 2-25-16,-4-2 12 0,3 8-4 0,-3-1 1 16,1 4-4-16,-4 0 10 0,1 2-3 15,1 3 1-15,-3 2-9 0,-3-3 4 0,-1 4-1 16,0-1 3-16,-1 0-21 0,-4 0 5 0,2 0-15 16,-1-2-20-16,-2 1-8 0,-1-2-33 15,4 0-34-15,-3-3-69 0,-1 4-238 0,2-3-360 16,-3-1 61-16,1-5 76 0,0 3 49 0,-3-6 72 15</inkml:trace>
  <inkml:trace contextRef="#ctx0" brushRef="#br0" timeOffset="180693.23">31448 14816 936 0,'-13'0'284'0,"13"0"-25"16,-14 4-16-16,7-2-33 0,-3 2-26 16,-1 3-81-16,3 1-6 0,-2 2-2 0,-3 4-21 15,3-3 3-15,0 4 5 0,0 3-18 16,0-1 2-16,6-2 11 0,-2 2-23 0,2-3-8 0,0 1 15 16,4-1-12-16,0-3-6 0,0 1 16 0,8-2-23 15,0 1-3-15,0-1-4 0,6-3 14 16,0-3-17-16,5 2 2 0,-1-4-3 0,6-2 9 15,0-1-16-15,4-6 5 0,3-1-16 0,3-3 11 16,7-10-13-16,0 1-15 0,-3-3-13 16,-11-1 8-16,-4 6-21 0,-2-3 0 0,-4 5 8 15,-4-1 13-15,-2 3-9 0,-1 3 17 0,-3 0 7 16,-3 1-3-16,-1 6-7 0,-6 0 7 16,3 4 19-16,-7-3-11 0,7 3 5 0,-16 4 6 15,7 3 12-15,-4 6-10 0,1-2 17 16,0 5-19-16,-2 1 15 0,1 1-8 0,6 4 2 15,-1-2-2-15,-1 1-2 0,5-4-9 0,1 0 9 16,0 1-11-16,3-2 26 0,0 0-23 16,3 1-6-16,0-1-37 0,1-3-55 0,5 4-84 0,-1-3-570 15,2 1 24-15,0-5 58 0,1-4 78 16,-4-3 60-16</inkml:trace>
  <inkml:trace contextRef="#ctx0" brushRef="#br0" timeOffset="183226.51">24112 8532 601 0,'0'0'205'0,"0"0"-16"0,-6-6-20 16,6 6-20-16,0 0-9 0,0 0 9 16,0 0-21-16,0 0-8 0,0 0-5 0,0 0-7 15,6 17 2-15,-2-10-13 0,-1-4 0 0,3 4-10 16,-2 1-63-16,6-1-17 0,-3 1 14 15,3 2-3-15,4-2 5 0,-2 2 56 0,4 4 0 16,1-2-4-16,3 2-14 0,-3 1-2 16,10 1-13-16,-3-1 5 0,0 3-5 0,1-2-7 15,2-3-6-15,0 3-5 0,0-1 5 0,0 1-2 16,1-1-10-16,0-3 7 0,2 3-8 0,-2 1-2 16,-1-5-3-16,4 4 6 0,0-3 4 15,-1 2 1-15,1 0-5 0,-3-3 4 0,3 3-2 16,2-4 0-16,-2 2-7 0,0 1 4 0,0-2-10 15,3 2 18-15,-3-4 1 0,3 1 1 0,0 0-4 16,0 3-3-16,0-3 10 0,0 0-12 16,4 1-6-16,-7 0-5 0,6 0-2 0,-3 2 0 15,1-2-1-15,2 2 14 0,-3-1-8 0,4-4-3 16,-3 3-2-16,-1 2-1 0,3-5 1 16,0 3-3-16,-3-2-2 0,2 3 22 0,-2-2-20 15,0-2 3-15,0 2-11 0,0-2 6 0,0 1 0 16,3-1-1-16,-2 0 13 0,0 3-12 0,-1-1 10 15,0-1-5-15,-3 0-14 0,3 0 17 16,0-1-1-16,0 0-5 0,0 1 5 0,3-2-2 16,-2-1 2-16,1 1-7 0,-2 0-8 0,-1 3 12 15,4-3-4-15,-3 0 2 0,0 0-3 0,-3-3 1 16,3 3 0-16,-3-1 4 0,4-2-2 16,-4 1-5-16,-1 2 6 0,-3-4-1 0,4 4-8 15,-1-6-74-15,1 6 8 0,-3-3 3 0,5 2 22 16,-2-6 6-16,0 7-6 0,-3-6 26 15,5 6-15-15,0-4 2 0,-4 4 13 0,2-6-7 16,0 4-1-16,0-3 16 0,2 3 5 0,-2-3 0 16,0 1 0-16,1 1-11 0,-3-1 14 15,-1 1-3-15,3 0 10 0,-4-2-3 0,1 3-7 16,-1 0 8-16,0 0 2 0,-2-1-8 0,-2 0-2 16,4 2-3-16,-2-2 11 0,-1 3-8 0,-3-1 2 15,0-4 1-15,-2 4 7 0,2-2-5 0,-1 3 10 16,1-6-12-16,0 6 4 0,2-1 1 15,-2-2-19-15,0 3 11 0,2-3 0 0,-2 0 0 16,1 2 10-16,-4-3-7 0,3 3-6 0,3-4 13 16,-3 5 10-16,-1-6-17 0,4 5-1 15,-3-5-2-15,2 4 3 0,1 0-4 0,3-4 19 16,-2 4-10-16,2-3-1 0,0 3-2 0,-3-1 5 16,3 1-10-16,-2-2 3 0,-1 4 2 0,3-4-3 15,-3 2-2-15,-1 3 8 0,-2-5 2 16,0 4-3-16,2-2-4 0,1-1-1 0,-3 2 3 15,5-4 8-15,-8 5-21 0,6-6 16 0,-3 4-8 16,-1-3 2-16,1 5 23 0,3-4-22 0,-3 1 7 16,-1 0-15-16,1-4 20 0,3 6-2 0,-4-3-11 15,3 2 1-15,-2-2-1 0,-4-2 8 16,4 5-5-16,0-5 5 0,-1 5-7 0,1-3 9 16,1 2 1-16,-1-2-3 0,3 4 11 15,1-6-14-15,2 5-10 0,0-2-2 0,-2 3 2 16,5-3 14-16,-3 0-4 0,1 2-7 0,2-2 10 15,-2 3-7-15,2-3-4 0,-5 0-1 0,2 2 4 16,1-2 6-16,-4 3-3 0,-1-3-5 16,1 0 2-16,-3 1 6 0,-1-2-8 0,1 3 12 15,1-3-7-15,0-2 3 0,-2 5-1 16,3-5-7-16,-1 5 10 0,0-4-20 0,-3 2 25 0,7 1-7 16,-4-4-6-16,1 4 11 0,5-3-13 15,-1 0 7-15,1 2 1 0,2-2-1 0,-2 2-2 16,3-2 16-16,-1 1-6 0,-2-3 11 0,0 4 2 15,5-1-16-15,-2-2 1 0,-3 1 10 0,3 3 0 16,0-5-3-16,1 5-5 0,-3-2 21 16,-2-1-21-16,0-1 3 0,0 5 10 0,-3-5-13 15,-1 1 1-15,-2 3-6 0,-3-4-8 0,3 3-7 16,-4 1-21-16,0-5-25 0,-2 4-34 16,-3-1-45-16,-5-2-85 0,0 4-464 0,-1-2-22 15,-6 3 61-15,0-6 56 0,-13 4 72 0</inkml:trace>
  <inkml:trace contextRef="#ctx0" brushRef="#br0" timeOffset="185078.09">24601 12698 437 0,'0'0'159'15,"0"0"-3"-15,0 0 67 0,0 0-3 0,0 0-8 16,0 0-15-16,0 0-15 0,17-11-10 15,-14 7-14-15,5 2-7 0,-5-3-10 0,4 0-13 16,-1-1-79-16,5-1-1 0,-4 0-9 0,6-3-11 16,-2 2 8-16,-1 0-18 0,3-3 20 15,1-2-5-15,-1 3-4 0,-1 0-6 0,4-3 7 16,-2 3-7-16,0-1-5 0,3-3 3 0,-1 3 68 16,-1-3-14-16,1 2-1 0,-1-1-15 0,4 1-3 15,-4-1 0-15,1-4-2 0,2 6-3 16,1-3-10-16,-1 0 0 0,0 2 0 0,3-2-3 15,-2 2-7-15,-2-2 0 0,4-2-8 0,0 5 3 16,2-3 2-16,-2 3-18 0,-1-1 5 16,4 1 1-16,-4-3 2 0,4 4 0 0,-3-1-6 15,-1-3-7-15,4 3 1 0,0-4 4 0,-3 1 3 16,3 0 5-16,0 0-16 0,0-3 16 0,0 2 13 16,3-2-13-16,-3 4-3 0,0-3-2 15,0 1 0-15,3 0-3 0,-2-2 10 0,-2 2-7 16,4 3-3-16,-3-3 1 0,2 0 17 15,-3 0-21-15,0 1 6 0,-2 0-13 0,6-3 16 16,-3 2-4-16,0 3 1 0,-1-4 0 0,-2 1-8 16,4 0 18-16,2-2-84 0,0 5-8 0,-3-5 20 15,3 3 8-15,0-2 13 0,1 0 0 16,1 4-6-16,0-2 14 0,-1-2-3 0,2 5 2 16,-2-4 9-16,2 3-9 0,-2-1 13 0,-1 2 3 15,3-3-7-15,1 3 6 0,-3-2 6 16,2 4 0-16,-2-2-5 0,-1-2 13 0,-1 5-5 0,3-2 4 15,-1-1-2-15,2-2 0 0,-6 5 6 16,0 0-4-16,0-2-2 0,3 2 3 0,-1-1 0 16,3-1-8-16,-2 1 2 0,4-2 11 15,0 1-10-15,0 0-8 0,3-1 17 0,-3-1 17 16,0 2-19-16,3 3-5 0,-1-3-8 0,-1 0 14 16,1-2-11-16,-2 4 5 0,0-2 15 0,0 2-12 15,-4-1 2-15,4 1-7 0,0-2-1 16,-1-1 8-16,-5 0-4 0,5 1 1 0,-5 2 9 15,4-2 2-15,-1-1-11 0,-1 0-2 0,-2 3-12 16,-1-2 25-16,3 2-6 0,0-1-4 0,0 1-3 16,0 0-2-16,-2 1 7 0,9-3-10 15,-7 2 8-15,1 1-11 0,5 1 6 0,-5-5-8 16,-1 7 15-16,1-4-18 0,-1 2 6 0,-3-2 7 16,3-1-3-16,0 1-4 0,-2 4-6 0,2-4 5 15,-1 1 14-15,0 0-9 0,-3 0 8 16,5-2-17-16,-1 5 22 0,-3-3-23 0,3 2 21 15,-2-5 3-15,1 3-11 0,1 3 10 16,-2-2-10-16,5-2-2 0,-5 5 4 0,5-3 1 16,-5 0 0-16,7-1-11 0,-6 3 1 0,5-2 4 15,1-1-9-15,-3 4 12 0,2-4 8 0,0-1-19 16,1 6 4-16,1-4-11 0,0-1-5 0,1 2 13 16,1 0 2-16,2-2 6 0,0 3 5 0,2-2-6 15,1 3-4-15,-2-2 4 0,4-2-4 16,0 6 4-16,-3-6-4 0,-2 4 9 0,-1 0-4 15,1-1-1-15,0-3-7 0,0 4 10 0,-2-4 3 16,-1 5-5-16,4-4 15 0,0-1-16 16,2 6-7-16,-3-8 0 0,2 6 2 0,0-2 9 15,-3-2-4-15,8 3-12 0,-3-3 15 0,0 0-5 16,14 3-3-16,-7-2 14 0,-7-1-6 16,-1 3-5-16,-2-2 0 0,1 0-8 0,-2-1 13 15,2 3 3-15,-4-3 0 0,-1 0-16 0,-3 2 5 16,-3 0 19-16,2-2 2 0,-2 3-8 0,0-2-8 15,2-1-2-15,-5 4 3 0,2-2-3 0,0-2 8 16,-3 4-8-16,-3-2 10 0,1 1-10 0,-7 2 10 16,5-2-5-16,-6 2 0 0,0-3-23 15,-4 4-51-15,1-1-89 0,-4 1-321 0,-1-1-315 16,-2-2 50-16,-4 4 96 0,0 0 64 0,-14-12 49 16</inkml:trace>
  <inkml:trace contextRef="#ctx0" brushRef="#br0" timeOffset="187343.01">24051 10882 604 0,'0'0'186'0,"0"0"-19"15,0 0-11-15,0 0-20 0,0 0 2 16,0 0-20-16,0 0-11 0,0 0-25 0,0 0 13 15,16-6-24-15,-16 6 4 0,0 0-4 0,8-1 1 16,-8 1-18-16,7-3-1 0,-7 3-17 16,6-4 8-16,-6 4-3 0,7 0 2 0,-7 0-2 15,10-3 8-15,-10 3-13 0,11-4 0 0,-5 2 2 16,-6 2-12-16,17-1 17 0,-10 0-15 0,6 0-74 16,-1 0 10-16,0-3 0 0,3 4 1 15,-2-1 1-15,8 0 6 0,-4-1 3 0,6-1 2 16,-5 2 15-16,5 1-7 0,-2 0 12 0,3-3-5 15,0 2-7-15,-2-2-11 0,1 0 34 16,4 1-8-16,1-3-10 0,-1 4 5 0,3-5 10 16,-2 5-8-16,-1-3 11 0,0-2-21 0,4 3 11 15,-4-2 2-15,4-2 7 0,0 4-14 16,0-4 4-16,3 0-2 0,-1 6 7 0,0-6 11 16,-3 3-26-16,7-3 24 0,-2 1-16 0,2-2-8 15,1 5 5-15,0-4 8 0,-1 4-2 0,1-2 2 16,2-2 7-16,-2 4 1 0,0-4-3 0,0 4-8 15,2-3-14-15,-1 0 19 0,-2 3 6 16,0-4-16-16,0 0 0 0,-2 3 8 0,-1-2 16 16,1-1-19-16,-1 3 11 0,0-2-11 15,-3 0 8-15,-1-1-5 0,-2 2 13 0,0 0-13 16,2-3 0-16,-3 5 3 0,3-4-8 0,-2 4 5 16,0-2-5-16,-1-2 5 0,2 4 2 15,-3-4 1-15,1 4-1 0,1-2 3 0,2-1 6 0,-6 3-9 16,8-4 6-16,-6 4-6 0,4-2 1 15,-2 1 7-15,0 0-7 0,4-1 10 0,-3 0-3 16,-1 2 5-16,4-2-10 0,-3-2 16 0,-1 5-8 16,2-6-3-16,-2 5-15 0,3-2 23 15,-4-2-1-15,1 5-11 0,-2-5 6 0,3 4 1 16,-3-2-10-16,-2 1 7 0,0 0 3 16,-4 2-11-16,1-3 3 0,3 2-5 0,-3 2 0 0,-1-5 11 15,1 6 4-15,2-2 6 0,-3-4-42 16,3 6 16-16,-1-3 15 0,0-3-10 15,0 4 5-15,2-4-2 0,-2 6 7 0,5-2-7 0,0-4-3 16,0 4 0-16,3-3 7 0,-5 2 4 16,6-2 1-16,-4 3-6 0,1 0-14 15,-1-3 10-15,3 4-2 0,-2-1-5 0,-5 1 21 0,1-1-14 16,0 0 8-16,-2-1 26 0,0 3-20 16,0-2-16-16,2-3-16 0,-3 5 14 0,1-1 2 15,0-2 15-15,2-1 11 0,-4 4-16 16,7-5-20-16,-3 0 17 0,4 3-2 0,-1-3 3 15,-3 1 5-15,3 0-3 0,3 1 3 0,-5-3-10 16,2 5-3-16,0-4 38 0,-2 3-43 0,-1 0 12 16,-1 0 4-16,-2-2-19 0,3 4 18 0,0-3-15 15,-1-1 15-15,3 1 1 0,0 2-4 16,1-3 6-16,-2 2 2 0,2 0-7 0,3-4-10 16,-6 6 81-16,6-3-7 0,-2-1-16 0,0 1 10 15,-4 3-25-15,3-5 3 0,1 3 7 16,4 2-2-16,-10-1-13 0,2 0-6 0,3-4 14 15,1 4-21-15,-4 1 5 0,0-2-7 0,-1 1-9 16,1-3 16-16,0 2-4 0,0 1-7 16,-2 0 4-16,1 0-21 0,1 1 23 0,-3-5-3 15,2 5-17-15,-2 0 7 0,3-1 0 0,0 1 3 16,-1-3-8-16,1 0-2 0,0 2 5 0,2 1-11 16,-4 0 21-16,2 0 2 0,3 0-22 0,-1 0 10 15,-3 0 7-15,0-2-5 0,4 2 8 16,-3 0-8-16,0 0 1 0,0 0-6 0,-1 0 5 15,-1-1 0-15,5 2-2 0,-6-1-3 0,2 0 0 16,1 2-7-16,-3-2 12 0,3 0-77 16,-4 0 11-16,1 0-3 0,0 0 21 0,2 0-1 15,-2 1 6-15,-1 2 2 0,0-3 13 0,1 2 8 16,-3-2-3-16,2 0-7 0,2 0 22 16,-1 0-9-16,-3 0 25 0,6 0-26 0,-3 0 16 15,3-2 10-15,-1 2-13 0,1 0-3 0,1 0 8 16,-1 0-2-16,3 2-5 0,-4-2 9 15,2 0-4-15,2-2 0 0,0-1-6 0,-2 3 6 16,2 0-10-16,-2 3 7 0,-2-3 7 0,1-3 4 16,0 3-6-16,-1 0-10 0,1-1 5 0,-3 1 13 15,3 0-13-15,-1 0 0 0,-2-2 3 0,3 1 7 16,0-1-15-16,-2 0 16 0,2 0-21 16,-1 2 15-16,0-1 5 0,1 1-15 0,0-2 16 15,0-1-9-15,2 1-7 0,-3 2 16 0,3-2-14 16,4-3 8-16,-2 4 1 0,0 1 7 15,2-3-8-15,-2-1 0 0,3 2-5 0,1 1 8 16,-3 0 2-16,5 0-2 0,-6-4 8 0,5 5-14 16,-2 0 6-16,-3-1-5 0,3 0 15 0,-1-1-16 15,-2-1 9-15,2 2-1 0,-5 1-2 16,-2 0-5-16,8-2 10 0,-2-1-13 0,-3 1 18 16,-2-1 2-16,5 3-20 0,-6-1 29 0,7-3-32 15,-7 2 11-15,1 2-8 0,0 0 8 0,-2-1 0 16,1-2-8-16,1 3 0 0,-3-3-2 0,0 2-3 15,-2 1 15-15,-1 0 13 0,-2-2-28 0,-1-1 10 16,1 1-10-16,-1 0 13 0,-3 1 5 16,0 1-21-16,-2-1-7 0,-4 0 28 0,4-2-5 15,-10 3-11-15,14-2-12 0,-10 2-43 0,-1-1-88 16,-3 1-169-16,0 0-537 0,-10-7 115 16,-1 4 43-16,-5-5 70 0,-5-2 73 0</inkml:trace>
  <inkml:trace contextRef="#ctx0" brushRef="#br0" timeOffset="192241.86">24273 10843 819 0,'0'-10'248'0,"0"3"-25"0,3-4-26 16,-3-3-8-16,0 3-35 0,0-3 4 16,-3-4-19-16,3-2-22 0,0 0-7 0,-1-5 0 15,-2-3-12-15,0-6-6 0,0-3-13 0,0 1-12 16,-5-14 2-16,5 0-8 0,-1 8-4 16,1 2-9-16,0 0 11 0,3 1-15 0,-1-15 4 15,-2 2-4-15,3 5-11 0,0 9 3 0,0-3 0 16,-3-15-8-16,0 5 3 0,3 9 2 15,0 2-13-15,-1 4-7 0,0-3 3 0,1 1-1 16,0 1 5-16,0 4-7 0,0 1 3 0,1 4-4 16,-1 2 9-16,1 1-19 0,2 3 19 0,-3 3-8 15,3-3 5-15,-3 3-3 0,3 1-7 16,-2-2 4-16,2 2 1 0,0 0-13 0,0 2 5 16,-2-1 0-16,2 2 6 0,1 3 7 0,-1-3-11 15,-2 5-9-15,5-3 17 0,-3 3-12 0,0 0 2 16,1 1-5-16,-1 0 0 0,5 0 7 15,-2-3-9-15,1 5 2 0,0-2 5 0,2 3-5 16,-1-1 13-16,-1-1-16 0,0 1-4 0,3 0 4 16,-3 1 11-16,0 1-13 0,2-2 7 15,-1 0 6-15,-4 1-1 0,5 0-1 0,-5-1-12 16,5 1-1-16,-1-4 12 0,-4 3 8 16,5-1-11-16,-5 2 3 0,2 2-10 0,-1-3 8 0,-2 5-6 15,4-4-12-15,-4 3 12 0,3-1 1 16,-2 1-14-16,-4 3 9 0,8-2-6 0,-8 2 5 15,10 0 3-15,-10 0-8 0,13 5 18 0,-3 2-10 16,-3-1 8-16,0 1-8 0,3 3 5 0,1-1-8 16,-1 3 3-16,0 2 8 0,4 3-9 15,-4 1 4-15,4 2-3 0,-1 2 10 0,1 6-8 16,-4-2-7-16,3 2 13 0,-1 5-1 16,0-2-20-16,-1 13 18 0,0-9 3 0,-2 2 7 15,1 6-20-15,1 6 15 0,-4 0 3 0,3-4-1 16,-3-3-2-16,0-7 13 0,-1 3-15 0,-2 7 7 15,3-5-10-15,3 10 18 0,-6-10 3 16,3-5-19-16,2 13 6 0,-1-9-3 0,-2-2-5 16,1 7 13-16,3-4-11 0,-3-2 1 0,-3-2-1 15,6 7-2-15,-3-1-2 0,3-9 4 0,-6 2 6 16,5-2-8-16,-5 3 15 0,3-3-12 16,0 1-8-16,0-5 15 0,-1 3-2 0,1 1-6 15,0-2-7-15,0-2 8 0,-3-4-8 0,2 0 5 16,-2 0-3-16,2 4 6 0,2-4 2 0,0-4-5 15,-3 4 0-15,1 0-13 0,-2 0 18 16,3 0-18-16,-3-2 13 0,2 0 0 0,-2-1 5 16,2 2-5-16,-2-2 8 0,3-1-13 15,-3 1 2-15,-1 1 14 0,4-3-1 0,-4 1-13 16,3-2-2-16,-2-2-10 0,0 1 10 0,2-1 12 16,-2 4 4-16,2-4-9 0,-2-1-2 0,2 2 8 15,-1-2 0-15,1 0-8 0,-2 2-8 0,2-2 10 16,-2 0 11-16,2 1-13 0,-1-1 0 15,1 1-2-15,1 1 4 0,-1 1-61 0,-2 3-12 16,3-5 12-16,0 3 10 0,-4-2 3 0,4 1 3 16,-1 1-3-16,-2-2 10 0,4 0 10 15,-5 2 1-15,5-1-6 0,-3-1 10 0,1 3-4 16,-1-2 14-16,2-1 4 0,-1 4-1 0,-2-2-5 16,2 2 8-16,2-6-5 0,-2 0-3 0,-2-2 6 15,2 1 4-15,-2-1-2 0,2-3-8 16,-1-3 13-16,1 4-13 0,0-3 26 0,-2-3-26 15,-1 1 29-15,1 1-22 0,-1-1-4 0,1-4 28 16,0 2-8-16,-1 0-2 0,3-1-8 0,-2-3 10 16,-1 4 3-16,-3-5-8 0,11 2-2 15,-11-2 17-15,0 0-20 0,17-7-2 0,-8 2 2 16,-1-1 2-16,-1-3 19 0,2-1-19 0,-2-3-20 16,1-4 8-16,-1-3-5 0,-1-3-6 15,1-3 34-15,-4 0-21 0,4-5-2 0,-3-1 13 16,-1 0-11-16,1-1 13 0,-1 5 5 0,0-4 6 15,1 0-3-15,-1 6-6 0,-3-2 9 16,0-3-4-16,4-2-6 0,-4-2 1 0,0-2-7 16,-4 1-7-16,0-16 1 0,-2-2-6 0,-1 1 17 15,0-2-41-15,-3 1 5 0,0-3-2 0,0-3-3 16,-1-4 3-16,-2-11-16 0,3 14 8 0,2-3 13 16,-2 3-5-16,4 1 17 0,-5 4 14 15,4 0-3-15,1 6-3 0,-1 4 3 0,0 7 10 16,0 6 8-16,3 1-3 0,-2 0 0 15,2 2 3-15,-2 0-5 0,3 5-1 0,-2-8 1 16,2-2-3-16,0 3 0 0,2-1-7 0,1-4 4 16,-3 0 4-16,3 1-9 0,0 3-2 0,3-2 5 15,-2 1 8-15,2 0 2 0,0 0-20 16,-3 7 17-16,5-1-17 0,-5 1 10 0,3 2 10 16,0 0-5-16,0 0-2 0,-3 0-6 0,2 2 3 15,0 0 13-15,1 4-3 0,0-4-7 16,0 4 7-16,-2-5-2 0,6 0-16 0,-3 1 6 0,2 1-1 15,-2-1 24-15,2-2-19 0,1 4-4 16,3 0-6-16,-3-2 0 0,0 5 13 0,0 1-5 16,3 2 11-16,-3-2 12 0,0 7-23 0,-1-5 0 15,2 7-3-15,-1-2-5 0,-1 2-4 0,1 1-4 16,3 1 14-16,-3 2 4 0,-3 3-12 16,5-3 5-16,-1 2 5 0,-1 2 0 0,3 0-3 15,-1 0-2-15,3 2 0 0,-1 1 13 16,1-1 10-16,-1-2-26 0,2 4 3 0,-2 0 7 15,2-2 3-15,4 5-15 0,-3 0 3 0,0-2 7 16,-1 5-6-16,2-1 9 0,-2 3-8 0,0 2-3 16,1 3 3-16,-4 0 0 0,0 0-8 15,1 6 23-15,-4-3-22 0,4 4 19 0,-5 1-4 16,4 6-13-16,-4-4 10 0,1 6 0 0,1-2-8 16,-2 3 18-16,1 1-12 0,0 9 7 0,3-3 10 15,-6-6-7-15,3 1-3 0,-1 0-3 0,1 9-4 16,0-5 10-16,0-7 2 0,-1 0 0 15,-2 1 0-15,3-1-7 0,0 4 7 0,-1-3 0 16,1 0-12-16,0 0 12 0,0 0 5 0,0-1-4 16,3 1 9-16,-3 0-17 0,3-1 4 15,-3 0-9-15,3 0 12 0,0-1-2 0,-2-2 2 16,2 2-5-16,0 1 10 0,2-2-9 16,-4-2 4-16,2 3-5 0,-2-1-18 0,2-4 18 0,-2 2 8 15,0-2-10-15,-3-3-3 0,4 1-6 0,-5-1 22 16,3 1-9-16,3-4-12 0,-6 4 5 15,4 0-2-15,-3 0 4 0,2-4 1 0,0 0-1 16,0 1-4-16,-1-3 4 0,-2 4-2 0,4-5 3 16,-2 0 0-16,0-3 9 0,-2 3-14 15,2-1 4-15,-2-1 1 0,2 1 5 0,-1 1-6 16,1-1-4-16,-2 2 4 0,2-5 1 0,-2 3 2 16,2-2 0-16,-1 2-10 0,1-1 5 15,0 1 2-15,-2-2-2 0,3-1 0 0,0-1-10 16,-3 2 13-16,2 2-1 0,-2-1-7 0,2-2 10 15,0-1-12-15,-1 2 7 0,0 0 5 16,0-2-3-16,-2 1-2 0,1-5 5 0,2 3-7 0,-2-3 2 16,0 1 8-16,2-2-21 0,-2 0 20 15,2 0-12-15,-2-1 33 0,2-2-22 0,2 2 1 16,-2-4-9-16,-2 2 9 0,2 0-9 16,-2-1 9-16,5-3-4 0,-4 3 5 0,2-1 7 15,-1-3-15-15,-6 0 26 0,17 0-19 0,-8-2 9 16,-4-3-9-16,6 1-7 0,-4-2 3 0,4-2 10 15,-1-2-11-15,-1-2-2 0,1-1-7 16,-3-2 9-16,4-2-9 0,-2-2 14 0,-2-2-7 16,0 1 8-16,1-4-6 0,-2 0 9 0,1-8-6 15,1 4-10-15,-2 2 5 0,-3-3 20 16,1 4-25-16,-1-2-8 0,0 0 16 0,1-1-11 16,-4 1 11-16,3 2-1 0,0 0 3 0,-3 5-7 15,0-5-6-15,0 2 23 0,3-2-17 0,-6 2 4 16,3-2-4-16,0 0-1 0,-3-4-7 0,3-2 8 15,0-5-9-15,-3-3-1 0,2-1-4 16,-2-10-2-16,3 4-7 0,-3 6 2 0,6 1 2 16,-3-3 11-16,0 0-18 0,0 5 15 0,0-2 15 15,3-1-17-15,-2 3 15 0,-1-1 0 16,3 3-10-16,0-1 0 0,0 0 7 0,-1 1 1 16,-1 2-6-16,1-3 5 0,1 1 6 0,0 3-1 15,0 1-4-15,-2 4 7 0,5-4-2 0,-2 5-9 16,-1 1 1-16,5 1 5 0,-2-1-10 15,-1 2 10-15,0 3-2 0,2 0-1 0,0 1-7 16,-3 1 2-16,2 3-2 0,-2 1 0 0,2-1 12 16,-1 1 1-16,1 3-1 0,-1-2-4 0,-3 2-9 15,4 3 34-15,-3-1-30 0,1 0 9 16,2 2-12-16,-1 0 5 0,1 0 8 0,-2 3-3 16,2-2 0-16,-2 5 10 0,2-2-26 0,2-1 42 15,-8 4-36-15,13 0 7 0,-3 0-2 16,-10 0 5-16,17 1-13 0,-10 2 18 0,4 0 6 15,-4-2-19-15,3 5 3 0,0 0-8 0,1-1 18 16,0 3-7-16,-1 4-9 0,-1 1 9 16,1-1-8-16,0 1 10 0,1 5-8 0,-4 4 13 15,3-2 28-15,4 9-33 0,-4-1-10 0,0 3 15 16,1-4-5-16,-1 7 5 0,2-1-7 16,-4 0-8-16,2-1 10 0,3 11-3 0,-2-3 0 15,-1-6 1-15,-3-1 7 0,7 10-5 0,-4-6-5 16,-3-6-3-16,4 3 0 0,-1-1 8 0,-4-1 13 15,5 1-15-15,-1-1 4 0,-3 0 6 0,4 0-8 16,-2-3 0-16,-2 2 10 0,3-2-7 0,-2 1 15 16,2-3-23-16,-1-2 7 0,-2 0-4 15,1 0 2-15,2-3 10 0,-1-1-18 0,-1 1 0 16,2 0 26-16,-3-1-23 0,4 0 10 0,-2 0 0 16,-2-5-10-16,0 6 10 0,4-9-12 15,-2 7 14-15,-2-8-9 0,0 5-3 0,3-2 7 16,-1-1 1-16,-1-2-3 0,-1 5 15 0,1-3-7 15,1-3-5-15,-2 4-1 0,1-1-15 0,1-3 26 16,-2-1-21-16,0 3 11 0,2-4 0 16,-4 0 4-16,1 0 14 0,-2 0-14 0,3-2-12 15,-1 1 5-15,2-1-13 0,0-3 6 16,-3 3 7-16,2 0-3 0,0-4 11 0,-3 1-8 0,5 0 5 16,-2-4 3-16,0 0-19 0,2 4 24 15,-1-4-8-15,-8 0-7 0,15-4 9 0,-6 4-19 16,-2 0 9-16,0-1 11 0,-1-2-16 0,2-1 16 15,-1-3-8-15,2 2-8 0,-2-3 16 16,1-1-8-16,1-4 5 0,-2 1 3 0,0-5-11 16,0-4-10-16,-3 1 0 0,4-4 13 0,-3-2-7 15,-2-4 9-15,1 1-4 0,0-7-3 16,-4 1 5-16,3 0-3 0,0-1 1 0,-3-3-9 16,0-1 9-16,0 4 4 0,1-3 1 0,-1-1-8 15,0 3-6-15,-1-3 1 0,-2 5 5 16,3-5 5-16,-3 7 3 0,3-3 7 0,-4-1-10 0,4 3-10 15,0-1 10-15,0 7 2 0,0-2 11 16,-1 1-16-16,2 0-2 0,-1-3 3 0,4 4-8 16,-4-2 15-16,6 3 13 0,-5 2-13 0,2 0-21 15,5 5 11-15,-3-3 8 0,2 6-3 16,-3 1-3-16,3-1-10 0,-1 2 19 0,-2 4-6 16,2-3 2-16,2 6-4 0,0-1-6 0,-3 1 5 15,2-2 3-15,0 3-2 0,3 5-3 16,-3-4-6-16,3 4 6 0,1-1 3 0,-1 3-3 15,2 0-1-15,-2 5 4 0,-2-4-6 0,6 6 3 16,-4 0 0-16,2 3 15 0,0-2-17 0,-2 2-9 16,0 4 14-16,1-1-6 0,-1 5 3 0,0 1 13 15,1-1-11-15,-1 4-2 0,-3-3 7 16,4 5-2-16,-2 0-20 0,-2 0 12 0,0 3-12 16,3 1 33-16,-3 4-24 0,3-6 14 0,-3 6-8 15,3 0 7-15,-3 0-9 0,0 0 12 0,0-1 0 16,0 2 0-16,0 0-8 0,1-1 6 15,-3 0-6-15,3 1 19 0,-2-6-14 0,1-1-4 16,0-1-1-16,-1 0 11 0,2 0-11 0,0-1 6 16,-3 1-1-16,2-3-4 0,3-1 7 15,-3 1-2-15,3 0 20 0,-3-1-26 0,4-3 13 16,-1 4 6-16,2-2-6 0,-2-1 8 16,1 0-8-16,2-2-5 0,-3 0 0 0,-2-3 3 0,3-3 10 15,-1 0-21-15,0 1 11 0,1-3-3 16,-1-2 3-16,3 1 5 0,-2-5-13 0,2 3-3 15,-3-5 11-15,1 0-3 0,-1-1-13 0,0-2 18 16,4-3-12-16,-4 3-1 0,1-4 3 0,4-2 0 16,-3-1-7-16,1 1-4 0,-2-3 1 15,6-3 10-15,-4-3-10 0,0 1-11 0,-1-1 11 16,-2-2 0-16,7-6-3 0,-7-2-18 0,1-3 3 16,2-14-5-16,-3-4-16 0,6-1-15 15,-8-1-20-15,2-1-8 0,-2-1 12 0,2-3-1 16,0 5 6-16,0 0 24 0,-3 0 15 0,0 14 36 15,1 2-5-15,1 3 5 0,-2-1-5 0,3 2 8 16,0 1 2-16,-1 6 10 0,-4 2-5 0,5-1-5 16,-2 1 11-16,1 0-6 0,-2 4 5 15,3 2-7-15,-2 3 5 0,2-2-5 0,1 5-11 16,0 1 34-16,-1 1-21 0,-2 4 5 0,3 0 36 16,-1 3-38-16,0 3 3 0,1-1-1 15,2 6-2-15,-3-1-6 0,1 3 4 0,2 3 1 16,-2-1-9-16,-4 1 7 0,3 6-5 0,0-1 1 15,0 2 4-15,-3 0 5 0,0 3-2 16,3-3 0-16,-3 5-11 0,-3 0 11 0,6 0 15 16,0 6 0-16,0-5-5 0,0 0 8 0,1 3-3 15,2-1-2-15,-1 0 2 0,0 4-2 16,-1-2-11-16,0 0 16 0,1 2-16 0,-1-6 0 16,3 5 3-16,2-5 0 0,-1-1 5 0,1 4 3 15,0-3-3-15,-1-1-13 0,4 0 3 0,-4-1 0 16,-1-3 7-16,3 3-10 0,-3-6 1 0,2-2-9 15,-1 1 3-15,-2-2 1 0,4-1-9 0,-5-3-2 16,1-1 15-16,-3-3-15 0,3 3 5 16,-2-4-10-16,-2-4 12 0,1 4-9 0,1-5 1 15,-1-1 9-15,-3 0-6 0,4-1 9 0,-1 0-1 16,0-4 10-16,1 1-15 0,-1-2 13 16,0-3-8-16,3-1 5 0,-2-4-2 0,-1-1 0 15,4-4 2-15,-1-8-13 0,1-2 8 0,3-14-23 16,3-6-2-16,-3 3 7 0,4-4-7 0,0-2-6 15,-1 7 16-15,4 5-11 0,-3 0 11 16,-5 12 5-16,-1 4 5 0,1-1 3 0,2 7 4 16,2 3-4-16,-6-2-3 0,3 7 10 0,-1 0 5 15,-1 3-9-15,2-1 4 0,0 1-10 16,-4 5 7-16,1-2 4 0,-1 2-9 0,-2 2 1 16,3 0-6-16,-4 5-22 0,1-3-6 0,-3 3-41 15,-3 0-79-15,-5 3-210 0,-3 2-358 0,-1 3 41 16,-10-4 97-16,-6 1 46 0</inkml:trace>
  <inkml:trace contextRef="#ctx0" brushRef="#br0" timeOffset="194041.17">19087 16842 767 0,'0'0'251'0,"-3"-5"-23"0,3 5-23 0,0 0-13 16,0-6-18-16,0 6-5 0,0 0-18 0,0 0 2 15,6 15-73-15,-5-5 4 0,2 4-10 0,0 3 3 16,0 4-10-16,1 4 7 0,-1 3-7 16,5 3-16-16,-5 4 18 0,4 0-13 0,-4-1-2 15,4 0 7-15,0-1-20 0,-3 2 0 0,2-2-10 16,-2 1 0-16,2-1 2 0,1 0-18 15,0-1-7-15,0 0-44 0,-1-1-43 0,1-6-52 16,0 0-130-16,-3-3-415 0,3-2 21 0,-1-7 41 16,-2-2 110-16</inkml:trace>
  <inkml:trace contextRef="#ctx0" brushRef="#br0" timeOffset="194291.66">19169 17333 1005 0,'0'-9'333'15,"4"6"-36"-15,-4-2-49 0,6 0-2 0,-2-1-28 16,2-1-3-16,1-1-23 0,7-2-18 16,-1 0-26-16,2-2-15 0,4 2-7 0,-1-2-11 0,3-1-18 15,-4 3-20-15,6-1-13 0,-6 1-28 16,4 1-52-16,-3 0-24 0,-2 2-27 0,1 0-56 15,-3 1-13-15,3-2-35 0,-3 0-159 0,0 1-308 16,-1 0-7-16,-3-1 39 0,-2 0 68 16</inkml:trace>
  <inkml:trace contextRef="#ctx0" brushRef="#br0" timeOffset="194508.6">19480 16767 693 0,'-7'-2'233'0,"4"-3"-5"0,3 5-11 15,-4-5-40-15,4 5-13 0,0 0-18 0,0 0-3 16,0 0-5-16,-6 11 3 0,6-1-18 16,3 2 43-16,-3 6-2 0,3 2-18 0,1 5-5 15,2 5-13-15,2 5-3 0,-2 0-9 0,1 12-14 16,0-8-15-16,3-5-8 0,-6 1-7 16,6-1-8-16,-3 0-26 0,3 0-35 0,0-1-36 15,0-1-36-15,1-1-62 0,-1-2-184 16,7 1-455-16,-6-3 53 0,-2-7 82 0,2-3 67 15,-4-6 79-15</inkml:trace>
  <inkml:trace contextRef="#ctx0" brushRef="#br0" timeOffset="194874.71">19774 17412 780 0,'3'-4'231'0,"-3"4"-42"16,4-4-2-16,-1-2-18 0,5 3-21 0,-2-4-12 16,-2 0-13-16,5-1-13 0,-1 0-5 15,-1-2-3-15,2-2-25 0,-5 0-8 0,3-1-7 16,0 1-6-16,-4 1 0 0,1-1-5 0,-1 2 3 16,-3-1 15-16,0 0-36 0,0 3 1 0,-3 2-6 15,0 0 0-15,2 1 8 0,-5 2-3 16,6 3-10-16,0 0 8 0,-21 7 5 0,14-1 2 15,-4 4 1-15,1 0 4 0,1 4-20 0,-2-1 18 16,4 2-5-16,1 0 0 0,2 2-16 16,-2-1 16-16,6 0-8 0,-1-1 3 0,2-1-11 15,-1 1 11-15,6 2 66 0,1-3-4 0,2 0-17 16,2-2 4-16,0-1-6 0,9 1-97 16,-3-6 8-16,4 0-37 0,0-5-4 0,5 1-31 15,2-4-38-15,2-1-47 0,7-2-122 0,-1-3-413 16,-2-2 31-16,0-2 60 0,-4-3 58 15,-5-2 53-15</inkml:trace>
  <inkml:trace contextRef="#ctx0" brushRef="#br0" timeOffset="195125.48">20253 16912 798 0,'0'0'310'0,"-14"12"-18"0,14 0-18 0,0 0-13 15,-3 3-11-15,6 3-27 0,-3 5-31 0,3 0-13 16,0 5 0-16,2 2-20 0,1-3-23 16,-2 3-21-16,5 1-5 0,-2-2-7 0,1 0-16 15,-1 0-11-15,2-2 4 0,1-3-6 0,-2-2-2 16,-1 0-19-16,2-1-1 0,-2-2-35 16,1-3-14-16,1-1-34 0,-2-3-20 0,1-2-51 15,-2-2-93-15,-2-1-317 0,-1-3-281 0,3-3 112 16,-6-1 59-16,0 0 59 0,0 0 53 0</inkml:trace>
  <inkml:trace contextRef="#ctx0" brushRef="#br0" timeOffset="195611.4">20047 17381 890 0,'0'0'361'0,"-6"-7"-41"0,6 7-36 0,3-7-28 16,4 3-20-16,-4 1-11 0,8-2-18 16,-1-2-30-16,6 2-34 0,2 0 1 0,0 0-16 15,2 1-13-15,4-2 0 0,3 1-36 0,-3 0 8 16,4 2-10-16,-2-1-13 0,-2 0-5 16,1 1 2-16,-1 0-7 0,-4 0-10 0,4 1-8 15,-3-1-3-15,-2 0 3 0,2-1-13 0,-3 3-3 16,-5-2-2-16,4 0-5 0,-6 0 0 0,3-1-3 15,-1 0-10-15,0-1 5 0,1-2 0 16,-1 1-18-16,-2-2 8 0,-1 0 0 0,0-1 3 16,1 0-6-16,-4 0 0 0,0 0-5 0,-1-1 6 15,1 0-6-15,-3-1 3 0,3 1 5 16,-4 0-3-16,-3 3 0 0,3-1 11 0,-3 2-11 16,3 0 3-16,-6 1 2 0,3 5-7 0,0 0 0 15,-6-5 18-15,6 5-8 0,0 0 10 16,-14 15 0-16,10-6 3 0,-3 4 2 0,1 1 6 15,2 3-14-15,-3 0 14 0,4-1 4 0,3 2-7 16,0 3-2-16,0-3 9 0,0 2 4 16,7-1-17-16,0 2 1 0,-1 1 0 0,4-1 2 15,1-1-7-15,6 0 5 0,4 0-3 0,3-3-7 16,-1 0-6-16,5-3-23 0,2-2-48 16,1-2-26-16,0-4-51 0,-1-2-128 0,-2-2-366 15,-4-2-120-15,0-2 79 0,1-3 72 0,-6-5 53 16,-5 0 57-16</inkml:trace>
  <inkml:trace contextRef="#ctx0" brushRef="#br0" timeOffset="195960.53">21032 17255 875 0,'0'18'271'15,"3"-3"-38"-15,-2 2-8 0,5-2-25 0,-2-2-8 16,3 2-31-16,0 0-2 0,-1 1-21 0,1-2-92 15,0-1-12-15,3 1 4 0,-3-1-12 0,-1-3 25 16,-2 1-28-16,3-3 18 0,-6 0-11 16,5-2 14-16,-3-1-21 0,-2-3-5 0,-1-2 8 15,0 0 2-15,0 0-15 0,0 0-1 16,-11-15-1-16,4 7 6 0,0-6-14 0,-2-1 12 16,2 0 3-16,-4-3 0 0,4-1 3 0,0-4-1 15,-3 4 3-15,3-1 21 0,1-1-8 0,2 4 10 16,-2-2-21-16,5 1 9 0,1-1-6 15,-3 2-5-15,6 1 10 0,1-1-15 0,-1 0 7 16,4 3-22-16,0 1 15 0,6-1-8 0,-2 3 6 16,3-1-42-16,-4 3-25 0,6 3-46 15,-1 2-29-15,-2-2-53 0,-2 6-162 0,2 3-365 16,1-2 64-16,-4 1 71 0,0 2 59 16</inkml:trace>
  <inkml:trace contextRef="#ctx0" brushRef="#br0" timeOffset="196691.64">21401 17299 737 0,'1'21'302'0,"2"-4"-21"0,0-2-27 16,0 0-44-16,1-1-82 0,3 0-13 0,0 1-3 15,0-1-7-15,2 0-20 0,-1 0-6 16,2-1-10-16,0-1 3 0,1-3-8 0,2 1 5 15,-3-4 51-15,1-2-7 0,2 0-23 16,1-4-6-16,-1-2-10 0,-2-1-10 0,3-4-7 16,-4-4-16-16,0 0 2 0,1-3-7 0,-2-5 5 15,-5-3-41-15,-1-1 20 0,-6-4-12 0,3 1 0 16,-4-2 15-16,-2 3 2 0,-1 0 24 16,-4-1 2-16,1 6-12 0,0 0 1 0,-4 4-4 15,1 1 13-15,-1 3-13 0,0 3 2 0,-3 2-7 16,4 6 12-16,-2 0-12 0,-1 3 2 15,-2 2-2-15,2 4 0 0,2 1-11 0,0 1-7 16,0 2 8-16,4-1 7 0,3 1-21 16,1 3 11-16,-2-2-10 0,5-1 15 0,3 1-8 15,0-1-9-15,3 0-1 0,2 1 7 0,-2-3 4 16,7 2-3-16,0-1-13 0,1-1 7 0,5-2 6 16,-1-1 8-16,4 0-16 0,-1-2-3 0,3-2 3 15,2-1 16-15,1-2-11 0,0 0-15 16,4-5 15-16,2 0-2 0,1-3-13 0,-4-1 10 15,1-1 0-15,-1-3 8 0,-3 1-11 16,-4-1-9-16,-3-4-1 0,0 3-12 0,-3-4 17 16,-3 2-18-16,-4 0 9 0,-1 1-4 0,0 0 9 15,-1 2 4-15,-5 2-7 0,0 2 5 0,0 0 2 16,0 2-7-16,-4 0 2 0,0 3-2 16,1 1 0-16,3 3 5 0,-10-1-8 0,10 1 5 15,0 0-5-15,-7 8 16 0,4-1-3 16,3 3-3-16,3-2 11 0,-2 3-16 0,5 3-2 15,-2 0-3-15,5 1 3 0,2 2 5 0,-1 2 2 16,4-2-2-16,0 3 16 0,2 2-17 0,-1 0 4 16,-2-3 7-16,1 1 5 0,-4 0 3 15,0-1-5-15,-3-1-6 0,0 0 11 0,-1-3-3 16,-5 2 21-16,2-4-5 0,-3-1-6 0,-3 0-5 16,2-1 29-16,-5-2-8 0,2-1-8 0,-6-1-5 15,3-3 5-15,0-1 5 0,-2-1-7 16,-2-4-5-16,-2-2-4 0,3 1 9 0,-1-3-21 15,1 0-10-15,3 0 0 0,-4 0-8 0,4-1-15 16,1 1-26-16,-1 0-46 0,0 0-43 16,6 1-21-16,1 0-58 0,0 0-75 0,1 1-466 15,6 0 44-15,-3 1 58 0,2-1 57 16,4 0 72-16</inkml:trace>
  <inkml:trace contextRef="#ctx0" brushRef="#br0" timeOffset="197276.26">22266 17108 870 0,'-3'-4'374'0,"-1"-1"-49"16,-2 4-39-16,6 1-20 0,0 0-25 0,-18 7-16 16,9 0-20-16,1 4-33 0,-2 2-14 0,3 2 4 15,1 1-32-15,-2 0-12 0,5 3-11 16,-1 0-12-16,1-2-16 0,3 1 3 0,-3 2-20 15,6-1 7-15,-3-2-3 0,4 0-25 16,-4-1 0-16,6 0 5 0,-1-1-2 0,1 0-11 16,0-2 3-16,-2-2-5 0,3-2 5 0,0 0-16 15,0-1-17-15,3-1-8 0,-1-3-26 16,2 0-51-16,-1-2-38 0,1 0-37 0,-1-2-111 16,4-4-167-16,-3 3-218 0,2-3 62 0,0-2 340 15,1-1 61-15,0 0-4 0,-4 3 81 16,0 0 54-16,0-2 85 0,-2 2 51 0,-1-1 7 15,-1 2 36-15,1-1 21 0,-4 1 13 0,4-3-8 16,-3 1 20-16,2 1-99 0,-2-2-3 0,-1 2 10 16,1-4-10-16,2-1 5 0,2 1-15 15,-2 0 2-15,4-3 0 0,-3-2-15 0,4 1 18 16,-5-1-23-16,4-2 23 0,-2 0-16 16,-1-4-15-16,-1 3 1 0,1-2-6 0,-1-2 74 15,-1-1-18-15,-2 2 1 0,0 1-14 0,0 0 1 16,-3 4-11-16,-3-1 11 0,3 3-65 0,-3-1-12 15,0 3-3-15,2 4-10 0,-6 2 26 16,1 3-16-16,6 1 21 0,-14 3 7 0,7 3-25 16,-3 4 12-16,0 1 16 0,3 3-2 0,-1 6-11 15,-1-1 2-15,2 2 6 0,4-2 0 16,-1 1 0-16,0-2-6 0,4 2 6 0,0-1 0 16,0-1-5-16,4 0-3 0,0-1-3 0,-1-1 11 15,4-1-5-15,2-1-13 0,-1-1-16 0,5-3-35 16,1 0-16-16,3-2-22 0,1-3-98 15,2 0-131-15,3-1-366 0,2-2 19 0,5 1 84 16,-5-3 35-16</inkml:trace>
  <inkml:trace contextRef="#ctx0" brushRef="#br0" timeOffset="197793.28">23131 17142 908 0,'-7'3'243'0,"-3"3"-35"0,-4 3 7 0,1 1-21 15,-1 0-22-15,1 5-11 0,1 0-13 0,-1 2 3 16,0-1-25-16,2 3 2 0,1-1-18 15,4-2-3-15,2 1-22 0,-3-1-3 0,4 0-13 16,-1 0 3-16,4-4-21 0,0 2 0 0,0-3-2 16,0 1-1-16,4-2-22 0,-1-1 2 0,0-3 0 15,5-1-2-15,-2-3-3 0,1-1-3 16,-7-1-7-16,21-3-5 0,-11-2-6 0,0-4 6 16,1-1-23-16,-2-2-16 15,1-5-13-15,1-2-7 0,-7-3-28 0,2-4-3 0,-2-2-20 16,-4-6-21-16,0-1 13 0,-4-2-39 0,-2-13 11 15,-1 0 2-15,-4 1 26 0,-2 4 18 16,3 8 26-16,2 5 48 0,-2 4 30 0,1 6 42 16,1 0-13-16,1 2 5 0,0 5-18 0,1 3 13 15,-1 3-13-15,0 1 1 0,4 6 1 16,-4 0 9-16,7 2 2 0,0 0 5 0,-7 15-5 16,4-3 7-16,3 1 6 0,0 5-5 0,3 2-11 15,0 5-2-15,1 0-3 0,2 1 31 16,1 4-28-16,1 1-8 0,2 1 0 0,-1-2 8 15,3-2-15-15,0 0-21 0,-1-2-5 0,3 0-34 16,-1-1-43-16,1-5-41 0,-1-2-86 16,-1 2-411-16,1-5-28 0,4 0 65 0,-4-4 45 15</inkml:trace>
  <inkml:trace contextRef="#ctx0" brushRef="#br0" timeOffset="198507.56">23579 17067 1085 0,'-8'-1'322'0,"-1"1"-20"0,9 0-23 15,-18 5-30-15,8 1-96 0,-3 0-22 0,2 3 12 16,1 4-30-16,0-1-13 0,-1 2-8 15,2 3 0-15,-1-3-13 0,3 1-5 0,-1 1-15 16,2-1 3-16,2 0-1 0,1 0-10 16,0-2-5-16,3-1-7 0,0-1-6 0,0 1-2 15,3-2 7-15,0-2-4 0,1-1-14 0,2-2 0 16,2 0 4-16,2-3-4 0,-3-2-10 0,2 0 3 16,-9 0-8-16,15-2 0 0,-9-1-2 0,1 1-1 15,1-1-7-15,-8 3 8 0,12-3 5 0,-8 1-11 16,-4 2-2-16,7-2 0 0,-7 2 7 15,0 0 6-15,0 0-3 0,14 4-2 0,-11-2 2 16,-3-2 8-16,7 6-1 0,-1-3-7 0,-2-1-5 16,-4-2 8-16,11 6-5 0,-5-4-1 15,-2 0 14-15,2 1-16 0,5-3 7 0,-4 1 4 16,-7-1-9-16,21-4-2 0,-8 2 3 16,0-2 7-16,1-3-13 0,0-1 6 0,3-2-11 15,-1-4 6-15,-1-1-14 0,4-3-17 0,-4-1-5 16,-2-4-29-16,1-2-17 0,-4 3-3 0,0-6 12 15,-3 6 16-15,-3-2 8 0,-1 6 23 0,1 0-3 16,-4 4 3-16,0 1 15 0,-1 1-10 0,-2 1 6 16,0 6-1-16,0-1 18 0,-1 3-3 15,4 3 11-15,-10-1 2 0,10 1-5 0,0 0-2 16,-7 11-6-16,7-3 6 0,0-1 15 16,3 5-11-16,1-1-7 0,2 1 3 0,2 3 7 15,-2-1-2-15,4 3-6 0,1-2 6 0,-1 2-6 16,0-1 6-16,4-1 10 0,-4-2-5 15,0 1-3-15,1 0 0 0,-1 0-12 0,-3 0 12 16,-1-1-13-16,2 0 24 0,-2 2 2 0,-3-5-20 16,-2 1 14-16,2 1-11 0,-6-4 24 0,3 3-12 15,-2-3 5-15,-3 1-2 0,-1-1-1 0,-2 0 1 16,1-1-1-16,0 0 3 0,-2-1 0 16,-2-1-2-16,1 2 7 0,3-2-13 0,-4 0-2 15,4-1-21-15,-2 0-22 0,2 0-52 0,0-1-44 16,0-1-127-16,4-1-152 0,3-1-298 15,0 0 37-15,0 0 70 0,0 0 81 0</inkml:trace>
  <inkml:trace contextRef="#ctx0" brushRef="#br0" timeOffset="198925.02">24161 16686 798 0,'0'12'364'15,"0"3"-29"-15,0 3-125 0,3 2 13 0,0 3-32 16,-3 2-22-16,4 2-15 0,-1 1-13 15,3 4-3-15,-2-1-15 0,-1 4-21 0,5-2 13 16,-5-1-63-16,4 0-17 0,-4 0-40 0,4-1-87 16,-4-6-136-16,6 0-493 0,-7 0 70 0,4-1 47 15,-9-5 64-15</inkml:trace>
  <inkml:trace contextRef="#ctx0" brushRef="#br0" timeOffset="199258.53">24020 17223 1108 0,'0'-5'356'0,"0"5"-36"15,3-12-39-15,1 5-20 0,2-1-25 16,2-2-21-16,2 2-36 0,6-3 5 0,-1-2-20 16,5 2-21-16,3-1-22 0,2-2-75 0,2 1-23 15,1 0-10-15,-1 0-13 0,1 1-13 16,-6 2 10-16,0 0-12 0,-2 0 5 0,-6 3 2 15,3 0-7-15,-4 2 17 0,2-1-4 0,-6 2-9 16,1 1-1-16,-2 2 9 0,-1-1-5 16,-1 1 21-16,-6 1-13 0,10 4 18 0,-6 1 3 15,3 2-11-15,0 3 10 0,-1 0-7 0,-2 1 20 16,2 5-12-16,-1 0-1 0,1 2 3 16,-2 0-5-16,5 1 10 0,-5 1-10 0,3 2 0 15,0-2-2-15,-1 0-19 0,1 0-17 0,-3-3-60 16,3 1-50-16,0-1-98 0,2 2-443 0,-2-5-40 15,1 0 63-15,2-4 62 0,-4-2 56 0</inkml:trace>
  <inkml:trace contextRef="#ctx0" brushRef="#br0" timeOffset="199399.95">24659 16917 652 0,'0'0'105'16,"0"0"-189"-16,0 0-423 0</inkml:trace>
  <inkml:trace contextRef="#ctx0" brushRef="#br0" timeOffset="199724.46">25056 16992 895 0,'0'0'338'0,"-17"6"-46"16,7-2-26-16,-1 2-10 0,1 6-25 15,-3-1-24-15,1 6-15 0,-4 0-8 0,2 1-25 16,4 1 20-16,-4 2-38 0,7-3-18 0,-3 3 0 16,4-2-18-16,2-1-13 0,0 1 2 15,4 0-1-15,0-2-19 0,4 0-5 16,0-1 3-16,2-1-11 0,1 0 3 0,2-1-18 15,2-3-2-15,0 1 14 0,3-3-22 0,2-1-5 16,-1 0 10-16,4-4-21 0,2 1 3 0,-4-1-5 0,4-1-23 16,0 0 3-16,-2-3-19 0,2 0-2 15,-3 0-28-15,2 0-16 0,0-2-12 16,-6-1-54-16,0 1-44 0,-1-2-56 0,-2 2-373 16,-1-3-113-16,-3-2 4 0,-4 1 99 0,-3-3 52 15,-3-1 58-15</inkml:trace>
  <inkml:trace contextRef="#ctx0" brushRef="#br0" timeOffset="202024.63">23873 2246 496 0,'9'32'200'0,"-4"0"-24"0,2-1-4 15,2 1-3-15,1 14-8 0,1-1-23 16,2 4 6-16,-2-4-6 0,-1 5-18 0,0-2-92 15,-3 2 3-15,4-2-3 0,-4 4-2 0,4-2-3 16,-2 2 5-16,-5 3-2 0,6-2 9 0,-4 2-6 16,2 1 12-16,-2 1 2 0,1 1-17 15,-1 0 12-15,1 2-23 0,1 0 3 0,-5-1 10 16,4 0 3-16,1-1-3 0,-6 5-5 0,8-5-2 16,-6 3 2-16,2-1-5 0,-2 2 13 15,-1-3-8-15,1-2 12 0,-1-2 50 0,1 0-3 16,-4-2 0-16,5 2-8 0,-3-3-5 0,1-2-2 15,0 5-16-15,0-4 5 0,-2-7 0 16,2 6-2-16,0-5-3 0,2-6 1 0,-2 0-17 16,0-2-1-16,1 14 7 0,-1-7-16 0,0-7 11 15,2-2-18-15,-3 2-3 0,1-3 1 16,4 0 4-16,-3 1 3 0,-1 0-20 0,1-1 20 16,-1 3-8-16,0-4-7 0,0 0-1 0,1 2-7 15,-1-3 6-15,3 1 4 0,-4-5-13 0,1-2 6 16,0 2-1-16,0-7-7 0,-2 1-2 0,2-4 1 15,0 0 9-15,1-1-6 0,-4 0 1 16,3-1-1-16,1-1 6 0,-1 0-3 0,1-3 5 16,-1 3-2-16,2 1-6 0,-3 0 3 15,4-3-5-15,-2 2 18 0,0 0-6 0,3 1-63 16,-1 0 7-16,-2-3 11 0,5 3 7 0,-4 0 6 16,1 0 4-16,1 1 19 0,-4-2 4 15,4 2 9-15,-4-2-14 0,5 1 11 0,-5-4-1 16,2 2-9-16,-3-3 7 0,1-3 8 0,0 2-6 0,0-3 4 15,-2 1-6-15,-1-2 2 0,3 2 9 16,1-4 2-16,-4 3 12 0,3-1-17 0,-2-2 15 16,-1-4 6-16,3 7-11 0,0-1 10 15,-3-6 3-15,0 4-13 0,0-4 66 0,4 5 1 16,-4-5-8-16,3 5 0 0,-3-5-8 0,0 0-18 16,3 5 16-16,-3-5-21 0,0 0 11 0,6 0-3 15,-6 0-24-15,0 0 29 0,0 0-20 16,0 0-1-16,18-5 1 0,-11 2-8 0,0 0-11 15,5-1-2-15,-4 0-7 0,7-2 12 16,1 3 0-16,2-5-8 0,1 2-4 0,6-1-11 16,2 3 10-16,7-5-4 0,0 0 4 0,4 0-10 0,13-3-5 15,4 1 15-15,-3-3-4 0,5 6-9 16,1-2 16-16,3 3-8 0,1-1 6 0,0 3 2 16,3-1 0-16,1 0-11 0,2 4-2 0,-3 0 13 15,3-2-10-15,0 1-5 0,-3 1 12 16,1-3 3-16,-2 3 0 0,4-3-18 0,-3 3-5 15,3-4 7-15,-3 1-7 0,6 0 10 0,-1 0 0 16,-2 1-10-16,3-2 8 0,-2 0-6 0,-3 1 16 16,1-1-13-16,-1-1 0 0,0 3-8 15,-3-1 6-15,2 1-3 0,1-1 12 0,-1 3 6 16,0-4-15-16,1 3-1 0,0-1 6 0,-1 0-3 16,-3 0-6-16,1 1 14 0,-10 2-3 15,-7-1-10-15,1-1 10 0,14 0 3 16,-9 2-6-16,-8-3-4 0,4 1-1 0,12 1 1 0,-11-1-1 15,9-1 8-15,-6-1-15 0,6 1 8 0,-1-3-1 16,1 2-2-16,1 1-3 0,-4-4 8 16,3 2 5-16,-11-1-2 0,-5 4 2 0,2-3-18 15,14 2 8-15,-8-3 13 0,-11 5-6 0,5-4 3 16,-2 3-12-16,2-1-1 0,0 1 0 16,-1-1 1-16,-1 0 2 0,16 0 17 0,1 1 1 0,-7 0-10 15,6-1-6-15,-4 2 6 0,-10 1 12 16,-1 1-7-16,2-3 2 0,-1 2-5 0,1 0-2 15,-1 1-3-15,-1-3 2 0,1 3-12 0,0-1 20 16,-2-2-17-16,2 3 7 0,1 0 0 0,-4 3 12 16,2-2-1-16,1-1-14 0,-2 0 13 15,0 0-15-15,2 0 5 0,-3 1 10 0,-7-1 3 16,8 0-3-16,-5 2-4 0,-3-2 4 0,0 0-15 16,-3 0 23-16,0 0-24 0,1-2-4 0,-9 2 0 15,1-1 10-15,-4 1-23 0,-3 0-26 16,1-1-45-16,-5-2-29 0,0 1-100 0,-2 0-402 15,-4-4-278-15,-1-1 143 0,-2-1 30 16,-4-2 83-16,-4-1 53 0,-2-3 51 0</inkml:trace>
  <inkml:trace contextRef="#ctx0" brushRef="#br0" timeOffset="202274.03">30185 5063 982 0,'0'0'310'0,"13"3"-46"16,-7 1-13-16,1 1-11 0,3 2-17 0,-1 2-18 15,1 1-29-15,-2 5-2 0,3 3-7 0,-1-1-32 16,-3 7-22-16,-1-3-3 0,-2 4-23 0,-4 4 0 16,-2-4-15-16,-6 7-8 0,-4-3 0 15,-14 7-3-15,-8 1-15 0,-7-4-17 0,-4 0-37 16,-13 1-25-16,5-7-29 0,-14 4-15 0,9-12-69 15,-5-5-184-15,-20 3-440 0,-6-6 81 16,-14-7 49-16,-3-8 67 0,-10-6 46 0</inkml:trace>
  <inkml:trace contextRef="#ctx0" brushRef="#br0" timeOffset="203107.23">23916 2246 719 0,'-9'20'217'0,"5"2"-32"15,-2 1 22-15,-1-1-36 0,4 3-27 0,-5 3 4 16,2 3-38-16,2 0 3 0,-2-1-11 0,2-4-7 15,-2 1-10-15,1-4-4 0,-1 0-4 16,2-2-15-16,-2-3-11 0,3-1 3 0,2-2-19 16,-2-2 27-16,-1-3 22 0,1 2 83 0,0-3-1 15,2-3-10-15,-2-1-20 0,0-2 0 16,3-3-26-16,0 0-5 0,0 0-11 0,-3-15-12 0,3 3-5 16,3-4-3-16,0-3-2 0,0-6-21 15,-2-3-2-15,5-5 7 0,0 0-7 0,-1-1-1 16,2 3-7-16,-1 0-13 0,-2 6 6 15,3 4-14-15,-3 2-10 0,-1 3-2 0,5 1 7 16,-6 3-7-16,4 5 2 0,2 1-5 0,-1 2 1 16,3 3 6-16,2 2-4 0,-1 3 0 15,-1 1-1-15,5 3-1 0,-2 2-14 0,1 0-38 16,0 5-28-16,0-1-19 0,-1 2-17 0,0 0-25 16,-2 1-93-16,-4-3-274 0,2 1-302 0,-5 0 98 15,-1-5 58-15,-3-2 70 0,-3-1 61 16</inkml:trace>
  <inkml:trace contextRef="#ctx0" brushRef="#br0" timeOffset="203474.57">22916 1523 714 0,'6'13'261'16,"-2"2"-28"-16,6 0-26 0,-3 5-15 0,0 1-13 16,4 0-28-16,-1 2 0 0,0-1-15 15,0 1-21-15,0 2-7 0,3 0-14 0,-1 0-4 16,-3-2-34-16,1-1-46 0,-2 0-22 16,-1-2-83-16,3 0-102 0,-1-2-279 0,-4-3-151 15,4-1 10-15,-5-6 97 0</inkml:trace>
  <inkml:trace contextRef="#ctx0" brushRef="#br0" timeOffset="203690.43">22864 1598 793 0,'-4'-12'282'0,"1"1"55"16,0-1-27-16,3 2-21 0,3 2-40 0,-1-2 4 15,0 0-46-15,5-2-22 0,3 2-16 0,0-2-5 16,8-2-26-16,-2 1-21 0,5 0-4 15,0 1-11-15,-1 1-7 0,4 2-8 0,-3 0-23 16,-1 0-33-16,1 4-39 0,-4 0-30 0,-1 2-62 16,-1 1-23-16,-2 2-56 0,1-1-141 0,-4 4-417 15,-3-2 7-15,2 4 83 0,-8-3 55 16</inkml:trace>
  <inkml:trace contextRef="#ctx0" brushRef="#br0" timeOffset="203890.54">22946 1721 829 0,'0'0'325'0,"0"0"-92"15,0 0-26-15,24-5-17 0,-13 0-27 0,3-1 11 16,2-3-40-16,2 1-17 0,2-3 1 16,1 1-10-16,3-1-21 0,-3 1 7 0,-2 0-9 15,2 1-14-15,-4 1-27 0,0 2-29 16,-3-1-66-16,0 4-41 0,-4 1-36 0,1 1-56 0,-1 1-167 15,-4 1-309-15,0 1 48 0,-6-2 100 16</inkml:trace>
  <inkml:trace contextRef="#ctx0" brushRef="#br0" timeOffset="204374.34">23103 1886 678 0,'1'3'297'0,"2"3"-11"16,-3-6-4-16,8 5-85 0,-2-4-20 0,-6-1-19 15,17 0-7-15,-3-3-5 0,2-1-18 0,2-2-7 16,-1 0-29-16,7-3-3 0,3 0-14 16,-3 1 37-16,3-2-40 0,-6 2-29 0,3-3-45 15,0 1-62-15,-3 0-46 0,-1-1-46 0,-3 0-70 16,-4-1-17-16,-2 0 41 0,-4-1-36 16,-4 0 77-16,1-2 99 0,-4 1 49 0,0-1 39 15,-1-1 53-15,-2-1 21 0,0 1 44 0,-1 1 14 16,-2 2-2-16,2 2-5 0,3 2-7 0,-2 0-32 15,0 2-9-15,0 4-16 0,3 3 2 16,-4-4-12-16,4 4 8 0,0 0-24 0,0 17-2 16,4-7-3-16,-1 3 6 0,3 2-6 0,-1 1-5 15,5 3-17-15,-3 0 6 16,2-1 1-16,-1 0-18 0,-1-2 6 0,2-2-4 0,-2 3-9 16,-2-3 7-16,1-2-3 0,1 0-2 0,-4-2 10 15,0-1-5-15,1-1 16 0,-1-1-11 16,-3-3 5-16,0 1-7 0,0-5-1 0,0 0 14 15,-10 2-27-15,10-2 14 0,-13-8 0 0,5 2 17 16,2-3-2-16,-4-3 0 0,0-3 3 0,-1-4-16 16,4-1 8-16,-3-2-6 0,3-2 4 15,0 1 24-15,0-1-22 0,4 2-2 0,0 3-9 16,0 1-71-16,3 1 20 0,0 0-22 0,0 3-9 16,0 1-19-16,0 1-37 0,6 1-25 15,-3 1-34-15,4 1-20 0,0-1-84 0,0 3-159 16,3-1-323-16,3 2 98 0,-2-1 27 0,-1 1 73 15</inkml:trace>
  <inkml:trace contextRef="#ctx0" brushRef="#br0" timeOffset="204690.19">23716 1578 737 0,'6'18'210'0,"5"-1"-36"0,-4-2-3 0,-1-1-25 15,1-1-8-15,1 2-25 0,-2-3 7 0,1 2-15 16,3 0-10-16,-4-3-3 0,-1 0-15 15,1-1 10-15,-2-1-16 0,-1 0 1 0,3-3 13 16,-5-1 12-16,2 1-13 0,0-2 3 0,-3-4-10 16,0 0-5-16,0 0 2 0,0 0-2 15,0 0-1-15,0 0-4 0,-17-18 7 0,11 7-12 16,-2-2 12-16,2 0 5 0,-1-2-81 0,1-2 4 16,-1-4 19-16,-1 1-19 0,5-1 16 15,0 2 67-15,-1 0-19 0,4 0 3 0,0 1 13 16,0-1-8-16,3 2-12 0,1-2-11 0,-1 3-10 15,5-1 13-15,-1 1-11 0,-1 1-4 16,4 2-29-16,-2 1-23 0,1 1-41 0,-2 1-40 16,3 4-68-16,1 0-96 0,-4 2-497 0,3-1 7 15,0 3 62-15,-3-1 77 0,-2 0 59 0</inkml:trace>
  <inkml:trace contextRef="#ctx0" brushRef="#br0" timeOffset="205258.63">24057 1526 627 0,'4'16'199'0,"2"-1"-32"0,-1-1-1 16,1-2-2-16,-2 0-21 0,2-1-20 0,0 0-10 16,2 2-29-16,-1-2 52 0,3-1-59 0,-3 0 5 15,3-1-21-15,-3-2-2 0,3-1 5 16,-2 0-18-16,-2-1 15 0,1-3 8 0,-1 0-7 15,-6-2-3-15,7 0-16 0,-7 0 11 0,8-6 5 16,-8 0-10-16,0 0-16 0,-1-3 3 16,-3-2 5-16,-2-3-8 0,-1 0-2 0,-3-4-3 15,-1 0 13-15,1-1 2 0,-3 0-2 0,2-1 8 16,1 2 63-16,0-1 6 0,3 1-13 16,0 1-15-16,1 2-3 0,5 0-18 0,-2 0 5 15,6 2-5-15,-2 1-18 0,5-2-12 0,1 2 2 16,3 2-16-16,1 1 6 0,2 3 2 0,4 2-5 15,1 2-2-15,1 4-8 0,3 2-3 16,2 3-4-16,-1 4-4 0,4 2 1 0,-2 2-8 16,-1 2 5-16,0 1 5 0,-5 0 3 0,-4-2-15 15,1 1 14-15,-5 1-7 0,-1-2 3 16,-3-1-5-16,0-2 4 0,0 0-2 0,-2-2-2 16,-3 1 7-16,1-2-7 0,-3-3 7 0,0-1-10 15,0-1 26-15,0-5-8 0,-3 8 5 0,3-8-11 16,0 0 11-16,0 0-15 0,0 0 20 0,-18-16-12 15,12 7 4-15,2-6-7 0,-2 1-62 16,2-4 11-16,-3-2 2 0,6-4-2 16,-2-1 10-16,0 0 10 0,3-3-3 0,3 2 3 15,0-2 5-15,-2 1 6 0,6 1-14 0,-3 1 19 16,2 1-9-16,1 1 4 0,0 2 4 0,5 2-10 16,-7 3 8-16,2 1-10 0,4 4 5 0,-2 0-31 15,-2 4-16-15,3 1-24 0,1 2-27 16,-1 3-30-16,0 0-139 0,1 6-534 0,-1 0 102 15,-1 3 51-15,-1 0 74 0,-1 1 57 16</inkml:trace>
  <inkml:trace contextRef="#ctx0" brushRef="#br0" timeOffset="206390.7">30426 5750 916 0,'0'-7'361'16,"0"7"-28"-16,0 0-42 0,0-5-30 0,0 5-20 16,0 0-21-16,0 0-18 0,4 15 1 15,-1-2-104-15,0 0-9 0,2 4 5 0,1 4-21 16,1 3-2-16,2 2-1 0,-2 7 4 0,1-4-19 16,2 3-8-16,-2 2-4 0,0-1-44 0,-3-1-15 15,4 0-111-15,-2 1-12 0,0-4-54 16,-7-1-266-16,9-7-267 0,-7-3 42 0,1-3 84 15,0-3 74-15</inkml:trace>
  <inkml:trace contextRef="#ctx0" brushRef="#br0" timeOffset="206707.24">30418 6075 1077 0,'-2'-8'366'0,"-1"1"-43"0,6 1-37 0,-1 2-32 0,0-4-11 15,1 2-18-15,4-2-25 0,7 0-29 16,-1-1-4-16,0 1-19 0,8-2-15 0,-3 1-12 15,4 0-16-15,-2 1-8 0,-4 0-15 16,2-1-16-16,-5 1 6 0,3-2-21 0,-3-1 0 16,-2 0-23-16,-4-3 3 0,2 0-23 0,-5-1-6 15,0-2 1-15,-1-1-3 0,-2 2 5 16,-1 1 10-16,0 0 39 0,0 4-20 0,0-1-4 16,-1 2-17-16,0 3 18 0,-1 3-18 0,-2 0 10 15,4 4 2-15,0 0-9 0,0 0 12 0,-3 21-10 16,3-10-8-16,3 5 8 0,4 5-8 15,-3 1 23-15,2 3-17 0,-2 6-4 0,7 1-1 16,-1 1-1-16,3 9-2 0,4 0 2 0,0-1-20 16,0-7-52-16,-6-7-4 0,6 3-70 15,-1-4-71-15,-1-1-267 0,4-6-360 0,-4-2 89 16,4-4 56-16,-7-8 72 0,1-3 85 0</inkml:trace>
  <inkml:trace contextRef="#ctx0" brushRef="#br0" timeOffset="207672.58">31048 5957 790 0,'0'0'287'0,"0"0"-23"0,0 0-29 0,0 0-15 15,0 0-23-15,6 18-17 0,-5-9-19 0,2 2-18 16,1-2-7-16,-1 4-3 0,1 2-31 16,3-4-12-16,-1 5 5 0,1-6-18 0,2 3-3 15,-4-3-5-15,1-2-8 0,-2 1-10 0,3-5 8 16,-3 1-13-16,2 0-2 0,-5-3-1 15,-1-2-7-15,0 0-2 0,0 0 7 0,6-14-21 16,-6 7 6-16,-6-4-1 0,2-4 3 0,-3-2-5 16,3 2 0-16,-2-2-12 0,-1-2 22 0,3 1 0 15,-2 1 57-15,2 1-8 0,1-1-8 16,2 1-5-16,-2 1-5 0,3 5-8 16,3-3 1-16,-2 3-11 0,2-1 2 0,1 3-4 0,3 0-18 15,1 2 4-15,-3 3 1 0,6 3-13 16,-4 0-3-16,5 1-12 0,-1 4 2 0,0 1 3 15,-1 6-1-15,4-2 6 0,-1 5-13 0,1-2 3 16,-1 4 20-16,0-2-16 0,-1 3 6 16,-2 1-5-16,4-1 12 0,-4-2-7 0,3-2-13 15,-2-1 3-15,-1-1 2 0,-1 1 5 0,2-5-10 16,-4 0 18-16,3-4-8 0,-3 1 11 0,4-3-14 16,-1-2-4-16,0-1 12 0,2-2-10 0,-4-4-2 15,2-1 2-15,1-5 3 0,-4 1-1 16,2-2 14-16,-1 2-13 0,-1-3 2 0,-1 2-10 15,-2 3 5-15,-1 0-3 0,1 2-4 0,-1 1-19 16,1 0 9-16,-1 3-1 0,-3 4 10 16,4-4-10-16,-4 4 3 0,0 0-3 0,0 0 6 15,9 13 2-15,-8-7 10 0,2-2 0 0,3 2-10 16,-5 2 10-16,6-5 0 0,0 4 3 16,1 0 2-16,-3-3-5 0,6 1-5 0,-1-2-3 15,3 2 9-15,3-5-4 0,-4 1 8 0,5-2-4 16,0 1-6-16,0-6 15 0,4 3-5 0,-5-5-10 15,2 0 0-15,-2-1 3 0,-1-3-6 0,-2-1-2 16,3-3-13-16,-5-1-10 0,-4 0-3 16,1 1 8-16,-2-1 13 0,-2 3 0 0,-1-1-6 15,2 3 9-15,-3 3-29 0,1 1-13 0,-3 0 16 16,6 3 2-16,-5 2 6 0,-1 3-1 0,0 0-7 16,0 0 38-16,10 16-21 0,-6-7 19 15,-1 7-11-15,4 0 8 0,0 0-12 0,0 3 17 16,0 5 2-16,-1-5-4 0,1 6 5 0,0-2 2 15,-3 1-13-15,-1-3 3 0,0-1 0 16,-3-2 13-16,-3-1-15 0,0-1 9 0,1 1 1 16,-7-7 7-16,5 0 3 0,-5-1 3 0,2-4-3 15,0-2-1-15,-2-1 4 0,9-2-6 0,-18-5-2 16,10 0 0-16,1 1 2 0,1-2-7 16,3-1 2-16,1-3 6 0,0 3-16 0,4-1 10 15,0-2-3-15,4-1-9 0,1-3-1 0,4 3 21 16,2-3-20-16,1-2 2 0,0-1 7 0,3 0-2 15,0 4 1-15,0-6-6 0,-2 3 5 16,1-1 0-16,-3 0 13 0,3 4-11 0,-8 0-4 16,2 1 15-16,-6 3-8 0,6 0-15 0,-6 2 5 15,2 1 0-15,-3 3 21 0,-3 3-14 16,0 0-4-16,0 0-8 0,0 0 10 0,-6 18 20 16,3-7-7-16,-4 3 13 0,3 3-18 0,1 0 2 15,1 2 6-15,-3-1-14 0,5 3 19 16,-3-2-6-16,3 5-7 0,3 1 0 0,-3 0-41 15,0 0-39-15,5 0-61 0,-5 0-79 0,-5 1-244 16,5-1-442-16,-3-1 120 0,-4 0 64 0,0-5 64 16,-7 3 64-16,-4-4 56 0</inkml:trace>
  <inkml:trace contextRef="#ctx0" brushRef="#br0" timeOffset="208123.22">30812 6903 721 0,'-4'23'318'0,"1"-1"-32"0,3-3-27 16,-3 4-21-16,6-4-41 0,-3 6-5 0,3 0-13 16,-2 0 47-16,2-2-24 0,4 2-15 0,-3-3-26 15,-1 2-13-15,3-6-9 0,-5 1-40 0,2-6-9 16,2 1 5-16,-2-3-19 0,-3 1-4 15,0-8-3-15,0 2-18 0,0-6-7 0,0 0-8 16,0 0-11-16,-15-21-12 0,6 8 10 0,-2-11-7 16,1-7 7-16,-1-13 0 0,-2-5-18 15,3-1 18-15,3 3-8 0,3 8 13 0,0 5 0 16,4 4 11-16,0 4-14 0,4 0 4 16,0 2 4-16,2 0-13 0,1 6 9 0,0-4 11 15,7 5-14-15,-1 2-8 0,2 3-3 0,1 3 11 16,1 1-13-16,0 2 5 0,1 4-13 0,2 2 2 15,-3 1 1-15,1 5 5 0,3-1-5 0,-5 8 4 16,0-3 11-16,-2 6-12 0,-5 2 17 16,-7 2-8-16,1-1-7 0,-6 0 10 0,-4 5-15 15,-3 2 7-15,-4-1 13 0,0 0-23 0,-6 0 3 16,3-2-18-16,-2-4-5 0,-3 2-42 16,5-5-17-16,0-3-39 0,6-5-66 0,-6-1-120 15,7 0-538-15,2-4 23 0,-1-3 105 0,2 0 74 16,7 0 59-16,-7-11 49 0</inkml:trace>
  <inkml:trace contextRef="#ctx0" brushRef="#br0" timeOffset="208540.25">31137 6785 849 0,'13'0'246'16,"1"1"-16"-16,-3 5-15 0,6 0-12 15,-1 3-32-15,2 1-2 0,-1 5-23 0,0-1 5 16,1 7-18-16,1-2 5 0,-4 5-20 0,-2-2-13 15,-3-1-15-15,1 1-14 0,-4 2 11 0,-1-4-15 16,0 3-10-16,-5-4 78 0,-1 2-17 0,0-3 3 16,-1-1-44-16,-2 1 10 0,-3-3-5 0,3 0-8 15,-4-5-2-15,3 1-54 0,-3-4-10 16,4 1-1-16,-4-5 14 0,4 2-16 0,3-5 13 16,-7 1-10-16,7-1-5 0,0 0 15 0,-14-14-15 15,11 4 2-15,3-1 0 0,-1-3 10 16,1-5-14-16,0 2 4 0,1-5 0 0,5-2-2 15,2 4 5-15,1-4-3 16,0 4-10-16,2-2 2 0,0 4 3 0,1 0 11 0,1 2-21 16,0 1 10-16,1 5-5 0,2 1 2 0,-1 2-7 15,1 0 5-15,2 4 0 0,-5 3 13 0,5 0-13 16,0 2 10-16,-2 0-2 0,0 5-3 0,-1 1-7 16,-2 1 9-16,1 1 3 0,-4 4-4 0,0-3-9 15,1 4 6-15,-2 1-6 0,-5-1-12 16,3-3-42-16,-3 3-9 0,1 0-42 0,-3-3-17 15,-2 1-62-15,3-4-105 0,-3 0-74 16,0-2-366-16,0-2 18 0,3 0 87 0,-3-3 48 16,0-2 70-16</inkml:trace>
  <inkml:trace contextRef="#ctx0" brushRef="#br0" timeOffset="208706.65">31712 6842 1082 0,'0'-6'279'0,"0"-2"-41"0,0 3-7 15,0-1 9-15,0-1-30 0,0 0-36 16,0 7 11-16,-1-10-40 0,0 8-11 0,1-4-22 16,0 6-15-16,-2-7-22 0,2 7 7 0,-7-3-34 15,7 3-25-15,0 0-30 0,0 0-80 16,0 0-118-16,-14 10-340 0,11-3-139 0,0-3 47 16,0 0 56-16,3 0 59 0</inkml:trace>
  <inkml:trace contextRef="#ctx0" brushRef="#br0" timeOffset="209140.95">32057 6751 949 0,'0'0'300'0,"0"0"-19"0,0 0-27 0,-21 8-16 15,14 0-31-15,-6 4-10 0,-1 5-10 16,4 2-10-16,-4 0-32 0,4 1-1 0,0 1-6 16,-1 2-28-16,6-4-28 0,-3 4 5 0,7-6-8 15,-2 1-7-15,0-2-5 0,3-3-14 16,3 0 4-16,0-2 9 0,1 2-20 0,2-5 5 16,4-3-2-16,1 1 0 0,2-5-26 0,2-1 13 15,1-1 56-15,2-5 0 0,3 2-15 16,2-10 0-16,-5 3-16 0,4-4 3 15,-2-3-13-15,-4 2 3 0,-3 1-13 0,1 4-5 0,-4-3 0 16,-3 4-8-16,3 2 0 0,-6 1-8 16,3 3 16-16,-7 0 3 0,0 4-19 0,0 0 16 15,0 0-3-15,0 0-2 0,-7 23-3 0,3-13-5 16,-3 2 13-16,1 1 0 0,5 1-11 0,-2-3 9 16,0 6-11-16,0-4-3 0,3-1-2 0,0 0-5 15,0-2 5-15,-1 0-44 0,1-3-5 16,0 4-74-16,0-4-76 0,-1 0-198 0,-4 0-522 15,1-6 54-15,-3-1 86 0,7 0 81 0,-24-14 70 16,4 3 65-16</inkml:trace>
  <inkml:trace contextRef="#ctx0" brushRef="#br0" timeOffset="210906.36">24649 3425 701 0,'0'0'246'0,"3"-4"-13"16,-3 4-29-16,0 0-19 0,8-1-11 0,-8 1-23 15,13-3-5-15,-4 3-13 0,-1-3-23 16,5 2-8-16,1-1-2 0,-3 0-3 0,9-1-7 16,-3-1-13-16,4 2 2 0,-1-3-10 15,7 2-20-15,0-1-70 0,1 0 3 0,0-2 3 16,2 3 0-16,4-1-11 0,4 0 18 0,5 0-7 15,-4 0 15-15,2-2-5 0,4 3 2 0,-1-1 1 16,-2 0-6-16,5 0 13 0,-2 2-5 16,-1 0 5-16,0-1-10 0,1 0 3 0,-1 1 2 15,-2 1 2-15,2-3-10 0,1 2 8 0,-2 0 0 16,1-2 6-16,1 1-1 0,14-1-13 16,-9 0 8-16,-5 2-3 0,-4-2 11 0,4 3-13 15,-1-2 20-15,1-3-17 0,-1 4-8 0,-3-3 10 16,17 1 2-16,-10-1-2 0,-4-1-10 15,-2 3 41-15,-1 1-29 0,2-5 1 0,-1 1-6 16,-1 4 3-16,3-4-2 0,14 2 12 0,-10-3-25 16,-4 5 15-16,1-2 2 0,-1 0 6 0,15 0-6 15,-8 1-7-15,-7 2-2 0,4-2 9 0,-4 1 1 16,2 0 4-16,-2 1 1 0,4 0-3 16,-7-3-5-16,3 4 0 0,1-2-5 0,-2 0 0 15,-1-2 2-15,2 4-4 0,0-4 4 16,1-1-2-16,14 1 10 0,-9 0 5 0,-5 3-17 15,15-5 12-15,-3 2-3 0,-7 0 6 0,-2 1-16 16,11 0 21-16,-6-1-3 0,-8 2-7 16,-1-3 15-16,15 2-10 0,2-2-11 0,-12 1 3 15,-2 2-8-15,11-4 13 0,0 0-10 16,0 1 8-16,-9-1 5 0,9 0 9 0,-10 2-9 0,13-2 20 16,-1 1-20-16,0 0 12 0,-2 0-9 0,-7 1 12 15,-7 1-18-15,-3 2 8 0,-2-4-13 16,-5 3 7-16,-3 0 6 0,2 1-23 0,-8 0 2 15,-2 1-38-15,-2 0-41 0,-4 0-92 16,-3 2-67-16,-4 2-440 0,-3-1 69 0,-1-1 36 16,-6-2 64-16</inkml:trace>
  <inkml:trace contextRef="#ctx0" brushRef="#br0" timeOffset="212106.54">24884 4275 529 0,'10'-4'174'0,"1"4"0"0,0-3-12 0,6 2-29 16,0-3-15-16,5 2 4 0,0 0-11 15,5-4-27-15,1 3 3 0,10-4-18 0,-1 2 0 16,4 1-15-16,-1-2 28 0,2-1-26 0,13-1-12 15,-7 4 7-15,7-4-13 0,-8 3-4 16,-2 0 4-16,-4 0 16 0,17-3-29 0,-10 5 6 16,-7-4-8-16,1 5-5 0,11-5 0 0,5-2 0 15,-9 4-10-15,5-3 12 0,1-1-23 0,-4 6 16 16,7-5 5-16,0 2 0 0,-3-1 8 16,6 3-8-16,-3-4 5 0,0 2-5 15,-9 4-8-15,-5-4 3 0,14-1 20 0,-9 4-18 0,8-2-7 16,-6 1-11-16,-6-1 11 0,-1 2 7 15,15-2-7-15,-12 2 0 0,11-2-1 0,-7 1-4 16,-7-1-3-16,1 4 3 0,-1-6 4 0,0 4-14 16,0-2 12-16,-2 2 0 0,0-3 5 15,-1 2-13-15,2-3 3 0,-4 5 3 0,2-4 5 16,-1 2-16-16,2 1 13 0,-1-4-5 0,-1 3-8 16,-1 0 21-16,2 1-15 0,-1 2 14 15,-1-5 14-15,3 3-18 0,-6-1 2 0,5 3 3 16,0-2 10-16,-3-1-21 0,-1 2 1 0,4 0-11 15,-7-1 13-15,4 0 18 0,0 0-20 0,-1-1-13 16,1 0 2-16,-7 3 3 0,8-5 33 16,-3 0-20-16,-5 3-13 0,6-2 15 0,-6 4-10 15,6-3 28-15,3-2-38 0,-8 2 12 16,-1 1-2-16,0 0-5 0,3-2-2 0,3 2 14 16,-2-3 4-16,2 4 12 0,3-3-16 0,-4 2 6 15,4-2 7-15,-2 2-14 0,4 2-1 0,-2-5-10 16,-2 4 12-16,3-4 16 0,-3 3-10 0,-1-2-3 15,0 2-2-15,-3-1-11 0,-3 1 9 16,8-3 1-16,-2 3 1 0,-6-2 7 0,6 1-10 16,0 0 16-16,-2 0-13 0,3-3 7 0,-1 1-18 15,-1 2 14-15,-3-2-1 0,4 4-8 16,-3-6 9-16,-3 3-6 0,0 1 2 0,-4 0-4 16,0 1-13-16,-4-1-41 0,-8 1-67 0,-1 2-148 15,-4 0-425-15,-5 0 51 0,-5 1 38 0,0 0 57 16</inkml:trace>
  <inkml:trace contextRef="#ctx0" brushRef="#br0" timeOffset="-212940.51">24857 3896 852 0,'4'-5'225'0,"-4"-2"-5"0,3-1-20 0,0-1-21 15,-3 1-28-15,5-1-5 0,-2 0-26 0,0-4-12 16,2 2 2-16,-3-3-10 0,1-1-3 15,3-2-15-15,-5-1-80 0,2 1 1 0,4-2-11 16,-6-3 8-16,5 3 3 0,-3-5-1 0,-2 3 1 16,5-1-6-16,-1-1-2 0,-3 0 10 15,2 5 1-15,-1-1 6 0,1 2 1 0,-1-3-8 16,0 2 6-16,0 6-6 0,1-5-5 0,-1 1 0 16,-3 3-3-16,4 1 3 0,-4-1 8 15,4 3-6-15,-1 1 11 0,2-1-3 0,-3 1-20 16,-2 3 10-16,3 0-8 0,3-1 3 0,-5 3 0 15,5 2-10-15,-6 2 20 0,8-5-10 0,-8 5 0 16,10 1 2-16,-10-1-12 0,10 5 7 16,0 0-5-16,-6 2 1 0,3 1-4 0,2 0 6 15,-5 5 18-15,6 1-6 0,-6 1 8 16,3 3-10-16,2 6 11 0,-4 1-1 0,2-2 3 16,2 5-13-16,-2 3 7 0,1-1 1 0,1-1 0 15,-2 3 2-15,3-1-2 0,-2 2 4 16,2 1-4-16,0-4 2 0,1 2-5 0,0 0 6 15,-3 1-4-15,6-2-7 0,-3-2 3 0,2 1 0 16,-2-3 4-16,-1 1 6 0,4 0-13 0,-4-8 10 16,0 2 0-16,1-3 6 0,-1-1-19 0,2-2-2 15,-4-2 21-15,2-1-24 0,-3-1 13 16,0-2-2-16,0-2 4 0,0 1 9 0,2-3-19 16,-2 2 21-16,1-6-8 0,-1 3 0 15,2-4 11-15,-2 0-11 0,-7-1 31 0,18-1-31 16,-8-5-5-16,2 4 11 0,-4-4-6 0,5-2-10 15,-1-1 8-15,0-1-8 0,0 0 12 16,-2-6-4-16,3 0-5 0,-2-2 12 0,2-2-7 0,-3 0-6 16,1-6 9-16,-1 1-9 0,0-5 1 15,1 2 7-15,-2-3-13 0,-2-2 19 0,0-3-19 16,-3 3 29-16,3-5-24 0,-4 2 1 16,0 1 2-16,1-2-10 0,-1 2 10 0,-3 7 5 15,3-2-25-15,1 2 20 0,-4 3 13 0,0 1-16 16,0 2-7-16,0 2 8 0,0 3 2 15,0-3-8-15,0 6 3 0,1 0-2 0,-2 3 2 16,1-3 8-16,0 3-14 0,0 3-9 0,1 0 7 16,-1-1-2-16,0 1 15 0,3 1-15 0,0 0 8 15,0 4-24-15,0-3 18 0,1 1 11 16,-1 2-11-16,4 1-12 0,-7 2 17 0,11-6-10 16,-11 6-2-16,10 1 10 0,-10-1-18 0,10 6 15 15,-3-3-5-15,0 4 8 0,-1 1-8 16,-2 2 3-16,3 2 2 0,3 1 6 0,-3 3-1 15,0 6-2-15,4-2-13 0,-2 2 21 0,-2 2-13 16,3 5 12-16,1 0-22 0,-1 0 9 16,0 1 1-16,0 0 5 0,-3 2 13 0,3-1 2 15,-2 2-13-15,-1-1 34 0,4 2-44 0,-6-1 21 16,3 0-13-16,-2 0 13 0,1-4-13 0,0 2 7 16,-1-3 8-16,1-3-20 0,0 0 8 15,-3-3-1-15,2-1-5 0,1-6 13 0,-3 5 6 16,3-8-6-16,-1 2-5 0,-2-3 13 0,-1-1-6 15,3-2 9-15,-1-1-14 0,1-1 1 16,-2-5 81-16,4-1-20 0,-8 0-5 0,13-4-8 16,-7-2-5-16,4-2 0 0,-3-3 3 0,3-2-13 15,-3-2-21-15,-3 0 8 0,2-6-13 16,1-3-7-16,0-1-6 0,-3 0-2 0,-1-1 0 16,2-3-5-16,-3-5 2 0,-2 0 11 0,3-1-24 15,-6 0 24-15,3-2-11 0,0 1-5 16,-2 1 6-16,0 3 4 0,-1 3 3 0,0 0-2 15,0 2 4-15,2 2 3 0,-2 0 11 0,-1 0-9 16,4 1-1-16,0 4 9 0,-3 2-5 0,3 0 5 16,0-1-7-16,0 6 0 0,3 0-8 15,-3-1 0-15,0 3-3 0,4-1-10 0,-4 2 6 16,0 3 4-16,3-1-4 0,-3 1 4 16,1 1-10-16,-1 1 8 0,0 5 3 0,6-7-4 15,-6 7 4-15,5-2-11 0,-5 2 8 0,0 0-3 0,10 10 16 16,-4-4-8-16,-3 2-5 0,1 2 10 15,2-1-5-15,1 4 10 0,3 4 0 0,-3 0-4 16,0 3 14-16,3 1-15 0,4 5 3 16,-4 1-3-16,4 3 3 0,-1-1-1 0,-1 2 4 15,1-2-14-15,0 2-2 0,-2-1 20 0,-1 1 3 16,3-2-10-16,-2 0-11 0,2-1 11 0,-3 1 5 16,1-4-6-16,-1 4-4 0,0-9 12 15,1 2-7-15,-2-1-3 0,1-3 3 0,-2 1-8 16,2-2 10-16,-3-5-13 0,4 2 6 0,-2-1 10 15,-2-2-8-15,0 0 3 0,3-3-1 0,-6 1 6 16,3-1 0-16,-1-2-11 0,1 1 6 16,0-5 5-16,-3 1 2 0,4 1-2 0,-8-4 0 15,12-4 5-15,-12 4-8 0,14-4-2 16,-7-2-6-16,-1-2-4 0,2 0 2 0,0-3-5 16,-3-5-1-16,2 1 1 0,-1 0-13 0,-1-6 8 15,1-3-3-15,0-2-15 0,-5 1 13 0,5-8 5 16,-2-1-8-16,-4-3 8 0,3 1-3 15,1 1 10-15,-4-1-2 0,4 1-3 0,-4 2 13 16,0 4-2-16,3-1 18 0,-3 2-4 0,0 2-19 16,3 1 15-16,-3 0 5 0,0 3-11 15,3 3-2-15,-2-1 6 0,2 2-4 0,-3 3 1 16,3 1 0-16,0 0-8 0,0 3 10 0,-2 0-15 16,3 0 10-16,-4 2-10 0,5 2-3 15,-3 3-15-15,-2-2 13 0,3 1-11 0,-3 5 14 16,7-1-9-16,-7 1 11 0,0 0 0 0,0 0 3 15,17 12-14-15,-12-6 14 0,-3 2-4 0,6 3 6 16,-3 2 0-16,3-1 13 0,-2 5-15 16,4 1 4-16,-3 0 1 0,4 4 2 0,-2 3-10 15,1 0 13-15,-2 0-32 0,2 1 30 0,-3 1-4 16,3 1 3-16,0-5-2 0,-3 1-8 16,0 0 0-16,1-1 12 0,-2 2-9 0,1-4 7 15,2 1-5-15,-2 2 5 0,1-3 0 0,1 1-5 16,-2-3 3-16,0 2 2 0,1-3-8 15,3-1 16-15,-6-2-18 0,2-2 15 0,3-1-10 16,-3-1 0-16,0-2 10 0,-1-1-2 0,2-2-3 16,-1-2 8-16,-1 0-10 0,1-3 7 0,1-1-15 15,-8 0 10-15,13-5 0 0,-4 1-10 16,-2-4 15-16,1-1-25 0,2-2 4 0,-4-2-14 16,2-2 7-16,-2-2-13 0,-2-3 13 0,3-4-18 15,-1-1 8-15,-2 0 5 0,3-4-10 16,-2 1 12-16,-3-4 14 0,1 0-14 0,3 0 6 15,-5 2 12-15,2-2-2 0,0 1-2 0,2 2 4 16,-2-3 0-16,0 6-9 0,0-4 19 16,0 4-25-16,1 0 18 0,-1 2-12 0,0 0 7 15,-2 4 5-15,5-1-11 0,-6 2 16 0,5 2-12 16,-2 1 20-16,0 1-21 0,-3 3 10 0,4-1 1 16,-1 2 2-16,-3 1-7 0,3-1-6 15,-3 5 13-15,3-1-23 0,0 1 23 0,-2 0-23 16,2 2 0-16,-3 4 18 0,7-4-5 0,-7 4 0 15,0 0-8-15,0 0 8 0,17 10 5 16,-9-1-8-16,0-1 3 0,0 4-7 0,-1 3 12 16,4 2 2-16,-1 6 8 0,-1-2-12 0,2 4 20 15,-1 4-5-15,0-1-8 0,1 3 10 16,-1-2-10-16,-3 4 0 0,3 0 0 0,-2 1 8 0,1-1-8 16,-2 0 11-16,7 1-6 0,-7-4 0 15,3 2-2-15,4-4 10 0,-4 3-8 0,3-5-2 16,-2 2 4-16,2-5-9 0,-2 0 12 15,-1-6 1-15,0-1-19 0,1-2 16 0,-4 0-13 16,2-3 23-16,-2-1-26 0,1-1 16 0,1-5-5 16,-2 3 2-16,0-1-7 0,1-3 7 0,-2-2 3 15,1 3-8-15,2-4 5 0,-9 0 5 16,15 0-2-16,-8-4 10 0,-1 0-15 0,1 0 0 16,4 0-1-16,-3-2 1 0,-3-2 0 15,2 1-6-15,0-5 1 0,0 2 4 0,2-5-9 0,-5 0 4 16,4-3-4-16,-2-4 2 0,1 1-8 15,-4-4-2-15,4-8 13 0,0 2-19 0,-3-2 9 16,2 1 1-16,-2-3 6 0,2 1-7 16,-2 2 4-16,3 0-12 0,-4 5-3 0,1 1 28 15,-1 4 0-15,0 1-7 0,0 0-3 0,-2 6 0 16,2-2 10-16,0 4-7 0,-1 1-11 0,-1 1 21 16,0 0-16-16,3 3-4 0,-4 0-9 15,3 3 14-15,1 1 4 0,-1 0-12 0,-3 4 5 16,0 0-16-16,0 0 9 0,19 7-1 0,-14-1 3 15,2 3-3-15,-1 2-10 0,1 4 20 0,0 2 8 16,0 1-20-16,0 5 17 0,2 2-2 16,-1 2 3-16,-1 3 2 0,0 3-7 0,2-4 4 15,-1 1 3-15,-1-2 6 0,3 2-11 16,-1-3 10-16,-1-2-8 0,-1-2 1 0,3 1 2 16,0-3-8-16,-3 0 11 0,3 1-8 0,0 0 3 15,1 1-6-15,-1-6-12 0,0 2 2 0,4-1-2 16,-7-5 15-16,3-1-8 0,1 1 8 15,-5-1-10-15,1-4-1 0,4-1 22 16,-5 0-14-16,1-1 3 0,0-4 3 0,-1 0 2 0,2-1-31 16,-8-1 29-16,16-1-8 0,-9-2 12 0,0-1-2 15,-3 0-10-15,5-4 5 0,-5-1-2 16,1 1 2-16,-3-5 0 0,2-4 2 0,-1 1-2 16,0-4 3-16,-2-3-3 0,-1-5-3 15,3 0-4-15,-3-1 4 0,0-6-20 0,3-1 23 16,-3 0-5-16,3 0-13 0,-2 0 15 0,2 1 3 15,0 2 11-15,3 5-9 0,-4 2 8 0,1 1 1 16,2 0-6-16,-3 0 20 0,1 2-14 0,0 4 19 16,1 3-30-16,2-1 21 0,-2 2-8 15,0-1-8-15,-1 5-8 0,2 0 8 0,-3 1 3 16,1 0-5-16,3 1-3 0,-2 2-3 0,3 0 11 16,-3 2-11-16,-1 1 3 0,4 2-10 15,-7 2 0-15,10 0-1 0,-10 0-1 0,14 6 4 16,-7 0 5-16,-1 1-9 0,2 6 9 15,1-1 6-15,-2 2-6 0,0 2 0 0,1 3 9 16,1 0-9-16,-2 5 0 0,0-1 6 0,3 4 10 16,0 2-13-16,0 0 2 0,1 1-4 15,-1 0 10-15,0 0-1 0,1-2 6 0,-1 1-3 16,0-1-10-16,4 1 8 0,-4-4-8 0,6 0-3 16,-6-4 14-16,-2 1-6 0,6-1 0 0,-2-1-5 15,0 5 0-15,-1-7 5 0,2 0-13 0,-2-2 16 16,-1-2 0-16,3-3-1 0,-3-1-2 15,0 3-5-15,-1-5 13 0,0-4-10 0,-2 3 4 16,2-6-4-16,-2 4 0 0,1-5 15 0,-8 0-16 16,13-5 1-16,-9 2 9 0,2-3-9 15,1-1-11-15,-3-3-2 0,-1-1 8 0,-1-3-6 16,-1-3-15-16,0-2 7 0,-1-2-7 0,0-5 0 16,0-2 0-16,-1-1 13 0,1 0-13 0,-1-5 3 15,1 1 2-15,0-3 2 0,0 1 9 16,0 3 7-16,1 3-3 0,0-2 11 0,-1 4-6 15,3 0 14-15,2-2-11 0,-3 4 10 0,1 0-5 16,4 4 3-16,-3-3-10 0,-1 7-3 16,3-3 5-16,-2 2-3 0,3 6-4 0,2-5 2 15,-4 3 15-15,1 2-15 0,1 0 3 16,0 4-13-16,2 0 10 0,-4 3 7 0,2-2-12 0,3 6-5 16,-3-3 7-16,0 4-12 0,-7 0 5 15,20 4 12-15,-13-1-9 0,3 4 1 0,0 2 12 16,1 0-4-16,-1 4 8 0,-3 0-7 15,6 8 7-15,-4-4 3 0,-1 4 0 0,0 0-6 16,-1 1 6-16,2 0-5 0,-2 2 5 0,1-1 2 16,-2 2 6-16,4 0-14 0,-3-4 6 0,4 8 5 15,2-4-10-15,-6 0-1 0,4-4 1 16,0 0 5-16,1 1-3 0,-1 0-2 0,2-5 10 16,-2 1-8-16,2-1 0 0,0-2 0 0,-2-1-7 15,2-4 7-15,-2 1 3 0,-1-3-8 0,0 0 16 16,1-1-6-16,-1-4-15 0,0 1 18 0,1-2 2 15,-1-4-2-15,-10 2-10 0,20-5 5 16,-13 1 2-16,3-3 3 0,-3-2-10 0,4 0-6 16,-5-5 3-16,1-2-15 0,3-2 8 15,-1-1-6-15,-4-5 0 0,1-1-2 0,-2 0-18 16,-1-1 33-16,1-3-26 0,0 2 21 16,-1-6-10-16,2 5 10 0,-3-1 3 0,1 2-8 15,0 0 5-15,0-1 0 0,1 3 7 0,1 0-14 16,1 3 9-16,-3-3-4 0,4 3 4 0,1 2 1 15,-3-2-16-15,3 2 10 0,-2 4-4 0,-2 1-1 16,2 1-5-16,1 3 8 0,0 0-5 16,-3 3-6-16,4 0 4 0,-3 2-14 0,0 0 8 15,-3 4-5-15,-2 2 8 0,11-3-13 0,-11 3 10 16,9 8-3-16,-5-3 16 0,4 5-10 0,-5 1 12 16,6 3 6-16,-2 1-11 0,0 5 8 15,3 0-2-15,-3 2 17 0,3-1-15 0,1 2 2 16,-1 3 9-16,3 0-1 0,2 1-5 15,-2 1-2-15,1-3 2 0,2 1 8 0,-1 0-1 16,1 1-7-16,-2 2 3 0,0-4 0 0,0 0-1 16,2 0 1-16,-5-6 2 0,2-1-4 0,-2-1-9 15,0 0 11-15,-2-2-8 0,-2-1 7 16,0-4-9-16,3 1 2 0,-6-3 20 0,3-1-15 16,-1 1 3-16,-2-2 2 0,6-3 6 0,-6 2-6 15,5-5 0-15,-2 1 3 0,-7-1-3 0,15-1-2 16,-6-3 10-16,-2 1-16 0,4-2 11 15,-4 1 5-15,3-5-13 0,-4 1 8 0,5-3-8 16,-4-2-2-16,1-2 2 0,-3 1-13 0,-1-4-5 16,0 0 0-16,2-1-10 0,-1-6-7 15,-4 0 9-15,0-5-27 0,2 3 25 0,0 0 5 16,-1-3 0-16,-2-1-16 0,0 1 24 0,0-1-8 16,0 3 18-16,0-2 0 0,0 4-5 0,-2 1 18 15,2 2 2-15,0 4 3 0,0 0-5 16,0 5 0-16,0-2 5 0,0 4-5 0,0 0-3 15,0 2 3-15,0-1-31 0,0 3-8 0,0 0 6 16,0 4-11-16,0-3 10 0,0 7-22 16,2-5 20-16,-2 5 0 0,0 0 13 0,0 0-11 15,0 0 13-15,11 18 6 0,-9-9-3 0,1 4 20 16,0 4-10-16,1 0 0 0,2 4 6 16,0 4-1-16,-1 0 10 0,1 0 3 0,1 7-2 15,-3 0 2-15,2 0 2 0,2 2-7 0,1-1 8 16,-2 0-11-16,0 1 3 0,1-1 3 0,1 0 2 15,1 0-3-15,1-5-2 0,-4 5-13 0,3-2-5 16,1-2 0-16,-1 1-15 0,-1-6-29 16,-5-3-104-16,4 3-269 0,-2-2-351 0,-3-5 74 15,-6-5 62-15,3 1 69 0</inkml:trace>
  <inkml:trace contextRef="#ctx0" brushRef="#br0" timeOffset="-211573.69">26095 1007 534 0,'0'0'213'0,"0"0"-3"0,0 0-13 16,-1 16-28-16,2-7 5 0,2 4-21 16,1 2-17-16,0 3-10 0,5 4-6 0,-2 1-20 15,-2 2 74-15,1 5-31 0,1 0-5 0,2 1-2 16,-2 1-31-16,0-1 0 0,-3 0-13 15,6-1-28-15,-4-5-31 0,1 0-12 0,1 0-31 16,0 0-39-16,-3-5-59 0,2 0-114 0,0-2-477 16,0-3 21-16,-1-3 94 0,-2-3 44 0</inkml:trace>
  <inkml:trace contextRef="#ctx0" brushRef="#br0" timeOffset="-211158">26239 1396 821 0,'3'-4'302'0,"-3"4"-23"0,3-9-23 16,0 4-15-16,1-2-13 0,3-1-11 15,0 1-30-15,0-3-23 0,7 2-13 0,-4-3-21 16,3 1 4-16,1 1-24 0,2-1-13 0,-4 1-13 16,1 0-25-16,4 0-33 0,-5 1-31 15,-1 0-6-15,1-1-27 0,0 1-36 0,-3 1 7 16,0-3-15-16,-5 0-15 0,2 0-39 0,-2 0 1 15,-1-1 4-15,-3-2 13 0,0-1 14 16,-3-1 32-16,-1-2 23 0,1 1 44 0,-1-1 18 16,-2 0 28-16,0 2 18 15,-2 0 23-15,6 0-8 0,-6 3 15 0,5 3 11 0,-1-1-8 16,1 1-12-16,-2 0-9 0,2 3-9 0,0-1-21 0,0 4 2 16,3 3 3-16,0 0-12 0,0 0 12 15,0 0 0-15,0 0 0 0,3 25 5 16,0-13-12-16,1 4-1 0,3 2 5 0,0 2-2 15,2 1-15-15,-2 2-3 0,1 1 8 0,2 2-3 16,0 3 0-16,4-1-2 0,-4 2-14 0,0 0 1 16,4 1-20-16,-4-4-29 0,4 3-28 15,-1-4-41-15,-3-5-28 0,3 1-49 0,-5-4-133 16,2-3-427-16,1-2 79 0,-1-3 49 0,-3-4 53 16</inkml:trace>
  <inkml:trace contextRef="#ctx0" brushRef="#br0" timeOffset="-209674.82">26748 1267 696 0,'0'0'274'0,"0"0"-26"15,0 0-10-15,0 0-38 0,4 15-75 0,-1-8-28 16,0 2 3-16,0 0-23 0,-2 1-3 16,5 1 3-16,-3-1-13 0,1 0 5 0,3 0-20 15,-3 1-3-15,5 0 0 0,-5-3 0 16,3 0 0-16,4 1-10 0,-2-3 0 0,-2-1 10 15,4-1-8-15,-1-1-15 0,-3-1 3 0,5-1 10 16,-4-2 7-16,-1-3 3 0,0 2 44 0,0-4-8 16,0-1-3-16,-4-3-18 0,2 2-2 15,-5-2-5-15,-2-1-8 0,-1 0 13 0,0 1-21 16,-1-1 16-16,-3-1-5 0,-3 2-8 0,5-2 5 16,-5 2 0-16,-2 0-10 0,2 0 5 15,0 2 2-15,2-3 8 0,-2 3 3 0,4 0 5 16,-1-1-10-16,-1 2-8 0,2-2 2 0,4 1-10 15,-3 1-4-15,5-1-4 0,0 1-12 0,0-1 2 16,6 1-7-16,-2-1 7 0,3 2 6 16,4 0 2-16,1 2-26 0,0 0 8 0,1 2-2 15,6 1 2-15,-1 2 3 0,3 1-11 0,3 2 8 16,1 2-7-16,-2 2 12 0,4 3-20 16,1 4 7-16,-4-1 6 0,3 3-11 0,-7 1-7 15,0 1 7-15,-6 0-5 0,0-2-2 0,-1 2-11 16,-6-3 8-16,4 1 8 0,-5-3 3 0,-2 0-9 15,-1-3 16-15,0 0-8 0,-2-1 6 0,3 0 4 16,-4-2 9-16,0-3 9 0,0 1 6 16,0-6-11-16,-4 8 6 0,4-8-21 0,0 0 10 15,0 0-5-15,-10-14 3 0,6 7-3 0,-2-4-21 16,2-4 11-16,-3-2 5 0,6-1-2 16,-2 0-3-16,0-1 10 0,3-1-3 0,0 1-9 15,0 2 4-15,3-1 6 0,0 3-6 0,1-1-5 16,3 3 3-16,0 1-2 0,0 1-11 15,4 2 18-15,-1 3-18 0,0 1 8 0,4 2-3 16,2 2 2-16,-1 2 4 0,-2 2-1 0,6 2 8 16,-4 1-5-16,2 3 2 0,-3-1 14 0,0 5-19 15,3 1-2-15,-3-1 7 0,-4 0-2 16,0 1-3-16,1-1 1 0,0 1 4 0,-6-2-15 16,2 1 0-16,-4-2-10 0,4-1 20 0,-3-1-4 15,-1 0 1-15,0-4 19 0,-3 2 0 16,1-4 7-16,-1-3 3 0,0 0-13 0,0 0 8 15,0 0-13-15,0 0 10 0,-14-18-7 0,10 6-1 16,4-1-12-16,-3-4 18 0,2 1-18 0,1-4 7 16,1 1-5-16,2-1 1 0,1-1-4 15,3-1 1-15,-4 5 5 0,4-2 0 0,2 3-13 16,-1 1 8-16,2 0 5 0,-3 5-11 0,4 0 11 16,2 3-5-16,-3 2-5 0,1 4 2 0,2 1 8 15,1 4-3-15,-4 0-2 0,4 6-3 16,0 0 3-16,-1 2 10 0,1 4-3 0,-1-2 3 15,0 4-8-15,-2-2 19 0,-1 2-27 0,1 0 19 16,1-1-6-16,-4 1-7 0,3-4 15 16,-4 1-7-16,3-1-9 0,-2-1-14 0,-2-2-1 15,1-3 8-15,3 0-5 0,-4-2 5 0,5-3-2 16,-4-1-6-16,3-2 8 0,-10 0 3 16,17-6-5-16,-7 1 2 0,0-3 10 0,-2 0 3 15,-2-1 5-15,1-2-3 0,2 1 13 0,-4 1-4 16,1 0 12-16,-2 2 5 0,2-1-16 0,-5 2-4 15,5 1-1-15,-3 1-7 0,-3 4-5 16,5-4 13-16,-5 4-1 0,0 0-4 0,13 7 4 16,-8-4-2-16,0 2 10 0,2 1-7 0,0 0 7 15,-3-1-18-15,5 1 6 0,-5-1 10 16,6 0 2-16,-3 0-8 0,-3 0 6 0,5-1-10 16,-5-1 2-16,6 0 10 0,-3-3-3 0,-7 0 16 15,14-2-17-15,-7 1 9 0,0-1 0 0,2-2-4 16,-5-2 9-16,4 0-7 0,-5-1 15 15,0-3-8-15,-3 1-2 0,0-3 3 0,-3 1-11 16,-1-4 11-16,-6-2-9 0,0-1-1 0,0 2 7 16,-4-1-8-16,3 2 8 0,-3 2 0 0,1-1 10 15,3 6-18-15,-4 1 5 0,1 2-2 16,-1 2 0-16,0 3 0 0,0 2 7 0,4 0-20 16,-3 2 13-16,2 1-13 0,1 1 13 15,4 0-8-15,-2 2-15 0,5-1 17 0,1 0-14 16,0 0 7-16,2-1-21 0,3 2 6 0,-2-3 12 15,6 1-2-15,0-1 10 0,0-1-5 0,6-1-2 16,-2-1-1-16,5-2-2 0,-2 0 15 16,0-3-7-16,6 0-6 0,-3-1 8 0,1-2 1 15,4 0-1-15,-4-5-5 0,0 1 0 0,1 0-5 16,-4-3 10-16,-2 1-3 0,3-5-2 16,-8 4-10-16,3-1 0 0,-4 0 17 0,2-2-19 15,-2 4 12-15,-3 1-3 0,3 1-7 0,-3 0-3 16,2 3-18-16,-3 1 3 0,1 3 8 0,2 1 4 15,-6 2-2-15,15 4 0 0,-6 2 8 16,-2 1-13-16,7 1 23 0,-1 3-18 0,-1 1 13 16,4 1-2-16,0 1 4 0,-4 2-10 0,5-2 11 15,-2 1-24-15,-3 0 13 0,0-1 16 16,-4 0 4-16,-1 0-4 0,1-2-3 0,-2 2 10 16,-3-1 11-16,-2 0 7 0,-1 0 5 0,-4-1 0 15,1 2-20-15,-4-2 23 0,-2 0 0 0,-1-2-8 16,-2-1 16-16,0-2-14 0,-3-1 9 15,1-1-11-15,1-1 5 0,1-2-12 0,-1-2 7 16,0 1-18-16,4-1 3 0,-1 0-31 0,10 0-18 16,-19-1-41-16,9 1-66 0,6-2-139 15,-5 1-207-15,9 1-296 0,0 0 76 0,0 0 97 16,0 0 33-16,3-8 52 0</inkml:trace>
  <inkml:trace contextRef="#ctx0" brushRef="#br0" timeOffset="-208108.12">28542 996 675 0,'-20'4'279'0,"15"1"-20"15,-3 3-42-15,4 0-9 0,-3 2-27 0,0 3-9 16,1 0-24-16,5 3-17 0,-2 0-1 0,0 2-30 15,3 0-2-15,3-2-1 0,-3 1-15 16,4 1-5-16,2 1-6 0,1-3 50 0,0 0-11 16,0-2 2-16,0 1-17 0,3-4 2 0,2-1-12 15,0-1-9-15,2-1-4 0,4-4-13 16,-5-1 8-16,6-3-6 0,-1-1-7 0,2-3-11 16,1-3 1-16,0-1-14 0,3-2 14 15,-4-3-13-15,4-3-8 0,-3-1 7 0,1-3 9 0,-4 0-3 16,-4 1-6-16,0-1-4 0,-4 2 12 15,4 1-12-15,-7 2 0 0,2 1-14 0,-5 2 19 16,-1 0-10-16,3 2 12 0,-4 0-5 0,-2 3 3 16,0-1-6-16,0 2 1 0,0 2-3 0,0 4-3 15,-8-6-9-15,8 6 1 0,0 0-6 16,-16 6 12-16,9 1-11 0,-1-1 1 0,1 4-3 16,1 0-8-16,-1 4 19 0,1-1-9 15,1 2-7-15,2-2 3 0,3 0-13 0,-3 1 10 16,6 2 5-16,0-2-20 0,2 3 17 0,1-4-2 15,1 2 0-15,0-2-5 0,7-2 10 16,-4 0-7-16,7-3-1 0,3 2 16 0,6-3-13 16,-3-4 13-16,7 1-6 0,1-4 4 0,-3 0 1 15,6-1-14-15,-2-2 12 0,-3-2-15 0,2 0 5 16,-2 0-3-16,3-2-4 0,-7-1 4 0,1-1-12 16,1 2 12-16,-4-2 1 0,-1-1-4 15,-2 1-6-15,-5 0 4 0,1-1 13 0,-5 0-10 16,-1 2-8-16,0-2 0 0,0 3 11 0,-6-1-8 15,2 1 22-15,-2 1-12 0,-1 2-7 16,-1-1-6-16,-2 5 10 0,0-5-7 0,0 5 20 16,0 0-15-16,0 0 8 0,0 0-13 0,-22 10 10 15,12-4-6-15,6 0-14 0,-2 1 23 0,-1 2-11 16,3 0 10-16,-3 1-12 0,4 0 10 16,1 1-2-16,-3 0-4 0,2-1-1 0,3 1-9 15,3-3-7-15,-3 3 0 0,3-2 0 0,0-2 5 16,1-2-10-16,2 2 13 0,-1-4 12 0,2 0 1 15,2-2-1-15,-1 1-4 0,2-2 4 16,-10 0-10-16,17-6 21 0,-6 1 0 0,0 0-8 16,-6-2 5-16,6-4-5 0,-4-1-8 15,2-1 0-15,-5-3-12 0,3-1-16 0,-4-5 5 16,-2-3-5-16,-1-2-17 0,0-1-9 0,-2-5 14 16,-4-1-16-16,0-1 10 0,-1 0 5 15,0 2 3-15,-7-11 15 0,4 9 21 0,3 5 13 0,-3 9-3 16,3-1 10-16,0 4 16 0,0 3-21 0,1 1-3 15,-1 4-4-15,3 0 7 0,-2 5 13 16,5 2-8-16,1 3-18 0,0 0 13 0,0 0-10 16,-10 16 8-16,10-4 5 0,1 3 12 15,-1 3-12-15,6 6 10 0,-2 1-13 0,2 6 10 16,1 0-7-16,4-1 2 0,-2 0-2 0,1 1 2 16,1-1 10-16,2-1-7 0,-1-2-3 15,1 1-2-15,0-2-8 0,4-1 5 0,-3-1 3 16,5-3-3-16,-7-3 3 0,5-2 10 0,1-1-8 15,0-2-2-15,1-5 2 0,-2 1 0 0,4-3 5 16,2-4 1-16,-2-1-6 0,3-2-15 0,3-5 15 16,-1 0-15-16,-1-3-8 15,-4-1 6-15,1-3-11 0,-1-4 5 0,-6 0-5 0,-1-4 0 16,-4 3-5-16,0-2 13 0,-3 4 12 0,-3 0 16 16,-1 0-10-16,-3 4 2 0,0 2 8 15,-3 0-5-15,0 3-3 0,-1 3 0 0,-3 1-2 16,-3 3 2-16,10 0 0 0,-24 6 1 15,14 0-16-15,-3 1 15 0,1 2-8 0,-1 1 1 16,2 0 15-16,3 1-8 0,-1 0 5 0,3 0-12 16,-2-3 12-16,2 3-12 0,3-2 10 0,1 0-11 15,-3-3-9-15,5 1 9 0,0-1-10 16,-3 0 11-16,3-1-6 0,0-5 9 0,3 6 1 16,2-3-7-16,-5-3 18 0,5 5-10 0,-2-3-6 15,-3-2 1-15,7 4 2 0,0-3 0 0,-7-1-7 16,10 1 9-16,-3 0-2 0,0 1-5 15,3-1 3-15,0-1-3 0,0 0 5 0,3 1 0 16,-1-2 6-16,2 0-19 0,-1-1 10 0,4 1 9 16,-3-1 1-16,5-3 1 0,-4 1-5 15,6-1-3-15,-5-1 3 0,5-3-3 0,0 1-8 16,-1-2 6-16,1 1-6 0,-4-2 6 0,0 1 7 16,0-2 5-16,-2 1-9 0,-3-1-6 0,-1 0-6 15,-1-1-1-15,0 0-11 0,-6-1-3 16,4 1 9-16,-6 3 4 0,4-1-10 0,-2 3-5 15,-4 0-13-15,4 2 8 0,-1-1-3 0,-3 1 6 16,3 2-4-16,-3 4 12 0,1-5-9 0,-1 5 21 16,0 0-21-16,0 0 6 0,0 0 12 15,6 15 0-15,-3-7 6 0,1 0-3 0,2 3 0 16,-1 2-3-16,3 1 13 0,-3 0-10 16,5 1 0-16,0 0 0 0,-3 2 0 0,3 0 5 15,-3-2 5-15,4 3-8 0,-2-3 11 0,-2 2 5 16,-3-1-13-16,5 0 0 0,-4 1 5 0,-2-1-3 15,0-1-12-15,-3-2 10 0,0 0-3 0,-3-1 16 16,0-2-10-16,0 0 12 0,-4-1 1 16,1-3 1-16,-2-2-6 0,-2 0-6 0,3-2 13 15,-2-3 5-15,9 1 0 0,-19-2 2 16,6-1-2-16,3-1-5 0,0 1 16 0,-1-3-27 16,4 0-19-16,-3 1 4 0,3-2-31 0,0 2-35 15,4-1-51-15,-1-1-29 0,1 0-86 0,3 2-134 16,0-1-404-16,0-2 69 0,6 1 48 15,-5-2 75-15,7 0 67 0</inkml:trace>
  <inkml:trace contextRef="#ctx0" brushRef="#br0" timeOffset="-207891.86">30520 789 965 0,'5'22'284'0,"0"-2"-26"0,-3 0-10 16,2 0-33-16,2-3-7 0,-2 6-32 15,2-2-30-15,-2 3 0 0,2-2-8 0,-1 1-25 16,3 1-31-16,-3-1-26 0,1-1-61 0,-2 0-79 16,1-3-142-16,-2 3-483 0,0-5 29 15,0-1 88-15,-3-4 78 0</inkml:trace>
  <inkml:trace contextRef="#ctx0" brushRef="#br0" timeOffset="-207591.12">30416 1100 854 0,'0'-8'264'0,"0"1"-13"0,2-1-39 0,0 0-15 15,1-3-25-15,4 1-16 0,4 0-10 16,1-2-21-16,-1-1-17 0,6 2-3 0,-2-2-8 15,1 2-12-15,3 0-9 0,-1 0-9 0,0 1-11 16,2 0-5-16,-3 2 1 0,0 1-16 0,0 0 7 16,0 3-7-16,0 1-18 0,-3 1 7 0,3 2-4 15,-2 1-3-15,-2 3 2 0,3 0 19 16,-2 3-4-16,0 3 4 0,0 0-1 0,2 4-4 16,-2 0-4-16,-1 0 1 0,-1 3 13 15,1 0-21-15,-3-1-6 0,1 3 4 0,-1-1-1 16,0 0-4-16,0 0-6 0,-3-3-5 0,0 2-33 15,1-3-44-15,-3 1-48 0,3-1-64 16,-5 1-262-16,4-3-299 0,-1-3 116 0,-1-1 45 16,-3-5 39-16</inkml:trace>
  <inkml:trace contextRef="#ctx0" brushRef="#br0" timeOffset="-207424.68">30891 746 1003 0,'-3'-4'310'0,"3"4"-65"0,-7-4-65 16,7 4-47-16,0 0-69 0,0 0-108 0,-5 8-127 15,5-8-444-15,2 9 55 0,6-3 38 16</inkml:trace>
  <inkml:trace contextRef="#ctx0" brushRef="#br0" timeOffset="-207124.41">31226 828 721 0,'0'0'295'0,"0"0"-39"0,0 0-26 15,0 0-15-15,3 10-5 0,-9-2-26 0,-1 4-15 16,-4 3 3-16,1 6-19 0,-4-2-7 0,-2 6-23 16,4 0 8-16,-4 0-21 0,3 0-11 15,2 0-17-15,1-5-5 0,3 0 15 0,-3 2 54 16,6-5-25-16,1 2 1 0,0-2-6 15,3 1-22-15,3-1 1 0,0-3-5 0,1 1-80 16,6-4 10-16,0 0 1 0,3 1-6 0,2-3 0 16,5-3 1-16,1 1-3 0,3-2 5 15,3 0 5-15,-3-2-18 0,-4-1 0 0,4-1 15 16,-3 1-2-16,-1-1-8 0,-6 1-4 0,2-1-17 16,-4-1-22-16,-2 1-49 0,-1 1-18 0,-1 0-53 15,-8 1-52-15,0 1-176 0,-7 0-413 0,-3 2 103 16,-2-2 28-16,-11 5 67 0,-7-1 38 15</inkml:trace>
  <inkml:trace contextRef="#ctx0" brushRef="#br0" timeOffset="469.03">1913 4818 406 0,'0'0'164'0,"0"0"-13"16,0 0-18-16,0 0-10 0,14 14-10 0,-8-10-11 15,1 6 3-15,2-2-36 0,2 5 13 0,-1-4-10 16,0 1 5-16,2 4-31 0,-2-4 10 16,2 1-17-16,-1 2 96 0,-1-4-9 0,0 1-14 15,1-2-12-15,-4 3 5 0,3-1-18 0,0-1-2 16,-3-4-4-16,0 2-4 0,0-1-3 16,1-2 1-16,1 0-70 0,-3-3 15 0,1-1 14 15,-7 0-6-15,18-8 2 0,-5 1 9 16,-2-4-16-16,3-2 10 0,3-3-2 0,0-4-6 15,3-1-9-15,-3-1 17 0,3-3-15 0,1 0 0 16,-4 0-3-16,1 0-2 0,-2 1 10 0,-1 1-10 16,-2 5 2-16,0 1-17 0,-2 2 17 15,-2 3-10-15,-1-1-46 0,-1 5-71 0,-4-1-45 16,1 8-86-16,-1 0-363 0,-3 1-60 0,0 0 70 16,0 0 56-16</inkml:trace>
  <inkml:trace contextRef="#ctx0" brushRef="#br0" timeOffset="802.09">2066 5428 857 0,'7'14'235'0,"1"-2"-12"16,-2-3-10-16,0-1-11 0,1-1-28 15,-3-1-28-15,3-4 5 0,0 3 0 0,-1-4-10 16,1 0-8-16,-7-1 5 0,24-7-10 0,-7-1-5 16,0-4-75-16,8-11-7 0,8-9-15 0,5-3 7 15,7-12 70-15,-1 0-9 0,4-1-1 16,-4-1-19-16,4-1 0 0,-3 1-13 0,3 1-2 16,-11 10-5-16,4-9-5 0,-4 7 2 0,-2 2-2 15,-1-1-6-15,-6 3-5 0,-1 3 6 16,-4 4-13-16,-5 8-3 0,-4 4-8 0,3 1-2 15,-7-1-8-15,4 3-45 0,-4 3-73 0,0 5-345 16,1 1-366-16,-1 2 120 0,-4 0 82 0,-5 0 49 16,-1 3 51-16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7:41:01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7365 12022 842 0,'10'-4'266'0,"-3"2"-13"0,0 2-76 16,-1-1-34-16,4-3-7 0,1 1-6 0,0 3-22 15,3-2 12-15,-1-3-20 0,4 4-8 0,0-2-18 16,4-1 75-16,3 2-16 0,-1 1-15 16,4-3-3-16,4 1-13 0,3 3-7 0,0 0-10 15,8-2-9-15,2 2-14 0,-2 0 2 0,5 0-18 16,-2 2 8-16,-1-2-6 0,4 1 3 0,-3 1-10 16,19-2 0-16,-12 4-7 0,-8-3-4 15,4-1-12-15,-1 0 0 0,-2 2 0 0,-1 1 5 16,1-2-8-16,-1 0 6 0,-3 1-1 15,4-1-4-15,-1-1-3 0,-2 0-3 0,2 0 5 16,1 4-12-16,-5-4 4 0,1 1 6 0,-4-1 3 16,-1 0-6-16,1 0-15 0,0 0 5 0,-3 0 7 15,1 0 6-15,2-1 0 0,-2-3-13 16,-1 4 2-16,7 0-4 0,-1 0 15 0,-5-1 2 16,6-1-15-16,-7 0 8 0,4-1-1 15,3 1 1-15,0 2-8 0,0-1 13 0,-7 0 0 0,6-2-11 16,-1 0 9-16,-2 3 4 0,-3 0-13 15,0-3 21-15,0-1-10 0,-2 4-2 0,2-1 9 16,-1-2-10-16,2 2-2 0,-4-2-6 0,0 1 6 16,3 2-3-16,-3-2-5 0,0-3 10 15,0 4-4-15,2 1 1 0,-1-3 6 0,1-1-3 16,1 4-2-16,-3-3-8 0,3 2 8 0,0-3-8 16,5 2 10-16,1 1 3 0,1-3-3 15,-7 2-10-15,3 1 8 0,5-2 4 0,-4-1-9 16,-1 3 7-16,2-2 0 0,1-1-7 0,-3 2 2 15,1-3 11-15,-4 2-6 0,4 1-8 16,0-3-9-16,-1 2 17 0,0-2-2 0,1 3-6 16,0-5-4-16,0 6 4 0,-1-6 3 0,4 4-7 15,-3-4 2-15,-1 6 0 0,1-6 2 16,2 4 8-16,-1-2-7 0,1-2-6 0,1 4 3 0,-2-4 6 16,-2 4 6-16,1-2-24 0,-1-2 9 15,0 4 21-15,-6-4-85 0,-3 5 3 0,2-3 8 16,-2 2 18-16,2-2 2 0,-6 3 23 15,1 0-15-15,-5-4 7 0,7 3 1 0,-6-1 79 16,-3 3-18-16,4-2 10 0,-4-2-8 0,-1 4 1 16,0-1-16-16,-4-3 13 0,2 4-5 0,-2 1-10 15,-2-2-1-15,-1 1 11 0,-3-3-23 0,3 4-18 16,-10 0-18-16,10 0-26 0,-10 0-56 16,3-1-138-16,-3 1-604 0,0 0 35 0,0 0 116 15,0 0 74-15,-37 1 56 0,19-5 62 0</inkml:trace>
  <inkml:trace contextRef="#ctx0" brushRef="#br0" timeOffset="3416.46">9190 12683 770 0,'0'0'274'16,"0"-7"-31"-16,0 7 3 0,0 0-26 0,0 0-5 16,14 15-33-16,-10-5-3 0,5 3-87 0,2 4 0 15,0 2-10-15,1-1-3 0,0 5-15 16,1 2-2-16,1 2 12 0,-1-2-28 0,-3-2 67 16,4 2-26-16,-4-4-13 0,1 0-2 0,-1-2-1 15,0 2-4-15,-3-4-8 0,3-5-11 0,-6 2 1 16,2-3 2-16,-2-1 8 0,-1 0-85 15,0-5 19-15,2 1 2 0,-5-5-18 0,0-1 18 16,0 0 5-16,0 0 2 0,-8-13-4 0,2 1-11 16,2 0 8-16,-6-8-3 0,2-1 0 0,-1-9 16 15,-1-5-16-15,-1-8 6 0,1-4 9 16,4 4-4-16,5 7 12 0,-2-2 1 0,3 4 2 16,0 0-3-16,3 7-2 0,1-3 10 0,2 8-8 15,1 0 0-15,1 3-15 0,2 3 8 16,0 2 2-16,3 6-2 0,-3 1-3 0,0 4-5 15,-2 2-5-15,-1 2 8 0,-7-1 4 0,13 10-2 16,-6-2-7-16,-6 3-1 0,2 3 6 0,-3 0 7 16,0 4-12-16,-3 0 2 0,-2 0 0 15,-1 4 0-15,2-2 0 0,-3 2-3 0,1-5 0 16,-1 1 3-16,0-4 8 0,3-2-23 16,1 2 15-16,-3-4-10 0,2-2-16 0,1 2 11 0,3-3 2 15,-4 0-18-15,8-4 13 0,-4-3 8 16,3 8 5-16,4-8-11 0,3 4 4 15,1-3 7-15,2 1-11 0,0-2 19 0,2 4-6 0,5-1-7 16,0-2 12-16,-2 5-2 0,1-2-2 16,-1 3-13-16,0-3 4 0,-2 0 16 0,-1 5-5 15,-3-3 0-15,-2 0 6 0,1 0-6 0,-4 2 20 16,-4 0 1-16,0-1 4 0,-3 3-2 16,-2-3 3-16,1 3-16 0,-5-1 5 0,-1 1 8 15,-1-1 6-15,-5 0-22 0,3-2 26 0,-1-3-17 16,1 5-14-16,-1-4-25 0,1-2-25 15,-2 1-29-15,1-2-56 0,4-1-128 0,-3-2-267 16,3-1-168-16,0-1 18 0,4 2 79 0,3 1 67 16</inkml:trace>
  <inkml:trace contextRef="#ctx0" brushRef="#br0" timeOffset="3952.99">9755 12926 785 0,'10'-11'310'15,"4"-3"-39"-15,-7 3-10 0,2-3-30 0,-2 2-16 16,1-4 0-16,-1 1-31 0,2-3-102 16,-2-4 13-16,-1 5-1 0,-1-1-14 0,-2 1 12 15,0-3-20-15,-6 0-8 0,3 2 2 0,-3-3-9 16,-2 0 65-16,2 6 4 0,0 1-34 0,-1 0-13 16,1 3 11-16,0 1-34 0,-3 8 1 15,2-1-1-15,4 3 8 0,-14 8-23 0,10 1 7 16,-2 3 1-16,2 5-16 0,-2 6 8 0,1 1-5 15,2 0-13-15,3 1-2 0,0-6 7 16,1 6-5-16,6 0-8 0,-1-2 11 0,1-3-13 16,3 1 2-16,4-2 5 0,-1-2-9 0,2-3-16 15,2-3 20-15,3-3 0 0,-3 1 3 16,3-8-5-16,1 0-10 0,-1-2 4 0,1-4-25 16,3-2 5-16,-4-6 8 0,1 1-5 0,0-9 5 15,-4 1-10-15,3-6-21 0,-10-3 5 0,4 2-12 16,-7-6 12-16,0-2-15 0,-4-1-5 15,-3 0 5-15,-3-1 12 0,-1-15-2 0,-3 5 8 16,-2-2 5-16,-5 4 3 0,4 7 17 16,0 6 3-16,-1 3 3 0,4 7 20 0,-3-2 10 15,2 6-2-15,2 1-6 0,-1 6-4 0,1 3-3 16,2 2 2-16,0 6 1 0,4 0-3 0,0 0 0 16,-3 18 10-16,3-2 8 0,3 2-13 15,2 5-11-15,1 11-1 0,1-1 7 0,7 15 5 16,2-2-6-16,-1 2 4 0,1-1-3 0,5-3 2 15,-1-2 1-15,1 0-8 0,0-3-3 0,6-3-13 16,-4-3 24-16,1-8-16 0,-3 0-10 16,-4-3-31-16,7-1-41 0,-3-4-56 0,-2-2-138 15,-1-2-556-15,3-1 44 0,-5-5 107 0,-1-6 69 16,-2-1 47-16</inkml:trace>
  <inkml:trace contextRef="#ctx0" brushRef="#br0" timeOffset="4419.79">10882 12314 903 0,'-6'-5'266'0,"-1"4"-10"16,1-1-28-16,6 2-15 0,-15 2-24 0,5-1-18 0,1 6-7 15,-3 2 46-15,2 2-26 0,0 4-20 16,-3 2-8-16,6 4-10 0,0-2-7 0,-1 4-9 16,2-3-15-16,2 1-5 0,4-2-18 15,0 2-4-15,0 0-14 0,1-3-10 0,5-1 2 16,2 5 1-16,-2-4-13 0,4 0 4 0,0-4-11 16,4-3-1-16,0-4 0 0,0 1-16 0,2-2 1 15,-1-5 2-15,1-1 1 0,2-1-19 16,3-5 13-16,-2-2 0 0,2 1-15 15,0-4-3-15,-1-3 13 0,-3-3-5 0,-3 1-2 0,3 0-80 16,-3-2-3-16,0 0 3 0,-1-1 26 0,-3-2 2 16,1 1-2-16,-1-2-3 0,-3 4 5 15,0 3 2-15,-4-3 22 0,1 1-4 0,2 2 6 16,-3 0-5-16,-3 4-1 0,1-3 11 16,-1 4-8-16,0-1 6 0,-1 1-3 0,1 2-3 15,0 0 5-15,-3 0-2 0,3 2 7 0,0-3-15 16,-3 4 11-16,3 5-22 0,0-6-11 0,0 6-24 15,-3-5-44-15,3 5-53 0,0 0-139 16,0 0-503-16,0 0 94 0,-11 8 53 0,11-8 42 16,-10 8 84-16</inkml:trace>
  <inkml:trace contextRef="#ctx0" brushRef="#br0" timeOffset="4881.78">10257 12358 742 0,'0'-3'253'0,"0"3"-35"0,0-7-21 16,0 7-10-16,0 0-21 0,0 0-5 15,0 0 57-15,0 0-26 0,13 16-15 0,-5-4-80 16,-1 3-10-16,2 8-8 0,5 2-7 0,0 2 0 16,4 15-11-16,1 0 0 0,-1-1-4 0,2-2-1 15,-3-1-10-15,4 2-5 0,-5-9-10 16,-1-4 2-16,1 0 0 0,2 1 3 0,-2-2-13 16,2-1-13-16,-1-1-15 0,-3-4-46 0,-1 1-36 15,4-6-77-15,-6-1-143 0,6 3-410 16,-4-9 44-16,1 1 90 0,-4-7 37 0</inkml:trace>
  <inkml:trace contextRef="#ctx0" brushRef="#br0" timeOffset="5682.78">11023 12412 616 0,'0'0'223'0,"-3"-4"-36"16,3 4-18-16,0 0-3 0,0 0-7 0,0 0-8 15,0 0-23-15,0 0 0 0,6 15 72 0,-3-5-21 16,1 3-5-16,-1 3-28 0,0 2-13 16,2 3-5-16,-2 4-8 0,3-1-20 0,1-2 0 15,0 2-11-15,4-4-12 0,-4 4 8 0,3-5-24 16,3 2-20-16,-2-3 15 0,2-1-15 0,1-5-5 15,-1 2 18-15,1-4-18 0,-4-3 17 16,5 1-19-16,-2-6-4 0,-3 1-1 0,4-6 4 16,-4 1-13-16,0 0 11 0,4-7-5 0,-4-5 7 15,-3 4-5-15,3-5-2 0,-3-5-1 16,-3-1-2-16,2-3-12 0,-6-1-4 0,3-1 4 16,-3-1 1-16,0 2 6 0,0 0 3 0,-3 3 4 15,3 4-12-15,-3-1 20 0,-1 1-2 16,4 2 0-16,-3 2-13 0,0 0 7 0,3 3-4 15,-3 3-6-15,2 0 18 0,-2-1-12 0,0 8 2 16,3 1-8-16,-5-4 11 0,5 4-6 16,0 0-2-16,-3 14-7 0,3-6 6 0,0 0-9 15,0 2 0-15,4 4-8 0,3 1 13 0,-3 1-6 16,5-3-2-16,1 5 3 0,1 2 2 0,-1-3-2 16,4-1 0-16,-1-3-6 0,5 2 3 0,-5 0 3 15,5-5-8-15,-5-2 10 0,1 2-7 16,3-3-8-16,1-6-21 0,-2 4-23 0,-2-5-38 15,0 0-15-15,3-5-57 0,-4 4-81 16,0-6-295-16,-1-3-269 0,0 2 85 0,-5-3 71 16,-2-3 57-16,-2 2 48 0</inkml:trace>
  <inkml:trace contextRef="#ctx0" brushRef="#br0" timeOffset="5982.54">11552 12308 949 0,'4'8'287'0,"-1"1"-100"0,5 5-3 0,-2-2-36 16,1 3-12-16,3 3 0 0,1 4-1 16,-1-2-32-16,3 0-19 0,1 0 8 0,-4-2-12 15,4 0-1-15,-4 1-15 0,0-3-13 0,-2-2 13 16,-1-1-15-16,2-2 0 0,-5-3-3 0,2 0 13 16,-2-2 10-16,0-2-10 0,-4-4-1 0,0 0 4 15,0 0-8-15,0 0-6 0,0 0 1 16,-14-24-3-16,7 12-5 0,-3-6-10 0,-4-3-8 15,4-4-3-15,-4 0 3 0,4 0 5 16,3 1 0-16,0 3-2 0,-3-2 10 0,3 6-11 16,4 2 4-16,-1-2 4 0,1 5-23 0,0-1-20 15,3 2-26-15,3 2-20 0,0-3-34 16,1 3-33-16,-1 2-61 0,4 1-113 0,4-1-384 0,-2 0 8 16,1 0 46-16,1 4 71 0</inkml:trace>
  <inkml:trace contextRef="#ctx0" brushRef="#br0" timeOffset="6432.78">11857 12241 762 0,'13'15'272'0,"-2"-5"-93"16,-1 1 5-16,-4 3 16 0,5-3-47 0,-1 3 1 15,0-3 38-15,1 5-15 0,2-1-6 16,2 2-25-16,-5-1-10 0,3-1-11 0,1-5-28 16,-4 7 3-16,0-9-8 0,-2 6-15 0,1-4 2 15,-2-3 1-15,0 2 9 0,0-3-14 0,-3-2-4 16,2-2 6-16,-6-2-10 0,7 0-9 15,-7 0-9-15,0 0-3 0,7-10-2 0,-3 2-70 16,-4-1 6-16,-4-1-6 0,4-3 8 16,0 3 3-16,-1-1 7 0,1 1 5 0,0-1 9 15,1 1-9-15,-1 3 8 0,0-1 3 0,4 0-3 16,-1 1 15-16,0 2-12 0,1-3 5 0,2 1-3 16,1-1 0-16,1 2-4 0,2 1 4 15,3-1 0-15,1-2 13 0,2 1-23 0,-1-3 18 16,1 2-5-16,2 1 2 0,-2-3-17 0,-1 0 9 15,1 1-4-15,-5-2-3 0,2 1 0 16,-2 0 10-16,-1 0-2 0,-3 0-1 0,0 0-7 16,0 1 0-16,-1 3 5 0,-5-1 1 0,2 1-12 15,0 0 6-15,-3 6 8 0,0 0 2 0,0 0-2 16,0 0 5-16,0 0-5 0,-10 24 7 16,7-14-5-16,-1 6 11 0,4 0-24 0,0 2 18 15,0 2-15-15,4 0 3 0,-1-3 10 0,4 5-13 16,0-3 13-16,7 2-13 0,-1-3 5 15,0-1-16-15,5-1 24 0,2-4-2 0,-3 1-29 16,7-3-49-16,-3-1-87 0,2-3-84 0,-2-4-581 16,0-1 85-16,-1-2 35 0,1 1 79 0,-4-3 55 15</inkml:trace>
  <inkml:trace contextRef="#ctx0" brushRef="#br0" timeOffset="8265.82">17556 14214 867 0,'0'0'241'16,"0"0"-24"-16,6-6 1 0,-6 6-18 16,11-7-16-16,-5 5-23 0,1 0-17 0,3-4-14 15,1 6 6-15,2-2-31 0,5-4-8 0,-2 3-13 16,5-1 3-16,0 0-7 0,5-2-1 15,-1-1-12-15,2 4 4 0,4-2-9 0,0-5-3 16,6 3-82-16,-3 1 30 0,5 0 1 0,1-2 59 16,12-1-11-16,2-3 8 0,1 3-5 0,6 1-3 15,-2-2 0-15,5 2-10 0,-2-1-5 16,2 1 8-16,-2-2-16 0,0 0 3 0,3 1 5 16,-4 0-15-16,5-3-3 0,-4 4-8 15,5-1 13-15,-2 1 0 0,0 0-12 0,4 1-1 16,-1-1 0-16,4-1-2 0,0 1 15 0,3 0-17 15,-3-1 1-15,14-2-1 0,2 2 4 16,-16 0-5-16,14-3 6 0,-9 6-14 0,13-3 6 16,-1-1 0-16,-15 6 10 0,2-2-21 0,-1-3 13 0,1 1 3 15,16 0-3-15,-17 3-12 0,4-1-1 16,16-1 3-16,-5 0 10 0,2 0 1 0,-17 2-4 16,4-1 1-16,-1-1 0 0,1 4 7 15,13-5-5-15,-17 2-10 0,17-2 0 0,-16 3 8 16,16-2-6-16,0 1 4 0,-2-1 4 0,-12 0-3 15,0 2 9-15,-3-1-6 0,1-1 5 16,-1 0-7-16,0-3-3 0,21 3-18 0,-4 3 21 16,-3-5 10-16,7 2-10 0,-3-1-3 0,-16 2 5 15,-1-3-5-15,-1 2 8 0,17-1-8 16,-3 0 3-16,3-1-6 0,-17 3 6 0,14-4-3 16,1 1-7-16,-12 5 12 0,10-8 3 0,-12 8-8 0,-1-2 5 15,17-4-5-15,0 2-5 0,-2-1 5 16,-1 1 5-16,3 0-4 0,-3-1 4 0,-14 3-10 15,4-3 5-15,-4 5 8 0,4-2-3 16,10-3 3-16,-12 2-3 0,16 0-10 0,-4-3 13 16,3 3-13-16,1-1 13 0,2 0 2 0,-2-1-5 15,-1 1 11-15,-3 0-19 0,-13-1 16 0,16 1 0 16,0 1-79-16,1-3 7 0,2 2 16 16,-1 1-3-16,0 2 10 0,-2-2 8 0,-11 1 0 15,-3 3 0-15,13-2 12 0,1-4 1 16,-13 7-3-16,13-4 1 0,-14-1-4 0,1 4 9 15,11-4 12-15,2-1-8 0,-21 2 1 0,0 1 2 16,-5-2-6-16,3 0 12 0,-5 0-4 0,1-3-7 16,-6 2 10-16,-1 1 5 0,-14-1 1 0,-3 5 1 15,-7-4-27-15,4 1 23 0,-10 1-11 16,-2-1 13-16,-2 4 6 0,-3-4-11 0,-4 4 5 16,0-2-7-16,-4 3-24 0,-2-2-35 0,-1 1-34 15,-4-1-94-15,-5 1-62 0,-1 2-604 0,0 0 111 16,-13-2 35-16,2-3 77 0,-9 4 76 15</inkml:trace>
  <inkml:trace contextRef="#ctx0" brushRef="#br0" timeOffset="13714.76">17699 13823 483 0,'-3'-5'136'0,"3"5"-11"0,0 0-4 0,0 0-21 0,0 0 4 16,0 0-32-16,0 0 2 0,7-4 11 16,-7 4-31-16,0 0 2 0,10-5 5 0,-10 5 6 15,10-1-6-15,-10 1 1 0,14 0-14 0,-4 0 9 16,-4-2-14-16,5 2 3 0,-1-3 26 0,4 1-49 16,-4 0 15-16,4 0-15 0,0-2-5 15,-1 2-5-15,1 1 15 0,0-5-5 0,3 5 3 16,-1-2 5-16,-1-1-3 0,1 0-13 0,2-2-5 15,-2 4 83-15,-1-4-9 0,1 3-15 16,-2-1-10-16,0-1 8 0,0 0-21 0,2 1 7 16,-1 0-4-16,1-3-11 0,2 2-15 15,-2-1 3-15,2-1 5 0,-2 0-1 0,2-3-12 16,-1 3 0-16,0 1 8 0,1-1 5 0,1 0-11 16,-1-1-5-16,-2 0 1 0,2 0 7 0,3-1-10 15,-5 1 2-15,2 0-2 0,1-2-3 16,-1-2 5-16,0 2-4 0,2 2 1 0,-3-3 4 15,0-2-6-15,4 3 8 0,-4-1-5 0,0-3-8 16,3 6 5-16,-3-7-5 0,1 5 5 16,-2-2 11-16,1-1-3 0,-3 2 5 0,3-2 8 0,-4 5-13 15,-1-3 2-15,4-3 6 0,1 2-14 16,-6 1 14-16,3-1-11 0,-1 2-58 0,1 0 4 16,-1-3 9-16,1 1-6 0,0-3 0 15,2 0 5-15,-1 1 6 0,-5 2 7 0,7-3-8 16,-7 2 21-16,4-1-18 0,-1 0 10 0,-3 3 29 15,4-3-11-15,0 2 5 0,-3-1-18 16,2 4-2-16,0-4 8 0,-2 2-4 0,2 0 4 16,1-2 20-16,-3 2-18 0,2 0-3 0,1-3-22 15,-1 0 17-15,1 3 10 0,0-4 4 0,-3 5-14 16,2-5 21-16,4-2-16 0,-4 4 1 16,1-3-4-16,0 0 19 0,-1-2-15 0,2-1-3 15,-2 0 10-15,4 0-5 0,-3-4-3 0,3 0 8 16,0 1-7-16,0-1 2 0,0 0 23 0,0-1-26 15,-3 0 6-15,3 2-1 0,0 0 6 16,-6 3 0-16,2-4-6 0,1 7-2 0,-4-3-5 16,4 2 10-16,-4-1 0 0,0-1 3 15,1 1-3-15,-1 2-10 0,0 3 18 0,0-3-16 16,-3 0 8-16,3 1 11 0,0 0-21 0,-2 2 2 16,2-2-5-16,-1 1 11 0,2-4-6 0,-1 1 3 15,0 2 0-15,1-3 3 0,-1 1 0 16,0 1 2-16,1-1-3 0,-1-1-7 0,0-1 13 15,1-1-16-15,-1 2 13 0,-1 1 13 0,2-1-28 16,-4 0 23-16,0 2-8 0,3-1-8 0,1-3-2 16,-5 7 8-16,1-3 7 0,0 1-8 15,3-2-7-15,-3 2 3 0,0 3 4 0,-1-2 1 16,2-3 2-16,-2 2-13 0,1 2 11 0,-1-2-1 16,2 0-7-16,-1-2 0 0,0 0 3 15,-1 2-9-15,-2-2 24 0,3-1-15 0,0 3-9 16,-1-2 19-16,1 1-5 0,-4-1 7 0,5-1 10 15,-2 3-14-15,-2-2-1 0,2-1 0 16,-2 3-3-16,2-2-4 0,-1-1-3 0,1 3 2 16,-2-2-2-16,2-1 20 0,-3 3-15 0,4-2-2 15,0-1-16-15,-3 3 28 0,3-2-15 0,2-1 10 16,-1-4 3-16,-1 4-13 0,2 1 0 0,1-1 5 16,-2-1-11-16,2-2 14 0,-3 4-11 15,4-1 11-15,-1 1-11 0,-1-1 13 0,-2 0-2 16,4 2-11-16,-4-1 5 0,3 0 3 15,0-4 3-15,0 5-13 0,-3-4 17 0,4 2 4 16,-4-3-11-16,3 3 2 0,-1-1-4 0,2-2 2 16,-1 3-5-16,-3 0 2 0,4-4-5 15,-1 5 11-15,0-1-3 0,0-1-5 0,0-1 18 16,-3 2-11-16,0 6 1 0,4-3 2 0,-5-2-8 16,4 3-2-16,-2-3 8 0,2 0-3 15,0 1 2-15,-1 3-2 0,2-6-10 0,-1 1 23 0,0 1-16 16,1-1 1-16,-1 3-3 0,0-3 12 15,1 1-12-15,-1 0 8 0,1 1-14 0,-1 0 11 16,0 1 3-16,1 1 2 0,-1-3-7 16,-1 3 7-16,1-2-8 0,-2 1 8 0,2 3-10 15,0-3 21-15,-2 0-24 0,4 2 16 0,-2 1-3 16,-2-3-13-16,2 1-2 0,0 0 2 16,-2-1 16-16,2 3-13 0,0-1 5 0,1-4-11 0,1 4-9 15,-2 0 30-15,2-4-5 0,1 2-10 16,-3-2 5-16,4 2-10 0,-1 1 10 0,1-2 5 15,0 1-5-15,3 0 5 0,-1 0-5 0,-1 1-8 16,1 0 8-16,-1 3-2 0,1-3-3 16,-2 5 2-16,-1-4-4 0,-2 3 9 0,0 0 11 15,-1 0-5-15,4 1-3 0,-4-2-3 0,3 1-7 16,-2 2 5-16,2-2 3 0,-3 2 7 16,4 1-10-16,-1-4 5 0,-2 3-8 0,3-1-2 15,0-3 5-15,-1 2 5 0,0 0-2 0,2 3-3 16,1-3-8-16,2-5 24 0,-1 7-19 15,0-4 21-15,3-1-13 0,-3 3-12 0,-3 2 1 16,6-2-4-16,-2-2 15 0,-1 3-7 0,-1 3-11 16,-1-4 8-16,1 4-8 0,-1-1 10 0,-2-1-2 15,4 1 5-15,-3 0-5 0,-1 0 3 0,1 2 4 16,-1-1-7-16,2-1 5 0,-2 2 3 16,1-1-3-16,-1 0-3 0,2-2 8 0,-2 5-7 15,0-4 4-15,5 0 1 0,-1 3 10 0,0 0-19 16,0-4 24-16,0 1-25 0,0 5 2 15,0-5 10-15,0 4-16 0,0-3 1 0,-3 3 15 16,2-1-7-16,-4 2 9 0,1-2-12 0,1 0 8 16,-4 4-13-16,3-3 15 0,-2-2-13 15,2 3 3-15,1-3 10 0,-4 3-10 0,4 0 2 16,0-4 26-16,-1 6-23 0,-2-3 0 0,2-1-10 16,2 1 10-16,1 2-2 0,2-3 2 0,1 2-3 15,-1 1 6-15,-1-2 7 0,3-1-23 16,1 4 11-16,-5 0 7 0,2-3-5 15,-1 1-3-15,0 2 6 0,-3-2-11 0,3 2 16 0,-4 0-13 16,2 0 7-16,1 0-15 0,-2 2 8 16,0 0 5-16,0-1 0 0,-1 1-2 0,4-2 9 15,-6 0 1-15,3 1-5 0,-1 4-14 0,0-3 19 16,1-2-8-16,0 2-3 0,-3 2 14 16,2-1-22-16,1 0 19 0,-1 0-5 0,0-1-8 15,-2 2 10-15,2-1-16 0,-1-2 40 0,-2 4-42 16,3-3 13-16,-2 3-5 0,2-2-6 0,-3-1 14 15,1 4 2-15,2-4-5 0,-2 0-8 0,-1 3 16 16,0-2-16-16,4 2 8 0,-4-2-2 16,3 3 4-16,-2-5-17 0,-1 6 25 0,0-4-23 15,4 4 3-15,-4-3 20 0,1 0-17 0,-1 3-3 16,3 0 15-16,1 0-8 0,-4-1-2 16,4 2 0-16,-1-1 5 0,-2 1 2 0,3 1-4 15,-1-1-3-15,1 0 15 0,-1-1-13 0,1 3 9 16,-3-2-14-16,-1-1-2 0,4 3-1 0,-4-3 17 15,0 1-1-15,4 2-10 0,-4-2 2 0,0-1-2 16,0 3 13-16,0-2-8 0,0 2 5 16,1 1-10-16,-1-1 5 0,0 1-6 0,4-3 9 15,-1 2 2-15,-1 3-5 0,1-4 8 0,1 1-11 16,-1 4 6-16,1-3-3 0,3-1-3 16,-4 3-4-16,2-3 17 0,1 2-5 0,-2-1-3 15,0 1 1-15,3 2-3 0,-1-3 0 16,-4 0-5-16,4 1 7 0,-2 1-2 0,0-2 0 15,3-1 0-15,-4 4-10 0,-2-3 18 0,6 2-11 16,-7-3 3-16,4 0 3 0,-1 4-11 0,1-3 11 16,-4-1-6-16,3 3 11 0,-2-4-3 0,-1 2 0 15,1 2-13-15,-1-2 19 0,0-3-19 16,1 6 11-16,-1-4-3 0,0-1 5 0,1 1-8 16,-1 3 1-16,0-2 7 0,1-3-8 0,-1 2 8 15,0-2-2-15,-1 4 7 0,5-2-18 16,-3 0 1-16,0-3 12 0,1 3-8 0,-1 2 1 15,0-1 2-15,2-1 0 0,-2 0 12 0,2 1-12 16,-3 0-7-16,4 0 9 0,-1 2 3 16,1-2-2-16,-3 1 5 0,2 1-11 0,-2-5 11 15,2 6-16-15,-2-3 18 0,2-1-7 0,-3 3-8 16,4-4 7-16,-1 1 1 0,-3 3 0 16,1-1-3-16,2-4-8 0,-2 6-5 0,3-3 21 15,-4 2-3-15,4-1 5 0,2 2-2 0,-1-3-3 16,1 4 0-16,-2-1-5 0,3-1 8 0,0 2-11 15,-3 2 6-15,6-2 2 0,-5 1-8 0,5 3 3 16,3-1 5-16,-6-3-2 0,4 3 5 16,-3-1-6-16,-2-3 1 0,8 4-1 0,-6-3 6 15,1 0-5-15,2-1 2 0,-4 1 2 0,4 2-7 16,-2-3 8-16,-4 1-8 0,9 2 8 16,-6-3 4-16,1 1 4 0,-1 0-9 0,2 0-17 15,-1-2 15-15,0 1-2 0,-2 3 7 0,4 1-12 16,-1-4 7-16,-3-2 0 0,1 3-13 0,4 2 18 15,-4-3-10-15,3-3 3 0,-1 6 7 16,4-3 6-16,0 1-22 0,2-1 12 0,-5 1-6 16,3-1 12-16,1 1-7 0,-1-2 1 0,0 2-4 15,2-1-2-15,-1 0-5 0,-1 1 18 0,5 2-13 16,-6-2 0-16,4-1 8 0,-1 0-6 16,-1 1 67-16,-1 2 0 0,3-4-7 0,-3-1-14 15,0 1-2-15,0 2-12 0,-3-3 4 0,6 1-2 16,0-1-5-16,-3 3 10 0,0 1-21 15,3-4 11-15,-3 4-13 0,-3-3 12 0,-1-1-22 16,4 1 7-16,-3-2 3 0,-1-1-2 16,4 5-3-16,-3-5-3 0,3 4-8 0,-4-3 6 0,1-1 0 15,0 4 5-15,2 1-6 0,-2-4-2 16,3 3 3-16,-4-3-5 0,2 2 4 0,-3-1-4 16,1-2 2-16,1 4-3 0,-3-5 14 0,1 4-19 15,2-2 8-15,-3-3-7 0,1 3 2 16,-1 2 5-16,-1-3 5 0,3-1-5 0,-2 4 3 15,-1-2 0-15,0-3 2 0,-4 2 3 0,5-3-11 16,-2 1 14-16,-1 2-19 0,1-2 11 0,2 1-6 16,-2 3-2-16,2-3 8 0,-2 0-11 15,2 1 9-15,1-2-4 0,-4 2 1 0,6-2 12 16,-5 5-7-16,2-2-8 0,2-3 0 0,-3 2 0 16,1-2 12-16,-2 1-14 0,-1-1 7 15,1 0-10-15,1 1 2 0,-3 0 1 0,5-2 9 16,-4 2-4-16,4 0 0 0,-4 0 2 0,2-2 5 15,-3 1-10-15,3-1 8 0,-3 1-13 0,3 2 10 16,0-3-8-16,-3 1 6 0,-1-1-1 0,5 3-2 16,-1-4 10-16,-1 1-10 0,-1-2 3 15,3 2-8-15,-5 1 25 0,3-1-15 0,2 0 13 16,-2-3-7-16,2 3 9 0,-2 2-12 0,-1-3 10 16,1-3-5-16,1 4-3 0,-3-1 3 15,0 2-6-15,2-4 3 0,-4 3 8 0,4 2-10 16,0-4 2-16,-4-1-5 0,5 3 18 0,0 0-5 15,0 0-5-15,-1-4 3 0,-1 5 1 16,2-2-9-16,0-1 10 0,-1 1-15 0,-1 1 9 16,1-4-12-16,-1 4 21 0,1-2-11 0,2-1-12 15,-1 3 14-15,-1-2-9 0,-1 0 28 0,2 0-13 16,0 1-6-16,0-2 6 0,0 2-2 0,3-2 22 16,-2 3-23-16,2-3 3 0,-3 0 3 15,4 2-3-15,0-2 2 0,2 3-10 0,1-3 13 16,0 0-10-16,-3 3 21 0,2-4-19 0,-2 4 8 15,-1-6-10-15,-3 6 10 0,0-5-3 16,-3 3-12-16,0-2 2 0,-4-2-10 0,0 3-15 16,-2-2-29-16,1-2-71 0,-5 0-225 0,-4 0-554 15,0 0 57-15,-7-17 105 0,-10 3 67 16,-4-5 79-16,-16-17 53 0</inkml:trace>
  <inkml:trace contextRef="#ctx0" brushRef="#br0" timeOffset="14547.49">21583 10026 427 0,'6'-4'146'16,"-3"0"13"-16,-2-5-16 0,2 6 3 15,0-2 13-15,0-2-26 0,-2 4 5 0,3-4 10 16,-4 4-25-16,3-2 3 0,-3-2-14 0,0 7-17 16,3-6-8-16,-3 6 8 0,1-6-21 15,-1 6 0-15,3-6-18 0,-3 6 1 0,0-4-6 16,0 4-10-16,0 0-10 0,0 0-26 0,3-4-28 15,-3 4-28-15,0 0-47 0,0 0-91 0,0 0-449 16,3 8 29-16,-3-8 54 0</inkml:trace>
  <inkml:trace contextRef="#ctx0" brushRef="#br0" timeOffset="14698.72">21709 10001 458 0,'7'0'171'0,"-7"0"-38"0,0 0-18 0,0 0-43 15,0 7-72-15,0-7-82 0,3 7-427 0</inkml:trace>
  <inkml:trace contextRef="#ctx0" brushRef="#br0" timeOffset="14864.5">21756 10299 327 0,'5'9'92'0,"-2"1"3"0,3-2-21 0,-2 2 18 16,2 1-43-16,-2-1-39 0,-1 1-133 0,2 2-371 15</inkml:trace>
  <inkml:trace contextRef="#ctx0" brushRef="#br0" timeOffset="15031.62">21910 10826 545 0,'0'6'153'16,"4"1"-22"-16,-3-2-19 0,2 2-71 0,0 3-58 15,1 1-145-15,-1-1-322 0</inkml:trace>
  <inkml:trace contextRef="#ctx0" brushRef="#br0" timeOffset="15381.56">22041 11283 363 0,'3'10'110'0,"0"-2"8"0,-2-1-18 16,2 3-13-16,0-2-13 0,1 0-2 16,-1 2-31-16,4 1-52 0,-3-5 32 0,2 2-21 15,1 3-23-15,-1-2-8 0,-2-1-15 0,4 1 15 16,-2 0-25-16,1-1 5 0,-1 2-3 16,2-2 74-16,-1 2-68 0,-1-3 25 0,-2 3-8 15,-1-2 13-15,3 5-2 0,-2-4 9 0,-3 1-1 16,2 0 40-16,0-2-33 0,0 5 23 15,-2-4 12-15,2 1 9 0,-3 0-27 0,3 2 27 16,0-1 4-16,-2-1-2 0,2 0-5 16,0 4 10-16,1-5-5 0,-3 4 10 0,2-2-20 15,0 3 15-15,0-3-28 0,1 2 23 0,-1-1-13 16,0 1 18-16,1-1-18 0,-1 1 8 0,1-1-18 16,0 1 0-16,-1-1-3 0,-3 2-22 0,3-2-47 15,-3 4-36-15,0-1-86 0,3 1-372 16</inkml:trace>
  <inkml:trace contextRef="#ctx0" brushRef="#br0" timeOffset="15548.88">22328 12256 529 0,'3'8'215'0,"-3"1"-15"15,3 1-23-15,1-2-19 0,-1 7-27 0,1-5-39 16,0 7-110-16,-1 1-199 0,0 6-347 0,4-6 47 16</inkml:trace>
  <inkml:trace contextRef="#ctx0" brushRef="#br0" timeOffset="15714.79">22482 12839 660 0,'0'2'220'0,"0"5"-23"16,0 0-18-16,0-4-20 0,3 5-21 0,-3-1-46 15,3 1-48-15,0 1-54 0,-2 1-88 16,-1-2-252-16,3 5-206 0,1-1 47 0</inkml:trace>
  <inkml:trace contextRef="#ctx0" brushRef="#br0" timeOffset="15848.07">22574 13326 276 0,'3'7'33'16</inkml:trace>
  <inkml:trace contextRef="#ctx0" brushRef="#br0" timeOffset="16497.78">22659 13684 222 0,'0'7'16'0,"0"-7"-29"0,1 6 20 16,-1-6 47-16,3 4 23 0,-3-4 7 0,3 5 32 16,-3-5-9-16,0 0-10 0,0 0 13 15,0 0-15-15,0 8-10 0,0-8 4 0,0 0-20 16,0 0 11-16,0 0-27 0,0 0 9 0,0 0 10 16,0 0-21-16,0 0 8 0,0 0-16 0,-10-16 8 15,7 9 3-15,3-1-36 0,-4-2 10 16,0-4-48-16,1-2-39 0,-1-1-23 0,-2-4 8 15,0-1 25-15,-2-3 54 0,4 0 26 16,-5 4 23-16,2-2 30 0,3 0 26 0,-3 4 3 16,1 2-70-16,2 2 14 0,-2 1 63 0,5 3-13 15,-2 1-14-15,-3-2-17 0,6 8-4 0,-1-2-8 16,-3-1 0-16,4 7-8 0,0 0-7 0,-3-3 2 16,3 3-10-16,0 0-8 0,0 0 6 15,7 20 2-15,-6-7-5 0,2-3 5 0,0 7-8 16,4 0 13-16,-4-1 0 0,4 8-10 0,2-5-3 15,-4 5-7-15,2-2 10 0,2-1-1 16,-1 1-17-16,-4 1 18 0,2-3-5 0,1-3 2 16,-4 1 0-16,3-1-10 0,-1-2-2 0,-2-1 4 15,1-3 11-15,-1-3-28 0,0 4 23 16,0-3 5-16,-2-5-3 0,-1 3-13 0,0-4-4 16,0-3-1-16,0 0 5 0,0 0-7 0,0 0-10 15,-10-17-13-15,6 7-13 0,-4-6 0 0,-1-3-11 16,-4-8 1-16,2-2 5 0,-3 1-8 15,4-1 16-15,-4-1 22 0,1 0-7 0,2 5 13 16,1 0-1-16,4 6 6 0,-5 0 8 0,4 3-11 16,3 2 3-16,-2 0-18 0,0 6 10 15,2-2-16-15,0 3 4 0,1 4 12 0,3-2-8 16,0 5 6-16,0 0-6 0,0 0-10 0,0 0-40 16,3 15-50-16,1-1-150 0,0-3-502 15,5 6 43-15,-5 0 70 0,-1-1 71 0</inkml:trace>
  <inkml:trace contextRef="#ctx0" brushRef="#br0" timeOffset="20114.04">22540 14764 673 0,'3'-9'202'0,"-3"-1"62"15,4-2-29-15,-4-1-22 0,3-2-19 0,0-3-17 16,-3-3-14-16,0 2-14 0,3-6-13 16,-3-1-21-16,-3-4-10 0,0-3-18 0,0-1-13 15,-1 1-7-15,-2 0-19 0,2-1 3 0,-3 1 13 16,3 8-5-16,1 4-13 0,0 2 11 15,-1 1-6-15,1 1-10 0,0 7-11 0,0-5 1 16,2 7-10-16,-2 3-6 0,3 0 8 0,0 5 3 16,0 0-11-16,0 0-5 0,0 0 16 0,0 0-6 15,4 26-4-15,-1-10 4 0,0-1-2 16,3 2-3-16,-2 0 3 0,2 0-2 0,2 1-3 16,2-1-3-16,-3 4-3 0,4-3 9 15,-1-1 4-15,3 0-9 0,-2-5-6 0,-2 2 7 0,1-3-6 16,-2 0-9-16,2-3 8 0,-3-2-2 15,2 1 2-15,-1-7-3 0,-1 0 1 0,3 0 5 16,-2-2-11-16,-2-3-7 0,1-5 5 0,-1 2-6 16,-2-5-6-16,-4-4 11 0,3-3-14 15,-3-1 2-15,-3-4-2 0,2 0-1 0,-2 0 19 16,0 3-4-16,-1-2 19 0,1 6 20 16,0 1-10-16,-3 1 11 0,4 2-19 0,-1 4 3 0,0 2-3 15,0 1-4-15,3 2 9 0,0 5 3 16,0 0-10-16,0 0 15 0,0 0-5 15,0 0 3-15,0 19-11 0,3-10 3 0,0 1 0 0,0 4 0 16,1 2 0-16,0-2 2 0,2-1-4 16,-2 4-1-16,3-3-7 0,-1 1 10 0,-1-1-13 15,4 1-21-15,-5-3 6 0,5 1-36 0,-1-1-33 16,-1-3-37-16,0 0-81 0,2-2-100 16,2-2-450-16,-1 1 58 0,-3-4 47 0,4-2 66 15,-11 0 39-15</inkml:trace>
  <inkml:trace contextRef="#ctx0" brushRef="#br0" timeOffset="20299">22960 14306 1011 0,'1'-8'248'0,"-1"8"-10"16,0-7-44-16,0 7 6 0,6-7-23 15,-3 6-16-15,1-2-18 0,-1-1-15 0,4 0-15 16,3-2-11-16,-3 5-33 0,3-5-17 0,-3 5-37 15,4-1-18-15,-1-1-55 0,-1 1-40 0,-1 2-83 16,-8 0-81-16,17 0-319 0,-8 0-23 0,-4 4 34 16</inkml:trace>
  <inkml:trace contextRef="#ctx0" brushRef="#br0" timeOffset="20503.25">23070 14412 534 0,'0'0'223'0,"-4"4"56"0,4-4-5 16,0 0-18-16,0 6 5 0,0-6-18 0,0 0-87 16,0 0-10-16,0 0-20 0,13 2-3 0,-13-2-16 15,15-4 6-15,-6 0-26 0,3 0 7 16,-3 0-30-16,5-1 0 0,0-1-23 0,-1 0-33 16,1-2-26-16,0 3-46 0,0 0-41 15,-1-2-84-15,-3 5-182 0,1-4-318 0,-1-1 75 16,-1 1 35-16,-1-5 44 0</inkml:trace>
  <inkml:trace contextRef="#ctx0" brushRef="#br0" timeOffset="20897.91">23343 14126 683 0,'-6'-2'253'0,"6"2"-4"0,0 0-34 16,0 0-11-16,-7 16-4 0,3-10-46 15,4 1-3-15,0 4-21 0,0-1-7 0,0 0 3 16,4 4-14-16,-4-3-15 0,3 4 1 0,1 0-14 16,2-3-12-16,0 3-3 0,1-3-8 0,1 1-9 15,-1-3-6-15,2 1 7 0,-2-2-1 16,7 0 53-16,-4-5-1 0,4 2-19 0,-1-5 10 16,-2 3-19-16,6-4-6 0,-7-4-14 0,4 4 5 15,-1-7 1-15,-1 1-6 0,0-2-2 16,-5-4-8-16,3 0-3 0,-5-3-12 0,1-1-8 15,-6-1 0-15,0 0 8 0,0 0-11 0,-3-1 3 16,-1 0-5-16,-3 4-5 0,0-2 0 16,-3 1-8-16,1 3 3 0,1-1 15 0,-2 3-18 15,0 3 0-15,-1-1 3 0,1 5 4 0,0-1-14 16,2 1 10-16,-1 3-1 0,-1 0-4 0,10 0 2 16,-18 5-10-16,8 0 0 0,3 2-23 0,-6 1-31 15,6 2-31-15,-3 4-38 0,2-3-161 16,-2 11-538-16,1-3 54 0,-2-2 110 0,0 1 49 15,-2 3 63-15</inkml:trace>
  <inkml:trace contextRef="#ctx0" brushRef="#br0" timeOffset="21263.82">22519 15187 496 0,'7'1'228'15,"-7"-1"-26"-15,17 0-10 0,-4-1-15 0,2-2-11 16,5 2 3-16,3-6-15 0,2 1-8 15,9-5-8-15,3 3-18 0,12-9 11 0,2 3-16 16,0-2 5-16,4-5-28 0,-4 4 5 0,0-1-9 16,1 1-7-16,-1-1-4 0,0 2-8 0,0 2 57 15,1-3-21-15,-15 7 2 0,-3 0-30 16,0 1 7-16,-9 1-7 0,2 0-28 0,-3 2-8 16,-7-1 0-16,3 4-46 0,-6-3-52 0,0 3-22 15,-1-2-72-15,-3 4-136 0,-2 1-406 16,-1-2-16-16,-1 1 66 0,-6 1 65 0,0 0 61 15</inkml:trace>
  <inkml:trace contextRef="#ctx0" brushRef="#br0" timeOffset="21580.99">23045 15261 790 0,'0'0'290'16,"0"0"-24"-16,0 0-33 0,0 0-18 0,25-12-31 15,-11 9-10-15,-1-2-10 0,5-2-10 0,1 3-26 16,6-3-6-16,-1-3-11 0,9 2-22 0,-2-2-7 16,4-1-3-16,-1 3-10 0,-1-2-10 15,-1 0 0-15,2 1 13 0,-1 0-26 0,-8 1-18 16,-1 1 5-16,0 0-2 0,-7-1 10 0,0 5-23 15,-4-4 8-15,1 0-3 0,-4 3-5 16,-3 0-26-16,1-3-15 0,-2 2-21 0,-2-1-56 16,-1-1-63-16,-6 3-175 0,3-3-415 0,-4 0 77 15,-2-2 62-15,-5-1 77 0</inkml:trace>
  <inkml:trace contextRef="#ctx0" brushRef="#br0" timeOffset="29147.04">27784 13150 970 0,'12'-9'317'0,"-12"9"-35"0,12-1-19 0,-2-5-20 16,1 5-22-16,5 1-17 0,2-3-22 15,3-1-8-15,1 1-23 0,6 1-10 0,0-3-11 16,12 1-9-16,-2 0-19 0,6-2 1 0,12 0-14 15,5 0 1-15,0-3-6 0,1 1-22 0,3 1 7 16,0-1-82-16,0 0 13 0,1-1-3 16,-3 2-2-16,-1 0 3 0,-1 3-3 15,-3-3 2-15,-12 5-5 0,-9-4-12 0,-6 4 7 0,-1-2 3 16,-5 2-13-16,-5 0 10 0,0 0 0 16,-6-1-5-16,0 1-30 0,-1 2-21 0,-6 0-49 15,0-1-54-15,-3-2-89 0,-4 3-194 0,0 0-260 16,-1-4 60-16,1 4 59 0,-11-6 51 0</inkml:trace>
  <inkml:trace contextRef="#ctx0" brushRef="#br0" timeOffset="29396.21">28875 12808 865 0,'0'0'263'15,"3"-7"-12"-15,0 4-13 0,1 1-18 16,2-3-7-16,1 5-24 0,4 0-33 0,2 2 11 15,6 2-24-15,-1 0-7 0,6 4-26 0,1 4-8 16,2 0-2-16,1 3-21 0,-5 3-7 0,4-1 0 16,-6 2-6-16,0 4 9 0,-1-1-24 0,-6-1-3 15,-1 4 70-15,-6-2-23 0,0 2-13 16,-5 0 10-16,-4 0-18 0,-7 2 3 0,-6 5-13 16,-9 5-3-16,-3-1-10 0,-1-1-4 0,-1-2-27 15,-3 1-48-15,-2-4-23 0,3-2-70 16,-3-3-219-16,10-3-477 0,4-9 26 0,2-1 123 15,8-9 62-15,2-3 55 0</inkml:trace>
  <inkml:trace contextRef="#ctx0" brushRef="#br0" timeOffset="30162.93">29448 13715 872 0,'0'0'313'0,"0"0"-4"15,0 0-32-15,0 0-83 0,0 0 6 0,0 0-26 16,0 0-13-16,0 0-15 0,0 0-15 0,14-14-6 16,-10 9-7-16,-1-1-18 0,3-1-13 0,-2 0-3 15,1-3 11-15,-3 2-26 0,2 1 5 0,-1-3-20 16,-3 2 10-16,3-3-13 0,-2 3-10 16,-1 0 21-16,0 0-32 0,0 1 11 0,0-1-20 15,0 5-1-15,0 3 6 0,-4-5-8 0,4 5 5 16,0 0-5-16,0 0 5 0,-21 9-13 15,15-2 23-15,-1 3-25 0,-4 4 10 0,5-3 5 16,-1 4-15-16,2 2 17 0,-4-2-9 0,7 3-1 16,-3-1 62-16,2 1-3 0,3 2 13 15,0 0-18-15,3-3 0 0,0 1-2 0,1-1-14 16,6-2-6-16,-1 3 4 0,3-3-5 16,5-1-92-16,0-3 0 0,5-4 20 0,1 0 3 15,0-4-8-15,-2-3-5 0,6 0-4 0,1 0-27 16,4-5-33-16,-6-2-23 0,1 0-58 0,-3-6-98 15,-7 2-277-15,4-5-199 0,-8 0 31 0,1-3 96 16,-7-4 45-16,-1 4 58 0</inkml:trace>
  <inkml:trace contextRef="#ctx0" brushRef="#br0" timeOffset="30480">29804 13543 639 0,'0'0'213'15,"0"0"-13"-15,0 0-6 0,4 19-15 0,-1-9-17 16,0 1-6-16,3 3-23 0,2 1 54 0,-1 3 10 15,0 0-21-15,3 0-17 0,3 3-28 16,-3 0-9-16,0-3-14 0,-2-3-11 0,2 2 6 16,-3-2-29-16,1-1 0 0,-2-2-15 15,0-3 10-15,-2-1 26 0,-1 2-88 0,1-3 22 16,-4-6-9-16,0-1 16 0,0 0-26 0,0 0 18 16,0 0-12-16,-20-8-4 0,9-2 11 0,1-3-15 15,-4-1 18-15,3-7-6 0,-2 4 8 0,2-1 1 16,1-3-14-16,0 0 16 0,0 2 2 15,3 0 13-15,0 3-13 0,1 1 8 0,3-1-8 16,2 1-9-16,-1 4-1 0,4-3 0 0,-1 4-5 16,2-3-31-16,4 3-23 0,5-1-31 15,-1 3-22-15,0 0-52 0,2 2-51 0,1-1-102 16,-4 5-188-16,7 1-237 0,-3 0 38 0,3-1 90 16,-4-1 51-16</inkml:trace>
  <inkml:trace contextRef="#ctx0" brushRef="#br0" timeOffset="31314.5">30143 13601 696 0,'9'15'248'16,"-5"2"57"-16,-1 0-24 0,1-2-33 0,3-4-12 16,0 4-18-16,-1 0-26 0,-2 0-18 15,4-2-16-15,-2 2-19 0,1 0-93 0,-1-3 0 0,-3-1 2 16,1 0-2-16,-1-1-12 0,3-2 14 15,-4 0 19-15,1-2-8 0,-3-3-6 0,0-3-4 16,0 0 0-16,0 0-6 0,0 0-9 0,0 0 1 16,-15-19 1-16,9 6-8 0,0-4 3 15,-1 1 0-15,2-1 5 0,-1-3-8 0,2-2-15 16,-2 2 22-16,3-1 1 0,3 4 13 0,-1-1-24 16,1-1 9-16,1 1-6 0,2 0-8 15,3 2 3-15,-2 2 8 0,4-1-10 0,2 4-19 16,-1-2 19-16,2 5-11 0,-1 0-10 0,0 5 10 15,1-3-2-15,2 5-8 0,-1 2 0 0,0 5 0 16,1 0 5-16,-1 4-10 0,1 0 2 16,-3 4 6-16,1-3-1 0,-1 6-7 0,0 1 8 15,1-3-8-15,-2 2 2 0,-2 1 11 0,4-3-8 16,-4 2 2-16,-1-3-4 0,4 1 12 0,-2-3-7 16,2-2 4-16,-1 3-9 0,1-2-6 15,-2-4 0-15,2-4-4 0,0 3-1 0,1-2 5 16,-2-4 11-16,0 0-11 0,0-4 8 15,-5 1-5-15,4-2-5 0,-6-3 4 0,1-3-9 16,0-2 5-16,-3 2 0 0,-3-4-6 0,0-2 14 16,-4 2 17-16,3 1-7 0,-6-2-13 0,3 3 20 15,0-4-7-15,-2 7 4 0,-2-5-9 0,4 4 10 16,-3-3-5-16,4 6 30 0,-2 1-23 16,4-3 3-16,-2 2 0 0,2 1-8 0,-2 2-2 15,3 0-5-15,1-3-3 0,2 5 15 0,0 3-18 16,5-9 14-16,0 4-9 0,0 3-2 15,2-4 3-15,2 6-1 0,4-3 3 0,-2 1 1 16,1 0-1-16,1 2 2 0,1 2-9 0,2 1 17 16,2-1-17-16,-1 5 4 0,3 3 3 15,0-2-5-15,1 5 8 0,0-1-8 0,0 5-3 16,2-1-2-16,-2 2 0 0,0 1 5 0,-2-4 3 16,-1 1-14-16,-3 3 22 0,-2-6-9 15,0 4-12-15,1-1 15 0,-4-3-5 0,0-1-2 16,0-2 9-16,-3 2 9 0,-3-3-14 0,4 0 8 15,-3-5 19-15,-2 4-24 0,2-4 2 0,-2-1 11 16,-3-3-10-16,0 0 0 0,0 0 12 16,0 0 1-16,-8-18-6 0,2 4-5 0,-4-4-10 15,0-3 5-15,-1-8 6 0,1-3-11 0,-5-11 15 16,-1 0-7-16,8-4 2 0,-1 10-20 16,2 3 7-16,4 1-5 0,1 3 13 0,0 4-2 15,-1 1 5-15,3 4-8 0,0 0 13 0,0 5-8 16,0-1 2-16,0 2-7 0,3 5 3 0,-3-1-6 15,3 3 11-15,-2-1 0 0,5 4-16 0,-2 1-2 16,3 1-41-16,-7 3-36 0,15 4-72 16,-7 0-136-16,5 3-565 0,-2 3 110 0,-1 2 62 15,-2-1 68-15,-1-1 78 0</inkml:trace>
  <inkml:trace contextRef="#ctx0" brushRef="#br0" timeOffset="32996.71">17466 13722 780 0,'0'0'328'0,"0"0"-6"0,0 0-22 0,0 0 10 16,0 0-131-16,0 0 0 0,0 0-23 15,0 0-7-15,0 0-6 0,0 0-18 0,-9-14-15 16,5 9-5-16,1-5-15 0,-2 0 12 0,-1-2-20 16,-1-1-5-16,-2-5-5 0,1-4-21 0,-5-3 21 15,0-2-24-15,1 0 6 0,-7-15-11 16,1 3-12-16,0-7 13 0,-1 0-9 0,-5 1-9 16,3-4 0-16,1 0-3 0,-4-2 2 0,-4-12-12 15,1 2 0-15,-1-4 10 0,-2 0-8 0,2 3-4 16,2-3 12-16,-2 4-18 0,-2-3 5 15,2 6 3-15,4 8 10 0,-3 0-18 0,-1-12 3 16,0 0-3-16,4 12 0 0,-5-8 2 0,8 7 11 16,-3 1-10-16,3 1-3 0,-2-1 3 15,2 0-6-15,-3 4 9 0,0-4-14 0,4 3-2 16,-5-2 10-16,-2 5-2 0,3-3 4 0,1 2-9 16,-1-2-3-16,3 1 10 0,-3-1 5 15,7-3-7-15,-4 3-3 0,3 2 5 0,-1-3 0 16,1 2-8-16,2 0 3 0,1 1 0 15,-1-2 5-15,1 6-7 0,-1-2 7 0,5 8 0 0,1 3-7 16,-3 4-4-16,2-2 9 0,1-2 0 16,0 5-6-16,-1-5-2 0,1 5 7 0,0 0 6 15,-1-2-13-15,1 3 10 0,-3 0-10 0,2-1 5 16,1 5 8-16,1-2-8 0,-2 4-5 0,1-3 5 16,0 1 5-16,2 4-3 0,-2-3 3 15,4 0-5-15,-1 6 0 0,-1-2 5 0,2 4-2 16,-1 0-8-16,1 0 5 0,2 1 2 0,0 3 4 15,-2 1-6-15,5 0-11 0,-5 3 4 16,6 0-4-16,0 5-1 0,-4-5 1 0,4 5 6 16,0 0 3-16,0 0-3 0,0 23 2 0,1-11 3 15,2 6-10-15,0 1 15 0,4 3-5 16,-4 0 13-16,5 3-18 0,-2 3 2 0,1 1 8 16,-1 2-10-16,-2 0 0 0,4-1 15 0,-2-5-12 15,-3 0-1-15,1 1-7 0,2-1 12 0,-3-1 9 16,-2-1-17-16,3-6 4 0,-1 1-1 0,0-1-4 15,-2-5 19-15,2 1-19 0,-3-5 12 16,0-1 5-16,3 1 0 0,-6-5 1 0,3-3-1 16,-4 5-10-16,4-5 2 0,0 0-9 0,-14-16 9 15,7 8 1-15,-2-6-6 0,2 0 14 16,-4-3-6-16,4-5 0 0,-2 3 2 0,-2-4-4 16,4-2 2-16,0 0-7 0,1 0 2 0,2 0 7 15,-3 0-7-15,4 2 0 0,2-1 5 16,-2 6-10-16,3 0 8 0,0 1-6 0,0 1 1 15,0-1-1-15,4 6 6 0,-1-3-3 0,4 6-18 16,0-1 13-16,0 1 2 0,3 1-5 0,4 6 11 16,-1 0 2-16,5 1-7 0,-2 2-1 0,5 2-5 15,3 2 6-15,0 5-1 0,3 0-33 16,0 0-20-16,1 4-5 0,3 1-44 0,-1-1-31 16,4-4-74-16,-3 6-118 0,14-2-475 0,-7-1 94 15,-4-4 48-15,0-1 90 0,-7-3 52 16</inkml:trace>
  <inkml:trace contextRef="#ctx0" brushRef="#br0" timeOffset="34563.08">14855 9800 811 0,'-4'-7'361'0,"-2"2"-44"0,2 0-17 0,-2-2-16 16,2 6-33-16,-3-2-8 0,3-1-26 16,4 4-27-16,-16 4-19 0,8 0-9 0,2 5-9 0,-4 3-17 15,3 2-11-15,-4 6-15 0,5 0-15 16,-1 3 0-16,1-3-13 0,5 4-3 0,-2 1-82 16,3-5-4-16,0 0 4 0,3 4-2 0,1-3 5 15,2 2 8-15,4 0-13 0,-2-4 2 16,2-4 1-16,3 2-1 0,1-4-7 0,-1-1-11 15,2-5 8-15,1-1 8 0,2-1-20 0,-2-5 12 16,-1 0 0-16,1-3 13 0,2-3-15 16,-2 3 10-16,-1-3-11 0,-2-1 6 0,1 0 13 15,-4 2-11-15,0-1 11 0,0 0-11 0,-3 3 21 16,0 0-11-16,-1-2-7 0,2 4-3 16,-1 0-2-16,-7 1 8 0,13 1 4 0,-13-1-7 0,14 2 0 15,-7 4 15-15,3-3-20 0,0 3 10 16,0-4-5-16,0 4 2 0,1-4 6 0,-1 2 2 15,0 1-8-15,4-5 3 0,-4 1 13 0,0 2-13 16,1-3 0-16,-1-3 0 0,0 2 18 16,1-1-18-16,-1-5-2 0,0 4 7 0,1-3-3 15,-5-1 3-15,1-3 0 0,-1 2-17 16,-1-2 19-16,-2-2-7 0,-3 2 11 0,-3-5-19 16,-1 2 3-16,0-3-8 0,-5 0 8 0,-1-1 7 15,-2 2-9-15,2 2 7 0,-3 1 0 0,-1 4-3 16,-2-2-5-16,-2 3 24 0,1 6-16 15,0-2 0-15,-1 3-3 0,2-3-2 0,2 6 10 16,0-1 6-16,0-1-9 0,1-1 11 0,3 1-11 16,-1-1-4-16,11 0 12 0,-16 0 3 15,9 0-11-15,7 0 1 0,-11-1-3 0,11 1 5 0,0-7-7 16,0 7 9-16,4-10-12 0,3 3 15 16,0-1-10-16,2-2 0 0,1 2-2 0,2-2 2 15,1-2 5-15,1 2-2 0,2 2-9 0,-1-1 4 16,1 2 2-16,-1 3 2 0,1-3 6 15,1 6-8-15,-3 0-5 0,0 1-3 0,2 1 6 16,-1 2-1-16,-2 3 1 0,4 0 12 0,-6 0-18 16,2 2 3-16,1 0-3 0,-4 1 21 15,4 1-10-15,-4-1-11 0,-3-3 8 0,3 2 5 16,-3-1-18-16,3 1 8 0,-3-2 8 0,3-2-6 16,0 3 1-16,-3-7-1 0,0 4 1 0,4-2-1 15,-2-4-12-15,-9 2 22 0,18-4-14 16,-8-3 12-16,-3 2-15 0,-1-1 10 0,2-4 0 15,-2 1-3-15,-5-4-7 0,2 3 5 0,-3-4 5 16,0 3 0-16,0-4 2 0,-3 5 8 0,2-1 3 16,-2 0 3-16,0 1 22 0,-1 2-23 15,0 1-12-15,1 3 2 0,0-2 0 0,3 6 23 16,-7-1-33-16,7 1 8 0,0 0 4 0,-13 8 1 16,8-1 7-16,5-3-2 0,-3 8 8 15,0-3-6-15,3 2-10 0,0-2-2 0,3 3 4 16,0-1-9-16,2-1 10 0,1 0 4 0,1 2-4 15,3-2-5-15,4-2-1 0,-1 2-2 0,2-3-8 16,-2-1 6-16,4-3-11 0,0 1 0 16,-3-4-12-16,3 0-44 0,0-2-13 0,0-1-16 15,0-2-19-15,0 1-11 0,0-2 10 0,-4-4-5 16,-1 1-2-16,-2-2 4 0,-1-1 1 0,-4-1 15 16,1 1 16-16,-6-1 12 0,3 0-8 15,-6-2 26-15,3 4 21 0,-3-3 35 0,0 1 21 16,-1 1 10-16,3 2 21 0,-2 0 7 0,3 2 1 15,-3-2-9-15,0 4 4 0,2-2-6 16,1 6-8-16,-3-3-5 0,3 5 11 0,0 0-1 16,0 0-7-16,0 0 13 0,0 0-13 0,0 0 12 15,18 15-17-15,-12-6 0 0,-2-1 2 0,5 2-10 16,2 4 8-16,-4-3-11 0,3 2-4 0,0-1 25 16,1-2-21-16,-1 5 3 0,0-7-13 15,1 6 18-15,-2-3-10 0,1-1 5 0,-2-2-17 16,-1-1-24-16,2 1-16 0,-2 1-1 0,-2-1-4 15,1-1-17-15,-2 1-31 0,2-5-18 16,-3 4-18-16,1-1-15 0,-1-2-41 0,1 3-29 16,-1-6-71-16,-2 4-240 0,2-3-142 0,0-2 106 15,-3 0 35-15</inkml:trace>
  <inkml:trace contextRef="#ctx0" brushRef="#br0" timeOffset="34979.72">15839 9807 765 0,'-3'-7'243'16,"0"0"-28"-16,2-3 0 0,-2 3-13 0,0-3-30 15,0 0-8-15,2-2-3 0,-2 1-20 16,3 2-6-16,0-4-7 0,-3 2 62 0,6 1-21 16,-3 1-16-16,0-4-15 0,4 5-15 0,-1-1-10 15,0 1-18-15,4 3-16 0,-4 0 8 0,8 0-13 16,-4 3-5-16,3 2-5 0,0 2-18 15,1 2 0-15,2 0-2 0,1 3-8 0,-1 1 2 16,1 4-10-16,0 1 1 0,3 1 1 16,-4-3 4-16,2 6-27 0,-2-7-7 0,-3 5-20 15,1-7-19-15,2 6-17 0,-3-3-34 0,1-4-9 16,2 3-50-16,-6-4-66 0,4-4-84 16,-2 0-426-16,1 1 16 0,-2-6 69 0,-8 3 75 15,13-4 50-15</inkml:trace>
  <inkml:trace contextRef="#ctx0" brushRef="#br0" timeOffset="35196.67">16041 9250 1080 0,'0'0'335'0,"0"0"-112"0,0 0-16 0,13 18-12 15,-5-3-9-15,-1 1-14 0,3 3 61 0,0 0-23 16,7 6-29-16,-4 3-12 0,5 0-5 15,-1-3-26-15,-3 4-12 0,10 5-13 0,-5-4-24 16,-4-3-33-16,1 0-30 0,-1-1-36 0,1-1-57 16,-1 0-68-16,-3-5-91 0,0 1-444 15,-3-3-85-15,-2-3 84 0,-4-4 85 0,-3-4 46 16</inkml:trace>
  <inkml:trace contextRef="#ctx0" brushRef="#br0" timeOffset="35612.83">16100 9650 990 0,'-4'-7'371'0,"-3"5"-43"16,3-3-16-16,-2 2-23 0,6 3-27 0,-1-7-32 16,-2 3-23-16,3 4-25 0,4-11-8 0,-1 3-8 15,4 2-27-15,0-3-14 0,3-3-2 16,0 2-23-16,1-5-11 0,2 2-4 0,1-1-3 16,0-3-16-16,-4 3 6 0,4-3-13 0,-4 3-16 15,-1 2 11-15,-1-1-16 0,-1 2-2 0,-1 1-5 16,-2 1 2-16,-1 2-10 0,1-2-5 15,0 1-15-15,2 3 4 0,-6 2-7 0,0 3 8 16,7-1 2-16,-7 1-4 0,0 0-12 0,0 0 1 16,10 9 21-16,-3-2-14 0,0 0 6 0,0-1-11 15,3 7 1-15,4-4-78 0,-1 1 19 16,1 2 0-16,3-1 4 0,0 3 14 0,0-3 12 16,0 0-5-16,-3 2-2 0,3-2 7 0,-4-3 3 15,-2 4 13-15,-1-1-3 0,0-2 2 16,-2 1 11-16,-5-2-3 0,0 2 16 0,-2-3 5 15,-1 3-5-15,-4 0 4 0,1 1-14 0,-5-4 17 16,-2 2 3-16,0-2-8 0,-1-3-20 0,2 3 10 16,-1 0 13-16,-1-4 5 0,1 1-8 0,0 0-10 15,-1-4-2-15,4 5-37 0,-3-5-20 16,0 1-48-16,3-2-16 0,0-4-87 0,0 5-69 16,1-8-113-16,-1 3-342 0,6-2 30 0,-2-5 64 15,3 1 56-15</inkml:trace>
  <inkml:trace contextRef="#ctx0" brushRef="#br0" timeOffset="35878.82">16543 8906 867 0,'0'12'351'0,"1"5"-16"0,5 5-25 0,-2 4-62 15,0 6 29-15,9 11-44 0,-3 2-6 16,7 3-22-16,-3 1-20 0,6 1-83 0,-2 1-13 16,2-1 1-16,1 5-13 0,6 7-3 0,-3-12-12 15,-1 0 12-15,1 0-8 0,1 0-17 16,-1-2-3-16,0-3 0 0,2-3-13 0,-1 2 8 16,-4-7-46-16,6 3-43 0,-11-13-29 15,2 0-69-15,-5-4-108 0,1 2-529 0,-3-7 59 0,-2-1 48 16,-1-4 72-16,-2-6 46 0</inkml:trace>
  <inkml:trace contextRef="#ctx0" brushRef="#br0" timeOffset="36578.68">14731 10705 839 0,'-9'-5'330'0,"-1"-1"-20"0,2 5-18 16,1-1-34-16,7 2-20 0,-13 0-10 0,13 0-23 15,-11 2-18-15,8 5-26 0,-3-2 5 16,2 3-20-16,1 3-15 0,0-1-1 0,3 6-14 16,3 2-73-16,3 0-7 0,1 5 2 0,4 4-15 15,-1 2 29-15,7-1-32 0,-3-2 21 16,6 13-15-16,3-4-1 0,-2-2 9 0,0-2-9 15,-4-5-4-15,0-1 9 0,4 0-27 0,-4-1-6 16,0 0-30-16,0-4-44 0,0 2-71 16,-3-4-39-16,0-3-159 0,-4-3-396 0,-1 0 10 15,-5-3 95-15,-4-5 58 0,0 0 77 0</inkml:trace>
  <inkml:trace contextRef="#ctx0" brushRef="#br0" timeOffset="37512.49">14752 11226 837 0,'-3'-7'371'0,"0"4"-36"0,0-5-89 16,2 1-13-16,1 3-13 0,1-3-23 0,2-3-8 15,0-2-22-15,4 1-19 0,2-3-15 0,-1 2-7 16,5-3-9-16,2-3-12 0,-2 2-15 0,4 0-8 16,-3-2-16-16,3 3-22 0,-3-2-8 15,3 2-3-15,-1-2 0 0,-5 2-12 0,3 3-3 16,-4-2 5-16,1 4-10 0,-2 1-6 0,-2 1 1 15,0 0 2-15,0 1-2 0,0-1 5 16,-1 4-3-16,-2-2-15 0,-1 3 0 0,1-1 2 16,-4 4 6-16,14-1 9 0,-14 1-19 0,13 1 20 15,-6 3-6-15,4-1 1 0,1 5-8 16,-1-5 8-16,-1 4-3 0,4 1 5 0,-3 1-5 16,-1-1-10-16,3-1 5 0,-2 3 2 0,-1-2 16 15,-4-2-28-15,5 1 10 0,-4-3 0 16,-1 3 5-16,-2-2-2 0,2-2 2 0,-1-2 5 15,-5-1-5-15,3 6 6 0,-3-6 6 0,0 0-14 16,0 0 5-16,0 0 10 0,-8-22-6 0,2 13 14 16,-1 1-13-16,0-2-5 0,1-5 2 0,-5 7 5 15,7-5 13-15,-2 1-10 0,0 2-5 16,5 1 13-16,-2-1-6 0,-1-3 1 0,4 5-6 16,0-2-5-16,0 3 3 0,4-1-8 0,-1-2 8 15,4 3-8-15,0-1 10 0,2 4-10 16,-1-2 3-16,2-1 2 0,0 5-5 0,4-4 19 15,-4 2-22-15,4-2 1 0,-1 3-3 0,-3-1 12 16,2 0-9-16,1 0-6 0,-3-3 11 0,0 4-3 16,1-4 3-16,-1 3-6 0,0-3-2 15,0-1 13-15,-3 1-5 0,4-5 0 0,-5 0-3 16,4 4-3-16,-6-4 3 0,-1-1-5 0,1 3 8 16,-1-4-10-16,-3 3 4 0,0-3 3 0,-3 3-15 15,3-3 10-15,-7 3-15 0,3 2 17 16,1-2 3-16,-4 4-7 0,4 0-11 0,-4 1 10 15,0 3-4-15,7 3-4 0,-10 1 6 0,10-1-5 16,-17 8 8-16,13-1-6 0,-3 2-2 16,1 2 2-16,-1 3 8 0,4 1 3 0,-1-2 12 15,3 2-15-15,1-1-3 0,0-2-4 0,1 5 9 16,3-2 3-16,2 0-10 0,1-3 8 16,0 1-1-16,4-1-2 0,2-4-2 0,0-1 4 15,1 1 1-15,3-6-8 0,0-1-3 0,1-1 6 16,2-1-9-16,1-4 9 0,0-1-3 0,2-4 7 15,-2-3-4-15,-1 1 7 0,-3-3-8 0,0-1 6 16,-6-3-8-16,3-2 5 0,-5 2 0 16,-5-4-3-16,-1 7 11 0,0-2-13 0,-2-1 5 15,-1 6 2-15,-1-4-7 0,1 7-5 0,0-1 2 16,-3-1 6-16,0 5-4 0,3 3 6 16,-4-2-7-16,1 5-1 0,3 1 3 0,-11-1 5 15,11 1-13-15,0 0 5 0,-9 8-9 0,8-2 24 16,1-1-7-16,1 3 0 0,2 4 0 15,0 0 13-15,5 1-16 0,-2 0 11 0,4 4-8 16,0 1 10-16,1 2-12 0,2-1 10 0,1-1-6 16,0 5 3-16,3-1 3 0,-3 1 0 0,6 0 2 15,-6 1-3-15,3 1 1 0,-1-1-5 16,-1 1-3-16,-2-2 10 0,1-2-18 0,-4-4-12 16,0-1-29-16,1 1-23 0,-1-3-53 0,-3-3-39 15,3-3-30-15,-6 1-72 0,2-8-367 0,1 2-96 16,-4-6 45-16,-3 3 57 0,7-10 67 15</inkml:trace>
  <inkml:trace contextRef="#ctx0" brushRef="#br0" timeOffset="37895.49">15761 10376 980 0,'3'-7'320'0,"-3"7"-10"0,4-1-34 0,-4 1-33 15,0 0-20-15,0 0-21 0,27 8-23 16,-20 0-15-16,3 1-5 0,4 1-18 0,-1 3-16 15,1-3-12-15,-1 0-19 0,-1 3-2 0,1-4 8 16,4 1-20-16,-4 2-9 0,-2-2-12 0,3-3 0 16,-4 1-3-16,0-5-12 0,1 2-6 15,1 0 1-15,-5-5 2 0,-7 0-29 0,18-7 14 16,-12 2 0-16,1-2 2 0,-3-4-8 0,0-1 3 16,-4 1 3-16,0-3-18 0,-4-4 2 15,0 3-3-15,1-2 14 0,-1-1-3 16,-2 3 0-16,2 0 5 0,1 5 2 0,0-1-2 0,0 1 6 15,2 3-14-15,-3 0 5 0,4 5-4 16,0 2 2-16,0 0-5 0,0 0 10 0,0 0 5 16,0 0-13-16,5 13 11 0,-2-6-11 0,3 3 3 15,-2-2-3-15,2 4 1 0,-2-2-6 16,6 0 18-16,-3 2-10 0,0-1-3 0,0-2-10 16,3 1-7-16,0 0-39 0,-3-2-33 15,4 0-54-15,-1-1-74 0,0 0-126 0,1 0-489 0,-1-4 34 16,0-3 84-16,4 1 57 0,-5-1 79 15,-9 0 53-15</inkml:trace>
  <inkml:trace contextRef="#ctx0" brushRef="#br0" timeOffset="38495.11">16270 10458 573 0,'8'-2'251'16,"-5"-3"-21"-16,-3 5-20 0,6-8-13 0,-2 5 3 16,2-4 53-16,-2 0-20 0,3-1-20 15,-3-2-14-15,2 2-15 0,-3-4-9 0,1 0-22 16,2 4-2-16,-5-3-87 0,2-2-5 0,1 2-8 15,-4 0-7-15,0-2-1 0,0 3 8 0,0-3 8 16,-4 3-2-16,4 2-9 0,-3 1 3 16,2-1-10-16,-2 5-2 0,0-4-3 0,3 7-3 15,-7 0 5-15,7 0-12 0,0 0-11 0,-14 8 6 16,11-3 2-16,2 2 7 0,-2 2-12 16,3 1 5-16,0 1 0 0,0-3 1 0,0 6-4 15,4-3-10-15,-1 1 0 0,4-1 3 0,-3-2-2 16,3 1 9-16,2-2-17 0,-1 0-1 15,2 1 1-15,0-3 2 0,4-4 2 0,-1 0-9 16,-3-2-11-16,4-2 3 0,0 2-16 0,0-4 13 16,-1-2-12-16,1-2-1 0,-1 0-12 0,-6-2 2 15,4-4 0-15,-4 4 3 0,0-5-5 16,-1 7 15-16,2-3-3 0,-5 3 5 0,3-1 16 16,-2 1-7-16,-1 2-4 0,1 4-4 0,2-3 12 15,-6 5 8-15,0 0-15 0,18 6 17 0,-12-5-9 16,-2 6 9-16,6 0 11 0,-3 0-16 15,0 2 3-15,-1-2 3 0,-2 4 5 0,3-3-1 16,-3 0 1-16,-1 1 2 0,0-5 6 0,0 4 1 16,-2-1 24-16,2-1-5 0,-3-4-5 0,0-2-3 15,0 0-5-15,-4 7 3 0,4-7-3 16,0 0 0-16,0 0 0 0,-20-15-3 0,13 5-4 16,0-4-4-16,1 1-9 0,-5-7 10 0,4 2-5 15,1-7 2-15,2 6-3 0,1-2 4 16,-3 2-1-16,5 3-2 0,1-1 7 0,-4 7 0 15,8-5-7-15,-3 7-5 0,2-2-3 0,3 2-3 16,4 1 13-16,-3 2-10 0,4 1 8 0,2 4-3 16,1 0-8-16,0 4 11 0,6 1 0 15,-3 1-6-15,1-2-7 0,6 6 0 0,-5-1-20 16,5 1-6-16,-3 1-54 0,-1-3-38 0,1 0-43 16,-4 1-77-16,-3-2-136 0,3 1-384 15,-3-1 85-15,3-4 25 0,-7-3 67 0,0 0 46 16</inkml:trace>
  <inkml:trace contextRef="#ctx0" brushRef="#br0" timeOffset="38879.06">16992 10051 865 0,'-3'-8'335'16,"2"5"-107"-16,-3-4 5 0,4 2-23 16,0 5-6-16,-7-4-24 0,7 4-22 0,0 0 6 15,-10 1-8-15,10-1-15 0,-9 7-18 0,4-3 10 16,2 3-36-16,0 1 6 0,-1 0 58 15,4 5-20-15,0-3-8 0,0 1 0 0,1-1-13 16,5 5-25-16,-3-7-3 0,5 7 3 0,-1-5-16 16,2 2 0-16,2-1-12 0,-1-3-13 0,4 1-3 15,0-3-15-15,-1-2 2 0,4-2 16 16,-3-2-28-16,3-2-9 0,-3 2 4 0,6-7-6 16,-6 1 8-16,3-4-18 0,1 0-2 0,-8-1 7 15,0-3-7-15,-1-3 17 0,-4 0-12 16,1 1-8-16,-2-1 0 0,-4-1 15 0,3 3 3 15,0 0-2-15,-3 5-1 0,0-2 8 0,3 0-13 16,-2 6 3-16,-1 0-3 0,3 0 3 0,-3 6-3 16,3-1-5-16,-3 1 1 0,0 0-1 15,0 0 10-15,14 11-10 0,-10-4-10 0,-1 0 5 16,4 0 5-16,0 1-2 0,-3-1-8 0,5 2-18 16,-2-2-24-16,0-1-68 0,1 1-84 0,-5 0-239 15,6 1-427-15,-2-6 61 0,1 2 82 16,-8-4 52-16,0 0 73 0,10-6 62 0</inkml:trace>
  <inkml:trace contextRef="#ctx0" brushRef="#br0" timeOffset="39011.87">17201 9701 1126 0,'-2'-2'363'0,"-4"-4"-40"16,6 6-57-16,0 0-28 0,0 0-49 15,0 0-61-15,0 0-46 0,0 0-123 0,11 18-222 16,-1-7-416-16,0-1 47 0,4 1 49 0</inkml:trace>
  <inkml:trace contextRef="#ctx0" brushRef="#br0" timeOffset="39562.81">17494 9926 816 0,'3'-8'287'0,"1"-2"-24"0,-1 1 70 15,0-6-31-15,1 0 3 0,-3 2-52 0,2-3-30 16,0 0-16-16,-3 0-15 0,0 2-23 0,3 2-2 15,-3-1-19-15,0 2-23 0,-3 3-2 0,3 1 0 16,-3-1-20-16,0 5-22 0,3 3 9 16,0 0 0-16,0 0-24 0,-18 11 3 0,11-3 0 15,1 9-10-15,1-4-13 0,-1 0 0 0,3 4-7 16,2 0-11-16,1-1 8 0,0 3-5 16,1-4-8-16,5 0 12 0,-3 0-12 0,5 2 0 15,-1-6-7-15,2 2 17 0,2-4-18 0,-1 1 11 16,4-4-8-16,0-4-8 0,2 0 0 0,-1-2-20 15,4-2 18-15,-1 0-6 0,3-6 4 0,-4-1 4 16,3-5-8-16,-6-1-4 0,3-2 20 16,-4-1-3-16,1-1 6 0,-7-5-14 0,0 0-7 15,-4-1 3-15,0 5-13 0,1-1 2 0,-4 4 10 16,1 0-2-16,-1 1 3 0,0 5 12 16,0-3-25-16,0 5-5 0,0 1 7 0,0 0 6 15,3 4-1-15,0-1 0 0,-3 5-4 0,10 2 17 16,-10-2-5-16,21 8-15 0,-8 0 7 15,1 1 8-15,0 4 1 0,6-1-6 0,-6 3 7 16,3 0-14-16,-3 3 9 0,0-1 8 0,-1-2-10 16,-3 3-2-16,1-1-1 0,-5-2 1 0,-2 3 12 15,-4-3 3-15,-3 1 5 0,2-5-11 16,-5 4 4-16,-5-4-19 0,4 3-13 0,-6-4 32 16,-1-2-63-16,1-1 32 0,-2-2-13 0,5 0 12 15,-3-5-4-15,-1 1 45 0,4 2-20 0,-4-3 15 16,4-3-22-16,0 3 2 0,10 0 5 15,-14-1-6-15,7-1-1 0,7 2-62 0,-10-5-54 16,10 5-77-16,-3-3-197 0,3 3-501 0,0 0 128 16,0 0 45-16,0 0 80 0,0 0 46 15,0 0 59-15</inkml:trace>
  <inkml:trace contextRef="#ctx0" brushRef="#br0" timeOffset="39695.71">18048 9931 1064 0,'0'0'364'0,"-3"-6"-52"0,3 6-43 16,-1-6-144-16,1 6-178 0,0 0-608 0,0 0 70 15,0 0 56-15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5:19:04.8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8750 2548 622 0,'0'0'266'0,"0"0"-36"0,0 0-15 16,0 0-10-16,0 0-31 0,0 0-18 15,0 0-2-15,0 0-14 0,0 0-88 0,-7 15 9 16,7-8-15-16,0 0 8 0,3 4-11 0,-3-1 16 15,3 5-25-15,-3 0-1 0,1 2-8 16,2 2 24-16,-3 2-21 0,3 4 75 0,0 1-6 16,-2 1-13-16,3 1-12 0,-1 6 0 15,0-1-3-15,0 4-3 0,-2-1-9 0,2 4 9 16,0 10 1-16,0-7-8 0,1 10 0 0,-4-9-8 16,3 9-10-16,1 0 7 0,-4 5-4 0,1-5-80 15,-1 3 13-15,3-2 8 0,0 3 9 16,0-2-9-16,-3-2 10 0,4 5 0 0,2-2 13 15,-3-2-8-15,1 3-6 0,3 1 12 0,-3-2-9 16,2-2 8-16,1 3-15 0,-1-4 12 16,2 2 4-16,-1 2-1 0,0 1 7 0,2 0-9 15,-1-6 7-15,-1 5-2 0,2 0 2 0,-2-1-5 16,1-1 3-16,-2-3-8 0,1 3-8 16,-1 2 1-16,2-3 12 0,-1 2-5 0,-1 0 5 15,-2-1-3-15,2 2 6 0,-2 0-8 0,3 0 5 16,0-3-7-16,-4 1 4 0,1-3 11 0,-1 2-13 15,0-11 15-15,1 7 1 0,3 1-6 0,-4-7 3 16,1 7-8-16,-1-6-5 0,0-8 2 16,-2 2-2-16,2 12 6 0,0-8 1 0,4 12 1 15,-7-12-3-15,4-2-8 0,-4-5 16 16,3 4-23-16,0 0 10 0,-3-3 5 0,0 3 5 16,1 1-2-16,2 0-3 0,-3-5 3 0,3 19-3 15,0-12 0-15,-3-8 0 0,0 5 0 16,1-5 3-16,-1 3-3 0,0-1 5 0,2 3 1 15,-1-5-16-15,2 5 7 0,-3-5 3 0,0 5-2 16,4-7 4-16,-4 1 6 0,3 0-10 0,-3-2 7 16,0-5-5-16,0 4 13 0,1-3-5 0,2 1-8 15,-3-2-5-15,0-2 69 0,3 1 0 16,-3-1 0-16,0-1-12 0,0-5-4 0,0 3-4 16,3-3-11-16,-3 2 6 0,0-3-18 0,0-1 4 15,0 1-2-15,0 0 3 0,-3-1-10 16,3-1-32-16,0 1-17 0,-3 0-123 0,-4 1-23 15,3-3-443-15,0 2-212 0,1-2 92 0,-3-4 56 16,2 0 82-16,1-5 66 0</inkml:trace>
  <inkml:trace contextRef="#ctx0" brushRef="#br0" timeOffset="765.95">8681 7529 952 0,'0'0'274'0,"0"0"-13"0,0 0-21 0,0 0-32 15,0 0-11-15,17-12-3 0,-9 10-40 0,4-2-6 16,-1 1-9-16,6-2-22 0,4 2-9 0,2-4-3 16,4 4-11-16,1-4 1 0,0 2-16 15,9 1-12-15,4-3-6 0,0 1 9 0,14-2-17 16,4 1 65-16,2 2-16 0,0-3-20 0,4 0 3 15,3 1-6-15,0 0-10 0,1 0-2 16,6 2-8-16,-3-3-11 0,-1 0 11 0,2 0-5 16,-2 0-18-16,5 1 5 0,12-2 10 0,1 0-23 15,3 0-2-15,1 1-1 0,-1-1-2 0,0 0-12 16,-3-2 12-16,-13 6 0 0,-1-3-3 16,17 0-10-16,0-1-4 0,-3 1 9 0,4-1-7 15,2 1 2-15,-3 0 5 0,1 0 6 0,-1 0-3 16,-13 2-13-16,13-2-8 0,-3 1 16 15,4 2-16-15,3-2 3 0,2-1-2 0,-2 3 2 0,3 0-13 16,-4 0 16-16,1-3 17 0,-17 6-17 16,14-3-9-16,-11 2 9 0,17 1 5 0,0-3 12 15,0 3 6-15,1 0-6 0,-5-2 1 0,-13 2 2 16,0 1-10-16,17 1-1 0,-3-4-4 16,-11 4-3-16,14-2 3 0,0 4 10 0,-2 1 0 15,-13-2-13-15,-1-1 8 0,-1 0-8 0,-1 1-10 16,2-1-1-16,2 0 12 0,-6 2-14 0,3-2 8 15,0 1-13-15,0 2 28 0,-3-1-2 16,-1-1-8-16,-2 0 1 0,-1-1-4 0,3 4-2 16,-6-3-2-16,1 0 2 0,1 1 0 0,-6 0 0 15,0 1 10-15,1-2-3 0,-7 2-14 0,3-3 25 16,-3 1-18-16,-8 2 10 0,-6-1-5 16,0-2 0-16,-4 0 11 0,4 1-1 0,-4 0-2 15,-3-1-6-15,-3 4-4 0,-4-4 7 0,-3 0 0 16,0 1-17-16,-7 0-14 0,-1-1-2 0,-2 0-107 15,-7 0-1-15,3 1-35 0,-7 0-67 16,1 4-143-16,-1-5-490 0,-4 0 45 0,-2-3 119 16,-4 3 80-16,7-4 54 0,-7 2 41 0</inkml:trace>
  <inkml:trace contextRef="#ctx0" brushRef="#br0" timeOffset="1049.82">16273 6942 1031 0,'0'0'330'15,"11"-6"-10"-15,-7 4-46 0,-4 2-87 16,13 0-21-16,-13 0 8 0,17 2-30 0,-10 2-3 16,3-1-21-16,4 5 18 0,-1 1-10 15,-2 0-33-15,5 6 7 0,-4 1-15 0,1 1 3 16,0 2-19-16,-2 4-7 0,-1 0 29 0,-4-2-29 15,2 4 43-15,-1 0 1 0,-4 1-6 0,0 2-15 16,-6-2-8-16,0 1 8 0,-1 5-23 0,-7 0-5 16,1-5-5-16,-10 14-13 0,-3-5-5 0,-2 3-41 15,-9-6-31-15,-4 0-87 0,-3 0-69 16,-6-6-269-16,-5 4-394 0,-2-6 103 0,-1-6 58 16,-4-1 59-16,-2-4 72 0</inkml:trace>
  <inkml:trace contextRef="#ctx0" brushRef="#br0" timeOffset="2049.05">8605 2563 650 0,'0'0'220'0,"0"0"-26"16,-13 8-12-16,10-2-13 0,-3 5-18 16,2 2-15-16,-3 2-13 0,3 2-6 0,-2 1 50 15,2 4-11-15,-3 1-5 0,0 1-18 0,0 0-15 16,-2-1-18-16,2-1-6 0,-1 0-9 16,2 0-6-16,2-5-10 0,-2 0-2 0,2-1-8 15,1-3-3-15,-4-1 0 0,6-1-2 0,-2-2 7 16,0 1 3-16,0-3 3 0,2-1-3 0,1-1-10 15,-3-1-11-15,3-4 8 0,0 0 1 16,0 0-9-16,0 0 3 0,-6-14-7 0,5 6-91 16,1-4 19-16,1-1-8 0,-1-5 5 0,3-2 21 15,0-4-6-15,0-4 16 0,1-4-2 16,2-1-19-16,2 1 18 0,-2 1-4 0,4 2 1 16,1 1 6-16,-4 6-13 0,3 1 18 0,0 2-12 15,1 6-4-15,-1 0-2 0,4 4 0 16,-1 3 6-16,0 4 6 0,5 4 4 0,-1 2 15 15,4 5-13-15,3 3 0 0,6 1-5 0,-2 3 7 16,6 8 6-16,-3-2 5 0,-1-5-11 0,-2 2 6 16,-1-2-24-16,7 8 4 0,-3-5-52 15,-7-1-23-15,0-1-62 0,-1 0-86 0,-1-2-326 16,-2 0-158-16,-3-3 61 0,-3-2 54 0</inkml:trace>
  <inkml:trace contextRef="#ctx0" brushRef="#br0" timeOffset="2649.16">7036 2479 967 0,'0'0'251'0,"0"0"-8"0,0 0-15 0,0 0-18 15,0 0-34-15,21 16-2 0,-14-7-15 0,4 4-18 16,2-1-16-16,1 3-9 0,-1-1 1 16,-2 1-25-16,3 0-10 0,2-1-2 0,-2 1-9 15,-1-1-7-15,2 0-5 0,-5-3-18 0,3-1 0 16,1 0-31-16,-1-1-28 0,-1-2-28 16,1 1-36-16,1-4-12 0,-4 0-24 0,3-2-15 15,-5-1 0-15,2-2-8 0,-1-1 16 16,2 0 38-16,-4-3-6 0,-1-1 14 0,-2-1 20 15,2-4 13-15,-5 0 36 0,2-2 7 0,-3-2 37 16,0-3 17-16,0-1 13 0,-4-1 5 0,1 2 5 16,3-4 16-16,-3 2-6 0,-1 3 6 0,4 2 10 15,-3-1-6-15,0 4 4 0,0 1-16 16,2 0-16-16,-1 3-15 0,2 3-7 0,-1 0-8 16,1 5 7-16,0 0 3 0,0 0-7 15,0 0-1-15,7 27 8 0,-7-9-20 0,3 4 2 16,0 4-5-16,-2 2 5 0,2 1 5 15,-3 6-10-15,3 0-5 0,-3 1-5 0,3 0 10 16,-3 2-2-16,1 0-14 0,2 1-27 0,1 14-49 16,0-1-80-16,2 1-616 0,0-1 10 0,1-2 99 15,-4-10 65-15,5-5 64 0</inkml:trace>
  <inkml:trace contextRef="#ctx0" brushRef="#br0" timeOffset="3615.63">17023 7675 1052 0,'-1'-6'340'0,"1"6"-25"0,0 0-36 15,0 0-3-15,0 0-30 0,17 17-21 0,-9-9-12 16,5 5-93-16,3-2-15 0,-1 4-15 0,6 3-1 16,-2 0-12-16,2 4-5 0,3-2 58 15,-4 1-33-15,4-2-15 0,-3 4-20 0,-1-4-85 16,4 4-11-16,-3-4-78 0,-3 3-119 0,1-3-539 15,-1-1 15-15,-5-1 110 0,-3-4 43 16,1-4 62-16</inkml:trace>
  <inkml:trace contextRef="#ctx0" brushRef="#br0" timeOffset="3865.51">17340 7600 842 0,'-3'-4'343'0,"3"4"-21"0,0 0-22 0,0 0-32 16,0 0-30-16,-18 11-10 0,11-3-15 0,-2 2-29 15,2 5-15-15,-7 1-15 0,4 3-1 16,-7 6-15-16,3-1 11 0,-10 10-101 0,0 1-7 16,1 0 3-16,-1 2-18 0,-1-2-6 0,1-2 11 15,-3 2-6-15,7-7-9 0,2 0 4 0,-2-6-5 16,6 6 1-16,-3-8-34 0,3 5-8 0,-3-1-71 15,7-6-108-15,-3 4-437 0,2-2-108 16,-2 1 36-16,3-5 97 0,-4-6 41 0</inkml:trace>
  <inkml:trace contextRef="#ctx0" brushRef="#br0" timeOffset="4884.34">9313 6891 839 0,'-3'-5'302'0,"3"5"-31"0,-4-8-56 0,1 5-58 16,3 3-70-16,-3-8-28 0,3 8-95 0,3-8-90 16,-3 3-171-16,3 4-297 0,1-2 31 15</inkml:trace>
  <inkml:trace contextRef="#ctx0" brushRef="#br0" timeOffset="5082.39">9632 6919 527 0,'10'9'179'15,"4"-2"-25"-15,-4-1-55 0,0-3-76 0,1 3-102 16,-1-3-325-16</inkml:trace>
  <inkml:trace contextRef="#ctx0" brushRef="#br0" timeOffset="5248.78">10029 6907 703 0,'0'0'233'0,"0"0"-53"0,9-4-29 0,-9 4-59 16,4-7-74-16,2 3-123 0,-3 2-330 0,5-4-88 16</inkml:trace>
  <inkml:trace contextRef="#ctx0" brushRef="#br0" timeOffset="5415.28">10161 6473 995 0,'-3'-5'325'0,"0"3"-35"0,0-3-63 0,3 5-55 15,-1-8-65-15,1 8-78 0,0-5-60 16,0 0-133-16,0 5-461 0,0-5 16 0,0 5 74 16</inkml:trace>
  <inkml:trace contextRef="#ctx0" brushRef="#br0" timeOffset="5598.88">9718 6407 895 0,'0'0'338'0,"-11"-4"-56"0,11 4-75 0,-7-3-87 16,7 3-45-16,-4-4-37 0,4 4-97 0,1-5-314 15,-1 5-252-15,6-6 64 0</inkml:trace>
  <inkml:trace contextRef="#ctx0" brushRef="#br0" timeOffset="5798.45">9959 5946 1003 0,'0'0'315'0,"0"-10"-64"0,0 10-67 15,0-7-46-15,0 7-46 0,5-4-82 16,1 0-173-16,-3 1-457 0,1 1 14 0,2-3 91 16</inkml:trace>
  <inkml:trace contextRef="#ctx0" brushRef="#br0" timeOffset="5965.91">10162 5843 785 0,'3'7'231'0,"-3"-4"-39"0,3 4-59 16,3 0-79-16,-2 1-90 0,3-4-346 15,0 3-191-15</inkml:trace>
  <inkml:trace contextRef="#ctx0" brushRef="#br0" timeOffset="6131.82">10362 6110 696 0,'5'3'248'0,"-5"-3"-20"0,0 0-31 0,0 0-8 15,0 0-20-15,0 0-10 0,13-2-36 0,-13 2-36 16,10-2-23-16,-2-4-69 0,1 3-146 16,1-3-456-16,2 3 13 0,1-4 87 0</inkml:trace>
  <inkml:trace contextRef="#ctx0" brushRef="#br0" timeOffset="6315.85">10774 5836 1003 0,'3'-2'302'0,"-3"2"-38"0,0 0-29 0,3-6-25 15,-3 6-26-15,7-2-38 0,-7 2-79 16,14-1-39-16,-4-1-82 0,0 0-117 0,1 1-152 16,2-2-299-16,1 2 15 0,-1-5 49 0</inkml:trace>
  <inkml:trace contextRef="#ctx0" brushRef="#br0" timeOffset="6465.74">11125 5553 1085 0,'-3'-6'266'15,"3"6"-59"-15,0-11-51 0,0 4-84 0,3 0-62 16,0 1-120-16,-2-3-455 0,6-2-24 0,-4 1 85 15</inkml:trace>
  <inkml:trace contextRef="#ctx0" brushRef="#br0" timeOffset="6648.62">11063 5011 808 0,'-3'-4'331'0,"0"-2"-27"0,-1 1-35 0,1 1-36 16,0-2-21-16,3 6-53 0,-3-8-59 16,-1 5-85-16,3-1-133 0,-2 0-401 0,3 0-126 15,0 4 71-15,-6-4 52 0</inkml:trace>
  <inkml:trace contextRef="#ctx0" brushRef="#br0" timeOffset="6817.36">10811 4936 742 0,'-7'0'205'0,"7"0"-88"0,-7 6-73 0,3-5-213 15,1 6-389-15</inkml:trace>
  <inkml:trace contextRef="#ctx0" brushRef="#br0" timeOffset="7016.09">10626 5311 962 0,'0'9'261'0,"0"-9"-41"0,3 5-30 0,1-2-50 16,-4-3-65-16,8 6-73 0,-2-6-109 16,1 1-454-16,-1-2-5 0,-6 1 42 0</inkml:trace>
  <inkml:trace contextRef="#ctx0" brushRef="#br0" timeOffset="7216.35">10670 4416 673 0,'-6'-5'199'0,"2"0"-45"15,4 2-59-15,0 3-85 0,-3-8-66 16,0 4-157-16,6-2-342 0</inkml:trace>
  <inkml:trace contextRef="#ctx0" brushRef="#br0" timeOffset="7698.86">10312 2817 586 0,'0'0'222'0,"-7"-3"-25"16,7 3-28-16,0 0-43 0,-7-3-55 0,7 3-47 16,0 0-55-16,0 0-15 0,-7-1-82 0,7 1-57 15,-6-2-352-15</inkml:trace>
  <inkml:trace contextRef="#ctx0" brushRef="#br0" timeOffset="7881.82">10328 2700 711 0,'0'0'128'0,"0"0"-46"0,0-4-62 0,0 4-127 16,5-2-390-16</inkml:trace>
  <inkml:trace contextRef="#ctx0" brushRef="#br0" timeOffset="8065.34">10701 2492 478 0,'0'0'161'0,"7"-3"-71"0,-7 3-72 0,10-1-80 15,-6 1-137-15</inkml:trace>
  <inkml:trace contextRef="#ctx0" brushRef="#br0" timeOffset="8264.86">11026 2448 816 0,'0'0'269'0,"0"0"-29"16,7-2-14-16,-7 2-34 0,0 0-31 0,0 0 10 15,14 6-35-15,-11-2-21 0,1 1-41 16,2 1-43-16,1 0-33 0,0 2-65 0,-3 0-5 16,2 1-114-16,-2 1-447 0,2 1 39 0,-2-2 42 15</inkml:trace>
  <inkml:trace contextRef="#ctx0" brushRef="#br0" timeOffset="8465.43">10698 2863 831 0,'0'0'261'0,"-10"-2"-20"0,10 2-26 16,-7-1-36-16,7 1-56 0,0 0-28 15,0 0-8-15,-14 1-54 0,14-1-56 0,-4 5-36 16,1-1-120-16,0 1-451 0,0-2 47 0,0 2 58 15</inkml:trace>
  <inkml:trace contextRef="#ctx0" brushRef="#br0" timeOffset="8648.41">10695 3001 852 0,'0'0'302'15,"0"0"-44"-15,0 0-12 0,3 5-26 0,-3-5-15 16,7 4-21-16,-7-4-43 0,4 6-46 0,2-2-34 16,-3 1-53-16,1-1-77 15,2 3-100-15,-2 2-494 0,0-1 20 0,0 2 75 0</inkml:trace>
  <inkml:trace contextRef="#ctx0" brushRef="#br0" timeOffset="8831.59">10698 3319 622 0,'-3'2'189'15,"3"-2"-12"-15,0 0-16 0,-1 5-20 0,1-5-11 16,0 0-25-16,0 0 0 0,0 0-3 16,0 0-43-16,0 0-48 0,25-12-63 0,-16 7-65 15,2-3-308-15,2 1-149 0,-3-3 37 0</inkml:trace>
  <inkml:trace contextRef="#ctx0" brushRef="#br0" timeOffset="8998.36">10985 3013 885 0,'0'0'246'0,"0"0"-13"16,0 0-26-16,0 0-30 0,0 0-11 0,0 0-17 15,0 0-42-15,0 0-61 0,14 7-53 0,-11-2-111 16,0-3-504-16,-3-2 18 0,8 6 48 16</inkml:trace>
  <inkml:trace contextRef="#ctx0" brushRef="#br0" timeOffset="9181.67">11162 3161 494 0,'0'5'217'0,"1"0"-22"0,3 2-24 0,-1 0-15 16,0 2-46-16,1 1-66 0,2 5-149 0,-5 0 0 16,2 1-433-16,0-2 21 0</inkml:trace>
  <inkml:trace contextRef="#ctx0" brushRef="#br0" timeOffset="9365.29">10978 3678 655 0,'-13'-1'258'16,"13"1"-22"-16,-7-2-31 0,7 2-44 0,-7 0-66 15,7 0-42-15,0 0-78 0,-11 0-121 0,5 0-438 16,6 0 42-16</inkml:trace>
  <inkml:trace contextRef="#ctx0" brushRef="#br0" timeOffset="9552.35">10644 3613 739 0,'0'0'228'15,"-8"8"-33"-15,5-2-32 0,3 1-40 0,-3 1-33 16,3 0-62-16,-1 2-28 0,1 1-77 0,0 2-38 16,0-1-62-16,-3 1-178 0,3-1-152 0</inkml:trace>
  <inkml:trace contextRef="#ctx0" brushRef="#br0" timeOffset="9751.24">10719 3970 770 0,'0'0'312'16,"0"0"-43"-16,6 1-13 0,-6-1-31 0,0 0-33 15,0 0-61-15,18-3-39 0,-9 2-79 0,1 0-108 16,-2-2-235-16,2 0-297 0,3-1 53 0,-2 1 37 16</inkml:trace>
  <inkml:trace contextRef="#ctx0" brushRef="#br0" timeOffset="9932.09">11081 3789 1126 0,'7'-1'315'0,"-7"1"-34"16,0 0-30-16,0 0-33 0,0 0-42 0,0 0-22 15,0 0-39-15,6 7-28 0,-5-2-64 16,-1-5-54-16,3 9-68 0,0-1-181 0,1 0-421 16,-1 2 66-16,1 0 52 0</inkml:trace>
  <inkml:trace contextRef="#ctx0" brushRef="#br0" timeOffset="10115.29">11183 4026 975 0,'3'5'304'0,"-3"-5"-35"0,0 0-26 0,0 0-17 15,1 5-47-15,-1-5-15 0,0 0-47 0,0 0-45 16,0 6-5-16,0-6-75 0,-1 8-43 0,-2-5-141 15,3 3-269-15,-3 1-159 0,3-2 14 16,-6 2 63-16</inkml:trace>
  <inkml:trace contextRef="#ctx0" brushRef="#br0" timeOffset="10315.34">10952 4375 893 0,'0'0'391'0,"0"0"-48"0,-8 1-40 16,8-1-24-16,0 0-31 0,0 0-31 15,0 0-43-15,-13 0-48 0,13 0-60 0,0 0-60 16,0 0-83-16,-4 3-269 0,1 2-365 0,3-3 25 16,0-2 89-16,-7 6 93 0</inkml:trace>
  <inkml:trace contextRef="#ctx0" brushRef="#br0" timeOffset="10514.62">11019 4613 1110 0,'0'0'354'0,"-3"9"-42"15,0-5-28-15,3 1-36 0,0-5-25 0,0 11-16 16,-4-3-22-16,8-4-14 0,-4 3-20 15,0 0-25-15,0 1-21 0,0 0-31 0,0-4-31 16,3 3-30-16,-3-1-23 0,0 2-87 0,-3-4-323 16,3 3-348-16,0-1 82 0,-5-1 56 0,-1 0 67 15</inkml:trace>
  <inkml:trace contextRef="#ctx0" brushRef="#br0" timeOffset="21914.03">8527 6550 317 0,'0'0'92'0,"0"0"-15"0,-6 1-13 16,6-1 8-16,0 0-1 0,0 0 11 15,0 0-15-15,0 0-1 0,0 0 11 0,0 0-3 16,0 0 0-16,0 0-7 0,0 0-8 0,0 0 0 15,0 0-3-15,0 0 8 0,0 0-26 0,0 0-4 16,0 0-9-16,0 0 14 0,0 0-11 16,0 0 3-16,0 0 22 0,0 0-30 0,0 0 0 15,0 0-5-15,10-13 8 0,-4 11-6 0,-6 2 1 16,11-7 2-16,-7 4-8 0,2 0 3 16,1-3-5-16,-1 0 23 0,5 2-26 0,-4-3 8 15,0-1-10-15,3 2 4 0,1-2 6 16,1-2-5-16,-1 3-26 0,-1-1 24 0,1-2-6 15,2 2 0-15,-3-1 3 0,1 0-6 0,3 1-7 16,-5-1 15-16,2-3-15 0,0 2 13 16,-1 1-3-16,3 0 0 0,-3-1 10 0,1 1-20 0,3 0 13 15,-4-4-13-15,3 4 10 0,-2-1 3 16,2-2 7-16,1 2-18 0,-1-1 6 16,2-3 17-16,1 2-14 0,-2-1-9 0,3-2 8 15,0 3-13-15,-3-3 14 0,3 4-9 0,0-3 18 16,0 1-15-16,-4 0-7 0,2-1 12 15,1 2-10-15,-1-3 5 0,-2 5-3 0,1 1 3 16,2-5-10-16,-5 3 5 0,3 2 46 0,-1-4-46 16,1 3-21-16,-1 1-5 0,-2 0 24 0,2-3 7 15,-2 3-23-15,3 0 28 0,-1 0-23 16,1-1 20-16,-4 1-2 0,3-1 0 0,2-1 5 16,-2 1-25-16,1 0 23 0,-1 0 9 0,2-3-7 15,1 2-17-15,2-2-6 0,-2 2 13 16,2 0-3-16,2-3 3 0,-3 3 7 0,0-3 9 15,3 0-1-15,-2 2 0 0,3-2-7 0,-4 2 2 16,6-3 8-16,-6 0-26 0,4 4 20 16,-3-5-1-16,4 0 11 0,-4 2-9 0,3-2 0 15,-1 3 2-15,-2-2 0 0,2 1-10 0,0 2 16 16,-3-2-16-16,0 3-11 0,-2-3 47 0,1 3-31 16,1-1-7-16,-6 1 7 0,3 3 5 15,-1-3-7-15,1 1-19 0,-4-1 11 0,3 0 8 16,1 1-1-16,-3-2 9 0,3 2-6 0,-1-1-3 15,0-3 6-15,1 3-11 0,-4 1-9 16,5-5 4-16,1 2 26 0,-2 2-28 0,-1-3 20 16,-2 3-10-16,3 2 0 0,2-7-8 0,-2 7 18 15,-1-5-17-15,2 1 4 0,1-1-12 16,-2 3 20-16,3-3-5 0,-3 5 10 0,-1-5-2 16,5 1-8-16,-2-1 8 0,-1 0-6 0,1 2 21 15,2-2-2-15,-1-1 7 0,0 3-5 16,1-3-10-16,1 4-1 0,-1-3 1 0,-2 3 18 15,5-3-11-15,-4 0 16 0,4 1-13 0,-1 0-7 16,0 1-9-16,-2-4 9 0,3 5-6 0,-2-4 0 16,2 2 6-16,-3 1 1 0,2-2-22 0,-2 2 5 15,1-3 11-15,2 0 4 0,-4 1 3 16,3 1-3-16,1-4 13 0,0-3-5 16,-1 2-2-16,1 0-3 0,0 0 0 0,-2 0-6 15,2 2 14-15,-3-1-8 0,-1 1 0 0,3 1 5 16,-3 0 0-16,0 0-3 0,0 1-12 15,0 0 8-15,1-3-1 0,-1 6-5 0,3-4 3 16,-3 1-16-16,0 2 3 0,0-2 5 0,0 0-5 16,1 1 3-16,-2 1-3 0,2-1 10 0,-2-1-10 15,5 2 23-15,-4-2-12 0,1 2 1 0,2-1-1 16,-3 1-6-16,4-1-3 0,-1 1-12 16,0-3 20-16,1 2 3 0,-4 1-8 0,4-1-13 15,-1 0 16-15,0 1-5 0,1-1 10 16,0-1 7-16,-1 3-23 0,4-5 11 0,-3 2-5 15,0 0-16-15,2-1 8 0,-5 0 0 0,5 1 5 16,-6 2 7-16,4-4-9 0,3-1 9 16,-7 3 9-16,4-3 15 0,-1 2-29 0,0 3-2 15,-2-5 13-15,1 3-18 0,-4-3 15 0,6 2-13 16,-2-3 9-16,-1 3-9 0,6-2 11 0,-7 2-11 16,3 0 18-16,-3-1-7 0,4 0-13 0,-4-1 10 15,3 1-7-15,1-1 14 0,-4 1-9 16,3 1 12-16,-2 0-40 0,2-2 35 0,1-2-10 15,0 2 10-15,2-1 0 0,-2 1-2 16,0 1 5-16,3-4-5 0,-4 2-3 0,7-1-5 16,-3 2 10-16,0-1 0 0,-1 1 0 0,1-2-2 15,1 1 0-15,-4 1 2 0,2 0-5 0,1 1-5 16,0-1 10-16,-3 0 1 0,2 1-1 16,-2-1 0-16,3 0-2 0,0 1 5 0,-4-1-11 15,1 2 3-15,0-2 0 0,-2 3-10 16,2-2 8-16,0-4 15 0,-1 6-18 0,4-2 0 15,-3-1 5-15,-4 3-15 0,7-3 12 0,-3 2 1 16,-2 3-16-16,2-6 18 0,0 4-2 0,-1 0-11 16,1 1 3-16,0 1 2 0,-2-1 8 0,-1-1-5 15,3 3 0-15,-4-3 8 0,3 3 0 16,1-3 10-16,-4 3-23 0,3-1 2 0,-3 1 6 16,0-2-3-16,3 1-6 0,-2 1 1 0,0-2 10 15,1 2-5-15,-1 0 3 0,3-1 5 16,-1-1 2-16,1 2-5 0,2-1 13 0,-3 0-16 15,-2-1 4-15,6 1 1 0,-7 1-4 0,4-1 15 16,-2 0-26-16,2 1 8 0,0-3 0 16,0-1 8-16,-1 2-11 0,0 0 6 0,2-3 2 15,-3 3-5-15,5-3 0 0,-7 2 8 16,4-1-3-16,0 2 0 0,-2 0 8 0,-1-1-6 0,0 0-4 16,1 0 2-16,-1 0 0 0,-1 1 0 15,3 0-2-15,1-5-3 0,-1 2 2 0,1 0 1 16,3-1-11-16,0 0 16 0,-1 1-8 0,1-1 10 15,0 2-10-15,1-2 5 0,-2 1-10 16,4 1 8-16,1-1 9 0,-1 0-19 0,-2 3 17 16,2-4-15-16,0 4 5 0,-4-3-10 0,2 2 10 15,-1 2 5-15,0-4 2 0,0 1-1 16,-1 0 4-16,2 0 0 0,-1-1 64 0,-3 3 8 16,2-2-13-16,-2 2-2 0,2 0 5 0,-2-2 4 15,2 3-76-15,-5-2-12 0,2 3-6 0,-2-2 20 16,2 1-9-16,-3 0 7 0,1 2 5 0,-2 0-5 15,-2 1 2-15,-1 0-2 0,1 2 13 16,-7 1-5-16,3-1-8 0,-3 2-16 0,1 0-20 16,1 3-35-16,-5-3-67 0,-1 5-72 0,-3 0-156 15,0 0-395-15,0 0 42 0,0 0 74 16,-13 12 69-16</inkml:trace>
  <inkml:trace contextRef="#ctx0" brushRef="#br0" timeOffset="34996.37">20537 1663 890 0,'0'0'264'0,"-4"-7"-26"0,4 7-31 15,-3-5-12-15,3 5-24 0,0-5-20 0,0 5-18 16,0 0-7-16,-3-5-8 0,3 5-11 16,0 0 1-16,0 0-26 0,0 0-8 0,-8-2-13 15,8 2 8-15,0 0-12 0,-10 11-1 0,4-4-2 16,2 2-6-16,-3 2-4 0,0 1-6 16,0 2-4-16,1 2-6 0,-2 0 0 0,2 0 5 15,-1 0-7-15,4 2-3 0,-1-1 0 16,1 1-16-16,0 0 9 0,3-4-6 0,0 3 5 15,3-3-4-15,0 3-6 0,0-3 10 0,1 2-15 16,-1-2-5-16,4-2-56 0,0-1-1 0,-3-2 11 16,5 0 5-16,-2 0-16 0,0-3 22 0,1-1 11 15,1-2-6-15,-2 0 35 0,1-1-21 16,2-2 13-16,-1 0-4 0,-9 0-6 0,18-7 0 16,-8 2 18-16,0-1-11 0,1-1 6 15,-1-4 5-15,-1 1 0 0,-1-2 5 0,-1-2 11 16,0-1-1-16,-1-3-15 0,-2 1 13 0,3-4 2 15,-4-3-7-15,0 4-3 0,-2-1 5 0,-1-1-10 16,-1 2 13-16,-2-2 13 0,0 2-13 0,-1-3 7 16,1 1-5-16,-4 4-4 0,4 1 14 15,-4-1 9-15,0 3-11 0,0 1 69 0,0 0-8 16,1 3 6-16,-4-1-13 0,5 1-6 16,-2 4-17-16,-2 1-5 0,2 0-8 0,1 2 0 15,-2 2 2-15,1 1-2 0,7 1-10 0,-16 3 5 16,5 2-16-16,4 3 1 0,-7 2 7 15,7 1 2-15,-3 2-17 0,4 2 3 0,-2-2-9 16,5 2-7-16,-1 0 10 0,1-1-2 0,0 1 5 16,3-1-13-16,0 0 8 0,3-3-3 0,1 1 0 15,-1 1-3-15,4-2 6 0,0 1-5 16,0-1 4-16,2-3-7 0,3 0 5 0,-2 1 1 16,4-3 1-16,2-1-7 0,-1-1 3 0,1-1-8 15,2 1-26-15,-2-3 8 0,1 2-31 16,3-3-28-16,-2 1-25 0,3 0-60 0,-5 1-40 15,2-1-87-15,-1 1-349 0,0-2-99 0,-1 1 94 16,-4 2 54-16,1-1 57 0</inkml:trace>
  <inkml:trace contextRef="#ctx0" brushRef="#br0" timeOffset="35430.05">20899 1871 593 0,'-7'2'228'0,"7"-2"-23"16,-7 5-5-16,4-1-19 0,2 2-17 16,-5-2-15-16,0 4-9 0,1 0-9 0,2 3-8 15,0 0-11-15,-1 0-19 0,1 1-91 16,0 1 16-16,-1 1-10 0,4 0 17 0,-3 0-17 16,3-1-5-16,-3 1 14 0,3-1-14 0,3 0 10 15,0 1-11-15,0-1 4 0,-2-1 9 16,5-1-10-16,-2-1 0 0,6 0 10 0,-3-2-7 15,0-1 5-15,2 2-3 0,-1-4-7 0,2-2 20 16,3 0-23-16,-2-2 18 0,-1-1-8 0,3 0 8 16,-2-3-3-16,2 0 3 0,-1-2-20 15,-3-1 12-15,1-2 0 0,1-1 8 0,-4-1 5 16,0-2-15-16,2-1 17 0,-5 0 11 0,3-1 0 16,-4-2-5-16,-2 3 7 0,-1-1 0 15,0 0 3-15,0 2 3 0,-4 1 25 0,1-2-25 16,-1 2-1-16,0 0 1 0,-2 1-6 0,2 2 3 15,-5 1-13-15,5-1 5 0,-7 2-10 16,2 2-7-16,2-1-1 0,-4 3 11 0,4 1-8 16,-3-1 0-16,-1 2-3 0,2 3-15 0,-1-1 0 15,-1 3-8-15,1-1-25 0,0 2-13 0,3 1-28 16,-1 1-54-16,-1 0-46 0,5 4-123 16,1-3-44-16,3 1-363 0,3 1 77 0,1-3 41 15</inkml:trace>
  <inkml:trace contextRef="#ctx0" brushRef="#br0" timeOffset="35695.31">21429 2048 665 0,'-4'10'276'0,"-3"1"-27"0,3 0-27 16,-2 1-30-16,-1 2-12 0,1 1-17 0,3 2-22 15,-2-2-23-15,-1 1 5 0,2 1-21 16,1-1-7-16,0 2-36 0,-1 0-49 0,4-3-5 16,-3 3-25-16,3-3-85 0,0-1-110 0,3-1-389 15,-3-3-36-15,4 0 71 0</inkml:trace>
  <inkml:trace contextRef="#ctx0" brushRef="#br0" timeOffset="36212.39">21668 1671 734 0,'0'0'215'0,"-10"14"-20"0,6-7-24 16,-2 4-2-16,2 5-31 0,-2-2-7 0,1 1-13 16,2 3-1-16,-1-2-12 0,1 2-28 0,0-2 8 15,0-2-16-15,3 1 0 0,0-2-10 16,0 0-11-16,3 1-2 0,0-3 6 0,1 3-11 16,-1-3-6-16,5-1-1 0,-2-3-6 15,1 1 10-15,3-2-15 0,1-2 0 0,-1-2 3 16,0-2 2-16,4 0-5 0,-1 0 3 0,1-5-14 15,0-2 14-15,0 0-13 0,-1-1-3 0,0-3 8 16,1-4-3-16,-4-2 8 0,1-1-5 16,-1-4 3-16,-6 0-1 0,2-1 3 0,-3-2-7 15,-3 0-1-15,0 0-2 0,-3 3 0 0,0-2 12 16,-4 3 9-16,1-1 55 0,-2 6-2 16,-5-1-5-16,3 2-8 0,-4 2-7 0,3 5-6 15,-3 1-2-15,-2 1-5 0,2 4-5 0,-3 0 2 16,0 4-13-16,0 1 8 0,0 3-15 0,3 1 7 15,-3 3-10-15,4 0-5 0,1 1-7 16,2 0 7-16,1 2 2 0,2 0 4 0,3-1-4 16,4 1-9-16,0 1 7 0,7 0 2 0,0 0-7 15,0 0 0-15,3-2-3 0,10 2-20 0,-2 0 0 16,2-4-28-16,4 0-23 0,3-2-31 16,1 0-52-16,2-2-68 0,1-2-110 0,0-2-492 15,-3 1 72-15,-1-4 81 0,1-2 44 16,-5-2 72-16</inkml:trace>
  <inkml:trace contextRef="#ctx0" brushRef="#br0" timeOffset="36379.57">22072 1619 837 0,'0'0'263'0,"0"0"-27"16,0 0-16-16,-14 13-10 0,10-1-18 0,1 1-16 16,0 6-4-16,-1 0-21 0,1 5-8 15,0 1-10-15,2 0-12 0,-3 0-6 0,4 1-97 16,-3-1 10-16,3 1 3 0,0-1-16 15,3 2-2-15,-3 0-6 0,4 1 1 0,-3-1-36 0,-1 1-51 16,0-3-37-16,0 3-311 0,-5-1-287 16,-1 4 71-16,-4-5 65 0</inkml:trace>
  <inkml:trace contextRef="#ctx0" brushRef="#br0" timeOffset="36745.11">20297 2863 742 0,'0'0'271'0,"-6"1"-23"0,6-1-4 16,0 0-27-16,0 0-7 0,24-1-38 0,-5 1-6 15,6-5-10-15,9 0-20 0,6 0-3 0,22-4 5 16,10-1-38-16,20-2 7 0,4-3 9 16,7 1-27-16,3-3-4 0,3 0-11 0,4 2-5 15,0-1-5-15,2 1-10 0,2 1-3 0,0-1-15 16,-1 0 7-16,-7 4-4 0,-6-1-11 16,-7 4 15-16,-4-4-4 0,-20 7-19 0,-5 0-4 15,-5 0-1-15,-10 2-12 0,-12 1-6 16,-9 1-28-16,-3-1-17 0,-4 2-24 0,0 0-30 15,-7 3-42-15,-4-1-68 0,-6 5-423 0,-3 0-97 16,-8-1 38-16,-3 2 88 0,-10 0 58 0</inkml:trace>
  <inkml:trace contextRef="#ctx0" brushRef="#br0" timeOffset="37044.86">20995 3184 911 0,'0'0'261'0,"0"0"-15"0,44-8-1 16,-14 2-35-16,8-1-5 0,20-6-21 0,10 1 52 16,21-5-37-16,3 2-86 0,4 0-5 0,8 1-6 15,4 3-12-15,-1-2-16 0,1 4-3 16,-7 0-4-16,-2 2-6 0,-4 0-4 15,-17 5-14-15,-5-1-9 0,-5 0 4 0,-3 3-10 0,-14 0 10 16,-10 0-12-16,-10 0-8 0,-4 0-15 0,-3 1-14 16,-4 1 11-16,-3-1-18 0,-6 2-12 15,-1 2-42-15,-9-2-82 0,-1 2-45 0,-4 3-316 16,-10 2-212-16,-7 2 52 0,-2-4 55 16,-11 6 67-16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5:07:17.1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20956 1194 765 0,'0'-6'327'0,"0"6"-48"0,-3-6 0 0,3 6-35 16,-3-7-22-16,3 7-14 0,-3-4-24 0,3 4-18 15,0 0-12-15,0-7-31 0,0 7-3 0,0 0-17 16,0 0-6-16,0 0-3 0,11 13-1 15,-5-4-4-15,4 1-73 0,0 4 4 0,4 2-5 16,3 4 1-16,4 3 2 0,-1 0 0 0,8 6 5 16,3 3-11-16,-1 1 6 0,-3-2-15 15,3 0 7-15,-2 1-7 0,3-1 12 0,-4 0-10 16,1-2 3-16,-4-4 5 0,-7-1-18 0,3-3 2 16,1 1-30-16,-4 0-16 0,0-5-43 0,-4 0-59 15,-2-3-31-15,-1-1-79 0,-3 1-192 16,4-4-248-16,-5-3 12 0,-2-3 100 0,-1-2 57 15</inkml:trace>
  <inkml:trace contextRef="#ctx0" brushRef="#br0" timeOffset="283.2">21384 1307 629 0,'-13'1'220'0,"6"2"-5"16,-4 0 39-16,-2 4-21 0,-1 3-21 15,-3 3-20-15,0 1-20 0,-3 5-14 0,-1 0-12 16,0 2-5-16,-2 0-26 0,2 1-5 0,-3 0-5 16,-4 7-8-16,4-4-10 0,4-4-7 0,0 2-14 15,3-2 1-15,0-1-13 0,-1 3-1 0,5-4-12 16,3 0-35-16,-4 0-19 0,4 0-59 15,0-1-82-15,2-4-96 0,5 3-480 0,0-4 19 16,3-3 81-16,0-1 56 0</inkml:trace>
  <inkml:trace contextRef="#ctx0" brushRef="#br0" timeOffset="1265.68">21873 813 355 0,'0'0'141'0,"-10"13"8"16,7-6-9-16,-1 2 9 0,1 2-19 0,-1 5-20 15,0 1 26-15,1 2-16 0,0 3 8 0,0 1-7 16,2 2-14-16,-2 1 1 0,0 1-1 16,0 2 54-16,2 5-7 0,1-4-13 0,-3 7-18 0,3 0 0 15,-4 0-19-15,4 1-9 0,0 2-3 16,0 0-10-16,0 1-10 0,0-1 2 15,0 14 0-15,-3-1-12 0,3-10-6 0,0-3 6 16,0-3-4-16,0 3 4 0,-1 0-6 0,-2 11-5 16,3-7-15-16,-3-6-74 0,3 4 2 0,0 9 18 15,-3-7-5-15,3-6 5 0,0-1 8 16,0 1 5-16,-1 4 5 0,1-3 2 0,0 0-12 16,0-1 2-16,0 0 6 0,1 1-3 0,-1-1 7 15,0-1 9-15,3-1 4 0,-3-2-18 0,3 1 6 16,0-2-6-16,-2 1 8 0,-1 1 3 15,0-7-3-15,3 2 0 0,-3-1 8 0,0-1-5 16,0 2-1-16,0 0 4 0,4-1-1 0,-4 0-5 16,0 0 13-16,0-2-5 0,-4 2 23 0,8-2-16 15,-4 3 3-15,0 3-2 0,0-3-1 16,3-2-5-16,-3 1-7 0,0 1 10 0,0-1-8 16,0 0 1-16,0 0-14 0,0 0 0 0,0 2 14 15,0 5-9-15,0-6 1 0,0 0 10 0,0 0-3 16,0-2 0-16,0 3 3 0,0-1-13 15,-3 4 8-15,3 0 4 0,-4 1-1 0,4 0-6 16,0-6 10-16,0 0-10 0,0 1 0 16,0 3-2-16,-3-6 7 0,6 4-2 0,-3 3 2 0,0 1 5 15,0-4-2-15,0-2-8 0,0 0-2 16,0 0 5-16,0 2-1 0,0 0 3 0,0 3 65 16,0 0-6-16,-3 0-8 0,3 1 6 0,-1 0 4 15,-2 2-27-15,3-1 7 0,-3 3-15 0,3 2 10 16,0-3 0-16,0 4 3 0,-3 12-8 15,2-12-5-15,1-3-6 0,0-2 6 0,-3-1-15 16,3 2-9-16,0-2 6 0,0 2-2 0,-3-1-6 16,3-2 8-16,0 3-11 0,-3-3 4 15,3 4 7-15,-3-4-3 0,2 1-15 0,-3 0 20 16,1-1-12-16,0-1-13 0,3 1 2 0,-4 4 3 16,1-4 8-16,0 1-3 0,2 2 0 15,-2-2 3-15,-3-2 0 0,6 0 2 0,-5-5 18 16,2 4-18-16,0 1 8 0,0-1-15 0,2-4-6 15,-2 0 34-15,3-1-28 0,-3 3 12 16,3-2-25-16,-3 6 10 0,3-1 2 0,-1 1 1 0,-2-2-3 16,3-4-8-16,-3 1 11 0,3-3-8 15,0-2-1-15,-4 2 17 0,4-2-14 0,-1 0 1 16,-2-3 4-16,3-3 6 0,0 2 0 0,0-3 7 16,0 0-30-16,0-1-26 0,-3-2-26 0,3 1-61 15,0-6-59-15,-3 3-36 0,3-4-56 16,-4-2-583-16,4-4 25 0,0-3 100 0,0 0 102 15,-3-26 36-15,-3-5 66 0</inkml:trace>
  <inkml:trace contextRef="#ctx0" brushRef="#br0" timeOffset="2116.14">22427 1242 924 0,'0'0'320'0,"-4"-3"-24"15,4 3-19-15,0 0-39 0,-3-4-28 0,3 4-23 16,0 0-18-16,0 0-13 0,0 0-10 0,0 0-13 15,0 0-21-15,10 18-12 0,-3-8-5 0,-3-2-75 16,3 4-7-16,-1 1 10 0,4 2-15 16,1 1 7-16,2 1-4 0,-2 2 1 0,2-4-4 15,1 3 7-15,0-1-2 0,-1 2-3 0,1-1-10 16,-1 1 0-16,1-3-25 0,-3 1-24 0,2 0-17 16,1-1-44-16,-4 0-44 0,1-4-84 15,-1 0-136-15,0 1-343 0,1-3 34 0,-1-2 115 16,-1-1 43-16</inkml:trace>
  <inkml:trace contextRef="#ctx0" brushRef="#br0" timeOffset="2499.09">22838 1266 857 0,'0'0'284'0,"0"0"-30"0,0 0-11 16,0 0-23-16,0 0 5 0,-11 17-43 16,7-6-8-16,-2 2-8 0,-1 3-12 0,0 5-21 15,0-1-20-15,0 2 15 0,-3 5-13 0,1-4 8 16,-3 4-16-16,2 1-4 0,-1 2-9 16,1-1-14-16,-2 1 1 0,1 0 1 0,4-1-13 0,-6 2-10 15,2-1-77-15,1 0-2 0,0-2 20 16,-1 2 5-16,1-2-13 0,0-2-2 0,-1-2 15 15,5-1 0-15,-1 1-7 0,2-2 12 16,-4-2-7-16,2-4 4 0,1 1 6 0,2 0-18 16,1-3 2-16,0-2 19 0,-2-1-9 0,2 0 4 15,0-1-6-15,3-2 3 0,-3-1 4 0,2 0-1 16,-2-1-11-16,0-1-3 0,3 2-5 16,0-7-17-16,-3 8-39 0,2-5-85 0,-2 3-43 15,-4 0-79-15,3-1-397 0,-2 2-82 0,-1-3 84 16,1 0 42-16,-2-2 71 0</inkml:trace>
  <inkml:trace contextRef="#ctx0" brushRef="#br0" timeOffset="4353.62">20587 2271 668 0,'-6'-1'243'0,"6"1"-15"15,0 0-31-15,0 0-13 0,0 0-18 0,0 0-12 16,0 0-24-16,0 0-22 0,0 0 2 0,0 0-15 16,-1-6-8-16,1 6-3 0,0 0-15 15,0 0 13-15,0 0-84 0,15-3-11 0,-15 3 8 16,13-3 18-16,-3 3 5 0,1-4-6 0,2 2 1 15,4 0 84-15,0-2-10 0,4 2-5 16,0-1-5-16,6-2-3 0,0 2 1 0,4-1-6 16,4 1-16-16,-4 0 1 0,9 0-10 0,1 0-11 15,1 0 8-15,2 2-5 0,-1 1-8 16,3-3 5-16,-2 1 0 0,1 0-9 0,-1-1-1 16,1 1-13-16,2-1-3 0,1 1 16 0,13 0 1 15,-13 2-1-15,-3-3-11 0,2 0 1 16,12 0 13-16,2 1 7 0,1-1-12 0,-1 0-1 15,1 1-2-15,-1 0 8 0,-9 0-6 0,-8 0-10 16,4-1 13-16,13 0-69 0,-2 1 5 16,-8 1-7-16,-6-1 2 0,-1 0 20 0,1-1 3 15,2 2-8-15,1 0 29 0,-1 0 2 0,15-1-8 16,-7 0-5-16,6 2 5 0,-9-1 3 0,-8 1-2 16,4-1 2-16,-4 1 20 0,-2-3-7 0,2 3-1 15,-3 0-2-15,3-2 3 0,-9 2-5 16,5-1-6-16,-5-1 13 0,0-1 6 0,-1 3 9 15,-4-3-15-15,1 1-7 0,-5 1 2 0,-4 0 5 16,2 0 8-16,-3-1-5 0,-2 0-10 0,2 2 12 16,-5-2-2-16,-1 0-5 0,-2 1 7 15,1-2-2-15,-4 3-1 0,0 0 4 0,1-2-8 16,-11 2-6-16,16-1-22 0,-8-1-60 0,-4 2-107 16,-4 0-63-16,6 2-214 0,-2 1-301 15,-4-3 89-15,0 0 49 0,0 0 69 0</inkml:trace>
  <inkml:trace contextRef="#ctx0" brushRef="#br0" timeOffset="7531.89">2565 6718 184 0,'-3'7'15'0</inkml:trace>
  <inkml:trace contextRef="#ctx0" brushRef="#br0" timeOffset="10365.29">9067 6004 624 0,'0'0'223'16,"0"-4"-16"-16,0 4-5 0,-3-8-28 0,3 8-23 15,-1-6-28-15,1 6 3 0,0 0-24 0,0 0-7 16,0 0-6-16,0 0-7 0,0 0-5 0,0 0-18 15,0 0 5-15,15 14-5 0,-9-5-13 16,-2-1-3-16,2 1 6 0,2 6 2 0,-2-3-10 16,1 2 10-16,0 1-15 0,-1 1-18 0,2-1 3 15,-1 0-1-15,-1 1 8 0,1 1-7 16,1 0-14-16,-2-1-17 0,1 1-36 0,0 0-31 16,-1-2-66-16,2 1-128 0,-2-2-152 15,1-1-268-15,0 1 97 0,3-7 49 0</inkml:trace>
  <inkml:trace contextRef="#ctx0" brushRef="#br0" timeOffset="10648.71">9368 6043 542 0,'0'0'205'0,"0"0"-16"0,0 0-9 0,0 0-9 0,-13 16-12 15,9-8-18-15,-3 7-3 0,0 3-13 16,-2 1-2-16,2 4-31 0,-4 4 13 0,-2 4-8 16,3-2-7-16,-1 3 0 0,-3 11-14 15,-3-1 68-15,7-6-14 0,0-7-9 0,-1 4-11 16,4-2-21-16,-5 1 3 0,4-3-7 16,1-4-11-16,1 0 11 0,2 0-24 0,-3 0-7 15,3 0-6-15,1-2-4 0,-1-4-21 0,1-1-33 16,3 1-11-16,-3-6-63 0,3 1-44 15,0-2-34-15,0 0-81 0,3-3-471 0,1 0 10 16,2-7 67-16,-2-2 56 0</inkml:trace>
  <inkml:trace contextRef="#ctx0" brushRef="#br0" timeOffset="10900.19">9505 6391 1046 0,'0'0'295'0,"7"-5"-26"15,-7 5-24-15,3-2-22 0,-3 2-18 16,10-6-21-16,-2 4-20 0,-1 1-16 0,3-1-12 16,7-3-11-16,-1 4-17 0,2-5-18 0,-1 5-19 15,3 0-32-15,1-1-19 0,-1-2-53 16,1 4-52-16,-5 0-86 0,5 1-154 0,-3 2-425 15,-1-1 69-15,0-1 56 0,-4-1 80 0</inkml:trace>
  <inkml:trace contextRef="#ctx0" brushRef="#br0" timeOffset="11097.71">9625 6617 714 0,'0'0'215'0,"-4"2"-18"16,4-2-36-16,0 0-7 0,0 0-3 0,0 0-13 15,11 6-13-15,-11-6-10 0,19-2-20 16,-8 2-33-16,3-2-37 0,6 0-45 0,0 0-39 16,4 1-69-16,-3-4-192 0,4 3-330 0,5-4 102 15</inkml:trace>
  <inkml:trace contextRef="#ctx0" brushRef="#br0" timeOffset="11564.93">10220 6361 534 0,'0'0'205'0,"0"0"5"0,0 0-18 0,-21 17-15 15,17-7-21-15,-2 2-5 0,-1-1-36 0,-1 3 3 16,2 3-18-16,-1-2-6 0,1 1-7 15,2-1-15-15,0 1-3 0,1-1-7 0,3 0 7 16,0 1-10-16,0-5-16 0,3 3 3 0,1-3-7 16,0 1-9-16,2-1 4 0,1-3 7 0,3-2 2 15,-2-1-5-15,5 1-12 0,-2-6 74 16,2 1-21-16,0-2 1 0,1-5-9 0,0 3-9 16,3-5-1-16,-3-2-15 0,3-5-7 0,-1 1-4 15,-4-5 1-15,1-2-13 0,-2 0-5 16,-2-2-2-16,-2-2-4 0,-3-1 1 0,-1 0 10 15,-3 0-7-15,0-2-4 0,-3 3 9 0,2 3-3 16,-5-2 15-16,-1 3-5 0,-1 3 8 16,-1 1-10-16,2 4 7 0,-3 0-10 0,-1 4 5 0,-2 1 5 15,-1 6-15-15,4-3 13 16,-4 5-3-16,0 5 0 0,-2-2-7 0,2 4-1 0,3 2 3 16,-3 0-2-16,4 4 4 0,0-3 4 15,0 2-14-15,6 3 10 0,-2 0-14 0,2-1 19 16,4-1-17-16,-3 2 5 0,6 0-10 0,-2-2 5 15,5 2 5-15,1 1-6 0,7 0-19 16,-4-1-98-16,7-3-21 0,0 2-45 0,4-3-42 16,3 2-89-16,-1-4-251 0,4 1-184 0,-2-3 54 15,-1-3 61-15,0 0 59 0</inkml:trace>
  <inkml:trace contextRef="#ctx0" brushRef="#br0" timeOffset="11932.13">10537 6585 514 0,'-13'15'230'0,"2"-2"-22"0,1 2-29 15,3-1 0-15,-4-3-28 0,5 3-10 16,0 3-8-16,2-3-20 0,-2 3-14 0,5-3 9 16,-2 0-16-16,3 2-7 0,0-2-6 0,3-2-20 15,1 3-3-15,2-4-5 0,1 3 11 16,4-5-3-16,-1-1-13 0,3 0-5 0,4-5-8 15,0 1 8-15,-2-2-5 0,5-2-8 16,-3-5-3-16,3 1-2 0,0-2 8 0,1-2-28 16,0 0 20-16,-4-3-3 0,0-3-2 0,0 1 5 15,-3-4-10-15,-1-2 2 0,-2 1-2 0,-4 3 10 16,-1-2-2-16,-6 5 79 0,1-4-11 16,-2 1-4-16,-5 4-11 0,-1-4-5 0,-4 5 0 15,1-2-15-15,-7 2 2 0,3 1-5 0,-3 3-10 16,0 2 0-16,-3-2 0 0,6 3-8 15,0 1-4-15,-2 2-19 0,2 2-5 0,3-2-13 16,1 3-35-16,-1 1-31 0,2 0-60 0,5 2-63 16,4-2-56-16,1 1-338 0,5 3-134 15,1-6 65-15,4 4 66 0,2-6 44 0</inkml:trace>
  <inkml:trace contextRef="#ctx0" brushRef="#br0" timeOffset="12151.06">11112 6526 813 0,'3'-3'269'0,"4"-2"-38"0,0 0-16 16,3 1-23-16,0-2-23 0,3 3-3 0,2-4-15 16,-2 2-18-16,4 2-15 0,4-3-21 0,-4 5 3 15,0-2-21-15,3-3-30 0,-2 5-41 16,2 0-24-16,-6-3-32 0,3 2-42 0,-4 1-7 15,1 0-36-15,0 1-88 0,-4 0-4 16,-3-5-105-16,3 4-295 0,-6 1 67 16</inkml:trace>
  <inkml:trace contextRef="#ctx0" brushRef="#br0" timeOffset="12348.74">11285 6325 632 0,'-6'-6'222'0,"-1"4"-9"15,4-4-6-15,-3 5-28 0,6 1-33 0,0 0 0 16,-11-1-18-16,11 1-2 0,0 0-11 15,-10 9-28-15,9-1 15 0,-2 1 62 0,0 2-21 16,-1 3-15-16,2 1-10 0,2 2-13 0,-1 1-8 16,2 0-7-16,1 4-18 0,-1-3-16 15,2 4-13-15,0-2-37 0,0 4-55 0,1-2-30 16,2 1-83-16,2 0-188 0,2-4-408 16,0 1 113-16,4-4 33 0,-1 0 67 0</inkml:trace>
  <inkml:trace contextRef="#ctx0" brushRef="#br0" timeOffset="12817.6">11808 6428 783 0,'-3'6'256'16,"0"2"33"-16,0 0-23 0,0 2-28 15,2 1-25-15,1 2-19 0,0-3-12 0,0 5-39 16,1-5 13-16,2 5-25 0,0-5-8 0,0 3-11 16,5-3-12-16,-5 1-8 0,4-1-2 15,-1 0-13-15,1-4-8 0,1 1-18 0,1-1 5 16,1-2 1-16,1 0-11 0,-1-3 0 0,3-2-5 16,-2-1 5-16,0-3-15 0,2-2-85 15,1-1 31-15,-1-3-13 0,1-5 13 0,-1-1-10 0,-2-1 5 16,-1-5 5-16,-3 1-3 0,0-3 11 15,0-2-14-15,-4 0 9 0,-3 2 2 0,0-1 13 16,0 1 18-16,-3 1-11 0,-4 1-7 16,0 4 3-16,0-2 2 0,1 8 5 0,-5-2-10 15,-2 2 17-15,-1 4-4 0,0 3 0 0,-3 0 2 16,3 5-13-16,-3 1 11 0,1 1-8 0,-2 3 13 16,4 3-5-16,-3 0 4 0,4 1-7 15,-1 3-5-15,4 2 6 0,3-2 6 0,0 3-1 16,4-3-4-16,3 3 1 0,0-2 2 0,0 2 0 15,3 2 3-15,4 0-8 0,3-3-12 16,-3 2-16-16,7 0-8 0,-1 1-13 0,4-4-48 16,0 2-38-16,1-1-55 0,2-2-63 0,0-2-494 15,1-1 46-15,-3-2 53 0,1-4 62 0</inkml:trace>
  <inkml:trace contextRef="#ctx0" brushRef="#br0" timeOffset="13031.9">12260 6423 752 0,'0'5'223'0,"-3"3"-18"15,3 6 76-15,-3-4-40 0,2 5-11 16,-2-2-23-16,0 2-17 0,3 3-3 16,-3-1-26-16,3 4-13 0,0-4-7 0,0 1-15 0,0 4-29 15,0-4-10-15,3 2 0 0,-3 1-23 16,3-3-44-16,0 0-40 0,-3 3-67 0,4-3-59 15,2-1-253-15,1 0-351 0,-2-1 64 0,4-6 56 16,-2-2 82-16</inkml:trace>
  <inkml:trace contextRef="#ctx0" brushRef="#br0" timeOffset="13297.92">12639 6211 693 0,'18'7'277'0,"-15"0"-32"0,4 2-7 0,1 1-28 16,4 5-13-16,-2 1 44 0,2 1-16 0,1 2-23 16,4 4-22-16,-3 0-14 0,3-2-89 0,-1 4-3 15,2 0-5-15,-1 0-5 0,3-2-10 0,-2 1 0 16,-2-3-8-16,2 1 2 0,-1-2-27 15,0 2-16-15,-4-4-20 0,1 0-31 0,-4-3-72 16,0 2-72-16,1-4-155 0,-4-1-415 0,-1 1 107 16,-2-6 41-16,2-2 75 0</inkml:trace>
  <inkml:trace contextRef="#ctx0" brushRef="#br0" timeOffset="13649.19">13091 6091 680 0,'-7'-3'267'15,"7"3"-27"-15,-10 10-22 0,-1-1-24 0,-2 1 70 16,-1 7-21-16,-3 3-30 0,-3 5-9 15,-5 12-14-15,2-2-11 0,-4 5-10 0,6-2-80 16,-6 2-32-16,3 1 14 0,3 2-4 0,-2-4-11 16,2-2 3-16,4-5-5 0,3-2-3 0,4-4 0 15,-4 1-2-15,4 2-8 0,3-6-10 0,0-1 12 16,-3 1-2-16,6-4-8 0,-2-3-2 16,2 0-8-16,1 1 3 0,-3-7 2 0,5 3-18 15,-3-3-20-15,1-2-3 0,-1 1-28 16,1-2-18-16,0-4-174 0,-1 4-435 0,-2-4-89 15,-2 0 48-15,-2-1 115 0,-3-4 25 0</inkml:trace>
  <inkml:trace contextRef="#ctx0" brushRef="#br0" timeOffset="14281.23">10196 7128 829 0,'-7'-3'240'0,"7"3"-25"15,0 0-15-15,-4-4-10 0,4 4 63 16,0 0-25-16,-7-3-18 0,7 3-29 15,0 0-12-15,0 0 5 0,0 0-23 0,0 0-12 0,0-7-17 16,0 7-4-16,0 0-13 0,8-4-15 16,1 0-8-16,1 1 2 0,4-3-12 0,6 3-3 15,1-3-8-15,10-1-9 0,3 4-9 16,3-5 6-16,2 2-11 0,1 2-7 0,-2 0 5 16,4 1-8-16,-11-3-5 0,2 4-15 0,-5 1-14 15,-5-4-9-15,1 5-18 0,-3-2-24 16,-7 2-37-16,3 0-19 0,-4 0-12 0,-6 0-6 0,1 0-12 15,-5 0-54-15,-3 0-41 0,0 0-126 16,0 0-281-16,-21 8-5 0,8-6 36 0,-5 4 58 16</inkml:trace>
  <inkml:trace contextRef="#ctx0" brushRef="#br0" timeOffset="14581.59">10083 7217 668 0,'0'0'230'0,"-7"1"-12"0,7-1-11 0,-7 3-31 0,7-3 6 16,0 0-26-16,-6 4-7 0,6-4-85 16,0 0-3-16,0 0 24 0,0 0-3 0,0 0-11 15,24 0 70-15,-11-1 2 0,3-2-17 16,2 1-3-16,6 0-21 0,3-4-2 0,1 5-13 16,3-2-8-16,0-1-7 0,2 1 0 0,5-3-8 15,-1 4-8-15,1-4 3 0,-7 4-16 16,2-3 3-16,-5 4-7 0,-4-1 2 0,-3 1-5 15,-1 0-16-15,-2-4 1 0,-1 4 2 0,-4 0-3 16,0 1-7-16,-2-1-8 0,-4 1-23 0,0-1 0 16,-7 1-10-16,14 1-23 0,-14-1-23 0,6 2-26 15,-2 4-41-15,-1-4-54 0,0 4-212 16,1-3-355-16,3 3 73 0,-3-1 80 0,2-1 59 16</inkml:trace>
  <inkml:trace contextRef="#ctx0" brushRef="#br0" timeOffset="15047.72">11813 7184 1146 0,'0'0'320'0,"-5"-5"-13"0,5 5-40 16,0 0-27-16,0 0-17 0,0 0-26 15,0 0-26-15,0-4-7 0,0 4-18 0,8-6-13 16,-1 4-23-16,0 1 3 0,3-4-18 16,3 3-16-16,1-3-2 0,0 2-8 0,2 1 0 15,5-4-8-15,0 3-7 0,-4-2-13 0,7 2 10 16,-3-1-35-16,2 1-11 0,-2 2-26 0,3-5-12 15,-3 5-44-15,2 0-51 0,-2 1-74 16,-4 0-133-16,3 1-456 0,-6-1 46 0,0 1 100 16,-4 0 41-16,-3-1 77 0</inkml:trace>
  <inkml:trace contextRef="#ctx0" brushRef="#br0" timeOffset="15331.17">11963 7258 803 0,'-11'0'320'16,"11"0"-10"-16,0 0-29 0,-10 0-32 16,10 0-27-16,0 0-12 0,0 0-28 0,0 0-10 0,0 0-11 15,7-9-2-15,0 3-11 0,4 3-38 16,2-4-5-16,4 0-10 0,-3 0-8 0,6 3-10 16,-3-2-16-16,4-3 3 0,0 1 0 0,2 1-13 15,1 0-5-15,0-2-5 0,-3 1 3 16,2 1-16-16,-2 2 13 0,0-2-18 0,-5 1 10 15,2-1-7-15,-2 3-3 0,2-2-3 0,-8 4 6 16,4 0-13-16,-4-3 5 0,-3 2-3 16,4 0 11-16,-5 0-16 0,1 2 8 0,-1 0-44 15,-2-4-66-15,-1 4-100 0,-3 1-120 0,0 0-551 16,0 0 108-16,0 0 54 0,-20-8 76 16,6 1 52-16</inkml:trace>
  <inkml:trace contextRef="#ctx0" brushRef="#br0" timeOffset="36029.55">10619 1110 829 0,'0'-7'276'0,"-3"0"-97"16,0-1-12-16,-1 0-3 0,1-1-8 16,2 1-10-16,-2-2 2 0,0 3-15 0,-1 0-12 15,1 1-16-15,3 1 5 0,-3 0-8 0,-1 1-25 16,1-1 5-16,3 5-18 0,-7-7 53 0,7 7-1 15,-4-2-9-15,4 2-12 0,0 0-3 0,-10 11-5 16,7-2-20-16,-3 2-1 0,1-1-17 16,2 7 12-16,-1-3-12 0,1 3-6 0,3-1-20 15,-3 1 0-15,6-2 8 0,-3 1-16 16,3 2-4-16,1 0 7 0,3-1 5 0,0 2-16 16,3-3 6-16,-3 1-3 0,7-3 8 0,-1 0-2 15,1 0-6-15,0-6 0 0,0 2-7 0,2-3 12 16,2-1 3-16,-5-4-8 0,4 1-5 15,-6-3 13-15,6-2-10 0,-4-1 5 0,1-2 0 16,3-1-6-16,-4-3-7 0,1-2 3 0,0-3 12 16,-3-1-10-16,-1-3 5 0,-1-1 8 15,-1-1-18-15,-1-3 3 0,-4-2 10 0,0 0-8 16,-3 0-5-16,-3 0 8 0,3 0 7 0,-7 0-7 16,0 4 7-16,0-2-5 0,0 3 8 15,-5 1 5-15,0 2-8 0,-1 1-9 0,-4 2 9 16,3 3-12-16,-6 2 7 0,3 2-3 0,-1 3 1 15,-2 0 7-15,0 3 1 0,-1 2-16 16,0 0 5-16,4 3-5 0,-3 1-3 0,3 0 1 16,0 4 2-16,3-1 5 0,0 0 0 0,1 4-5 15,5-1 3-15,-1 0-8 0,5 0 5 0,1 0-11 16,3 0 1-16,0 1-3 0,3 1 8 16,1-3 8-16,5 3-3 0,2-1-3 0,2 0 8 15,2-1 0-15,4 1-5 0,2 0-12 0,3-4 1 16,-4 0-12-16,5 1-28 0,2-2-49 15,-3 1-28-15,1-4-64 0,2 2-92 0,-1-1-338 16,-5-2-141-16,3 0 75 0,-3-2 50 0,-4 0 88 16</inkml:trace>
  <inkml:trace contextRef="#ctx0" brushRef="#br0" timeOffset="36446.28">11067 1128 606 0,'0'0'228'0,"0"0"-16"0,0 0-4 0,0 0-24 16,0 0-7-16,-10 17-14 0,4-11-22 0,2 3 0 16,1 1-10-16,-2 1-83 0,2 0-9 15,0 2 4-15,-1 2-4 0,1-2-4 0,0 0-24 16,3 1 22-16,0-1-8 0,-3 0 4 16,6-1-9-16,-3 1 8 0,0-1-7 0,3 0 7 15,0-1-2-15,1 0-11 0,-1-2 8 0,5 0 0 16,-2-3-3-16,-2-1 83 0,5-2-21 15,-5 0-8-15,7-1 8 0,-11-2-18 0,16-5-5 16,-9 1 0-16,4-1-13 0,-1-2-5 0,-4-2 0 16,2 0-3-16,-1-2 8 0,-1-3-18 0,-2 0-10 15,-1-1 10-15,0 2 13 0,-3-4 10 0,0 2 1 16,0 1 6-16,-3 0 19 0,-4 0-13 16,4 1 0-16,-3 3-13 0,2 0-2 0,-4 0-5 15,-1 2-9-15,2 2-4 0,0 0-3 16,-3 1 6-16,3 4-9 0,-3 0-4 0,10 1-3 15,-15 2-6-15,5 3-12 0,1 0 11 0,1 0-19 16,1 3-23-16,1 0-2 0,3 3-28 16,2 1-37-16,-2 1-22 0,6-1-52 0,1 2-71 15,2 2-161-15,1-2-354 0,1 0 41 0,5-2 65 16,-3-4 66-16</inkml:trace>
  <inkml:trace contextRef="#ctx0" brushRef="#br0" timeOffset="36678.56">11505 1189 821 0,'0'0'233'16,"0"0"-33"-16,0 0-16 0,-14 14-18 0,11-4-12 15,-1-2-31-15,1 4 64 0,-4 1-23 0,3 4-6 16,-2 0-20-16,2-1-25 0,-2 1 5 15,2 2-21-15,1 0-15 0,0 0-28 0,-2-1-31 16,2 0-23-16,3 1-44 0,0-5-58 0,0 3-90 16,0-3-118-16,4 2-404 0,3-2 87 15,-4-4 46-15</inkml:trace>
  <inkml:trace contextRef="#ctx0" brushRef="#br0" timeOffset="37178.24">11706 1138 803 0,'0'0'220'0,"-3"-5"-30"0,3 5-14 0,0 0-7 16,0 0-15-16,0 19-13 0,0-10-16 0,0 1-10 16,3 2-10-16,-3 0-18 0,4-1-5 0,-1 2-5 15,0 0-10-15,1-1 66 0,0 1-18 16,2-1-13-16,1 0-10 0,-3-2-5 0,2 0-10 15,2-1-8-15,1-2-2 0,-2 1-16 0,0-3 10 16,0 1 1-16,3-3-11 0,-3 0 3 0,4-1-11 16,-4-4-4-16,-7 2-1 0,19-4-7 0,-8-2 0 15,-4-1-8-15,0-2 5 0,4-4-18 16,-2 1 8-16,-2-2-3 0,-1-2 8 0,-2 0-15 16,0-3 10-16,-1-2-3 0,-3-1 3 15,0-3 3-15,-3 0-8 0,-4 0 25 0,3 2-15 16,-5 1 3-16,2 1-1 0,-1 2 14 0,-2 2 1 15,3 2-16-15,-6 2 24 0,3 2-7 16,-1 1 10-16,-3 1 0 0,1 3-17 0,-1 2-1 16,0 2 0-16,-3 2-12 0,0 3-1 0,0 4 6 15,0 0-11-15,-3 3 3 0,3 2-8 16,0 1 1-16,3 0-9 0,3-1 11 0,2 1 0 16,2 0-21-16,3 0 21 0,0-2-16 0,4 2 11 15,4-1-5-15,-3-4 2 0,5 4-3 0,1-1 3 16,3-2-5-16,7 1-5 0,-3-4-5 0,6 0-23 15,1-3-18-15,2 1-39 0,1-3-20 16,0 1-62-16,-2-2-76 0,1-3-95 0,1-1-397 16,-3 1-7-16,-1-2 71 0,-3-2 62 0,1-1 66 15</inkml:trace>
  <inkml:trace contextRef="#ctx0" brushRef="#br0" timeOffset="37362.07">12032 996 558 0,'3'-4'212'0,"-3"4"-28"0,0-4-20 0,0 4 8 0,0 0-44 16,0 0 17-16,0 0-22 0,7 12-2 15,-4-4 7-15,0 3 56 0,0 0-7 0,1 1-9 16,0 4-16-16,0-1 4 0,2 3-21 16,-3-1-20-16,4 1-4 0,-1 4-14 0,2 1-8 15,-4-2-4-15,5 0-6 0,-2 4-12 0,1-3-26 16,-2 1 0-16,1 0-59 0,-1-1-41 16,-2 2-72-16,-4-3-137 0,3 1-513 0,-6-1 51 15,-1 1 98-15,-2-2 61 0</inkml:trace>
  <inkml:trace contextRef="#ctx0" brushRef="#br0" timeOffset="37711.1">10647 2063 1123 0,'0'0'307'0,"0"0"-35"0,0 0-9 16,0 0-32-16,0 0-9 0,0 0-14 0,0 0-29 15,41-5-13-15,-14 2-7 0,1-4-16 16,9 1-22-16,15-6-6 0,2-1-15 0,4-1-3 16,7-3-15-16,14-3 5 0,3 0-23 0,-1-1 5 15,-2-1-20-15,0 2 2 0,-3 0 3 0,-12 2-8 16,-5 0-3-16,2 2 1 0,-6-1-6 15,-1 1-17-15,-3 1 2 0,-13 4 5 0,0 3-10 16,-11 0 10-16,0 2-10 0,-3-3-8 16,-3 5-13-16,-4 0-12 0,0-1-18 0,-4 3-59 15,-2 1-34-15,-4-1-27 0,-1 4-32 0,-6 1-217 16,0 2-386-16,-3 2 43 0,-6 0 46 0,-3 2 80 16,-4 1 66-16</inkml:trace>
  <inkml:trace contextRef="#ctx0" brushRef="#br0" timeOffset="38045.1">10811 2236 752 0,'0'0'236'16,"0"0"4"-16,0 0-17 0,0 0-16 0,0 0 62 15,0 0-13-15,34-7-26 0,-13 1-25 16,6-3-16-16,4 1-86 0,16-9-8 0,8 1-16 15,0 1-5-15,6-2-2 0,4 1-3 0,10-6-5 16,-13 5-5-16,2 1 2 0,-2 1-22 0,-3-2 4 16,-1 0 3-16,-3 4 0 0,0-1-12 15,-1 1 9-15,-13 3-20 0,-7 0-5 0,0 1 0 16,-9 3 15-16,2-1-10 0,-3 1-7 0,-7 0 7 16,3 0 2-16,-6 2-4 0,0 0-3 15,-1 2 5-15,1-1-11 0,-7 1 6 0,0-1-10 16,2 1-5-16,-1 1 9 0,-1-3-29 0,-7 4-17 15,9-1-71-15,-5 0-89 0,2 1-93 0,-6 0-417 16,0 0-33-16,8 0 51 0,-8 0 64 0,0 0 77 16</inkml:trace>
  <inkml:trace contextRef="#ctx0" brushRef="#br0" timeOffset="39529.11">23193 1703 847 0,'-1'-7'276'0,"1"-1"-30"0,-3 0-21 0,3-1-94 16,-3 1-6-16,0 1 3 0,3-1 3 16,-4 1-21-16,1-1 0 0,-1 1 0 0,0 1 8 15,-2-1 68-15,3 1-22 0,-1 1-25 0,1-1-9 16,-4 2-10-16,0 0-7 0,0 4-13 0,0-2-8 15,7 2-13-15,-21 5-12 0,8 0-1 16,-1 4-9-16,-2 3 7 0,1 2-16 0,-1 1-17 16,2 2 13-16,3 0-16 0,-2-1 10 0,3 1-22 15,3 0-1-15,0-3 3 0,1 0 0 0,5-1-3 16,-3-1 3-16,4 0-13 0,4-1 10 16,-3-3-9-16,5 3 4 0,-2-3-13 0,2 0 3 15,4-3 0-15,1 0-7 0,-1-3 12 0,0 1-3 16,1-3-12-16,2-1 13 0,-2-2 2 15,2 1 7-15,-3-2-4 0,1-3-3 0,-1 0 11 16,-3 0-9-16,3-1-4 0,-3-1 2 0,0 2 0 16,-1 1 5-16,-2-1-2 0,3 1 0 15,-3 2-31-15,-1-1-3 0,0 3 6 0,-3 2 7 16,0 0 5-16,0 0 6 0,0 0-6 0,13 7 13 16,-10 0-5-16,-2 0-5 0,3 2 5 0,-1 1-5 15,0 0 5-15,-2 1-3 0,5-1-22 16,-2 1 7-16,-1-1-44 0,3 2-43 0,-1-2-76 15,4 1-96-15,-2 1-271 0,3-4-240 0,1 1 74 16,-1-4 110-16,0-2 28 0</inkml:trace>
  <inkml:trace contextRef="#ctx0" brushRef="#br0" timeOffset="39797.25">23445 1660 875 0,'0'0'287'0,"-10"-3"-26"0,10 3-13 0,-13 3-38 0,13-3-3 16,-14 9-30-16,7-3-16 0,-4 2-7 15,5 3-19-15,-1 1-9 0,0 1-11 0,-2-1-28 16,4 2 8-16,-1 1-11 0,5-2-10 0,-2 2-2 16,0-3-5-16,3 1-3 0,3 1-6 15,0-2-19-15,1 2 7 0,4 0-8 0,1-1-2 16,2-2-5-16,3 0-6 0,2-3 4 0,8-1-14 15,0-1-18-15,-1-1-35 0,-1-2-34 16,2-1-33-16,0-2-51 0,6-3-100 0,-5-1-53 16,-2-2-306-16,1-1-32 0,-3-4 20 0,-4-2 45 15</inkml:trace>
  <inkml:trace contextRef="#ctx0" brushRef="#br0" timeOffset="39978.61">23749 1471 637 0,'-3'-11'207'0,"0"1"82"16,-1 2-10-16,1 2-30 0,0 2-44 15,0 0-6-15,3 4-17 0,0 0-31 0,0 0 0 16,0 0-23-16,-11 17-15 0,8-7-11 0,3 2-12 16,-1 3-1-16,2 4-2 0,-1 0-18 15,0 2-2-15,0 1-19 0,3 3 4 0,0 0-6 16,1 1-3-16,0-1-35 0,2 2-29 0,-2-1-58 16,2 2-87-16,1 0-239 0,-1-1-352 0,-1-4 73 15,-2 0 57-15,0-6 100 0</inkml:trace>
  <inkml:trace contextRef="#ctx0" brushRef="#br0" timeOffset="40994.6">23582 1794 890 0,'0'-6'261'0,"0"-1"-35"0,1 1-24 16,2-2-23-16,4-1-18 0,2 1-12 15,2-1-19-15,3-1-9 0,3-1-11 0,3 1-13 16,-2 0-10-16,5 1-13 0,-6 3 3 0,1-1-8 16,1 2-13-16,-1 2-10 0,-5 2-17 15,5 1 4-15,-5 1 5 0,1 2-17 0,0 2 2 16,0 2-8-16,-1 2 1 0,-2-1 4 16,-1 3-12-16,0-1 4 0,-4 2-17 0,-1-1 13 15,1 1-21-15,-2-1 11 0,2 0-3 0,-2 1 10 16,-1-1 0-16,0 0-10 0,2 1-6 15,-2-2-9-15,3 0 5 0,-3-1-19 0,1-1-4 16,-1 0-13-16,4-1-6 0,0-2 6 0,0 0 3 16,0-2-4-16,1-2 6 0,-8-1 10 0,16-1 6 15,-9-2 9-15,4-3-9 0,0 0 7 16,-3-4-3-16,2-1 8 0,-2-3 8 0,-1-1 15 16,4 0 0-16,-2-2 18 0,-2 1 10 0,0 1 8 15,-1 2 8-15,-2 1 5 0,3 1-11 0,-2 1 16 16,-3 3-15-16,1-2-14 0,0 3 1 15,1 2-18-15,-1 1 23 0,-3 3-18 0,0 0-1 16,0 0 1-16,0 0 3 0,11 13-8 0,-8-6 2 16,0 4 0-16,-2-2 3 0,2 2-10 15,0 1-3-15,2 0 3 0,-3 1 7 0,4-1-2 16,-1 1-3-16,1-1-5 0,1 1-2 0,3-1 7 16,0-2-2-16,0 0 5 0,1-2-6 0,3-1-2 15,-1 0-10-15,5-2 0 0,1-2 23 16,-1-2-10-16,3-2-3 0,2 1 5 0,-2-3-7 15,3-2 2-15,0 0-3 0,-4-1-7 0,1-5 8 16,-1 1-19-16,-3-2 11 0,-1-3-2 0,-4 0 7 16,-2 1 0-16,-3 0 0 0,0 0 10 15,-4 3-2-15,2 0-14 0,-3 1 17 0,-2 1-4 16,0 2-7-16,-1 1 8 0,-5 1-8 0,0 2 3 16,6 3-9-16,-21 1 12 0,11 3 6 15,-4 2-9-15,0 1-8 0,0 1 2 0,1 0 13 16,0 1-17-16,2 1-1 0,1-2 6 0,3 0 4 15,-1 1-15-15,2-1 8 0,2 0-5 0,-2-2 2 16,3 0 8-16,-1 0-10 0,4 0-18 0,0-1 2 16,0-5 14-16,0 8 6 0,4-3 9 15,-1-1-16-15,0 0 0 0,0 0 3 0,1-1 5 16,-1 1-3-16,1 0 13 0,0-1-10 0,2 2-5 16,-2-3 10-16,2 3-2 0,1-3-1 15,0 2 8-15,-3-1-5 0,3 1 0 0,4-1 3 16,-2 1-1-16,1-2-2 0,3 1-5 0,0-2 10 15,-1 0-5-15,2 1-10 0,2-2 15 0,-1 0-7 16,1 0 4-16,1-3-7 0,0 1-5 16,1-2 7-16,-2 0 6 0,2 0-3 0,-2-2 5 15,-1-1-15-15,-2-2-3 0,4 0-18 16,-4-2 16-16,-1-3-11 0,1-2-15 0,-3-4 3 16,1 0-6-16,-2-3 11 0,-5 0-8 0,6-9 10 15,-9 5 3-15,2-6-8 0,0 2 18 0,-1-3 8 16,-2 5 10-16,0-1 13 0,0 5 33 0,-2 5 13 15,2-1 18-15,-3 3-8 0,3 2-15 16,-3 3 7-16,2 1-20 0,0 5-5 0,-2 3 2 16,3 4-10-16,0 0 8 0,0 0-10 0,-9 17-8 15,8-5 5-15,-2 6-3 0,3 1-12 16,0 3 7-16,3 4 1 0,-2 3 12 0,-1 1-18 16,3 4 5-16,3 1-2 0,-1-2-33 0,-2 2-32 15,3-2-42-15,-2 2-83 0,-4-5-204 16,3 5-385-16,1 0 109 0,-4-8 55 0,-1 0 65 15</inkml:trace>
  <inkml:trace contextRef="#ctx0" brushRef="#br0" timeOffset="41795.15">23473 2110 440 0,'24'-2'205'0,"0"2"-52"0,-1-3 8 0,-2 1-10 15,3 0-23-15,4-3-2 0,3 4-11 16,2-3 5-16,5-1 11 0,2 0-36 0,2 0 20 16,-1 0-31-16,17-2 11 0,-3 1-18 0,0-1 2 15,-5 1 59-15,-8 2-20 0,17-2-10 0,-2 1 4 16,1 0-22-16,3 0 7 0,-12 1-20 16,9-2 2-16,3-1-5 0,-13 4-10 0,10-3 3 15,-6 0-11-15,3 1 1 0,-5 0-4 0,-5 2-12 16,9-3 8-16,7-2-13 0,-5 2 0 15,2-1-8-15,0 3 0 0,3-2 5 0,-5 1-2 16,5-2-6-16,-3 2-4 0,1-2 2 16,-2 1-10-16,-2 1 15 0,-4 0-15 0,-7 2 12 15,-2-3-12-15,16 0-3 0,-1 1 6 0,-8 0-16 16,-5 2 5-16,14-4 15 0,-10 2-9 0,-4 2-6 16,1 0 2-16,-1-1 1 0,1 1-3 0,-4-1 11 15,-1 1-16-15,-1 0 15 0,-8 1-10 16,0 0 5-16,-8 1-7 0,-2-2-1 0,2 2-14 15,-9 0-27-15,0-3-35 0,1 4-39 0,-10 0-4 16,3 0-29-16,-8 0-146 0,0 0-502 16,0 0 88-16,0 0 48 0,-28-5 67 0</inkml:trace>
  <inkml:trace contextRef="#ctx0" brushRef="#br0" timeOffset="42644.94">25790 855 573 0,'-3'-7'210'16,"3"7"-21"-16,0 0-12 0,0 0-21 15,0 0-23-15,0 0-5 0,0 0-20 0,-10 15-6 16,7-3 8-16,3-1-15 0,-2 4-6 16,0 3-14-16,2-1-1 0,-3 3-5 0,3 0 3 15,-3 0-11-15,3 4 11 0,3 1-19 0,-3 0 11 16,0 1-12-16,3 3-6 0,-3-1 5 0,3 1-3 16,-2 2 4-16,2 2-6 0,-3 2 13 15,3-2-26-15,1 4 10 0,-4 0-4 16,3 0-1-16,0 1-5 0,2 1 6 0,-2 12-3 0,3-2-6 15,-2 1 4-15,4-8-11 0,-3 8 10 0,3 0-10 16,-2 2 3-16,1-2 56 16,0 0-6-16,0 5 11 0,0-3-23 0,-1 3-5 0,1 1-2 15,-1 3-1-15,-1 1-10 0,1-5 0 16,-2 3 10-16,-1-3-15 0,0-2-5 0,1 1-3 16,-1-1-2-16,-3-8-8 0,3-5 3 0,-3 15-8 15,4-2 0-15,-8-9 2 0,8-3-5 0,-4-1-4 16,0 2 7-16,0 12-1 0,1-9-11 15,-1-4-6-15,0 0 7 0,0 16-2 0,0-3 11 16,0 0-11-16,0 0-8 0,0 1 21 0,0-10-23 16,0 11 10-16,0-2 11 0,-1 0-6 15,1-10-10-15,-4-3 18 0,4 14 0 0,0-2-3 16,0-6-10-16,0-6 3 0,0 13-3 0,-3-8-2 16,3-8 4-16,0 4-2 0,-3 12 6 0,3-12 1 15,0 0-14-15,0-1 9 0,-1 15-9 16,-2-1 7-16,0 1 10 0,3-3-17 0,-3-7 22 15,3-9-12-15,-3 3 7 0,3 1-17 16,-1 0-1-16,-2 10 8 0,0 1-15 0,-1-1 2 16,4 4 14-16,-4-5 4 0,1-6-5 0,0-5-5 15,-1 12 8-15,1 1-8 0,0-2 5 0,1-4 7 16,-3 4-4-16,1-7-3 0,4-5-2 0,-4 15 2 16,1-10 0-16,0-2 3 0,3-3-11 0,0 1 16 15,0 1-10-15,0 1-1 0,0 15 6 16,0-1-11-16,0-8 6 0,0-6-6 0,0-3 13 15,3 15-7-15,1-9-11 0,-1-4 16 16,4 10-3-16,-4-7-2 0,-2-8-3 0,2 3-67 16,3-3 8-16,-2-1 0 0,2 0 26 0,-5-1-21 15,6 0 24-15,0 0 2 0,-4-6 4 16,2 0-4-16,-3-2 8 0,4-2-1 0,-1 1 6 16,-2-5-11-16,0 2 16 0,0-4 0 0,-2 0-13 15,2-5 10-15,-3 1-2 0,3-3-3 0,-3 0-10 16,0-1-8-16,3-1-20 0,-6-1-52 0,0-3-107 15,0-2-307-15,3-2-251 0,-10-6 23 16,2-4 82-16,3-5 76 0</inkml:trace>
  <inkml:trace contextRef="#ctx0" brushRef="#br0" timeOffset="43560.92">26823 931 854 0,'-3'-6'256'15,"3"6"-20"-15,0 0-36 0,0 0-16 0,0 0-13 16,0 0-4-16,0 0-24 0,6 21 0 0,-2-11-20 16,5 3-5-16,3 3-77 0,-2 0-15 15,4 2-3-15,-1-1-11 0,4 2 19 0,0 1-8 16,1 0-2-16,1-1 4 0,-1 2-4 0,0-3-14 15,1-1 1-15,-4-1-18 0,1-1-23 16,-2 0-34-16,3-3-17 0,-3-1-42 0,-1 0-30 16,0-3-74-16,0-3-47 0,-2 1-337 0,0-5 20 15,-4 0 41-15</inkml:trace>
  <inkml:trace contextRef="#ctx0" brushRef="#br0" timeOffset="43794.92">27210 970 780 0,'-4'-6'274'0,"4"6"-28"0,0 0-26 0,0 0-8 16,-7 13-22-16,4-2-14 0,3-1-9 0,-1 5-21 15,-2 0 0-15,0 3-18 0,0 3-87 16,1 4 7-16,-4 0-2 0,2 2-10 0,-2 4 64 16,3 1 0-16,-4 0-11 0,1 0-12 15,1 4-3-15,-1-2-7 0,-1 0-3 0,4-1-13 16,-4 0-18-16,1-3 19 0,1 2-4 0,2-5-12 15,-1-1-15-15,-2-1-37 0,3-3-22 16,1 1-21-16,-3-4-51 0,2-1-72 0,-1-4-138 16,4 0-453-16,0-3 90 0,4-3 50 0,-4-4 63 15</inkml:trace>
  <inkml:trace contextRef="#ctx0" brushRef="#br0" timeOffset="44278.43">27343 1427 527 0,'3'19'235'0,"3"1"-32"0,-5-1-9 0,2-1-30 16,2 0-3-16,1 5-30 0,-3-1-6 0,4 0-12 16,0 1-11-16,-1-1-20 0,2 0 5 15,-2-1-8-15,-2-2-7 0,2-3-3 0,-2-1-20 16,-1-2 2-16,0-1 0 0,2-2 11 0,-2 0-14 15,0-3 19-15,2-2-16 0,-4 0-5 16,-1-5-15-16,0 0-3 0,0 0 5 0,0 0-2 16,1-25-3-16,-1 7-2 0,-2-2-3 0,-3-7-3 15,-1-7 3-15,1 0-10 0,2-2 0 16,-1-2-5-16,1 2 2 0,0-1 5 0,0 4-12 16,3 4 22-16,0 0 14 0,3 3-37 0,-3 1 21 15,3 5 5-15,-3 1 1 0,4 0-1 0,-4 2-18 16,3 2 0-16,0 2-5 0,2 2 8 15,-2 1-8-15,5 1 0 0,-3 2 3 0,2 2 0 16,3 3-13-16,-3 0 12 0,3 4-2 16,-10-2 1-16,18 6-19 0,-8-1 13 0,1 1 0 15,-5 2 5-15,1 1-5 0,1 1 20 0,-6 0 1 16,4 2-3-16,-6 1 7 0,0 0-20 0,-3 1 24 16,0 2-17-16,-4-1-1 0,0 2-14 15,-4-1 13-15,-2 1 3 0,0-2-10 0,-1 0-19 16,1-1-35-16,0-4-21 0,-2 0-30 0,1 0-62 15,4-5-158-15,-3 2-405 0,2-3 69 16,1-2 36-16,3 0 74 0</inkml:trace>
  <inkml:trace contextRef="#ctx0" brushRef="#br0" timeOffset="45694.23">27664 1533 701 0,'0'11'212'15,"3"-3"-17"-15,0-2-21 0,0 0-23 0,-2 0-13 16,0-1-5-16,-1 0-18 0,3-2 34 16,-3-3 7-16,3 8 8 0,-3-8-75 0,0 4-9 0,0-4-3 15,0 0-8-15,0 0-5 0,0 0 7 16,0 0-7-16,-6-22 0 0,6 12-20 0,-2-2 12 16,-1-1-23-16,0-4 6 0,0 4 73 0,3 0 1 15,-1-1-23-15,0 0 2 0,1 0-3 16,0 3-17-16,-2-1-3 0,2 2-2 0,0 1-13 15,0 0-16-15,2 2 5 0,0 0 6 16,1 2-11-16,4 0-12 0,-3 0 0 0,6 2 7 16,-3-3-5-16,6 5-7 0,-3-4 2 0,1 3-3 15,0-1-7-15,2 0 0 0,1-1-1 16,-1 2 9-16,3-3-11 0,-4 2 8 0,1-2-3 16,4 0 8-16,-3-1-10 0,0-1-2 0,-4 2-1 15,4 0 0-15,-4-2-7 0,-3 0-1 0,3 1 16 16,0-1-10-16,-6 0 10 0,4-2-13 15,-6 1-5-15,4 1 10 0,-6 0 0 0,4 0 3 16,-4 1-10-16,1 1-3 0,-1 5 2 0,0-7-10 16,0 7 8-16,0 0-2 0,0 0-1 0,0 0 8 15,-22 12-10-15,9-1 0 0,6 1 5 16,0 1-5-16,0 3 0 0,1-1 0 0,0 1-5 16,1 2-1-16,2-2-9 0,3-1 15 0,0-1 0 15,3 3 2-15,2 0-2 0,-3-2 5 16,8-2 3-16,-3 0-3 0,3-2 7 0,4-1-7 15,3-1 13-15,1-3-13 0,5-2 3 0,-2-1 9 16,6-3 6-16,2-1-7 0,0-2-4 0,-1-2-2 16,5-4-7-16,-2 1 22 0,-3-4-17 15,-1-1-3-15,-3-2 8 0,-7 0-3 0,1-1 2 16,-2 0-2-16,-5-3-5 0,-1 1 0 0,-3 5 11 16,-1 0-9-16,-1 0 3 0,-5 2 16 15,3 2-29-15,-3 0 11 0,-3 5-8 0,-2 0 10 0,-3 4-3 16,8 0-2-16,-26 6 11 0,13 1-17 15,-3 2 6-15,-2 2-10 0,2 3 10 0,1 1-2 16,-2-1-11-16,7-1 5 0,0 2 0 16,2-1 3-16,2-1-10 0,-1-1 7 0,4 1-5 15,3-4 3-15,0 1-5 0,0-2-6 0,3-2 3 16,3 2 6-16,1-4 7 0,4 1-11 16,-1-3 9-16,3-2-4 0,3-1-2 0,-1-3 6 15,5-1-3-15,0-3-1 0,-2 0 4 0,3-4-9 16,0 0 21-16,-3-2-20 0,-2-1 5 15,-3-4 10-15,4 1-8 0,-7-4-7 0,-3 0-3 16,1-1 5-16,0-4 16 0,-6-2-16 16,-2 0 0-16,3 2 5 0,-3-1 13 0,0 3 11 0,-3 4 12 15,3 1 8-15,-1 4-11 0,1 1-12 0,-1 3 3 16,-1 3 4-16,-1 4-10 0,3 5 1 16,0 0-1-16,0 0 0 0,0 0-7 0,-8 21-1 15,5-4 11-15,3-2-3 0,0 5-5 0,0 1 8 16,3 2-10-16,-2 4 2 0,3-1-5 15,2 0 0-15,-2-1-5 0,2 0 0 0,1 6 2 16,0-6 0-16,0-1 14 0,0 1-27 16,3 1-9-16,0-3-47 0,0-2-56 0,-3 0-107 15,4 0-590-15,-1-3 37 0,-3-4 87 0,-1-4 104 16,-2-4 29-16</inkml:trace>
  <inkml:trace contextRef="#ctx0" brushRef="#br0" timeOffset="45944.39">28590 1163 680 0,'0'0'272'0,"0"0"-34"0,0 0-33 0,0 19-24 15,3-12 19-15,0 5-36 0,-2 0 51 0,0 1-23 16,2 0-23-16,3 3-13 0,-5-1-18 0,2 0-13 15,3 1-25-15,-2 0-5 0,-1 0 0 0,4 1-11 16,-3 0-28-16,1-2-20 0,-3 1-28 16,4 0-62-16,-3-2-53 0,1 2-195 0,0-4-441 15,-1-1 29-15,1-2 110 0,-4-5 36 16</inkml:trace>
  <inkml:trace contextRef="#ctx0" brushRef="#br0" timeOffset="46111.31">28574 808 701 0,'-1'-6'184'16,"1"6"-7"-16,0 0-29 0,0 0-48 15,0 0-67-15,0 0-53 0,-3 17-108 0,6-5-213 16,-2 2-229-16</inkml:trace>
  <inkml:trace contextRef="#ctx0" brushRef="#br0" timeOffset="136603.87">20700 2488 783 0,'-6'-3'230'0,"6"3"-15"0,-4-6-5 0,4 6 61 16,-6-3-25-16,3-2-13 0,3 5-26 0,-5-2 3 16,5 2-20-16,-3-5-16 0,3 5-21 0,0 0-20 15,0 0-7-15,-3-6-29 0,3 6-10 0,0 0-13 16,0 0-7-16,0 0 5 0,0 0-16 15,6 15-2-15,-1-7 2 0,1 0-10 0,-2 1-2 16,5 4 2-16,-2-1-16 0,4 3 11 0,-1-2-23 16,0 2 13-16,4 2 0 0,-1-2 4 15,2 1-17-15,-2 1 5 0,1-2-12 0,-1 3-19 16,-3-3-82-16,4 1-12 0,-4-3-72 16,4 0-36-16,-4 1-100 0,0-3-212 0,4-1-230 15,-3-2 48-15,-2-1 71 0,2-3 50 0</inkml:trace>
  <inkml:trace contextRef="#ctx0" brushRef="#br0" timeOffset="136884.6">20991 2441 995 0,'-4'-6'297'15,"4"6"-38"-15,0 0-26 0,0 0-11 0,-13 10-22 16,9-3-21-16,-5 5-10 0,1 2-23 0,-2 4 2 16,0 2-27-16,-1 0-6 0,1 0-10 15,-7 3-3-15,7-1-20 0,-3 2-5 0,-1-4 0 16,4 1-21-16,-1-1 5 0,-2 2-2 0,6-4-10 16,-3 1 2-16,2-1-7 0,2-2-19 15,-1 0-32-15,4-1-34 0,-1 0-49 0,1-2-46 16,-1-3-122-16,8 3-495 0,-4-4 16 0,4-1 59 15,-1-3 66-15,0 0 57 0</inkml:trace>
  <inkml:trace contextRef="#ctx0" brushRef="#br0" timeOffset="137283.81">21090 2796 739 0,'0'6'287'0,"0"0"-8"16,0 0-31-16,0 3-35 0,0-1-19 0,0-1-9 16,4 3-19-16,-1 0-15 0,0-1-21 0,1 0-12 15,6 0-10-15,-3 0-3 0,3-2-18 16,0 0 2-16,4-1-27 0,3 0 20 0,0-1-6 16,-3-4-17-16,3 0-5 0,1-1 0 0,-2 0-8 15,-1-2-10-15,4-2 15 0,-4-1-8 16,-2-3-12-16,1 2 0 0,-1-2 7 0,-3-3-7 15,-2-1 15-15,-2 2-8 0,1-5-12 0,-4 4 20 16,-3-3-8-16,0 1-4 0,-3 0-9 0,0 1 14 16,2-1-1-16,-5-1-2 0,-2 3 36 15,2 1-37-15,-4-2-4 0,3 3 10 0,-1 3-5 16,-4-1 2-16,2 2 3 0,-1 1-15 0,0 1 0 16,-2 2-3-16,2 1-3 0,-2 3-15 15,2 0-10-15,-2-1-8 0,6 5-12 0,-3 0-14 16,3 0-12-16,0 2-36 0,4 1-51 0,0 0-39 15,6 2-56-15,0 0-194 0,7 1-367 0,5 0 52 16,1-1 64-16,5-1 76 0</inkml:trace>
  <inkml:trace contextRef="#ctx0" brushRef="#br0" timeOffset="137667.43">22727 2619 775 0,'0'0'233'0,"0"0"-21"0,0 0-32 16,0 0-1-16,0 0-15 0,14 16-16 0,-6-7-12 16,-2 0-18-16,1 2-14 0,3 2-1 0,0-2-26 15,0 2 74-15,-3 0-13 0,4 0-20 16,-1-1-1-16,0 1-17 0,1-2 0 0,-1 3-28 15,0-2-1-15,1 1-27 0,-1-1-47 0,0 1-63 16,0-1-211-16,-3 0-475 0,0-3 50 16,2-2 75-16,-1-3 72 0</inkml:trace>
  <inkml:trace contextRef="#ctx0" brushRef="#br0" timeOffset="137950.41">23063 2623 793 0,'0'0'228'16,"0"0"-16"-16,0 0-25 0,-10 15-13 0,6-7-28 16,0 2-10-16,1 1-8 0,-1 0-31 0,-2 3 18 15,0-2-15-15,-2 4-10 0,1-3 58 16,1 4-10-16,-4 0-25 0,-1 1 0 0,4-1-11 15,-3 2-10-15,-1-2-7 0,1 3-6 0,0-3-18 16,0 0 16-16,0 2-3 0,0-3-17 0,3-1-9 16,-1 1-14-16,-1-3-32 0,5 1-48 0,1-3-41 15,0 1-79-15,2-4-136 0,1 1-474 16,4-1 87-16,-1-3 57 0,4-2 69 0</inkml:trace>
  <inkml:trace contextRef="#ctx0" brushRef="#br0" timeOffset="138283.53">23176 2916 903 0,'0'9'297'0,"-4"-5"-26"16,4 2-30-16,0 0-21 0,0-1-25 0,-1 3-6 15,1-1-25-15,0 1-16 0,1-1-22 0,-1 0-9 16,0 1-12-16,4-3-2 0,-1 3-8 15,1-1-11-15,-1-2-5 0,4 0-4 0,2-1-9 16,2-2-10-16,-1 0-2 0,0-2-5 0,5 0 7 16,-2-1-10-16,1-1 0 0,-1 1 0 15,1-4 3-15,0-2-87 0,0 2 12 0,-1-3 0 16,-3-1 21-16,1-1-18 0,-1-1 5 0,-3-1-2 16,-1 4 17-16,-3-4 6 0,-3 2-3 0,0 2 10 15,-3-1-12-15,0 0 4 0,-7 3-10 0,0-1 1 16,-5 3-6-16,-4 0-10 0,-2 4-21 15,-10 2-25-15,1 0-36 0,-11 4-110 0,-14 6-210 16,3 1-325-16,1 2 44 0,0-1 76 0,2-1 77 16</inkml:trace>
  <inkml:trace contextRef="#ctx0" brushRef="#br0" timeOffset="138767.4">20492 3577 1080 0,'0'0'309'16,"-1"-6"-30"-16,1 6-33 0,0 0-10 0,0 0-42 16,0 0-7-16,0 0-13 0,12 24-8 0,-6-13-12 15,1 0-26-15,4 3-5 0,2 1-21 16,0 2-7-16,1-1-5 0,0 1 2 0,0 1-18 16,5 4-5-16,-4 1-13 0,2-3-2 0,3 4-13 15,-2-2-20-15,-2-2-52 0,-1-2-48 16,1 4-93-16,-2-4-179 0,0-1-411 0,-1 1 9 15,-2-6 105-15,-1-2 44 0,-1-3 100 0</inkml:trace>
  <inkml:trace contextRef="#ctx0" brushRef="#br0" timeOffset="139000.99">20792 3609 862 0,'-6'-8'271'0,"6"8"-35"0,-3-1-13 16,3 1-21-16,0 0-31 0,0 0-9 0,0 0-29 16,-14 13-3-16,7-5-12 0,0 6-16 0,0 1-15 15,-6-1 3-15,3 6-6 0,-1-2-12 16,-3 5-13-16,-2 2-5 0,1-4-6 0,-1 4 4 16,-1 0-6-16,3 0-8 0,0 0-20 0,-2 0-38 15,1 0-73-15,5-4-106 0,-4 4-188 0,7-4-332 16,1-5 30-16,3-2 106 0,2-4 45 15</inkml:trace>
  <inkml:trace contextRef="#ctx0" brushRef="#br0" timeOffset="139268.06">21039 3829 665 0,'-3'6'279'15,"2"0"-33"-15,-2-1-16 0,0 5-28 0,0 1-15 16,-1 1-13-16,4 4-23 0,-4 2-18 0,1 3-10 16,-1-1-10-16,1 4-24 0,0 2 6 0,-1 1-8 15,-2 1-10-15,3-2 61 0,-2 0-43 16,2 5-54-16,-1-3-100 0,1-2-156 0,3 3-512 15,0-4 36-15,0-4 51 0,4 0 56 0</inkml:trace>
  <inkml:trace contextRef="#ctx0" brushRef="#br0" timeOffset="139900.46">23056 3550 1013 0,'0'0'305'0,"0"-7"-21"0,0 7-36 16,0 0-28-16,0-5-20 0,0 5-11 0,0 0-22 15,0 0-19-15,7 13-12 0,-1-5-13 16,-2 0-11-16,2 2-17 0,2 2 5 0,2 1-21 16,-3 2 3-16,4-1-10 0,-2 1-16 0,1 3 0 15,1 2-7-15,-1-4 2 0,-3-2-10 0,3 3-33 16,0-2-34-16,-3 2-53 0,0-2-59 15,0-4-146-15,3 3-484 0,-3 0 33 16,0-3 90-16,-1-4 56 0,2 0 49 0</inkml:trace>
  <inkml:trace contextRef="#ctx0" brushRef="#br0" timeOffset="140184.04">23432 3577 724 0,'0'0'258'0,"0"0"-27"0,0 0-3 16,0 0-31-16,0 0-16 0,-14 12-14 0,7 0-3 15,0 1-13-15,-3 4-13 0,-3 2-23 0,3-1 5 16,-5 6-15-16,2 1-10 0,0-3-18 16,-1 3 0-16,3 0-3 0,-3 3-15 0,1-4 2 15,-1 1-2-15,1 0-8 0,3-5-5 0,-1 0-7 16,4 0 2-16,-3-1-23 0,4-1-3 15,-2-2 0-15,2-2-25 0,2-3-23 0,1 2-29 16,0-5-32-16,-1 2-45 0,4-3-94 0,0 1-271 16,4-5-177-16,-1-2 29 0,3 1 68 15</inkml:trace>
  <inkml:trace contextRef="#ctx0" brushRef="#br0" timeOffset="140366.84">23484 3853 1064 0,'3'14'315'0,"-3"-6"-28"15,-3 1-26-15,3 0-33 0,-5 7-16 16,5-4-33-16,-3 8 8 0,0-2-23 0,-1 1-23 16,-2 6-8-16,3-3-23 0,2 3-10 0,-2-4-39 15,3 4-48-15,-3-1-149 0,3-2-652 0,-4-1 30 16,3 0 90-16,-2-5 62 0</inkml:trace>
  <inkml:trace contextRef="#ctx0" brushRef="#br0" timeOffset="141018.75">20404 4703 698 0,'6'6'279'0,"-2"-4"-33"0,2 5-10 0,1 3-24 16,4-2-30-16,-1 6-8 0,6-1-3 16,-2 3-25-16,3 1 59 0,1 4-31 0,-1-2-2 15,0 4-9-15,3-3-22 0,-6 2-15 0,6-1-124 16,-7-1-43-16,-1-3-51 0,1 0-123 0,-3 0-177 15,1-3-365-15,-1-3 104 0,1-1 39 16,-1-3 61-16</inkml:trace>
  <inkml:trace contextRef="#ctx0" brushRef="#br0" timeOffset="141233.28">20663 4713 872 0,'0'0'267'0,"0"0"-9"16,-10 12-45-16,6-3-21 0,0 2-13 16,-2 4-3-16,2 0-20 0,-2 6-22 0,-1 1-22 0,-1 2 70 15,-1 5-16-15,2 0-35 0,0-1-8 16,-3 3-23-16,6-6-39 0,1 1-61 0,0 0-64 16,-1-1-148-16,4 0-367 0,0-4-148 0,3-3 118 15,-2-5 23-15,2-1 61 0</inkml:trace>
  <inkml:trace contextRef="#ctx0" brushRef="#br0" timeOffset="141600.31">20741 4993 985 0,'8'-2'299'16,"1"-3"-27"-16,-2 4-29 0,0 0-15 15,4 1-16-15,-11 0-17 0,20 4-24 0,-9 0-7 16,2 4-13-16,1 1-20 0,-4 0-6 15,-3 5-17-15,3-3-6 0,-6 5-15 0,-1 0 5 16,0 0-10-16,-6 2-5 0,0-2-5 0,-5 2 4 16,1 2-19-16,-6 1-9 0,-1-4 1 0,1 0-8 15,-2-1-3-15,-1-4 1 0,2-1-9 16,1-5 1-16,2-1 2 0,-2 2-2 0,2-7-16 16,1 0 8-16,0 0 6 0,0-3-4 0,3 1-7 15,7 2 5-15,-14-4-7 0,10-1-4 0,-2 4 1 16,6 1 5-16,-7-6-18 15,7 6 10-15,0 0-5 0,0 0-2 0,0 0 0 0,0 0 4 16,17-1-4-16,-17 1-8 0,24 7 12 0,-6-4-58 16,1 4-18-16,2 1 20 0,4 0-2 15,5 6 0-15,1-4-5 0,3 1-36 0,0 3-39 16,-3-2-71-16,16 7-190 0,1-3-399 0,-10-5 41 16,-1-1 97-16,-2-4 72 0,-4-4 41 15</inkml:trace>
  <inkml:trace contextRef="#ctx0" brushRef="#br0" timeOffset="141983.63">22854 4766 901 0,'0'0'345'15,"0"0"-20"-15,7 1-46 0,-7-1-20 0,11 8-21 16,-5-1-18-16,1-1-13 0,3 7-30 16,0-1-6-16,0 3-35 0,1-1-3 0,3 3-28 15,-1-1 5-15,-2 1-10 0,-1 1-92 0,3 0 12 16,-2 0-25-16,-1-1-36 0,-3 2-38 16,3-5-75-16,-3 1-117 0,-1 0-172 0,1-3-297 15,-3 0 52-15,3-5 78 0,-3-3 78 16</inkml:trace>
  <inkml:trace contextRef="#ctx0" brushRef="#br0" timeOffset="142216.31">23168 4803 675 0,'0'-3'290'0,"0"3"-9"0,0 0-35 15,0 0-8-15,0 0 59 0,-16 11-44 0,9 3-22 16,-1-3-6-16,-1 4-31 0,-4 2-22 0,1 3-85 15,-1 1 2-15,-1 4-9 0,-2-2-1 0,1 2-10 16,-1 2-7-16,1-2-1 0,-1 0-17 0,-1 1 4 16,6-1 1-16,-6 0-13 0,7-3-29 15,0-1-53-15,-1 1 3 0,5-2-103 0,-4-2-118 16,6-2-537-16,-3-3 87 0,4-2 41 0,3-4 71 16,0-1 93-16</inkml:trace>
  <inkml:trace contextRef="#ctx0" brushRef="#br0" timeOffset="142583.26">23145 4967 911 0,'4'-4'335'0,"-4"4"-25"0,10-3-26 0,-10 3-28 16,9 1-36-16,-9-1-10 0,11 7-10 0,-4 1-19 15,-1 1-14-15,-5 3-24 0,2 2-18 0,-3 4-9 16,0 3-6-16,-4-1-8 0,-2 3-17 15,-1 1-6-15,-7 5 0 0,1 0-7 0,-1-4-13 16,0 1 5-16,-3-2-8 0,4 1 3 0,1-8-16 16,0 2-2-16,5-4 3 0,-3 0-11 15,2-3 1-15,2-4-29 0,-1 2 36 0,1-2-11 16,5-1 1-16,-2 0 15 0,3 0-13 0,0-7-4 16,7 7-17-16,3-7 22 0,4 2-4 0,2-7 1 15,5 4-10-15,-1-2-1 0,1-1 3 16,7 0 0-16,-1-2-74 0,0-1 7 0,4 3 11 15,-3-4 15-15,-1 2 5 0,0 2-22 0,0 0 9 16,-3-2 3-16,-3 2 0 0,-1-1 5 0,-3 3 3 16,-3 0-1-16,0 0 3 0,-4-2-30 15,1 2 7-15,-5 2-25 0,-6 0-72 0,3 3-131 16,-6 3-604-16,-3 1 80 0,-2-2 76 0,1 1 49 16,-6 0 87-16</inkml:trace>
  <inkml:trace contextRef="#ctx0" brushRef="#br0" timeOffset="148400.01">8657 5534 829 0,'0'-6'174'0,"0"6"-15"0,0-10-16 0,0 5-7 16,0 5-16-16,0-4-15 0,0 4-21 0,-3-6 1 16,3 6-16-16,0 0-10 0,0 0 10 15,0 0 13-15,0 0-28 0,0 0-6 0,0 0 21 16,0 0-25-16,0 22-6 0,-3-12 8 16,3 1-2-16,-1 2-1 0,1-1-4 0,-3 5 66 15,0 4-23-15,0-1 7 0,2 4-4 0,-3 1-11 16,-2 0-13-16,3 1 6 0,-1 4-16 15,1 2 8-15,-1 0-10 0,1 2-16 0,-4 0 15 16,3 0-12-16,-2 0 8 0,2 2-8 0,-3-2-6 16,1 3 4-16,-1 0-1 0,3-4-5 0,-3 15 5 15,-2-11-12-15,1-4 7 0,1 5-8 0,1-2 1 16,2-3-13-16,-5 6 2 0,4-5 3 16,-2 0 7-16,1 1-5 0,2 3 1 0,-2-4-1 15,-1 0 11-15,3 1-6 0,1 3-7 16,-4-3-8-16,4 1 3 0,-1-4 7 0,-2 0-2 15,1 1 10-15,2 1-8 0,0-7 1 0,0 2 2 16,-1-2-13-16,1-2 8 0,3 1-3 0,-3-1 0 16,-1 1 3-16,1-2-8 0,3-2 3 0,-4-2-13 15,1-2 12-15,3 0 1 0,-1 2 2 16,1-4-7-16,0 1 2 0,0-5 3 0,0 2 9 16,0 1-14-16,0-4-8 0,0 3 10 0,0-4 3 15,0 1-6-15,4 2 11 0,-4-4-3 16,4 1 3-16,-1 0-8 0,1 2 5 0,-1-2-10 15,1 1 11-15,-1-1-6 0,3-2 10 16,2 4-17-16,-2-3-4 0,1-1 19 0,0 1 0 16,4 0-10-16,-1 0-3 0,0 0 5 0,4 1-5 15,-1 1 5-15,1-5 15 0,0 2-25 0,-1-1 8 16,4 1 10-16,-3-1-11 0,3 0-4 0,1 0-1 16,1-3 6-16,-1 3 2 0,-1 0 7 15,3-4-14-15,1 3 15 0,-4-2-6 0,7 1-7 16,-3-2 13-16,-1 1-5 0,4-1-13 0,0 1 7 15,-3-2 16-15,2-2-10 0,1 2 2 16,0 0-7-16,0 1 10 0,-1-2-11 0,-1 2 8 16,5-2-7-16,-3 3-1 0,4-4 1 0,-1 3 12 15,-1-3 1-15,2 5-9 0,-1-5-71 0,1 2 21 16,2-2-6-16,1 0 6 0,0 0-8 16,0 0 20-16,0 0-13 0,2 0 26 15,-1 0-15-15,1-2 18 0,1 2-3 0,-3-1 8 0,4 1 2 16,-4-4-5-16,0 3 16 0,-2-1-11 0,4 2 3 15,-3-4 0-15,1 3 5 0,0-1-5 16,-2 1 7-16,-1-3-17 0,0 0 30 0,2 3-12 16,-3-4 4-16,1 2-7 0,-1-1 6 0,-2 3 4 15,2-2 0-15,-4-1-2 0,1 1-6 16,-2 2-2-16,8-5 3 0,-10 5-16 0,7-2 13 16,1-1-10-16,-1 2 12 0,1 1 3 0,-1-3 3 15,-2 2-18-15,5 1 7 0,-3 0 1 16,4-1 7-16,-4-2-15 0,3 1 22 0,-2 2-14 15,0-3 10-15,2 2-6 0,-2 1-2 0,2 0 5 16,-5-2-5-16,5-1 0 0,-6 4-2 0,4-2 12 16,-5-2-10-16,2 4 5 0,2-1-5 15,3-1 5-15,-5 2 8 0,-1-1-3 0,-1-3-12 16,1 4 4-16,1-2-4 0,5 1-3 0,-6 1 2 16,-1-1-2-16,1-2-3 0,1 1 21 15,5 0-13-15,-6 2-5 0,4-2 10 0,-1-2-5 16,0 4 5-16,-3 0-5 0,0-1 5 0,1 1-2 15,5-2 7-15,1 2-10 0,-4 0 5 0,1 0 3 16,3-1-13-16,-1 2 10 0,-6-1-8 16,6 0-2-16,-2 0 10 0,-1 0-7 0,-2 0 9 15,2-1-12-15,0 2 10 0,-4-2-7 0,2 2 2 16,2-1 5-16,-3 0-5 0,0 2 5 0,-1-2-7 16,-1 0-11-16,2 1 18 0,0-1-8 15,3 0 1-15,-4 0 4 0,1 0 9 0,1 0-14 16,-1 4 6-16,3-4-6 0,-3 0-5 0,6 0-2 15,1 1 28-15,-3-1-23 0,2 1 0 16,-6-1 2-16,7 0 3 0,-4 1-10 0,1-1 2 16,-4 1 13-16,3-1-2 0,-3 2-8 0,0 1 10 15,3-2-3-15,-3-1-4 0,-3 0 10 0,3 0-8 16,3 0 7-16,-3 0-12 0,0 0 8 16,-4 0-6-16,4 0-2 0,0 0 15 15,-4 0-12-15,4 0 12 0,0 0-20 0,-2 0 15 0,1-1-3 16,1-2-4-16,0 1 7 0,3 1 13 0,-3 0-26 15,-3 1 11-15,6 0 2 0,-3-1 3 16,0 0-8-16,3-3-3 0,1 4-5 0,-2-1 8 16,-1-1 0-16,2 2-5 0,0 0 5 0,1-1 3 15,3 1-3-15,-1-3 5 0,-5 3-3 16,2 0-2-16,0-1 0 0,-3 1 0 0,3 0-5 16,-3 0 13-16,1 0-5 0,-2 0-1 0,1 0 1 15,0-2-3-15,0 1-8 0,-4 1 16 16,4-1-3-16,-3-2-5 0,-4 1 0 0,3 0-10 15,1 2 20-15,-4-2-18 0,0-2 6 0,-4 4-1 16,2-3 13-16,1 3-7 0,-2-4 2 0,-4 3-8 16,5-2 11-16,-5 2-8 0,0-4-3 15,4 3-2-15,-4-4-5 0,0 5 5 0,0-5 5 16,0 2 5-16,0-2-13 0,-3 2 14 0,4-8-6 16,-1 3-3-16,0 0 6 0,1-2-3 15,-1-5 2-15,-1 0 3 0,2 0-2 0,0-2-3 16,-2 0 0-16,-1-4-3 0,-1 4 1 0,2-4 7 15,-5 1-5-15,3-2 2 0,0 0-2 0,-4-2 0 16,1 4 8-16,2-8-8 0,-3 4 3 16,-3-2-9-16,1-4 12 0,2-4-1 0,-3 1-5 15,0-4-3-15,0 1 13 0,0-4-4 0,0 1 1 16,-4-12-17-16,4 10 5 0,0 2 5 0,-3 5-5 16,3-5 5-16,-3 6 2 0,3-1 14 15,-3-4-11-15,3 6-10 0,-1-3 7 0,-2 3-4 16,0-1 2-16,0 1 5 0,-1 0-8 0,0-1-2 15,-2 1 8-15,2 0 2 0,-2 0 0 16,2 0-10-16,-2 1 0 0,1-1 10 0,-1 3-5 16,-1-1 2-16,1 0-2 0,2 6 3 0,-2-1 5 15,1 2-6-15,2-1 6 0,-1 5-3 0,-2-3-10 16,3 6-5-16,-1 0 4 0,1 0 1 0,-1 0 5 16,0 1 0-16,1 0-2 0,3 5 9 15,-3-3-14-15,-1 5 22 0,4-3-15 16,-3 1 0-16,0 3 0 0,3 0-2 0,-3-1-1 15,3 2 8-15,-1 0-10 0,-2 2 8 0,3-1-1 16,-4 2-2-16,4-2 0 0,-3 1-8 0,3 5 14 16,-3-10-12-16,3 8 9 0,0 2-6 0,-1-6 9 15,1 6-12-15,-3-7 12 0,3 7-12 16,-3-4 17-16,-1-2-11 0,4 6-8 0,-6-2 5 16,-2-4 9-16,5 4-4 0,3 2 11 0,-16-4 0 15,9 0 5-15,-7 3-16 0,4-3 21 16,-4 1-10-16,0 2-21 0,-3-5 11 0,0 4 2 15,-4-2-2-15,-3 0-1 0,1 2 3 0,-5-3-7 16,-2 3 9-16,-1-3-9 0,0 2 4 0,-3 2 1 16,-4-6 5-16,0 5-3 0,1-3-3 0,-4 1 11 15,0 0-15-15,3-2 2 0,1 1 7 16,-4-1-14-16,-1 2 9 0,2 0-4 0,2 1 7 16,-3-4-5-16,3 5 5 0,1-3-10 0,3 4 10 15,-3-2-10-15,2 0 2 0,4 2-2 16,-3-1 13-16,0 1-11 0,3 1-2 0,-3-3 13 15,3 3-3-15,-3-1-3 0,0 1-7 0,0 0 3 16,3-1 2-16,-3 1 7 0,0 0-2 16,-1 0-5-16,0-2 8 0,-2 2-3 0,-3-1-10 15,-2 1 3-15,1 0-6 0,0-1-2 0,-4 1 7 16,-2 0 8-16,2 0-7 0,-2-3-3 0,-2 3 7 16,-15-2 1-16,12 2-3 0,5 0 0 15,2 0 0-15,1 0 2 0,3-1-4 0,-1 0 9 16,8 1-9-16,0 0-1 0,-3 0 3 0,3-2-5 15,0 2 8-15,0-3-6 0,-1 3-5 0,0 3 14 16,1-1-6-16,0-2 5 0,-3 0-3 16,-1 0-7-16,-6 1 8 0,6-1-6 0,-3 1 1 15,3-1-1-15,1 0 8 0,-4 0-2 0,0 0-11 16,3-1 26-16,1 1-18 0,-1-1 5 16,4 1-2-16,3 0-3 0,-3-2 2 0,3 2-7 15,1-4 5-15,-1 4-8 0,0-2 11 0,1 1-13 16,2 1 12-16,0 0-7 0,4-3-3 0,-3 3-2 15,-4-1 10-15,1 1 3 0,5 0 2 16,-6-1-5-16,2-1 0 0,-3 1 8 0,-2 1-8 16,0 0-3-16,0 0 3 0,0-1 5 0,-1 1-5 15,1-3 0-15,-3 6 0 0,3-3-2 0,-4 1-1 16,3-1 11-16,1 0 2 0,4 0-10 16,-4 1-3-16,3-1 6 0,3 0-8 0,1 0 7 15,3 0-2-15,0-1 0 0,0 1 3 0,1 0-6 16,1-1 11-16,2-2-13 0,3 3 2 15,0-2 3-15,0 2 0 0,0-1 8 0,3 0-18 16,-2 1 10-16,1 0 2 0,-1 0-2 0,-1-2-10 16,3-1 0-16,-4 3 2 0,1 3-2 0,0-3 2 15,0 2 1-15,0-2-9 0,-3 1 16 16,3 0 0-16,-4 1-10 0,0 1 7 0,1-2 3 16,0 3-10-16,-1 0 8 0,1-1-1 0,-4 1-2 15,3-2 18-15,0 0-16 0,1 3 1 0,-1-3 2 16,0 2 7-16,5-1-4 0,-4 0-13 15,6 1 5-15,-3-2 10 0,3 0 0 0,0 3-18 16,1-4 5-16,3 0 3 0,-4 2-3 0,7-2 21 16,-3 2-15-16,2-3 7 0,-1 1-3 15,5 1 1-15,-2-2-8 0,-2 0 7 0,2 1 4 16,2 2-4-16,-2-1 3 0,6-2-5 0,-7 0-5 16,7 0 8-16,-8 1 2 0,8-1-13 0,-6 1 16 15,6-1-13-15,-7 0-6 0,4 2 24 16,-1 1-13-16,4-3-2 0,-10 2 2 0,6 0-5 15,1-1 2-15,3-1-5 0,-10 4 21 0,7-4-28 16,3 0 15-16,-7 3 7 0,3-3-1 0,0 4 4 16,4-4-13-16,-6 2 1 0,2 0-1 15,-2-2 11-15,2 5-6 0,4-5-4 0,-10 2 2 16,10-2-8-16,-7 3 8 0,4-2 8 0,3-1-18 16,-10 4 10-16,10-4 10 0,-8 2-13 15,2-1 6-15,6-1-29 0,-7 5-5 0,1-4-7 16,6-1-23-16,-7 3-14 0,2 0-47 0,-1-2-32 15,6-1-174-15,-7 1-475 0,4 1 86 0,3-2 44 16,0 0 74-16,-10 2 43 0</inkml:trace>
  <inkml:trace contextRef="#ctx0" brushRef="#br0" timeOffset="160598.34">20352 3300 793 0,'7'2'233'15,"-7"-2"-15"-15,10 1-21 0,0-1-21 0,0 1-7 16,0 1-8-16,5 1-20 0,1-1-26 0,-2 0-10 16,6 2-7-16,1-4 4 0,0 4-28 15,3 0-76-15,4-2 4 0,-2 0 3 0,4 3-2 16,2-1 2-16,-2 0-8 0,9-1 1 0,-2 2 7 15,3-2 10-15,-2 3 3 0,1-2-5 16,4 0 0-16,-5-1-13 0,4 2 5 0,-2-3 5 16,4 5 6-16,-2-5 7 0,-1 1 5 0,2 0 0 15,-1 1-15-15,17 1 81 0,-9-2-1 0,-5 2-19 16,17-3-10-16,-1 4-3 0,0-3-2 16,1 2-10-16,0-2 2 0,3 3-8 0,3-2 11 15,-3 1-20-15,0 2 12 0,-4-3-13 0,1 5 3 16,-4-4-6-16,0 2-4 0,3 2 0 15,-5-4-75-15,1 2 5 0,-9 0 11 0,7 1-8 16,3-2 21-16,-8-2-19 0,5 3 14 0,1 0 12 16,-5-4-2-16,-7 2-8 0,14 2 20 0,-10-4-5 15,-7 3 1-15,0-2-4 0,1 0 9 16,-1 0-6-16,-1 1 3 0,2-2-3 0,-1 3 6 16,2-3-3-16,-1 1-6 0,-1 0 19 0,4 0-3 15,-4-1-15-15,2 3 18 0,-1-4-6 16,-1 1 1-16,0 1 7 0,4-1-13 0,-2 2-4 15,-5-2 4-15,4 2 16 0,1-4-8 0,-5 2 5 16,4-2-12-16,-1 2 2 0,-1 1 8 0,-1-4 7 16,1 4-13-16,1-2-2 0,0-1 6 0,-3 2-6 15,3-3 5-15,0 3-5 0,0-2 0 16,-3 0 7-16,6 1-2 0,-3-2 1 0,0 0 1 16,4 1 19-16,-1-1-8 0,1 3-18 0,-1-3 2 15,0 0 3-15,4 1-2 0,-4 1 0 16,1-4-6-16,2 4 6 0,0-2-3 0,-1 0-8 15,-1 1 5-15,2-1 1 0,1 0 9 0,0 0-14 16,-3 0 4-16,3 0 1 16,-4 0 12-16,4 0-8 0,-1 0-2 0,-1 0-5 0,-2 0 39 15,0 0-34-15,1-1 7 0,-1-1-4 0,0 1-3 16,-3 1-3-16,0-4 3 0,1 2 3 16,2 0-1-16,0-1-14 0,-3 0 12 0,0 0 0 15,1-1-5-15,2 3 2 0,1-2 3 0,-2-1 8 16,1 2 2-16,1 0-10 0,0-4 5 0,0 4-10 15,13-3 7-15,-8 1 1 0,-8 1 10 0,2 2-8 16,1-3 3-16,-4-3-3 0,3 5-5 16,-2-2 2-16,2 1-12 0,-4 2 7 0,5-3 3 15,-4 0 24-15,1-1-35 0,0 2 9 0,-3-2 7 16,3 1-5-16,1 1-3 0,-5 0 6 0,4 1-16 16,-2-4 16-16,-2 3-9 0,3-4 14 15,-3 3 5-15,2 0-18 0,-2-2-3 0,-1 2 13 16,2-1-7-16,-5-1 9 0,3 2-12 0,0-2 5 15,-2 2-5-15,2-3 0 0,1 2 2 0,-7 1 3 16,3-2-2-16,0 3 4 0,-3-2 22 16,0-1-19-16,3 2 10 0,3 0-7 0,0-1-1 15,-1 0-7-15,1 1 5 0,1 0 3 0,2 0 13 16,-1-1-6-16,3 2-20 0,-3 2 15 16,1-4 5-16,-1 2-4 0,0-1-1 15,-3 4-10-15,-2-3 8 0,0 2-14 0,1-2 4 0,-4 0-3 16,3 2 10-16,-3-1-13 0,-1 2 16 15,-2-4-11-15,-5 4 11 0,1-1-11 0,-3 0 6 16,-1-1 0-16,-3 2-3 0,-3 0 7 0,0-3 4 16,-1 3-9-16,-2-1 1 0,-1 1-3 0,0 0 5 15,-10 0 0-15,14 0-13 0,-14 0-5 0,13 0-22 16,-13 0-6-16,7 0-41 0,-1 1-59 16,-6-1-164-16,0 0-475 0,0 0 76 0,-19 7 56 15,6-7 72-15</inkml:trace>
  <inkml:trace contextRef="#ctx0" brushRef="#br0" timeOffset="162897.7">26318 2479 591 0,'-13'2'253'0,"5"0"-22"0,4 3-32 0,-6-1-12 16,3 4-18-16,0 0-15 0,0 3-14 16,-3 1-17-16,3 2-23 0,1 1 5 0,-1 0-13 15,0 1-25-15,0 1 17 0,5-2 8 0,-3 1-35 16,2 1 2-16,1-2-21 0,0 2 72 16,2-4-5-16,0 0-13 0,2 0-2 0,0-1-19 15,1 0-2-15,3-2-5 0,-2-1-2 0,4-1-11 16,1 0 5-16,1-3-17 0,1 0 9 0,-1-1 1 15,4-3-8-15,0-1-8 0,-4-1 16 0,7-3-13 16,-7 2 2-16,7-4-5 0,-6-1 11 16,2-3-11-16,-2 2-10 0,-1-4-2 0,-1-1 9 15,-1-4-4-15,-4-1 2 0,2-2 13 16,-3-2-31-16,-3 0 6 0,-3-1 9 0,3-1 1 16,-6 2 7-16,5 2-10 0,-5 3 3 0,1-2-3 15,-1 5 8-15,-1-1 15 0,0 1-16 16,-3 4-1-16,0 1-12 0,0 3 4 0,-1 1 10 0,1 3-16 15,-3 1 13-15,-1 4-5 0,3 0-7 16,-3 3 4-16,-2 2-23 0,2 1 1 0,4 1 10 16,-3 2 2-16,2 0-8 0,1 1 16 0,3 0-7 15,1 2-9-15,1-1 3 0,2-1-5 16,3 1-2-16,0-1 9 0,0-1-2 0,7 3-5 16,-3-2-10-16,5-1 13 0,0 1-8 0,0-3 0 15,5 2-13-15,3-3-36 0,0 2 5 16,3-1-66-16,0-3-59 0,1 0-90 0,0-1-163 15,3-1-415-15,-4-1 117 0,1-1 50 16,0-2 50-16,-2 1 77 0</inkml:trace>
  <inkml:trace contextRef="#ctx0" brushRef="#br0" timeOffset="163282.81">26652 2710 678 0,'0'0'253'0,"0"0"-28"0,0 0-15 15,0 0-5-15,-20 11-18 0,16-3-13 0,-3 1-23 16,0-1-5-16,-1 4-10 0,-3 0-24 0,3-1-4 16,1 3-14-16,1-1-6 0,2-4-19 0,-2 5 5 15,1-3-13-15,2 0-4 0,0 0-1 0,3 1-13 16,0-2 16-16,0 0-7 0,3 0-19 16,2-2 3-16,-2 3-8 0,3-7-8 0,-2 2 16 15,6-2 2-15,1 1-7 0,0-3-13 16,-1-2-3-16,-1 0 1 0,4-1 73 0,0-2-9 15,-2-1-6-15,0-3-13 0,-1 1 11 0,3-3-28 16,-4-1 4-16,-1-2 6 0,0-1-5 16,-5 1 2-16,1-1-5 0,-1 1-10 0,0-3-6 15,-3 3 6-15,0 1 13 0,0-1-21 0,-6 1-10 16,2-1 10-16,1 4 3 0,-5 1 0 0,1-3-19 16,-2 5 11-16,-1-1-12 0,-1 2 9 15,1 0-4-15,0 2-11 0,2-2-5 0,-2 4-11 16,1-1-14-16,9 1-37 0,-13 0-48 0,5 1-36 15,6 1-28-15,2-2-77 0,-5 3-150 16,5-3-390-16,10 3 84 0,-4-1 47 0,2 0 61 16,2-2 54-16</inkml:trace>
  <inkml:trace contextRef="#ctx0" brushRef="#br0" timeOffset="163464.19">26925 2727 824 0,'4'-2'320'0,"6"-2"-41"0,-3 3-18 0,3-2-31 16,1-1-20-16,-1 2-23 0,3-1-18 0,4-1-3 16,-3 2-28-16,4 0-7 0,-1-2-52 15,0 3-48-15,0 0-46 0,-1-1-88 0,-1 1-165 16,-2-1-459-16,0 2 74 0,1-1 31 0,-7 1 72 16</inkml:trace>
  <inkml:trace contextRef="#ctx0" brushRef="#br0" timeOffset="163664.16">27052 2561 698 0,'0'0'249'0,"0"0"-34"0,0 0-11 0,-10 10-12 16,10-3-23-16,0 3-13 0,-3 0-17 0,3 5-16 15,0-2-11-15,0 2-12 0,0 0-10 0,0 2 2 16,0 1-15-16,0 1 53 0,3-1-20 15,0-1-59-15,2 1-51 0,-3-2-71 0,5 1-121 16,-3 0-489-16,6-3 26 0,-4-2 61 0,5 0 46 16</inkml:trace>
  <inkml:trace contextRef="#ctx0" brushRef="#br0" timeOffset="164131.01">27418 2619 775 0,'-7'7'279'0,"4"3"-36"0,-4 0-33 0,4 0-15 16,-2 1-16-16,2 1-26 0,0 1-9 0,0-2-24 16,3 2-5-16,0-1-15 0,0 1 0 15,3-2-18-15,0 0 56 0,5-1-7 0,-5 0-9 16,4-2-6-16,2-1-17 0,-2 3-6 0,4-5-1 15,-1-1-10-15,4-1-18 0,-1-3 0 16,0 0-8-16,2-1-7 0,-2-2 7 0,4 0-13 16,-3-4-4-16,0-3-6 0,2 2-12 0,-1-7 17 15,-2 0-12-15,-2-4-3 0,-4 0-11 16,2-5 9-16,-2 1-19 0,-3-2 11 0,-4-2-2 16,4 1 4-16,-4 0 10 0,0 3-14 0,-4 4 14 15,3 0 3-15,-2 0-7 0,-3 5 7 16,-1-1-10-16,2 3 2 0,-7 2 11 0,2 1 0 15,0 6 7-15,-2 0-17 0,-1 5 2 0,-1 0 0 16,-2 2 2-16,1 3-14 0,2 1 12 0,-4 2-5 16,7 0-8-16,-3 2 8 0,2-1-11 15,4 2 9-15,0 1-11 0,1-1 0 0,3-1 5 16,2 0-5-16,1 1 3 0,1-1 13 0,2-1-14 16,3 2-12-16,1-2-5 0,7 1-54 15,0-2-23-15,3 0-67 0,-1-3-135 0,7 1-543 16,-5-2 21-16,3-2 84 0,0-1 89 0,-4-1 57 15</inkml:trace>
  <inkml:trace contextRef="#ctx0" brushRef="#br0" timeOffset="164314.31">27804 2644 903 0,'0'10'328'0,"0"-10"-42"0,-6 12-25 15,4-3-20-15,-4-1-16 0,3 3-7 16,0-2-31-16,-1 4-23 0,1-1-19 0,0 4-9 0,-1-2-13 15,1 1-15-15,-1 1-9 0,4-2-4 16,0 2-21-16,-1-4-10 0,1 3-41 0,0-3-23 16,1 1-51-16,3-1-115 0,-1 0-157 0,1-3-455 15,-1 0 49-15,0-2 63 0,1-2 85 16</inkml:trace>
  <inkml:trace contextRef="#ctx0" brushRef="#br0" timeOffset="164531.43">27968 2489 680 0,'16'14'279'0,"-11"-6"-23"0,1 1-28 16,1 2-8-16,4 2-25 0,-1 3-3 15,3 0-44-15,1 2-10 0,0-1-10 0,3 3-15 16,0 0-13-16,4 0-3 0,0 0 0 0,-2-1-30 15,2-1-34-15,0 2-58 0,-4-4-116 16,0 1-266-16,0-3-325 0,0-1 92 0,-2-2 77 16</inkml:trace>
  <inkml:trace contextRef="#ctx0" brushRef="#br0" timeOffset="164815.04">28331 2427 872 0,'0'0'287'0,"0"0"-23"0,-12 11-29 16,3-4-15-16,2 6-23 0,1 0-12 0,-1 4-24 16,-4 1-25-16,1 2-3 0,0 0-10 0,-1 1-6 15,1 0-17-15,0 1-8 0,-4-3-12 16,1 5-4-16,-1-1-1 0,1-3 71 0,1 1-26 15,-1 3-7-15,0-4 2 0,2 2-26 16,-2-3-17-16,2 0-16 0,-2 1-28 0,6 0-84 16,-1-5-85-16,-1 1-250 0,5-2-423 0,1-3 46 15,3-3 123-15,0 0 51 0,0-5 59 0</inkml:trace>
  <inkml:trace contextRef="#ctx0" brushRef="#br0" timeOffset="165164.23">28484 2702 1098 0,'-3'6'366'0,"0"2"-52"0,0 1-17 16,2 2-36-16,-6-1-30 0,4 5-16 0,1 1-15 15,0-2-29-15,-1 1-12 0,6-1-18 0,-3-1-6 16,3 2-20-16,1 0-10 0,2-1-15 0,2-2-6 15,-1 0-4-15,3 0-9 0,1-4-7 16,2-1-2-16,4 0-11 0,-3-3-82 0,3-1 11 16,0-3 2-16,-3 0 10 0,3-3-5 0,3 0 6 15,-6-2-1-15,3-5 11 0,-2 2-11 16,-3-4 16-16,-1-1-6 0,1-4-2 0,-7 2 10 16,2 0 13-16,1-1-12 0,-6 2 12 15,1-1-28-15,-3 4 17 0,-3-1-1 0,-4 2-1 16,-3 1 0-16,-4 1-5 0,0 3-10 0,-7 2-49 15,-4 3-33-15,-7 1-92 0,-6 2-202 16,-1 3-466-16,-17 4 112 0,0 2 31 0,1-3 100 16,1 3 51-16</inkml:trace>
  <inkml:trace contextRef="#ctx0" brushRef="#br0" timeOffset="166229.84">26395 3860 934 0,'-6'-6'279'0,"6"6"-39"0,-5-1 1 0,5 1-39 15,-9-3-17-15,9 3-19 0,0 0-18 0,-13 3-9 16,6 3-29-16,2 1-3 0,-5 2-10 0,1 0-4 15,-1 2-1-15,-1 3-13 0,1-2-7 16,5 3-6-16,-7 2-9 0,5-3-4 0,3 3-1 16,-2-1-1-16,1 0 5 0,0-3 44 0,5 1 7 15,0 2-27-15,0-4 4 0,5 1-15 16,0-1-15-16,1 1-5 0,1-2-3 0,7-3 2 16,-1 1 1-16,2-3-13 0,-2 1 18 0,5-7-19 15,1 1-1-15,-1-2-6 0,3-3 0 16,-2 0-5-16,-1-2 5 0,-1-2 3 0,4-4-18 15,-4-3 2-15,-1-1 3 0,-1-2-10 0,-5-3 2 16,0 1 3-16,-1-2-8 0,-1 2 15 0,-4-3-4 16,-1 4 4-16,0 2 1 0,-3-2-3 15,0 1-11-15,-3 1 6 0,0 6 0 0,2 1 0 16,-8-4 5-16,1 6 0 0,1 0-6 0,-6 4-7 16,2-1 6-16,-2 3 1 0,-4 3-12 15,5 0 11-15,-4 1-6 0,0 3-3 0,3 2-7 16,-5 2 10-16,4-1-5 0,3 1 3 0,1 1 15 15,-3 0-16-15,3 3 4 0,3-4 1 16,0 2-2-16,0 2 3 0,5-2-13 0,-3-1 10 16,5 2-5-16,0-3 8 0,3 0-11 0,1 1 6 15,3 0-3-15,0-2-28 0,6 2-31 0,-2-3-10 16,5 1-39-16,-1-1-48 0,4-1-39 16,-1-2-89-16,-1 0-269 0,4 0-261 0,0 0 90 15,-2-3 64-15,-4-1 58 0,1 2 62 0</inkml:trace>
  <inkml:trace contextRef="#ctx0" brushRef="#br0" timeOffset="166680.47">26724 4006 839 0,'0'0'261'0,"0"0"-18"0,0-5-20 0,0 5-21 16,0 0-15-16,0 0-8 0,0 0-28 0,0 0-7 15,0 0-6-15,0 0-31 0,0 0-7 16,0 0-15-16,0 0-1 0,0 0-5 0,-14 0 9 15,14 0-24-15,0 0 10 0,-13 9 3 16,9-6-21-16,-2 4-8 0,-2 1 4 0,1-1-14 16,1 1 3-16,1 2 10 0,-4 4-23 0,2-2 16 0,1 2-21 15,2-1 3-15,-2 1 4 0,2 0-7 16,4-3-5-16,-4 0 5 0,4 0 51 16,0 0 13-16,0-3-12 0,4 2-19 0,-1 3 3 15,1-5 0-15,2-4-8 0,1 4-5 0,0-3 5 16,4-1 0-16,-1 0-12 0,4-4-11 0,-1 1 0 15,-3-2 0-15,7 1-7 0,-5-6 2 16,1 4-8-16,-3-6 3 0,3-1 8 0,-2 1-8 16,-1-5-11-16,0-2-4 0,-3 1 5 0,0-3 2 15,-4 1 0-15,3-1 0 0,-5 0-5 16,-1 2 8-16,0 1 5 0,0 2-8 0,0-1-5 16,-2 2-7-16,-3 2 12 0,-1 0 0 0,2 2-7 15,-4 0-1-15,-1 4 1 0,-1-1 0 0,3 4 2 16,-4 0-8-16,-2 4 6 0,2-3-24 0,1 4-9 15,0-1-19-15,-1 3-23 0,5-3-40 16,-1 4-27-16,4 1-47 0,2-4-168 0,2 3-473 16,-1 0 39-16,3-1 84 0,4-2 105 0,-1 0 46 15</inkml:trace>
  <inkml:trace contextRef="#ctx0" brushRef="#br0" timeOffset="166964.44">27103 3984 1003 0,'0'0'287'15,"0"0"-29"-15,0 0-40 0,0 0-16 0,0 0-18 16,0 0-10-16,0 0-12 0,10-3-19 0,-10 3-7 15,16 0-26-15,-8 0-5 0,6-2-8 0,-3 2-5 16,2-1-8-16,1 1-12 0,3-2-13 16,0 1-3-16,-1-3-5 0,-1 4-20 0,1-1-28 15,-1-1-21-15,1 1-59 0,-2 1-41 0,0-4-94 16,-4 4-177-16,3-2-364 0,-3 0 95 16,1-3 54-16,-4 2 49 0</inkml:trace>
  <inkml:trace contextRef="#ctx0" brushRef="#br0" timeOffset="167147.34">27305 3820 691 0,'-14'1'245'0,"14"-1"-27"0,-10 7-21 16,7 0-10-16,0 1-16 0,1 2-12 0,-4 4-21 16,6-3-17-16,-3 6-9 0,3 1 1 15,-1-2-16-15,1 1-12 0,0 4-11 0,0-4-26 16,0 2-42-16,1-1-70 0,-1-1-141 0,3 4-474 15,3-5 47-15,-4-3 67 0</inkml:trace>
  <inkml:trace contextRef="#ctx0" brushRef="#br0" timeOffset="167597.44">27582 3945 685 0,'-8'15'277'16,"2"0"-36"-16,3-4-19 0,0 3-30 0,2-3-2 15,1-1-32-15,0 3-19 0,0-4 4 16,1 1-15-16,2 3-23 0,0-4-8 0,0 0-5 16,1-1 0-16,3 0-15 0,-3-2-13 15,5-1 3-15,-2 0-3 0,4-4-8 0,-4 2-10 16,3-5-5-16,4 1-3 0,-4 0-2 0,0-5 3 15,4-1-1-15,-1-1-7 0,-3-2-6 16,1-4 9-16,-1 2-16 0,0-5 5 0,-2-4 61 0,-2 0 6 16,0-1-16-16,-5 3-18 15,2-2 6-15,-3 1-9 0,0 2-1 0,-3 2-1 0,2-2-8 16,-5 2 14-16,3 4-19 0,-4 2-2 0,0 0 2 16,-3 5-7-16,0 1 5 0,-1-1-11 15,1 4 4-15,-3 1 14 0,2 1-7 0,1 4-5 16,0-1 2-16,-1 1-10 0,1 3-5 15,3 0 15-15,-3 0-17 0,3 0 1 0,4 2 9 16,-1 0 0-16,-2-2-14 0,6 2 6 0,0-2-2 16,0 5-9-16,3-5 1 0,3 1 0 0,1 0-8 15,0-2-21-15,4 1-30 0,5 1-33 16,-1-2-80-16,1-2-87 0,1 0-177 0,0-2-391 16,1 2 49-16,2-3 89 0,-6 0 69 0,0-4 54 15</inkml:trace>
  <inkml:trace contextRef="#ctx0" brushRef="#br0" timeOffset="167779.84">27917 3951 680 0,'0'0'254'15,"-4"10"-3"-15,1-3-39 0,0 3 16 0,-1 0-23 16,-2 3-24-16,4-1-27 0,-3 3 71 0,0 0-17 16,2 2-29-16,-3-1-10 0,3 0-8 0,2 2-20 15,-2-2-13-15,0 1-13 0,0 0-5 16,2-1-8-16,-2 0-30 0,3-4-41 0,0 2-41 15,0-1-47-15,0-2-81 0,4 0-648 16,-1-1 21-16,0-2 61 0,1 0 87 0,2-3 51 16</inkml:trace>
  <inkml:trace contextRef="#ctx0" brushRef="#br0" timeOffset="168097.84">28117 3796 721 0,'5'0'264'15,"-5"0"-11"-15,0 0-17 0,14 7-26 16,-7-1-18-16,2 2-16 0,1 1-7 0,2 3 3 15,1 3-37-15,4-1-9 0,-3 3-13 0,3-1-1 16,0 4-20-16,3 1-5 0,-6-3-2 0,7 1-14 16,-4-1 1-16,3 3-16 15,-6-4-2-15,2-1-8 0,-4 0-7 0,1-4-29 0,-3 2-31 16,1-3-35-16,-1-1-82 0,-4-2-149 16,2 0-478-16,0 0 71 0,-6-3 67 0,4-2 59 15</inkml:trace>
  <inkml:trace contextRef="#ctx0" brushRef="#br0" timeOffset="168397.44">28488 3761 936 0,'0'-8'292'0,"0"8"-15"0,0-3-55 0,0 3-14 16,0 0-16-16,0 0-34 0,0 0-2 15,0 0-28-15,-10 14 3 0,7-3-16 0,-5-2 3 16,3 3-18-16,-3 3-11 0,-2 0 1 0,-1 2-24 16,-2 1 9-16,1 2-6 0,-4 2-15 15,-1-4 10-15,3 4-13 0,-6 2-3 0,3 0-7 16,0-2-15-16,0 1 10 0,2 0-6 0,-1-1-32 16,5-3-26-16,1-1-34 0,3-1-50 15,0-2-65-15,4-4-176 0,6 3-412 0,3-5 66 16,-1-1 72-16,2-4 66 0</inkml:trace>
  <inkml:trace contextRef="#ctx0" brushRef="#br0" timeOffset="168563.95">28659 3888 1039 0,'0'8'335'0,"0"2"-15"16,0 4-10-16,-4 4-36 0,1 4-41 0,-1 3-24 0,-2 0 1 15,2 6-33-15,-2-1-23 0,-2 2-11 16,1 2-2-16,-2 0-26 0,2-1-31 0,-1 1-35 16,0-1-105-16,-7 9-193 0,6-5-560 0,-3-9 57 15,-1-2 81-15,-4-4 65 0,3-6 91 16</inkml:trace>
  <inkml:trace contextRef="#ctx0" brushRef="#br0" timeOffset="169963.34">20287 4434 885 0,'0'0'271'16,"0"0"-30"-16,0 0-18 0,0 0-16 0,23-6-17 16,-12 6-24-16,3 0-18 0,3 0-20 0,4-2-10 15,2 2 5-15,1 0-18 0,7 0-5 16,0 0 56-16,6 0-23 0,5 2-15 0,2-2-11 16,4 0 1-16,17 0-16 0,3 0-15 0,3 0 2 15,2 0-7-15,-2 1-11 0,4-1-5 16,1 0 11-16,-4 0-13 0,6 0-11 0,-3 2-7 15,1 1-8-15,-1-1 3 0,7-2 0 0,14 6 7 16,-18-3-12-16,1-1-3 0,-1 4-3 16,-2-3 1-16,-1 1 4 0,4-3-9 0,-5 4 2 15,2-4-8-15,2 2-3 0,1-1 11 16,-1 1-5-16,5-3-3 0,-1 1 19 0,-4 1-17 0,1-2 6 16,-1 3-10-16,-2 0 7 0,-1-1-2 15,1 0 5-15,-2 2-15 0,2-1-3 0,-4 2 0 16,2-2 2-16,-1 0 6 0,-2 0-6 0,-2-1 6 15,0 4-5-15,-1-5-1 0,-3 3 8 16,2-1-7-16,-5 0-3 0,3 0 0 0,0 0 13 16,0-2-11-16,-4 0 3 0,4 1-5 0,1 1-2 15,-4-2 12-15,2 0-2 0,-10 1-11 16,-5-2 3-16,15 1 0 0,-12-1-2 0,-5 0 15 16,2 0-19-16,16-1-1 0,-1 1 7 0,-2-2 5 15,-10 1 8-15,-5 1-11 0,17-4 3 0,-9 4 3 16,-9 0-11-16,20-2 16 0,-13 2-5 0,-5 0-8 15,-3 2-3-15,19 1 6 0,-13-2-3 16,-3 2-3-16,-1-2 6 0,-1 0-6 0,19 2 3 16,-1-3 0-16,-2 1 8 0,2 1-13 0,1-1 10 15,-3-1 0-15,7 2-7 0,-4 1-14 16,-3-3 24-16,3 1-8 0,-4 0 2 0,4 5 1 16,-2-5-11-16,0 3 11 0,-1 0 12 0,2-2-10 15,1 4-2-15,-3-4 2 0,3 4-7 0,4-2 4 16,-4 0 16-16,3-3-5 0,0 4 0 15,-3-1 2-15,0-1-10 0,3 2 0 0,1 2-5 16,-1-4 10-16,0 3-10 0,1-4-5 0,0 4-5 16,2-2 8-16,4 0 4 0,-1-1 3 15,-1-2 0-15,-1 4 13 0,5-5-15 0,-4 1-3 16,0-1 5-16,-2 0 5 0,1 1-10 0,3-1-5 16,-3 0 2-16,4-1 11 0,2 1-13 0,1-1 18 15,-3 1-16-15,-2 0 19 0,1 0 4 16,-2 0-22-16,1 0 4 0,-3 1 3 0,1 0 0 15,0 1-10-15,-3 2 23 0,-1-3-13 16,-3 2 16-16,0 1-11 0,-14-3-13 0,-6 1 14 16,-4-1-16-16,-1 4 10 0,-7-5-18 0,-7 2-41 15,-2 0-12-15,-6 2-68 0,-7-1-211 16,-9 2-566-16,-4-4 63 0,2-1 129 0,-34 0 61 16,-6-5 77-16,-17-5 56 0</inkml:trace>
  <inkml:trace contextRef="#ctx0" brushRef="#br0" timeOffset="170936.65">26139 5196 898 0,'-10'4'307'0,"0"0"-20"0,3 3-31 16,-3 4-18-16,-1 3-26 0,4 1-35 0,-3 2-3 16,0 3-20-16,7 1-19 0,-4-5-20 15,4 2-10-15,3 0-7 0,-1 3-4 0,2-3-9 16,-1-2-8-16,3 2-6 0,4-5-12 15,-1 1-8-15,2 1 6 0,2-3-11 0,3 0-8 16,1-3 3-16,2-1-8 0,-1-3-2 0,5 1 0 16,-3-5 7-16,1 2-10 0,2-6-5 15,0 2-5-15,1-2 3 0,-4-5 12 0,4 0-15 16,0-4 2-16,-5 0-2 0,2-3 0 0,-2-2-2 16,-2-2-6-16,-2-2 10 0,-4 0-20 15,0-1 16-15,-5-1-1 0,1 1-2 0,-4-2 2 16,-4 1-7-16,1-2 12 0,-5 4-2 0,2-2 13 15,-4 5-13-15,-1-2 7 0,-2 3-7 0,-1 4 13 16,-3 0 2-16,3 2-15 0,-3 3 10 0,0 0-7 16,0 7 2-16,2-3 5 0,-1 5-2 15,-2 2 2-15,2 0 0 0,-1 4-13 0,3 0 3 16,0 2-18-16,4 0 8 0,-3 2 10 0,7 2 0 16,-2-5-10-16,7 4 7 0,-2 1-10 15,3 2 0-15,2-2 3 0,0 2 20 0,6 0-10 16,-2 1-23-16,4 0 20 0,6-1-2 0,-1 1-5 15,1-1 2-15,2 0-8 0,3 1-9 0,2-5-24 16,1 1-23-16,-3-2-20 0,3 1-67 16,3-3-46-16,-4 1-130 0,1-1-484 0,-2-2 0 15,-1-2 89-15,-5 0 64 0,1-3 55 0</inkml:trace>
  <inkml:trace contextRef="#ctx0" brushRef="#br0" timeOffset="171280.2">26621 5417 721 0,'0'0'279'0,"0"0"-12"0,0 0-27 0,-5 18-15 16,0-11-33-16,1 4-5 0,-2-3-13 0,0 6-20 15,1-1-18-15,-1 2 2 0,2-1-18 16,-2-2-87-16,4 2-7 0,0 0-6 0,-1-4 11 16,0 1 2-16,3 3-4 0,0-5-9 15,0 1-7-15,0 1 2 0,3 1 8 0,3-5-2 16,-2 2-3-16,3-5 0 0,3 3 23 0,-3-2-36 15,3-4 2-15,0 2 9 0,1-3 9 0,-1 0-14 16,0-2 4-16,4 0 5 0,-4-3-2 16,-3-2 5-16,5 3-2 0,-7-5-11 0,2-3 13 15,-1 3-10-15,-3-2 10 0,-1-5-13 0,-2 2 21 16,0-2-8-16,-2 0 8 0,-4 3-16 16,2-3 0-16,-5 5 13 0,2-1-7 0,-4 1 2 15,-2 2-8-15,3 2 1 0,-4 0-4 0,4 5-1 16,-4-3-27-16,4 4-17 0,0 1-36 15,-1 0-51-15,11 0-24 0,-13 1-168 0,6 4-448 16,7-4 76-16,0 2 52 0,0-3 51 0</inkml:trace>
  <inkml:trace contextRef="#ctx0" brushRef="#br0" timeOffset="171480.34">26962 5532 1036 0,'0'0'359'16,"12"-7"-47"-16,-6 4-28 0,1-1-26 0,4-1-35 0,2 2-3 15,0 0-17-15,2-1-40 0,5 1-14 16,-3-1-42-16,0 0-58 0,0 3-105 0,2-4-129 16,-7 4-552-16,2-2 26 0,-1-1 68 15,-3 1 57-15</inkml:trace>
  <inkml:trace contextRef="#ctx0" brushRef="#br0" timeOffset="171663.6">27021 5267 732 0,'0'11'245'0,"0"-1"-12"15,3 5-25-15,-3 0-19 0,5 3-12 16,-2 3-31-16,0 0-1 0,4 4-17 0,-4-3-12 15,4 3-22-15,-3 0-2 0,2-4-30 0,-2 3-42 16,3-2-35-16,2 2-59 0,-4-4-169 16,5 1-436-16,-1-3 55 0,-2-1 58 0</inkml:trace>
  <inkml:trace contextRef="#ctx0" brushRef="#br0" timeOffset="172147.16">27506 5300 752 0,'-6'9'271'0,"-1"2"-27"0,-1 3-22 0,2 2-17 16,0-3-21-16,2 3-20 0,-2 1-18 0,6-2-8 15,-4 2-12-15,4-2-14 0,3 1-9 0,-2-4-1 16,2 1-17-16,0-1-16 0,1 1-3 15,2-5-7-15,0 1 5 0,-1 0-2 0,5-2-22 16,-3-2 7-16,4 1 1 0,0-5-7 0,-1 2-2 16,-2-3-6-16,3-3-15 0,2 0 18 15,-2-1-19-15,2-5 12 0,-3-1-11 0,-2-1 5 16,2-3 5-16,-3-5-13 0,-1-4-5 0,-2 0 8 16,-4-2-2-16,4 3 7 0,-8-6-11 0,3 3 6 15,-2 0-25-15,-3 4 27 0,-1-1 3 16,2 2 69-16,-4 2-5 0,2 2-20 0,-3 3 10 15,2 2-3-15,-3 3-13 0,0 0-12 0,0 7-3 16,-3-2 3-16,1 7-16 0,-4 2-5 16,3 0 8-16,-3 3-16 0,4 4 4 0,1 2-1 15,1-2-3-15,0 3 3 0,3 0 10 0,1 0-7 16,4 1-3-16,0-2-8 0,3 1-2 16,0 0 5-16,6 0-5 0,-2 0-8 0,2-3 0 15,2 1-25-15,2 2-6 0,3-6-38 0,1 1-20 16,1-3-67-16,1 1-59 0,2-2-77 0,-2 1-220 15,2-4-304-15,1-1 89 0,-1-2 69 16,-5-2 52-16,4-2 63 0</inkml:trace>
  <inkml:trace contextRef="#ctx0" brushRef="#br0" timeOffset="172346.84">27784 5378 634 0,'0'0'254'0,"0"0"-9"15,0 0-17-15,0 0-18 0,0 19 3 16,-4-7-34-16,4-1-15 0,-6 3-11 0,5-1-2 15,-2 3-18-15,0 0-2 0,-1 2-19 0,2 1 1 16,-3-1 2-16,2-1-25 0,2 0-11 0,0 1-7 16,1 0 7-16,0 0 44 0,0-2-28 15,0 3-31-15,1-6-39 0,0 2-50 0,-1-3-37 16,6 0-176-16,-2-1-519 0,3-3 14 0,0-1 65 16,-1-4 69-16</inkml:trace>
  <inkml:trace contextRef="#ctx0" brushRef="#br0" timeOffset="172579.83">27944 5261 862 0,'11'15'292'15,"-5"-6"-26"-15,-2 2-30 0,5 2-24 0,2 3-23 16,-4 1-12-16,6 1-13 0,0 0-13 15,-1 1-23-15,8 2-8 0,-3 2-5 0,1-4-10 16,2 0-2-16,-3 2-32 0,1-5 6 0,1 0-23 16,-4-1-21-16,4-1-51 0,-4 0-71 0,5-3-98 15,-8 3-294-15,0-5-251 0,2-2 79 16,-4-3 59-16,0-2 59 0</inkml:trace>
  <inkml:trace contextRef="#ctx0" brushRef="#br0" timeOffset="172846.84">28276 5172 875 0,'-10'6'289'16,"3"1"-33"-16,0 0-18 0,-3 4-7 0,3 3-37 15,-4 5 3-15,1 2-28 0,-3 0-15 0,2 4-14 16,-2 1-19-16,3 4 4 0,-1-4-10 0,-2 0-12 15,2 4-11-15,1-3 5 0,-3 0-2 16,2 0-26-16,4 1-10 0,-3-3 7 0,4 0 57 16,-2-3-23-16,3 2-10 0,-3 0-34 0,5-3-35 15,3-3-50-15,-4 1-76 0,7-2-61 0,-3-2-302 16,4 0-344-16,2-5 106 0,-2-3 63 16,6 1 62-16,0-5 59 0</inkml:trace>
  <inkml:trace contextRef="#ctx0" brushRef="#br0" timeOffset="173233.74">28485 5446 988 0,'6'-3'271'0,"0"2"-23"0,-6 1-20 0,12 4-23 16,-4 0-8-16,0 0-21 0,-1 5-12 15,3 3-15-15,-1-1-8 0,-4 4-19 0,2 1 1 16,0 1-18-16,-3 0-18 0,-4 0 3 0,0 3-21 15,0 1 69-15,-4 2-12 0,-3-2-19 16,-3 4-12-16,-1-2-16 0,-6 1 3 0,4-6 0 16,-1 0-15-16,0-1 2 0,0-3 5 0,1-3-28 15,3-1 0-15,-1 0 49 0,4-5-26 0,-2 1-18 16,-2-4 23-16,4 0-5 0,7-2-7 0,0 0-19 16,-16-6 14-16,12-1-22 0,0 2 6 15,1-2-20-15,2 3 2 0,1 4 5 0,0-9-7 16,0 4 9-16,0 5-7 0,1-9-5 0,-1 9 13 15,3-2-26-15,-3 2 3 0,11 0 12 16,-11 0-7-16,13 2 0 0,-6 4-11 0,4 2 1 16,-1 1 0-16,4-2 9 0,-1 2-1 0,-3 1-11 15,4 1-3-15,1 0 6 0,-2-1-11 16,0 2 18-16,1 1-20 0,1-2-16 0,-3 3-91 16,2-5-55-16,-4 1-176 0,4-1-581 0,-7-1 64 15,3-2 94-15,-4-4 75 0,0-2 92 16,-6 0 30-16</inkml:trace>
  <inkml:trace contextRef="#ctx0" brushRef="#br0" timeOffset="174579.94">26217 1860 770 0,'0'0'243'0,"0"0"-10"16,0 0-26-16,0 0-22 0,18-4-19 0,-18 4-7 15,16-1-29-15,-6 1-7 16,-2 0-3-16,5 0-15 0,2 1-10 0,1-1 0 0,5 1-18 16,3 0-3-16,-3 1-2 0,6-1-19 15,5 1 11-15,-3-1-7 0,2 2-14 0,0-1-2 16,4 0 5-16,-4-2-5 0,6 4 0 0,0-2-79 15,4 1-6-15,1-1 3 0,0 1 5 16,-3 0 11-16,6-2 2 0,-4 2 0 0,7 1 5 16,-4 0 23-16,1-2-18 0,12 2-5 0,-8-2 16 15,-5 3-14-15,1-5 3 0,-2 3 13 0,-1-2-5 16,2 1 8-16,-3-1-3 0,1 0 0 16,2-1-8-16,0 0 13 0,0 0-15 0,-3-1 25 15,4 1-12-15,-1 0 0 0,1-1-9 16,-4 1 14-16,3 0 0 0,1 0-3 0,-1-2 3 15,1 2-14-15,-1 0 9 0,1 0 15 0,-1-1-5 16,-3 1-6-16,4 1 9 0,-1-2-9 16,1 1 6-16,-1 0 8 0,0-2-19 0,0 2 11 15,0 0-5-15,-2 0-1 0,2 0 11 0,-2 0-25 16,-1 0 20-16,3 0 7 0,0 0 3 0,-1-1-10 16,0 1 2-16,-2 0-2 0,0 0 2 0,4 0-7 15,-3 0-13-15,-9-2 20 0,4 2-7 16,-2 0 10-16,-4-1-8 0,3 1-2 0,-4 0-8 15,-6 0-5-15,0-2 15 0,0 2-2 16,-3 0 2-16,-1 0-10 0,0-2 15 0,-2 2-5 16,-3-1-7-16,-3-1 2 0,2 2 8 15,-4 0-13-15,1-1-31 0,-2 1-15 0,-9 0-69 0,14-4-133 16,-4 4-518-16,-6-2 85 0,2 0 36 16,-6 2 105-16</inkml:trace>
  <inkml:trace contextRef="#ctx0" brushRef="#br0" timeOffset="175679.72">29209 551 476 0,'0'0'209'16,"-14"5"-29"-16,8-3-9 0,3 3-10 0,-5 3-17 15,5 1 7-15,-1 2-13 0,-2 1-20 16,4 4 5-16,-3 0 2 0,2 2-5 0,0 2-25 16,-2 3 10-16,2 2 8 0,3 2 2 15,-3 2-13-15,2 0-10 0,-2 4-7 0,0-2-11 16,3 4 0-16,0-1-7 0,-3 0-1 0,3 1 4 16,-1 2-14-16,1 0-15 0,0 1-69 0,-1-1 5 15,1 1-6-15,0 0 4 0,0 0 12 16,0 2 3-16,1-1 7 0,0 0 6 0,-1 2-11 15,0 11 8-15,3-8-8 0,-3-6 8 0,0 1 6 16,0 0-4-16,0-1 1 0,0-1-6 0,0 1 3 16,0 1 3-16,-3 0 2 0,3-1 0 15,0 1-5-15,-1-1-3 0,0 2 24 0,1-2-16 16,-5 0-2-16,5 1-1 0,0 0 8 16,-3 0 6-16,3 1-11 0,-1 12 2 0,-3-8 9 15,1-7-8-15,0 1-1 0,3-2 21 0,-3-1-5 16,-1 2-7-16,1-1-3 0,0-1-3 0,2 2 3 15,-2-3 12-15,0 0 62 0,-1 0-10 16,3 0 0-16,-2 1-8 0,0 0-10 0,0-1-13 16,1 1 10-16,-3-1-10 0,2 0 5 0,0 0-15 15,3 0-2-15,-4 0-1 0,0 1 0 0,1 2 3 16,-1-4-10-16,1 3-11 0,0 1 3 16,1 2 0-16,-3 11-8 0,1-7 21 0,-3 7-11 15,4-7 6-15,0-7-3 0,-1 1-8 0,4 1 16 16,-3-1-8-16,-1 1-5 0,1 1 0 15,0 0-3-15,-1 11 6 0,-3 0-9 0,4-7-1 16,1-5 14-16,-3-1-17 0,2 1 5 0,0-1-3 16,-1 0 0-16,1-1 0 0,-1-1-2 0,3 3 7 15,-2-4-7-15,0 2-3 0,0 2 11 16,1-2-9-16,-3-1-4 0,2 3-11 0,1-1 13 16,-3 3 23-16,1-5-15 0,1 3-3 0,2 2 3 15,-2-3 3-15,0 1-9 0,0-3-9 16,2 5 4-16,-2-5-2 0,0 2 21 0,3 0-8 15,-3-1-13-15,2 3 2 0,0-3-2 16,-1 4 8-16,-2 0-3 0,1-3-3 0,2 19 6 16,0-4-5-16,-1-4 15 0,-1-11-6 0,3 3-1 15,-6 10-1-15,6-7 3 0,0-4-3 0,0 2-7 16,0-3 20-16,-1 16-26 0,-2-9 21 0,3-5-5 16,3-1 5-16,-3-1-3 0,1 2-10 15,-1 0 10-15,3 17-7 0,-3-4-3 0,0-8 3 16,3-7 7-16,-3 2 16 0,3 0-5 0,-1-2-16 15,-1 17 5-15,0-4-5 0,-1-7 11 16,3-6-6-16,-3 4-12 0,0-7 5 0,4 5 2 16,-4-1 5-16,2 13 11 0,-1-8 2 0,-1-2-10 15,1-2-11-15,-1 0 1 0,0-3 2 0,0 2 8 16,0-3 5-16,3 2-18 0,-3-3 6 16,0 4 4-16,0-6-20 0,0-5 15 0,0-1-12 15,0 2 14-15,3-4-4 0,-3-4 5 0,0 1-11 16,0-5-7-16,0 1 10 0,3-3-12 0,-3 0 7 15,0-4-16-15,0 3-37 0,-3-8-60 16,3 1-71-16,-3-1-561 0,0-4-169 0,3-2 87 16,0 0 90-16,-12-17 69 0,6 1 77 0</inkml:trace>
  <inkml:trace contextRef="#ctx0" brushRef="#br0" timeOffset="176862.94">29516 1078 785 0,'-3'-7'264'0,"3"2"-26"16,-3-1 13-16,3 1-39 0,0 5-17 15,-1-9-103-15,0 5-5 0,1 4-10 0,-2-6-16 16,2 6 3-16,0 0-5 0,0 0-3 0,-3 19-2 15,3-8 8-15,0 4-6 0,0 6-10 16,3 3-13-16,-1 2 16 0,-2 3 48 0,1 0-5 16,0 0 6-16,2 3-19 0,-3 3-7 0,5-6-1 15,-3-1-2-15,-1 0-12 0,2 0-4 0,0-1-6 16,0-2-12-16,-2 0-29 0,2 0-9 16,0-4-53-16,0-2-57 0,-2-2-99 0,2-3-188 15,0-3-352-15,3-1 91 0,-4-3 26 16,1-4 83-16</inkml:trace>
  <inkml:trace contextRef="#ctx0" brushRef="#br0" timeOffset="177130.24">29521 1107 793 0,'0'-5'287'0,"3"-1"-88"15,-3-1-9-15,5 1-14 0,-3 0-19 16,4-1-9-16,4 0 8 0,1-4-28 0,-1 3-18 16,7 0 3-16,-3-1-13 0,6-1-24 0,-3 4 6 15,1-2-10-15,-2 1-8 0,2 0 3 16,2 1-14-16,-3 1-4 0,0 0-3 0,0 1-2 16,-1-2-4-16,-4 4-34 0,2-2-12 0,-4 2-50 15,3 0-28-15,-2 1-42 0,-4 0-176 0,3 2-333 16,-3 0-30-16,-2 1 63 0,-5-2 47 15</inkml:trace>
  <inkml:trace contextRef="#ctx0" brushRef="#br0" timeOffset="177363.27">29636 1269 957 0,'0'0'320'16,"0"0"-26"-16,3 4-33 0,-3-4-20 0,0 0-31 16,0 0-23-16,23-7-16 0,-15 4-12 0,3 0-6 15,4-1-22-15,1-1-6 0,0 0-22 0,-1 1-9 16,4 0-9-16,-1 1-16 0,-1-1-36 16,-3 1-56-16,3 1-46 0,-4 1-59 0,-2 1-141 15,3-2-501-15,-4 4 76 0,-2-1 49 0,-8-1 64 16</inkml:trace>
  <inkml:trace contextRef="#ctx0" brushRef="#br0" timeOffset="177629.46">29652 1603 872 0,'-2'4'292'0,"2"-4"-33"0,-3 6-24 0,3-6-15 16,-3 4-25-16,3-4-21 0,0 0 3 0,0 0-32 16,0 0-11-16,9 4-17 0,-9-4-7 0,17-2 0 15,-3-1-7-15,3-2-16 0,1 1-10 0,9-1-1 16,0-1 1-16,-2-1-23 0,7 3-11 16,-7-3-12-16,6 0-26 0,-1 3-79 0,-2-2-39 15,-1 0-224-15,0-1-413 16,-5 1 35-16,2 0 73 0,-4-2 66 0</inkml:trace>
  <inkml:trace contextRef="#ctx0" brushRef="#br0" timeOffset="177997.16">30198 1246 627 0,'0'12'189'0,"0"1"-30"0,3 4-13 16,0 1-6-16,-3 2-12 0,4 2-33 0,2 1 15 16,-1 0-20-16,0-1-11 0,1 0-12 0,-1 0-14 15,-2-4 6-15,1 0-8 0,-1-1 3 16,0-4 3-16,1 0-14 0,-1-1-12 0,1-2 15 16,-4 0-15-16,5-3-6 0,-4 0 8 0,0-1-4 15,-1-6-4-15,0 5-9 0,0-5 17 16,0 0-20-16,0 0 15 0,0 0 0 0,-11-18 0 15,4 10 5-15,4-4 77 0,-1-1-7 16,-2-4-6-16,2-1-15 0,-3-3 8 0,2-1-19 0,0-1-7 16,2 0 13-16,0-2-28 0,2 5 10 15,-2 0-3-15,3 0 0 0,0 1-5 0,0 2-20 16,3 0 18-16,-2 3-16 0,2-3-2 16,5 4 5-16,-3 0-11 0,2 3-9 0,0 0-32 15,0 2-30-15,0 2-67 0,5-1-173 0,-2 4-482 16,-2 1 33-16,0-1 72 0,-1 2 57 15</inkml:trace>
  <inkml:trace contextRef="#ctx0" brushRef="#br0" timeOffset="178363.03">30436 1485 565 0,'3'11'179'0,"0"-1"-2"16,2 0-29-16,-2-1-7 0,1-1-10 0,-1 0-16 15,0-3-13-15,0 4 3 0,1-3-18 0,-1-1-20 16,-3 0 17-16,5 1-15 0,-5-1 31 0,3-2-8 16,-3-3-5-16,3 4 3 0,-3-4-8 0,0 0-5 15,0 0-3-15,0 0-5 0,3-14-23 16,-6 6 13-16,0-3 0 0,0-1-10 0,1-4-11 15,-4 1 64-15,3-4 3 0,1-4-15 16,-3 3-8-16,2-4-13 0,3 3 3 0,0 0-1 16,0-1-9-16,3 1 2 0,0 0-11 0,1 1 4 15,2-1-14-15,-1 4 1 0,4 0-16 16,-2 3 5-16,3-1-2 0,1 3-16 0,-2 1-15 0,1-1-48 16,1 3-37-16,-2 2-76 0,-1 2-141 15,3 0-510-15,-4 2 93 0,1 1 79 0,-3 1 52 16,-5 1 42-16</inkml:trace>
  <inkml:trace contextRef="#ctx0" brushRef="#br0" timeOffset="179013.69">30666 1370 486 0,'3'18'182'0,"3"-4"-19"0,-2 0-29 0,1-2 4 15,-3-1-18-15,8 1-2 0,-3-2-16 16,3 0 6-16,1 0-24 0,-1-2-10 0,3-1 1 16,-2 2-4-16,4-4-2 0,-3-1-10 0,0-1 8 15,-1 0-11-15,0-2 6 0,-4-1-27 0,-7 0 6 16,18-2 0-16,-10-3-7 0,-3 1 1 16,-2-1-6-16,-1-4 78 0,-2 1-22 0,-2-3-4 15,-4-3 1-15,-1-1-15 0,-1-1-8 0,-5-3-3 16,3 1-12-16,-4-1 9 0,1 0 4 15,-1 0 19-15,3 2-19 0,-3-1-3 0,4 1 4 16,0 2-4-16,1 1-3 0,-2 2-2 16,7-1 2-16,-2 1-7 0,2 2-8 0,1 0 2 15,0-1-15-15,3 4 5 0,3-4-2 0,2 4-3 16,0 0-5-16,2 1-3 0,4 0-5 0,-1 0 1 16,3 5-1-16,4-2 0 0,-3 3 3 15,3 0-8-15,3 3-15 0,-1 1 20 0,0 2-10 16,-2 3 10-16,4 3 0 0,0 0-10 0,-5 2-5 15,2 2 13-15,-2 0-5 0,0 2-11 16,-4 0 8-16,2 0 0 0,-4-1 2 0,0-1-9 16,0 1 4-16,-6-3 3 0,3-1 3 15,-1 0-1-15,-3-2 1 0,1 1-3 0,-1-4 10 0,-3 1 3 16,6-1-3-16,-5-2 3 0,0-1 7 16,-1-2-14-16,0-3 4 0,0 0-3 0,0 0 16 15,0 0-15-15,0 0 5 0,0 0-8 0,-12-12-71 16,9 4 12-16,0-4-3 0,-3-3 16 15,5-1 3-15,-2-1 5 0,0-1-3 0,0-6 10 16,2 4-2-16,-3-5 31 0,4-2-11 16,0 1 11-16,0 1 2 0,3 0-8 0,-2 0 1 15,3 0-3-15,-1 3 5 0,1 2 5 0,-1 2 18 16,3 3-28-16,-2-2 7 0,3 4-4 0,-3 1 12 16,5 5-13-16,-5 0-15 0,3 2 0 15,3 3-17-15,-3 2-19 0,-7 0-51 0,15 5-33 16,-9 3-72-16,1-2-118 0,-4 5-407 0,3 0 67 15,-4 3 46-15,-2 1 67 0</inkml:trace>
  <inkml:trace contextRef="#ctx0" brushRef="#br0" timeOffset="179778.84">29395 1850 627 0,'0'0'146'16,"0"0"-3"-16,0 0-18 0,0 0 1 0,0 0-21 15,0 0-11-15,-5 5-17 0,5-5 36 0,0 0-36 16,0 0 2-16,0 0-2 0,17 8 7 0,-13-7 75 16,5 1-8-16,1-1-13 0,-2-1 5 15,5 2-15-15,2-2-17 0,3-2-12 0,4 2-4 16,6-3-3-16,3 2-20 0,2 1 10 0,5-3-11 15,4 0-4-15,5 1-11 0,15-2-4 16,-1 1-4-16,1 1 1 0,1 0-8 0,-6-3-3 16,7 2-2-16,-2-2 0 0,3 0-11 15,0-1-4-15,4 0 2 0,-1 0 5 0,6 0 3 16,-1 0-11-16,2-1 3 0,-1 1 3 0,-1 0 0 16,-1 0-1-16,-1-2-63 0,5 3-11 0,-5 0 21 15,2 0-10-15,-5 2 9 0,0 2 1 16,-3-1 5-16,-10 4-13 0,-11-1-12 0,-1 0-16 15,-7 3-39-15,-5 1-37 0,-4 0-137 0,-3 1-493 16,-9 1 79-16,-7 1 74 0,-6-1 53 16</inkml:trace>
  <inkml:trace contextRef="#ctx0" brushRef="#br0" timeOffset="180812.17">28724 3384 675 0,'6'-3'249'0,"1"0"-22"15,0 2-19-15,4-1-1 0,-1-2-35 16,3 3-9-16,4-2-14 0,1 0 2 0,2 2-16 15,10-2-7-15,1 2-17 0,3-4 14 16,5 3-28-16,2 0-10 0,2-2 3 0,-1 2-13 16,2 0-16-16,-3-2 21 0,4 1-10 0,-1-1-83 15,14 0-1-15,-6 2 12 0,11-3-11 0,-3 2 11 16,1-1 8-16,1 0-5 0,2-1-1 16,1 2 11-16,0-2 0 0,2 1 5 0,-4 0-3 15,-1 0-5-15,4-4 1 0,-2 3-4 0,1 1 11 16,0-2-8-16,6 1 11 0,-2 1-1 0,3 2 3 15,0-4-2-15,2 0 10 0,-1 3-1 16,1-3-14-16,-1 3 2 0,0-2-18 0,0 1 10 16,3 0 0-16,-3 0 0 0,-3-1 1 15,4 2-1-15,-4 2 8 0,1-4 2 0,-2 2-7 16,-4-1-3-16,-3 2 13 0,-7 0-15 0,-12-1 0 16,1 0 7-16,-2 1-10 0,-1 1 18 15,0-3-5-15,-6 4-18 0,-4-1 15 0,2 0-10 16,-9-1-12-16,0 2 7 0,0-1 2 0,-6 1-7 15,1 0 13-15,-4-2-11 0,-2 2-2 0,1 0-36 16,-4 0 11-16,0 0-27 0,-10 0-63 0,11 2-82 16,-6-1-231-16,-5-1-322 0,0 0 84 15,0 0 47-15,0 0 63 0</inkml:trace>
  <inkml:trace contextRef="#ctx0" brushRef="#br0" timeOffset="182495.86">29387 2323 975 0,'0'0'271'16,"0"0"-28"-16,0 0-23 0,0 0-17 0,0 0-17 15,0 0-11-15,10 13-12 0,-6-5-24 16,-1 0-6-16,4 3-13 0,1 1-5 0,-3 1-15 16,6 0-16-16,-4 2 3 0,3 2-38 0,2-2 20 15,-4 3-7-15,2-1-78 0,1 0 3 0,-1 0-4 16,0 1 4-16,1-5-13 0,-4 2-2 16,2 0-33-16,-2-2-65 0,1 0-45 0,1-1-162 15,0-1-399-15,-4-2 89 0,3-1 39 16,-2-2 51-16</inkml:trace>
  <inkml:trace contextRef="#ctx0" brushRef="#br0" timeOffset="182762.05">29698 2302 575 0,'0'0'228'0,"0"0"-13"0,0-6-7 15,0 6-16-15,0 0-18 0,0 0-16 0,0 0-2 16,0 23-30-16,0-13 15 0,0 5-39 16,-1 2 8-16,0 0-10 0,-4 3-3 0,5 1-2 15,-3 1-23-15,-1 1-14 0,-2 1 1 0,2 1-2 16,-3 0 4-16,-3 3-10 0,6-5-5 16,-5 1-2-16,4-1-6 0,-1-1-7 0,2-3-39 15,-2 0-2-15,3-2-39 0,1-1-43 16,2-3-25-16,-2 1-124 0,2-3-112 0,2 0-361 15,-1-1 89-15,0-4 49 0</inkml:trace>
  <inkml:trace contextRef="#ctx0" brushRef="#br0" timeOffset="183146.21">29811 2720 524 0,'-3'6'218'0,"2"1"-11"0,-2-1 47 0,0 3-24 16,0 1-18-16,3-1-22 0,-1 2-24 16,1-1-7-16,0 2-16 0,1-4-17 0,2 3-1 15,0-2-15-15,1 1-20 0,-1-2 4 0,6 0-1 16,1 1-4-16,-2-5-15 0,2 0 3 16,4 2 0-16,0-5-21 0,3 0 3 0,0-1-79 15,2-1-11-15,-1-1 16 0,0-3 2 16,-1 1 10-16,-2-2-2 0,-3-1 3 0,2-1 2 0,-4 0 7 15,1-2-4-15,-3-1 2 0,-6-3-8 16,4-1 21-16,-4 3 8 0,-4-1 28 0,2 1-24 16,-3-1 9-16,0 1-3 0,-1 0-18 0,-2 2 20 15,-2 2-7-15,-2-2 2 0,3 2-18 16,-4 1 3-16,0 3 0 0,0 0-15 0,-2 4 12 16,1 0-5-16,-2 0 11 0,1 0-32 15,0 3-1-15,2 2-9 0,-2-1-22 0,2 0-44 16,4 3-21-16,0-1-63 0,1 0-96 0,4 0-239 15,2 0-183-15,1-2 41 0,-1-4 42 16,7 7 84-16</inkml:trace>
  <inkml:trace contextRef="#ctx0" brushRef="#br0" timeOffset="183379.91">30297 2656 857 0,'0'0'276'15,"0"0"-38"-15,0 0-12 0,11-3-19 16,-11 3-28-16,10-1 0 0,-4 0-30 0,1 0-13 16,3-1-8-16,4 0-24 0,-1 1-9 0,4 0-36 15,-3-1-10-15,6-1-70 0,-6 2-66 16,6-1-148-16,-3-1-326 0,0 3-99 0,0-4 45 15,1 1 60-15</inkml:trace>
  <inkml:trace contextRef="#ctx0" brushRef="#br0" timeOffset="183645.53">30631 2130 829 0,'-7'-4'276'0,"7"4"-22"0,0 0-85 16,-5 12-18-16,3-4-18 0,-1 6 8 0,0 2-19 16,3 3 1-16,-1 2-18 0,0 5 0 0,1 2-2 15,-2 2-11-15,2 1 2 0,0 4-14 16,2-1 4-16,-1 1-4 0,0 0-14 0,2-1-4 16,2 0-11-16,0-3 0 0,1 0-8 15,2 0 1-15,-1-2-13 0,1-1-16 0,1-3-20 0,-2-5-23 16,3 1-39-16,-3 0-17 0,7-4-111 15,-4 1-61-15,1-5-110 0,2-1-330 16,0-3 74-16,-2-5 49 0</inkml:trace>
  <inkml:trace contextRef="#ctx0" brushRef="#br0" timeOffset="184129.05">30946 2396 906 0,'0'0'289'0,"0"0"-23"16,0 0-46-16,-11 18-15 0,7-7-23 0,3 0-13 16,-1 3-16-16,-1-1-9 0,3 5-11 0,0-1-3 15,3 1-17-15,-1-1-21 0,0 1-5 16,1-2-18-16,5 2 5 0,-5-3-12 0,4-1-6 16,2 0-2-16,-1-1-5 0,-1-1-3 15,3-2 0-15,1-2 2 0,1 0-12 0,-2-2-10 0,2-3 2 16,-2 0 3-16,3-3-3 0,1-2-10 15,-4-1 12-15,4-2-22 0,-4-5 13 0,0 2-14 16,-3-5 19-16,4-2-13 0,-8-4-1 16,5-2 6-16,-6-3-10 0,-2-3 5 0,0 0 7 15,-4-1-7-15,-2-3 5 0,-1-1-10 0,0 2 12 16,0 7-4-16,-3-4-57 0,0 6 2 16,2 0 14-16,-2 3 2 0,0 1 23 0,0 2-8 15,0 6-10-15,0-1 21 0,-4 3-19 16,2 4 11-16,-4 1-13 0,3 4 8 0,-1 1 10 0,0 4-8 15,-3 2-12-15,4 0 12 0,3 2 3 16,-1 2 5-16,4 1-5 0,1-1 12 0,-1 2-7 16,4-1 3-16,3-2 2 0,0 1 8 0,3 0 2 15,2 2-7-15,0-3-5 0,2 1 7 16,4-3 0-16,2 2-13 0,4-1-2 0,-3-3-2 16,3 0-27-16,0-2-24 0,5-1-19 0,-4 1-51 15,0-2-92-15,1 1-200 0,2-2-338 16,0 0 100-16,-3-3 29 0,-2 2 66 0</inkml:trace>
  <inkml:trace contextRef="#ctx0" brushRef="#br0" timeOffset="184512.26">31308 2536 816 0,'-4'8'284'0,"1"1"-18"0,-1 1-22 15,1 0-9-15,0 2-33 0,0-1-17 16,1 3-6-16,0-3-23 0,-1 3-13 0,3-1-17 16,-3 0-11-16,3-1-90 0,3 1 4 0,-3-3 6 15,3 2-22-15,0 0 26 0,-2-3-21 16,7 0-11-16,-3-1 1 0,2 0 15 0,0-1-5 16,3-2-8-16,-3 0 3 0,4-1 7 0,-1-3-4 15,-1-1 9-15,2 0-12 0,-11 0 5 16,14-3-3-16,-4-1-7 0,0-2 13 0,-3-1-14 15,-1-3-4-15,-2-1 7 0,2-4 8 0,-4-1 10 16,-2 0-20-16,0-3 12 0,0 1 6 0,-2 0-11 16,-4 2 21-16,3-1-31 0,-1 2 5 0,-2 1 21 15,-1 1 5-15,-1 1-21 0,-1 5 16 16,2 1-18-16,-3 1-11 0,-1 3 14 0,1 1-1 16,2 1-20-16,8 0-8 0,-21 3-35 0,10 2-50 15,3 0-35-15,3-1-5 0,0 0-28 16,2 3-142-16,3 0-150 0,0-1-228 0,3-1 54 15,3 0 51-15</inkml:trace>
  <inkml:trace contextRef="#ctx0" brushRef="#br0" timeOffset="184712.04">31623 2548 888 0,'10'-2'240'0,"-1"1"-12"0,1 0-36 0,-2-1-15 16,5 2-19-16,2-1-12 0,-2-1-38 15,1 1-54-15,3 1-44 0,-3 0-95 0,2-2-153 16,-1 2-399-16,-2 0 61 0,-2-3 49 0</inkml:trace>
  <inkml:trace contextRef="#ctx0" brushRef="#br0" timeOffset="184912.05">31684 2354 788 0,'-3'9'217'0,"0"-2"-14"0,3 2-14 16,-1 4-23-16,0 3-4 0,-2-1-27 15,3 3-9-15,0 1-8 0,0-1-8 0,0 2-13 16,3 1-10-16,-2-1-13 0,0-1-5 15,-1 1-53-15,3-2-47 0,2 2-74 16,-3-1-197-16,4-2-382 0,1 0 60 0,0-3 58 0</inkml:trace>
  <inkml:trace contextRef="#ctx0" brushRef="#br0" timeOffset="185378.74">31920 2471 913 0,'-2'18'295'0,"-3"-3"-19"16,5 0-35-16,0-1-19 0,0-2-24 0,0 1-17 16,3-1-12-16,1-1-20 0,0 3 2 15,4-1-31-15,-3-1-13 0,2-1-7 0,3 0-10 16,0-1-16-16,-3-2-5 0,0-2-2 0,4-1-11 15,-1 0-2-15,0-3 5 0,2-1-13 0,-2-2-3 16,-10 1-7-16,19-7 5 0,-9 3-8 16,-3-3 11-16,3-5-16 0,-3-1 3 0,0-2-6 15,-2-3-4-15,-3-1 2 0,1-4 10 16,0-2-23-16,-3-2 13 0,-3 0-12 0,0 0 1 16,2 1-9-16,-5 1 10 0,3 3 2 0,-4 1-5 15,4 5-63-15,-5-1-4 0,3 3 24 16,-3 2-3-16,3 3 3 0,-5 3 25 0,1 1-25 15,-1 1 7-15,-1 4 3 0,1 1-7 0,0 4 19 16,-1 0-6-16,4 2 11 0,-3 2 1 16,1 3 8-16,1-1 2 0,4 4 0 0,1-1 21 15,-3 1-19-15,6-3-7 0,0 1 5 0,0 2-5 16,3-1-2-16,2 0 2 0,-3 1 10 0,8 0-2 16,-6-1 5-16,6-2-34 0,-1-1 6 0,1 0-21 15,1-1-20-15,0-1-54 0,3-1-26 16,-1-1-102-16,4 0-456 0,-3-1-7 0,0-1 46 15,1-3 53-15,0-2 72 0</inkml:trace>
  <inkml:trace contextRef="#ctx0" brushRef="#br0" timeOffset="185644.97">32231 2594 903 0,'-4'16'302'0,"4"-3"-28"0,0 2-18 16,0-3-21-16,0-1-32 0,0-1-22 0,3 4-9 15,-2-3-95-15,0 1-6 0,2 0-4 0,-3-3-6 16,3 3-2-16,-3-2-15 0,3 0 9 16,0-1-14-16,-2-2-1 0,-1 1-17 0,3-2-21 15,0-1-16-15,0 2-32 0,-2-2-19 0,2 0-15 16,1-2-64-16,-4-3-166 0,4 4-397 15,2-3 69-15,-6-1 59 0</inkml:trace>
  <inkml:trace contextRef="#ctx0" brushRef="#br0" timeOffset="185979.18">32412 2217 755 0,'4'8'266'16,"2"2"-13"-16,-2 1-17 0,3 4-29 0,-1 1-18 15,5 3-2-15,-1-1-33 0,3 4-6 16,1 2-17-16,0-1-8 0,5 2-5 0,-4-2-21 16,4 0-13-16,-3 1 1 0,1-1-16 0,0-1 0 15,0 1-26-15,-3-6-27 0,2 1-62 0,-2-3-36 16,-3 0-67-16,2-3-145 0,-2 1-423 16,-1-3 59-16,-1-4 47 0,-1 0 76 0</inkml:trace>
  <inkml:trace contextRef="#ctx0" brushRef="#br0" timeOffset="186228.86">32698 2270 773 0,'-5'-7'312'16,"5"7"-28"-16,0 0-20 0,0 0-16 15,-17 8-28-15,13-1-28 0,-6 3 5 0,1 2-20 16,-1 4-11-16,-2 1-12 0,0 2-16 0,-3 0 5 15,4 1-12-15,-2-1-11 0,-1 4-7 0,3-3-3 16,-1 0-23-16,1 1-5 0,1-1-8 16,0 1 3-16,-1-2-16 0,1 2 1 0,0-2-93 15,4 0 13-15,-2-3 5 0,1 0-15 0,1-1-13 16,-1 0-28-16,3-2-21 0,0 0-30 0,1-1-46 16,0-2-93-16,1 2-168 0,3-3-344 15,0-1 88-15,2-2 66 0,4-3 51 0</inkml:trace>
  <inkml:trace contextRef="#ctx0" brushRef="#br0" timeOffset="186694.9">32867 2450 949 0,'0'0'320'16,"0"0"-26"-16,0 0-32 0,0 0-32 15,0 0-18-15,0 0-22 0,-11 11-3 0,11-11-21 16,-9 10-15-16,5-4-2 0,2 0-11 0,-3 3-26 16,1 0 1-16,-2 3-5 0,3-4 2 0,-4 6-21 15,3-1-2-15,2 0-10 0,-3 2 0 0,2 0 0 16,0 0-21-16,2-1-5 0,0-1 13 15,-1 0-20-15,4-1-9 0,-1 1 9 0,-1-1-16 16,1 0-77-16,2-3 11 0,3 1 2 16,-2-1 13-16,3 1-5 0,0-4-3 0,0 1 24 15,1-2-11-15,3 0 0 0,-3-3-5 0,2 0 23 16,1-1-5-16,-1-1 0 0,0-1-6 0,1-3 6 16,-1-1 5-16,-1-1-10 0,-1-1 25 15,-2-4-15-15,1-2 8 0,-3-1-8 0,-1-3-5 16,-3-2 18-16,0 1-11 0,0-1 1 0,-3 0-1 15,1 0-7-15,-3 3 8 0,0 1-6 16,-4 1 1-16,2-1-9 0,-3 3-17 0,-4 3 8 16,1-3-34-16,0 7-28 0,-2 0-18 0,-1 2-58 15,2 1-116-15,3 0-231 0,-1 2-257 0,1 0 60 16,4-1 83-16,7 1 79 0</inkml:trace>
  <inkml:trace contextRef="#ctx0" brushRef="#br0" timeOffset="186929.26">33124 2213 921 0,'13'16'279'0,"-6"1"-23"0,3 1-8 0,-3 3-28 16,0 2-17-16,3 5-14 0,0 2-30 15,-6 2-16-15,3 3-12 0,-1 1 2 0,-3-1-21 16,-3 2-12-16,-3 0-8 0,0 1-40 0,-7 13-45 16,-1-2-89-16,-9-1-125 0,-4-1-556 15,0 0 85-15,-4-4 61 0,-6-5 51 0</inkml:trace>
  <inkml:trace contextRef="#ctx0" brushRef="#br0" timeOffset="187611.54">29343 3651 824 0,'0'0'289'15,"0"0"-33"-15,0 0-28 0,0 0-16 16,13 20-45-16,-7-12 2 0,-1 2-3 0,4 2-36 16,0 0 4-16,-1 2-19 0,3 1-13 0,-1 2-7 15,4-1-8-15,-2-2-21 0,-1 6 14 0,2-4-19 16,-2 1-38-16,-1 0-46 0,2-1-69 16,0 1-62-16,-1-3-135 0,-2 0-430 0,-1-3 59 15,2 0 66-15,-2-7 54 0</inkml:trace>
  <inkml:trace contextRef="#ctx0" brushRef="#br0" timeOffset="187861.3">29687 3651 650 0,'0'0'261'0,"0"0"-23"0,0 0-18 0,0 0-5 16,-13 16-15-16,9-7-11 0,-2 3-15 0,-1 2-20 15,3 2-8-15,-5 4-1 0,1 1-27 16,2-1-13-16,-1 4-8 0,-3-1-7 0,-1 4-3 16,4 1-5-16,-2 1-10 0,-2-1 10 0,4 1-11 15,-3 0-9-15,-1 0-16 0,4-4-5 0,-2 0-18 16,2-4-34-16,1 1-14 0,-2 2-37 0,4-3-50 16,-2 1-93-16,-4-1-233 0,6-6-309 15,4 2 81-15,-1-4 57 0,1-3 79 0</inkml:trace>
  <inkml:trace contextRef="#ctx0" brushRef="#br0" timeOffset="188112.11">29725 4063 793 0,'0'0'340'0,"0"0"-22"15,5 12-11-15,-5-8-43 0,0 5-39 0,0 3-10 16,0-1-92-16,0 3 5 0,0-1-31 16,1 5-7-16,0 1-6 0,-1-2-2 0,0 1-21 15,4 1-7-15,-4-2 18 0,0 4-26 16,0-2-36-16,0-1-18 0,3 3-55 0,0-4-63 16,-2 0-171-16,2 2-455 0,2-4 76 0,-3-2 54 15,4-2 66-15</inkml:trace>
  <inkml:trace contextRef="#ctx0" brushRef="#br0" timeOffset="188345.34">30057 4109 921 0,'7'-5'292'0,"-7"5"-29"16,0 0-27-16,6-1-18 0,-6 1-24 0,11-2-22 16,-11 2-16-16,17-1-21 0,-3 1-4 15,-1-4-13-15,3 4-49 0,-4-3-33 0,5 2-88 16,-1 0-114-16,2-2-487 0,-1 3-7 0,2-3 35 16,-7-1 78-16</inkml:trace>
  <inkml:trace contextRef="#ctx0" brushRef="#br0" timeOffset="188594.58">30436 3756 990 0,'-3'8'318'16,"0"4"-6"-16,-1 4-26 0,1 1-40 0,-1 2-5 15,1 3-34-15,0 3-12 0,3 3-16 16,0 0-15-16,0 2-18 0,0 5-18 0,0-2-16 16,5 1-12-16,-3-1 5 0,1 0-18 0,0-1-8 15,4-1-17-15,1-2-29 0,-2 0-23 16,1-3-43-16,1-2-44 0,-3-3-117 0,3 1-298 16,1 1-306-16,-2-5 78 0,3-6 65 0,-2-4 66 15</inkml:trace>
  <inkml:trace contextRef="#ctx0" brushRef="#br0" timeOffset="189077.87">30655 4013 1123 0,'-2'8'307'0,"-3"5"-17"0,2-4-42 15,0 2-13-15,2 3-25 0,1 2-25 16,0-4-16-16,0 1-34 0,1 3 1 0,2-3-13 16,0 0-16-16,4 2-12 0,0-6-3 0,-3 1-5 15,4-2-23-15,0 0 0 0,3 0 3 0,-1-6-3 16,0 0-16-16,6 1 1 0,-3-3 0 16,0-5-9-16,3 0-11 0,0-1 1 0,-4-2 1 15,1-5-3-15,-2-3-5 0,-1-1 0 0,1-1-5 16,-3-4-2-16,-3 0 2 0,-5-6-13 15,3 1-8-15,-6 1 6 0,0-2 7 0,1 3 0 16,-6 0 8-16,3 0-3 0,-2 3 14 0,-2 3-9 16,2 2 3-16,-2 3 3 0,0 2-88 15,-2 0 19-15,-2 4-1 0,0 5 11 0,-1-1-5 16,1 3 17-16,3 1-2 0,-4 4 8 0,2-1 4 16,-2 2-1-16,-1 1 12 0,4 1-3 0,1 1 6 15,0 5-6-15,2-5 3 0,-1 3 10 16,2-1-7-16,4 5-3 0,1-5 8 0,2 3-14 15,0-1 4-15,1 1 2 0,0 2 2 0,5-3 1 16,1 1-3-16,1-1 13 0,5 1-21 16,-3-3 0-16,7 0-27 0,1 0-42 0,1 0-38 15,3 0-36-15,1-5-121 0,-2 3-534 16,3-2 84-16,-3 0 49 0,1-5 74 0,-2 2 59 16</inkml:trace>
  <inkml:trace contextRef="#ctx0" brushRef="#br0" timeOffset="189433.31">31011 4131 721 0,'-7'14'320'0,"1"0"-28"0,1-2-13 0,-1 1-28 16,2-1-85-16,-2 2-25 0,5-3-8 0,0 3-10 16,-1 1-8-16,4-4-12 0,-2 3-6 0,1-3-18 15,3 3-7-15,-1-3-8 0,1 3-8 16,2-4 16-16,2-2-16 0,1 2 1 0,0-3-16 15,2 0 10-15,-3-4-5 0,2-2-16 0,4 3 19 16,-4-4-13-16,0-4-3 0,4 1-2 16,-7-2 0-16,3 1-6 0,-3-5 11 0,3-3-13 15,-3-1 3-15,-2-3-6 0,-3-2 3 0,-2-3-5 16,0 1 0-16,-2-5 15 0,-3 1-15 16,-1 1 16-16,2 4-19 0,-4-2 3 0,-1 8 0 15,2-3 23-15,-3 3-21 0,-1 2-4 0,-2 1 7 16,-1 2-13-16,1 2 8 0,1 1-3 0,-1 3-5 15,-3 1 3-15,5 1-10 0,-2 1-26 16,1 4-23-16,0-1-36 0,2 1-16 0,2 2-73 16,3 2-49-16,0-5-405 0,5 3-99 15,3-1 28-15,1-1 79 0,-1-1 56 0</inkml:trace>
  <inkml:trace contextRef="#ctx0" brushRef="#br0" timeOffset="189713.13">31315 4050 719 0,'0'0'304'0,"0"0"-37"16,0 0-17-16,0 0-37 0,6 3-19 0,-6-3-20 15,7 1-12-15,-7-1-6 0,13 0-38 0,-13 0 2 16,15-1-5-16,-5 1-20 0,4 0-3 0,-1-2-28 16,-2 1-36-16,2 1-13 0,1-4-40 15,-3 3-49-15,1-1-82 0,-1 0-147 0,-4-1-400 16,0 3 60-16,0-3 54 0,-7 3 34 0</inkml:trace>
  <inkml:trace contextRef="#ctx0" brushRef="#br0" timeOffset="189895.22">31325 3875 857 0,'-3'9'292'0,"3"-1"-8"16,-1 4-23-16,1 4-13 0,1 0-99 16,-1 1-19-16,3 5-4 0,2-4 2 0,-3 6-23 15,1 1-8-15,4-4-7 0,-3 4-24 0,-1-2-20 16,4 0-38-16,-1-1-70 0,-2 0-43 15,5-7-145-15,-1 5-444 0,2-2 44 0,-2-4 48 16,1 0 90-16</inkml:trace>
  <inkml:trace contextRef="#ctx0" brushRef="#br0" timeOffset="190364.49">31657 3916 1105 0,'-4'9'315'0,"-2"0"-33"0,2 0-16 0,2 4-28 15,-3 2-20-15,2 0-29 0,3 2-2 0,0-3-21 16,-1 4-15-16,2 0-20 0,-1-1-14 0,3-1-9 16,3 1 0-16,2-3-14 0,-4 3-25 15,7-6 16-15,0 3-16 0,-1-6-5 0,1 3-5 16,2-3-11-16,-1-2 1 0,1-2-80 0,1 0 13 15,-1-4-7-15,1 0 22 0,-3-4 1 16,3 3 4-16,-4-3-12 0,0-3 7 0,0-6-7 16,-3 2 13-16,0-3-8 0,-4-4 2 0,0 0-2 15,-3-1 2-15,-3-6 11 0,0 1-3 16,-4-1 0-16,1 1-5 0,-2 2 18 0,3 4-18 16,-3 3-5-16,-2 2 5 0,2-2-5 0,0 5 31 15,-1-2-21-15,-2 3 8 0,1 5-6 16,-2-3-2-16,1 5 0 0,1-1 3 0,0 3-5 15,10 0 4-15,-18 4 4 0,10 0-9 0,0 3-7 16,0-1 15-16,3 2-7 0,0 0 2 0,2 1-2 16,0 0-1-16,2 1 3 0,1 0-2 0,1-2 10 15,2 5-8-15,0-4 0 0,3 1-10 16,1 0 0-16,4 2-16 0,-1-3-25 0,4-1-31 16,0 1-17-16,-1-1-34 0,7 0-52 15,-2 0-101-15,-1-4-229 0,3 5-237 0,1-5 56 16,-4 0 69-16,1 0 69 0</inkml:trace>
  <inkml:trace contextRef="#ctx0" brushRef="#br0" timeOffset="190545.02">32091 4104 993 0,'-3'7'309'16,"3"-1"-19"-16,0 3-27 0,-1 0-101 0,0 2-11 15,-1 2-8-15,-1-1-7 0,3 1-11 0,-3 3-15 16,3-5-15-16,0 4-6 0,0 0-14 0,0-3-9 15,0 2-35-15,-1 3-8 0,1-8-67 16,1 2-89-16,-1-2-141 0,3 3-465 0,-3-3 73 16,5-2 77-16,-3-5 62 0</inkml:trace>
  <inkml:trace contextRef="#ctx0" brushRef="#br0" timeOffset="190794.37">32183 3771 829 0,'4'7'287'0,"-1"3"-24"16,3-2-15-16,2 5-22 0,-1-1-32 0,2 5 1 16,3 1-21-16,1 2-13 0,0 4-28 0,4-3-12 15,-3 4-9-15,6-3-12 0,-5 2-3 16,4-3-12-16,-1 2-14 0,-2-3-4 0,2 2-34 15,-4-7-43-15,3 2-41 0,-2-2-77 0,-2 1-85 16,-2-6-206-16,1 1-324 0,-1-2 103 16,-1-2 39-16,3-6 58 0</inkml:trace>
  <inkml:trace contextRef="#ctx0" brushRef="#br0" timeOffset="191044.4">32436 3736 1072 0,'-10'14'310'0,"0"-4"7"0,-4 1-38 16,4 4-33-16,3 0-77 0,-1 1 0 0,-4 2-34 16,2 1 4-16,-1 3-11 0,1 2 0 0,-4 1-18 15,4 0-18-15,-1 1-5 0,-3 1-8 16,3-2-17-16,-1 0 4 0,3-3-50 0,-1-2-14 0,2 1-33 15,0-2-25-15,2-1-49 0,4-4-100 16,-3 3-360-16,5-5-183 0,-3 1 80 0,6-6 87 16,-3-2 49-16</inkml:trace>
  <inkml:trace contextRef="#ctx0" brushRef="#br0" timeOffset="191261.25">32587 4043 1159 0,'3'17'338'0,"-3"-1"-49"0,3 0-7 16,0-4-37-16,-1 1-17 0,1 4-20 0,0-1-16 16,0 0-34-16,1-1-32 0,-1-1-52 15,3 1-69-15,-2 0-115 0,4-4-187 0,-2 3-458 16,1-5 54-16,2-1 66 0,-5-5 84 15</inkml:trace>
  <inkml:trace contextRef="#ctx0" brushRef="#br0" timeOffset="191494.87">32894 3604 729 0,'5'23'302'16,"-3"0"-28"-16,5-2-18 0,-3 1-21 15,-1 2-17-15,3 4-18 0,-2 5-19 0,2 2-14 16,2 15-24-16,-2 0-2 0,-5-9-21 0,-1-2-15 16,0 2-15-16,-4 9-34 0,-6-3-28 0,0 0-64 15,-4 1-71-15,-6 1-121 0,-1-6-425 16,-3 2-33-16,-3-2 49 0,-4-4 58 0</inkml:trace>
  <inkml:trace contextRef="#ctx0" brushRef="#br0" timeOffset="192461.37">29975 4654 563 0,'0'6'197'0,"0"-6"-39"0,0 0-12 16,3 7-23-16,-3-7-18 0,4 3 18 0,-4-3-15 16,4 5-1-16,-4-5 11 0,0 0-6 15,6 3-19-15,-6-3-1 0,5 1-10 0,-5-1 74 16,5 5-8-16,-5-5-15 0,6 1-5 0,-6-1-5 15,12 1-13-15,-6-1-7 0,1 2-9 16,4-2-9-16,2 0-8 0,4-2-13 0,-3 2-6 16,6-2 9-16,0 2-11 0,1-5-10 0,0 4-87 15,-1-1 29-15,4 1-14 0,3-2 11 16,1 2-13-16,0 0 7 0,2 1 6 0,1-3 4 16,-3 3 4-16,5 0-3 0,0-1 7 15,1-4 13-15,2 4-15 0,6 0 20 0,-2-4-4 16,4 4-4-16,1-2-7 0,15-4 23 0,-11 5 3 15,-4-3 0-15,16 3-8 0,-3-4-6 0,6 3-1 16,-5-4-4-16,5 2-2 0,-5 3 3 0,5-3 18 16,-1 0-21-16,2-1 20 0,3 2-7 15,0-2-8-15,1 2-2 0,3-2 8 0,-1 1-1 16,-2-2 3-16,6 3-16 0,-3-4 11 0,2 3-13 16,-1 0 8-16,2-2 7 0,1 1-7 15,1 0 0-15,-4 1 12 0,2-1-5 0,-2 1 11 16,-2 0-13-16,4 0 12 0,0 1-14 0,-3-2-1 15,2 4-2-15,-1-4 2 0,0 0-3 0,-3 4 9 16,5-1 9-16,-6-3-27 0,-1 4-1 0,-3-4 8 16,-2 3 1-16,-3-2 9 0,-10 2-23 15,-8-1-17-15,-3 2-29 0,-5 1-77 0,-4 0-212 16,-7 1-491-16,0 0 89 0,-7-3 62 0,-6 0 76 16</inkml:trace>
  <inkml:trace contextRef="#ctx0" brushRef="#br0" timeOffset="193330.5">29445 5288 721 0,'0'0'244'0,"0"0"-12"0,0 0-19 0,0 0-19 0,3 28-20 15,1-19-7-15,3 7-6 0,0-4-35 16,1 5-4-16,0-1-9 0,3 2-8 0,-4 3-26 16,3-4-2-16,1 1-18 0,-1 0-64 0,3-1-44 15,-2-1-66-15,-1 1-138 0,0-3-413 16,1-3 21-16,1-1 64 0</inkml:trace>
  <inkml:trace contextRef="#ctx0" brushRef="#br0" timeOffset="193563.87">29725 5311 947 0,'0'0'327'16,"0"0"-94"-16,0 0-15 0,-6 14-16 16,5-3-5-16,-2 6-8 0,0 1-22 0,-1 3-19 15,-3 3 52-15,3-2-3 0,-2 3-23 16,-1 4-5-16,-2 0-10 0,1 3-26 0,1-1 3 15,-1 1-108-15,0-1 10 0,-3 1 11 0,4 0-13 16,-3 0-6-16,1 1-9 0,1-2-8 0,1-2-37 16,1-4-34-16,2 0-47 0,0-1-131 0,1-5-337 15,3 2-195-15,3-4 51 0,1-6 105 16,-4-3 49-16</inkml:trace>
  <inkml:trace contextRef="#ctx0" brushRef="#br0" timeOffset="193977.96">29934 5748 1008 0,'7'2'282'16,"3"2"-42"-16,-3 3-12 0,3 5-23 0,-3-1-18 15,4 1-21-15,-2 3-15 0,-5 2-28 16,4-2 10-16,-6 3-25 0,2-1 2 0,-4 1-13 15,0-1-20-15,-4 2 15 0,0-1-31 16,-3 0-2-16,-5 0-3 0,1-1 1 0,1 1-1 16,-2-3-28-16,-4-1 5 0,3-5-2 0,-1-1 10 15,1 0-15-15,1-5-6 0,-1-3 8 0,3 0 1 16,-4 0-22-16,6-3 16 0,-1-3-5 0,-1 3 5 16,3-3-2-16,1 3-6 0,2-3 3 15,-2 3 0-15,5-2 5 0,1 5-3 0,-4-5-2 16,4 5-7-16,0 0-6 0,0 0 18 15,8-4-3-15,-8 4-17 0,16 2 12 0,-5 0-2 16,1 2-3-16,0 4 8 0,5-5-13 0,0 5 3 16,5 0 7-16,-3 1-7 0,1 1-3 15,1 2 0-15,0-2-5 0,-1-1-2 0,0 1-16 16,-2-1-21-16,-1 3-35 0,0-3-49 0,-1-2-74 16,-1 0-159-16,-2-2-463 0,3 1 108 15,-4-5 81-15,-2 0 31 0,2-3 72 0</inkml:trace>
  <inkml:trace contextRef="#ctx0" brushRef="#br0" timeOffset="194328.07">30355 5785 918 0,'9'-1'308'15,"1"-5"-42"-15,1 4-26 0,2 1-25 0,-2-3-15 16,6 3-28-16,1-2-11 0,2 2-8 16,2-2-27-16,-1 1-8 0,0 1-16 0,0 0-10 15,0-1-13-15,-1-1 9 0,0 2-25 0,-3-1 1 16,-2 1 0-16,-2-1 0 0,1 2 6 16,-7-2-19-16,3 1 3 0,0 1-6 0,-10 0 78 15,14-2 19-15,-14 2-27 0,11 2 18 16,-11-2-34-16,10-2-12 0,-10 2-16 0,0 0 5 0,12-1-4 15,-12 1 12-15,0 0-8 0,0 0-20 16,7 0 20-16,-7 0-66 0,0 0-31 0,0 0-43 16,0 0-106-16,0 0-181 0,0 0-548 0,0 0 67 15,0 0 94-15,0 0 70 0,0 0 68 16,-29-4 60-16</inkml:trace>
  <inkml:trace contextRef="#ctx0" brushRef="#br0" timeOffset="194977.29">31113 5313 762 0,'-3'-6'284'0,"3"6"-17"0,0 0-32 15,0 0-10-15,0 0-2 0,0 0-18 0,-10 21-6 16,9-8-17-16,0 5 8 0,-4 1-27 0,1 6-12 15,1 4-2-15,2 2-75 0,-2 6-25 16,3-2 20-16,-3 5-26 0,3-4 11 0,0 6-8 16,0 0-2-16,0 11-8 0,0-8 2 0,3-6-2 15,1-1-23-15,-1 1-26 0,4-3-5 16,0-2-51-16,0 0-31 0,2-3-89 0,-1-2-101 16,2-6-403-16,0-2 12 0,1-4 33 15,-1-5 67-15</inkml:trace>
  <inkml:trace contextRef="#ctx0" brushRef="#br0" timeOffset="195480.52">31309 5704 831 0,'0'0'267'0,"-18"12"-29"0,15-5-13 0,-1 2-36 16,1 1 62-16,0 2-23 0,2 2-16 0,1 2-22 15,0-2-16-15,1 1-5 0,-1 1-36 0,3 0-8 16,3-1-2-16,-2 0-20 0,3-4-11 16,-1 3-10-16,2-5-16 0,0 0 11 0,-3-1-16 15,2 0 1-15,4-6-13 0,-1 4 4 0,2-6-12 16,0 0 0-16,1-4 3 0,-2 0-11 16,2-2-2-16,3-4-1 0,-5-1 4 0,-1-4 2 15,-3-1-13-15,4-3-8 0,-5-3 3 0,-2-2 0 16,-4-1 5-16,0-2-8 0,-3 0 1 15,3-1 22-15,-7 2-5 0,3 2-17 0,-6 2-1 16,3 0-7-16,0 3 15 0,-3 0-8 0,-2 4-12 16,3 1 22-16,-4 5 1 0,2 0-11 0,-2 2-2 15,-1 6-3-15,1 0-5 0,-1 2 11 0,3 0 9 16,-1 3-27-16,-1 3 30 0,1 0-13 16,-2 4 6-16,4 1-9 0,3 0 9 0,-3 1 2 15,6-2-8-15,-2 1-2 0,5-2 2 0,-2 1-12 16,3 3 7-16,0-3 6 0,2-3-11 15,-1 2 5-15,3-3-5 0,-1 1 16 0,1 1-27 16,6-4 4-16,-3-1 12 0,6 2 0 0,0-3-2 16,-1 1 10-16,2-3-10 0,4 1-1 15,-2-1-19-15,3 3-4 0,-1-4-7 0,-4 0-13 16,6 0-20-16,-5 0-21 0,-2 0-56 0,0 0-51 16,3 3-103-16,-8 1-125 0,-1-2-435 0,2 0 87 15,-4 3 48-15,-2-4 98 0,-3-1 43 0</inkml:trace>
  <inkml:trace contextRef="#ctx0" brushRef="#br0" timeOffset="196593.78">31585 5936 931 0,'-7'6'284'0,"0"0"-99"0,1 3-11 16,-1-3-18-16,3 6-15 0,-3-3-11 15,4 0-4-15,-1 2-19 0,1 2 1 0,0-2-21 16,3 3 0-16,0-3-3 0,3 3-17 0,-3-3-8 15,5-1-13-15,-3 2 13 0,4-2-11 0,-1-1 1 16,4 0-3-16,-2-2 8 0,3 0-1 16,1-1-17-16,-1-3 15 0,0 0-15 0,1 0-10 15,2-3 22-15,1-3-25 0,-4 0 13 0,0 0-8 16,1-3-4-16,2-2-12 0,-6-3 29 16,3-2-25-16,-3-3-6 0,-3 1 8 0,-1-3 13 15,-3-1-16-15,0 0 3 0,-3-1 13 16,-1-1-14-16,-2-1 76 0,-2 4-9 0,2 4 16 15,2-1-16-15,-3 2-9 0,-2-1-6 0,-2 4-21 16,4 1 9-16,-3 1-4 0,-1 2 4 0,1 1-11 16,-3 0-5-16,4 4-13 0,-1 1-10 15,0 0-16-15,-2 1-20 0,2 2-43 0,3 2-21 16,-1 1-61-16,5-2-59 0,-2 3-234 0,5 0-390 16,2-3 88-16,1 3 65 0,4-2 67 0,-3-3 63 15</inkml:trace>
  <inkml:trace contextRef="#ctx0" brushRef="#br0" timeOffset="196777.65">31820 5904 811 0,'7'-1'266'0,"1"-2"-28"15,2-1-13-15,0 1-25 0,4 1-23 16,-1-4-39-16,4 5-13 0,-3-5-79 0,5 3-43 15,-7 1-111-15,2 2-188 0,2-2-373 0,-2-1 83 16,-3 2 54-16</inkml:trace>
  <inkml:trace contextRef="#ctx0" brushRef="#br0" timeOffset="196961.44">31853 5645 941 0,'0'0'282'0,"-9"9"-6"16,8-2-17-16,-4 2-24 0,5 3-109 0,-3-1-11 16,3 5-7-16,0 0 2 0,3 4-23 0,-3-2-16 15,5 3 9-15,-3-2-16 0,1 3-46 16,4 1-31-16,0-3-46 0,-3 3-66 0,5-5-129 16,-2 1-437-16,4-2 56 0,-1-1 59 0</inkml:trace>
  <inkml:trace contextRef="#ctx0" brushRef="#br0" timeOffset="197427.25">32166 5732 734 0,'-2'18'254'0,"-3"-5"-22"0,5 2-9 0,-3-1-28 15,3-3-31-15,0-3-3 0,0 6-18 0,3-5-12 16,-3 0-21-16,5 1 0 0,-3-2-15 16,2 4-3-16,2-6-21 0,-2 1 6 0,3-1-3 15,4-2-12-15,-2-2-3 0,-2 0-6 0,3-2-14 16,4-4-3-16,-4 0 2 0,4-2-7 0,-2-2 5 16,-1-3-1-16,0-2-12 0,-1 1-5 15,0-5 0-15,-2-5-7 0,-2 1 1 0,-3-2-1 16,-2-2 9-16,-1 0-20 0,0-2-3 0,0 4 52 15,-2-2-23-15,-3 4 10 0,-2 4-8 16,6-1 8-16,-5 3 7 0,2 2 3 0,-2-1-7 16,-1 6-6-16,-1 2 10 0,-1 2-7 0,-1 3 72 15,3 1-6-15,-4 0-7 0,-2 4-3 0,6 3-36 16,-4-1 21-16,0 2 7 0,0 3-30 16,0-1-13-16,4 2 21 0,3-1-19 0,-6 3 16 15,9-3-13-15,-2 3 8 0,0-4-26 0,3 5 0 16,3-5-15-16,0 2 13 0,-2 0-6 0,8 0-2 15,-1 1-26-15,-1-5-12 0,7 3-37 16,-1-3-27-16,1 2-47 0,3-2-81 0,1 1-215 16,3-1-449-16,1-1 106 0,-1-3 53 0,-7-4 69 15,5 0 70-15</inkml:trace>
  <inkml:trace contextRef="#ctx0" brushRef="#br0" timeOffset="197626.97">32512 5675 929 0,'0'0'266'0,"-4"18"-8"0,0-8-14 16,1 3-9-16,0-1-38 0,3 2-2 0,-2 4-26 15,0 0-21-15,2 4 8 0,2-2-15 16,-2 2-31-16,0-3-2 0,1 6-9 0,0 0-1 16,2 0-22-16,-3-1-24 0,3-5-19 0,3 5-38 15,-4-2-80-15,1-5-61 0,2 1-243 16,0-3-379-16,1-2 85 0,-2-1 61 0,4-8 74 15</inkml:trace>
  <inkml:trace contextRef="#ctx0" brushRef="#br0" timeOffset="197877.7">32669 5468 865 0,'6'8'373'0,"-2"0"-40"0,2 3-38 0,2 3-29 16,-1-2-10-16,3 5-26 0,0 2-20 15,4 0-26-15,-1 5-84 0,3 1-5 0,-2 0-21 16,1-3-5-16,3 2-2 0,-2 0-3 0,0-1-3 16,-1 1 1-16,-2-6-39 0,3 0-62 15,-3 0-43-15,0-3-66 0,-3-1-198 0,3-3-427 16,1 1 82-16,-1-6 61 0,-5-1 65 0</inkml:trace>
  <inkml:trace contextRef="#ctx0" brushRef="#br0" timeOffset="198110.26">32977 5445 957 0,'-21'8'325'0,"14"-1"-20"15,-3 1-11-15,-1 6-5 0,-2 0-30 0,-1 1-85 16,1 3-3-16,0 6-33 0,-5 1-2 0,4-3-13 16,2 3-10-16,-3 1-14 0,1 1-22 0,1-2 20 15,1 0-15-15,1 1-10 0,-1 2-21 16,2-7-5-16,0 2-18 0,3 1-38 0,0-1-38 16,3-5-88-16,-2 0-94 0,6 1-464 0,0-5-28 15,0-2 39-15,3 0 81 0,2-7 57 16</inkml:trace>
  <inkml:trace contextRef="#ctx0" brushRef="#br0" timeOffset="198510.26">33147 5659 898 0,'7'2'299'0,"-3"4"-27"0,5 3-32 15,-5 1-22-15,3 4-26 0,0-1-5 0,-3 2-13 16,-1 5 0-16,0-1-21 0,-3-1-25 16,0 1 8-16,-6 5-13 0,2-2-10 0,-4-1-14 15,-2 0-4-15,-2 3-13 0,-3-4-3 0,-2 3-12 16,-3-4 2-16,5-4-15 0,-1 1-3 16,-1-8-2-16,6 1-11 0,-2-1 16 0,1-6-6 15,0 3-12-15,-2-4-10 0,4-2 10 0,3-4-11 16,-3 3 6-16,3-4-18 0,2 1-3 0,0-1 13 15,2-1 0-15,2 1-13 0,1 2 6 16,-1-3-3-16,1 7 2 0,2-8-13 0,1 7-2 16,-3 1-2-16,7-6-3 0,-7 6 12 0,14 0-1 15,-14 0 6-15,20 6-4 0,-9-4-11 0,2 5 3 16,4 1 8-16,-3 0 0 0,3 0-6 16,0 3 4-16,4-1-4 0,-2 2-2 0,-1-1-15 15,0 3-54-15,1-4-67 0,-1 1-89 0,1 0-257 16,-4-2-342-16,1-4 82 0,-2-1 64 15,-4-1 61-15,1-5 84 0</inkml:trace>
  <inkml:trace contextRef="#ctx0" brushRef="#br0" timeOffset="198777.67">33466 5392 1113 0,'9'17'325'16,"-2"2"10"-16,0-1-56 0,3 3-89 16,-1 0 12-16,-4 2-18 0,6 8-17 0,-1-1-19 15,3 14-7-15,-2 0-5 0,-1 3-16 0,-2-1 0 16,-3-4-23-16,-1-3 3 0,-4-2-25 0,-4 1-9 16,1-2 16-16,-4 1-15 0,-3 7-6 15,2-7-5-15,-3-6-10 0,-4 0-33 0,-3 7-15 16,-2-9-27-16,0-10-27 0,4 4-69 0,-10-4-223 15,6-5-497-15,-4-3 110 0,-3-4 57 0,2-4 84 16,-6-5 62-16</inkml:trace>
  <inkml:trace contextRef="#ctx0" brushRef="#br0" timeOffset="200960.15">20362 5753 934 0,'0'0'297'0,"0"0"-41"0,0 0-23 16,-3-3-29-16,3 3 1 0,0 0-31 0,0 0-13 15,0 0-22-15,0 0-9 0,0 0-12 0,0 0-11 16,21 9 1-16,-12-7-11 0,1 4-7 15,4 0-13-15,0-1-6 0,6 3-7 0,1-1-10 16,-1 3-10-16,5-2 22 0,-1 1-7 16,10-1-5-16,0 2-24 0,3 2 4 0,11-1-9 15,3 1 14-15,1-1-9 0,3-2-4 0,3 1 18 16,0-2-11-16,0 1-5 0,0-1-2 16,3-2-3-16,-3 1 7 0,1-2-7 0,2 2 0 15,-3-1 6-15,1-2-4 0,-1 1-7 0,3 2-5 16,-2-3 2-16,-1 3 1 0,3-1 2 0,1 2-8 15,-1-4-5-15,-2 3 10 0,-2-1-10 0,-9 2 13 16,-4-5-7-16,-2 3 1 0,2-4 11 16,-2 4 3-16,1-5-16 0,1 2 16 0,2-1-19 15,1 0 6-15,14-1 8 0,5 1-3 16,-4-2-13-16,3 1 15 0,-1-1-7 0,1 5 5 16,0-5-3-16,-3 2 1 0,-11 0-4 0,-3 2-4 15,-3-3-8-15,16 2 10 0,1 2-7 16,-4-2 15-16,-8 2-5 0,9-3-8 0,-8 3 5 0,-4-4 0 15,-1 1 1-15,-2 0-4 0,20 2 1 16,-9-4-3-16,7 1 3 0,-8-1 4 0,-6 0-6 16,0 2-6-16,17-4 7 0,-10 2 1 15,10-1 0-15,-3 2-11 0,-6 1 1 0,-10-2 7 16,19 0-13-16,2 0 13 0,-15 1-10 0,-4 2-3 16,14-1 13-16,-11-2 1 0,-3 1-9 0,-4 0 0 15,6-1 19-15,-3 2-19 0,0 1 6 16,14-2-1-16,-9-1 1 0,-3 1-3 0,-2-1 8 15,0 0-6-15,4-1 3 0,11 1-7 0,3 1 7 16,-10-1 2-16,7 0-4 0,-4 0-11 16,-11 0 21-16,1 1-13 0,14-1 5 0,-10 4 3 15,-5-2-13-15,-2-1 15 0,13 5-2 0,-7-4-3 16,-6 0-5-16,-2 3 5 0,-2-4-10 0,4 1 18 16,-1 2-8-16,-2-2 2 0,2 1-1 15,1-3-12-15,-1 4 22 0,4-2-19 0,-1-1 8 16,-1 0-5-16,1 1 3 0,-2 2 7 0,2-4-2 15,1 1 2-15,-3 2-5 0,3 1-7 0,-4-3 20 16,4 1-6-16,12 2 6 0,-11-2-15 16,-4 0-1-16,-1 3 11 0,4-4-5 0,-4 1-8 15,0 2-5-15,4-2 2 0,-2-2 6 0,-2 3 12 16,4-2-2-16,-4-1-21 0,3 5 3 16,-2-5 13-16,2 1-6 0,-2 0 6 0,1-1 2 15,0 2-17-15,-2 1 4 0,1-2 3 0,-1-1 5 16,-2 2 3-16,-1 0 2 0,3 2-12 0,-2-4-4 15,-1 1 1-15,2 1 0 0,-1-1 8 0,2 4 10 16,-2-4-3-16,2 0-18 0,-3 4 13 16,0-4 5-16,0-1-12 0,0 2 17 15,3 2-12-15,-6-4-1 0,6 2 19 0,-2-2-3 16,-2 1-5-16,1 1-3 0,0-1 3 0,-6-1-3 16,2 5-2-16,4-5-3 0,-6 1 10 0,2 0-12 15,1-1-1-15,6 2 26 0,-1 2-20 16,1-4 2-16,-1 1-2 0,-2 2-3 0,0-1 0 15,4 0-7-15,-5 1-4 0,-2-3 9 0,4 4 2 16,-9-2 13-16,1-2-13 0,4 2 16 0,-4 0-19 16,0 1-7-16,-3-2 10 0,3 1-7 0,1 0 4 15,3 2-7-15,-4-1-3 0,0-2 19 16,3 4-4-16,4-3 9 0,-3 4-24 0,3-4 13 16,0 4-7-16,0-3 4 0,0-2 1 0,4 4 2 15,-4-3-5-15,2 4 18 0,-1-5-11 16,-1 6-2-16,0-4-2 0,2 1 7 0,-4-1-7 15,5 0 5-15,-3 1 7 0,2-2-18 0,2 4-9 16,-1-3-1-16,0-3 5 0,2 4 31 16,-2-1-20-16,2-2 20 0,1 1-11 0,-2 2-9 15,2-3 2-15,0 2 5 0,10 1 13 0,-7-1-20 16,-5-3 5-16,-1 4-3 0,1-2 8 0,-1-2-24 16,1 2 24-16,-1 0-10 0,0 1-1 15,-2-2-9-15,2 0 12 0,-2 2 8 0,2-1-16 16,-1 0 6-16,2-1-14 0,-4-1 14 0,4 2-8 15,-1-1 7-15,-3 2-7 0,4-1 0 0,-1-1-3 16,-2 0 1-16,1 1 9 0,-2 2 8 0,1-3-15 16,-1 0 5-16,2 1-5 0,-4-2 8 15,1 4-1-15,1-4 1 0,1 0-8 0,2 3 12 16,1-3-12-16,-1 6 16 0,18-4 12 0,-1 4 12 16,-9-5-37-16,-5 2 7 0,-2-1 31 15,2 0-41-15,10 2-41 0,-7 1-34 0,-6-4 42 16,1 2 0-16,-1 1-26 0,-3-2 15 0,17 7 28 15,-13-8-4-15,-5 5 4 0,5-5 19 16,-7 4-47-16,6-4 11 0,-3 1 17 0,-3 2 19 0,3-2-16 16,-7-1 15-16,0 1-2 0,-3-1-13 15,-1 4-59-15,-9-5-74 0,0 0-56 0,-4 0-497 16,-3-5-146-16,-4 4 59 0,-2-2 77 0,-7-5 74 16,0 2 54-16</inkml:trace>
  <inkml:trace contextRef="#ctx0" brushRef="#br0" timeOffset="206443.27">15186 8111 747 0,'-3'-3'233'16,"3"3"-80"-16,-3-5-19 0,3 5 1 0,0 0-14 15,-4-3-11-15,4 3-3 0,0 0-30 16,0 0 2-16,-3-6 6 0,3 6-14 0,0 0-2 16,0 0-2-16,0 0 0 0,0 0-9 0,0 0-6 15,-7-1-6-15,7 1 10 0,0 0-2 16,0 0-11-16,0 0-12 0,0 0 23 0,0 0-29 15,0 0 16-15,0 0-7 0,0 0-1 0,0 0 5 16,0 0-7-16,0 0 74 0,0 0-13 0,0 0 3 16,0 0-6-16,0 0-9 0,0 0-1 15,0 0-5-15,0 0-5 0,0 0-2 0,0 0-3 16,0 0-8-16,0 0-12 0,0 0 2 0,0 0-5 16,0 0-3-16,0 0 1 0,0 0-16 15,0 0 2-15,0 0 1 0,0 0 5 0,7-10-1 16,-7 10-2-16,7-5 6 0,-4 3-14 0,0-3-7 15,1 2-5-15,2 0 12 0,2-4-7 0,-2 0 0 16,1 0 7-16,0 3-12 0,0-4 15 16,0 1-23-16,0 0 10 0,-1 0-2 0,-2-1 2 15,3 1 3-15,-3 1-3 0,2-3-2 0,-3-1-3 16,1 0 3-16,-1 2-1 0,-3-1-2 16,0 1 3-16,3 3-3 0,-6-5-2 0,3 4 27 15,-3-1-6-15,0-1-27 0,-1 2 29 0,1 3 2 16,-4-5-18-16,-1 7 16 0,-1 0-6 15,-1-2-7-15,-5 7 5 0,2-3 2 0,-4 6-15 16,3-1 13-16,-6 6-5 0,3 1 28 0,-1 2-26 16,1 5-7-16,4-1-8 0,-1-1 26 0,3 4-1 15,2-4-15-15,-1 5 1 0,2-3-4 0,5-2 19 16,0-1-29-16,2 4 16 0,1-4-18 16,4 0 10-16,-1-5 8 0,8 3 5 0,-4-1-15 15,6-3 20-15,1 2-6 0,-1-4-1 16,5 0 9-16,-2-2-7 0,2-3-10 0,-2 2-5 15,2-4-9-15,0 5-9 0,-2-6-21 0,-2 1-41 16,0 2-12-16,-1-3-75 0,-2 1-20 16,-4 0-59-16,2 1-177 0,-1 0-399 0,-1-3 48 15,2 0 95-15,-2 0 70 0,-7 0 86 0</inkml:trace>
  <inkml:trace contextRef="#ctx0" brushRef="#br0" timeOffset="206843.2">15432 8258 829 0,'0'0'279'16,"0"0"-23"-16,0 0 0 0,-13 16-39 0,10-9-22 15,-4 3 63-15,3 0-45 0,-2 1 2 16,5 2-23-16,-2-2-13 0,0 3-30 0,0-3-14 16,2 3 3-16,1-3-15 0,1 2-20 0,2-2-1 15,0 0-23-15,0 1 3 0,1-2-7 0,2 0 1 16,2-1-19-16,-1-2-4 0,3 0 1 15,4 0-5-15,-1-4-8 0,0 1-3 0,1-3 3 16,0-2 0-16,0-2-20 0,-1 1 2 0,1-1 7 16,0-4-12-16,0 0 3 0,-4-4 7 15,0-3-5-15,1-1 0 0,-5-1-3 0,1-2-7 16,-4 0-5-16,0 0 12 0,-3 1-2 16,-3 0 8-16,0 0-18 0,-1 1-29 0,-2 0-12 15,-2 2-16-15,-2 3 11 0,0 1 7 0,-1-2 13 16,-2 5 10-16,0 4-12 0,-1-4 20 0,1 6 0 15,-1 1-5-15,3 0-3 0,-3 1-2 0,1 6-3 16,3-6 11-16,-1 6-6 0,1 0 5 0,0 1 3 16,0 0-2-16,6 0-21 0,-2 0-11 15,5 2-19-15,-2 0-4 0,6-1-27 0,-3 3-13 16,4-2-70-16,3-1-66 0,3-1-194 16,3 2-390-16,2-2 88 0,1-1 40 0,-1-4 93 15</inkml:trace>
  <inkml:trace contextRef="#ctx0" brushRef="#br0" timeOffset="207176.41">16113 8111 1121 0,'0'0'358'0,"0"0"-20"16,-10 0-34-16,10 0-30 0,0 0-28 16,0 0-28-16,0 0-26 0,0 0 0 0,0 0-13 15,0 0-5-15,0 0-33 0,30 0-21 0,-19 0 8 16,6 0-5-16,0-3-28 0,4 3-16 0,2-1 8 15,-3 0-21-15,4-2-35 0,-3 1-31 0,0 1-59 16,-1 1-79-16,-2-1-59 0,1 1-328 16,-4 1-286-16,-5-1 45 0,1 0 70 0,-2 0 74 15,-9 0 59-15</inkml:trace>
  <inkml:trace contextRef="#ctx0" brushRef="#br0" timeOffset="207393.42">16192 8351 839 0,'-3'6'374'0,"3"-6"-26"16,0 0-13-16,-4 3-30 0,4-3-39 0,0 0-23 15,0 0-12-15,23-3-14 0,-9-1-33 16,-3 2-20-16,6 1-10 0,0-5-26 0,0 5-18 16,3-5 3-16,-3 4-39 0,1-1 3 0,-2-1-29 15,-5 2-35-15,3 2-54 0,-4-1-56 0,-4 1-100 16,2 0-249-16,-2 0-360 0,-6 0 51 15,0 0 61-15,0 0 95 0,0 0 51 0</inkml:trace>
  <inkml:trace contextRef="#ctx0" brushRef="#br0" timeOffset="208026.04">16919 7900 860 0,'0'0'266'0,"0"0"-13"16,0 0-15-16,14 15-56 0,-7-6 71 15,3 0-7-15,4 4-33 0,-1 1-24 0,5 2-20 16,3 2-21-16,-1 3 3 0,1-4-10 0,-2 2-15 16,2-1-11-16,0 4-26 0,-4-5 1 0,3 1-16 15,-2-1-33-15,-2-2-36 0,-1 2-61 16,1-2-72-16,-2-5-118 0,-4 1-217 0,4-1-282 15,-3 0 36-15,-1-5 100 0,-1 0 43 0</inkml:trace>
  <inkml:trace contextRef="#ctx0" brushRef="#br0" timeOffset="208259.27">17361 7968 808 0,'-3'-7'318'0,"3"7"-19"0,0 0-30 15,0 0-16-15,0 0-84 0,-11 20-5 16,7-8-23-16,1 3-21 0,-3 2-2 0,2 1 2 16,-2 4-10-16,1-1-20 0,-1 4 10 0,-1-1-11 15,4 2-4-15,-4-1 20 0,-1 7-36 16,2-7 21-16,-1 0-21 0,1 0 10 0,-2 0-23 16,5-2-2-16,-1 1-10 0,-2-3 9 0,2 0-55 15,1-3-32-15,3 0-60 0,0-1-78 16,-3-3-130-16,3-2-496 0,3 1 101 0,-3-4 32 15,3-2 68-15</inkml:trace>
  <inkml:trace contextRef="#ctx0" brushRef="#br0" timeOffset="208626.24">17398 8466 1197 0,'-9'12'336'0,"4"3"-32"0,-1-7-37 0,2 6-27 16,1-4-22-16,3-2-19 0,-3 2-30 0,3-2-10 0,0 2-5 15,3 0-16-15,3 0-20 0,-2-1-6 16,4 0-4-16,4-5-14 0,-2 3-4 0,2-2-23 16,1-2-11-16,4 1 5 0,3-2 1 15,-2-2-11-15,2-5 0 0,-3 4-15 0,4-5-5 16,-5 1-1-16,2-2 9 0,-2-3-11 0,-5-4 5 15,2 4-5-15,-6-6 8 0,1 1-13 16,-5-2-2-16,0 0-8 0,-2 3 20 0,-2 2 3 16,-2-2-13-16,-3 2 0 0,-2-2 2 0,-2 4 3 15,0 0-7-15,-4 1-6 0,0-1-2 16,-3 5 5-16,4-1-5 0,-5 3-21 0,5-1-30 16,-1 2-34-16,1 1-28 0,3 1-33 0,-1 0-61 15,4 0-170-15,7 0-470 0,-6 1 38 0,6-1 112 16,0 0 49-16,0 0 72 0</inkml:trace>
  <inkml:trace contextRef="#ctx0" brushRef="#br0" timeOffset="208858.87">18054 8318 988 0,'11'0'376'0,"-11"0"-51"0,0 0-26 16,10-3-30-16,-10 3-26 0,10-4-7 0,1 3-31 16,-4-1-19-16,6 2-29 0,1 0-4 15,-1-1-22-15,2 1-6 0,1-1-30 0,-2 1-41 16,3-3-57-16,-3 3-99 0,3 0-203 0,0 0-499 16,0 0 49-16,0 0 105 0,0-3 69 15,-3-1 26-15</inkml:trace>
  <inkml:trace contextRef="#ctx0" brushRef="#br0" timeOffset="209126.34">18670 7875 970 0,'0'0'381'0,"-17"8"-43"15,14 0-44-15,-5 1-15 0,2 1-5 16,2 5-33-16,-2 3-36 0,-1 4-16 0,3-1-25 16,-3 4-3-16,4 5-20 0,0-3-8 0,-1 6-10 15,4-2-11-15,0-2-4 0,0 3-21 0,3 0-3 16,-2 1-7-16,5 0-8 0,-2-3-10 16,6 0-8-16,-3 0-35 0,0-5-19 0,3-5-45 15,4 7-47-15,-4-6-77 0,1-4-145 0,2-2-510 16,0-2 36-16,1-4 95 0,-1-2 51 15,-1-2 77-15</inkml:trace>
  <inkml:trace contextRef="#ctx0" brushRef="#br0" timeOffset="209609.27">18947 8058 1149 0,'0'0'350'0,"-13"2"-30"15,13-2-25-15,-12 11-32 0,6-1-14 16,-1 2-19-16,1 1-25 0,-1 0-13 0,3 3-28 16,1 0 0-16,2 1-39 0,1 0 16 0,0-1-36 15,0 1-11-15,4 0 11 0,0-1-28 0,2 1 5 16,-2-3-15-16,3-3 2 0,-1 3-8 0,5-3-15 16,-1-3 3-16,0-1-13 0,1 1 7 15,-1-6 1-15,3 1-11 0,-2 0-2 0,-1-6 5 16,4 0-13-16,-4-3-6 0,0 0 1 0,1-7 5 15,-4 1 6-15,2-4-6 0,-5-3-11 16,2-2-1-16,-2-4 1 0,-4 1-4 0,-4-1-16 16,1 0 6-16,0 5 7 0,-1-3 10 0,-5 5-10 15,2 2 21-15,-1 0-23 0,2 1 2 16,-4 5 5-16,3 1 3 0,-4-4 2 0,1 10-12 16,0-4 4-16,-1 6 9 0,1 1-9 0,10 0 6 15,-17 3 13-15,7 4-16 0,0 1-7 16,3-1-6-16,-3 1 13 0,6 2 1 0,-2-2 6 0,2 6-14 15,1-4 23-15,3 1-16 0,0-1-13 16,3 2 29-16,1-1-13 0,-1 2-6 0,7-2-2 16,-3-1 11-16,7 3-6 0,-1-4-20 0,1-1 18 15,3 0-39-15,4 1-56 0,-1-3-13 16,0-1-84-16,1 2-72 0,0-1-187 0,-1-5-430 16,1 0 51-16,-4-1 106 0,0 0 65 0,0-1 83 15,-4 0 26-15</inkml:trace>
  <inkml:trace contextRef="#ctx0" brushRef="#br0" timeOffset="210025.41">19327 8175 632 0,'0'0'279'15,"0"0"0"-15,0 0 41 0,0 0-28 0,0 0-24 16,0 0-22-16,-18 11-16 0,15-4-15 0,-1 0-12 16,-2 0-27-16,2 2 6 0,0 0-23 15,1-1-19-15,0 2 6 0,-1 0-23 0,1 2-13 16,0-1-23-16,0 0 29 0,-1 2-12 0,4-2-24 15,-4 3 4-15,4-4 1 0,-3 1-24 16,3 1-5-16,3-2 6 0,-3 3 4 0,4-3-32 16,-4-1 17-16,4 1-18 0,-1-2 3 0,0 0-8 15,1 1-2-15,2-1 7 0,0-2-5 0,-1-4-2 16,2 4-3-16,-1-3-5 0,1-1-3 16,-1 1 3-16,-6-3-5 0,18 0 7 0,-8-5-12 15,1 2 15-15,-1-3-13 0,3-2-12 0,-2-2-3 16,2 2 25-16,-2-7-10 0,-1-1 1 15,0 3 1-15,-3-3-4 0,0 0 0 0,-4-1-1 16,1 1-12-16,-1 1 10 0,-3 1 8 0,-3 2 18 16,3-1-34-16,0 1 6 0,-4 3-1 15,-2-1-12-15,-2 0 18 0,1 4-6 0,-2-2-2 16,-2 2 6-16,-2 1 1 0,3 2 1 0,-2 1 0 16,-1-3-11-16,-1 5 6 0,4 4 2 15,0-3-15-15,-1 1-31 0,1 1-31 0,1 1-30 16,2-3-26-16,-1 6-8 0,5 0-105 15,0-4-127-15,3 3-508 0,3-4 47 0,0 5 117 0,0-4 44 16,2 1 85-16,2-3 53 0</inkml:trace>
  <inkml:trace contextRef="#ctx0" brushRef="#br0" timeOffset="210259.27">19722 8208 944 0,'0'0'384'0,"0"0"-13"16,0 0-46-16,11 0-30 0,-11 0-24 0,0 0-13 15,14-1-50-15,-8 0-6 0,5 1-10 16,-1 0-21-16,4-3-14 0,0 3-35 0,3-2-1 16,-4 2-11-16,5 0-5 0,-2 0-28 15,2 0-42-15,-2-1-29 0,-1 1-76 0,-2 0-47 0,1-1-178 16,-1 1-539-16,0-3 51 0,-5 1 63 0,-1 1 78 15,-1-2 58-15</inkml:trace>
  <inkml:trace contextRef="#ctx0" brushRef="#br0" timeOffset="210459.31">19856 8093 1123 0,'-6'18'328'0,"2"-1"-29"0,4-1-17 16,-1 0-34-16,2 0-30 0,-1 1-19 0,0 1-17 16,4 2-18-16,-1-1-51 0,0 0-52 0,1 5-61 15,-1-2-56-15,4-2-203 0,2 1-493 0,2-2 32 16,-1-1 78-16,-3-8 86 0</inkml:trace>
  <inkml:trace contextRef="#ctx0" brushRef="#br0" timeOffset="210926.1">20187 8121 959 0,'-6'7'359'0,"2"1"-29"0,-2 6-38 15,-1-3-26-15,4 4-10 0,-2 2-39 16,2-2-14-16,0 1-16 0,3-3-16 0,0 6-22 15,3-4-9-15,0 0-9 0,2 0-16 0,-2 2-15 16,4-7-13-16,2 5-21 0,-2-7 4 16,1 2-17-16,2-3-7 0,0 0-10 0,4-4 3 15,-4 1-6-15,4-3 3 0,-1-2-3 0,-3-3 0 16,5 1 1-16,-5-4-14 0,4-3 1 0,-4 1 7 16,-1-7-13-16,-2 1 11 0,1-3-19 15,-2-6 6-15,-2-1 5 0,-1 0-23 0,-3-1 7 16,-3 0-7-16,2 1 18 0,-5 1-3 0,-1 0 11 15,0 6-6-15,0 3-10 0,-3-4 13 0,-1 3 23 16,1 4-20-16,-3 2 20 0,-1 2-39 16,-3 5 21-16,0-1 18 0,3 4-5 0,-6 0 0 15,2 4-77-15,2 3 18 0,3-3 8 16,-2 6-9-16,2 1-6 0,2 0-4 0,1-1 22 16,0 5-6-16,3-5 10 0,3 5 0 0,1-2 8 15,3-1-2-15,0 1-1 0,6-1 3 0,-1 2-10 16,2-3-10-16,3 2-29 0,4-1-10 15,5-4-20-15,2 2-21 0,-4 0-69 0,7-3-74 16,0 2-146-16,1-3-410 0,-1 0 34 0,-4-4 86 16,3-2 75-16,-6-1 69 0</inkml:trace>
  <inkml:trace contextRef="#ctx0" brushRef="#br0" timeOffset="211109.27">20553 8233 916 0,'0'10'292'16,"-3"-2"48"-16,0 6-33 0,3-3-33 0,-1 4-18 16,-2-3-33-16,3 3-3 0,0 2-28 15,-3-1-10-15,3 2-21 0,0 0-36 0,0 1-50 16,3-1-42-16,-3-5-51 0,0 1-105 0,0 3-471 16,0-3-166-16,3-3 66 0,-2-1 70 15,-1-1 58-15</inkml:trace>
  <inkml:trace contextRef="#ctx0" brushRef="#br0" timeOffset="211342.08">20765 7986 1023 0,'7'8'323'0,"4"6"-42"0,-2-3-17 15,2 6-23-15,3 0-24 0,-1 4-22 16,4-1-26-16,0 4-8 0,1-1-13 0,-1-3-7 16,3 4-20-16,-2-2-22 0,-2-3-6 0,5 5-17 15,-4-6-53-15,-6-3-61 0,5 2-93 0,-5-6-78 16,2 2-575-16,-2-4 65 0,-1-1 51 16,-3-5 102-16</inkml:trace>
  <inkml:trace contextRef="#ctx0" brushRef="#br0" timeOffset="211592.31">21084 8003 962 0,'-14'0'389'0,"4"4"-18"0,-1 0-28 0,-2 3-36 0,3 0-104 15,-5 3-1-15,-4 1-31 0,4 3 3 16,-4 2-35-16,-2 2 6 0,0 4-22 0,0-2-18 15,1 2-5-15,2 2-23 0,-1-3 18 16,1 2-26-16,1 1-8 0,0-3 1 0,3 1-9 16,1 0-9-16,3-4-31 0,2 0-26 0,-2 0-43 15,4-1-49-15,2-2-98 0,-2 2-293 0,5-9-300 16,2 3 61-16,2-4 64 0,0-1 83 16,1-5 48-16</inkml:trace>
  <inkml:trace contextRef="#ctx0" brushRef="#br0" timeOffset="211942.07">21326 8276 954 0,'-4'10'338'0,"-2"-2"-23"0,2 1-39 0,1 0-25 16,0-2-33-16,0 0-8 0,3 3-31 0,0-3-13 15,0 1-15-15,3 2-2 0,3-2-31 0,-2-1-19 16,5 2-4-16,-1-1-10 0,2-2-21 0,0-4-16 16,4 3 8-16,-4-3-4 0,5-2-6 15,-5 0 5-15,2-2 3 0,0-4-16 0,-2-1 3 16,-1 1-5-16,-1-3-11 0,-1 0 19 16,3 0-6-16,-7-1 88 0,0 3-24 0,0-4 6 15,-3-2-24-15,-3 6-4 0,-3-2-22 0,2 0 14 16,-6 0-5-16,-1 0-3 0,-2 1-18 0,-4 1 5 15,3-1-2-15,-3 1-9 0,3 4-11 0,-3-5-24 16,1 5-39-16,1-3-37 0,2 4-44 16,-1-4-93-16,4 6-306 0,3-3-374 0,-2-1 66 15,4 1 87-15,5-4 70 0,-3 0 48 0</inkml:trace>
  <inkml:trace contextRef="#ctx0" brushRef="#br0" timeOffset="212159.1">21685 7703 965 0,'10'7'417'0,"-2"2"-38"0,1 5-21 16,4 4-15-16,-1 2-90 0,1 8 49 16,1-1-133-16,-4 5-25 0,3 11-4 0,1 2-9 15,-7-5-11-15,-4-2 1 0,0-1-16 0,-9 13-21 16,-4 0-7-16,-4 0-11 0,-6 0-7 15,-14 8-56-15,-4-2-88 0,-7 2-71 0,-9-5-92 16,-5 1-607-16,-9-4 92 0,-7-5 41 0,-7-5 105 16,-4-7 44-16</inkml:trace>
  <inkml:trace contextRef="#ctx0" brushRef="#br0" timeOffset="213075.89">15087 9201 790 0,'0'0'287'0,"0"0"-13"0,17-7-26 16,-13 6-30-16,3-6-21 0,0 2-13 0,3-1-25 15,1-3-8-15,2 0-10 0,-3-1-6 16,1-1-7-16,2 1-12 0,-2-1-37 0,-2-3 13 16,1 6-10-16,1-9 0 0,-4 6-5 15,-1-4-16-15,-2 0-10 0,-1 2 1 0,0-2-9 16,-2 1 3-16,-1 3 0 0,-1-3-15 0,1 4 79 15,0 1 0-15,-3 0-5 0,0 2-3 0,-4 0-12 16,1 6-6-16,-2-2-4 0,8 3-11 16,-20 3-10-16,6 3 12 0,1-1-17 15,-2 3-13-15,2 5-2 0,0-2 4 0,-4 4-7 0,6 2 2 16,-3 1 3-16,4-1-2 0,0-1-19 16,3 2 8-16,3-1 8 0,-2-2-3 0,3 2-12 15,0 0-1-15,3-2 1 0,0 1-6 0,3-1-5 16,0-2 8-16,4 1-7 0,-1-3-6 15,2 3 15-15,2-4-10 0,0 0-2 0,7-2-8 16,-4 0-10-16,5-2-29 0,-2 0-27 0,2-4-16 16,6 0-74-16,-4-1-110 0,4-2-241 15,0-1-374-15,-3 1 62 0,2-6 77 0,1 0 81 16,-2-4 45-16</inkml:trace>
  <inkml:trace contextRef="#ctx0" brushRef="#br0" timeOffset="213292.06">15539 9019 1082 0,'-17'17'343'0,"16"-9"-25"0,-2 4-16 0,-3 0-49 15,2 3-20-15,0 2-5 0,4 1-5 16,-3 1-34-16,0 2 3 0,3 2-18 0,-1 3-28 16,1-1-16-16,0 1 4 0,0 2-27 15,0 2-12-15,0-3-1 0,0 2-14 0,1-1 4 16,-1-2-15-16,3-1-23 0,4 0-33 0,-4 0-61 15,-2-1-34-15,5-6-54 0,-2-3-89 0,2 3-190 16,5-4-404-16,-7-5 46 0,5-2 82 16,-2-5 66-16,0-2 52 0</inkml:trace>
  <inkml:trace contextRef="#ctx0" brushRef="#br0" timeOffset="213518.36">15901 9265 767 0,'10'-3'302'0,"-10"3"41"16,7-1-12-16,-7 1-34 0,13-3-26 0,-2 3-33 16,-1 0-18-16,8-1-25 0,-2 0-11 15,5-4-25-15,3 5-13 0,-1-1-21 0,2 1-41 16,-1-1-40-16,3-1-77 0,-3 2-83 0,-1 2-303 15,-1-1-349-15,2-1 38 0,-8 0 85 0,1 1 56 16</inkml:trace>
  <inkml:trace contextRef="#ctx0" brushRef="#br0" timeOffset="213758.9">16082 9443 982 0,'0'0'359'0,"0"0"-32"0,0 0-30 0,0 0-36 0,0 0-23 0,0 0-12 16,27 0-24-16,-12-3-28 15,4-2-13-15,-1 3-15 0,2-3-8 0,1 2-10 0,0 0-25 16,-1-1-9-16,3 1-12 0,-2-2-2 16,-4 1-32-16,0-1-30 0,-6 4-31 0,3 0-48 15,-4-4-44-15,-4 4-148 0,2 1-551 0,-5-2 44 16,-3 2 53-16,0-5 85 0,0 5 46 0</inkml:trace>
  <inkml:trace contextRef="#ctx0" brushRef="#br0" timeOffset="214275.18">16773 9100 693 0,'0'0'277'0,"0"0"-19"0,0 0-17 0,0 0-29 16,13 18 6-16,-6-4-34 0,4-2-12 16,-1 5-27-16,0 3-4 0,7 0 0 0,-4 4-39 15,5 1 3-15,-5-1-10 0,2 1-10 0,1 0-50 16,1-5-32-16,-3 4-59 0,3-2-98 0,-3-6-138 15,3 0-432-15,0-2 56 0,0-1 66 16,-4-4 49-16</inkml:trace>
  <inkml:trace contextRef="#ctx0" brushRef="#br0" timeOffset="214508.72">17131 9093 895 0,'-13'7'300'0,"7"1"-11"0,1 2-41 0,-1 0-22 16,-1 5-22-16,0 4 17 0,1 2-27 0,-2 3-10 15,1 1 47-15,-2 0-32 0,2 3-17 0,-1 5 2 16,-2-4-27-16,1 0-11 0,-2 2-24 0,4-2-17 16,0 3-2-16,-2-7-37 0,4 1-15 15,2-2-45-15,-1-1-50 0,4-4-48 0,0-1-57 16,0-2-112-16,1 0-271 0,5-1-279 0,2-7 122 15,1 0 41-15,-2-6 60 0</inkml:trace>
  <inkml:trace contextRef="#ctx0" brushRef="#br0" timeOffset="214742.51">17224 9394 1075 0,'-7'22'350'0,"4"-12"-40"0,0 1-31 0,-1 3 3 16,1 3-42-16,-2-2 1 0,2 3-26 0,0 0-28 16,-1 3-18-16,1-3-6 0,0 0-22 15,3 5-13-15,-3-4-8 0,3 1-12 0,0 0-13 16,0-2-29-16,3 5-40 0,-3-6-72 0,3 0-46 16,1 0-139-16,-1-1-547 0,3-6-3 0,2 2 80 15,-1-6 97-15,-1-1 33 0</inkml:trace>
  <inkml:trace contextRef="#ctx0" brushRef="#br0" timeOffset="-214488.09">17703 9461 1118 0,'13'-3'330'16,"1"2"-35"-16,-1 0-27 0,8-4-35 0,-4 5-2 0,4-1-39 0,3 0-3 0,-4-5-20 15,4 6-33-15,0-2 2 0,-3-2-5 0,2 3-20 0,-2-2-16 16,-1 2-18-16,-3 0 11 0,-2-2-3 16,1 1-33-16,-2 2 2 0,-4-1-18 0,4 1-22 15,-4-1-47-15,-3-1-48 0,-1-1-54 0,-6 3-146 16,15-1-507-16,-9 1 33 0,-2 0 49 15,2-3 72-15,-6 3 84 0</inkml:trace>
  <inkml:trace contextRef="#ctx0" brushRef="#br0" timeOffset="-214153.48">18592 8991 831 0,'-4'-6'308'0,"4"6"-32"0,-10-2-12 16,10 2-37-16,-10 10-17 0,3-3-20 0,-1 8-8 16,-2 2-8-16,1 2-21 0,2 6 8 0,-4 6 29 15,4-2-1-15,0 4-27 0,-3 4-6 16,3-2 5-16,4-1-25 0,-1 2-19 0,1 2-9 15,0-4-11-15,0 1 11 0,6 0-26 0,-3 2-1 16,3-3-11-16,1-2-6 0,2-2-3 16,-2 2-20-16,6 0 2 0,-3-4-20 0,3 0-23 15,4-3-30-15,-4-5-44 0,0-2-47 0,4-2-9 16,-1-1-88-16,2-5-184 0,-2-2-437 16,4-2 43-16,-3-4 94 0,0-4 93 0,2-4 33 15</inkml:trace>
  <inkml:trace contextRef="#ctx0" brushRef="#br0" timeOffset="-213704.63">18854 9251 934 0,'0'0'302'0,"-3"-2"-28"0,3 2-16 0,0 0-33 16,0 0-15-16,-13 13-18 0,10-3-23 15,-2 0-7-15,2 1-27 0,0-1 65 0,2 5-21 0,1-5-15 16,0 5-16-16,1-1-4 0,-1-2-24 15,3 2-18-15,0-3 1 0,2 3-16 0,1-4 2 16,1-2-20-16,-1 2-7 0,1-2 15 0,4-1-29 16,-1-1 1-16,4-3 5 0,-4-2-13 0,3-2-3 15,1-1 0-15,-4 1-20 0,5-5 3 16,-5-2 12-16,3-2-10 0,-2 1-2 0,-5-7-6 16,4 1 8-16,-6-3 0 0,-1-6-10 15,1 1 7-15,-1 1-4 0,-3-1-9 0,0 1 24 16,-7 1 2-16,3-1-2 0,-2 5-16 0,-1 1-7 15,0 3 23-15,-6-1 5 0,2 5-21 16,1 1-5-16,-4 0 8 0,1 6 23 0,-1-3-5 16,0 7-5-16,0 1 17 0,-2 1-30 0,2 4 0 15,0-1 3-15,4 1-11 0,-1 3 8 0,1 1-3 16,1 0 1-16,1 2-11 0,5-2 15 0,0 2 6 16,2-3-6-16,1 3-10 0,1-3 3 15,2 3-13-15,0 0 13 0,5-3-3 0,2 0-5 16,0 1-30-16,4-2-24 0,-1-1-53 0,1-1-24 15,3 0 1-15,4-5-75 0,-2 4-76 16,2-2-254-16,0-3-333 0,-1 0 49 0,1-1 77 16,-4-1 69-16,3-3 74 0</inkml:trace>
  <inkml:trace contextRef="#ctx0" brushRef="#br0" timeOffset="-213366.96">19210 9375 808 0,'0'0'348'0,"-6"8"-33"0,5-1 0 16,-6 0-23-16,1 4-103 0,-1 0 11 15,3 3-13-15,-6 3-44 0,3 1 1 0,0 1-19 16,1 0-2-16,-1 1-8 0,3-3-20 0,1 3-6 16,-1-2-4-16,4 1-14 0,0-3 1 15,0-1-13-15,0-2-8 0,3 1-2 0,-2 2-11 16,2-7 13-16,4 2-4 0,-3-2 4 0,3 1-18 16,2-5-5-16,2 1 21 0,-1-4-24 0,0-2 1 15,1 0 0-15,2-1-1 0,-3-5-7 16,1 3-3-16,-1-5 8 0,4 0 1 0,-7-6-12 0,0 2 6 15,2-4-5-15,-5-2 0 0,0 0-11 16,-4-3 9-16,0 2 1 0,0-2-1 0,-4 3-4 16,0 1 11-16,-2-1-2 0,-1 3 7 15,1-2-21-15,-2 6 1 0,-2-3-8 16,-3 6 5-16,-1-2 10 0,3 3-10 0,-3 5-13 0,1-4 11 16,0 6-27-16,2 0-24 0,1 0-22 15,0 0-19-15,10 0-29 0,-14 4-56 0,11-1-70 16,2 0-142-16,-2 2-423 0,7 2 100 0,-1-4 38 15,4 1 74-15</inkml:trace>
  <inkml:trace contextRef="#ctx0" brushRef="#br0" timeOffset="-213188.6">19476 9486 1139 0,'11'-1'343'15,"-4"-1"-26"-15,6 1-12 0,-2-3-44 0,5 2-16 16,-4 1-22-16,7 0-36 0,-1-4-3 15,3 4-30-15,-1 1-11 0,0-3-30 0,1-1-42 16,-1 3-42-16,1-1-88 0,-4 1-95 0,0 0-381 16,1-2-230-16,-5 1 43 0,0 1 72 0,-2-6 69 15</inkml:trace>
  <inkml:trace contextRef="#ctx0" brushRef="#br0" timeOffset="-212987.54">19713 9222 916 0,'-7'10'304'16,"4"-2"52"-16,-1 2-33 0,1-2-31 0,-1 8-31 15,3 0-26-15,-2 1-20 0,3 1-23 0,0 1-5 16,0 5-26-16,0-5-10 0,3 2-18 0,-2 3-33 16,3 0-36-16,-1-5-36 0,1-1-48 0,2 0-106 15,-2-1-91-15,2-1-546 0,5 0 0 16,-4-1 72-16,3-7 72 0,1 2 56 0</inkml:trace>
  <inkml:trace contextRef="#ctx0" brushRef="#br0" timeOffset="-212547.48">20048 9347 1085 0,'-1'4'356'0,"-2"3"-24"15,0 3-35-15,3-2-20 0,-3 1-93 16,3 0-18-16,0 5-7 0,3-4-26 0,0 3-7 16,0-1-9-16,1-2-14 0,-1 3-1 15,4-3-5-15,1 0-33 0,-2 1-2 0,1-5-1 16,2 2 8-16,-1-1 1 0,-1-1-22 0,3-4-2 16,1 0 0-16,-1-2-2 0,0 0 7 0,1-2-5 15,-2 0-23-15,1-4 23 0,-3-2-10 16,1-1 0-16,1-1-8 0,-5-5-13 0,2-1 8 15,-5-1 6-15,2-4-6 0,-3 0-11 16,-4-4 17-16,-2 0-12 0,2 2-1 0,-5 2-6 0,-2 0 8 16,1 3-15-16,-3 0-1 0,-2 1 6 0,2 6 17 15,-5-1-14-15,2 3-1 0,-5 5 10 16,4 0-2-16,-3 4 5 0,2 0 18 0,2 0-25 16,-2 6 9-16,1 1-9 0,0-1 9 15,3 4-2-15,1 0-7 0,3 1-4 0,-1-3-7 16,4 3 13-16,1 2-7 0,2-5-11 0,4 2 10 15,3 0 0-15,-2 3-5 0,8-4 3 16,2-1 0-16,-1 2-31 0,4-3-13 0,3 1-21 16,0-1-37-16,3-4-50 0,1 3-32 0,2-2-14 15,-2-1-125-15,0-2-161 0,3-2-307 0,-4-4 46 16,4-2 77-16,-3 0 94 0,-1-4 23 16</inkml:trace>
  <inkml:trace contextRef="#ctx0" brushRef="#br0" timeOffset="-212370.94">20386 9256 862 0,'6'-5'256'0,"-6"5"3"15,0 0-42-15,0 0 42 0,0 0-21 16,10 7-39-16,-10-7 6 0,2 11-8 0,-2-2 8 16,3 3-28-16,-3-1-21 0,0 4-10 0,0-3-29 15,0 7-9-15,3-1-11 0,-3 0 3 0,0 0-13 16,3 3-18-16,-2-2 11 0,-1-2-34 16,3 1-23-16,0 3-57 0,-3-6-19 0,3 1-88 15,-2 0-118-15,-1-2-567 0,3 0 86 0,0-4 69 16,0-4 72-16,2-1 54 0</inkml:trace>
  <inkml:trace contextRef="#ctx0" brushRef="#br0" timeOffset="-212137.54">20666 9110 1149 0,'15'9'407'0,"-9"-3"-54"0,-2 2-25 0,2 2-19 16,4-2-60-16,4 6-11 0,0-1-39 16,3 3 9-16,3 5-14 0,1-4-27 0,0 1-21 15,2 0-3-15,-2 1-28 0,3-3-15 0,-3 0-23 16,-2 0-34-16,2-1-68 0,3 0-85 16,-4-5-57-16,1 1-163 0,-3 0-489 0,-2-7 23 15,1 3 77-15,-6-4 86 0,-1-3 55 0</inkml:trace>
  <inkml:trace contextRef="#ctx0" brushRef="#br0" timeOffset="-211904.65">21018 9075 890 0,'-13'1'389'0,"3"6"-18"15,-5 3-35-15,-4 0-3 0,4 3-42 16,-5 2-35-16,0 3 26 0,-4 1-31 0,0 3-54 15,-4 10-15-15,0-3-3 0,-2 5-28 0,-1-1-3 16,5 2-22-16,1-1-9 0,-2-2-19 0,6-4-16 16,5-6 0-16,-2 2-36 0,5-5-36 15,-1 0-41-15,4-1-89 0,0-6-8 0,2 2-151 16,5-4-586-16,0-1 17 0,3-2 129 0,3-5 64 16,-3-2 66-16,0 0 64 0</inkml:trace>
  <inkml:trace contextRef="#ctx0" brushRef="#br0" timeOffset="-211687.85">21224 9144 1144 0,'0'13'399'0,"-1"-2"13"0,1 4-43 16,-3 1-67-16,3 3-33 0,-3-2-11 0,6 4-40 15,-3-2 7-15,3 3-43 0,-3 3-13 16,4-3-44-16,-1 2-46 0,0-5-74 0,2 4-86 16,-2-5-137-16,3 1-606 0,-2-5 30 0,3-3 78 15,-1-5 68-15,2-1 59 0</inkml:trace>
  <inkml:trace contextRef="#ctx0" brushRef="#br0" timeOffset="-211455.32">21626 8925 1044 0,'11'8'340'15,"-1"2"-22"-15,1 5-14 0,2 3-43 0,-2 3-5 16,2 7-18-16,-2 0-43 0,2 13 17 0,-2-2-30 16,-4-4-21-16,-4 3-15 0,0-1-5 0,-6 3-15 15,0 12-32-15,-8 0 6 0,-3-2-15 16,-7 3-9-16,-2-5-14 0,-15 7-29 0,-3-5-18 15,-7 0-63-15,-9 0-50 0,-9-8-96 16,-5-2-313-16,-1-9-325 0,-10-6 69 0,-7-7 67 16,-4-10 90-16,-6-6 63 0</inkml:trace>
  <inkml:trace contextRef="#ctx0" brushRef="#br0" timeOffset="-210654.1">15012 10276 678 0,'0'0'274'0,"0"0"0"15,0 0-41-15,21-11-29 0,-12 4-12 0,2 0-18 16,-1-1-5-16,0-2-25 0,4 1-11 0,-4-4-10 15,1 3-11-15,-1-1-2 0,0-3-15 16,-3 4-8-16,0-5-13 0,0 4-2 0,-1-3-13 0,-5 1 0 16,2 0-8-16,-3-3 8 0,0 7 5 15,-3-3-16-15,3 0 6 0,-4 4-10 0,1-2 9 16,-3 3-9-16,-2 3-1 0,4 0-14 16,-5 4 9-16,9 0-7 0,-21 7 7 0,11 0-5 15,-3 4 3-15,1 2-13 0,-1 0-7 0,2 4 17 16,1 0 3-16,0 2 64 0,0 0-19 0,6-2-11 15,1 0 6-15,0-1-12 0,6-1-5 16,-3-2 5-16,3 2-33 0,1 2 5 16,3-2 12-16,3-5 1 0,0 5 5 0,4-5-18 0,0-2-6 15,6 1-27-15,4-1-26 0,-4-1-36 16,5-2-28-16,2 0-69 0,-3-5-159 0,0 0-558 16,3 0 49-16,0 0 87 0,-2-7 69 0,-2 3 64 15</inkml:trace>
  <inkml:trace contextRef="#ctx0" brushRef="#br0" timeOffset="-210255.54">15463 10109 793 0,'3'-8'264'0,"-3"8"-37"0,4 0-6 0,-4 0-6 15,0 0-18-15,0 0 41 0,21 6-26 0,-14-2-10 16,3 3-15-16,0 1-18 0,0 4-10 0,-3 0-13 15,0 1-13-15,0 0-13 0,-4 4-71 16,1-2 5-16,-4 1-3 0,-4 0 13 0,1 2-3 16,-4 0-12-16,-3-1-6 0,0 3 3 0,-1-2 6 15,-3 0-22-15,1-2 4 0,-4-3 1 0,3 2-11 16,-3-2 14-16,4-3 3 0,-2-1-8 16,2-1 3-16,3-1-5 0,-1-4 15 0,2 4-16 15,2-4-4-15,-1 1-16 0,1-2 11 16,4 2-3-16,-3-1 0 0,2-1 5 0,4-2-18 0,0 0 13 15,0 0 2-15,0 0-7 0,0 0 2 16,0 0-7-16,0 0 0 0,13-10 5 0,-2 9-3 16,-1-3 0-16,0 2-5 0,4 0 3 0,0 0 7 15,6-2-12-15,0 2-3 0,-2-1-3 16,6 1-30-16,-4-1-13 0,4 3-49 0,-3 0-35 16,0 0-50-16,-4 0-117 0,3 0-317 15,0 0-172-15,-2 0 57 0,-1 0 81 0,-3 0 70 16</inkml:trace>
  <inkml:trace contextRef="#ctx0" brushRef="#br0" timeOffset="-210039.13">16103 10226 985 0,'3'-1'381'0,"0"-5"-38"15,4 5-38-15,1-2-31 0,-2-4-28 0,4 5-31 16,4-3-11-16,-4 1-19 0,4 0-22 0,0 2-14 16,2-1-31-16,2-1-34 0,-2 3-53 15,-1 1-85-15,1-1-161 0,-1 2-563 0,1-1 18 16,-2 0 76-16,-4 1 73 0,-3 3 50 0</inkml:trace>
  <inkml:trace contextRef="#ctx0" brushRef="#br0" timeOffset="-209872.02">16256 10408 870 0,'0'0'302'0,"0"0"-28"16,0 0 51-16,0 0-26 0,0 0-22 0,0 0-37 16,0 0-25-16,17 0-23 0,-6 0-48 0,-1-1-42 15,0 0-30-15,4-2-75 0,-1 1-61 16,2 2-197-16,1 0-484 0,-2-1 26 0,3-2 74 15,-3-1 77-15</inkml:trace>
  <inkml:trace contextRef="#ctx0" brushRef="#br0" timeOffset="-209438.65">16636 10093 993 0,'0'0'307'15,"0"0"-10"-15,0 0-31 0,21 8-20 16,-12 0-26-16,1 2-5 0,1 2-36 0,2 0-13 16,2 2-17-16,-2 1-13 0,5-1-11 0,-2 1-20 15,-1 2-8-15,1-3-12 0,1-3-1 0,0 4-15 16,-3-4-7-16,-1 2-19 0,2-4-17 16,-2-1-26-16,-2-1-16 0,2-2-14 0,-3 0-9 15,1-3-9-15,-4-2-11 0,2 0 20 0,-9 0 4 16,15-2 4-16,-6-6 13 0,-5 1-8 15,-1-1-2-15,0-2 3 0,-3-1 9 0,1-3 6 16,-1 0 28-16,0 2 18 0,-1-2 12 16,1 2 4-16,-3-1 37 0,0 3-7 0,0 2-3 15,3 1 6-15,-4-2-11 0,1 8-5 0,3 1-20 16,-11-1 17-16,11 1 6 0,-10 11-11 16,4-3 1-16,-1 6-21 0,-1-3 33 0,-2 10-28 0,4 0 3 15,-4-1-1-15,2 1 11 0,1 3-15 16,-2 1-11-16,2-1-18 0,0 1 3 0,3 0 13 15,-2 0-18-15,5-1-34 0,-2 0-35 0,0-4-72 16,3-2-54-16,0 0-219 0,3-3-454 16,1 2 46-16,2-9 92 0,-2 0 95 0,3-2 38 15</inkml:trace>
  <inkml:trace contextRef="#ctx0" brushRef="#br0" timeOffset="-209055.34">17186 10311 977 0,'10'0'346'0,"-10"0"-29"0,14 4-35 0,-10-1-21 15,6 3-13-15,-4 1-25 0,2 2-26 16,-1 2-28-16,2 3-3 0,-5-3-12 0,3 6-31 16,-4 1 2-16,-3-1-25 0,0 4-3 0,-7-2 8 15,4-3-2-15,-4 6-9 0,-6-2-12 16,2-3-5-16,-6 3-3 0,-3-1-5 0,3-4-23 0,-4-3-7 15,3-2 9-15,-1 2-4 0,1-9-1 16,-1 4-4-16,4-5-11 0,2-2-2 0,-1-3 7 16,4-3 3-16,0 2-16 0,-1-2-2 0,7-2-18 15,-2 0 23-15,3 1-13 0,0 0 6 16,2 1 4-16,2 0-4 0,5 0 9 0,-3-1-9 16,4 6-1-16,0-2 8 0,4-1-13 0,2 2-7 15,-2 2 22-15,2 4-14 0,0-2-11 16,5 1 2-16,-5 3 8 0,8-4 8 0,-4 5-2 15,0 0-11-15,3-3-5 0,0 7 10 0,1-3-20 16,0 1-23-16,-7 0-80 0,3-2-89 16,3 5-369-16,-3-5-328 0,1-1 108 0,-5-1 67 15,0-5 97-15,-2 0 48 0,2 0 47 0</inkml:trace>
  <inkml:trace contextRef="#ctx0" brushRef="#br0" timeOffset="-208838.01">17610 10375 952 0,'10'-1'394'15,"-10"1"-15"-15,0 0-70 0,15 0-17 16,-6 0-15-16,1 0-32 0,5 0-19 0,1 0-16 0,5 0-16 16,3 0-15-16,-1-2-15 0,1-1-21 15,-3 2-20-15,3 1-5 0,-4 0-18 0,1-2-21 16,-7 1-35-16,3 1-16 0,-4-4-59 0,-2 2-64 15,-1 1-166-15,-4 0-591 0,-2 1 41 16,-4 0 89-16,0 0 61 0,0 0 78 0</inkml:trace>
  <inkml:trace contextRef="#ctx0" brushRef="#br0" timeOffset="-208289.08">18430 10044 724 0,'-3'-1'312'16,"3"1"36"-16,-7-3-20 0,7 3-41 0,0 0-26 15,-16 11-26-15,11-1-17 0,-1 5-8 0,-1 8-34 16,1 0-86-16,-5 6-3 0,4 4-8 15,0 16 6-15,1-6-21 0,2 6 5 0,1-8-5 16,-1-6-8-16,8 5-7 0,-1-5-3 0,-2 2-8 16,8-1-33-16,-2-4-33 0,4 0-13 15,6 6-59-15,6 1-51 0,-6-11-122 0,4-6-429 16,0-4-17-16,-1-2 41 0,0-7 71 0</inkml:trace>
  <inkml:trace contextRef="#ctx0" brushRef="#br0" timeOffset="-207822.65">18673 10178 949 0,'-13'15'284'0,"3"0"-23"0,2 3-33 15,2-3-8-15,2 1-33 0,1-1-15 0,0 1-32 16,3 2-6-16,3 0-9 0,4-2-5 0,-1 0-20 15,2 0-8-15,-1-4-10 0,3 3-5 16,4-5-8-16,-1 3 3 0,4-4-26 0,-3-4 5 16,7 2-13-16,-5-7-2 0,2 1 13 0,1-2-13 15,2-2-6-15,-3-4-4 0,2-2 0 16,-3-6 58-16,0 0-10 0,-3-3-2 0,-4 0-18 16,-3-2 2-16,0-3-18 0,-4-1 19 15,-3-1-11-15,-3-1-15 0,0 1-3 0,-2 0 13 16,-4 1 12-16,2 1-1 0,-3 4-11 0,-4 1-8 15,4 2 18-15,-5 2-23 0,2 3 3 0,-4 3 0 16,0 2-8-16,0 5 12 0,0 0-11 0,0 1 14 16,-4 2-2-16,4 4-6 0,0-2 6 15,3 3-8-15,0 1 1 0,1 0 6 0,3 2-14 16,3-1-3-16,3 1-8 0,1-1-7 0,3 0 9 16,3 1 4-16,1-1 2 0,6-2 10 15,-3 1 0-15,6-1-15 0,5-3 10 0,0 3-8 16,4-2-12-16,3 0-8 0,2 1-16 0,1-4-4 15,2-2-50-15,4 2-22 0,-3 1-31 16,0-3-66-16,3-3-101 0,-6 1-224 0,5 2-311 16,-2-2 50-16,-6-4 86 0,2 1 113 0,-7 0 28 15</inkml:trace>
  <inkml:trace contextRef="#ctx0" brushRef="#br0" timeOffset="-207455.26">19282 10124 627 0,'-7'-5'263'0,"7"5"-14"16,-7-1-11-16,7 1 56 0,0 0-5 15,-17 7-35-15,10-4-4 0,-2 5-19 0,1 3-16 16,1 0-18-16,-3 6-23 0,3 1-2 0,-3 2-24 16,3 0-17-16,1 4-14 0,2-3-4 0,-3 2-6 15,6-2-20-15,-2 0-2 0,3-5-3 0,0 3-3 16,4 0-15-16,0-3-13 0,2-1 1 16,-2 0 9-16,6 0-10 0,0-5-2 0,0 2-16 15,1-6 5-15,3 1 3 0,-4-7-12 0,7 4 9 16,-4-7-7-16,1 2-3 0,3-6-8 15,-3 2-7-15,3-7 2 0,-4 0 9 0,-2-2-7 16,-1-5 4-16,-3-4 2 0,0 0-15 0,-4 1-1 16,-2-2 4-16,-1-1 1 0,-4 1-9 15,0-1 10-15,-3 5-16 0,1 0 19 0,-4 2-9 16,2 1-2-16,-5 6 3 0,0 0-8 0,-1 1 8 16,0 3 7-16,-6 6-7 0,6-2-11 15,-3 3-7-15,-1 1-16 0,5 1-30 0,-1 4-23 16,-3-4-14-16,7 5-27 0,3 1-21 0,0-2-53 15,4 0-39-15,0 2-36 0,6-1-41 0,0-1-107 16,3-2-328-16,2 4 18 0,5-1 75 0,2 0 53 16,-2-1 56-16</inkml:trace>
  <inkml:trace contextRef="#ctx0" brushRef="#br0" timeOffset="-207305.44">19429 10282 568 0,'17'1'228'0,"0"-1"4"16,-4 0-55-16,2-2-8 0,-2 2-3 0,4-3-2 15,-3 1 64-15,6 0-21 0,1-4 6 0,6 1-31 16,0 0-11-16,1-2-10 0,6-1-22 0,4 1-9 15,-1-1-20-15,-3 2-18 0,1 0-12 0,-5-1-52 16,-5 4-18-16,2-3-61 0,-3 0-39 16,-7 3-130-16,0-4-243 0,-4 5-279 0,-3-4 89 15,-2-1 77-15,-5 3 28 0</inkml:trace>
  <inkml:trace contextRef="#ctx0" brushRef="#br0" timeOffset="-207121.83">19822 10008 893 0,'-14'5'235'0,"8"0"-22"0,-1 1-1 16,3-2 3-16,-3 6-28 0,4 2 8 0,-1 1-29 16,4 0 0-16,0 5 47 0,0 4-11 15,3 3-28-15,-2-1-10 0,6 2-18 0,-3-1-13 16,2 2-13-16,1-1-10 0,3 5-20 0,-3-5-13 16,3-1-36-16,0 2 0 0,1 1-75 15,-1-8-58-15,3 1-54 0,-2-3-189 0,3-1-451 16,3-5 46-16,-4 1 80 0,1-5 56 0,-4-5 105 15</inkml:trace>
  <inkml:trace contextRef="#ctx0" brushRef="#br0" timeOffset="-206689.62">20229 10133 829 0,'-3'11'271'0,"2"3"-20"15,-2-3-31-15,3 3-13 0,0-3-20 0,0 4-18 16,4 2-10-16,-1-2-23 0,3-3-11 0,-2 3-15 16,7-5-5-16,-4 3-3 0,5-3-7 0,0-2-3 15,-2 1-17-15,3-1 1 0,1-8-9 16,-1 6-26-16,1-6 20 0,0-1-7 0,0-4-21 16,-1 3 8-16,0-6-2 0,1-2-1 0,-4-3 0 15,-3 1-7-15,1-4 2 0,-2-5-20 16,-3 3 13-16,-2-2-8 0,-2-3 10 0,-2 3 13 15,-3-2-18-15,1-1 18 0,-1 5-10 16,-4-1 25-16,3 4-28 0,-4 0 3 0,1 7-3 16,-3-2 3-16,-1 3-6 0,4 5 1 0,-4 0 17 15,1 2-25-15,2 2 3 0,-3 0 12 0,4 3-2 16,-1 2-11-16,2-2-4 0,2 3 7 16,0 4-5-16,1 0 5 0,2-4-11 0,0 2 14 15,4 3-18-15,0-1 4 0,4-4 1 0,0 4-3 16,2 0 3-16,1-3 5 0,3 1-23 15,4 2-13-15,0-2-15 0,9-1-21 0,-2-1-48 16,-1 0-21-16,7-5-77 0,-2 3-69 0,-4-5-194 16,2 1-335-16,1-2 71 0,-3-2 71 0,0 0 52 15</inkml:trace>
  <inkml:trace contextRef="#ctx0" brushRef="#br0" timeOffset="-206522.11">20707 10128 926 0,'0'0'330'0,"0"0"-30"0,0 0-21 16,0 0-21-16,0 0-9 0,0 0-32 15,0 22-9-15,-3-14-22 0,2 3-6 0,-2 4-24 16,-3 2 5-16,3 0-13 0,3-2-22 16,-1 3-16-16,-2-1-10 0,3-1-8 0,-3 1-10 15,3 1-5-15,0-3-11 0,0 2-20 0,0-2-15 16,3-3-49-16,-3 3-41 0,3-5-82 0,1 5-125 16,-1-5-499-16,3 0-24 0,-2-4 78 0,4 0 56 15,1-5 61-15</inkml:trace>
  <inkml:trace contextRef="#ctx0" brushRef="#br0" timeOffset="-206256.22">21008 9957 760 0,'7'8'312'0,"4"2"-33"0,-1-1-20 15,3 7-32-15,4 0-1 0,1 0 32 0,2 3-15 16,1 2-17-16,2 0-29 0,-2 1-16 0,2-3-12 16,-2 3-13-16,-1-2-20 0,1-2-18 0,0 3-26 15,-5-5-46-15,-1-3-46 0,1 2-54 16,-1 1-48-16,-2-8-167 0,1 2-514 0,-1-2 28 16,-3-2 79-16,1-5 62 0,-4-1 56 0</inkml:trace>
  <inkml:trace contextRef="#ctx0" brushRef="#br0" timeOffset="-206055.43">21414 9982 862 0,'-16'4'310'0,"5"1"-21"0,1 1-33 0,-3 3 5 16,-1 1-23-16,0 2-7 0,-3 4-50 15,1 8 70-15,-2-2-18 0,1 3-31 0,0 0-30 16,3 1-1-16,-3 1-20 0,0-2-5 0,0 1-13 15,3 4-28-15,-3-3-2 0,3-2-6 0,4 2-20 16,0-4-39-16,3 2-51 0,0-7-40 16,4 4-47-16,3-6-118 0,0 1-273 0,3-7-354 15,5 5 105-15,1-8 57 0,-2-4 79 0,0-1 46 16</inkml:trace>
  <inkml:trace contextRef="#ctx0" brushRef="#br0" timeOffset="-205740.02">21576 10126 1064 0,'10'-1'343'0,"-3"1"-30"0,-7 0-42 15,14 1-25-15,-4 6-8 0,-4 0-80 16,1 0 4-16,-4 3-16 0,2 1 7 0,-2 4-22 16,-3 3-1-16,-3-1-9 0,2 3-16 0,-9 0-11 15,3 3-22-15,-3-3 7 0,-4 5-22 16,1-7 12-16,-1 1-23 0,0 0 13 0,4-2-16 15,-4-7 8-15,7 3 13 0,-2-2-15 0,-2-1 2 16,7-2-12-16,-3-1-16 0,1 1 10 16,3-2 3-16,-2-2 0 0,2 1-1 0,0-2-4 15,6 3-13-15,-3-3 8 0,8-2-3 0,-2 4-3 16,7-3 11-16,2-2 0 0,1 0-8 0,-1 0-11 16,5 0-1-16,4 0-9 0,-3 0-7 0,3-1-3 15,-4-5-84-15,4 5-23 0,-3-1-87 16,1-1-215-16,-4-2-459 0,3 2 111 0,-5-5 38 15,-1-1 90-15,-5-3 50 0</inkml:trace>
  <inkml:trace contextRef="#ctx0" brushRef="#br0" timeOffset="-205481.9">21934 9858 954 0,'15'18'295'16,"1"3"-6"-16,-2-2-8 0,0-2-25 0,3 7-43 16,0 0-19-16,4 13 3 0,-5-4-38 0,-2-3-18 15,-4 0 0-15,4 2 7 0,-7 1-17 16,0-1-26-16,-7-2-8 0,0 0-5 0,-1 3-10 16,-8-1 8-16,-2 0-21 0,-6 9 5 0,-7-3-7 15,-3 0-11-15,-1-2-23 0,-6-3-41 16,0-1-79-16,-3-2-43 0,-4-5-139 0,-4 0-545 15,-2-5 49-15,-2-3 61 0,-5-9 74 0,6-5 72 16</inkml:trace>
  <inkml:trace contextRef="#ctx0" brushRef="#br0" timeOffset="-176375.53">15186 12283 829 0,'-13'-2'253'0,"13"2"-20"0,0 0-25 15,0 0-32-15,0 0-17 0,-8-1-13 0,8 1-5 16,0 0-16-16,0 0-5 0,0 0-30 15,0 0-6-15,0 0 6 0,0 0-11 0,0 0 1 16,0 0-6-16,12 11-10 0,-3-11 10 16,-2 0-15-16,4 0 7 0,2 0-14 0,5 0 76 15,-2 0-21-15,5-1 1 0,3 0-11 0,-1-4-15 16,-2 4-3-16,4 1-15 0,2-2 3 16,-3 1-29-16,-1-2-33 0,-2 2-35 0,-4 1-57 15,-3 0-47-15,-1 0-68 0,-2 1-128 0,-4-1-440 16,-1 0 35-16,-3 3 95 0,-3-3 54 0</inkml:trace>
  <inkml:trace contextRef="#ctx0" brushRef="#br0" timeOffset="-176056.97">15324 12330 678 0,'0'3'253'0,"0"5"-7"0,0-2-95 16,0 2-3-16,3-2-14 0,0 5-19 0,0 0 15 15,1 3-9-15,2 3-24 0,-2-1 10 0,3 0-17 16,-3 2 10-16,2-1-21 0,-5 3 6 0,2-3-9 16,0 4-9-16,0-2 5 0,-3-1-3 15,-3-1 13-15,3 4-8 0,-6-4-10 0,2 3-8 16,-7-3 3-16,1 4 0 0,0-5 5 16,-1-3-15-16,-5 2-3 0,1 0-8 0,-1-5 11 15,-1 0-11-15,3-1-7 0,-3 1-3 0,0-6 5 16,0 3-7-16,3-3-3 0,-3 2 5 0,1-5-8 15,1 4 1-15,2-4-13 0,2 0 2 0,-2-1-10 16,3 0 0-16,2 0-31 0,-2 0-92 16,10 0-7-16,-13 0-42 0,13 0-63 0,-8 0-147 15,8 0-363-15,0 0 77 0,0 0 62 16,0 0 53-16</inkml:trace>
  <inkml:trace contextRef="#ctx0" brushRef="#br0" timeOffset="-174576.8">15402 12308 719 0,'0'-7'276'0,"0"7"-15"0,0-8-25 0,0 8-21 16,0 0-18-16,0 0-23 0,0 0-18 15,-24 13-18-15,14-3-15 0,-3 4 56 0,-2 3-7 16,-5 4-21-16,-4 12-13 0,-3 0-23 0,2 5-12 16,-2-2 7-16,6-3-23 0,1-1 0 0,6-4-21 15,1-3 11-15,3-3-21 0,2-2 1 16,-1 3-16-16,8-6 2 0,-2 0-15 0,3-3-2 16,0-2-13-16,3-4 10 0,1 1-3 0,3-1-2 15,3-3-8-15,0-3 1 0,0-2 4 0,4-3 6 16,0-5-9-16,6-5 4 0,-3 2-16 15,0-4 18-15,1-6 0 0,-5-1-6 0,1-3-7 16,-3 0 8-16,-2 1-8 0,-2-1 11 16,1 5-6-16,-5 0 16 0,-3 2-3 0,0 1 2 15,0 3-7-15,-3 2 5 0,-2 2-18 0,-1-2 3 16,-4 9 18-16,0-3-21 0,-4 5 13 16,1 5-11-16,-5 0-4 0,1 6-3 0,-4 3 10 15,4 0-2-15,0 3-11 0,0 3 13 0,0 2 1 16,6 1-4-16,1-1-12 0,1 0-10 0,5 0-6 15,4 0-9-15,4-2-47 0,2 0-41 16,4 2-97-16,1-3-251 0,2-1-363 0,5 1 94 16,-2-5 47-16,-1-4 73 0,1 1 73 0</inkml:trace>
  <inkml:trace contextRef="#ctx0" brushRef="#br0" timeOffset="-173309.97">17196 12226 819 0,'-10'-4'245'0,"4"-2"-30"0,-4 6-20 15,2 0-21-15,-2 0-10 0,0 0-21 16,-4 5-17-16,-3 0 4 0,0 2-22 0,-4 3-1 15,1 5-10-15,-4 2-12 0,3-1-14 0,-3 9-9 16,-7 2 15-16,8 2-18 0,3-5-1 0,6 2-9 16,-3 0-13-16,7-1 13 0,-1-1-21 0,7-3 18 15,-2 2-18-15,6-2 3 0,3 0-3 16,0-4-3-16,5 1-7 0,-1-3-10 0,3 3 23 16,4-4-6-16,2-3 6 0,-1-4-13 15,4 0 8-15,-1-4-9 0,-1 1-6 0,3-4 9 16,-2-1 1-16,2-4 2 0,-3 1-3 0,0-2-7 15,0-2 5-15,-3 1-16 0,0-1 22 0,-1 0-12 16,-3 1-7-16,-2 3 3 0,1-2-10 0,-2 3 9 16,-3-1-7-16,3 4 5 0,-7 0-2 15,0 0-1-15,7 8 4 0,-7-1-1 0,0 3-5 16,0 1-3-16,0 0 8 0,0 0-10 0,0 3-3 16,3-3 1-16,0 5-6 0,1-4 16 15,2-1-6-15,-1 0 6 0,4 2-1 0,-2-2 1 16,3-3-6-16,1 2 8 0,2-5-12 15,-3-2-6-15,4 3 5 0,-1-5 13 0,2-1 0 16,-5-1 0-16,4-2-2 0,-4-1-13 0,0-3 12 16,1-1-4-16,-5-1 12 0,-2 0-13 15,-1-7 1-15,-3 4 17 0,0-5-15 0,-3 1 0 16,-1-5-7-16,-2 5 1 0,-2-2 1 0,1 5-5 16,-3 0 15-16,1-2-15 0,-3 5 13 0,-1 2 2 15,-1-1-8-15,1 2 13 0,2 4-7 0,-2-1-11 16,3 3-7-16,-1 1 5 0,4 0 10 15,7 0-6-15,-13 0 1 0,5 4 8 0,8-4-8 16,-6 3 18-16,6-3-21 0,0 0-2 16,0 0 10-16,0 0-5 0,0 0 5 0,21 0 5 15,-21 0-8-15,21-6 8 0,-8 1 67 0,4-1-11 16,0-2-7-16,4-2-10 0,-2 1-1 0,2-3 1 16,0 1-9-16,-1 0 1 0,1-3-5 15,0 4 2-15,-2 0-5 0,-1-3-20 0,0 6 13 16,-5-3-9-16,0 6 1 0,-2 0-3 0,-1-3-7 15,0 7 5-15,-2 0 4 0,1 0-4 0,1 4 0 16,-2-1-11-16,-1 5 1 0,3 1 2 16,-4 0 10-16,2 5-2 0,-1-3-3 0,-1 5-5 15,1-2 5-15,-4-1 0 0,0 1 5 16,1 1-5-16,-3 0 6 0,-2-3 4 0,-3 5-10 16,1-1 0-16,-4-1 0 0,-2 0 0 0,2-3 3 15,-7 3 2-15,4-4-7 0,-4 2 7 0,0-2-2 16,0-4-6-16,1 0 6 0,3-2-5 0,-4 1 2 15,4-6-16-15,0 0-14 0,-1 0-37 16,4-2-32-16,1-3-44 0,-1-3-75 0,3-2-127 16,3 2-438-16,1-8 35 0,1 0 75 15,6-4 69-15,0-3 77 0</inkml:trace>
  <inkml:trace contextRef="#ctx0" brushRef="#br0" timeOffset="-173092.8">17866 12211 944 0,'-3'12'243'0,"0"-1"-28"0,0 6-20 15,-1 0-3-15,1 5-28 0,-1 2-19 0,4-2-11 16,-1 0-17-16,1 3-12 0,1 0-10 16,-1 0 7-16,4 0-12 0,2-2-8 0,-2-2-16 15,2 2 3-15,1-5-12 0,-3-2-9 0,6 1 4 16,-3-3-11-16,0-3-21 0,3 2-20 15,-3-6-38-15,0-2-54 0,3-1-111 0,0-1-383 0,-6-3-97 16,-4 0 61-16,13-7 48 0</inkml:trace>
  <inkml:trace contextRef="#ctx0" brushRef="#br0" timeOffset="-172893.35">17617 12508 714 0,'0'0'279'0,"-7"0"-18"16,7 0-33-16,0 0-21 0,0 0-25 0,0 0-6 16,0 0-14-16,20-11-27 0,-2 7-2 15,3 2 3-15,2-2-29 0,8 0-32 0,-1 1-19 16,5-1-53-16,3 0-57 0,-1-2-136 0,-3 6-219 16,11-7-280-16,-4 6 52 0,0-6 56 15</inkml:trace>
  <inkml:trace contextRef="#ctx0" brushRef="#br0" timeOffset="-172626.75">18916 12116 778 0,'-7'0'256'0,"7"0"-11"0,-20 2-27 15,10 5-16-15,0 1-10 0,-1 2-15 16,1 5-24-16,0 0-20 0,-1 3-2 0,1 5-13 16,3-1 7-16,-3 1-30 0,3 9 0 0,4-7-16 15,-1 9 10-15,1-7-25 0,3 4 6 16,0 2-9-16,3 2-7 0,0 1-3 0,-2-1-23 16,5-2-36-16,-3-1-63 0,2 2-162 15,-2-7-36-15,-3-2-478 0,0-5 79 0,-3 1 28 16,3-9 82-16</inkml:trace>
  <inkml:trace contextRef="#ctx0" brushRef="#br0" timeOffset="-172125.3">18513 12584 906 0,'3'-3'366'0,"-3"-3"-31"15,7-3-41-15,3 7-27 0,4-6-27 0,3 0-15 16,7 0-17-16,-1 1-21 0,5-3-34 15,3 2-15-15,0-2 6 0,3-2-34 0,-1 3-3 16,-2 2-79-16,-3 1-4 0,-4 0 1 16,3-1-7-16,-2 0-8 0,-6 4 11 0,-1-2-14 0,-5 3 4 15,2 2-11-15,-5 0 2 0,4 0 3 0,-5 5 0 16,-2-1 11-16,0 2-11 0,0 0 8 16,-3 3-6-16,-1 1-9 0,0 0 17 0,0 0-7 15,-2 4-6-15,2-3 11 0,0 3-10 0,-3-2-3 16,4 4-8-16,0-1 8 0,-1 2-5 15,1-2-10-15,2-3 12 0,1 2-7 0,-1-3 5 16,5 2-5-16,-4-5-1 0,-1 0 1 0,5-2 0 16,-1-2 5-16,0 1-6 0,1-4 4 15,-4-1 2-15,-7 0 5 0,20-6-5 0,-9 2 2 16,-2-3-12-16,-2-5 2 0,4 0 15 0,-4-3-7 16,-1-1 5-16,1-1 3 0,0-7 2 15,-3 6 5-15,-1 0-5 0,0 3 13 0,0-2 8 16,-2 1 17-16,2 5-20 0,-3-2 6 0,3 3-17 15,-3 2 11-15,0 1-5 0,0 3-10 0,0 4 10 16,0 0-5-16,0 0 5 0,0 0-6 0,0 0 4 16,-16 18-9-16,16-7 16 0,-3 0-17 15,2 2 1-15,1-1-2 0,0 2-2 0,1 1 7 16,2 2-20-16,3-2-18 0,-2 2-18 16,2-1-18-16,-2-4-44 0,7 3-51 0,-2-1-35 15,1-3-70-15,1-3-125 0,2 1-322 0,-2-3 32 16,3-4 68-16,-4-2 45 0</inkml:trace>
  <inkml:trace contextRef="#ctx0" brushRef="#br0" timeOffset="-171793.23">19507 12459 798 0,'-6'18'238'0,"5"-8"-7"0,-2 1-34 0,0-1-21 15,3 4-9-15,-3-3-6 0,-1 6-20 16,1-2-21-16,0 0-13 0,-2-2-9 0,2 2-6 0,0-1-13 15,-1-3 3-15,4-3-10 0,-3 6 0 16,0-5-14-16,-1-1-1 0,4-3 14 0,-3 1 1 16,3-2 2-16,0-4-12 0,-7 4-14 15,7-4 9-15,0 0-19 0,-4-14 6 0,4 8-9 16,0-7 6-16,3-2-23 0,-2-2 0 0,3-1 13 16,2 0-21-16,1-6 6 0,0 8-9 15,-1-1 1-15,2 0 0 0,2 7 7 0,-4-5-15 16,1 7 8-16,4 2-6 0,-1 2 3 0,0 2-5 15,1 3 5-15,-2 2-2 0,2 2 2 16,0 4 5-16,-1 2 1 0,4 1-1 0,-4 3 0 16,3 1-13-16,1 5-12 0,-4-2-39 0,4-1-28 15,-4-1-23-15,6 4-107 0,-4-2-185 0,1-2-358 16,4-3 87-16,-3-2 56 0,-3-4 75 16</inkml:trace>
  <inkml:trace contextRef="#ctx0" brushRef="#br0" timeOffset="-171377.08">19973 12383 998 0,'0'0'330'16,"0"0"-31"-16,-21 6-27 0,11-2-26 0,-1 5-19 16,-2 4-12-16,2-2-18 0,1 4-30 0,-3 3-11 15,2 0-10-15,4 2-23 0,1-2-3 16,-1 0-15-16,4 1-15 0,-1 0-6 0,4 0-5 15,0-1-9-15,4-3-4 0,-1 2-5 0,4-5-9 16,-1 2-6-16,4-4-18 0,5-2-23 16,-2-1-23-16,4-1-7 0,-3-5-14 0,3-1-12 15,0-2-16-15,3-4-4 0,1-3 2 0,-1-4-8 16,4-3-13-16,-3-3 1 0,-4 0 2 0,3-5 7 16,-5-2-2-16,-2-4 13 0,-3 4-2 15,-2-6 24-15,1 2 45 0,-2 0 25 0,-4 4 23 16,1 0 15-16,-1 3 32 0,0 4 12 0,-3 2-18 15,4 2 2-15,-3 1-2 0,-1 4-25 0,0 2 4 16,0 2-9-16,0 6-6 0,0 0 5 16,0 0-10-16,0 0-5 0,-11 19-5 0,10-7 5 15,-2 5-18-15,0-1 10 0,3 4 0 16,-3 5-22-16,0 3 1 0,2-1 17 0,1-2-17 16,0 6-6-16,1-2-37 0,2 0-20 0,-3-1-54 15,3-3-85-15,-6 1-245 0,6-1-399 0,-3-3 109 16,0-7 44-16,0-3 72 0,-6-2 56 0</inkml:trace>
  <inkml:trace contextRef="#ctx0" brushRef="#br0" timeOffset="-171109.99">20041 12476 890 0,'3'-8'323'16,"1"2"-29"-16,2-1-30 0,1-2-29 0,4 2-25 15,2-2-20-15,4 0-19 0,-3 2-12 0,7-2-16 16,3 1-15-16,-1 2-15 0,4-2 5 0,-3 2-11 15,-2 2-28-15,0-1-4 0,-4 3-4 16,3 1-9-16,-5 0-11 0,-2 1-2 0,-3 1-6 16,3 0-7-16,-4 4-5 0,-1-1 4 15,-2 1-9-15,1-1 2 0,-5 3-12 0,1 3 1 16,-1-2 1-16,-3 1 0 0,3 4-2 0,-3-3-4 16,3 1 9-16,-3 3 2 0,1 0-10 15,-1-3-3-15,0 6-64 0,0-4-28 0,-1-1-53 16,2 2-162-16,-1-2-494 0,3 4 46 0,-3-7 82 15,3 3 44-15,0-3 71 0</inkml:trace>
  <inkml:trace contextRef="#ctx0" brushRef="#br0" timeOffset="-170476.69">20561 12483 857 0,'0'0'346'0,"0"0"-47"0,0 0-28 15,-8 15-25-15,5-5-13 0,0-2-33 16,2 6-8-16,1-3-21 0,-3-1-17 0,3 5-19 16,0-4-9-16,0 3-19 0,3 0 1 0,-2-3-8 15,2 3-26-15,0-3-2 0,2-1 4 16,-2-2-17-16,3 1 10 0,1 0-17 0,-1-3-4 16,1 1-4-16,1-6-6 0,-1-1-10 0,2 2 3 15,-9-2-5-15,15-4-14 0,-5-2-1 16,-1-2-1-16,-1-2 0 0,-1-4 0 0,2 2 3 15,-5-2-3-15,2-2 13 0,-1 3-23 16,-2 0 13-16,1 1 5 0,-4-1-15 0,3 3 12 16,-3-1 23-16,0 1-7 0,0 1-82 0,0 3 2 15,-3-1 16-15,3 0-3 0,0 0 11 16,-1 0-6-16,1 7 3 0,-3-7 2 0,3 7 6 0,-3-4 12 16,3 4-13-16,0 0 9 0,0 0-4 0,0 0 1 15,0 0 10-15,0 0-5 0,0 0 2 16,0 0-2-16,0 0 7 0,-5 16-7 0,5-16-3 15,2 7 11-15,-2-7 7 0,3 6-5 16,0 0-8-16,0-5 0 0,-3-1 6 0,4 7 4 16,-1-2-4-16,0-3 2 0,-3-2-3 0,10 4-7 15,-5-1 7-15,-5-3 9 0,10 3-12 16,-4-3 9-16,-6 0-11 0,10 0 1 0,-10 0 9 16,0 0-12-16,11 0 2 0,-11 0 8 0,0 0 8 15,7-6-13-15,-4 5-3 0,-3 1 6 0,3-8-9 16,-3 8 1-16,-3-6 15 0,3 6-10 0,-3-11-3 15,-1 6 6-15,1 0-1 0,-1-3 6 16,-3 2-8-16,1 1 5 0,-1-1 2 0,0-1 6 16,0 4 10-16,-3-2-8 0,3 1-7 0,0-2-1 15,-2 4-2-15,1-3 16 0,1 4-9 16,1-2-9-16,-1-1-3 0,0 3 5 0,7 1 0 16,-14-3 2-16,8 2-17 0,-2-2 12 0,8 3-7 15,0 0-5-15,-16 3-29 0,9-2-5 16,7-1-17-16,-11 4-24 0,11-4-58 0,-10 4-47 15,7-1-137-15,-1-2-421 0,-2 5 72 0,3-5 49 16,3-1 59-16</inkml:trace>
  <inkml:trace contextRef="#ctx0" brushRef="#br0" timeOffset="-169659.77">20857 12412 862 0,'0'0'271'0,"0"0"-22"16,-13 4-19-16,7 3-17 0,-2-3-24 0,2 3-10 16,-1 2-5-16,-3 3-18 0,2-1-17 0,2-1 9 15,-4 4-15-15,3-2-13 0,0 2-9 16,0 1-12-16,4-3 4 0,-1 3-19 0,1-1-7 16,0-3-8-16,3 3-18 0,0-3 0 0,3-1 1 15,0 2 9-15,4-2-15 0,-4-2-2 0,4 0-3 16,1 0 0-16,-2-6-6 0,4 4-6 15,-4-3-4-15,2-2 3 0,-8-1 3 0,10-1 5 16,-10 1-18-16,10-9-3 0,-7 5 6 0,2-6-6 16,-2-1-2-16,-3 3 2 0,-3-7-7 15,2 2 0-15,-6-5 4 0,1 2-9 0,2-3 2 16,-2 6 10-16,-1-3-10 0,2 1 8 0,-1 0 3 16,-1 3 7-16,4-1-5 0,-3 3 12 0,2 2-4 15,0-1-6-15,1 1-9 0,2 1 9 16,-2 2-20-16,0-1 10 0,3-1 6 0,0 7-27 15,0-7 11-15,0 7 6 0,7-4 1 16,-4 0 4-16,-3 4-11 0,0 0 0 0,17 4-11 16,-7 0 19-16,-2 1-11 0,2 1 9 0,-3 0 6 15,6 3-12-15,-2 4 5 0,-1-2-7 16,1 2 12-16,-2-1-10 0,1 2 5 0,-3-2-10 16,4 2 3-16,-4 3 4 0,-1-4 13 0,-3-1-17 15,0-2 10-15,-2 3-11 0,3-3-5 16,-4 0 13-16,0-3 6 0,0 1-4 0,0 2 9 15,0-3 4-15,0-3-4 0,0-4 4 0,-4 6-12 16,4-6 2-16,0 0-2 0,0 0-6 0,0 0 3 16,-10-13 0-16,10 1 1 0,-3 2 6 0,3-7-9 15,0-1-77-15,3-3 2 0,0 0 0 16,0-2 6-16,1-2 12 0,6 1 8 0,-3 6 5 16,0-5-3-16,1 6 4 0,1 3 9 0,-2 2-2 15,0 1 10-15,3 3-1 0,-3 2 4 0,0 3 7 16,3 2-2-16,-10 1 7 0,20 9-12 15,-10 0 15-15,1 3-3 0,2 3 8 0,-3 6-3 16,-2 0-12-16,2 4 15 0,-3-2 8 0,3 2-6 16,-6 0-4-16,2 2-3 0,-2-2-1 15,-1 0 4-15,0 0 2 0,-3 0-28 0,1-3 0 16,-1-4-65-16,0 0-104 0,0-3-274 0,3-3-302 16,4 0 41-16,-3-8 97 0,2 2 70 0</inkml:trace>
  <inkml:trace contextRef="#ctx0" brushRef="#br0" timeOffset="-169443.25">21702 12309 1052 0,'0'0'322'0,"13"-1"-33"0,-6 1-35 15,1 0-14-15,2 0-30 0,3 0-18 0,1-2-15 16,0 2-49-16,6 0-46 0,-6 0-67 0,7 0-76 16,-1 0-241-16,0 0-433 0,1 0 82 15,-3-1 39-15,-5-2 61 0</inkml:trace>
  <inkml:trace contextRef="#ctx0" brushRef="#br0" timeOffset="-169176.83">21672 12589 1105 0,'0'2'336'0,"0"-2"-88"0,0 0-23 16,9 5 11-16,-9-5-57 0,11 1-10 16,-1-1-21-16,0 0-7 0,0-1-8 0,1 1-20 15,-1-3-8-15,0 1-13 0,4 2 0 0,-4-1-13 16,0-2 11-16,1 0-26 0,-4 2-5 0,3 1-5 15,0-2 7-15,-3 1-15 0,0-2 0 16,-7 3-33-16,10-1-3 0,-3-2-64 16,-7 3-40-16,0 0-65 0,7-1-161 0,-7 1-484 0,0 0 105 15,0 0 34-15,0 0 76 0</inkml:trace>
  <inkml:trace contextRef="#ctx0" brushRef="#br0" timeOffset="-167760.31">23544 12015 719 0,'0'-7'263'15,"-3"0"-19"-15,3 7-19 0,0-5-23 0,0 5-5 16,-3-6-79-16,3 6-21 0,0-7-5 16,0 7-5-16,0 0 16 0,-4-3-32 0,4 3-9 15,0 0 12-15,0 0-10 0,0 0-18 16,0 0 10-16,-10 10-7 0,7-3 2 0,0 4 8 0,0 2-10 16,1 2-8-16,-1 5 7 0,0-1 4 15,3 2-6-15,-3 1-3 0,3 1 3 0,-1 4 64 16,1-2-12-16,0 3-14 0,0-3-10 15,0 0 0-15,1 0-12 0,-1 0 2 0,0-5-15 16,0 4-6-16,3-6 8 0,-3 5-7 0,0-4-3 16,3-3-16-16,-3 2 9 0,0-1-9 0,3-2-2 15,-3-1 3-15,2-3-1 0,-2 3-4 16,0-3-1-16,0-2-25 0,-2-1-36 0,2 0-38 16,-3-2-75-16,0-1-181 0,0 1-461 0,-4 0 31 15,4-4 76-15,3-2 62 0,-12 0 54 16</inkml:trace>
  <inkml:trace contextRef="#ctx0" brushRef="#br0" timeOffset="-167359.08">22895 12784 985 0,'0'0'292'0,"0"0"-16"0,0 0-40 16,0 0-29-16,0 0 3 0,0 0-33 15,0 0-19-15,0 0-9 0,0 0-8 0,27-4-31 16,-12 1 2-16,1 2-7 0,5-2-5 0,3 1-16 15,4-3-7-15,2 3-15 0,8-6-67 16,13-1 10-16,6-1-16 0,-2-1 29 0,7 0-7 16,3-2 1-16,4 2-4 0,-1 3-3 15,0-2 0-15,-3 2-5 0,0 1 5 0,-2 0 3 0,-16 4-5 16,-5 1-3-16,-9-1-3 0,-3 1 13 16,-9 2-17-16,3 0-6 0,-7-1-5 0,0 1 0 15,-4 0 23-15,-3 0-18 0,-2 1-20 0,-8-1-28 16,6 2-67-16,-7 2-92 0,1-4-147 15,-16 9-375-15,6-6 64 0,-3 4 84 0,-5-1 62 16</inkml:trace>
  <inkml:trace contextRef="#ctx0" brushRef="#br0" timeOffset="-166093.62">22909 13212 609 0,'0'-4'207'0,"0"4"-7"0,-3-8-21 16,2 4-8-16,1-2-7 0,-1-1-20 0,1 7 1 15,-2-8-11-15,2-1-9 0,0 5 16 16,0-2-3-16,-3 0-23 0,6-3 0 0,-3 7-5 15,0-4-10-15,2-1-2 0,-2 2-9 0,0 5-10 16,1-13-7-16,0 10 13 0,2-2-42 0,-3-2 16 16,0 7-8-16,6-4-5 0,-5-1-5 15,-1 5-5-15,0 0 2 0,0 0-15 0,17 7 13 16,-14-1-2-16,1 5-60 0,-1-3-5 16,0 7-7-16,1 1 7 0,-4 2 13 0,3 0-5 15,-3-1 8-15,0 1-6 0,0 4 19 0,-3-4-11 16,-1 7 8-16,1-3 0 0,-4 0 0 0,-3 2 7 15,3 1-15-15,-3-4 19 0,0-2-6 16,-4 6-8-16,1-4 16 0,1-3-1 0,-1-2-17 16,-4-3 10-16,4 4 3 0,-2-4 7 0,2-5-13 15,-4 1 8-15,3-3 3 0,-3-2-5 0,4-2 2 16,-1 1-3-16,-3-6 6 0,3 1-8 16,-3-5 8-16,0 1 2 0,6-1 8 0,-1-2-11 15,0 0-7-15,3-3 6 0,-1 4 4 16,2 0-8-16,2-2-2 0,2 0 3 0,1 1 2 0,0 0-5 15,3 0 3-15,0 2-6 0,0 0 6 16,3-1-9-16,0 2-1 0,1-3 2 0,6 7 7 16,-3-4-12-16,3 4 10 0,0-1 0 0,1 3 5 15,2 0-18-15,1 3 13 0,0-1 5 16,3 6-15-16,0-1 8 0,5 3 7 0,-7-2-5 16,6 7 5-16,-4-5 0 0,0 5-5 15,3-3 3-15,-6 3-1 0,3 0-15 0,-3 1-10 16,0-4-7-16,-1 3-22 0,-2-3-7 0,-1 1-28 15,0-3-48-15,1-2-1 0,-4 1-112 16,2-1-54-16,1-1-371 0,-2-1 45 0,-1-4 47 0</inkml:trace>
  <inkml:trace contextRef="#ctx0" brushRef="#br0" timeOffset="-165743.18">23337 13108 762 0,'0'0'218'0,"0"0"-6"0,0 0-20 0,3 23-23 15,-3-13-5-15,0 5-18 0,0 1-10 0,3 2-6 16,-3 0-7-16,3 1 0 0,-3 4-18 16,0-2-16-16,0-1 11 0,3 4-20 0,-3-2-9 15,0-1-4-15,0 2-1 0,0-3-20 0,1 2 3 16,-1-4 0-16,0 3-8 0,0-3 20 0,-1-1-25 16,1-2-10-16,0-1-19 0,0-1 1 15,0-2-52-15,1-2-12 0,-2 0-64 0,1-1-164 16,0-1-451-16,0-7 57 0,-3 4 56 0,3-4 59 15</inkml:trace>
  <inkml:trace contextRef="#ctx0" brushRef="#br0" timeOffset="-165226.79">23326 13227 614 0,'0'0'253'0,"7"-1"-2"0,-7 1-21 15,0 0-96-15,13 13-4 0,-9-9 6 0,2 4-31 16,2 3-5-16,-1 0-8 0,3-1 0 0,-1 4 5 16,2-2-30-16,3 5 2 0,0-2 0 15,-1 0-18-15,-2-5 0 0,-1 7-7 0,0-9 7 16,4 6-20-16,-4-3 10 0,0-1 5 16,1-3-8-16,-2 1 11 0,1-2-19 0,-3 0 4 0,4-1-4 15,-1-5 1-15,1 1 2 0,-1-2-4 16,0-1-9-16,4-3 11 0,-1-5-8 0,0 2 0 15,2-9-5-15,-2 2 2 0,1-5-2 16,-1-3 3-16,1-8-6 0,-3 4-10 0,3-2 11 16,-4-1-1-16,0 3-7 0,-1 3-3 0,-1 0 18 15,-4 5 7-15,2 3 1 0,0 0-16 16,-2 2 6-16,-1 3-8 0,1 1 7 0,-3-2-12 16,2 6 12-16,0 2 14 0,-3-2-22 0,0 6-4 15,0 0 0-15,0 0 7 0,0 0-10 0,3 24 3 16,-6-9-5-16,3 2 12 0,0 1-18 0,0 4 14 15,0 2 7-15,-3 4 15 16,3-2-15-16,0 3 5 0,0-1-10 0,0-2 7 0,0 5-10 16,3-5 18-16,-3 5-17 0,0-3 12 0,3-2-5 15,-2-1-6-15,-1 0-6 0,3-4-1 16,-3-2 10-16,3 2-2 0,0-3-11 0,-2-2 14 16,-1-4-1-16,3 2 6 0,-3-3-19 15,3-3-10-15,-3 2-2 0,4-3-26 0,-2 1-63 16,0-6-134-16,1 2-597 0,4-4 93 0,-7 0 77 15,14-14 58-15,-1-1 59 0</inkml:trace>
  <inkml:trace contextRef="#ctx0" brushRef="#br0" timeOffset="-163527.35">25083 11922 337 0,'-10'-1'162'0,"10"1"-6"0,0 0-3 16,0 0-2-16,-10 0-10 0,10 0-3 0,0 0 11 16,-7-5-21-16,7 5 69 0,0 0-18 0,0 0-23 15,0 0-10-15,-8 0-18 0,8 0-5 16,0 0-3-16,0 0-15 0,0 0-13 0,0 0-5 16,0 0-7-16,0 0-11 0,0 0-8 0,-6-1 1 15,6 1-11-15,0 0 5 0,0 0-7 16,0 0 0-16,0 0-3 0,0 0 0 0,0 0-8 15,31 1-5-15,-22-1-71 0,3 0-3 0,1 0 21 16,4 0-9-16,0 0-1 0,0 0 1 16,4 0 14-16,-1 0 2 0,4 0 6 0,-3 0-9 15,2 0 4-15,-2 0-1 0,0 0-3 0,-3 0 6 16,-2 2 5-16,-3-2 2 0,3 0-2 0,-4 0 13 16,-1 0-16-16,-2 0 21 0,-9 0-21 15,14-2 19-15,-7 2-6 0,-7 0-8 0,10 0-7 16,-10 0 13-16,0 0-3 0,7-1 0 0,-7 1-8 15,0 0 8-15,0 0-8 0,0 0 6 16,0 0 4-16,-25-4 1 0,13 4-6 0,1 0 13 16,-3 3-4-16,-2-3-4 0,2 0-2 15,-3 1-8-15,0 0 14 0,-1-1-6 0,-2 2 0 16,2 1 5-16,-1-1-3 0,1 1-2 0,0 1 8 16,-1-1-8-16,4 3-5 0,-1-4 2 0,-1 3-4 15,6 0 7-15,-3-1-8 0,6-1 8 16,-3 3-5-16,0-2 15 0,1 3-13 0,3-1 21 15,0 2-13-15,-3-1-7 0,6-2 7 0,-2 5 0 16,-1 1-7-16,4 0 7 0,-1-3 2 16,0 3 1-16,4 2-3 0,-3-2-10 0,3 2 5 15,0-1 8-15,3 2-6 0,-3-3 3 0,4 4 8 16,0 0-13-16,2-3 5 0,-2 3 3 0,2 2-3 16,1-2 0-16,4-3-5 0,-5 2 0 0,4 3-2 15,-2 1 7-15,2-3 5 0,-2 2 62 16,-3-3-1-16,6 3-7 0,-4-1-7 0,-1 0-1 15,1 4-12-15,2-2-1 0,-7 6 3 0,4-5-7 16,-3 5 1-16,-2-3-6 0,2-2-4 16,-3 6-4-16,0 0 2 0,0-1 5 0,-3 1-7 15,3 0 5-15,-1 1-11 0,-2-1 8 0,-3 0-10 16,2 5 3-16,-3-4 2 0,0 3 0 16,0 3-5-16,-2-6-3 0,-2 6-2 0,1-2 2 15,0-1 3-15,-1 1-5 0,1-2-8 0,0-2 3 16,-1 4 5-16,4-7-11 0,-2-1 11 0,-2 2 0 15,4-1-3-15,-3-2-7 0,4 0 2 16,-2-3 10-16,1 5-10 0,1-6-2 0,2-1-1 16,-2-1 16-16,1-1-10 0,2 0 5 0,0-3-11 15,0 2 3-15,-1-2 3 0,1-3 0 16,3 2 2-16,-3 2 5 0,3-3-15 0,0-2 8 16,0 0 20-16,0-1-5 0,0 1-10 0,0 2-8 15,3-3 18-15,0 0-13 0,0-2 6 16,1 5-1-16,2-4 6 0,-1-1-6 0,5 3 0 15,0-1-4-15,1-2-1 0,-1 3-3 0,6-1 4 16,1-4 4-16,1 4-17 0,-1-2 17 0,4 1-5 16,2-3-2-16,-2 2-1 0,6-1-4 0,2-2 2 15,0-1 11-15,-1 5-14 0,4-4 11 16,-3-1 2-16,-1 1-10 0,-1-1 0 0,0 2 1 16,-4-2 1-16,-1 0 4 0,1 1-19 0,-3-1 18 15,-2 0-5-15,-5 0-2 0,2 0 4 16,-2 0 4-16,-2 0-6 0,-2 0-5 0,-2 2 2 15,4-2 1-15,-11 0-3 0,13 0 10 16,-13 0-5-16,10-2-5 0,-10 2 0 0,0 0-13 0,3-3 6 16,-3 3-19-16,0 0-12 0,0 0-13 15,0 0-21-15,0 0-38 0,-16-7-28 16,10 7-31-16,2-1-87 0,4 1-136 0,-11-1-419 0,11 1 61 16,-7-5 69-16,1 4 64 0,6 1 97 15</inkml:trace>
  <inkml:trace contextRef="#ctx0" brushRef="#br0" timeOffset="-162226.83">26232 12818 757 0,'0'0'312'0,"0"0"-25"16,0 0-31-16,0 0-15 0,13-16-34 0,-6 10-28 15,0-1-5-15,3-5-12 0,0 1-14 0,1 3-15 16,-1-7-18-16,3 3-15 0,2-3-8 16,-2 0-10-16,4-3-2 0,-7 1-4 0,6 2 1 15,-4-3-92-15,-2 1-1 0,1 1 16 0,1-3-5 16,-3 0-10-16,0-2 5 0,-2 5 5 0,-1-1 10 16,-2 0 5-16,-1 2-15 0,1 3 10 15,-1-1 0-15,-3 2 10 0,0 1 8 0,-1-2-10 16,-1 3 3-16,-5 2-6 0,3 2 3 15,-5-1-1-15,2 4-1 0,-4 0 4 0,1-1-2 16,-3 6-11-16,-1 1 14 0,2 1-9 0,-7 0-9 16,6 6 7-16,-8 0-8 0,3 3 21 0,2 1-5 15,-2 6 2-15,2-1-12 0,1 3 0 16,-1 2-3-16,2 0-3 0,4 0 16 16,0-1-8-16,2 0 10 0,1-4-4 0,1 4 1 0,3-5-22 15,3 2 15-15,0-3 8 0,0-1-13 0,3 2 18 16,3-3-18-16,-2 3 13 0,3-5-13 15,0 1 13-15,3 2-6 0,4-4 9 0,-1-1 2 16,1-2-11-16,6 2-2 0,1-3 8 16,-1-2 0-16,6-2 0 0,-3 2-3 0,0-7 5 15,-2 4-7-15,3-2 7 0,-3-1-4 0,3-1-11 16,-5-1 5-16,2 1 0 0,-7-2 5 0,3-1 0 16,-4 2-10-16,1 1 11 0,-3 0-1 15,0 0-23-15,-2-2 8 0,-9 2-16 0,14-4-45 16,-7 4-37-16,-7 0-32 0,0 0-73 0,7 4-145 15,-7-2-412-15,0-2 84 0,0 6 31 0,0-6 102 16</inkml:trace>
  <inkml:trace contextRef="#ctx0" brushRef="#br0" timeOffset="-161444.45">26786 12976 926 0,'0'0'271'0,"0"0"-20"16,0 0-23-16,0 0-23 0,0 0-11 0,0 0-17 0,0 20-3 16,0-10-20-16,-1 0 2 0,1 4-85 15,-1-1-4-15,-1 3-8 0,-1 2-16 0,3 2 21 16,-4-1-7-16,4-2-1 0,0 2 3 0,0 1 0 16,0-1 0-16,0-2-24 0,4-2 19 15,-4 1-23-15,5-3 2 0,-3 1-7 0,1-4 7 16,4 1-15-16,-4-1 5 0,4-1 10 15,4-1-10-15,-2-4 0 0,3 3-71 0,-3-5-73 16,1-2-140-16,3 0-535 0,-2-1 95 0,-1-2 58 16,-3-5 85-16,1-6 41 0</inkml:trace>
  <inkml:trace contextRef="#ctx0" brushRef="#br0" timeOffset="-161326.21">26912 12833 622 0,'0'0'-52'0,"0"-7"-457"15</inkml:trace>
  <inkml:trace contextRef="#ctx0" brushRef="#br0" timeOffset="-160690.45">26987 11668 593 0,'3'-4'236'0,"2"-2"-24"0,-2 3-22 0,0-1-16 16,-3 4-13-16,13 0-25 0,-13 0-8 0,7 7 0 15,0 0-21-15,-3 1-17 0,-1 2-13 0,1 4 7 16,-1-2-10-16,-3 5-15 0,-3 3 3 16,2-1-6-16,-5 0-7 0,2 5-1 0,-7-1-2 15,1 4-10-15,-4-2 10 0,-2 0-5 0,1 0-10 16,-4 0-3-16,1-2 8 0,-1-3-13 15,1 4 5-15,0-8-13 0,2 1 19 0,0-4-16 16,1-1 5-16,2-4-11 0,-1 3 11 0,4-4 8 16,-1 0-18-16,1-2 10 0,3-1 3 15,0-3-9-15,-3-1 9 0,10 0-8 0,0 0 8 16,-13-5 9-16,13 5-14 0,-4-5-3 0,4 5 0 16,0-8-3-16,0 8-7 0,0 0 7 0,7-7-7 15,-7 7-3-15,10 0 0 0,-10 0 10 0,17 4 6 16,-7-1-11-16,4 0-12 0,-1 4 4 15,2 1 19-15,-2-1-14 0,8 3 19 0,-4 3-21 16,3-1 0-16,-3 3-10 0,0-1-36 16,-3 0-49-16,3 2-48 0,-4 3-246 0,-2 0-386 15,2-1 63-15,-6 0 96 0,1-3 32 0</inkml:trace>
  <inkml:trace contextRef="#ctx0" brushRef="#br0" timeOffset="-159991.25">24731 13978 780 0,'0'0'284'15,"-7"19"-28"-15,7-11-15 0,0 3-21 16,0-1-13-16,0 4-12 0,-3-1-11 0,3 0-23 16,3 4-7-16,-6 1-18 0,3-3-1 0,0 6-17 15,0-2-8-15,3-1-5 0,-3-1-20 0,0 1-1 16,0 1-5-16,3-4-15 0,-2 0-2 0,-1 0-1 16,3-4 3-16,0 2-13 0,-3-2-25 15,4 1-26-15,-4-4-31 0,6-3-45 0,-2 1-139 16,0-4-587-16,2-2 50 0,-6 0 76 0,7-7 57 15,-4-1 76-15</inkml:trace>
  <inkml:trace contextRef="#ctx0" brushRef="#br0" timeOffset="-159844.36">24864 13691 506 0,'8'0'80'0,"-8"0"-101"0,9 5-263 16</inkml:trace>
  <inkml:trace contextRef="#ctx0" brushRef="#br0" timeOffset="-159544.28">24983 14146 1085 0,'0'0'307'15,"0"0"-28"-15,0 0-95 0,0 0-5 0,18-7-38 16,-11 2-18-16,1 4 0 0,1-6-18 0,-2 4-13 15,3-4-15-15,0 5 2 0,4-4 1 16,-4 1-19-16,4 0-2 0,-1 0-18 0,-3 2-5 16,1-3-31-16,2 5-44 0,-2 1-30 0,-4-3-51 15,3 3-64-15,-10 0-93 0,14 1-373 16,-7 1 23-16,-4-1 38 0</inkml:trace>
  <inkml:trace contextRef="#ctx0" brushRef="#br0" timeOffset="-159344">25032 14365 775 0,'0'0'310'0,"0"0"-21"0,-3 5-33 16,3-5-20-16,0 0-11 0,0 0-41 0,10 2-12 15,-10-2-14-15,10 2-17 0,-3 0-28 0,-7-2-26 16,16 2-59-16,-9 1-44 0,4-1-83 0,-1-2-124 15,0 1-394-15,4 2-38 0,0-1 56 16,-1-4 49-16</inkml:trace>
  <inkml:trace contextRef="#ctx0" brushRef="#br0" timeOffset="-158073.28">25562 14001 161 0,'0'0'97'0,"-1"-8"16"0,1 8-8 0,0 0-18 16,0 0 10-16,0 0 16 0,0 0 7 0,0 0-43 16,0 0 5-16,-6-2-8 0,6 2 0 0,0 0-2 15,0 0-16-15,0 0-2 0,0 0 2 16,0 0 8-16,0 0-5 0,0 0 13 0,0 0-14 15,-4-4 1-15,4 4 10 0,0 0 1 16,0 0-9-16,0 0 95 0,-10-3-5 0,10 3-13 16,0 0-22-16,0 0 6 0,0 0-12 0,-7-1-10 15,7 1-23-15,0 0 2 0,0 0 1 0,0 0-9 16,-6-2-1-16,6 2-6 0,0 0-6 0,0 0-6 16,0 0-11-16,0 0-6 0,0 0 9 15,-10 0-3-15,10 0-8 0,0 0-2 0,0 0-3 16,0 0 0-16,0 0-23 0,-11 6 11 15,11-6-1-15,-4 2 8 0,4-2-13 0,0 0 16 16,0 0-21-16,-9 2 8 0,9-2 0 16,0 0-1-16,0 0 14 0,-4 5-11 0,4-5 8 15,0 0 6-15,0 0-75 0,0 0-1 0,0 0 9 16,0 0 10-16,0 0-13 0,0 0 15 0,-7 2 3 16,7-2 5-16,0 0 3 0,0 0 12 0,0 0-4 15,0 0 12-15,0 0-8 0,0 0-4 16,0 0 2-16,0 0 10 0,0 0-16 0,0 0 9 15,0 0-6-15,0 0 11 0,0 0-3 0,0 0 2 16,0 0 1-16,0 0 2 0,0 0 0 16,0 0 0-16,0 0-7 0,0 0-9 0,0 0 6 15,0 0 10-15,0 0 6 0,0 0-11 0,-14-5-3 16,14 5 1-16,0 0 2 0,0 0-6 0,0 0-6 16,0 0 14-16,0 0 3 0,0 0 0 15,0 0-2-15,0 0-3 0,0 0 13 0,0 0-16 16,0 0-4-16,0 0 7 0,0 0 15 0,0 0-18 15,0 0 14-15,0 0-17 0,0 0 1 16,-6 4 10-16,6-4-7 0,0 0-3 0,0 0 5 16,0 0 7-16,0 0-7 0,0 0-12 15,0 0 9-15,0 0-2 0,0 0 5 0,0 0-3 16,-7 2 1-16,7-2-3 0,0 0 0 0,-7 4 2 16,7-4 13-16,0 0-12 0,-4 3-8 0,4-3 17 15,0 0-4-15,-6 2 2 0,6-2-13 0,0 0 13 16,-4 6-7-16,4-6 9 0,0 0-1 15,-6 2-12-15,6-2 9 0,-4 2-6 0,4-2-2 16,-4 6 3-16,4-6-3 0,-5 7 7 0,0-5 1 16,2 4 2-16,0-4-10 0,2 4-3 15,-5-2 13-15,3 1 3 0,2 1 7 0,-3-2-15 16,1 2-2-16,0 0 7 0,2-1-10 16,-2 3 7-16,0 2-7 0,0 1 10 0,3-1-5 15,-1 1-2-15,0-3 2 0,-1 7-3 0,2-5 11 16,0 5-11-16,0-5 3 0,2 7 3 0,-1-9-3 15,0 7 10-15,2-5-7 0,0 2-1 16,1-1 3-16,-1-2 0 0,4 1 0 0,-3-2-12 16,3-1 9-16,2 1 14 0,-2-5-6 0,4 4-10 15,-1-3 5-15,0-2 8 0,4 0-13 0,-4 0 5 16,4-2 10-16,-4-2-7 0,3 1 0 16,-2-1-8-16,2-3 7 0,-2-2 6 0,2 3-3 15,-2-4 1-15,0 1-11 0,2-3 5 16,-3-2 5-16,0 2-5 0,0-1-2 0,-3-3-3 15,1-1 10-15,-2 3 0 0,1-4 3 0,-1-1-3 16,-2 0 0-16,-1 0-10 0,1 0 3 0,-3 1-6 16,-1 0 9-16,0 2 4 0,0-3-8 0,0 6 16 15,-1-3-15-15,-3 3 7 16,1 0 8-16,0 0 5 0,-1 1-25 0,-2 2 14 0,2-1-4 16,-2 1-8-16,3 1 15 0,-5 3-17 15,1-2-1-15,0-2 3 0,-3 8 10 0,0-4-7 16,3 0-13-16,-3 4 20 0,-1-2-10 0,-2 1 5 15,2 1-10-15,1 1-3 0,-3 1-40 16,2-2 2-16,-2 0-31 0,-1 6-49 0,4-4-27 16,-2 4-152-16,-1 2-483 0,0-1 79 0,3-3 56 15,1 3 85-15</inkml:trace>
  <inkml:trace contextRef="#ctx0" brushRef="#br0" timeOffset="-156376.36">24601 11483 650 0,'0'-7'289'0,"0"7"-33"0,-3-5-36 16,3 5-18-16,0-5-17 0,0 5-29 15,0 0-13-15,0 0-10 0,0 0-5 0,0 0-2 16,0 0-11-16,-3 18 0 0,3-9-5 0,-1 4-5 16,1-1-10-16,-4 3-90 0,1 3 2 15,0-1-7-15,3 4 8 0,-2-2 0 0,0-1 7 16,-1 3-7-16,3 0-1 0,-3-3 6 0,3 2 3 15,-3-1-9-15,3-1-2 0,0-3 6 16,-1-1-4-16,1-3-9 0,0 3 12 0,0-5-2 16,-3 1 2-16,3-1 13 0,3-3-28 0,-6-1 23 15,3-5-5-15,0 5-1 0,0-5 9 16,0 0-16-16,0 0 5 0,0 0 6 0,0-19-14 16,0 6 6-16,-3 2 58 0,-1-4-4 0,4-4-6 15,-1-2-2-15,1 3-13 0,-3-1-5 0,3-3-16 16,0 6 24-16,0-2 2 0,0 1-18 15,0 2-3-15,3 5 6 0,-3-5-13 0,0 6 0 16,1 1-10-16,-1 4 2 0,0 4-5 0,4-4 10 16,-4 4-2-16,0 0-5 0,0 0-13 0,13 13 5 15,-8-4 15-15,-3 1-2 0,4-1 2 16,-1 8-25-16,1-3 5 0,1 2 5 0,0-1 0 16,-1 0 5-16,2 0-2 0,-2 2 2 0,1-2 2 15,0-5-9-15,0 3 12 0,-3-3-10 16,2 0 5-16,-1-3 3 0,-3 1-6 0,4-3 1 15,-2-1 5-15,3-3-1 0,-7-1-2 0,13-1 3 16,-6-3 5-16,0-3-3 0,0-1 8 16,0-6-10-16,3 2-3 0,-2-7-3 0,3 1-2 15,-3-4 3-15,-1 1 5 0,1-3-8 0,1-1-11 16,-2 0 22-16,-1 4-1 0,-1-3 3 0,1 1-26 16,-2 6 10-16,-1 1 6 0,1-1 5 15,-1 7-13-15,0-2-6 0,-3 2-2 0,3 6 8 16,1 0 5-16,-4 4-5 0,0 0 0 0,0 0 10 15,0 0-5-15,7 15 13 0,-5-5-10 16,-1 2 7-16,0 1-2 0,-1 2 2 0,3 3 3 16,-3-1-3-16,3 1-3 0,-3 4-1 0,0-4-4 15,0 3 1-15,3 0-1 0,-2 0 14 16,-1-2-9-16,0-1 9 0,3-1-11 0,-3 1 2 16,0 1-1-16,3-3-22 0,1-3-20 0,-3 3-38 15,2-5-77-15,0 0-146 0,0 0-507 0,1-3 42 16,-1 2 91-16,2-5 64 0,-3-3 57 0</inkml:trace>
  <inkml:trace contextRef="#ctx0" brushRef="#br0" timeOffset="-156093.22">25008 11708 1039 0,'0'0'312'0,"0"0"-28"16,0 0-36-16,0 0-22 0,0 0-29 0,9 0-15 15,-9 0-11-15,0 0-10 0,15-3-25 16,-8-1-13-16,2 4 0 0,2-3-29 0,-1 1-7 16,0-1-7-16,4 0-3 0,-2-3-3 0,1 5-15 15,-3-6-3-15,3 6-10 0,-2-3-13 0,-1 1 11 16,3 0-26-16,-2-1-18 0,-1 1-57 15,-1 1-83-15,-1-3-132 0,-1 5-503 0,0 0 40 16,-1-1 59-16,-6 1 57 0,8-7 76 16</inkml:trace>
  <inkml:trace contextRef="#ctx0" brushRef="#br0" timeOffset="-155761.28">25380 11476 839 0,'-3'15'261'0,"3"0"-18"0,0 1-20 0,0 2-13 0,0 0-31 16,0 0 49-16,0 2-26 0,0 0-25 16,0-3-8-16,3 1-16 0,-3-1-20 0,0-2-15 15,3-1-13-15,-2-3 8 0,-1 2-11 0,0-4 6 16,0 0-6-16,3-2 13 0,-3-2-20 0,0 2-18 15,0-7-54-15,0 0-5 0,0 0-6 0,0 0 9 16,0 0-8-16,-3-17-6 0,3 2-4 16,-1-2 10-16,1 1 2 0,0-5-7 0,-3-4-8 15,3-1 5-15,0-2 3 0,3 3-8 0,-6 0 5 16,6 3-18-16,-6 1-13 0,3 2-43 16,-3 2-64-16,3 4-97 0,-3 2-597 0,2 4 100 15,-2 0 33-15,-3-1 70 0,2 5 73 0</inkml:trace>
  <inkml:trace contextRef="#ctx0" brushRef="#br0" timeOffset="-153711.08">21076 15506 747 0,'0'0'274'0,"0"0"0"0,0 0-26 15,0 0-23-15,-6 23-30 0,5-7-1 0,-2 1-38 16,0 7-7-16,0 2-3 0,2 3-21 0,-5 3 1 16,-1 1-19-16,3 1-15 0,1-1 0 15,-1 0-10-15,-2 2-5 0,2-2-13 0,-3-1-23 16,3 2 18-16,-2-3-13 0,3-4-5 0,0-2-10 16,2 0-6-16,-2-6-20 0,3 1-28 15,0-3-23-15,0-4-25 0,0 0-14 0,0-5-20 16,0 0-59-16,3-3-74 0,-3-2-25 0,0-3-34 15,0 0 43-15,0 0 57 0,0-18 36 0,0 5 79 16,0-4 21-16,0-2 61 0,0-2 41 16,1-7 12-16,-1 1 40 0,3-3 19 0,-3-3 24 15,3 6 12-15,0-2 1 0,0 7-3 16,-2 0-8-16,2 5-2 0,-3 1-19 0,0 2-14 16,4 4-11-16,-1 5-23 0,1 0 21 0,-1 4-29 15,-3 1 8-15,0 0-13 0,21 10 3 16,-14-2-13-16,3 0 8 0,0 2-15 0,0 5 1 15,3 0-4-15,-2 1 0 0,0 1-8 0,2-4 8 16,-2 3-18-16,2-1 5 0,-3-2 0 0,1-3-10 16,-1 0-3-16,-1-1 6 15,-1-1-1-15,2-2 3 0,-3-4 7 0,-1 3-4 0,2-4-13 16,-8-1 7-16,13-4-5 0,-6-3-2 16,0-2-8-16,0-2 15 0,0-3-2 0,2-5-3 15,-1-3-17-15,-4-3 7 0,2-3 2 0,1-4 3 16,-1 2 5-16,-2-1-12 0,3 0 2 0,-3 5 0 15,-1 2 0-15,3 1-5 0,-5 5 10 16,2 1 3-16,0 2-19 0,0 4 1 0,-3 1 5 16,1 3-5-16,3 0 5 0,-1 7-3 0,-3 0 0 15,0 0 1-15,7 17 22 0,-4-2-10 16,0 3-5-16,0 6 5 0,-2 2 13 0,2 3-10 16,0 2 5-16,1 4-13 0,-3-1 7 15,2-3 9-15,0 4-9 0,0-1-9 0,1 0 15 16,-1-1-13-16,0 0 2 0,1-2-17 0,-4-1-39 15,7 2-66-15,-4-7-149 0,-2 3-543 16,2-3 62-16,0-5 118 0,-3-7 31 0,3-2 53 0</inkml:trace>
  <inkml:trace contextRef="#ctx0" brushRef="#br0" timeOffset="-153411.45">22161 15960 857 0,'10'-4'282'16,"3"-1"-24"-16,4 0-30 15,4 0-21-15,-4 1-35 0,4 0-19 0,-2 2-32 0,2 0-68 0,-3-1-81 16,2 1-54-16,-9 2-222 0,5 2-349 16,-2-2 67-16,-7 0 35 0</inkml:trace>
  <inkml:trace contextRef="#ctx0" brushRef="#br0" timeOffset="-153195.6">22064 16167 796 0,'0'0'358'16,"0"0"-43"-16,0 0-23 0,0 0-31 0,0 0-34 15,0 0-6-15,28-4-9 0,-11 1-30 16,4-1-88-16,-1-1-12 0,7 2-7 0,-6 1-14 15,7-2-15-15,-5 3-15 0,-2-3-41 0,3 3-65 16,-3 1-50-16,-8-1-236 0,4 1-376 16,-7-2 69-16,3 0 71 0,-9 2 44 0</inkml:trace>
  <inkml:trace contextRef="#ctx0" brushRef="#br0" timeOffset="-152538.89">23282 15615 465 0,'0'0'195'16,"0"0"2"-16,-14 16-31 0,10-6-2 0,0 4-36 16,1 4 10-16,-3 0-4 0,-1 4-17 0,4 1-12 15,-5-1-10-15,2 3-3 0,2 0-15 16,1-2 23-16,-4 1-39 0,4-3-15 0,0-1-5 15,-1 0 18-15,0-3-28 0,1 1 25 16,0-2-28-16,2-3-15 0,-5-1 13 0,6-3 20 16,-3 3-8-16,2-4 100 0,-2 0-2 0,0-2 5 15,3-1-16-15,-4-3-7 0,4-2-5 16,0 0-21-16,0 0 0 0,0 0-5 0,-13-16-8 0,9 7-20 16,4-4 3-16,-3-5-11 0,3-2 0 15,0-4-2-15,0-1-1 0,0-2-4 0,3-2-8 16,4-2-8-16,-4 2-5 0,3 4 13 15,-1 0-3-15,2 3-18 0,-1-1-12 0,1 7 10 16,-1-1 2-16,-1 2-25 0,1 3-3 0,1-1-18 16,0 4-17-16,-1 1-19 0,2 3-23 15,-1 0-27-15,2 0-27 0,-5 3-48 0,7 1-102 16,-2 1-459-16,-2 1 32 0,0 1 60 0,3 1 60 16,-6-1 71-16</inkml:trace>
  <inkml:trace contextRef="#ctx0" brushRef="#br0" timeOffset="-151561.78">23292 15638 414 0,'0'0'156'0,"0"0"-25"0,17 3-1 15,-10 4 4-15,-1-1-14 0,2 1-15 0,-1 5-3 16,-1 2-17-16,0 0 4 0,-2 1-2 15,4 5-7-15,-5 0-1 0,3 4 0 0,-5-3-17 16,2 4-16-16,3-3 8 0,-5 0-11 0,-1-2-7 16,3 0 0-16,0 0 71 0,-3-2-12 15,3 0 2-15,1-3-12 0,-3 2-11 0,2-5-10 16,0-1 8-16,1-1-3 0,-1 0-13 0,3-3 3 16,-2-1-10-16,4-4-6 0,-2 2 11 15,4-4-18-15,-10 0 5 0,18-5-3 0,-8-2-5 16,4-1-5-16,-1-3-5 0,0-5 0 0,1 1-5 15,0-4-7-15,-3-2-4 0,2-4-2 16,-3 0 8-16,1 2-8 0,-5 0 11 0,4 1 7 16,-6-2 2-16,3 7-2 0,-4-1 6 0,1 3 22 15,-1 0-13-15,-3 5-2 0,3-1 10 16,-3 1-10-16,3 2-5 0,-3 2-6 0,0 6 3 16,0-5-10-16,0 5-2 0,0 0 2 0,0 0 2 15,-6 20-2-15,3-10-3 0,-1 0 3 0,1 5 5 16,3 2-5-16,-3 0-8 0,3-1-7 15,-4 1 10-15,4-2 0 0,0 2-16 0,4-1 13 16,-1 1-2-16,0-1 2 0,1-3 0 0,2 0-10 16,-2-1 11-16,2 2-9 0,2-5 8 15,-1-1-4-15,2-1-6 0,-2-1 12 0,4-2-4 16,-1-2-5-16,0-2-3 0,0 0 0 16,1-1 7-16,-1-4-4 0,2 0-8 0,-4-3 2 15,2-4 1-15,1-1-6 0,2-4 5 0,-3-2 1 16,-2-1-8-16,-1-1-1 0,2 1 16 0,-5 2-5 15,3 1 3-15,-3 2 10 0,-1 1 0 16,0 3-8-16,1 0-5 0,-4 2 10 0,3 4-10 16,-3 0 2-16,0 5 4 0,0 0-6 0,0 0 0 15,0 0 12-15,-10 19-6 0,7-8 6 16,1 1-12-16,-4 4 3 0,3 0-3 0,-1 0-10 16,1 2 7-16,0-2 6 0,3 1-6 0,-3 1-5 15,6-2 16-15,-3 0-13 0,3-2 5 0,1 2 5 16,2-2 0-16,2 1 3 0,1-3-11 15,-2 0-4-15,4-3-9 0,-1-2-7 0,0-1 0 16,1-2-38-16,-1-2-31 0,3-1-18 0,-2-2-62 16,2-1-130-16,-3-2-474 0,4 0 65 15,-4-3 86-15,1-3 29 0</inkml:trace>
  <inkml:trace contextRef="#ctx0" brushRef="#br0" timeOffset="-149845.33">24067 15858 703 0,'0'16'198'0,"-3"0"-7"15,3-1-29-15,-3-3-4 0,3 2-32 0,-1-3-14 16,-2 2 4-16,0-1-27 0,3 0-7 0,-3-1 8 16,2 0-29-16,0-2 6 0,-1-2-21 0,-1 2 15 15,3-2-2-15,0 0-13 0,-3-2 80 16,3-5-14-16,-3 4-7 0,3-4-25 0,0 0 1 15,0 0-4-15,0 0-10 0,0-18-1 16,0 7-14-16,3-3 1 0,0-1-19 0,3-3 7 16,-2-4-1-16,3 0-19 0,3-1 12 0,-3 3-5 15,0 0 1-15,3 3-9 0,-7 4 8 0,5 0-12 16,1 3-1-16,-5 3 8 0,3 2-8 16,3 3 1-16,-3 2-4 0,-7 0 6 0,16 7-7 15,-8 0-1-15,2 3-2 0,0 3 7 0,-2 0 8 16,1 1-18-16,-2 3-2 0,0-2 2 15,0 1-5-15,-3-1 5 0,-1 1 0 0,0-2-8 16,0 0 14-16,-2-3-4 0,-1 3-2 0,0-4 11 16,0-2-14-16,0 0 19 0,0 0 7 15,0-2 0-15,-4-3-87 0,4-3 34 0,-3 4-14 16,3-4 1-16,0 0 5 0,-11-11-1 0,8 4 6 16,0-2 13-16,3-5 2 0,-4-4-10 0,7-2 5 15,-2-5 16-15,2-2-9 0,0-1 4 16,5-1-6-16,1-2 5 0,-2 6 8 0,0 0 0 15,1 3 0-15,-2 2-8 0,1 5-2 0,2 4 3 16,-1 1-14-16,-1 2 16 0,0 4-8 16,2 4 5-16,-1 0 11 0,2 7-6 0,-3 1 11 15,4 2 10-15,-2 5-23 0,-2 2 7 16,0 1 4-16,3 3-9 0,-3-2 3 0,0 3 0 16,1-2 0-16,-2 1 0 0,1-1-8 0,2 0 8 15,-2-1 3-15,1-4-3 0,1 1 0 0,-2-2-3 16,0-3 11-16,4 1-18 0,-4-2 0 0,2-4-1 15,2-2-12-15,-1-1-10 0,4-3-5 16,0-3-3-16,-1-1-26 0,5-4 6 0,1-3-11 16,-1-3-15-16,3-6 10 0,2-2-20 0,4-9 15 15,-2-5 3-15,-1 0 10 0,-8 1-16 16,2 0 13-16,-5 0 14 0,1 2 17 0,-7 1-18 16,2-1 18-16,-4 1 0 0,1 7 23 0,-5 0 18 15,2 0-5-15,-3 4 25 0,0 0 34 0,0 5-5 16,0-1-8-16,0 7 7 0,-3 0-4 15,-1 4 15-15,1 2-24 0,-3 4 1 0,6 0 8 16,-12 12-13-16,3-2-1 0,1 5 14 0,1 3-11 16,-1 6 0-16,0 1-2 0,0 6 0 15,2-1 2-15,2 2-5 0,1 1-10 0,0 0 5 16,3-2-8-16,-1-3 6 0,-2 2 2 16,6-2-13-16,-3 2 3 0,0-3-3 0,-3-2-7 15,3-3 10-15,0-4-1 0,0 0-4 0,0-4 5 16,-3-1 7-16,3-4-2 0,-3 0-13 0,2-4 1 15,-3-1-12-15,-2-3-1 0,6-1 2 16,0 0 5-16,-10-13 2 0,10 2-2 0,-3-2-8 16,3 0 3-16,0-6 5 0,0 0-5 0,3 1 0 15,3-4-5-15,-2 6 25 0,5 0-7 0,-4-2 0 16,5 5-3-16,-3-1 10 0,7 6-10 16,-4-2 8-16,3 3-8 0,1 6 10 0,1 0-15 15,-2 3 16-15,0 0-3 0,1 6 2 16,-1-1-5-16,1 3 3 0,-4 3-8 0,-3-1 8 15,0 3-16-15,0 2 11 0,-7-1-5 0,-4 1 2 16,1 1 2-16,-7 1 1 0,-3 0-10 0,-2-2 2 16,-2 3 17-16,-3-5-9 0,-1-4-5 15,4 2 4-15,-4-3 9 0,1-4-9 0,3-1 9 16,0-1-1-16,3-3 3 0,0 1 5 0,4 0-8 16,0-2-2-16,0 0 0 0,10 0-3 0,-10-4 3 15,10 4 0-15,0 0-8 0,0 0 0 16,13-10 5-16,-2 5-12 0,2 0 4 0,4-1 6 15,0-1-3-15,4-3 0 0,3-2 3 16,4 2 10-16,2-5-18 0,-2 2-3 0,3-1 14 16,-1 0-1-16,1-4-8 0,-4 2 6 0,3 1-3 15,-2-1-10-15,-4 0 0 0,0-1 0 0,-7 3 10 16,0-3 0-16,-4 2-5 0,-2 5 13 0,-4-1-13 16,0 2 0-16,-4-1-5 0,0 0 5 15,-3 6-8-15,-3-2 21 0,3 6-16 0,-13-2-4 16,13 2-1-16,-15 4 13 0,5 1 18 15,0 2-33-15,-4 3 7 0,4 0 6 0,2 1-3 16,-4 4 5-16,5 0-13 0,0 0 3 0,1 1 13 16,2 2-18-16,0-2 12 0,4 0-4 15,0-2 2-15,4 2 2 0,0 0 3 0,2-1 0 0,1-2-5 16,3 0 11-16,7-1-16 0,-4-2 2 16,5-2 3-16,0-2-5 0,2 0-3 0,0-5-7 15,1 2-11-15,-1-3-7 0,4-3 0 0,-3 1-6 16,-4-5-12-16,6 0 2 0,-5-4 6 15,-4 0-3-15,3-3 0 0,-7-3 7 16,3 2 1-16,-5-1 20 0,1 3-10 0,-5-1 25 16,3 0 16-16,-4 5-8 0,4 0-12 0,-6 6 4 15,2-1 3-15,-3 4 5 0,0 0 10 0,0 0-12 16,0 0 7-16,3 19 3 0,-6-10 0 0,3 3-18 16,0 1 10-16,-3-1-3 0,3 2-9 0,0-2 14 15,-1 2-4-15,-3-3 0 0,4 2-3 16,0-1-11-16,-3 0-1 0,3-4 9 0,0 0 11 15,-3-2 10-15,3 1 10 0,0-3-3 0,-4 1-2 16,4-5-5-16,0 0 10 0,0 0-10 16,0 0-2-16,0 0 9 0,-13-16-9 0,13 5-4 15,0-3 9-15,0-2-3 0,3-4-10 16,-1-4 7-16,0-2-2 0,1-1-8 0,4 1 5 16,-1-3-10-16,2 4 13 0,-1 4-13 0,-1 0 10 15,0 6-7-15,-2 1-24 0,3 0-15 0,-3 6-25 16,3-1-18-16,-1 4-37 0,1 2-83 15,0 1-224-15,0 2-255 0,3 0 23 0,1-1 71 16,-1 1 59-16</inkml:trace>
  <inkml:trace contextRef="#ctx0" brushRef="#br0" timeOffset="-149245.45">25968 15888 691 0,'0'8'215'0,"0"0"-5"0,0-2-24 16,0 1-19-16,3-1 63 0,-2 1-23 0,6-1-22 15,-4-1 12-15,4 0-33 0,0 0-11 16,-1-2-17-16,5-1 0 0,-1-2-8 0,5 0-29 0,-3-2-1 16,2-3-9-16,0 1-12 0,-1-4 2 15,2 0-12-15,-2-4-3 0,-3 0-5 0,1-1-3 16,-2-3-2-16,-5-2-8 0,2 2-3 15,-4-2-22-15,-2 2 12 0,0 3-5 0,-5-2 8 16,-1 1-8-16,2 4 1 0,-6 2-12 0,2 1-1 16,-3 4 4-16,-1 3 3 0,-2 2 3 15,4 3-13-15,-4-1 0 0,1 3 7 0,3 3-10 16,2 3 0-16,2-2 14 0,2 0-9 0,1 1-10 16,0-1 0-16,3 2 8 0,3-2 0 0,2-1-8 15,3 3 8-15,0-3-16 0,5-1 24 16,3-1-14-16,-4-2-4 0,8-4 7 0,-3 0 0 15,4 0-7-15,0-6-3 0,-1 3 7 0,4-6 1 16,0-1 0-16,5-1-11 0,-3-5 3 16,4-2 5-16,-6-2 3 0,10-9-3 0,-4 4-15 15,-7 1 13-15,-4-1-3 0,-2 0 0 16,2-1-8-16,-7-1-2 0,2-1 4 0,-4 2 4 16,-4 6-1-16,-2-1-2 0,0 1 3 0,-1 2 4 15,-3 2-12-15,0 3-5 0,-3-1-1 0,-1 8 14 16,-3 1 7-16,2 3 3 0,5 0-3 0,-22 10-8 15,11 2 18-15,-2 3-2 0,-1 5-5 16,1 8 2-16,-1 2 18 0,1 12 3 0,-2 4-18 16,7-1 10-16,0-3-10 0,4 8 12 15,-3 1-4-15,4 5-6 0,3 1 3 0,0-2-10 16,0 0-3-16,3-3 8 0,-3 4-8 0,0 0 5 16,0-2 3-16,0-8-8 0,-3-8-43 0,2 1-29 15,-5-3-48-15,-1 13-241 0,0-3-494 16,-4-12 54-16,-1-7 79 0,2-9 111 0,2-5 25 15</inkml:trace>
  <inkml:trace contextRef="#ctx0" brushRef="#br0" timeOffset="-149062.04">26127 16391 1041 0,'13'-15'333'0,"0"2"-51"0,6 1-29 15,-4 2-35-15,5-1 2 0,2-2-33 16,1 4-54-16,7-3-39 0,-2 1-65 0,3-1-114 16,3 1-547-16,-3 1-54 0,3 0 59 0,-7-1 82 15</inkml:trace>
  <inkml:trace contextRef="#ctx0" brushRef="#br0" timeOffset="-148662.39">27007 15776 883 0,'14'5'240'15,"0"2"-15"-15,7 4-17 0,-4 1-11 0,5 1-23 16,-1 4-15-16,2 0-11 0,-1 1-25 0,-1 2-23 15,-4-4 5-15,-3 1-16 0,2 0 1 16,-4-2-18-16,-2-2-1 0,-1 0-9 0,-5-1-3 16,2 1 10-16,-2-4-31 0,-4 0 6 0,-1-2 7 15,-2 1-13-15,-3-4-5 0,5 2 3 0,1-6-2 16,-12 1-9-16,12-1 19 0,0 0-21 16,-18-8 7-16,14-2-1 0,-2-2-11 0,2-1 5 15,-2-2 7-15,6-2-9 0,-3-2-8 0,3-1 10 16,3 1-6-16,3 0-11 0,-2-4 6 15,6 0-4-15,-2 3-3 0,5-2 5 0,0 4 8 16,5-4-2-16,-2 2-16 0,2 5 0 0,2-2 2 16,-3 1 9-16,1 6-11 0,-2-5 0 15,2 5-54-15,-2 2-23 0,0 1-31 0,-1 0-89 16,-1 2-97-16,-4 0-67 0,6 4-356 0,-4-1 52 16,-1 0 74-16,0 2 58 0</inkml:trace>
  <inkml:trace contextRef="#ctx0" brushRef="#br0" timeOffset="-147595.43">27582 15824 558 0,'-7'16'199'0,"6"-2"-15"0,-2-3-7 15,0 0-26-15,3 0 3 0,-3-2-29 0,3 0-17 16,3-2-3-16,-3 2-6 0,3-1-9 16,0 0 10-16,-2-3-18 0,2 2 5 0,3-2-8 15,-4-1-2-15,4-1-5 0,-6-3 4 0,7 4-7 16,-7-4-2-16,0 0-11 0,14-4 3 15,-14 4-26-15,7-10 21 0,-7 5 3 0,3-5-17 16,0 0 1-16,-3-1-7 0,-3-3 12 0,3 1-3 16,-3-2-2-16,1-2 21 0,-3 1-11 0,1-1 72 15,0 0-3-15,1 1-18 16,0-1 3-16,0 0-7 0,3 2-11 0,0 5-13 0,3-5 3 16,-3 4-6-16,6-3-1 0,-2 4-9 15,3-1-18-15,0-1-68 0,3 5-1 0,1-3 3 16,-1 5 0-16,0-1 3 0,4 2-1 0,-4 1 8 15,3 3-7-15,3 0 2 0,-4 1 0 16,2 4 5-16,-1-1 1 0,1 4-4 0,-4 2 6 16,0 4 7-16,1 0 3 0,-4-2 3 0,2 5-13 15,-5-1 2-15,3 1 3 0,-6 0 2 0,2 1-2 16,0 1 10-16,-3-2-7 0,0 0 12 16,0-4-7-16,-3 1-9 0,3 1 4 0,-3-1-1 15,2-1 14-15,-3-3-14 0,4-1 8 0,0 0-7 16,-3 0-4-16,3-2-1 0,0-1 2 0,3-3 0 15,-3-3-6-15,8 5 14 0,0-5-21 16,-8 0-3-16,12-8-2 0,-1 2-5 0,2-3 23 16,1 0-8-16,-1 2-2 0,0-2-3 0,0 2 3 15,-3 2 4-15,-2 1-4 0,3 2-3 0,-4-1 8 16,2 3 5-16,-9 0-3 0,15 3 8 16,-9-1-8-16,-2 4-2 0,3 0 0 0,0 0-10 15,0 0 25-15,-4 1-21 0,4 0 21 0,-1 0 1 16,2-2-6-16,-2 2 7 0,-2 0-14 15,5-2 19-15,-5 0-9 0,4-1-3 0,-2-1 10 16,-2 0-5-16,2 1-5 0,1-3 10 16,-7-1-2-16,14 0-8 0,-14 0 10 0,13-2-2 15,-9-1 0-15,3 0-1 0,-3-3 1 0,-1 0-3 16,0-1-2-16,-3-5 15 0,3 0-5 0,-3-1-3 16,0 1-5-16,0-3-5 0,0 1 8 0,0 1 9 15,-3 1-1-15,3 1-8 0,0 1-3 16,0 0 18-16,0 2-8 0,0 1 0 0,0 0-7 15,5 0 2-15,-4-1 1 0,3 4-1 0,2-2 10 16,2-1-22-16,2 2 7 0,3 0 0 16,0 0 5-16,-2 0 3 0,4 0-13 0,3 0 10 15,-5-1 3-15,3 0-5 0,2-2-6 16,-5 5-7-16,4-4 8 0,-3 2-1 0,0 0 1 16,-1-1 4-16,1-1-9 0,-1 0 4 0,-1 4-7 15,-1-4 5-15,-3-1-12 0,-1 1 12 16,4 2-6-16,-5-1 4 0,1-1-1 0,-1 0 1 0,-2 4 2 15,-1-4-5-15,2 4 0 0,-2-2-6 16,-3 5 9-16,7-3-6 0,-7 3-5 0,0 0 8 16,0 0 5-16,6 11-10 0,-6-3 0 0,0 4 7 15,3 0-5-15,-3 2 8 0,2 4-10 16,-2 0 5-16,0 0 15 0,0 3-12 0,1 0-9 16,-2 1 19-16,1-1-3 0,-2 4-12 0,-1-2 4 15,0 2 3-15,-1-1 3 0,-2 1-9 16,1-3 1-16,-5 0 3 0,0-1-1 0,-7 3 11 15,1-1-8-15,-2-3 5 0,1-4 0 0,-3-1-2 16,2-3 17-16,1 0 8 0,0-5-7 0,4-1-6 16,-1-3 1-16,2-3-4 0,0 0 14 15,2-2-11-15,0-1-10 0,3-1 1 16,2-1 4-16,-1-1-13 0,6-1 1 0,0 0 14 0,6 1-1 16,-4-1 4-16,8-2 0 0,0 0-12 15,1-1 5-15,2 1-8 0,4 2 12 0,-3-2-12 16,0 3-20-16,-1-2-11 0,-3 2-56 0,1 1-43 15,-1 2-121-15,-4 1-578 0,-4 1 71 0,-2 1 62 16,0 0 84-16,-33-3 69 0</inkml:trace>
  <inkml:trace contextRef="#ctx0" brushRef="#br0" timeOffset="-146646.78">21490 16890 430 0,'17'6'179'0,"-9"-4"-8"15,2-2 3-15,2 0-25 0,0 0 2 0,4 1 5 16,5 1-28-16,0-1-28 0,2 1 12 16,8-2-14-16,0 2-1 0,3-2-20 0,7 2-6 15,3 0-2-15,5 0 1 0,15-2-6 0,-2 1-8 16,-7-1 0-16,10-1-2 0,0 0 56 15,0 1 8-15,3-1-18 0,0-1-11 0,4 2-12 16,-1-2-8-16,1 2-2 0,1 0-6 0,4-1-7 16,-4 0 5-16,-1-2-11 0,2 0-2 0,-1 0-2 15,5-4-8-15,14 0-3 0,1-1 5 16,2 0 11-16,2-1-5 0,2-2-11 0,0-3 18 16,2 3 0-16,3-3 3 0,2 0-85 0,3 3 21 15,0 1-3-15,4 1 3 0,-4 1-5 16,1 2 25-16,-4 3-13 0,5 0 8 0,-4 3-12 15,0 3 4-15,-2 0 6 0,-1 0 2 16,-2 2-3-16,-4 4-4 0,-5-1 17 0,-1 0-15 16,-3 2-2-16,-17-2-1 0,7-1-7 0,7 3 18 15,5 0-8-15,-19-5-11 0,4 0 6 0,-1 1 8 16,-4-2 2-16,1-1-3 0,-6 3 4 0,0-5 1 16,-3-1-2-16,-8-1-15 0,7-2 15 15,3-1-5-15,3-2-10 0,3 1 2 0,1-1 13 16,0 1 1-16,4 0 6 0,-1-1 1 15,4-3 5-15,-2 4-15 0,-5 0 12 0,7-3-7 16,-7 1 7-16,0 2-10 0,-4 0 0 0,-6 1 3 16,2-1 7-16,-16 1-4 0,0 2-1 0,-7 1-13 15,1 0 11-15,-2-4 0 0,-6 5-1 16,-3-1-17-16,-3 1-44 0,-4-2-56 0,0 2-128 16,-7 2-537-16,0-1 37 0,-7 2 91 0,-3-4 35 15,-7 1 64-15</inkml:trace>
  <inkml:trace contextRef="#ctx0" brushRef="#br0" timeOffset="-118415.29">27270 11347 191 0,'-19'-3'103'0,"12"2"7"0,-4 1-28 16,4 0 7-16,-3-2-9 0,-4 1 22 15,4 0-40-15,-4-2-1 0,1 3 13 0,0-2-25 16,0 1 10-16,-5 1 0 0,4 0 46 16,-3-1-52-16,3 1-7 0,-3 0-17 0,0-1 52 15,-1 0-47-15,2 1 14 0,-5-4-12 16,1 4 0-16,2 0-5 0,-2 0-29 0,0-1 29 16,-1 1 5-16,-3-2-8 0,4-2 10 0,-4 3-4 15,3 1-9-15,-3-2 9 0,1 1 1 16,-8-3-12-16,5 2 1 0,-3 1 11 0,-2-1-17 15,3 1-10-15,-2-3 5 0,-1 3 5 0,2-1 0 16,-3-3 2-16,1 5-10 0,3-2 26 0,-3 0-28 16,1-1 20-16,-1 0-28 0,4 2 79 15,-4 0-4-15,5 0 1 0,-3-3-14 0,6 4-8 16,-2 0-6-16,1 0 6 0,-3-1-8 16,3-1-13-16,1 2 6 0,-1-1-6 0,-1-2 0 0,-2 2-7 15,3 1-1-15,0 0-9 0,-3 0 4 16,0 0 1-16,-4 0-1 0,3 0-2 0,-2 0-15 15,-1 0 9-15,0 0 4 0,0 0-1 0,1 0 3 16,-1 0-8-16,3 0-10 0,-2-2 3 16,-1 2-1-16,4 0 1 0,2 0-3 0,-1 0 15 15,1 0-10-15,-2-1-7 0,3 1 12 0,-3 0-7 16,3 0-11-16,0 0 18 0,0 0-10 16,0 1 3-16,0-1 10 0,1 0-3 0,-1 2-15 15,1-2 7-15,-3 0-2 0,2 0 11 0,1 1-17 16,-1 2 12-16,-1-3 1 0,1 3 1 0,-3-2 0 15,4-1 7-15,-1 0-10 0,-1 4 0 16,-5-3-5-16,6 1 0 0,-4-2-2 0,2 6 4 16,-2-4 6-16,4 0-13 0,-3-2 2 15,-1 5 6-15,1-2 10 0,-1 1-13 0,-2-2 7 16,6 0-4-16,-6 4-11 0,5-3 3 16,-2-3 2-16,0 5 1 0,2-2-1 0,1 2 3 15,1-3 3-15,2-1-11 0,-6 6 3 0,3-5 13 16,4 2-6-16,-5 0-4 0,-2 1 2 0,6-3 5 15,-6 4 0-15,7-2-15 0,-1 0 7 0,0 0 13 16,-2 0-4-16,2-2 4 0,0 0 3 16,2 3-6-16,-2-1-12 0,0-3 0 0,1 3 5 15,-1-1 10-15,0 1-10 0,2-1 3 0,-2 3 2 16,0-2 3-16,1-3-8 0,-1 5-3 16,0-1 6-16,-5-2-1 0,5 4 1 15,0-4-1-15,0 2-4 0,1-2-1 0,0 1 1 16,3-1 4-16,-1 0 6 0,-2 2-6 0,3-3-4 15,3 2 10-15,1 0-11 0,0-4 3 0,-5 7 0 16,1-6 3-16,0 6-9 0,2-5 4 0,-1 2 4 16,-1 0-2-16,6 0 11 0,-3-1-9 15,1-2-9-15,0 5 7 0,2-3 0 0,-2 1-8 16,3 0 8-16,-1 0-8 0,-2-1 18 0,2 3-7 16,1-2-16-16,0-1 13 0,-1 2 8 0,4-1 0 15,-2-1-6-15,-1 3 1 0,2-2-3 0,1 1 2 16,-2-2-12-16,2 4 2 0,-1 0 11 15,-2-1-3-15,3-1 2 0,-3 2-9 0,3 3 2 16,-3-2-3-16,3-1 11 0,-3 3-3 16,3-2-6-16,-3 5 4 0,2-4 12 0,-1 1-5 15,-1 0-7-15,3 3-1 0,-4-3-2 0,1 0 13 16,3 3-11-16,-3-4-5 0,0 1 14 16,3 0 1-16,0-2-14 0,-3 5 4 0,0-4 8 15,3 1 5-15,-4-2-7 0,4 6-11 0,-3-3 8 16,1-1 5-16,-2 0-2 0,4 2-1 15,0-2 6-15,-3 3-18 0,0-1 7 0,3-2 3 16,-3 5 3-16,2-5-8 0,-1 5 23 0,-1-5-16 16,2 5 3-16,1-5 6 0,-2 5-17 0,2-7 6 15,-1 7 0-15,2-5 0 0,-1 4 0 16,1-4 0-16,2 1-2 0,-3-3 12 0,3 5-15 16,-2-2 18-16,2-3-16 0,1 6-2 15,-1-4 3-15,-2 1 9 0,2-1-12 0,1 1 0 16,-1 0 23-16,1-1-18 0,0 3 5 0,-1-3 0 15,1 0-5-15,0 0-2 0,-1 2-9 0,0-2 9 16,1 0 2-16,1 2 0 0,-3-2-8 0,2 0 11 16,3-2-1-16,-3 2-7 0,-1 2 3 15,1-3-11-15,0 0 20 0,3 1-7 0,-1 0 3 16,-3 2 0-16,4-2-1 0,-3 0-2 16,3-2 3-16,0 5-1 0,-3-1 6 0,3-4-5 15,-1 6 2-15,1-3 7 0,0 0-14 0,-3 3-3 16,3-3 7-16,0 3-4 0,-3-3-8 0,3 3 7 15,0-4 3-15,-3 3 0 0,3-2-5 16,0 1 7-16,0-1 4 0,0-1-12 0,0 3 14 16,0-1-5-16,3-4-1 0,-3 3 1 0,3 1 4 15,-3-1 6-15,3-3-3 0,-2 5-7 16,2-1 0-16,0-4-9 0,-3 2-6 0,5 1 19 16,-5-1-2-16,6 1 1 0,-3-3 6 0,1 2-1 15,-1-2-11-15,3 1-18 0,-2 3 36 16,3-3-8-16,-3 0-8 0,3 1 9 0,-1-2-1 15,1 3-15-15,2 1 10 0,-4-3-13 0,2 1 13 16,2-2-7-16,-1 3 12 0,-1 1-5 0,-1-1-13 16,1-3 11-16,4 5 0 0,-4-3-3 0,3 0 5 15,0 1 2-15,-3 2-2 0,0-2 1 16,2 2-6-16,-1-2-3 0,-1 1 0 0,-1-1 11 16,1 0-3-16,0 3-10 0,0-3 3 15,0 1 12-15,0 0-2 0,-1 1-1 0,2-1-7 16,2-2-18-16,-1 3 21 0,-2-3-3 15,4 1 2-15,-4 2 1 0,3-2 0 0,0 0 4 16,-3 0-7-16,0 0 0 0,2 2 5 0,-1-2-5 16,-1-1 5-16,0 2-2 0,-1-1-6 0,-2-1 6 15,3 1-3-15,-1 0 3 0,-2-1 2 16,2-2-3-16,-2 6-2 0,2-3 10 0,-1 3-15 16,2-3 5-16,-4 1 0 0,3 0 0 0,-2-1 8 15,-1 0-3-15,4 2-2 0,-6-4-1 0,5 5 6 16,-3-4-5-16,1 4 2 0,-1-3-8 15,-3-1-2-15,4 5 0 0,-4-7 5 0,3 6 5 16,1-3-5-16,-4 1 0 0,3 0-8 0,-3 1 11 16,0 0-8-16,3 1 7 0,-3-3 1 0,1 3-6 15,-1-3 8-15,0 4-12 0,0-3 14 16,3 3 4-16,-3-1-6 0,0-2-5 0,0 2 5 16,0 0-8-16,0-2 1 0,0 4 4 0,0-3-12 15,0 2 13-15,0 0-3 0,3 3-3 16,-3-3 11-16,0 0-8 0,0-3-5 0,3 3-3 15,-2-2 0-15,-1 0 3 0,0 1 5 0,3-3-5 16,0 4 0-16,0-2 7 0,-2-1-2 16,3-2-7-16,-1 4 14 0,1-3-12 0,-1 2 3 15,0 2 4-15,3-1 6 0,-2 0-8 16,2-1 0-16,-1 0-3 0,2 1 14 0,3-1-9 0,-1 2-4 16,-1-1 2-16,2-2 0 0,0 5 10 15,4-2-15-15,-4 2 7 0,4-1-17 0,0 1-5 16,-2 0-3-16,0 1-1 0,-2-3-4 0,1 2 5 15,2-2 3-15,0 1-3 0,-2-4 2 16,-4 2 6-16,6-3 15 0,-2 2 3 0,-1-1-3 16,0-1 0-16,0 0 10 0,3-1-8 0,-1 3 11 15,-2-1 13-15,2-4-21 0,0 9 10 0,-2-5 3 16,3-1-3-16,-2-1 11 0,2 4-11 16,-2-3 8-16,2-1 0 0,-3 3-15 15,4-4 8-15,-4 1-1 0,3 2 8 0,1-2 3 0,-3 0 2 16,3-1-5-16,-1 0-3 0,1-1 3 15,2 2 13-15,-1-3-10 0,1 1-1 0,2 0-2 16,-5 1 0-16,5-3 0 0,-2 1-7 0,2-2-3 16,-2 2 15-16,2-1-18 0,0-4-59 15,1 5 3-15,2-4-8 0,-4 2 21 0,4-3-3 16,-1 2 6-16,-3-1 1 0,4-2 4 0,0-1 4 16,-1 5 11-16,0-4-3 0,1-1-2 0,-1 1 12 15,1-1 9-15,0 0-6 0,-1 1-8 16,3-1 0-16,-1 0 18 0,0 0-15 0,0 2 3 15,2-2-3-15,0 0 0 0,-1 3 7 0,1-3 1 16,4 1-1-16,-4-1-4 0,3 1 9 0,4-1-4 16,-3 0-3-16,2 2 0 15,1-2-5-15,-3 1 5 0,-5 2-3 0,7 0 1 0,-5-2-3 16,2-1 10-16,3 5 5 0,-8-4-8 16,1 1-2-16,1 0-5 0,0 1-2 0,0-2-4 15,0 0 6-15,0 1 0 0,0-2 21 0,0 0-19 16,3 0-7-16,-1-2-1 0,3 0 17 0,-2-1-12 15,6 1 6-15,-5 1-10 0,0 0 3 16,-1 1 7-16,0-1-13 0,1-4 8 16,0 5-8-16,-4 0 10 0,3-1-12 0,-1-2 0 0,-1 0 12 15,-1 2-5-15,0 1 13 0,0-2-12 0,-1 1-3 16,2 0 2-16,-1-2-13 0,0 3 21 16,3-2 3-16,-4 1-1 0,1 0 1 0,0 0 5 15,1 1-1-15,-2 0-4 0,1 0-13 16,3 0 7-16,-2 0-2 0,5 0 5 0,-2 1-10 15,3 0 15-15,-1-1-13 0,-2 3 8 0,1-3-5 16,0 3-3-16,-2-2 1 0,3-1 14 0,-2 0 4 16,1 1-19-16,0-2 0 0,-2 1 16 15,-2 0 0-15,6-1 20 0,-1-2-26 0,-2 3 4 16,2-2-6-16,-2 0-6 0,1 0 9 0,-4-2 2 16,5 2-7-16,-5-4-1 0,2 4 3 0,-3 0-5 15,-3-3 0-15,5 1 5 0,-4-1 0 16,5-2 2-16,0 4-9 0,-2-4 9 0,2 0-7 15,-4-1 2-15,5 4-4 0,-4-3 17 0,5 0-15 16,-6 0 7-16,4-2-2 0,2 1 8 16,-4 0-3-16,2 1-2 0,-2 1 2 0,2-2-2 15,0 1-1-15,-2-1-10 0,1 1 6 0,1 0-3 16,-2-3 18-16,2 3-11 0,-3-1 3 16,2-2-10-16,-5 2 18 0,3-1-21 0,-3-1 13 15,1-2 0-15,-3 2-20 0,-1 0 33 0,1-1-3 16,-1-1 8-16,-1 1-5 0,0-3-7 0,0 6 24 15,-3-5-19-15,4 1 2 0,-5 0-8 0,0-1 3 16,5-4-6-16,-5 4 6 0,1 0-15 16,2-1 9-16,-3 2 1 0,-1-4-3 0,-2 1 3 15,1 3 10-15,0-4-8 0,1 0 8 16,-1-1-8-16,-1 0 0 0,0 2-5 0,0-3-10 16,0 1 21-16,1-1-11 0,-4-1 79 0,2 4-20 15,0-5 8-15,0 3-16 0,-2-3-7 0,3 0-6 16,0 2-7-16,-3-3 8 0,0 0-14 15,0 2-1-15,3-2-6 0,-3 1 5 0,0-2-5 16,2 4-3-16,-1-1 1 0,-1-2 2 0,0 3-3 16,-1-1-2-16,1-2-8 0,4 2 8 0,-5 1-10 15,1 2-5-15,0-2 12 0,0-3 0 16,3 3-2-16,-3 0-3 0,3-4-2 0,-3 4 0 16,0-1-13-16,3-3 5 0,1 4 7 0,-2 0 1 15,-2-2 2-15,4 1-7 0,-5 1 2 16,3 3-8-16,-4-3 6 0,2 1 7 0,0 2-7 15,0-2 4-15,-1 1-7 0,-2 3 8 0,5-3 10 16,-4 0-23-16,2-1-8 0,-4 1 13 0,4-1-2 16,-1 0 2-16,0 0 0 0,-1-1 0 15,0-1-3-15,0 1 11 0,-2 0-8 0,1 0 0 16,-1 0-5-16,1-3-3 0,0 3 8 0,-1-2 13 16,0 0 2-16,0 2-20 0,-1-3 7 0,0-2-7 15,1-2 13-15,0 1-5 0,-3-1-11 16,2 0 3-16,-2-1 2 0,0-1 3 0,1-1 5 15,-1 2-5-15,0-1 3 0,0-3 20 0,-1 2-26 16,1 2 1-16,0-3 12 0,-2 2-13 16,-1 2 3-16,3 0-5 0,0 2-5 0,0 5 15 15,-3-5-7-15,3 4 7 0,0 0-8 16,0-4 8-16,0 7-12 0,0-1 7 0,-1-2 0 0,1-2-5 16,-1 4 5-16,-1-1-3 0,-1 1 3 15,0-1-3-15,3 0 1 0,-3-1 4 0,2-1 1 16,-2 5-8-16,3-3 7 0,-4-1-2 0,1-4 6 15,2 7-17-15,-2-3 14 0,0-3-1 16,0 4 1-16,3 0-8 0,-4 0 0 0,-2-3 12 16,5 3-1-16,-2 2-1 0,-4-3 0 0,4 2 2 15,-1 0-12-15,1 0 8 0,0 1-6 16,-1-2 6-16,-2 2-1 0,5 1-4 0,-6 0 4 0,4-2 1 16,2 0 7-16,-2 7-7 0,0-5 2 15,0 7-2-15,0-4 9 0,2-1-1 0,-2 3-4 16,0-2 1-16,3 2-11 0,-4 2 8 0,4-2-5 15,-1-1-7-15,-2 3 4 0,3-1 11 16,0 1 0-16,0 0 2 0,-3-1-8 0,3 1-2 16,0 1 0-16,-3 0-5 0,2-1 18 0,0 1-8 15,-1-2 0-15,-1 5 0 0,3-3-10 16,-3 0 3-16,2-1 9 0,0 1-1 0,-4 2-12 16,1-2 9-16,4 1 5 0,-4-1-6 0,1 2-2 15,0-1 5-15,0-1-12 0,-1 0 7 16,1 3-3-16,0 0 11 0,2-5-11 0,-2 6 1 15,-1-2-6-15,1 1 3 0,1 0 0 0,0-3 5 16,-4 4-8-16,3-4-5 0,-1 4 18 0,1-2 3 16,3 5-18-16,-8-7 12 0,5 4 11 0,0 0-18 15,-1-1 8-15,4 4-3 0,-7-5 0 16,1 2-3-16,6 3 0 0,-7-7 3 0,3 4-2 16,4 3-6-16,-10-3 11 0,7-1-6 0,3 4 8 15,-10-3 0-15,4 1-7 0,-2-1-1 16,1 3-4-16,0-2-4 0,-3 1 11 0,3-3 0 15,-3 2 0-15,3 1-2 0,-4 1-1 16,2-2-7-16,-1 1 10 0,-1-3-5 0,1 3 5 16,0-1 13-16,2 1-11 0,-2-2-4 0,0 2 4 15,0 1-4-15,0-2 4 0,3 1-7 0,-4-3 8 16,4 2-3-16,-2 1 5 0,9 1 0 0,-18 0-8 16,11-2 6-16,-2 1-13 0,-2 1 7 15,1-4 3-15,0 4-5 0,-1 0 13 0,-2 0-11 16,1 0 13-16,-7 0-2 0,1 0-13 0,0 0 0 15,-5 0 0-15,-1 0-8 0,-3 0 3 0,0 0-8 16,-4 4-10-16,-2-3 7 0,1 1-22 16,-2-2 4-16,3 1-22 0,-3 1-24 0,3 2 1 15,0-1-24-15,1-3-40 0,-1 4-31 16,3 0-67-16,-2-4-74 0,-1 7-466 0,5-4 75 16,-5 2 58-16,0-3 77 0</inkml:trace>
  <inkml:trace contextRef="#ctx0" brushRef="#br0" timeOffset="-101617.23">27811 12156 655 0,'0'0'248'0,"-3"-5"-25"16,3 5-11-16,0 0-33 0,0 0-7 0,0 0-26 16,0 0-13-16,-1-5-15 0,1 5-11 0,0 0 1 15,0 0-21-15,0 0 18 0,0 0-16 16,0 0 14-16,14-3-11 0,-3 1 2 0,-1 2-7 15,3-2-10-15,8-4-5 0,3 0 10 0,5 1-10 16,4-2-14-16,4-2-12 0,15-4 1 16,2 3-9-16,0 2-10 0,1-1 3 0,0 1 0 15,0 0-3-15,-8-1 56 0,-5 7-2 0,-2-3-15 16,-2 4-29-16,-7-2-17 0,-1-1-34 0,-5 4-31 16,-4 0-17-16,-1 0-24 0,-3 0-12 15,-7 4-16-15,0-1-38 0,-6-3-110 0,-1 6-481 16,-6-4 36-16,-4 4 68 0,-3-2 85 0</inkml:trace>
  <inkml:trace contextRef="#ctx0" brushRef="#br0" timeOffset="-101351.23">27916 12406 678 0,'0'0'240'0,"13"2"52"16,-13-2-10-16,15 0-36 0,-1 0-14 0,2-3-14 16,2-1-18-16,6 1-11 0,4 1-23 15,3-3-4-15,3-3-27 0,6 2-7 0,-2 1-5 16,3-1-10-16,-3-1-8 0,3 3-18 0,-1-1-13 16,-1-2 0-16,-2 5-28 0,-6 0-23 15,0-4-35-15,-4 4-11 0,-3-2-31 0,-4 3-8 16,-2 1-12-16,-2-3-26 0,-2 1-92 0,-4-3-194 15,-3 5-333-15,3-2 27 0,-6-4 65 0,-4 3 74 16</inkml:trace>
  <inkml:trace contextRef="#ctx0" brushRef="#br0" timeOffset="-101050.7">28551 11996 737 0,'2'-5'302'0,"6"0"-21"16,-2 2-102-16,1 3 1 0,5-2-17 0,-1 2-6 16,0 2-32-16,2-1-10 0,4 6-7 0,-3 3-1 15,3-2-25-15,-1 8 3 0,-1-1-9 0,-2 1-4 16,1 1-18-16,-4 1 15 0,-3-1-20 16,1 1 7-16,-8 2-10 0,0-1-3 0,-1 2 1 15,-9 1 66-15,0 0-10 0,-5 3-3 16,-4-3-15-16,1 2 0 0,-6-2-18 0,4-2-3 15,-4 3-17-15,0-2-1 0,4 0-7 0,-4-3-8 16,0 3-7-16,3-2-26 0,-2-1-16 16,2 3-48-16,3-3-74 0,2 0-152 0,4-1-518 15,6-4 96-15,0-3 49 0,6-4 74 0,3-2 67 16</inkml:trace>
  <inkml:trace contextRef="#ctx0" brushRef="#br0" timeOffset="-100034.89">29455 11966 778 0,'-13'-2'243'0,"6"2"-26"16,7 0-20-16,-14 2-15 0,4-2-26 0,3 5-12 16,1-3-11-16,-2 1-8 0,1 4-25 0,1-6 8 15,-1 6-27-15,0-5-19 0,3 6-1 16,-2-1 1-16,4-4-8 0,-3 2-3 0,5 4-5 16,-3-3-5-16,3-1-8 0,0 2 3 0,3 2-8 15,2-2-5-15,-3 2 5 0,4 0 0 16,2 3-5-16,1-3-7 0,0 1 7 0,-4 0 5 15,6 3-31-15,-1-3 29 0,0 1-13 0,1 3 5 16,-1-4-3-16,0 3 0 0,2-1-4 16,-7-4 4-16,2 4-15 0,1-3 3 0,-6 0-3 15,5-1 15-15,-4 1 0 0,-2-1 6 0,-1-1 2 16,0-2-77-16,-1 2 11 0,-2 0 7 16,0-1 0-16,-3-1 18 0,-2 2-8 0,-2-1 21 15,3-4 0-15,-4 3 8 0,1-1 4 0,0-3-2 16,-1 3 8-16,-2-1-10 0,4-3 10 0,-1 0 10 15,1 1-5-15,0-1-11 0,1 2 6 16,1 1-5-16,7-3 17 0,-16 0-2 0,9 1-20 16,7-1-8-16,-10 0-36 0,10 0-21 0,-10 0-50 15,10 0-6-15,0 0-46 0,0 0-58 0,-11 1-139 16,11-1-313-16,0 0 50 0,0 0 56 16</inkml:trace>
  <inkml:trace contextRef="#ctx0" brushRef="#br0" timeOffset="-99484.21">29767 12098 609 0,'0'0'179'16,"-4"-7"-5"-16,4 7-18 0,-4-7 0 0,1 6-15 15,3 1-8-15,-3-6-15 0,3 6-11 16,-2-4-9-16,2 4-9 0,-8-7-7 0,8 7-10 16,-4-1 2-16,4 1-15 0,-7-6 79 0,7 6-12 15,-2-1-6-15,2 1 3 0,-5-6-26 16,5 6-10-16,-6-1 0 0,6 1-13 0,-7-4-2 16,7 4-8-16,0 0-3 0,-7-4-9 0,7 4-6 15,-9-2-16-15,9 2 4 0,0 0 1 16,-15 5 6-16,15-5-12 0,-14 4-6 0,7-3-11 15,0 4 19-15,-2-3-8 0,1-1-5 0,1 5 3 16,-2-5-9-16,5 4 11 0,-4-3 11 0,2 1-14 16,6-3-7-16,-10 5-3 0,4-3 0 15,2-1-10-15,4-1 8 0,-7 7 5 0,7-7-8 16,-7 2-2-16,7-2-6 0,-3 5 3 0,3-5-3 16,-4 3-2-16,4-3-13 0,-6 7-12 15,6-7-24-15,0 0 0 0,-1 3-33 0,1-3-28 16,0 0-33-16,1 5-65 0,-1-5-63 0,6 5-421 15,-2-4 22-15,-4-1 71 0,8 1 40 16</inkml:trace>
  <inkml:trace contextRef="#ctx0" brushRef="#br0" timeOffset="-98651.88">29363 12127 537 0,'0'0'159'0,"0"-9"-11"0,-1 6 13 16,-2-4-7-16,0 4 5 0,3-2-18 0,0 5-6 16,-5-9-4-16,-3 2-3 0,7 6-11 15,-5-5-12-15,-1 4-20 0,0-1 12 0,0-1-2 16,-1 2-6-16,8 2-9 0,-22 0 12 0,11 6-18 15,-1-3 54-15,-3 3-2 0,-2-1-16 16,3 5-8-16,0-1 6 0,-2 2-24 0,4-1-2 16,1 4-10-16,-1 1-8 0,1-4-8 0,2 6 0 15,2-3-5-15,1 0-2 0,-2 1-72 16,8 0 0-16,-3 2-5 0,6-4 15 0,-3-1-7 16,3 3 7-16,5-2-8 0,0 2 3 0,0-5 6 15,2 1-4-15,1 0 16 0,4-4-5 0,-2 0 20 16,-3-3-17-16,7-3-1 0,-4 3-2 15,-3-2 5-15,6-2-5 0,-5-3-5 0,1-1 5 16,-2 0 0-16,2-2-3 0,0-2 18 0,-2-2-10 16,0-2-2-16,-3 1 4 0,3-6-10 15,-3 2 14-15,-1-2-12 0,2 0 9 0,-2-1 5 16,-2 3-19-16,2 0 24 0,-2 2-5 0,-1-1-3 16,2 5-2-16,-2-1 7 0,0 1-20 0,0 3 5 15,-3 2 5-15,3-1 0 0,-3 5 2 16,0 0-7-16,0 0 15 0,4 17-5 0,-4-10-5 15,0 4-7-15,3-1 9 0,-3 5-4 0,3-2 7 16,-3 3 8-16,3 0-16 0,-2 2 8 16,2 1-5-16,1-2-15 0,-1-1-8 0,-2 2-8 15,5 0-41-15,-2 2-25 0,-1-2-46 0,3-3-80 16,-2-4-56-16,5 4-279 0,-4-5-128 16,0-3 72-16,-3-4 58 0</inkml:trace>
  <inkml:trace contextRef="#ctx0" brushRef="#br0" timeOffset="-96451.73">29608 11993 698 0,'0'0'279'0,"0"0"-23"16,0 0-23-16,1 23-10 0,-1-13-34 0,4 5 3 15,-1 2-28-15,-1 1-23 0,-1-1-5 16,0 5-19-16,2-1-7 0,3 1-12 0,-2 3 4 15,-1-7-18-15,4 3-14 0,-3-2-73 0,3-1-5 16,1 3 8-16,-3-4-2 0,2-3-8 0,-3 0 12 16,5-3-10-16,-5 1-7 0,2-2 7 15,-2-4 3-15,3-4-18 0,-3 3-10 0,2-5 10 16,-6 0-10-16,0 0-1 0,12-12-9 0,-10 5 15 16,-2-4-8-16,4 3 8 0,-1-9 5 15,-1 2 7-15,-1-2 9 0,-1 1 12 0,1 3 28 16,-2-2-10-16,2 1 15 0,-1-1 1 15,0 4-8-15,0-3 10 0,0 4-1 0,3 0 27 0,-3 2-39 16,0 1 3-16,5-3-3 0,0 3-18 16,1 3 11-16,2-3 2 0,-1 0 0 0,3 5-10 15,4-4 10-15,-1 4-8 0,5-3 8 16,-2 2-13-16,2-4 1 0,2 6-4 0,3-5-7 16,2 2 16-16,-1-1-9 0,0-2 9 0,2 4-14 15,-1-4-7-15,-1 0 3 0,0 2 14 16,-7 0-1-16,4-2-6 0,-1 3 5 0,-3-1-10 15,-3-4-3-15,2 7 11 0,-4-4-5 0,-2-1-1 16,1 6-4-16,-2-6 7 0,-2 4-13 0,0-3 34 16,-4 5-24-16,4-6-4 0,-4 6 4 0,1-3-12 15,-4 4-8-15,5-7 15 0,-5 7 11 16,0-6 15-16,0 6-28 0,0 0 3 0,-9-7-1 16,9 7-7-16,-4 0 20 0,4 0-5 15,-9-1-7-15,9 1-1 0,0 0 0 0,-14 1 1 16,14-1 2-16,-11 0 5 0,5 4-13 0,6-4 19 15,-7 3-17-15,7-3 12 0,-11 1-9 0,8 4 3 16,3-5-5-16,-7 2 2 0,1-2-7 16,6 0 13-16,-4 6 2 0,4-6-8 0,-6 4-7 15,2 0 2-15,4-4-17 0,-4 3 4 0,1 3-45 16,3-6 14-16,-3 4-4 0,3-4 10 0,-2 8-5 16,0-4 15-16,-1-1 8 0,3-3-8 15,0 8 5-15,-3-3 6 0,3-5 4 0,-1 9 3 16,1-9-2-16,-1 6-8 0,1-1-11 15,0-5 19-15,-5 7 7 0,5-7 8 0,0 10-10 16,0-10 9-16,3 6 4 0,-3-4-3 0,3 3 5 16,-3-5-3-16,4 5 6 0,-4-5 2 0,7 5 3 15,-4-3 4-15,-3-2 9 0,14 0-11 16,-7 0 0-16,-7 0 11 0,18-2 4 0,-9-2-4 16,-2 3-6-16,2-3 3 0,1-2 0 0,-2 4-8 15,-1-4 1-15,0-1 9 0,0 2 0 16,-1-1-4-16,-2-1 7 0,2-1-8 0,-5-1 1 15,2 1-6-15,0 0 0 0,-3-1 3 0,0-1 7 16,-3 2-4-16,3-1-14 0,-3 1 34 16,-1-1-15-16,-2 3-6 0,2-1-7 0,-6 4 7 15,3-2 5-15,-3 5-4 0,-1-1 9 0,1 2-17 16,-3 4 5-16,-2 4 5 0,-4 1 5 0,3 4 0 16,-4 3-3-16,1 3 1 0,3 2-1 0,1 1 8 15,-2-1-10-15,6 3-2 0,2-2-3 16,-2 2 10-16,7 0-11 0,-2-2 14 0,3-4-16 15,3 4 3-15,3-3 0 0,3 2 0 16,1-2-13-16,1 2 18 0,5-4-16 0,0 0 13 16,4-3-7-16,-3 2-5 0,4-7 12 0,5 3-5 15,-6-5-12-15,4-4 7 0,0 1-8 16,-2-2-2-16,-1-4 5 0,3-1 46 0,-4-5-5 16,3 0-15-16,-3-1-6 0,1-4 6 0,-2-5-11 15,1 1-7-15,-3-7 5 0,0-2 5 0,-4 1 2 16,1-1-2-16,-4 2 0 0,2 2 5 15,-5-3-3-15,2 6 16 0,-3 1-15 0,-1 2 12 16,1 0 5-16,-3 5-15 0,3 0-2 0,-1 1-6 16,-2 3 1-16,0 6-4 0,0 0-4 0,0 0 20 15,0 0-17-15,0 0 1 0,-8 20-9 16,6-8 5-16,1-1 4 0,1 5 1 0,0 0 5 16,0 1-13-16,0 2-2 0,1 1-1 15,1-1-2-15,1 1 3 0,-3 2-1 0,5-4 1 16,-3 2 2-16,1 0 3 0,2-3-6 0,-3 1 3 15,1-3-5-15,0 2 11 0,0-4-11 0,-1-1-3 16,1-4-2-16,0 2 15 0,-3-3-7 0,3-1 10 16,-3-6-19-16,-3 2 12 0,3-2-9 0,0 0-2 15,0 0 5-15,-3-15-8 0,3 5 8 16,-3-4 0-16,3 2 0 0,-2-2 0 0,2-4-7 16,-3 1 4-16,3 2 3 0,3-2 3 15,-1 1-9-15,1 3 9 0,0-2 5 0,2 0-3 16,-3-2-5-16,7 6-5 0,1-3 10 0,-2 3 0 15,5-2 0-15,1 5-15 0,3-3 10 16,4 1 0-16,0 1-5 0,2-1 0 0,1 4 7 16,3-2 1-16,-2 2-6 0,2-1-2 0,-1 4-8 15,-4-1 6-15,0 2-9 0,0-1 8 0,-2-1-7 16,-2 2 7-16,2 0 3 0,-6-1-5 0,-1 0 13 16,3 3-19-16,-6-3 19 0,1-1-11 15,-3 4 8-15,-1-3-13 0,-4 1 8 0,-3 2 13 16,7-3-5-16,-7 3-9 0,0 0 12 0,0 0-1 15,0 0 2-15,-20 12-4 0,6-6 2 16,2 4-2-16,-4-1 12 0,0 2-7 0,-2 3-3 16,2-3-3-16,1 6 11 0,2-4-5 0,-1-1 2 15,4 1-7-15,3-1 2 0,0 2-8 16,0-2-2-16,4 1-3 0,0-2 13 0,2-1 8 16,2 2-13-16,2-2 3 0,0 0-6 0,5-2 1 15,2-1-3-15,0-6 5 0,4 6-11 16,-4-4 16-16,7-3-5 0,-4 1-2 0,2-2-1 15,-2-2-12-15,0-2 10 0,5 2 10 0,-5-4-8 16,1-3 6-16,1 2-3 0,-2 1-3 0,-3-3 1 16,1 2 2-16,0 1 7 0,-3 0-4 0,-1 3 2 15,0-2-2-15,-3 5-6 0,3-3-7 16,-7 4 18-16,9-2-6 0,-9 2-10 0,0 0-2 16,15 7 10-16,-9-7-2 0,1 6 4 15,0-3 6-15,5-1-8 0,-2 4-8 0,1-3 13 16,1 2-2-16,1-3-3 0,7 2-13 0,-3-1 11 15,4-3-6-15,0 1 0 0,-1-2 3 0,4-1-8 16,-3 0-10-16,-1-3 8 0,-3 3 12 16,4-4-7-16,-3-1-3 0,-5-3 8 0,3 3-5 0,0-1-3 15,-5-3 11-15,1-2-1 0,-3 2 3 16,-2 0 0-16,0 2-10 0,2-1 10 0,-7 1 2 16,1 4-9-16,0-1 4 0,-3 6 8 0,2-1 5 15,-2 1 8-15,0 0-12 0,0 0 1 16,-8 21 14-16,4-6-1 0,0 2-4 0,1 6-9 15,2 2 3-15,0 6 1 0,-1 5-1 0,2 3-8 16,2 12 6-16,-1 3 0 0,0 2-1 16,-1-12-4-16,0-5-6 0,-1 1 11 0,0-5-3 15,-1 0-7-15,-1-5-1 0,-3 1-2 0,2-6 8 16,1-4-3-16,-2 1 5 0,-4-9-5 0,2 2-11 16,-3-7-6-16,-1-2 6 0,4-3-1 15,-4-6 4-15,-5-3-5 0,3-2 8 0,-1-9 2 16,0-1-2-16,-3-7 13 0,4 2 10 0,3-4 7 15,-1 1-14-15,4 2 12 0,1 1 0 0,4-1-8 16,0 4 8-16,4-2 5 0,0 4-17 16,1-5 4-16,7 3 3 0,4-3-10 0,3-1-1 15,6 3 3-15,8-8 1 0,3 1-4 0,1 5-2 16,2-2-2-16,5 0 5 0,0 1 2 0,-3 0-5 16,3 3-7-16,-2-2-4 0,-9 5 17 15,-4 3-9-15,-5-2-4 0,0 0-9 0,-4 6 9 16,-1-4-1-16,-3 0 6 0,-4 4-8 0,-2-2 5 15,1 3-3-15,-5 2-10 0,-1 0 11 0,-3-1-11 16,0 9 3-16,-7-5 12 0,-2 3-4 16,9 2 7-16,-22 7 3 0,5 3 4 0,0-2 11 15,-3 9-15-15,6-2 15 0,-6 5-23 0,6 2 10 16,-3 3 6-16,4 0-3 0,5-3-19 0,5-1 12 16,-1 4-4-16,1 0 11 0,6 0 2 15,1 0 3-15,6 4-13 0,1-3 5 0,5-1-10 16,2 0-2-16,3-1 7 0,2-4 3 0,1-2-29 15,5 1-35-15,-5-4-21 0,-3-2-64 0,-3-6-117 16,-1-2-600-16,-3 1 49 0,-3-6 111 16,-2-2 71-16,-8-4 56 0</inkml:trace>
  <inkml:trace contextRef="#ctx0" brushRef="#br0" timeOffset="-95701.03">29168 13083 849 0,'0'0'302'16,"0"-7"-35"-16,0 7-35 0,-3-5-22 0,3 5-7 0,0 0-6 15,-18 1-31-15,18-1-12 0,-16 5-26 16,9 1-16-16,-4 0-2 0,1-4-87 0,3 8 13 16,-5-3-26-16,3 1 11 0,0-1-6 15,2 1 8-15,-1 1-10 0,2-1 15 0,2 0-23 16,-2 2 3-16,3-1 13 0,3-1-9 0,0 0 9 16,3 1-11-16,2-1 5 0,0 0-12 15,5 3 7-15,1 1 6 0,2-3 4 0,1 1-17 16,3 3-3-16,2-3 15 0,-7 0-12 0,5 0-14 15,0 4 16-15,-3-4-5 0,-4-2 6 16,4 2-9-16,-7 3 3 0,-1-4 15 0,1-1-15 16,-4 2 8-16,0-2 2 0,-6 2 8 0,0-3-5 15,0 3-3-15,-4-2 3 0,0 0 5 0,-2-1 5 16,-3 3-15-16,-1-3 15 0,-1 1-5 16,1-2 7-16,-1 0-7 0,4-1 0 0,-1 1-10 15,-2-4 2-15,2 4-13 0,0-2-7 0,2-2-18 16,2 1-5-16,0-1-54 0,0-1-36 15,7-1-51-15,-7 3-46 0,7-3-26 0,0 0-41 16,0 0-107-16,14-9-192 0,-2 4-5 16,0-2 40-16</inkml:trace>
  <inkml:trace contextRef="#ctx0" brushRef="#br0" timeOffset="-95328.65">29575 13101 652 0,'0'0'269'0,"-4"-8"-28"0,-2 6-16 0,6 2-20 0,0 0-16 16,-21 6-2-16,11-1-28 0,0 2-11 16,-4 5-10-16,4 0-15 0,-4-4-15 0,4 6-1 15,0-3-7-15,-1 4-8 0,4-5-13 0,0 5-7 16,1-3-5-16,1 3-6 0,-1-2-20 0,3-1 13 16,3-4-13-16,0 7-3 0,0-5-7 15,3-1 2-15,3-1-15 0,-1-1 0 0,1-4-8 16,1 4-2-16,0-6 0 0,3 0-6 0,-1-1 11 15,-9 0-10-15,12-2 2 0,-2-1 5 16,-10 3-10-16,13-6 5 0,-9 6 10 0,-4 0-15 16,11-1 0-16,-11 1-5 0,0 0 16 0,6 8-9 15,-6-1 3-15,0 3 8 0,-3 3 15 16,0 5-20-16,0 2-3 0,0 7 3 0,-5 6 12 0,4 3 8 16,-5-2-15-16,2 11 5 0,1-3 0 15,-2-9 7-15,6 6 52 0,-6-4-15 0,6-2-3 16,-3 2-11-16,1-10-9 0,1 6-24 15,3-6-20-15,0-6-62 0,0 4-35 0,0-6-31 16,0-3-57-16,0-3-160 0,0-3-454 0,7-6 85 16,-4-2 69-16,-3 0 61 0</inkml:trace>
  <inkml:trace contextRef="#ctx0" brushRef="#br0" timeOffset="-93712.71">29718 13126 926 0,'0'0'218'0,"-3"15"-21"0,0-5-15 0,0 3-19 15,3-1-1-15,-2 3-22 0,0 2-12 0,2 2-25 16,-4 1-1-16,4-1-10 0,4-1-5 0,-4 4-7 16,3-3-1-16,-2-1-12 0,2 1-21 15,0 0-11-15,1-3-4 0,2-1-15 0,1-1-4 16,0-1-1-16,0-5-1 0,0 0-20 15,2-5-1-15,-1 1 4 0,2-7-11 0,0 2-5 16,4-4-18-16,-4-2 0 0,4-6-10 0,-2-2-3 16,-1-2 13-16,2-1 8 0,-2-6 15 0,-1 4 10 15,1-3 16-15,-4 4 2 0,0-2 26 16,1 7 10-16,-5 0 0 0,5 0-13 0,-6 6-5 16,1 0 11-16,-3 6-6 0,0 2 11 0,0 0-9 15,0 0-4-15,0 0 5 0,-3 17 7 16,3-7-12-16,0 5 0 0,-1-2 2 0,1-1-12 15,1 3-9-15,2 3 9 0,0-1 5 0,1-2-9 16,2 2 9-16,2-1 2 0,2 0-2 0,3 1-13 16,1-3-3-16,3-1 0 0,4-3 3 15,3-3-26-15,0 1 5 0,-4-6-7 0,4-2 0 16,6-2-24-16,-2 0 11 0,3-9 3 0,0-1-16 16,1 1 10-16,-6-5-5 0,3-5 3 15,0-6 2-15,-1-6 3 0,-6 8 2 0,-7 0 8 16,-5 7 3-16,1-6 12 0,-2 8 21 0,-5-1 23 15,1 0 8-15,-4 9-8 0,-1-4-10 0,-6 3 22 16,2 3-1-16,-5 1-6 0,-2 4-16 16,1 1 6-16,-4 1-8 0,0 6-2 0,-3 1 5 15,4-1 10-15,-2 3-3 0,2-2-7 0,0 3-13 16,-1 3-3-16,4-4-5 0,3 4 6 0,-1-3 7 16,2 0-11-16,3 0-12 0,1-1 13 15,0-2-13-15,2 1 3 0,2-1 2 0,0-1-5 16,6-1 8-16,-2-1-11 0,0 2 0 15,1-3 11-15,0 0-10 0,-1 3-6 0,2 0 13 16,-1-3 0-16,-1 3-13 0,1 2 1 0,2-1 12 16,-4-1 8-16,2 1-11 0,2 0-2 15,-1 1 3-15,-1-2-3 0,2 1 15 0,0-1-10 16,0-1 3-16,1 2-3 0,0-1-7 0,1-1 14 16,4-4-27-16,-2 4 0 0,0-2-14 0,0-2-14 15,4-2-16-15,-3-2-10 0,5 2-21 0,-3-3-4 16,0-4-6-16,2-1-15 0,1 0-18 15,-4-5 12-15,4-2-14 0,-4-1-24 0,0-3 13 16,-1-4 31-16,-2 0 35 0,-1 0 19 0,2 5 53 16,-4-1 39-16,1 4 15 0,-5 0 13 15,2 3-8-15,-4 3 11 0,3 0-42 0,-2 4 26 16,-1 4 26-16,-3 1 15 0,0 0-31 0,8 10-12 16,-8-2-1-16,0 0 16 0,3 6-13 15,-3-3 5-15,3 6-7 0,-1 2-13 0,-2 0 4 16,1 0 6-16,-1-1 5 0,1 0-17 0,-1-1 1 15,-1 2-19-15,1-5 17 0,-1 0-10 0,1-3 5 16,0 0 10-16,0-2-7 0,-2-4 20 0,2 2-16 16,0-7-2-16,0 0-2 0,0 0-11 15,0 0-2-15,0 0 3 0,3-24-4 0,-2 13-9 16,5-4-3-16,-2-2 15 0,3 2-17 16,-3-2 7-16,5 4 8 0,-5-2-6 0,7 0 4 0,-3 1 9 15,0 3-15-15,-1 3-2 0,3-2-1 16,-3 3 6-16,3 0-3 0,0 4-2 0,1-2-6 15,2 4 1-15,0-2 12 0,-1 2-8 0,5 1-7 16,-2-3 5-16,1 3-2 0,0-2-3 16,2 2 12-16,1 0 3 0,-1 0 1 0,-4-2-1 15,3 0-7-15,0-1-3 0,0 2 2 0,0-1 6 16,-3-3-11-16,-1 1 1 0,4-2-3 16,-7 2-1-16,2-3-6 0,0 0 12 0,-3 0 0 15,0-3-8-15,-2 1 16 0,-1 1-6 0,-2-1-4 16,-1 1 4-16,3 2 6 0,-5-2-26 15,-1 5 3-15,0 3 2 0,-7-5 5 0,7 5 6 16,0 0-1-16,0 0 16 0,-18 8-6 0,9 0 4 16,2 1-6-16,2-1 2 0,-3 5 9 15,1-1-11-15,3 1 10 0,1 0-4 0,2 1-6 16,0 0 0-16,2-1 13 0,0 1-16 0,2-1 8 16,5 1-4-16,-2 1 4 0,4-5-10 0,4 2 18 15,0 0-8-15,3-4-2 0,3 2-16 0,4-3 11 16,0-4 7-16,4 2-15 0,2-2-3 15,1-3-5-15,0-1 3 0,0-2-3 0,-1-3-2 16,5 2 2-16,-1-5-7 0,-1-1-6 16,-2 0 3-16,-3-1 10 0,-1-3 0 0,-3-3-7 15,-7 3-3-15,1 2 7 0,-5-2 6 0,-2 4 5 16,-2-1-5-16,-5 2 5 0,1 0 0 0,-5 5 2 16,-5-2 11-16,5 6-6 0,-14-1 3 15,0 2 3-15,-6 5-5 0,3 0 2 0,-2 3 13 16,-1 1-3-16,-2 0 0 0,4 3 6 0,0-1-8 15,-1 3 15-15,7-1-18 0,-2 1-5 0,-1-1 11 16,8 1-14-16,-3-3 3 0,6 1 5 0,1-3-2 16,0 3-3-16,3-5 3 0,0 0-16 0,6-1 11 15,1-3 2-15,3 3-10 0,-1-4 5 16,2-3-10-16,3 0 15 0,-3-1-5 0,6-6-3 16,-1 3-2-16,-1-7 2 0,2-1-2 0,0-3 8 15,0-2-16-15,0-5-5 0,-1-1-7 16,-1-4-1-16,5-12 3 0,-9 5-5 0,2 3 2 15,-2-13 16-15,-1 6-3 0,-1 3 0 0,-5 0 11 16,3 1-1-16,-6 1 3 0,2 2 18 16,-3 6 18-16,0 1 5 0,0 5-15 0,-3 1-21 15,1 5 10-15,-7 5-2 0,5 3-3 0,-4 2 16 16,-3 6-3-16,0 2 7 0,0 8-1 16,-6 0 1-16,1 10 6 0,3 3-15 0,1 0 4 15,-1 18-2-15,4-7-5 0,1-2-8 0,6 5 8 16,2-2-2-16,2 12 9 0,1 1-22 0,4-1-39 15,4-1-23-15,0-2-23 0,-1 1-82 0,-1-8-138 16,-5-5-491-16,-4-5 76 0,0-3 49 0,-2-4 92 16</inkml:trace>
  <inkml:trace contextRef="#ctx0" brushRef="#br0" timeOffset="-93035.41">29066 14366 888 0,'0'0'294'16,"0"0"-35"-16,19-10-9 0,-8 3-35 0,-1-1-30 15,4 0-9-15,0-2-17 0,-1-4-13 0,5 3-36 16,-5 0 13-16,1-4-8 0,-4 1-7 15,1-1-19-15,-4 5-2 0,-1-7-2 0,1 7-1 16,-4-3-17-16,0 3-8 0,-3 3 7 0,-3-1 6 16,0-1-16-16,-4 6 0 0,0-2 1 0,-4 5-3 15,-2-2-8-15,0 4-8 0,-1 2 5 16,-2 0-4-16,-2 3-1 0,4 3-2 0,-3 1 5 16,0 1-3-16,5 3-17 0,0-3 2 15,-2 3 0-15,7 2 3 0,1-2 9 0,2 1-14 16,1-2-1-16,-1-1 11 0,4 4-5 0,4-4-3 15,0-1 2-15,6 3-63 0,3 1-6 16,4-4 9-16,1 1-6 0,2-3 12 0,4-1 1 0,0-1 5 16,3 2-5-16,-3-3-28 0,3-6-21 15,-3 5-38-15,1-5-75 0,-1 4-50 0,-4-5-149 16,4 0-395-16,-2-5 78 0,-4 1 84 16,3-7 49-16</inkml:trace>
  <inkml:trace contextRef="#ctx0" brushRef="#br0" timeOffset="-92685.04">29531 14283 696 0,'3'22'261'0,"-3"-1"-26"0,3-1 14 0,-3-2-37 16,3 1-25-16,-2-3 0 0,2 5-26 0,4-2-92 15,-3 1-13-15,-1 1 6 0,0-3-16 16,1 0 13-16,-1-1-11 0,-3-4-4 0,5-1-11 15,-3 0 13-15,-2-2 23 0,3-3-5 0,1-3-7 16,-4 2-6-16,0-6 3 0,0 0 5 16,0 0-16-16,0 0-5 0,4-23 1 0,-4 7-8 15,0-3-3-15,-1-11-3 0,-2-1-4 0,-1-6-3 16,4 4 0-16,0-3 0 0,0 5 7 16,0 2 1-16,0 0 12 0,0 4-5 0,0 4 65 15,0 0-9-15,0 2-4 0,0 2-8 0,0-1-3 16,4 4-13-16,-4 0-4 0,4 4-6 0,-1 1-10 15,3 0-3-15,-2 1-25 0,5 1-26 16,1 3-20-16,-2 0-52 0,-1 4-58 0,4 0-113 16,2 1-266-16,0 4-269 0,3-3 115 15,-1 3 36-15,-1 0 69 0</inkml:trace>
  <inkml:trace contextRef="#ctx0" brushRef="#br0" timeOffset="-92318.72">29920 14395 790 0,'-4'13'228'0,"1"3"-28"0,0-1 58 16,3-5-14-16,-1 0-19 0,0 4-28 0,-1-4-26 16,2 2-9-16,-3-1-11 0,3-1-8 15,-3 0-33-15,3-3-2 0,0 1-1 0,0-1 3 16,-3 0-66-16,3-3 4 0,0-4 1 0,-1 7 0 15,1-7-8-15,0 0-18 0,0 0 12 16,0 0-6-16,0-21-4 0,0 9 6 0,0-5 0 16,0 0-16-16,1-2-5 0,-1-6-5 0,3 0 16 15,0-2-6-15,2 2 6 0,0 2 2 16,0-1-16-16,1 1 4 0,1-1 1 0,-1 6 4 16,1-2-9-16,4 0 11 0,-3 6 0 0,0-1-10 15,3 1-5-15,-4-1 12 0,6 5-7 0,-2-1-21 16,-1 1-3-16,6 1-9 0,-2 2-31 15,0 0-14-15,0 1-40 0,1 4-15 0,-2-1-34 16,0 1-38-16,1 2-33 0,-4 0-57 0,3 2-92 16,1 0-281-16,-1-1 40 0,-1 1 60 15</inkml:trace>
  <inkml:trace contextRef="#ctx0" brushRef="#br0" timeOffset="-91732.4">30318 14214 616 0,'-5'8'213'0,"1"3"-31"15,-2-3-6-15,3 6-2 0,0-3-18 16,-1-1-40-16,-3 3 24 0,6-3-14 0,0 0-11 16,-4 3-8-16,5-2-22 0,-3-3 20 0,3 4-23 15,0-3 71-15,3-1-27 0,-3-2 4 0,3 1-14 16,0 0-4-16,2-2-12 0,-2-2-13 16,1 0-8-16,2-3 3 0,1 2-15 0,-7-2-6 15,0 0-7-15,17-8-3 0,-13 2 6 0,2-5-24 16,-3-1-2-16,-2 2 4 0,-1-5-1 15,3 2 1-15,-3 0-6 0,-3-3-1 0,3 0-5 16,-4-1 13-16,1 2-13 0,0 1 18 0,2-1-8 16,-2 1-77-16,0 3 16 0,0-3 5 15,3 4 23-15,-2-4-15 0,2 4 0 0,0 1-9 16,2-3 7-16,1 0 22 0,2 4-18 0,0 1 5 16,1 2-2-16,1-1-3 0,4 0 0 15,-4 5-2-15,3-1 7 0,1 2-7 0,1 2 10 16,-1-1 2-16,0 6-7 0,2 0-3 0,1 3-5 15,-1 0 21-15,0 5 10 0,1 3-11 0,-4-3-2 16,1 2 0-16,-1 3 0 0,-3-7-15 16,0 4 5-16,0-1 7 0,-3 0 1 0,-1-5 4 15,2 2-2-15,-3-3 3 0,-2-1 2 0,3-1 0 16,0 2 13-16,0-3 7 0,-1 0 9 0,-1-2-6 16,-1-5-18-16,0 6 8 0,0-6-5 15,0 0-3-15,0 0 13 0,0 0-10 0,-6-18 2 16,9 5-5-16,-6-1 1 0,8-8 1 0,-4 0-17 15,4-6 10-15,1-3-2 0,1-1 69 0,0-2-11 16,4 2-12-16,5-9-1 0,-2 8-2 16,-3 5 3-16,2 1 0 0,-2 7-11 0,-1-2 1 15,0 4-4-15,4 3-9 0,-6 3 7 16,0-1-12-16,-3 3-3 0,4 2 5 0,-5 1-13 16,4 3-2-16,-3-2 2 0,3 6 0 0,-8 0-18 15,10 0-17-15,-10 0-37 0,6 12-37 16,-6-6-47-16,0 7-100 0,-6-1-440 0,4 5-120 15,-6-2 84-15,0 3 74 0,-5-1 54 0,0-3 88 16</inkml:trace>
  <inkml:trace contextRef="#ctx0" brushRef="#br0" timeOffset="-87436.08">15122 14715 783 0,'0'0'263'0,"0"0"-22"0,0 0-23 16,0 0-21-16,0 0-10 0,9 14-21 0,-8-10-12 16,6 4-19-16,-3 0-17 0,5 1 5 15,-2-1-23-15,4 2-11 0,-1-2-2 0,0 3 3 16,1-1-1-16,2-3-9 0,0 1-6 16,1-2 3-16,0 1-13 0,3 0-13 0,0-2 3 15,0-2-11-15,1 0-2 0,-2 0 5 16,-1-2-74-16,1-1 0 0,2 0 2 0,1-1-4 15,-1-4-4-15,-1 2 32 0,3-2-24 0,-2-3 21 16,2 1 3-16,-3-4-11 0,0 0 5 0,4-3 0 16,-4-2 6-16,0 0-6 0,3-3 6 0,-3-4 4 15,1 3 3-15,-1-4-12 0,3 0 22 16,-3-2-13-16,8-12 6 0,-5 3-16 0,4 0 6 16,0-3 2-16,0 2 2 0,-1-1 16 15,1 4-12-15,-3 4 11 0,-4 4-24 0,4 0 7 16,2 0 2-16,-3 5 6 0,4-3 0 0,4-9-1 15,-1 12 4-15,-5 0-11 0,5 0-6 16,-4 1 4-16,4-2-3 0,8-4 12 0,-1 0-9 16,-4 7 79-16,-2 1-16 0,10-6 3 15,-7 4-8-15,0 3-20 0,-5 1-2 0,5-2-17 0,-4 6 14 16,-2-3-10-16,-1 4-6 0,0 1 6 0,-4 1-4 16,1 0 1-16,-4 0-13 0,0 1 3 15,0 0 5-15,0 3 0 0,0-3-8 0,0 0-3 16,1 3 14-16,-2 0-14 0,2-3 9 0,-1 3-17 15,0-2 19-15,3 4-15 0,-3-4-1 16,0 3 13-16,3-3-7 0,-2 3-13 0,3-2 20 16,-2 1-8-16,-1 0 6 0,3 1-3 15,-1-1 0-15,0 0-12 0,1-2-4 0,-4 4-1 16,1-4 7-16,1 4-3 0,-1-3-13 0,-2 1 14 16,2-2-9-16,0-1-4 0,1 3 12 0,-4-2-5 15,4-2 11-15,2 0-6 0,0 1-7 0,-1-3-1 16,1 2 6-16,3 0 0 0,-4-2 5 15,1 0 0-15,-1-4-8 0,0 6 0 0,1-4 3 16,0-1 18-16,-4 1-11 0,3-1-5 0,-2-2 3 16,2 3 5-16,-3-3-5 0,0 2 0 15,0 0 10-15,-3-1-10 0,3 0 15 0,-3 2-5 16,3-4-5-16,-7 5 3 0,4 0-6 0,-1-3 11 16,1 0-8-16,-4 3 0 0,0-3 5 0,1 5 0 15,-4-4 16-15,0 2-1 0,2 1-4 16,-5 2 2-16,0-2 2 0,-1 2 0 0,-3 1-9 15,1-3 9-15,-2 3-4 0,-2 0-4 0,-1 0-12 16,-3 2 13-16,1-1-13 0,-4 2 0 0,-4 0 15 16,3 4-17-16,-3-3 7 0,-2-1-2 15,-2 4 7-15,2 0 5 0,-2-1-7 0,2 1-3 16,-2-2 0-16,2 2-7 0,1-1 7 16,2 1 7-16,2 0-9 0,-2 0-3 0,6-1 3 15,7 1-14-15,-17 0 6 0,13-3 5 0,4 3 5 16,0 0 0-16,0 0-15 0,0 0 13 0,0 0 2 15,0 0-10-15,0 0 12 0,21-10 1 16,-11 8-18-16,3-3 10 0,2 2 5 0,5-4 0 16,-3 6-5-16,1-6 5 0,1 5-10 0,2-2 5 15,0 2-5-15,-1-2 8 0,1 1-6 0,0 1 11 16,-2 2-6-16,-1 0-2 0,3 2 0 16,-5 3 5-16,2 2 6 0,-5 0 1 0,1 3 4 15,-1 1-1-15,-3 4 6 0,1 3-14 0,-4-1 14 16,-3 6 4-16,2 1-14 0,-6 2 1 15,0 1 4-15,0-1 2 0,-6 6-3 0,2 3 3 16,-3-3-23-16,-3 1-44 0,-1 15-22 16,-2-4-57-16,-1-2-192 0,4 1-515 0,-7 1 60 15,7-8 78-15,0-6 57 0,-4 0 82 0</inkml:trace>
  <inkml:trace contextRef="#ctx0" brushRef="#br0" timeOffset="-85502.63">14427 15565 808 0,'-3'-4'295'0,"3"4"-16"0,0-6-28 15,0 6-13-15,-3-6-23 0,3 6-21 16,0 0-7-16,0 0-23 0,0 0-21 0,6-4-7 0,-6 4-24 16,0 0 4-16,11 11-19 0,-4-5-5 15,-1 2-7-15,1 1-11 0,0 0-18 0,0 1 3 16,0 3 0-16,-1-1-16 0,2-2-2 15,-1 3 5-15,-1-3-17 0,-3 0 1 0,1 3-4 16,2-5 5-16,-1 3-6 0,-2-4-4 0,0 0 7 16,1-3-8-16,-1 4 3 0,-3-2-5 15,3-3 5-15,-3-3-2 0,4 4 2 0,-4-4-3 16,0 0-7-16,0 0 8 0,6-14-1 0,-6 3-7 16,4 0 5-16,-3-3-11 0,2 0-12 0,0-3 10 15,1 1-71-15,2-1 4 0,-3 2 11 16,1 2 8-16,-1 1 2 0,5 2 8 0,-5 2-8 15,3 1 2-15,1 3 6 0,-3-1 0 0,3 4 2 16,-7 1 5-16,16 3-4 0,-6 4 9 16,-2-2 16-16,2 5-21 0,3-1 16 0,-5 4-8 15,2-2 16-15,0-1-16 0,0 5 10 16,-3-1 6-16,-3-3-4 0,5-1 17 0,-5 3-24 16,0-4 0-16,0-1 10 0,2 1 14 0,-3-3-11 15,-3-1 5-15,3 0 13 0,-2-2-5 0,-1-3-1 16,0 0-4-16,0 0 5 0,0 0-6 0,0 0-1 15,-4-23 1-15,1 13-7 0,0-7-5 16,0-1 3-16,2-1 7 0,1-2-16 0,0-4 17 16,0 4 1-16,4-1 1 0,-1 4 0 15,-3-1-8-15,3-1 0 0,1 8 2 0,-1-1-2 16,0 1 5-16,0-1-7 0,2 5-1 0,-2 1 6 16,4 4 2-16,-1 3-5 0,-6 0 2 0,0 0 6 15,21 10-16-15,-14-5 19 0,0 6-16 16,3 1 12-16,-3 1-9 0,3 1-1 0,0 3 6 15,1 1-1-15,-1-3 3 0,0 2 0 16,4-2-5-16,-1 1 3 0,1-1-3 0,-4-3 3 16,4-2-19-16,0 0 6 0,-1-2-5 0,4-1-1 15,-6-4 9-15,3-3-11 0,-1 0 2 0,1-3 1 16,2-4 0-16,-1 2-19 0,-2-5 9 16,-3-3-6-16,1-2 18 0,-1-3 0 0,-3-4-2 15,0 1 2-15,-3-3-2 0,-1 2 10 16,0 2 12-16,-3 0 24 0,3 2-10 0,-3 5-1 15,0 1 1-15,0-1-6 0,0 1-15 0,3 5 10 0,-3 1 24 16,0 2-22-16,0 4 9 0,0 0-3 16,0 0-8-16,0 0 3 0,4 20 10 15,-4-10-21-15,3 2 9 0,0 3 6 0,-2-1-1 16,6 0-3-16,-4 1 2 0,1 2-23 0,2-2 1 16,-2 0-22-16,2 1-29 0,2-4-35 0,-2 3-52 15,1-5-147-15,3 0-476 0,-2-3 72 16,1-2 58-16,-2-3 65 0</inkml:trace>
  <inkml:trace contextRef="#ctx0" brushRef="#br0" timeOffset="-84619.48">15385 15548 545 0,'3'10'171'16,"-2"-2"1"-16,2 2-26 0,0-3-6 0,-3 1 14 15,0-1-41-15,3-4-8 0,-3 2 38 16,0 1-28-16,0-6 13 0,0 4-28 0,0-4 69 16,0 0-10-16,0 0-19 0,0 0-19 0,-10-11-6 15,3 1-8-15,4-4-17 0,-1-1-16 16,-2 0 3-16,2-3-3 0,1 1-2 0,0 0-1 0,3 1-7 16,-3-1-5-16,3 7-10 0,0-5 7 15,-1 7-4-15,2-2-14 0,2 0 3 0,0 3-8 16,0 0 6-16,1 4-11 0,-1-2-3 15,4 4-63-15,3-1 5 0,-10 2-16 0,17 3 11 16,-10 4-6-16,4-4 8 0,-1 4 13 0,0 1-2 16,1 2-9-16,1 1 19 0,-5 0 5 0,4-1 2 15,-4 3-7-15,0-1-3 0,-1-4 10 16,1 2 3-16,-3-3 2 0,2 1-7 0,-5-1-3 16,5 0 26-16,-6-4-3 0,3 2 6 15,1-2 2-15,-4-3-16 0,0 0 14 0,0 0-4 16,0 0-4-16,0 0 0 0,4-17-11 0,-8 6-2 15,4-1-8-15,-3-6 0 0,3 1 16 0,0 0-13 16,0 1 5-16,0-2 7 0,3 1 6 16,-3 0 15-16,0 2-10 0,4 3-6 0,-1-1 11 15,-2 2-13-15,2 2-2 0,0 0-8 16,3 2 5-16,-5 1 2 0,5 3-9 0,2 2 2 16,-8 1 7-16,13 3 3 0,-6 0 0 0,3 4-12 15,0-2 14-15,0 5-9 0,1 0-3 0,-1 2 12 16,0-1-4-16,4-1-3 0,-4 3 5 0,0-1 0 15,4-2-10-15,-4 0 8 0,5 0-26 16,-5-1 18-16,0-2-16 0,4-3 3 0,-4 1 3 16,0-2-8-16,4-1 7 0,-4-4 1 0,0 1-3 15,4-6 0-15,-4-1 3 0,4 1 5 16,-4-4-11-16,0-5 11 0,1 0 7 0,-1-4-7 16,-1 2 18-16,-1-4-3 0,-4 3-5 15,2-2 10-15,-3 4 26 0,1 2 2 0,-1 1-9 16,0 3 14-16,-2 0-25 0,2 2-8 0,1 1 11 15,-4 1-6-15,3 7 3 0,-3 0 5 0,0 0-10 16,0 0 7-16,0 0-4 0,10 17 7 16,-6-9-5-16,2 5-3 0,-2-4-2 0,3 4 2 15,0 1 0-15,-1-3-7 0,1 3 13 0,4-3-16 16,-1 3-3-16,0-3-7 0,1-1 8 16,2-1-37-16,1-3-27 0,-1 1-13 0,-3-3-54 15,4-1-105-15,0-3-243 0,0-2-279 0,-4-3 74 16,3 1 87-16,-5-4 54 0</inkml:trace>
  <inkml:trace contextRef="#ctx0" brushRef="#br0" timeOffset="-84486.26">15973 14898 913 0,'0'0'200'0,"-11"6"-118"15,11-2-440-15,-3 4-200 0</inkml:trace>
  <inkml:trace contextRef="#ctx0" brushRef="#br0" timeOffset="-83451.86">15368 15354 688 0,'0'0'279'0,"-4"-6"-28"0,4 6-23 0,-3-7-29 16,3 7-12-16,0 0-23 0,0 0-13 0,0 0 5 16,0 0-7-16,0 0-6 0,3 21-15 15,1-10-3-15,-1-1-15 0,3 5-7 0,-2 3 2 16,3 2-8-16,0 0-18 0,0 0 1 0,0 3-11 15,3 1-5-15,-3-6 8 0,0 6-19 16,2-3-9-16,-1-1-3 0,-1 0 7 0,-1-5-7 16,-2 0 11-16,2 0-29 0,-1-3 7 0,1-4 4 15,-3 2 14-15,-2 0-7 0,5-5-13 16,-6 2-61-16,3-6 0 0,-3-1-8 0,0 0 8 0,0 0 17 16,0 0 1-16,0-23-13 0,-3 10 5 15,0-4 12-15,0-3-6 0,2-5 1 0,-2-2 11 16,0 1-18-16,3 1 5 0,-3 0 3 15,6 0 12-15,-3 3 1 0,3 4-4 0,-3-2 9 16,3 3 2-16,1 2-10 0,-1 0 2 0,1 0 11 16,6 4-3-16,-3 0-15 0,3 3 10 15,-3 2 5-15,7-1 0 0,-4 7-7 0,4-2 4 16,-4 4 3-16,3-2-7 0,4 8-3 0,-3 0 7 16,0 1 1-16,2 6-6 0,-1-2 1 15,1 2-3-15,-2 0-3 0,0 2 13 0,0 1-8 16,-1-3 16-16,1 5-10 0,-4-2-6 0,3-1-30 15,-5 0-11-15,2-4-25 0,-3 2-18 0,3-1-30 16,-3-3-68-16,0-1-63 0,-1 0-95 16,1-5-376-16,-3 3 79 0,3-3 33 0,-1-4 77 15</inkml:trace>
  <inkml:trace contextRef="#ctx0" brushRef="#br0" timeOffset="-82469.98">16168 15155 552 0,'0'0'203'15,"21"10"-11"-15,-15-3-18 0,1 2-13 0,3 1-15 16,-3 4-13-16,3-3 64 0,-3 4-20 0,0-1-31 16,3-1-1-16,-6 3-29 0,2-2-4 0,1-1-12 15,-4 2-8-15,2-5 0 0,1 0-12 0,-3-1 4 16,1 0-4-16,-4-5-63 0,3 4 37 16,0-3-10-16,0-2-11 0,-3-3 8 0,1 5 0 15,-1-5-3-15,0 0-17 0,0 0 4 0,0 0-17 16,0-21-3-16,0 12 0 0,-1-3-18 0,-2-2 6 15,3-3-3-15,0-1 10 0,-3 0-11 16,6-1 4-16,-6 1 7 0,3 5 15 0,3-3 8 16,-3 2-18-16,3 0 8 0,-2 4-8 0,-1 2 18 15,3-1-25-15,1 5 9 0,0 0-12 16,-4 4 15-16,9 0 11 0,-9 0-11 0,10 6-7 16,-2 2 7-16,-1 0-2 0,2 1-1 15,-2 2-2-15,1 4-15 0,-1-5 13 0,2 5-1 16,-5-5 6-16,2 3-3 0,-1-1 5 0,-2-4-12 15,3 2-3-15,-5 0 12 0,5-5 24 16,-6 3 77-16,3-2-75 0,-3-3-10 0,0-3-3 0,0 7 3 16,0-7-2-16,0 0 7 0,0 0-8 15,0 0-9-15,-9-17 9 0,8 7-17 0,-5-2 10 16,3-2-19-16,1-3 6 16,-1-2 3-16,0-1-11 0,0-3 11 0,3 3-8 0,0-2 5 15,0 2-13-15,3 0 15 0,-3 2-9 0,3 0 2 16,2 0-6-16,-2 4 4 0,0-3 7 0,1 9-10 15,2-3-1-15,1 4-2 0,0 0 8 16,-3 5 0-16,6 1 0 0,-4 2-3 0,5 1 6 16,-1 6-6-16,-3-1 3 0,3 3 5 0,1 2 13 15,-1 1-11-15,2-1-7 0,-1 1 0 16,-1-5 3-16,1 7 7 0,-1-5-5 0,0 4-3 16,1-4 11-16,-4-1-18 0,3 0 2 0,-1-2 16 15,-1-1-13-15,-1-1-6 0,3-1 4 0,-4-1-4 16,5-3-1-16,-4-2-9 0,-1 0-4 0,1-5-16 15,1 0 15-15,-2-2 3 0,-2-6-10 16,2 3-3-16,-2-5 18 0,-4 0 0 0,3 1-3 16,1-4 21-16,0 7 8 0,-4 0 18 0,3 1-1 15,-3-1 1-15,0 4-18 0,3 1 22 16,0 5-30-16,-3-2 3 0,0 5 7 0,0 0 6 16,10 8-4-16,-6-1-4 0,0 3 5 0,2-2 2 15,-2 6-5-15,3-3 1 0,-1 6-9 16,2-4-15-16,-1 0-10 0,2 2-36 0,1-1-30 15,-2-1-67-15,2-1-146 0,0-1-433 0,1-2 41 16,-2-2 80-16,-2-2 51 0</inkml:trace>
  <inkml:trace contextRef="#ctx0" brushRef="#br0" timeOffset="-82319.76">16728 14739 468 0,'0'0'136'0,"3"12"-83"0,1-5-122 15,0-1-287-15</inkml:trace>
  <inkml:trace contextRef="#ctx0" brushRef="#br0" timeOffset="-81752.26">16924 14890 911 0,'0'0'312'0,"13"-3"-23"0,-3 0-30 16,1 2-24-16,2 1-22 0,0-4-21 15,1 1-21-15,0-1-15 0,3-2-12 0,-1 5-19 16,-1-2-84-16,-2-1 3 0,1 4-6 0,0-2-7 16,0 1 2-16,-4 2-7 0,0-1-8 15,1 2 10-15,-2-1 0 0,1 5 3 0,-2-5 4 16,-2 9 6-16,-2-3 3 0,-1 5-13 0,0-1-1 15,-2-1 4-15,-2 7-4 0,1-4 9 0,-3 3-16 16,0-2-3-16,-1 1-4 0,-2 2 14 16,3-3-7-16,-2 1-2 0,2-3-3 15,0-2-6-15,-1 2 4 0,1-3 2 0,3-2-11 0,-3 1-1 16,3-2 19-16,-3 1-7 0,3-3-3 16,0-4-7-16,0 8 15 0,0-8-7 0,3 3-4 15,-3-3 9-15,0 0-3 0,13 0 0 16,-13 0 7-16,17-3-9 0,-10-1-4 0,3-3-4 15,4 6-11-15,3-8 75 0,-3 1-8 0,6 0-2 16,-2-2-6-16,3 0 3 0,1-2-16 0,-4 2-12 16,0-5-5-16,1 4-3 0,-4-3-8 0,1-4-5 15,-2 5 0-15,-4-3-10 0,-3-1-5 16,4 2 13-16,-8-1-13 0,4 1 0 0,-4 4 10 16,-3 1 0-16,3-1 8 0,-3 3 0 0,0 3-11 15,-3-1 11-15,0 3 2 0,3 3-7 16,-10-4-13-16,10 4 10 0,-14 7 3 0,7-2-8 15,0 1 0-15,0 1 7 0,4 5-2 0,-1-3 13 16,1 2-15-16,0 0 2 0,2 1 5 0,2-1-12 16,-1-1 7-16,3 4-3 0,3-4 11 15,-2 2-10-15,3-2 10 0,3-2-6 0,0 1-2 16,4-1-5-16,-3-4 0 0,3 3 3 16,2-2-31-16,2-4-21 0,-5 1-40 0,4-2-21 15,-3-1-72-15,3-2-151 0,-4-1-532 0,2 1 100 16,1-2 58-16,-2-5 67 0,-4-1 80 0</inkml:trace>
  <inkml:trace contextRef="#ctx0" brushRef="#br0" timeOffset="-81469.47">17904 14478 982 0,'11'9'300'0,"-8"-5"-31"16,1 6-88-16,2-3-12 0,-3 6-30 0,4-1-4 16,1 3-17-16,-2 1-3 0,-2 0 0 15,2 0-15-15,1 2-15 0,0-3-6 0,0 1 0 16,0-3-7-16,-1 3-18 0,2-1-3 0,2-3 8 16,-4 2-8-16,1-3-10 0,1-4 0 0,1 1-23 15,-5 2-3-15,3-3-30 0,3-6-8 16,0 5-21-16,-6-5-50 0,5-1-88 0,-9 0-161 15,14-1-394-15,-10-5 81 0,3 1 83 16,-4-3 51-16</inkml:trace>
  <inkml:trace contextRef="#ctx0" brushRef="#br0" timeOffset="-80536.34">17857 14641 872 0,'0'0'269'0,"0"0"-28"0,-11 0-19 16,11 0-7-16,0 0-30 0,0 0 53 0,0 0-36 16,0 0 0-16,35-8-33 0,-25 4-2 15,6-2-32-15,-1-1-27 0,5 3-3 0,-3-4-16 16,4-5-17-16,-2 5-6 0,2-2-17 0,0 1-11 16,-4-4-2-16,4 3-20 0,-4-5 14 15,-1 4 1-15,-1-6-16 0,-5 2 1 0,0-2-6 16,1-1-10-16,-5 0 15 0,-2-3-4 0,-1 3-6 15,0 1 2-15,0 1 4 0,-3-2 7 0,0 2 12 16,0 1 4-16,0 3 4 0,1-1-10 16,-1 5-23-16,0-2 3 0,3 6 2 0,-3 0 6 15,0 4-6-15,0 0 0 0,0 0-5 0,7 15 5 16,-4-5 6-16,-2 3 9 0,2 0-12 16,0 6-5-16,1 0-11 0,-1 0 16 0,3 2 0 15,-2-2-8-15,0 1 8 0,-1 0-3 0,1 0 3 16,-1-3-11-16,0 1 1 0,1-3 5 15,-1-1 2-15,0-3-2 0,0 1 9 0,-2 0-4 0,3-4 21 16,-1 0-11-16,0-2-3 16,-2-3 3-16,-1-3-2 0,6 1-4 0,-6-1 1 0,0 0 8 15,13-12 0-15,-8 4-14 0,1 1 11 0,-2-1-7 16,2 0-6-16,-2 1-13 0,-1 5 9 16,4-4-6-16,-3 4-3 0,-1-1 0 0,-3 3-2 15,10-2 8-15,-10 2-8 0,14 5 10 16,-7-3 8-16,-1 5-16 0,4-2 8 0,-2 1-2 15,2 1 2-15,-3 0-10 0,2-1-8 0,2-1 23 16,2 2 3-16,-2-1 0 0,0-4-18 0,2 4 12 16,-2-4 4-16,2 0 1 0,1 1-4 15,-1-3 2-15,0-3-7 0,-1 3 2 0,1-4-2 16,1-2 9-16,-4 2-6 0,3 0 9 0,-2-6-18 16,-1 2 1-16,-3-4 7 0,3 0-10 0,-6 4-3 15,2-4 8-15,-2 0 3 0,-1 4 4 16,0-2-4-16,0 3-3 0,-2 3-8 0,-1-3-10 15,0 7 11-15,0-7-9 0,0 7 11 0,0 0-8 16,0 0 3-16,0 0 2 0,0 0-2 16,-11 17 3-16,11-9-1 0,0-2 0 0,1 2 8 15,2-4-2-15,0 3 2 0,1 1 0 0,3-1 15 16,-3-1-2-16,5-2-16 0,-2 2 11 0,1-2 0 16,1-2-3-16,1 0 7 0,1-1-9 15,-1-1 7-15,0-3 0 0,4 1-10 0,-4-1-2 16,3-4 2-16,-1 5-15 0,-2-6 7 0,4-1-15 15,-1-1 0-15,-3-1-8 0,1 0-7 0,2-3 12 16,-6 2-2-16,4-3-3 0,-5 3 6 16,1-2 7-16,-4 5-5 0,4-2 15 0,-3 3 8 15,2 0-5-15,-5 2 2 0,2 1-12 0,3 1-3 16,-6 4 13-16,4-2-3 0,-4 2 1 16,0 0 1-16,11 8 1 0,-8-3 16 0,0 3-1 15,1 2-8-15,2-2-7 0,-2 6 18 0,2-3 18 16,-1 4-21-16,1 0 5 0,-3-3 8 0,1 3-15 15,-1-1 2-15,0-3 8 0,-2 4-5 0,-1-1-3 16,3-1 3-16,-3 0 2 0,-3-1 1 16,2 1-6-16,-2-1-5 0,0 0-10 15,-4-1-18-15,-4-2-77 0,1-1-197 0,0-2-568 0,-1-2 59 16,-2-6 127-16,0 0 42 0,-4-5 64 16</inkml:trace>
  <inkml:trace contextRef="#ctx0" brushRef="#br0" timeOffset="-80419.19">18756 14114 604 0,'-18'14'-105'16</inkml:trace>
  <inkml:trace contextRef="#ctx0" brushRef="#br0" timeOffset="-79187.13">14489 16402 652 0,'0'-12'249'0,"0"1"-9"16,0-1 6-16,-3 6 51 0,3 1-11 0,0-2-30 15,0 7-15-15,0-7-26 0,0 7-23 0,-1-4-20 16,1 4-14-16,0 0-14 0,0 0-16 15,-16 14-11-15,9-4-4 0,0 1-18 0,3 4-1 16,-5 1-19-16,5 0-6 0,-2 1-5 16,5 1-18-16,-6 0 2 0,4-1 9 0,3-1-6 15,0 1 3-15,3-2-21 0,-3 2 0 0,7-5 0 16,-3 2-12-16,3-3-3 0,2 2 5 0,2-6-3 16,-1-2-2-16,0-1-13 0,4-2 1 15,0-2 1-15,3-6-4 0,0 2-6 0,0-3-2 16,0-1-3-16,0-2 6 0,-4 2-6 0,-1 1 11 15,0 0-6-15,-2 1 1 0,-2 1-1 16,2-1-15-16,-6 5 3 0,2-1 10 0,-6 2-3 16,14 2-10-16,-14-2 16 0,7 7 4 0,-1-1-7 15,1 0 8-15,1 3-6 0,-2 0 13 0,1-2-5 16,3 3-2-16,1 0-11 0,2-1 3 16,-2 0 10-16,2-2-12 0,0-2-1 0,1 1 10 15,-3-2-12-15,3 0-3 0,-1-4 8 0,1 0-2 16,-1 0 4-16,0-1 11 0,-2-2-13 15,-1-1-3-15,-3-2 21 0,1 0-16 0,-2-1 13 16,-3-2-12-16,-2-1-6 0,-1-2 3 16,-4 0-13-16,-2-1 0 0,-2-2 0 0,-2 2-5 15,0-1 21-15,-1 4-14 0,-2 0 14 0,-1 3 7 16,4 1 0-16,-3 0-8 0,-1 5 1 16,3-2-3-16,-3 3 2 0,5 0 6 0,9 0-14 0,-14 3 11 15,6-2 3-15,2 2-3 0,6-3-3 16,-7 3 1-16,7-3 10 0,-3 4-8 0,3-4 0 15,0 0 5-15,0 0 8 0,0 0-6 16,31-6-2-16,-21 1-5 0,4-3-2 0,2-2 15 16,-1 0-6-16,5-1-4 0,0-3 10 15,-2-1-16-15,2 0 6 0,1-2-9 0,-5 0 14 0,2 3-10 16,-1-4 7-16,-3 5-10 0,-1-1 2 16,1 4 8-16,-4-3-10 0,-4 7-8 0,2-1-2 15,2 1 15-15,-3 0-13 0,-1 5 8 0,-6 1-3 16,14 1-2-16,-7 3 2 0,3 2 3 15,-2 5 3-15,5 0 9 0,-3 5-14 0,4 0 2 16,-1 2 2-16,1 3 11 0,0 1-3 16,3 2-10-16,-7-4 2 0,4 0 11 0,-4 0-6 15,-3 2 6-15,0-4-11 0,0-3 9 0,0 2 6 16,-4 0-9-16,-3-5 2 0,3 1 26 0,-6-2-6 16,0-1-7-16,-1-1-5 0,-3 0 2 15,0-3 19-15,-3-1-19 0,0-3-5 0,-4 4 13 16,1-6 0-16,-1 1-17 0,0-2-1 0,0 1-8 15,-2-3-17-15,-2 0-16 0,2-3-21 16,1 1-30-16,-1-3-35 0,1-2-14 0,2-1-38 16,-1-3-97-16,1-1-101 0,6-3-388 0,-3-2 38 15,6-2 88-15,1 0 37 0,0-2 62 16</inkml:trace>
  <inkml:trace contextRef="#ctx0" brushRef="#br0" timeOffset="-78919.96">15241 16073 962 0,'3'8'328'0,"1"3"-29"0,-1 3-25 0,1 3-23 16,3-2-21-16,0 5-17 0,0 1-19 0,2-1-22 16,-1 2-16-16,-1-1 5 0,2 2-30 15,-2-2-16-15,1 1 0 0,2-1-5 0,-1-2-13 16,-2 0-10-16,4 1-7 0,-1-2-16 0,-3-6 5 15,3 2-18-15,-3-3-2 0,3 2 4 16,-3-3 4-16,0-2-98 0,3-2 2 0,-3-2 11 16,4 0-20-16,-1-3-27 0,0-1-30 0,1-2-23 15,2-3-94-15,-3 0-203 0,7-4-376 0,-7-2 94 16,4-3 49-16,-4-1 82 0</inkml:trace>
  <inkml:trace contextRef="#ctx0" brushRef="#br0" timeOffset="-78703.23">15180 16336 1059 0,'-10'-3'320'0,"10"3"-18"0,0 0-30 16,0-6-24-16,0 6-28 0,13-7-15 15,-3 2-24-15,1-2-14 0,5 0-16 0,-1 1-18 16,5-4-18-16,1 1-28 0,3-1-36 15,3 0-20-15,-4 2-56 0,5-4-60 0,3 2-99 16,2 1-257-16,2 0-301 0,-4-1 56 0,3 0 67 16,-3 2 56-16</inkml:trace>
  <inkml:trace contextRef="#ctx0" brushRef="#br0" timeOffset="-78419.71">16208 15681 949 0,'-10'2'310'0,"0"2"-18"0,0 0-34 16,0 9-27-16,3-1-22 0,0 2-22 15,0 2-5-15,3 3-26 0,1-1-5 0,3 5-7 16,3 2-4-16,-2 2-9 0,5 5-16 0,2 1-13 15,1-2-84-15,-2 1-7 0,4 2-4 16,2 8 14-16,5 0 7 0,-5-8-10 0,-3-5-18 16,4 3 0-16,0 9-18 0,3 0-67 15,-4-5 1-15,-6-5-57 0,1-2-81 0,-2-5-127 16,-2-2-385-16,2 0 61 0,-6-5 45 0,-3-3 76 16</inkml:trace>
  <inkml:trace contextRef="#ctx0" brushRef="#br0" timeOffset="-77886.53">15956 16315 1162 0,'0'0'325'0,"0"-9"-28"16,0 4-36-16,6 0-23 0,-3-1-16 16,8-3-14-16,-1 1-34 0,5 0-10 0,1-5-18 15,5 2-82-15,3-4-18 0,-1-1 10 16,5 1-15-16,-1-1-10 0,-3-1 2 0,1 3 0 15,2-3-5-15,-4-1-12 0,-2 4 7 0,-3 1-3 16,4 0-10-16,-7 2 6 0,1 0 2 0,-5 2 0 16,2 2-8-16,-6 1 0 0,1 0-15 0,-1 3 10 15,2 0 3-15,-5 2 2 0,-4 1 10 16,0 0-14-16,11 7 1 0,-8 0 4 0,3 0-6 16,-5 2-5-16,2 1 74 0,0 1 3 15,0 1-18-15,1 0-3 0,-1 2-8 0,5-2 6 16,-5 4-10-16,4-1-14 0,-1-3 6 0,1 1-5 15,1-3-3-15,1-1-5 0,-2 1-10 16,0-4 0-16,4-1 10 0,-1-1-10 0,2-1-6 16,-1-3-2-16,-1-3 1 0,5 1-6 0,-5-3-3 15,3-3 3-15,-2-3 3 0,-1-1-3 16,0-2 0-16,0-3-6 0,-6 0 1 0,2-3 5 16,-2 1-2-16,-1 0 9 0,-3 2 1 0,0 2 10 15,0 0 5-15,0 2 15 0,0 1-2 0,0 2-15 16,0 0-6-16,0 2 8 0,-3 2-5 15,3 4 0-15,0 2-8 0,0 0 11 0,0 0-1 16,0 0-2-16,0 0-5 0,-10 15-5 0,10-8 4 16,0 1-1-16,3 1-4 0,-3-1-9 15,3 3-1-15,1-1 11 0,-1 2 7 0,1-1-15 16,3-1-20-16,-1 0-26 0,-2 1-36 0,3-2-41 16,2 0-41-16,-1-2-82 0,-1-2-104 0,3 1-477 15,1-3 69-15,-1 1 67 0,-1-4 69 0,-9 0 62 16</inkml:trace>
  <inkml:trace contextRef="#ctx0" brushRef="#br0" timeOffset="-77553.19">16814 15967 650 0,'3'12'210'0,"0"-1"-42"15,1 0-4-15,2 3 59 0,-1 0-28 0,-2-1-1 16,0 1-38-16,1 3-5 0,-1-7-13 0,0-1-10 15,0 3-7-15,-3-3-3 0,4 1 7 16,-4-3 16-16,4-1-6 0,-4-1-2 0,0-5 6 16,3 5-29-16,-3-5-13 0,0 0-76 0,0 0 7 15,0 0-23-15,-3-20-5 0,3 9-36 0,-4-3 10 16,4 0 1-16,0-3 4 0,4-2 8 16,-4 1 3-16,3 1-3 0,1-1 13 0,-1 1 8 15,3 3-8-15,-2 2 8 0,2 2-16 16,-1 1 23-16,2 3-2 0,2 0-2 0,1 3-4 15,1 3-7-15,-1 2 8 0,3-1-6 0,1 5 1 16,0 1 10-16,0 1-11 0,-1 2-9 16,2 0-24-16,1 1-41 0,2 3-30 0,-5 1-59 15,1-3-118-15,2 2-438 0,-4-3 39 16,1 2 68-16,0-5 63 0</inkml:trace>
  <inkml:trace contextRef="#ctx0" brushRef="#br0" timeOffset="-77269.72">17324 15781 847 0,'-18'5'302'0,"12"-1"-31"0,-2 2-25 15,4 3-23-15,-2-1-34 0,-1 5-15 0,4-2-8 16,-1 3-9-16,-3 2-19 0,4 0-18 15,0 0-12-15,2 1-6 0,1-2-10 0,1 0-15 16,2 1 2-16,0-2-20 0,4 2 3 0,-3-2 60 16,-1 0-12-16,4-3-10 0,3 0-25 15,-2-2-22-15,1-4-25 0,1 2-33 0,4-3 3 16,-3-1-42-16,3-2-25 0,-4-2-51 0,3-2-105 16,1-1-88-16,2-3-465 0,-1 0 84 15,1-5 39-15,-1-2 97 0</inkml:trace>
  <inkml:trace contextRef="#ctx0" brushRef="#br0" timeOffset="-77070.45">17463 15473 675 0,'-3'10'264'0,"3"-2"-39"0,3 9-18 0,0-1-17 15,-2 1-6-15,5 8-23 0,2 0-7 0,1 7-23 16,1-4-6-16,-3 2-12 0,4-3-26 15,-1 2-26-15,0-1-22 0,-2-5-32 0,1 0-38 16,1-3-102-16,-2 4-258 0,2-3-290 16,-4-5 72-16,-5 0 43 0</inkml:trace>
  <inkml:trace contextRef="#ctx0" brushRef="#br0" timeOffset="-76752.81">17388 15831 998 0,'7'-5'297'0,"0"0"-39"0,2-1-33 0,3-3-40 0,1 1-16 16,7-3-39-16,-3 0-25 0,4 0-23 16,-3-3-8-16,1 3-5 0,2-3-7 0,0 1 2 15,-4-1-10-15,3 1-1 0,-3 0 1 16,0-2 2-16,-3 5 1 0,0 0-1 0,-1 1 8 15,-6 3-20-15,4-2 4 0,-5 1-9 0,1 5 9 16,-4 1 19-16,-3 1-8 0,0 0-3 16,0 0 5-16,14 7 3 0,-13-3-10 0,2 9-18 15,0-4 18-15,-3 4 0 0,0-2-31 0,3 3 7 16,-3 0 4-16,4 2 1 0,-1 1-1 16,0-3-34-16,2 3-21 0,-2-5-27 0,0 3-50 15,1 0-68-15,2-3-218 0,-2 1-387 0,2-3 73 16,-2-3 45-16,0-3 54 0</inkml:trace>
  <inkml:trace contextRef="#ctx0" brushRef="#br0" timeOffset="-76587.54">17750 15323 678 0,'-7'6'182'0,"7"-6"-88"16,-6 8-171-16,9-4-463 0</inkml:trace>
  <inkml:trace contextRef="#ctx0" brushRef="#br0" timeOffset="-75887.2">18041 15771 583 0,'10'10'184'0,"4"-1"-10"16,-7-1-28-16,3-2-5 0,0-2-41 0,1 0-5 15,-1-3 5-15,-1 1-3 0,-1-1-33 16,-8-1 13-16,13-3-8 0,-6 1-10 0,0-3 2 16,-3-2 0-16,-4-2 88 0,0-1-19 15,0-4-25-15,0-1 5 0,-4-3-5 0,-6-2-10 16,0-2-5-16,0 4 22 0,-1 0-14 0,-2-1 4 15,-1 3-2-15,3 0-16 0,-6 0 8 0,1 4-15 16,1 1-5-16,-1 1-6 0,1 3-14 16,2-1 1-16,0 1-7 0,-1 4-10 0,4-1-5 15,-1 1-3-15,1 1-5 0,3-3-5 0,-2 5-3 16,9 0 6-16,-11-3-6 0,7 1 6 16,4 2-6-16,0 0 6 0,0 0-6 0,7-10 3 15,0 7 0-15,3-4-5 0,0 6-3 0,1-3 3 16,2 1 2-16,1-4-84 0,0 4 7 15,2 1 16-15,-1 1 5 0,1-3 11 0,-1 4-16 16,1 0 5-16,2 0 7 0,2 5 6 0,-3-2-2 16,0 3 4-16,3 0 0 0,-5 3 8 15,5 1 1-15,-6 1 4 0,3 2 8 0,-4-1 2 16,0 3-10-16,-5 0 13 0,-1-3 0 0,0 4-13 16,-1 0 6-16,-3-2 12 0,1-2-3 0,-3 1-2 15,-1-2 3-15,0-2 10 0,0 0 0 16,0-1-16-16,3 2 26 0,-3-5 3 0,-3 1-3 15,3-6 7-15,0 4 4 0,0-4-4 0,0 0-12 16,0 0-13-16,0 0 13 0,-1-25-15 16,1 10-13-16,1-3-6 0,-1-2 1 0,3-7-8 15,-3-1 10-15,6-4-10 0,-2-3 5 0,3 5 10 16,3-1-2-16,-3 2 13 0,3 2 12 0,0 7-2 16,1-1 0-16,-1 4 0 0,0 2 2 15,0 4-20-15,0 2 20 0,0 2-5 0,1 3 6 16,-1 0-11-16,5 8-3 0,-2-1 1 0,0 3 7 15,1 1 11-15,0 3-8 0,3 2-1 16,-4 4-9-16,2 1 22 0,1 0-17 0,-2 1 0 16,0-3-8-16,0 5 10 0,-1-2-12 15,1-2 14-15,-1 0-9 0,-3-3 2 0,1-1-13 16,-4 0-58-16,3-2-1 0,-4-2-51 0,2-1-76 0,-2 1-528 16,-2-6-13-16,-1 2 65 0,-3-4 63 15,0 0 67-15</inkml:trace>
  <inkml:trace contextRef="#ctx0" brushRef="#br0" timeOffset="-38374.49">19450 17711 1146 0,'0'0'313'0,"0"0"-27"0,-5-5-25 16,5 5-23-16,0 0-25 0,0 0-24 0,0 0-17 15,0 0-24-15,11-7-7 0,-4 6-5 16,0 1-26-16,7-3-18 0,-4 1 3 0,7 0-8 16,0-1-16-16,1 1 3 0,1-3-15 0,2 3 5 15,0-3-20-15,-1 2 4 0,1-1-1 0,-1 1-22 16,-6 1 3-16,3 1-51 0,-3 0-43 0,0 1-34 16,-1 0-100-16,0 1-117 0,-5 4-241 15,-1-1-187-15,-1 0 64 0,-3 1 64 0,-3-1 49 16</inkml:trace>
  <inkml:trace contextRef="#ctx0" brushRef="#br0" timeOffset="-38123.86">19484 18046 944 0,'-3'2'435'0,"3"-2"-56"0,0 0-64 15,0 0-13-15,0 0-26 0,0 0-25 16,0 0-15-16,20-10-42 0,-6 7-15 0,5-2-10 16,-1-2-13-16,3 2-22 0,2-1-17 0,1 0-1 15,0-1-12-15,-3 4-17 0,-4-2-12 16,3 1-32-16,-6 0 14 0,3 1-37 0,-7 0-20 16,5-1-67-16,-5 4-35 0,3 0-49 15,-3 0-148-15,-3 1-526 0,0 4 34 0,-1-4 80 0,2 0 76 16,-1 1 62-16</inkml:trace>
  <inkml:trace contextRef="#ctx0" brushRef="#br0" timeOffset="-37704.86">27650 12372 258 0,'-14'18'74'0,"1"-2"-5"0,-1 0-23 16,1 1-2-16,1 2-59 0,-7 3-262 0</inkml:trace>
  <inkml:trace contextRef="#ctx0" brushRef="#br0" timeOffset="-36458.49">21115 17383 901 0,'0'0'343'0,"0"0"-41"0,0 0-16 16,0 0-35-16,-1 18-26 0,2-9-30 0,2 1 5 16,3 3-32-16,-5 2-11 0,5 2-11 0,-3-1-34 15,1 2-4-15,3 1-9 0,-4 0-6 16,-2 0-14-16,2-1-5 0,0 6-43 0,0-5-5 15,-2 1-29-15,-1-1-97 0,3-2-100 16,-3 2-360-16,0-5-190 0,0 3 56 0,-3-5 82 16,-1 1 67-16</inkml:trace>
  <inkml:trace contextRef="#ctx0" brushRef="#br0" timeOffset="-36208.08">20851 17981 990 0,'-10'0'361'0,"10"0"-26"0,0 0-43 0,0 0-31 15,0 0 3-15,0 0-21 0,0 0-5 0,0 0-41 16,13-13-10-16,2 6 0 0,1 0-21 0,8-4-25 16,7-2-21-16,13-6 11 0,7 0-11 15,-2 0-17-15,1 2-4 0,2 3-19 0,-11 3-9 16,-4 3-1-16,-2-1-53 0,2 5-47 0,-9 0-55 15,-5 4-45-15,1 0-42 0,-9 4-171 16,-2 2-496-16,-3 1 45 0,0 1 88 0,-9 4 91 16,-5 0 55-16</inkml:trace>
  <inkml:trace contextRef="#ctx0" brushRef="#br0" timeOffset="-35708.27">20614 18414 1011 0,'-6'-4'366'0,"0"-1"-44"0,2-2-30 0,4 1-36 16,-3 0-21-16,3 0-22 0,0 0-21 0,3 2-13 16,0-2-18-16,-3 6-20 0,7-6-23 15,-1 4-6-15,-6 2-2 0,12-1-17 0,-12 1-9 16,13 6-15-16,-6 0 5 0,3 1-7 15,-3 4-6-15,0 2-4 0,-1 0-4 0,-1 3-1 16,1 1-11-16,-3 1-8 0,-2 1 0 0,-2 2-7 16,1 0 15-16,-3-2-16 0,-3 3-14 15,1 1 7-15,-2-2 5 0,-2 1-6 0,-2-3-4 16,1 1 5-16,0-3 8 0,-1-2-6 0,-2-3-4 16,3-2 7-16,-4-2-8 0,4-2-23 0,-3-5 24 15,2 0-6-15,0-4 3 0,-6-3-18 0,4-3 10 16,2-1 0-16,1-2 5 0,0 0 3 15,-1-1-11-15,5 1 4 0,-1 2-1 0,4 0 5 16,-1-1-5-16,1 4-2 0,3 0 17 16,0 0-10-16,0 1 6 0,3 0-11 0,1 2 13 15,2-1-11-15,1 3 19 0,1 1-11 0,4 1-4 16,-2 0-9-16,2 2 8 0,1 2 1 16,1-1 9-16,2 3-5 0,-1-1 1 0,1 3-1 15,2 4-2-15,-2 0-8 0,2 2-5 0,-5 0-66 16,5 3-47-16,-2 5-30 0,2-1-21 0,-5-3-90 15,1-1-191-15,-1-2-395 0,-2-3 47 0,2-2 99 16,-3-5 52-16,-2-2 76 0</inkml:trace>
  <inkml:trace contextRef="#ctx0" brushRef="#br0" timeOffset="-35075.17">20974 18448 1057 0,'0'0'350'16,"0"0"-35"-16,0 0-10 0,0 0-52 0,18 14 6 16,-15-3-42-16,3 1-15 0,-2 2-20 15,2 4-13-15,-2 2-5 0,3-1-36 0,-4 4-8 16,-2 0-15-16,2-1-10 0,0 2-3 0,-3-3-10 16,0-1-18-16,3-1-8 0,-2-1 1 0,-2-3-14 15,1-1-7-15,0-2 7 0,0-1-14 16,0-2 4-16,-3-4-13 0,0-1-7 0,3-4-3 15,0 0-7-15,0 0 0 0,-14-20 4 16,7 5-14-16,1-1 4 0,2-6 6 0,-3 1 4 16,0 0-2-16,0 0 11 0,1-1 12 0,2 5-13 15,1 0 1-15,0 1 9 0,-2 5-12 16,2 0 7-16,3 1-7 0,-3 2 0 0,3 1-8 16,3 1 0-16,-3 2 16 0,0 4-6 0,0 0 3 15,17 0-3-15,-10 6-15 0,0-1 3 0,4 2 7 16,-1 2 0-16,0 0 6 0,1 1 7 15,-1 1-18-15,3-1-8 0,-2 0 1 0,-1 1 7 16,0-2-5-16,0-1 5 0,0 0 5 0,-3-3-2 16,1 2-5-16,1-3 14 0,-2-2-6 15,0-3 2-15,4-4-3 0,-2 1-3 0,1-6 4 16,-2-2-4-16,2-6-2 0,0-2-7 0,-3-3 12 16,0-2-10-16,0-6 3 0,-4 6 2 15,1 0-13-15,-1 0 3 0,0 3 8 0,0 2-1 16,-3 3-4-16,4 0 4 0,-3 3 11 0,2 2-8 15,-3 0-2-15,3 4-11 0,-3 2 21 16,3 2-13-16,-3 4 20 0,0 0-4 0,0 0-19 16,10 15 11-16,-6-5 4 0,-1 7 4 0,2 1 4 15,1 4-4-15,1 3 9 0,-1 7-20 16,1 0 1-16,1 2 4 0,1-1 3 0,-2 0 2 16,0 0 0-16,0-2 3 0,0-1-13 0,0-3-7 15,2 1-1-15,-1-6 19 0,-2 1-19 0,-2-6 3 16,2 0-3-16,-2-3-2 0,3-3 10 15,-3-3-25-15,-1 0-34 0,0-5-105 0,-3-3-73 16,7-1-675-16,-7 1 47 0,3-12 100 0,-3-1 77 16,-3-4 63-16,-3-2 72 0</inkml:trace>
  <inkml:trace contextRef="#ctx0" brushRef="#br0" timeOffset="-33892.02">22386 17448 1003 0,'0'0'381'16,"-14"0"-43"-16,14 0-41 0,-10-2-10 0,10 2-18 15,0 0-37-15,-10 0-11 0,10 0-35 0,0 0-17 16,0 0-7-16,-3 6-19 0,3-6-12 15,0 0-9-15,9 10-14 0,-2-6-11 0,4 0-12 16,-1-1-9-16,7 1-9 0,3 0 2 0,5-2-84 16,5 0-3-16,1-1 15 0,0 0 6 0,3-1-3 15,3 0 0-15,5 0-3 0,-5 0 6 16,4-2-6-16,-4 3-7 0,-3-2-13 16,-3 1-33-16,0 0-6 0,-7 0-15 0,-3 0 11 15,-4 0-3-15,0 0 23 0,-4 0-16 0,-5 0 9 16,-2 1-34-16,-6-1 12 0,0 0 24 0,0 0-10 15,0 0 17-15,0 0-2 0,-37 3 5 16,16-1 33-16,1 0-17 0,-4 0 4 0,-3 1 9 16,-4 1 6-16,-3 2-4 0,-1-2 13 0,1 1 7 15,-3 1 13-15,5 2-5 0,-1-3 20 0,2 2-4 16,3 1-4-16,1-3 6 0,3 2 23 16,1 1-31-16,5-3 11 0,1 0-27 0,0 2 11 15,4 0 0-15,2-1-10 0,4-1 8 0,1 3-3 16,2-1 10-16,4-1-8 0,0 2-4 15,3-2-6-15,1 1-5 0,3 0 13 0,2-1-5 16,6 1 0-16,-2 1 2 0,8-3-2 16,0 3-3-16,2-1 3 0,4 1-3 0,-2 0-5 0,2 0 5 15,4 2-12-15,2 1 7 0,-5 0 5 16,3 1 0-16,-4 4-7 0,-3-1 7 0,-7 0-5 16,1 1-5-16,-5 1 8 0,-2 2-8 0,-3 0 5 15,-6-2-2-15,1 3 7 0,-6 0-13 16,-1 2 8-16,-6-1 3 0,0 2-5 0,-4 0 12 15,0 2-7-15,-3-1-11 0,-5-1 13 0,0-1 3 16,1 0 5-16,-2-1-3 0,1 2 3 16,-1-2-20-16,3 1 17 0,-1-1-7 0,3-1 0 15,2-3 4-15,-2 0-9 0,5-2 2 0,3-4-2 16,-1 4 7-16,4-5 15 0,1 3-19 0,2-3 9 16,-3-2-7-16,7 0-3 0,0-1 7 15,4-1 4-15,0-1 2 0,6 1-18 0,0-2 7 16,4-4-1-16,5 1 4 0,3-2 0 15,5-1-2-15,4-2 2 0,6 0 10 0,2-3-2 16,1 2-5-16,11-4-8 0,-3 2 3 0,-11 1 0 16,1 0-6-16,-7 2 11 0,-1 1-16 0,-2 0-22 15,-7 2-16-15,-4 1 2 0,-1 0-35 16,-5 2-15-16,0 3-62 0,-8-1-82 0,-3 2-85 16,-3 1-473-16,-4 2 64 0,-7 0 49 0,-3 1 89 15,-1 0 29-15</inkml:trace>
  <inkml:trace contextRef="#ctx0" brushRef="#br0" timeOffset="-33624.16">22337 18631 737 0,'0'0'274'0,"0"0"-29"16,0 0 14-16,0 0-34 0,-12 8-10 0,11-1-5 15,-2 2-28-15,0-1-16 0,3 3-5 16,-3 3-33-16,2-1-7 0,-3 3-11 0,1-2-3 16,0 3-12-16,2 1 15 0,-2-3-26 0,3 2 60 15,0 2-16-15,-3-1 5 0,3-1-41 0,0 1-5 16,0 0-33-16,3-3-21 0,-3 2-41 0,4-2-25 16,2-4-67-16,-1-2-97 0,-2-3-496 15,3-3-80-15,1-1 64 0,-7-2 81 0,0 0 55 16</inkml:trace>
  <inkml:trace contextRef="#ctx0" brushRef="#br0" timeOffset="-33475.07">22349 18513 916 0,'0'-7'266'15,"3"2"-28"-15,0 0-28 0,0 0-26 0,1 1-35 16,-1 0-67-16,-3 4-80 0,7-3-130 15,0 3-522-15,-7 0 46 0,10 3 61 0</inkml:trace>
  <inkml:trace contextRef="#ctx0" brushRef="#br0" timeOffset="-33258.24">22468 18806 1182 0,'0'0'376'16,"0"0"-30"-16,0 0-31 0,0 0-26 0,10-18-20 15,-3 11-24-15,3 3-37 0,1-2-29 0,2-1 10 16,4 1-40-16,-3 1-19 0,3 0-43 0,-3-1-38 16,6 1-85-16,-6-1-69 0,0 5-128 0,-1-1-555 15,1 1 38-15,-1 1 69 0,-3-1 98 16,-2 1 37-16</inkml:trace>
  <inkml:trace contextRef="#ctx0" brushRef="#br0" timeOffset="-33025.61">22574 18952 1062 0,'0'0'297'16,"0"0"-16"-16,0 0-22 0,-7 4-26 0,7-4-16 15,0 0-12-15,0 0-23 0,0 0-16 0,0 0-20 16,0 0-18-16,20-11-3 0,-9 4-27 16,-1 0 7-16,4 0-8 0,2 0-7 0,-1-2-14 15,2 0-24-15,3-1-35 0,0 1-60 0,1 0-59 16,-3 0-90-16,-5 2-285 0,7 0-285 16,-6 1 73-16,5-1 83 0,-7-1 50 0</inkml:trace>
  <inkml:trace contextRef="#ctx0" brushRef="#br0" timeOffset="-32702.91">23060 18706 901 0,'0'0'330'0,"0"0"-49"16,0 0-32-16,-18 10-17 0,15-6-24 0,3-4-24 15,-4 8-7-15,4-3-34 0,0 0 3 0,4 2-8 16,-1-1-28-16,3-1-7 0,2 1-16 15,-1-1 15-15,3 1-17 0,4-5-16 0,-4-1 0 16,7 2-8-16,-3-4-10 0,3-2 8 0,3-2-10 16,-2-2-21-16,2 0-5 0,0-4 13 15,-2-1-8-15,-2 0 0 0,-2-2 6 0,-3 0-9 16,-1-1-12-16,0-2 25 0,-3 2-2 0,-1 2 72 16,-5 2-34-16,-1-1 15 0,-4 1-4 15,1 2-13-15,-4-1-19 0,-3 1 11 0,-4-1-18 16,-3 4 3-16,-3-2-5 0,-8 2-3 0,1 1-24 15,-1 2-32-15,-6-1-41 0,3 4-57 16,-6-5-115-16,3 3-545 0,3 2-76 0,1-2 99 16,2-2 81-16,-6-2 55 0,3-4 71 15</inkml:trace>
  <inkml:trace contextRef="#ctx0" brushRef="#br0" timeOffset="-31842.47">22324 16887 1085 0,'0'0'299'0,"0"0"-38"16,0 0-20-16,0 0-18 0,0 0-24 16,-6 19-25-16,6-4-15 0,0 2-16 0,0 3-15 15,0 2-5-15,0 3-20 0,3 1-3 0,-3-1-6 16,0 0-9-16,3 0-9 0,-2-1 1 0,-1-5-20 16,0 3 9-16,3-3-12 0,-3-1-8 15,0 0-3-15,0-3-4 0,-3-1-8 0,6-2-3 16,-3 0-5-16,0-1 28 0,0-3 10 15,0-1-12-15,0-1 0 0,-3-1 2 0,3-5-8 16,0 0-9-16,0 0 14 0,0 0-12 0,0 0-8 16,-4-18 3-16,4 5-3 0,0-2-5 0,-3-4 0 15,3-1 3-15,0-1-1 0,0-1-7 0,3 1-13 16,-3 2 3-16,-3 0 15 0,3 1 8 16,0 5-16-16,3-2-2 0,-3 5-5 0,0 2-3 15,0 3 5-15,0 5-10 0,3-4-2 16,-3 4-1-16,0 0 8 0,7 17 13 0,-4-9-21 15,1 6 6-15,3 1 0 0,0-1 14 0,-1 3-14 16,-2-2 0-16,3 0-1 0,3 1 8 0,-3-2-10 16,0 1 0-16,-1-2-5 0,2-1-5 15,-1-4 18-15,-1 1-13 0,0 0-1 0,-2-2-1 16,4-1 4-16,-2-3 8 0,1 0-7 0,-7-3 7 16,13-3-15-16,-5-1 2 0,-2-4 0 15,1-2 3-15,-1-3 0 0,-2-4-3 0,3 1 1 16,-3-3-1-16,2-4-2 0,-2 1 5 0,-1 0-3 15,3-1 8-15,-1 3 5 0,-2 1-13 0,1 3 6 16,-1 1 7-16,0 2-2 0,-3 2-75 16,4 0 0-16,-4 2 3 0,3 3 10 0,-3 1 8 15,0 5 5-15,0 0 5 0,0 0-5 0,0 0 23 16,6 15 2-16,-2-5-4 0,-4 1 4 16,1 3 9-16,-1 1-9 0,0 2 13 0,3 1-12 15,-3 0 15-15,3 3-8 0,0-3-2 0,-2 2-3 16,2 1-44-16,-3-2-45 0,3 1-52 15,1-2-64-15,2 0-329 0,0-2-196 0,-1-1 62 16,2-2 85-16,-1-5 40 0</inkml:trace>
  <inkml:trace contextRef="#ctx0" brushRef="#br0" timeOffset="-31625.2">22807 17260 911 0,'0'0'297'0,"0"0"-23"0,0 0-26 15,10-2-15-15,-10 2-31 0,13-3-18 0,-2-1-22 16,-1 1-11-16,3-2-21 0,1 0-17 0,3 2-34 16,0-3-33-16,-3 0-36 0,3 0-63 0,0 0-52 15,-3 0-159-15,-1-1-465 0,1 1 71 16,-1 0 100-16,-2-3 28 0</inkml:trace>
  <inkml:trace contextRef="#ctx0" brushRef="#br0" timeOffset="-31442.16">23094 16971 670 0,'0'8'271'0,"0"0"-20"0,-1 3 5 16,1 2-41-16,0 5-12 0,0 1-14 0,0 3-23 15,1 3-2-15,-1 0-18 0,0 3-10 0,0-2-19 16,0 4-14-16,0-3-72 0,0 3-21 0,0-1-72 16,3-2-84-16,0 1-309 0,0 0-241 15,-2-3 68-15,2 0 55 0</inkml:trace>
  <inkml:trace contextRef="#ctx0" brushRef="#br0" timeOffset="-29176.49">24061 17523 952 0,'0'0'381'0,"-1"-9"-30"0,-2 7-42 0,3 2-27 16,0-6-34-16,0 6-22 0,0 0-14 0,0 0-30 15,0 0-11-15,0 0-17 0,0 0-24 16,18 15 1-16,-11-7-21 0,-1 0-20 0,1 1-6 15,0 1-7-15,3 2-5 0,-3 0-14 0,0 0 6 16,5 0-15-16,-4 0 5 0,2 1-13 16,-2-4 2-16,2 4-27 0,0-2 14 0,1 0-7 15,-2-3-10-15,-2 2-13 0,0-2-2 0,3-1-14 16,-3-1-4-16,0 0 4 0,0-1-30 0,4-2-15 16,-5-2-8-16,4-1-5 0,-10 0-21 15,14-4 10-15,-7-2-22 0,-1 0 5 0,-2-3 22 16,-1-2-7-16,4-1 26 0,-6-1 4 0,2-2 16 15,0-1 18-15,1 1 26 0,-4 1 7 16,0 0 18-16,0 2 21 0,0-1 7 0,0 1 11 16,3 2-3-16,-3 1 18 0,0 0-23 15,0 2-13-15,0 0 0 0,0 2-3 0,0 5 3 16,0-6-7-16,0 6 2 0,0 0 5 0,0 0 0 16,0 0-3-16,-3 18-12 0,3-8 20 15,0 1-20-15,0 3 2 0,0 1 6 0,0 2-6 16,0 1-7-16,3 0 2 0,-6 1-3 0,6 1 3 15,-3 1-5-15,0 0 6 0,3-1-9 0,0 4 6 16,-2-2-24-16,-1 3-20 0,0-4-38 16,0 1-34-16,3 3-45 0,0 0-119 0,1-1-529 15,0-1-36-15,-1-3 92 0,2-4 90 16,-3-1 40-16,-2-3 60 0</inkml:trace>
  <inkml:trace contextRef="#ctx0" brushRef="#br0" timeOffset="-28775.27">24553 18198 908 0,'6'-5'318'16,"-1"1"-50"-16,1-2-9 0,1-1-21 0,0-1-15 16,3 0-39-16,0-3-7 0,0 1-1 0,1 0-38 15,-4-3-10-15,3 1-5 0,0-3-10 16,-2 2-18-16,1-2-8 0,-2-1-3 0,-4 0-5 15,5 0-15-15,-5 1-15 0,1 0 7 16,-1 5-4-16,-3-2-11 0,3 2 7 0,0 0-7 16,-2 2 5-16,-1 2-2 0,0-1 4 0,0 1-14 15,0 6-9-15,0 0 19 0,-4-4-11 16,4 4-5-16,0 0 5 0,0 0 3 0,-10 13-13 0,10-7 3 16,-3 2-6-16,-1 3 1 0,4-1-16 15,-1 2 13-15,1-1 0 0,0 1-16 0,1 1 3 16,-1-1 11-16,0 0-3 0,4 0 25 15,-4 0-30-15,3-2 7 0,4 0-10 0,-4 1-10 16,1-3 20-16,2 1-15 0,2-1 0 16,-2-2 0-16,4-1 0 0,0-2 3 0,1 3-3 15,-1-5-3-15,0-1-50 0,-2 2-24 0,5-4-38 16,-3 1-64-16,1-2-57 0,-1-1-383 0,2-1-177 16,-7 0 94-16,2-3 42 0,-1-4 76 15,-2-1 72-15</inkml:trace>
  <inkml:trace contextRef="#ctx0" brushRef="#br0" timeOffset="-28525.47">24779 17643 703 0,'0'0'292'0,"-4"-5"-15"16,4 5-44-16,0 0-8 0,0-7-31 0,0 7-14 15,0 0-11-15,0-5-16 0,0 5-17 16,0 0-21-16,0 0 3 0,-3-8-26 0,3 8-3 0,0 0-9 16,0-5-3-16,0 5-19 0,0-5-19 15,0 5-3-15,-1-7-29 0,1 7-32 0,-3-5-14 16,3 5-60-16,0-8-183 0,-3 7-463 16,3 1 64-16,0 0 67 0,0 0 64 0</inkml:trace>
  <inkml:trace contextRef="#ctx0" brushRef="#br0" timeOffset="-27959.39">25168 17821 732 0,'0'0'294'0,"0"0"-33"0,0 0-13 0,-10 0-25 15,10 0-26-15,0 0-18 0,0 0-7 0,0 0-6 16,0 0-22-16,0 0-14 0,0 0-10 0,0 0-17 16,0 0-9-16,0 0 6 0,0 0-5 15,0 0-18-15,0 0-3 0,28-5 5 0,-15 2-17 16,1 2 9-16,3-1-9 0,0-2-16 0,3 3-5 15,1-2 8-15,3 0-6 0,-3 2-12 16,2-2 0-16,1 0 4 0,1 2-9 0,-5-2 5 16,0 2-8-16,-2 0-5 0,-5 0-3 15,1-1 3-15,1 2-8 0,-7-2 11 0,3 2-3 16,-4 0-6-16,-7 0-9 0,10 0 2 0,-10 0 3 16,0 0-6-16,0 0-9 0,0 0-4 0,0 0 9 15,-20 6-11-15,9-4-23 0,-2 0-13 16,3 0-4-16,-4 0-19 0,-3 1-15 15,0-2-31-15,3 1-51 0,-3 1-89 0,-4-1-269 0,7 2-206 16,-3-2 63-16,4 0 63 0,-2 0 62 16</inkml:trace>
  <inkml:trace contextRef="#ctx0" brushRef="#br0" timeOffset="-26926.13">26457 17356 875 0,'-6'-2'374'15,"-1"-1"-121"-15,7 3-35 0,-11-3-8 0,7 0-24 16,4 3-22-16,0 0-8 0,-23 6-28 0,13-1 3 16,0 4-26-16,-1 2 2 0,-2 4-17 15,3 2 5-15,-2 4-19 0,-1 6 1 0,-1 2 64 16,-2 13-10-16,-2 2-14 0,5 1-12 15,-1 0-2-15,7-7-11 0,1-1-15 0,2 0-3 16,1 1-8-16,0-1-35 0,3 1-28 0,3-1-32 16,0 1-22-16,1-3-41 0,5-1-77 15,-1-2-100-15,2-1-519 0,3-1 33 0,-2-5 69 16,-1-6 77-16,0-1 74 0</inkml:trace>
  <inkml:trace contextRef="#ctx0" brushRef="#br0" timeOffset="-26392.44">26621 17726 709 0,'-3'-5'286'0,"3"5"-30"0,-2-8-23 0,2 8-13 15,-8-1-25-15,8 1-13 0,0 0-24 0,-7 11-14 16,1-4-6-16,5 2-15 0,-3 1-11 15,1 3-2-15,3-1-10 0,-3 5-18 0,3-3-10 16,0 1-8-16,0 0-3 0,3 1-5 0,0 0-12 16,2 0 5-16,1-1 4 0,-1-1-24 15,0 0 14-15,5-2-25 0,-2-1 5 0,1-2-5 16,1-3 10-16,1 0-13 0,-1-3 8 0,0-3 18 16,6-2-23-16,-5-2 8 0,4-2-8 15,-2-4-3-15,4-3 6 0,-6-2-3 0,2-4 2 16,1-6-20-16,-4 2 8 0,1-6 5 0,-4 0-16 15,2-3 13-15,-5 2-7 0,-1 4-6 16,0-1 6-16,-3 2 2 0,-3 0 10 0,0 5-7 16,2 0-8-16,-5 1 8 0,3 1-3 0,-4 4 26 15,-4 1-21-15,4 0 0 0,-4 2-5 16,-2 2 8-16,0 1-8 0,-1 5 13 0,1-1-13 16,0 3 5-16,0 1-7 0,-2 1 12 0,1 5-2 15,0-1-8-15,0 2 5 0,1 0-7 16,3 4 17-16,1-1-7 0,1 0-3 0,1-1-7 15,4 1 10-15,0 1-13 0,2 1 5 0,-3-2 3 16,8 0-1-16,-3 2-14 0,2-2 14 0,5-1 4 16,-3 0-6-16,2 0 2 0,4-1-19 15,2 2 12-15,1-3-24 0,-1 0-19 0,1 0-34 16,3-2-10-16,-1 1-31 0,-1 1-43 16,2-2-44-16,-3 1-74 0,-1 1-217 0,7-1-229 15,-5 0 83-15,3-2 35 0,-2 0 67 0</inkml:trace>
  <inkml:trace contextRef="#ctx0" brushRef="#br0" timeOffset="-25993.05">27039 17848 793 0,'-7'7'294'0,"-1"0"-20"0,2 2-8 15,-1 0-27-15,2 2-91 0,-3 2-15 0,0 0-18 16,1 0 0-16,1 2-20 0,-1 0-5 0,4-1-3 15,-2 1 5-15,4 1-13 0,-1-3 6 0,2 0-19 16,0 1 9-16,2-1-4 0,1-1-12 16,0-1-3-16,3 1-4 0,1-3-6 0,3 0-13 15,1 0 13-15,-1-5-5 0,3 1-5 0,2-3 10 16,2-2-15-16,-4 0-8 0,1-2-3 16,0-4-2-16,2 0 2 0,-2-2 1 0,-1-3-3 15,-1-1-10-15,-2-4 4 0,-1-3 9 0,-2-2-1 16,0-1-4-16,-6 2-9 0,-1-1 6 15,0 2 10-15,-1-2 8 0,-6 4-18 0,3-4 7 16,-5 5 16-16,2 1-10 0,0 2-3 0,-5 1 7 16,0 2-12-16,-2 0-10 0,-2 3 10 15,2 2 0-15,3 2 7 0,-2 0-9 0,2 1-9 16,1 4-7-16,-4-1-33 0,4 2-15 0,3 3-19 16,-2-1-35-16,1 1-42 0,5 1-61 0,0-1-50 15,2 2-152-15,1-2-356 0,4 2 82 16,-1-3 67-16,5 1 63 0</inkml:trace>
  <inkml:trace contextRef="#ctx0" brushRef="#br0" timeOffset="-25759.18">27469 17851 890 0,'0'0'374'15,"0"0"-26"-15,0 0-48 0,4-3-32 0,-4 3-7 16,11-2-35-16,-11 2-22 0,13-3-22 0,-3 2-21 16,1 0-10-16,2-2-17 0,0 1-17 15,1-1-22-15,3 1-5 0,0-2-31 0,-3 0-29 16,6 1-22-16,-6 1-46 0,3-2-42 16,1 2-71-16,-5-2-82 0,0 1-120 0,3-1-400 15,-5-2 78-15,-3-1 58 0,-1 0 43 0</inkml:trace>
  <inkml:trace contextRef="#ctx0" brushRef="#br0" timeOffset="-25576.47">27618 17591 931 0,'0'0'279'16,"0"0"-20"-16,-16 4-19 0,13 0-25 0,0 2 8 16,-1 2-21-16,4 2-30 0,-3 0-8 15,0 3-18-15,3 1-8 0,0 3-5 0,0 2-15 16,3-1 7-16,0 4-30 0,-3-2-11 0,3 5-20 15,-2 0-48-15,2 0-55 0,0 0-63 0,1-2-141 16,3 2-513-16,3-3 55 0,0-3 51 16,-3-4 69-16,4-2 56 0</inkml:trace>
  <inkml:trace contextRef="#ctx0" brushRef="#br0" timeOffset="-25076.63">28095 17674 1041 0,'0'0'300'0,"0"0"-29"0,-14 12-30 0,8-5-11 16,1 4-20-16,-1-2-28 0,4 2-3 16,-3 4-26-16,-1 1-9 0,5 0-14 0,-2 0-17 15,0 1-3-15,3 0-18 0,0-2-5 0,3 1-33 16,-3 0 7-16,3-3-4 0,-2 4-14 0,5-4 1 15,-1-1-11-15,0-2 8 0,2 0-3 16,0-2-4-16,3-3 2 0,0 1-16 0,4-4 6 16,-4 0-1-16,5-2-4 0,-2-2 4 0,1-1 3 15,3-3-10-15,-3-1-2 0,5-4-9 16,-4-3 14-16,-2-1-16 0,4-2 0 0,-4-3 10 16,-2-3 1-16,0-4-9 0,-1-2 6 15,-4-1-13-15,1 4 3 0,-6 0 5 0,-1 1 2 0,0 3-5 16,-2 2 10-16,-4 1-20 0,-1 1 0 15,-2 0 18-15,-4 3-13 0,1 4 5 16,-1 1 5-16,-4 1-12 0,-1 3 2 0,2 2 17 16,-2 2-6-16,2 2-9 0,3 0 6 0,-2 4 7 15,-2 0-2-15,5 3 77 0,-4 2-34 0,3 0 8 16,3 3 0-16,2 0-13 0,1 2 11 16,1-2-19-16,3 1 11 0,0-1-3 0,6 3-23 15,-3-3 6-15,3 1-1 0,4 0-5 16,3 0-10-16,-3-2-13 0,6 0-23 0,1-1-15 15,0-1-21-15,7 0-46 0,-3-3-28 0,1 0-56 16,-1-2-108-16,5-2-407 0,-3-1-127 0,1-2 94 16,-4 1 89-16,4-5 39 0,-1 1 66 0</inkml:trace>
  <inkml:trace contextRef="#ctx0" brushRef="#br0" timeOffset="-24875.66">28529 17736 816 0,'-4'6'310'16,"1"3"-18"-16,-1 0-34 0,-2 2-17 16,3 1-24-16,-5 1-4 0,5 2-32 0,1 1-14 15,-3-1-19-15,2 1-7 0,3 0-23 16,-3 1-6-16,-1 0-19 0,4-1-1 0,-3 1-8 16,3-2-27-16,0 3-83 0,0 1-66 0,3-1-108 15,-6 0-191-15,6-2-342 0,1-5 63 0,-1 0 61 16,0-5 51-16</inkml:trace>
  <inkml:trace contextRef="#ctx0" brushRef="#br0" timeOffset="-24575.53">28771 17523 1082 0,'0'0'351'15,"0"0"-34"-15,0 0-27 0,0 0-32 0,0 0-10 16,21 19-38-16,-11-7-10 0,-3 0-21 0,7 3-10 16,-1 2-20-16,-2 1-19 0,5-1-2 15,-1 2-26-15,1 2 1 0,2 1-14 0,-1-1-12 16,3 0-15-16,-2 0-24 0,-5-3-12 0,4 1-37 15,-3-3-30-15,5 3-66 0,-7-4-67 16,1-2-156-16,1 2-482 0,1-3 62 0,-6-5 82 16,-2-1 62-16,3-2 68 0</inkml:trace>
  <inkml:trace contextRef="#ctx0" brushRef="#br0" timeOffset="-24326.25">29131 17520 1082 0,'-10'6'315'0,"2"-1"-77"0,-2 6-28 16,3 1-13-16,-4 0-20 0,2 3-16 0,-1 2-18 16,-4-2-7-16,4 3-16 0,0-1-20 0,-4 2-3 15,3 0 6-15,-3 1-26 0,1 0-1 0,-4 2-14 16,5 1 7-16,-3-3-31 0,1 1-35 15,4-2-29-15,-4 6-63 0,1 0-137 0,2 0-140 16,1-2-384-16,3-3 90 0,2-3 61 16,0-2 56-16</inkml:trace>
  <inkml:trace contextRef="#ctx0" brushRef="#br0" timeOffset="-23992.14">29163 18163 1133 0,'12'-21'333'0,"2"2"-41"0,-4 1-31 15,4 1-15-15,-7-1-26 0,3 0-15 16,-1 2-24-16,-1 1-32 0,-2 0 22 0,-2 5-17 16,1-1-29-16,-3 0-9 0,1 3 6 0,0-2-86 15,-3 3 3-15,5 1 7 0,-5 1-5 16,0 5-8-16,0-7-5 0,0 7-7 0,0 0 4 15,0 0 1-15,0 0-1 0,-21 17-2 0,14-10-5 16,0 1 8-16,3 2-6 0,-2 2-4 16,2 1 25-16,1 0-31 0,0-1-2 0,1 1 20 15,0 0-18-15,4-1-10 0,-2 0 18 16,1 0 5-16,3-1-10 0,-1-1-8 0,1 1 0 16,2-4-7-16,2 2-24 0,2-3-20 0,0 0-21 15,1-3-33-15,-1 1-48 0,2-2-62 0,-1-4-97 16,0 1-428-16,-1-2 6 0,4-2 76 15,-4-3 67-15,0-3 36 0</inkml:trace>
  <inkml:trace contextRef="#ctx0" brushRef="#br0" timeOffset="-23826.18">29417 17736 908 0,'0'0'292'15,"-6"-7"-31"-15,6 2-36 0,0 5-20 0,-3-6-56 16,3 6-73-16,0 0-58 0,-4-6-100 16,4 6-368-16,0 0-172 0,0 0 43 0</inkml:trace>
  <inkml:trace contextRef="#ctx0" brushRef="#br0" timeOffset="-23123.17">29599 17348 829 0,'0'0'269'0,"0"0"-19"0,10 0-19 16,-10 0-19-16,11 8-4 0,-1 2-14 0,1 3-20 15,2 3 13-15,3 6-31 0,0 4-20 16,3 12-3-16,-2 2-26 0,0 1 14 0,-5 3-9 16,-1 1 1-16,-6-5-28 0,1-5-1 0,-4 2-12 15,-7 2-11-15,2 0 11 0,-5 8-16 16,-5 2 0-16,-1-5-15 0,-3-1-5 0,0-4-20 16,0-6-29-16,3-6-23 0,-1-4-26 0,-1 1-14 15,0-6-93-15,1-2-146 0,2-7-466 16,3 1 57-16,-1-9 56 0,3-2 105 0,-8-6 38 15</inkml:trace>
  <inkml:trace contextRef="#ctx0" brushRef="#br0" timeOffset="-22508.81">29940 17081 1031 0,'4'-5'338'15,"5"2"-26"-15,-1-3-23 0,-1 2-89 0,3 1-41 16,4-3-11-16,1 0-17 0,-2 0-6 0,6 2-17 15,-1-1-8-15,0 2-16 0,3-3 6 0,-5 3-24 16,3-1 14-16,-4 2-27 0,1-1 1 16,-1 1 7-16,-2 0-17 0,-2 0 2 0,-1 1-15 15,0 0 10-15,1-1-21 0,-3 1-10 0,-3-1 13 16,-5 2 8-16,14 2-15 0,-14-2 1 16,10 1-4-16,-5 2 13 0,-5-3-6 0,5 10-7 15,-2-4-5-15,-1 4 2 0,-1 0 16 16,0 3-19-16,-1 0 6 0,0 6-3 0,0 1 8 15,0 0-2-15,0 0-6 0,0 2 18 0,0 1-7 16,0 4 7-16,0 1-8 0,0 0-2 16,4 2 0-16,-4 4 0 0,3 1 5 0,0 2-13 15,-2-2 13-15,2 1-15 0,0 1 15 0,3 0 3 16,-5 0-9-16,5 0-6 0,-1 1-1 0,-2 0-5 16,4 11 18-16,-1 1-10 0,-2-2 0 15,2-8-6-15,1-5 4 0,-6 0 22 0,5-1-31 16,-3-1 9-16,1-1-6 0,-4-4 15 15,5 6-7-15,-4 3-3 0,0-2-17 0,-1-7 17 16,0 1-5-16,0 0 10 0,-1-2-12 0,0 0 12 16,-4-1 3-16,2 0-2 0,2-1-4 0,-5-1-4 15,2-2 2-15,-3-3 11 0,1-1-8 0,-1 0 20 16,2-1-31-16,-6-3 1 0,-4 0-8 16,-3-2-51-16,-2-3-62 0,-4-3-59 0,-9-3-419 15,2-2-218-15,-10-3 61 0,-17-9 95 16,-1-9 59-16,-13-9 59 0</inkml:trace>
  <inkml:trace contextRef="#ctx0" brushRef="#br0" timeOffset="-21293.52">23695 17306 711 0,'-10'-1'269'0,"10"1"-31"0,0 0 0 0,0 0-26 16,-3-4-20-16,3 4-7 0,0 0-21 0,0 0-16 16,24-5-23-16,-14 4 3 0,7-2-10 0,-1-1-5 15,2 2-21-15,2-3 8 0,-2 3-21 16,4-1 0-16,-4 0-15 0,0 1 0 0,-2 1-41 15,-1-2-30-15,-5 3-21 0,4-1-26 16,-4 0-49-16,-1 1 6 0,-9 0 0 0,12 1 2 16,-12-1 13-16,3 4-15 0,-3-4-8 0,0 0 26 15,0 0 2-15,-18 9 23 0,12-7 6 16,-4-2-9-16,-1 4 11 0,1-3 15 0,0 1 21 16,-4 0 3-16,4 0 1 0,0 1 9 0,-1 0 2 15,1-2 3-15,-1 2-26 0,4 1 20 0,-3 1 9 16,1-1 1-16,1-1 40 0,1 2-42 15,-2 2 16-15,2-2 4 0,2 1 16 0,-1 1-2 16,-1 1 25-16,4 2-10 0,-1 0 0 16,-2 1 0-16,3 1 15 0,-1 4-26 0,3 0 9 15,-2 1-6-15,0 2-10 0,0 5 13 0,-1-1-3 16,1 2 8-16,0 0-8 0,-1 2 8 0,0-1 0 16,-2 5 2-16,2 2-12 0,-2-1 15 15,5 3 5-15,-2-2-15 0,0 0-1 0,3 2-14 16,-3 1 7-16,3-1 0 0,0 1 0 0,3-1 5 15,0 1-12-15,0-1 4 0,1 1-12 16,-1-1 2-16,1 0-13 0,2 1 11 0,1-3-21 16,0 1 6-16,-3-1 9 0,2-2-2 15,2-2-12-15,-5-2-1 0,4-2-2 0,-1 1 10 16,1-2-3-16,1-2 5 0,1 0 6 0,-2-1-8 16,3-1-5-16,1-4 2 0,-1 3-10 0,-3-4 10 15,6-3-2-15,-2 1 15 0,-1-1-17 0,4-1 17 16,-4 1-10-16,4-2-5 0,-1 0 2 15,4-2-10-15,-3-1 5 0,4-1 3 0,1-2-26 16,-1 1-17-16,3-3-4 0,2-2-43 16,7-3-25-16,1-1 5 0,4-1-49 0,3-1-61 15,-1-2-67-15,18-3-200 0,-1-1-281 0,1 0 64 16,0-4 79-16,0-1 57 0</inkml:trace>
  <inkml:trace contextRef="#ctx0" brushRef="#br0" timeOffset="-20160.65">30556 16826 952 0,'3'-9'332'0,"-3"3"-22"16,5-1-31-16,-2-1-10 0,6 0-41 0,-5 1-13 15,6-1-18-15,1 2-26 0,-1 0 1 0,6 1-31 16,-1 1-6-16,5 1-12 0,-3 2-26 0,3 1 3 16,-1 3-5-16,0 2-11 0,-1 1-4 0,0 2-21 15,-2 3-6-15,-3 0 4 0,-3 7-16 16,-2-2-8-16,-2 0 10 0,-6 3 9 0,0 0-9 16,-6 3-7-16,-5 0 0 0,0 3 2 0,-6-1 3 15,1-1 0-15,-5-2 0 0,4 3-20 16,-4-3 17-16,0-2-7 0,1-2-8 0,0 0 10 15,5-3-2-15,-4-2-11 0,4 1 3 0,4-4-5 16,-1-1 10-16,3 1-7 0,1-3-6 16,3 0-7-16,-3 0 15 0,4-2-3 0,1 0-4 15,-1 0 2-15,4-4 7 0,0 0-7 0,11 7 8 16,-1-4-6-16,4-3-4 0,-1 1-1 0,5-1 13 16,4-1-7-16,0-1-21 0,8 1 28 15,-2 0-21-15,3-3 1 0,2 2 0 0,0-2-3 16,3 2 13-16,1-3-3 0,-3 2-5 0,-3 0 6 15,0 1-9-15,-1-1 4 0,-2 1-11 0,-4 1 18 16,-3-3-8-16,-4 4-2 0,0-1-6 16,-2 1-10-16,-3-1 16 0,-5 3-31 0,3-2-5 15,-4 6-21-15,-6-1-168 0,-6 5-672 0,1 0 17 16,-6 1 83-16,-7 1 73 0,-2-2 83 16,-4-3 60-16,0 1 64 0</inkml:trace>
  <inkml:trace contextRef="#ctx0" brushRef="#br0" timeOffset="44250.53">10595 5850 570 0,'0'0'236'16,"0"0"-21"-16,0 0-3 0,0 0-2 0,0 0-92 16,0 0 23-16,0 0-24 0,0 0-12 15,0 0 87-15,0 0-18 0,0 0-15 0,-6-8-18 16,6 8-8-16,3-8 3 0,-3 0-16 0,3 2-28 16,1-4 5-16,2 0 1 0,2-4-14 0,2 1-10 15,0-7-10-15,4 2 8 0,-1-7-5 16,5-1-19-16,5-11-2 0,-2-1-5 0,3-4 3 15,3 0-11-15,-3 1-5 0,3-7 5 0,-3 7-4 16,4-3-6-16,2 4 2 0,1 0 1 16,0 3-90-16,3-5 18 0,0 3 5 0,4-1 5 15,10-5 0-15,-8 11 8 0,12-9 0 0,3 2 2 16,0 2 8-16,3-1-5 0,-4 1 0 16,4-1-2-16,-3 4 4 0,-7 6 3 0,0 0 8 15,-3 1 2-15,2 3-2 0,-2-2 5 0,-4 1 5 16,3 4-5-16,-3-2-5 0,0 3 5 0,-3-2-1 15,3-1 1-15,-3 3 0 0,2-2 5 16,-9 6-5-16,-3 1 10 0,2-1-7 0,-5 1 2 16,2 1 5-16,0-1 0 0,-4 2-10 0,-1-2-3 15,-2 6 16-15,-3-3-11 0,0 3 1 0,-4-1 7 16,-2 3-10-16,-4 5 5 0,3-4-11 16,-3 2-7-16,0-1-38 0,-4 4-44 0,-2-2-20 15,2 5-44-15,-3 0-76 0,0 0-88 16,-18 7-350-16,8-1 20 0,-4-2 77 0,-2 4 71 15</inkml:trace>
  <inkml:trace contextRef="#ctx0" brushRef="#br0" timeOffset="45115.91">10485 5596 806 0,'0'0'269'15,"-3"-4"-26"-15,3 4-18 0,0 0-23 0,0 0-20 16,0 0-13-16,-3 17-16 0,3-9-9 16,-3 1-85-16,0 1 2 0,2 5-20 0,-2 1 10 15,0 1-15-15,0 0 0 0,2 0 10 0,-2 1-15 16,-1 0-6-16,1 1 11 0,2-4-18 15,1 1 18-15,-3 0 0 0,3-2-11 0,0 0-2 16,3-2-5-16,-3-1 5 0,1 2-12 0,6-5 14 16,-4 1 14-16,4-1-14 0,3-4 1 15,4 0-13-15,0-3 2 0,6 1 0 0,4-4-7 16,0 1-8-16,6-5 8 0,-2 4-13 0,3-4-29 16,-1 3-17-16,5-5-46 0,-5 2-41 0,4-1-95 15,-6 3-87-15,-1-4-389 0,1 2 87 16,-1-1 25-16</inkml:trace>
  <inkml:trace contextRef="#ctx0" brushRef="#br0" timeOffset="46082.92">12797 4713 929 0,'0'0'279'0,"0"0"-28"0,-4-4-39 16,4 4-17-16,0 0-27 0,-7-3-11 0,7 3-12 15,0 0-19-15,-16 11-11 0,8-7 0 16,-2 3-17-16,0 3 1 0,0 2-1 0,-4 1-4 15,1 6-9-15,-1-1-80 0,1 4 5 0,-5 6 8 16,5 0-8-16,-5 12 11 0,-2 2 2 16,3 1-3-16,-1 4-7 0,5-1 8 0,-4 3 7 15,3 1-5-15,0 0-16 0,1 0 19 0,0-3-11 16,2-1 3-16,-2 1 3 0,2 0-3 16,4-9 0-16,0-5 0 0,-2 0-11 0,1 2-4 15,1-2 2-15,-2 1-5 0,2 1 13 0,-1-1-3 16,-2-3-10-16,0 1 13 0,0-2-6 0,3-5 9 15,3 0-3-15,-5-2-16 0,2-3 8 16,0-2-7-16,3-1 12 0,1-3-5 0,-1-3-2 16,-2 2 2-16,3-4-5 0,-1 0 12 15,0-2 6-15,1-4-13 0,3-3 8 0,-7 2-26 0,7-2 11 16,0 0 4-16,-13-17 6 0,5 8 64 16,5-1 0-16,-4-4-11 0,0 0-12 0,-2-2-3 15,4-2 2-15,-4 2-17 0,5-5 20 0,-3 3-18 16,1 1 8-16,1 1-69 0,-1-1 3 15,-1 2 2-15,4 4 10 0,0 1 5 0,-1-1 3 16,1 1 2-16,-4 3-7 0,6 3-3 0,-2-3-4 16,3 7 1-16,0 0-2 0,0 0 5 15,0 0 1-15,-7 14 4 0,4-5-2 0,3 0 0 16,0 2 4-16,3 3 1 0,-3-3 3 16,1 3-9-16,2-1 24 0,3 2-15 0,-2 0 4 15,3 1 11-15,3-4 0 0,-3 2-13 0,0-1-10 16,3-2 10-16,1-3-3 0,-1 1 3 0,4-1 3 15,-1-6-3-15,1 3 10 0,2-5-10 0,5-3 0 16,-3 1-5-16,8-6 2 0,-2 0 16 16,7-3-16-16,-3-3-27 0,2-3-11 0,-2 2-21 15,-4 2-35-15,3-2-49 0,-7 3-36 0,-2-1-99 16,-2-1-497-16,-1 2 89 0,-2-2 29 16,-2 1 84-16</inkml:trace>
  <inkml:trace contextRef="#ctx0" brushRef="#br0" timeOffset="46682.86">12804 3739 624 0,'0'0'202'0,"0"0"-2"0,0 0-21 0,0 0-23 16,7 24 6-16,-4-11-27 0,3 0-7 0,-2 7-28 15,4-1 7-15,1 3-9 0,-5 3-21 16,3 0 2-16,3 3-7 0,0-2-1 0,-3 4-17 15,4-1-21-15,-5-4-53 0,1 0-8 0,0-2-57 16,3 1-20-16,-3-3-23 0,-3 1-89 16,2-7-83-16,1 2 16 0,-4-6 13 0,1 2-116 15,-1-6-140-15</inkml:trace>
  <inkml:trace contextRef="#ctx0" brushRef="#br0" timeOffset="46965.9">12835 3925 652 0,'-7'-22'266'0,"0"3"-10"0,0 2-15 15,4 1-13-15,-1 1-87 0,1 4-19 16,3-5-9-16,-3 2 7 0,3 0-22 0,0 0-16 16,0 0 10-16,3-1-26 0,0-2 3 0,4 5-2 15,-1-2-13-15,2 3-6 0,-1-2 6 0,3 5 56 16,0 1-15-16,1 3-21 0,2 2-15 16,-2-2 8-16,2 8-6 0,0-3-12 0,1 2 2 15,-4 4-8-15,4 2-7 0,-4 0 13 16,0 4-6-16,-2-2 1 0,-4 3 2 0,2 0 2 15,-6 1-1-15,0-1 1 0,-3 2-7 0,-1 1-8 16,1 0-7-16,-5-1-3 0,2 1-8 16,-1 0-2-16,0-1 13 0,0 0-29 0,0-2-17 15,-2 1-13-15,2-1-42 0,3-3-32 0,-3 2-37 16,4-4-150-16,-1 1-420 0,1-3-26 16,3-1 103-16,0-2 40 0,0-4 62 0</inkml:trace>
  <inkml:trace contextRef="#ctx0" brushRef="#br0" timeOffset="47431.49">13442 3550 831 0,'-9'-4'346'0,"9"4"-34"16,-20 6-35-16,9-2-29 0,-2 3-15 15,-2 1-36-15,2 5-15 0,-1-2-13 16,1 3-29-16,0 2-14 0,2 1-6 0,4-3-5 16,0 1-20-16,1 2-10 0,1-3-9 0,2 1-14 15,3-3-14-15,0 2 4 0,3-1-9 0,2 1-7 16,5 0-18-16,-1-5-5 0,1 1-1 0,1-2 4 16,3-2 2-16,0-2-8 0,-1 0-2 15,1-3-8-15,0-1 10 0,0-1-5 0,-1-3 10 16,0 0-7-16,-2-3 2 0,-1-3-5 0,0-2-5 15,1-1 16-15,-5-3-9 0,1-1 9 16,-4 0-11-16,1 1 13 0,-1-4 2 0,1 6 11 16,-3-1 2-16,-1 1-2 0,0 4 20 0,0 0-15 15,3 1-5-15,-3 2 5 0,0 0-18 0,0 4 7 16,0 3-7-16,0 0 0 0,0 0-5 0,0 0 7 16,0 0-4-16,0 0 2 0,0 20-8 15,3-11-15-15,0 1 17 0,1 2-4 0,-1-2-3 16,4 4-2-16,3-3 2 0,-3 3-13 0,0-1-25 15,4-1-31-15,-2-1-44 0,2-1-60 16,3 0-135-16,-1 1-418 0,0-3-78 0,1-5 87 16,-1 0 85-16,-2 0 54 0</inkml:trace>
  <inkml:trace contextRef="#ctx0" brushRef="#br0" timeOffset="48114.75">13743 3513 583 0,'0'0'248'0,"7"15"31"0,-3-5-30 16,0 2-32-16,2-1-17 0,1 4-11 0,-3 1-9 15,6 3-32-15,-3-3-23 0,3 2-9 0,-4-2-14 16,2-2 5-16,-1-1-25 0,2 1-12 16,-5-3-14-16,2 1-23 0,-1-3 8 0,-2-1-3 15,0 0 6-15,-2-5 5 0,2 3-19 0,-3-2 11 16,0-4-10-16,0 0 0 0,0 0-8 0,0 0 7 15,-21-11-1-15,14 2 1 0,1 0 11 16,-5-5 0-16,7 0 13 0,-6 0-3 0,4-1 11 16,-1-1-9-16,0 0-4 0,0 0 2 15,4 0-7-15,-1 3 4 0,1-3-9 0,3 2 2 16,0 0 0-16,0 0-8 0,4-2 0 0,5 1-5 16,-2 0-5-16,7 0-5 0,0 1 5 15,6 0-20-15,1 0-21 0,2 1 0 0,5 0-41 0,2 2-10 16,1 1-8-16,0 2-10 0,3-1-18 15,-3-2 3-15,0 3-16 0,-1 2-7 0,-2-2 20 16,-4 2-3-16,0-1 6 0,-3 3 20 0,-4-1 31 16,0 2 38-16,-4-1 33 0,-3 1 39 15,1-1 5-15,-4 1-12 0,-1 2-9 0,-6 1 8 16,7-2-17-16,-7 2 9 0,0 0-7 0,0 0 5 16,0 0 7-16,-13 17 1 0,3-8-13 15,-1 3-5-15,-2 1 10 0,-2 3 2 0,2 1-12 16,3-1-3-16,-4 1-8 0,4 1-4 0,3 0 12 15,-3-1-2-15,6-1-16 0,1 0 13 16,0-1 0-16,3-1-21 0,0-2-9 0,3 1 14 16,0-2-12-16,4-2 0 0,1 0 0 0,1-2 10 15,2-3-2-15,3-4 4 0,-1 4-12 0,1-8 3 16,-1 1 7-16,2-2-5 0,-2-4-3 16,0 1 8-16,1-4-7 0,-4-2-8 0,1-3 17 15,-4 2 4-15,-1-6-6 0,-2 4 8 0,2 1 15 16,-3-1-5-16,-2 0 2 0,-1 5 11 15,0 0-18-15,4 3 8 0,-4 1-1 0,0 0-7 16,0 3 3-16,0 5-3 0,0-4-6 0,0 4 4 16,0 0 2-16,0 0 0 0,0 0-11 0,3 21 9 15,-3-13-9-15,3 5-20 0,1-5-7 16,2 3-24-16,-2 3-17 0,3-2-62 0,3 1-56 16,-3-1-115-16,3 1-487 0,1-3 39 0,-1-1 71 15,0-2 75-15,0-4 50 0</inkml:trace>
  <inkml:trace contextRef="#ctx0" brushRef="#br0" timeOffset="48666.12">14642 3344 645 0,'5'9'158'0,"-2"1"-14"0,0 3 17 16,1-1-28-16,-1 1-18 0,0-1 16 15,-2 3-47-15,2-1 3 0,0-4-20 0,0 2 2 16,-3 0 31-16,5-3 2 0,-5-2 0 0,3 1-4 16,-3-2 12-16,0-1-18 0,3-2-8 0,-3-3-20 15,0 0 3-15,0 0-11 0,0 0-7 0,0 0-8 16,0 0 0-16,-7-25-16 0,3 14 14 16,4-3-6-16,-3 1-2 0,3-3-1 0,0 1-6 15,0-1 1-15,0 4 8 0,0-3 13 0,3 2-2 16,1 2-11-16,-3 2 1 15,2 0-1-15,3 0-10 0,-2 4-5 0,2 3 12 0,1 0-19 16,1 2 14-16,-8 0-2 0,19 3-12 16,-8 2 7-16,-1-2-6 0,0 3-1 0,1-1-6 15,-4 2-8-15,0 0 1 0,2 0-1 0,-1 0 21 16,-1 1-21-16,-4-4-7 0,3 2 8 0,-2-2-1 16,-1 1 8-16,1 1 23 0,-4-6 3 0,4 3-13 15,-4-3 13-15,0 0-11 0,0 0 3 16,0 0 0-16,0 0 3 0,0 0-13 0,-8-25 15 15,5 14-23-15,-1-4 0 0,1 1 13 16,0-3-3-16,0 0 6 0,3 1-19 0,0 3 3 16,0-2 8-16,3 1-3 0,0 2 6 0,-3-1-1 15,3 2-10-15,1 1 6 0,3 2-6 0,0 4-3 16,-1 0 1-16,1 4 4 0,4 0-1 16,-11 0-9-16,20 4 13 0,-9 2-2 15,2 1-8-15,0 2-3 0,-2 2 3 0,-1 2 11 0,0-2-27 16,1 3-12-16,-1-2-28 0,-3 5-31 0,3-4-54 15,-6 0-100-15,3 0-386 0,-1-1-120 16,-3-1 89-16,1-2 67 0,3-1 51 0</inkml:trace>
  <inkml:trace contextRef="#ctx0" brushRef="#br0" timeOffset="48986.25">15170 3271 629 0,'10'-10'256'15,"0"0"-18"-15,0 1-20 0,-3 1-11 16,0-1-20-16,-1 1-8 0,1 0-5 0,-2-1-10 16,1-3-10-16,-3 1-21 0,-3 1 0 0,0 1-5 15,3-3-72-15,-6 4 11 0,3-1-8 0,0 1-3 16,-3 1-5-16,0 1-2 0,3 0-13 0,-3 0 10 16,3 6-11-16,-8-2 4 0,8 2-21 15,0 0 7-15,-20 8 3 0,12-2-12 0,2 5 2 16,-1-2 2-16,0 5 8 0,1 0-17 15,1 0 7-15,2 1-3 0,3 0 5 0,0-2-9 16,0 0-9-16,3 0 11 0,2 2 7 16,1-2-14-16,4 1 6 0,-3-3-6 0,7 0 4 15,-1-3 5-15,2 0-17 0,1-2-4 0,2-4-17 16,2-1-5-16,1-1-41 0,2-2-26 0,-2-3-25 16,2-2-69-16,-2-1-42 0,0-4-104 15,-4-3-377-15,4-3 80 0,-8-1 56 0,4-4 46 16</inkml:trace>
  <inkml:trace contextRef="#ctx0" brushRef="#br0" timeOffset="49182.07">15515 2869 698 0,'-3'-18'208'0,"-1"5"-1"16,4 1-18-16,-4 3-15 0,4 2-28 0,-3 1-5 15,3 3-18-15,0 3-21 0,0 0-20 16,0 0 8-16,0 0-1 0,-7 13-4 0,4-2-16 16,3 2 5-16,0 0-7 0,0 5-6 0,0-2-10 15,3 2 6-15,-3 0-16 0,4 3 5 0,2 0-3 16,-2 2-20-16,0-1 21 0,5-1-11 15,-2 0-10-15,0-1 5 0,4-1-15 0,-5 2-15 16,4-5-47-16,-6 0-51 0,6 0-79 0,-13-4-205 16,13 2-320-16,-6-4 62 0,-1-3 86 15</inkml:trace>
  <inkml:trace contextRef="#ctx0" brushRef="#br0" timeOffset="50132.28">15377 3121 778 0,'-3'-5'245'0,"3"5"-1"0,0-6-37 16,0 6-20-16,4-9-16 0,-1 4-22 0,5-2-6 15,1 1-23-15,1 0 3 0,5-1-26 0,-2-2 70 16,4 1-24-16,3-1-17 0,1-2-14 0,3 3-14 16,0-4-4-16,-1 2-12 0,-1 2-8 15,5-2-5-15,-3 1 3 0,0-1-16 0,-1 0-9 16,1 0-4-16,-3 2 3 0,-4 3-2 15,1-3-1-15,-2 0-2 0,-2 2-15 0,-1-2 10 16,-2 1-8-16,-4 2-3 0,-1-1 3 0,1-1-25 16,-4 4 17-16,2-3 11 0,-2 1-21 15,-3 5 8-15,-3-6 0 0,3 6 0 0,0 0-5 16,0 0-3-16,-15 2-7 0,15-2-1 0,-13 6 11 16,6-1-18-16,0 2 2 0,1 1-4 0,2 1-3 15,1 0-6-15,-1 1 9 0,1 2 1 16,3 0-1-16,3 0 17 0,-3-2-2 0,4 1-6 15,-1 1-2-15,7-1 3 0,-3-2-3 0,4 1-3 16,-1-2 8-16,4-1-5 0,2-2-18 16,2 0-7-16,1-2 2 0,2-2 2 0,0-1 1 15,2-1-8-15,-2-2-8 0,0 0-3 0,-1-3 19 16,-2 2-16-16,2-4 8 0,-6-1-5 16,0 1 2-16,-4-4-18 0,0-1 8 0,0 1 0 15,-6 0 8-15,2 0 36 0,-2 2 7 0,-1 1-10 16,1 2-3-16,-1 0 1 0,0 1-8 0,1 2 2 15,-4 4 3-15,0 0 5 0,0 0-8 16,0 0 3-16,0 0-5 0,1 18 15 0,2-7-5 16,-3 0 15-16,0-1-7 0,3 4-13 0,0-3 2 15,0 3 8-15,-2 1-7 0,2-4 9 16,-3-1-7-16,3 2 11 0,-3 0-4 0,3-4-7 16,-2 2 16-16,-1-3 27 0,0 0 26 0,0-1-7 15,0-1-6-15,0-5-12 0,0 6 17 0,0-6-17 16,0 0-3-16,0 0-6 0,0 0-6 15,-10-17 4-15,10 7-10 0,-4 1 5 0,4-4-8 16,-3-3 1-16,3 0-11 0,0-2-5 0,0-1-5 16,3-1 13-16,1 2 5 0,2 0-13 15,-2 1 0-15,3 0 5 0,0 2-4 0,3 0 6 16,-4 1-12-16,5 1-5 0,-1 3 8 0,0-1 15 16,1-1-11-16,2 4 4 0,1-2-19 15,-4 3 8-15,3 2 5 0,-1-1-7 0,1 2 4 16,-3-1-12-16,1 0 10 0,-1 3-3 0,-4-1 1 15,2 0-6-15,-2 0 0 0,-6 3 11 16,10-4-13-16,-6 2 5 0,2 0-6 0,-6 2 1 16,0 0 8-16,8-2-4 0,-8 2-6 0,0 0 1 15,0 0-4-15,0 0 7 0,0 0-4 0,0 0 9 16,6 8 6-16,-6-8-14 0,0 6 4 16,0-1 12-16,0-5-15 0,1 10-1 0,2-1 14 15,0-1-8-15,1-1 0 0,2 3-3 0,2 2 5 16,2-1 9-16,-1 1-9 0,-1 0 6 15,2-1-6-15,0 1 3 0,-3 0-10 0,3-1 10 16,-3-1 2-16,-3 0 3 0,2 0-2 16,-3-1-3-16,2-1 18 0,-2 0-3 0,-3 0 8 15,-3-1-5-15,-2 0 3 0,-1 1 4 0,-1-3-7 0,-3 3 0 16,-1-2-5-16,-2 0 0 0,-1-1-1 16,1 0 1-16,-1-3 8 0,0 3-24 0,1-5-33 15,-1 2-35-15,1-2-52 0,1-2-230 16,-1 0-479-16,6-2 41 0,-3-2 115 0,6-1 64 15,1 1 54-15</inkml:trace>
  <inkml:trace contextRef="#ctx0" brushRef="#br0" timeOffset="50782.03">16944 2648 749 0,'0'0'267'0,"0"12"-27"16,0-6-25-16,0 1-30 0,3 1-16 0,-3 0-13 16,3 3-13-16,0-3-20 0,2 3 0 0,-2-3-11 15,4 3-22-15,-1-3 5 0,4 0-8 0,1 1 48 16,-1-2 6-16,1 0-18 0,2-1-23 16,-3-1-5-16,4-2-3 0,-1 0-15 0,-1-2-13 15,1-1 5-15,0-1-11 0,-2-1-4 0,-1-2-3 16,0-1-22-16,-3-1 1 0,-3-4-12 15,2 1 0-15,-3-3-2 0,-3-1 4 0,0-3-15 16,-6 0 10-16,3 1 1 0,-5 0 2 0,4 2-13 16,-5-1 20-16,-1 3-4 0,2-1-3 15,-2 5 5-15,0 1-8 0,1 1 6 0,-3 2-6 16,3 3-5-16,-1 1-7 0,2 1-3 0,1 3 0 16,1-2 18-16,2 3-18 0,1 0 5 0,0 2-5 15,3-1 23-15,3 0 0 0,0 0-13 16,1 2 0-16,6-3 13 0,1 0-2 15,2 0-3-15,0 0-3 0,5-3-10 0,2 0-2 0,0-2 7 16,1-1-5-16,3-1 0 0,-1-2 6 16,2 0-1-16,2-4-8 0,0 0-9 0,-2 0-1 15,-1-1 0-15,-1-3-10 0,-2-1 1 16,-3 0-22-16,-2-3 6 0,-2-2 7 0,-4-1-7 16,-3 0-3-16,-1 0 13 0,-3-1-5 15,-2-1-3-15,-2 0 8 0,-2 0 0 0,-3 2 8 0,2 1 5 16,-2 2-1-16,-1 1 1 0,-4 1 5 0,4 5-3 15,-5 1 1-15,4 4 2 0,-2 2-6 16,10 1 11-16,-21 10 16 0,11 3 7 0,0 0-8 16,4 8 6-16,1 3 2 0,-1 4 0 15,6-1-8-15,-1 8 3 0,2 1 10 0,2 1 0 16,5 13-12-16,-2 0-6 0,4-1 13 0,0-1-13 16,4-1 5-16,0 1-2 0,3-2-3 15,-1 0-4-15,-1-5 19 0,4 1-12 0,-7-7 0 16,1-3-8-16,-2-1-5 0,2-4-56 0,-3 3-78 15,-3-6-152-15,-3 1-554 0,-4-5 57 0,0-2 69 16,-4-5 82-16,-3-3 56 0</inkml:trace>
  <inkml:trace contextRef="#ctx0" brushRef="#br0" timeOffset="50948.63">17145 3201 808 0,'14'-13'297'15,"3"1"-33"-15,0-1 48 0,4 3-48 0,0-2-16 0,9-2-33 16,1 1-20-16,3 1-14 16,10-4-24-16,-6 5-52 0,-5-1-65 0,-2 3-114 0,-7 5-210 15,-3-1-466-15,-4-1 108 0,-6 3 35 16,-5 0 64-16</inkml:trace>
  <inkml:trace contextRef="#ctx0" brushRef="#br0" timeOffset="51482.93">13501 4275 732 0,'-4'21'207'0,"5"-8"-15"16,2-1-8-16,0 3-12 0,2 2-11 15,1 6-18-15,-2 2-12 0,5 3-26 0,-1 4 7 16,-2-1-7-16,1 2-25 0,0-4-24 0,2 3-48 16,-4 0-60-16,1-5-93 0,-5-1-140 15,2-1-365-15,0-4 56 0,-3-3 36 0</inkml:trace>
  <inkml:trace contextRef="#ctx0" brushRef="#br0" timeOffset="52181.54">13327 4642 734 0,'0'-6'269'0,"3"1"-31"0,1-1-3 0,6-2-45 15,0-3-11-15,4 2-15 0,3-2-16 16,3 0-12-16,1 2-21 0,3-4-2 0,-4 2-13 15,4 0-11-15,-3 0-7 0,0 0-3 0,-5-2 60 16,2 2-24-16,-2 1-10 0,-6-4-10 0,4 4-8 16,-4-5-26-16,-3 4 6 0,1-5-11 15,-2 0 3-15,-5-1-11 0,2 0-9 0,0 0 4 16,-3 3 1-16,0-1 7 0,3 3-10 0,-3 2-3 16,0-3-12-16,0 5-13 0,0-1 2 0,0 7 11 15,0 2-16-15,0 0 3 0,0 0 5 16,0 0-8-16,11 12 0 0,-7 1 0 0,-1-1-5 15,3 5 6-15,-2 1-4 0,2 4-4 0,2 1 0 16,-1 1 2-16,-4 1 2 0,3 0 4 16,1 0-11-16,-2-3 7 0,1 2 1 15,-3-2-6-15,1-4-4 0,2 0 4 0,-2 0 4 0,-1-4-1 16,0 0-5-16,1-3-3 0,-3-1 16 0,2-2 2 16,-3-2-2-16,3-3-5 0,-3-3-6 15,0 0 6-15,0 0 5 0,0 0-6 0,7-21 4 16,-7 13-1-16,3-1-2 0,-3 1 2 0,3 0-10 15,-3-1 8-15,1 2-6 0,2 0-12 0,-3 2 2 16,3-1 11-16,1 2 2 0,0 0-10 16,-4 4 12-16,9-6-7 0,-5 6-2 0,-4 0-3 15,17-1 7-15,-10 1 14 0,3 0-14 16,4-1 8-16,-4 1-7 0,3-5 2 0,2 4-5 16,5-2-2-16,-6-4 4 0,6 2-4 0,-3 1-9 15,7-5 27-15,-6 1-11 0,1 0-5 16,-4-1 5-16,-2 1-5 0,4-3 8 0,-7 0-6 15,0 0 8-15,1-2-2 0,-4 1 7 0,-1-2-4 16,-5 3-11-16,2-2 13 0,0 2-3 0,-3 1-3 16,0 1 16-16,0 2-2 0,0-2-1 0,3 2-7 15,-6 0 3-15,3 7-6 0,-3-5 13 16,3 5-18-16,0 0-2 0,0 0 14 0,-13 10-22 16,9-5 8-16,-3 5 7 0,4 1-2 15,2 0-6-15,-2 2-2 0,3-1 5 0,3 1-10 16,-2-1 16-16,6 2-9 0,0 0 3 0,-1 1-25 15,4-2-13-15,1-1-11 0,6 2-40 16,0-2-37-16,3 0-55 0,4-5-155 0,0-1-485 16,0 0 30-16,1-5 92 0,-2-2 62 0,1-1 56 15</inkml:trace>
  <inkml:trace contextRef="#ctx0" brushRef="#br0" timeOffset="53464.88">14787 4341 709 0,'6'12'209'0,"1"2"-22"16,-3-3-13-16,-1-3-23 0,1 2-18 0,-1-2 3 16,0 1-26-16,1-1 5 0,-1 0-22 0,0-1 11 15,1-1-9-15,-4-1-5 0,1 1 7 16,-1-6-7-16,3 6 2 0,-3-6-10 0,0 0-3 15,0 0-7-15,0 0-11 0,0 0 62 0,-11-23-3 16,7 13-17-16,-2-5-14 0,2 0-14 16,-2-3-6-16,3 0 5 0,-2 0-18 0,5-3-5 15,0 4 11-15,0 4-21 0,0-3 5 0,0 2 0 16,4 3 0-16,-3 2-8 0,2-1 1 0,0 4-19 16,4 1 3-16,-1 2-5 0,1 3 8 15,-7 0-8-15,21 4-11 0,-11 1 11 0,4 3-5 16,-1 0 2-16,1 0-7 0,-4 2-3 0,1 0 3 15,3-2 5-15,-5 2-3 0,2-2-7 16,-4 2-3-16,0-3 0 0,-1 0 7 0,-2-1-9 16,-1 2 4-16,4-6-4 0,-3 4 22 0,-1-3-2 15,0 2-3-15,-3-5 3 0,0 0-5 0,0 0 2 16,0 0-7-16,0 0 8 0,0-16-22 16,0 3 9-16,-3 2 12 0,3-4-17 0,-3-2 2 15,3-1 5-15,3 0 3 0,-3-3-8 0,3 3-8 16,1 1 13-16,-1 1 0 0,0-1-5 0,1 2 5 15,0 3-10-15,-1 3 3 0,1-2-4 16,2 5 12-16,1-2 4 0,-1 4-8 16,2 4-4-16,2 0-16 0,0 3 23 0,1 1-2 15,2 2-3-15,1 3-6 0,-1-1-1 0,1 3 4 16,0 2 3-16,-1-4-2 0,-2 2-1 0,2 2 6 16,-3-3 2-16,4 0-5 0,-7-2-3 15,3 0-12-15,-2-1 17 0,2 0 9 0,-4-3-11 16,1 2 5-16,1-5 0 0,-2 1 0 0,-6-2-10 15,16-2 15-15,-11 0-2 0,2-3 5 0,-1-3-3 16,1 3-5-16,-4-2-2 0,5-1-9 16,-5 2 14-16,3-1 0 0,-5 3-8 0,2-1 0 15,0 2-16-15,-3 3 11 0,7-5 0 0,-7 5 0 16,0 0-18-16,14 7 20 0,-10-4 3 16,2 2 0-16,1 2-5 0,3 1 0 0,-3 0 10 15,3-1-12-15,-3-2 4 0,4 3 6 0,-2-1 4 16,1 0 1-16,1 0-3 0,-1-4-7 0,4 3-1 15,-4-4-5-15,0 3-10 0,-3-4 18 0,4-1 3 16,-5 1-11-16,-6-1 6 0,11-1-6 16,-4-3 11-16,-4 0-14 0,-3-2-7 0,0-1 13 15,0-4 8-15,-3 1-6 0,-5-4 1 0,2-1-3 16,-4 3 12-16,3-2-4 0,0 0 5 16,-3 1 7-16,3 1-10 0,0 1 10 0,0 2 3 15,0 1-18-15,1 0 16 0,3 1-1 0,2 3-2 16,-2-2 0-16,0-1-16 0,-1 3 3 15,4 4 8-15,4-8-8 0,-1 2 2 0,4-1 6 16,3 2-8-16,4-2 5 0,2-1 0 0,5-1 0 16,0 2-17-16,2-2 17 0,1 0-8 0,1 1 3 15,2-1-5-15,1-3 5 0,2 2 8 16,-6 2-16-16,3-1 0 0,0 1-4 0,-3 1-1 16,0-1 2-16,-7 4-1 0,1-2 1 0,-2 3-4 15,-5-2-3-15,2 2-5 0,-6 2-2 16,1-2 4-16,-2 3 8 0,-3 4-2 0,-3-1-6 15,0 2 1-15,-6 4 15 0,3-1-5 0,-5 4 15 16,1 1-3-16,-3 4-7 0,-4 0 5 16,4 0 3-16,0 3-8 0,-1-2-8 0,2 1 23 15,2 1-10-15,3-4 3 0,-2 1-6 0,2-2-15 16,0 2 13-16,4-6 5 0,0 3-8 0,4-3-20 16,0-3 5-16,-1 1-18 0,4-2 16 15,3-2 9-15,1-2 1 0,2 0-8 0,-3-5 13 16,4-1 7-16,2-3 6 0,-4-3-6 0,1-1-2 15,1-6-5-15,-4-2 20 0,0-3-10 16,-4-4 2-16,-1-3 1 0,-2-4-11 0,0-4 8 16,-3-1 3-16,-6-13 7 0,-2-2 0 0,2 2-2 15,-4 0 5-15,3 10 2 0,-1 8 24 16,2 7-1-16,2 3-7 0,-2 0-1 0,2 4-9 16,-3 2 7-16,4 5-10 0,-1 3-3 0,1 2 3 15,0 4-7-15,3 2 6 0,0 0 1 0,-10 12-10 16,10 1 7-16,0-1-10 0,0 6 6 0,3 3 2 15,1 3-1-15,2-2-4 0,1 3 2 16,4 3-5-16,-1 1 11 0,3 0-14 0,-2-1 9 16,5 2-17-16,-2-2-12 0,3-2-35 15,0 4-21-15,-3-5-78 0,3-3-96 0,-4 1-568 16,2-2 30-16,-5-5 87 0,0-6 69 0,-3-2 62 16</inkml:trace>
  <inkml:trace contextRef="#ctx0" brushRef="#br0" timeOffset="54014.94">16185 3981 726 0,'4'-6'259'0,"2"-2"-21"0,1 0-18 16,-1-1-20-16,2 1-16 0,2-3-30 0,0 0-1 0,-3 0-17 16,3-2-13-16,-3 2-16 0,0-3 6 15,-1 2-11-15,2-1-7 0,-5 2 2 0,0-3-7 16,-2 4 53-16,2 0-5 0,-3 1-12 0,3 1-21 15,-6-1-5-15,3 1-21 0,-3 4-15 16,-1 1-8-16,4 3 16 0,-11-1-8 0,11 1-18 16,-16 8-5-16,9 0 10 0,-1 1-20 0,-1 3-5 15,5 3 9-15,-2 2-14 0,2 0 4 16,1 1 4-16,3 0-1 0,0 1-8 0,3-2 6 16,4 4-6-16,-1 0-2 0,4-4-2 15,1-1 7-15,2 1-11 0,-2-6-1 0,0-2-6 0,5 0-5 16,-2-1 5-16,-1-4-3 0,5-4 1 15,-2 0 17-15,-1-5-17 0,1-2-8 16,5-3 18-16,-4-5-16 0,-3-2 3 0,0-1 5 0,-1-7 3 16,-3-7-23-16,-2-1 2 0,-2-2 5 15,-5-5-23-15,2-12 11 0,-6-3-6 0,2 2 6 16,-2 2 12-16,0 10 6 0,-2 6 20 16,2 4 5-16,-3 4-8 0,2 5 13 0,1 3-5 15,0 2 8-15,-1 2-11 0,1 4-2 0,-1 4-5 16,0 5-8-16,4 2 8 0,0 0 5 0,-13 13 2 15,10-1-4-15,0 5 4 0,2 8-79 16,1 1-2-16,0 6 15 0,1 2 2 0,5-1 3 16,1 1 3-16,-1 1 12 0,9 8 3 15,-5-5 3-15,7 1 10 0,-4-7-11 0,2-4 6 0,-2-3 2 16,0-3-8-16,-2-1 19 0,2-5-6 16,-2-3-5-16,-1-1 11 0,0-1-1 0,-3-2-12 15,3-3 0-15,-3-1-16 0,-3-1-23 0,2-1-48 16,-2-3-116-16,-4 0-473 0,0 0-79 0,7-7 58 15,-7 7 85-15,-8-14 71 0</inkml:trace>
  <inkml:trace contextRef="#ctx0" brushRef="#br0" timeOffset="126406.74">9922 16299 1011 0,'-4'-7'325'0,"-2"2"-113"0,2-1-7 16,1 5-23-16,0-5-8 0,3 6-21 0,-4-7-15 15,4 7-7-15,-4-4-3 0,4 4-18 0,-6-3-13 16,6 3-15-16,0 0 0 0,0 0-20 0,0 0-4 16,-10 7 6-16,6 2 3 0,-3 7-3 0,0 4-13 15,1 5 6-15,2 9 12 0,-10 15-8 16,1 2-5-16,0 1 83 0,-2 5-22 0,-1 14-9 15,-2-1 2-15,5-10-10 0,-5 15-3 16,1 0-7-16,1 0-3 0,4-14 5 0,0-1-3 16,5 0 6-16,0-4-33 0,-4 2-6 0,2-3-18 15,2 2 11-15,3-3-6 0,1-10 1 16,-1-7-1-16,0-2-12 0,4-1-3 0,-3-6-5 16,0 0 3-16,3-5-8 0,-4-1 7 0,1-3-2 15,3-1-10-15,-3-5 0 0,3 0-5 0,0-3-11 16,-6 0-63-16,5-3-65 0,-6-3-104 0,3-3-313 15,4-1-346-15,0 0 96 0,-13-8 81 16,5 1 62-16,2-3 61 0,0 1 41 0</inkml:trace>
  <inkml:trace contextRef="#ctx0" brushRef="#br0" timeOffset="127189.79">9912 16810 888 0,'0'0'271'0,"0"0"-41"0,17 11-9 0,-7-5-27 15,-3 4-30-15,3 1 0 0,4-1-26 0,-4 3-2 16,0 1-19-16,1 2-4 0,-1-1-13 0,-3 0-3 16,3 2-23-16,-6 0-5 0,2-1 11 0,-3 1-1 15,1-2-5-15,-4-1-17 0,0 0-6 16,0-1 8-16,0-1 0 0,-4-1 2 0,1 0 3 15,0-1-8-15,0-3 16 0,-1-2-8 16,-3 0 10-16,3-4-7 0,4-1-16 0,-13-1 8 16,13 1-3-16,-17-11-79 0,13 2 10 0,-2-5 3 15,-1 0-3-15,4 1 6 0,0-3 12 16,1-2 10-16,-1-1 57 0,6-1 12 0,-3 1-12 16,5-1-8-16,1-1-18 0,-2 1 10 0,2-1 1 15,1 2-11-15,4 0-8 0,-1 3 8 16,0 0-15-16,-2 2-3 0,2 1-2 0,-1 1-16 0,2 3-15 15,-1 1-29-15,0-1-12 0,1 2-33 16,-1 2-3-16,3 3-56 0,-2-2-18 0,-1 3-105 16,0 1-151-16,4-2-402 0,-1 4 97 0,1-2 49 15,-4 0 66-15,1 3 52 0</inkml:trace>
  <inkml:trace contextRef="#ctx0" brushRef="#br0" timeOffset="128089.5">10298 16886 593 0,'-4'12'256'15,"-2"1"-20"-15,3-1-6 0,2-2-5 0,1-1-40 16,-3 1 9-16,3-1-27 0,0 0-14 16,0 0-7-16,3-1-10 0,-3 0-6 0,4-1-9 15,-1 1-88-15,1-2 5 0,2 1-10 16,1-3 13-16,-3 0-10 0,2 0 10 0,-2-2-8 0,2-1 16 16,-6-1-8-16,12-1 5 0,-12 1-5 15,9-6 20-15,-9 1-22 0,3-1 15 0,-2-3-11 16,-2 2 70-16,1-5-6 0,-6 1-2 0,3-4-18 15,-1 0 3-15,-2 1 10 0,1 0-13 16,-1-1-13-16,2 2-10 0,-2-1 0 0,3 0 13 16,2 3-16-16,-2-3-15 0,-1 3-7 0,4 0 9 15,4-3 1-15,-1 4-16 0,4-3-5 16,-3 3 0-16,5-1-10 0,-1 3 10 0,2 0-7 16,0 2 7-16,1 1-15 0,-1 1 0 0,3 4 10 15,-5 0-5-15,5 0-8 0,-3 6-2 16,-2-1 4-16,1 1 4 0,1 2-11 0,-3 1 3 15,0 2 4-15,0 1-9 0,0 1 5 0,-4-2 2 16,3 1-3-16,-1 0 6 0,-2 0-10 0,0 0-1 16,1-2 4-16,-1 0 4 0,1-2-5 15,2 2-8-15,-3-3-9 0,-1-1 14 0,1 0 3 16,0 0 0-16,0-2 0 0,0 0-7 0,-3-4 12 16,4 2-12-16,-4-2-4 0,0 0 6 0,17-2-2 15,-17 2-8-15,7-2 5 0,-7 2 2 0,0 0 11 16,10-3-19-16,-10 3 9 0,0 0-8 15,10 1 4-15,-10-1 4 0,11 4-3 0,-5 0 0 16,-2-1 0-16,3 1 5 0,3 2-11 0,-3-2 6 16,0 0 8-16,4 2-1 0,-1-2-7 15,2 1 8-15,-1 0-1 0,0-2-2 0,2-1-2 16,1 0 2-16,-1 0 10 0,-2-1-13 0,-1-1 3 16,3-1-5-16,-2-3 10 0,-1 4-7 15,0-4 4-15,-3 0 1 0,0-2-6 0,0 1 9 16,-4-1-6-16,0-2 5 0,-2-3-10 0,-1 1 2 15,-1-1 0-15,1 0 19 0,-3-2-11 0,0 4 3 16,-1-1-8-16,1-1 0 0,-3 3 7 0,5 0-17 16,-3-1 15-16,1 3 0 0,0-1-5 15,3 3-10-15,-3-1-3 0,2 1 11 0,1-1 2 16,0 5-5-16,1-4 2 0,2 1 11 16,-3 3-13-16,6-1 2 0,2-1-2 0,-5 1 10 0,4-2-10 15,0 2 0-15,3-2 15 0,-3 1-13 16,3 1 6-16,-3-3-3 0,3 3-5 0,-3-2 0 15,0 2 0-15,2-1-3 0,-1 1 3 16,-1 1 5-16,-7 0-10 0,10 1 2 0,-4 4 18 0,2-1-15 16,-2 3-8-16,-2 1 3 0,2 0 7 15,-2 3 11-15,3 1-10 0,-3-1 2 0,-1 1-6 16,0 1 12-16,-3-1-9 0,3 2 3 16,-3-1 13-16,1 0-18 0,-2 1 10 0,-1-3-5 15,1 3-3-15,-2-3 8 0,-3 1 6 0,1-1-9 16,-1-2 1-16,-1 0 10 0,0 0-3 0,1-2-8 15,-2 0 3-15,1-2 8 0,-3-1 0 0,0-2-3 16,3-2 3-16,-3 0-5 0,3 0 2 16,0-1-5-16,0 0-7 0,0-3-29 0,-2-1-10 15,5 1-33-15,-3 0-65 0,4-4-70 0,-1-1-198 16,4 1-466-16,0 0 79 0,0-2 106 16,3-3 37-16,1-2 65 0</inkml:trace>
  <inkml:trace contextRef="#ctx0" brushRef="#br0" timeOffset="128423.69">11204 16233 941 0,'0'0'300'0,"0"0"-18"0,0 18-19 16,3-2-27-16,-3 3-11 0,1 6-8 15,2 5-32-15,0 5-3 0,4 15-11 0,-4 3-5 16,4 3-12-16,-3 1-16 0,2 3 8 0,-2 4-36 16,2 0-5-16,2 14 8 0,-5-12-13 15,1 0-11-15,2-1 8 0,-5-3-12 0,1 1-3 16,-1-1-3-16,5-3-23 0,-6-4 11 0,0-10-18 16,0-6 2-16,0-2 0 0,0-1-23 0,-3-6 18 15,3 0-7-15,0-5-1 0,-3 1-25 16,0-4 10-16,2-2 8 0,1-3 7 0,-3 1-18 15,-3-5-17-15,2-1-41 0,0-3-47 0,0-1-84 16,-5-5-135-16,5 0-569 0,-3-3 38 16,7 0 98-16,-10-6 74 0,3-1 85 0,0-2 48 15</inkml:trace>
  <inkml:trace contextRef="#ctx0" brushRef="#br0" timeOffset="129855.43">11402 16983 719 0,'0'0'294'0,"-16"4"-30"16,15 1-39-16,-6 1-25 0,3 0-19 0,4 1-17 16,-3-1-5-16,3 4-26 0,3 0-13 0,1 1-10 15,0-3-5-15,3 2-7 0,3-2-14 16,0 3-2-16,4-4-5 0,-1 0-8 0,1 0 5 15,3-3-10-15,-3-1-10 0,2-1 5 16,-1-1-16-16,1-2 8 0,-2-2 6 0,-3 1-19 16,3-2 1-16,-4-1-9 0,-1-1 11 0,-2-3-5 15,1 0 0-15,-5-2-5 0,-3 0-6 0,0-2 1 16,-3-2-1-16,-1 1 1 0,-6 2 2 0,3-1 0 16,-6 1-2-16,2 1-64 0,-3 1 4 15,0 3 6-15,1 0 0 0,-4 2-3 0,4 2 18 16,-2 1-10-16,2 4 16 0,0 0-16 0,-1 0 10 15,3 3-10-15,1-1 15 0,3 2-5 16,0 2 6-16,4-2-6 0,0 1 18 0,3 1-13 16,3 1 3-16,0-1-13 0,4 0 13 0,0-2 5 15,7-1 0-15,2 2 8 0,2-2 0 16,3-3 2-16,-1 0-3 0,1-2-12 0,2-2 16 16,-2 1 6-16,2-5-14 0,-2 3 7 0,-4-3 3 15,7-3 0-15,-9 1-8 0,1-2 0 0,-2-4-7 16,-1 2-9-16,-3-4 1 0,-2 0 8 0,-5-1-6 15,0-1 3-15,1-3-11 0,-4 2-4 16,-4-5 20-16,1-1-8 0,0 2-5 0,-1 3 8 16,-3 3-2-16,4 2 7 0,-1 1 7 15,4 3 1-15,-3 1 0 0,0 2-3 0,-1 1 5 16,1 6-2-16,3 1-3 0,0 0-13 0,0 0 6 16,-7 21-4-16,7-9 12 0,4 6-1 15,-1 7-13-15,4 5 18 0,-1 1-7 0,1 6 7 16,4 10 3-16,-1 1-5 0,0-1-1 0,1-8 1 15,-2-7-16-15,-2 2 13 0,0-4 8 0,0 1 0 16,-3-6-11-16,2-1-7 0,-2-5 13 0,-1-1-3 16,0-3 0-16,1 1-5 0,0-5 5 15,-1-2-2-15,-3-2 2 0,0-3 0 0,0-4 0 16,0 0-5-16,0 0 8 0,0 0-8 0,-8-24 5 16,5 11 18-16,0 0-23 0,3 1-2 15,-3-1-4-15,3 1 9 0,0 0 2 0,3 0 0 16,-3 3 0-16,3 0-17 0,5 1 24 0,-2 1-19 15,1 2 9-15,0 2 1 0,4 1-3 16,-2 2 8-16,1 2-6 0,5 2 3 0,-5 0-7 16,0 3-1-16,4 1 11 0,-4 2 12 0,0 1-7 15,-3 0-3-15,0 2-7 0,-4-1 2 0,-3 1 5 16,0-1-10-16,-3 2 13 0,-1-1-5 16,-6 1 2-16,3-3-5 0,-6 0-2 0,2-1 4 15,-2 0 4-15,0-2-17 0,1-2 12 0,2 0-1 16,-3-1 0-16,3-2 10 0,0 0-7 0,3 0 17 15,2-2-2-15,5-1-15 0,-12 0 13 16,12 0-19-16,0 0 11 0,0 0-5 0,6-13 7 16,0 8 0-16,2-2-4 0,5 0-1 15,-3-2-8-15,5-1 19 0,1-2-24 0,2-1 6 16,2-2 2-16,0-4 0 0,1 2-5 0,-3 0-8 16,-2 0 1-16,-1-1-1 0,-2 1 3 0,0-1-13 15,-2 2 8-15,-4 2 0 0,-1 0 7 0,-2 2-5 16,3 0 3-16,-4 3 10 0,1 0-15 0,-4 1 7 15,3 2-7-15,-3 2 5 0,0 4-8 16,0-7 11-16,0 7-1 0,0 0-15 0,0 0 8 16,0 0 10-16,6 17-10 0,-5-9 2 15,5 2-12-15,2 3 12 0,-2 0-2 0,4 7 0 16,0-2 7-16,4 0-2 0,-4 1 2 0,5 0 8 16,-5 1-5-16,0-2 13 0,1 1-18 15,-2-4 10-15,-5 1 16 0,2 1-9 0,-3-3 9 0,-3 1 7 16,-3-2-20-16,0 2 5 0,-4-1 12 15,-2 0-4-15,-2-3-1 0,0 0-5 0,-1-3-2 16,-3-1 8-16,2 0-11 0,-1-4 13 0,0-3-2 16,0 1-11-16,1-2 5 0,-4-5-12 0,6 0-6 15,-2-1-46-15,-1-4-2 0,7 3-46 16,-3-4-46-16,6 2-83 0,1 1-60 0,0 0-474 16,6 1 53-16,-3-2 42 0,7 1 78 15,-3 2 65-15</inkml:trace>
  <inkml:trace contextRef="#ctx0" brushRef="#br0" timeOffset="130423">12315 17292 742 0,'7'-7'238'0,"-1"-2"-33"0,2 0-13 16,-2 0-8-16,-2-1-28 0,-1-2-5 0,4 0-15 15,-4 0 2-15,0-1-23 0,-3 2 69 0,1-1-15 16,-2 1-25-16,1 0 17 0,0-1 3 15,-3 3-23-15,0 2-13 0,-1 1-6 0,1 1-19 16,-3 1-3-16,2 3 12 0,4 1-22 0,0 0-8 16,-24 7-16-16,14-1 3 0,2 4-12 15,-1 2-1-15,2 1 3 0,0 2-10 0,0 0 17 16,3 2-22-16,4-1 4 0,-3 0-7 16,6 2 8-16,1 0-18 0,3-3-8 0,3 3 10 0,3-1-20 15,-1 0 5-15,7-1-6 0,-1-2 6 16,3-3-10-16,-2 0-11 0,2-4-7 0,0 0-5 15,-1-2-24-15,1-3 9 0,-5 0-16 0,-1-2 2 16,5-4-7-16,-6-1 2 0,-1-2 24 16,1-1-3-16,-4-2-13 0,-3-1 10 0,4-1 5 15,-2 2 8-15,-5-2 8 0,2 3 13 0,-1 0 9 16,-2 1-9-16,0 2 5 0,1 0-1 0,-1 3 1 16,-3 3-3-16,0 0 5 0,0 0 1 15,0 0-9-15,13 11 1 0,-8-4-3 0,-2 3 7 16,0 0 1-16,1 0-8 0,2 3 0 0,-3-2-2 15,1 2 4-15,-1-2 1 0,1 2 7 16,-3-4-10-16,2 2 5 0,0-2-2 0,0 1-1 16,-3-2 21-16,0-1 8 0,3 0 2 0,-3-2 1 15,0-5-4-15,-3 4-7 0,3-4 3 0,0 0-8 16,0 0 0-16,0 0 0 0,-14-13 12 16,11 4-14-16,-1-1-1 0,1-2-2 0,3-1 12 15,-3 0-27-15,3-1 4 0,0-2 9 16,0 3-4-16,0 0-4 0,0-2 2 0,6 3-15 0,-5-1-11 15,2 1-15-15,4 2-48 0,-3 1-49 16,2-1-115-16,1 3-597 0,-1 1 54 0,2 0 77 16,-1-2 79-16,-1 1 57 0,1 1 53 15</inkml:trace>
  <inkml:trace contextRef="#ctx0" brushRef="#br0" timeOffset="131040.81">12920 17377 1075 0,'1'10'314'16,"2"-1"-35"-16,-3 0-30 0,6 1-101 0,-5-1-4 15,5 2-14-15,-2-3-2 0,2 1-15 0,1 0-6 16,-3-2-35-16,2-1 2 0,-2 1-2 16,-1-2-3-16,1 0 0 0,-1-1-20 0,-3-4 12 15,7 3 0-15,-7-3-2 0,0 0-13 0,0 0-7 16,7-17-1-16,-4 10 1 0,-3 0-1 0,0-4 3 15,3 3-15-15,-3-3 4 0,4 0-12 0,-4 1 3 16,6-1 4-16,-1 1-4 0,1 0-14 16,-2-1 16-16,6 2-17 0,-1-1 6 0,3 1-1 15,1 1 7-15,4 1-13 0,-4 0 5 0,5 1 8 16,-2 3-13-16,2-2-5 0,0 1 8 16,-2 0 7-16,2 1-10 0,-2 0-7 0,-1 0 17 15,-2 1-5-15,1-1-2 0,-4 1-8 0,0 1-3 16,-4-1 6-16,2 0 2 0,-8 2 0 15,13 0 3-15,-13 0-8 0,0 0 13 0,0 0-6 16,3 5 9-16,-3-5-1 0,-9 9-7 0,2-3-8 16,-4 1-3-16,1 2 3 0,3 1 5 0,-3 0-7 15,0 1 14-15,3 1-9 0,-3 1 17 16,3-1-22-16,3 1 4 0,-2 0 4 0,6-1 19 16,-3 0-15-16,3-1-15 0,0-1 3 0,3 2-3 15,0-1 2-15,0-3 3 0,1-2-10 16,3 2-8-16,0-3 10 0,0-1-2 0,2-3 0 15,-1 0 10-15,-8-1 2 0,16-2-12 0,-9-2 7 16,4 0 11-16,-4-2-13 0,-1-2-3 16,1 0 1-16,-4-1-1 0,5-2 16 0,-5 0 2 15,0 3-8-15,1-2 9 0,-1 2 17 0,0 1-18 16,-3-1 5-16,1 4-2 0,-1-2-5 16,0 6 2-16,0 0 0 0,0 0-2 0,0 0 10 0,0 0-13 15,0 0 5-15,0 0 8 0,-1 20-15 16,1-12-8-16,1 1 0 0,2-1-13 0,-3 3-16 15,3-2-27-15,0 1-54 0,1-2-57 0,0 0-99 16,2 1-254-16,1-5-202 0,0 0 49 16,0-2 71-16,0 0 83 0</inkml:trace>
  <inkml:trace contextRef="#ctx0" brushRef="#br0" timeOffset="131223">13562 17152 778 0,'0'14'271'0,"0"1"-20"0,0 5-41 15,0-1-13-15,0 2-23 0,0 0-21 0,0 2-17 16,0-2-59-16,0 4-98 0,3-2-155 0,-3 3-477 16,2 0 67-16,-2-6 48 0</inkml:trace>
  <inkml:trace contextRef="#ctx0" brushRef="#br0" timeOffset="131489.24">13389 17415 952 0,'0'0'358'0,"-3"-5"-20"0,3 5-36 0,0 0-33 0,9-11-21 16,-5 10-20-16,6-4-34 0,1 2-9 15,2-2-16-15,4 0-31 0,0-1-5 0,0 2-13 16,0 0-20-16,0 0-3 0,1 0-4 0,-2 2-27 15,-1 0-7-15,-2 0 0 0,3 1 5 16,-5 1-13-16,2 3-10 0,-1-1 2 0,1 0 1 16,-3 3-16-16,1 2 8 0,-1-1-72 0,-1 1 0 15,-1 3 8-15,-1-1 15 0,-1 4-17 16,-3-2-4-16,1 3 4 0,-1 0 12 0,-3-2-23 16,3 2-31-16,-3-1-48 0,-3 0-164 0,3 2-535 15,0-3 76-15,0-2 70 0,0-2 61 0,0-3 57 16</inkml:trace>
  <inkml:trace contextRef="#ctx0" brushRef="#br0" timeOffset="131639.5">13713 17196 634 0,'0'0'72'0,"0"0"-169"0,0 0-402 0</inkml:trace>
  <inkml:trace contextRef="#ctx0" brushRef="#br0" timeOffset="132539.78">13836 17431 662 0,'0'17'287'0,"3"-5"-16"0,0-1-45 0,-1-1-16 15,1-2-11-15,3 1-9 0,-2-1-34 16,3 0 10-16,2 1-25 0,-4-3-13 0,4-2-8 15,-2-1-15-15,0 0-13 0,1-1-5 0,-2-1 0 16,-6-1-5-16,0 0 0 0,13-6-15 0,-10 1-13 16,-3 0 4-16,0-3-11 0,-3 0-4 15,-3-3-15-15,-1-1-2 0,-4-2 10 0,1-3-11 16,-3 2 8-16,-1-3 6 0,4 1 10 0,-3 3-3 16,5-1 0-16,1 1 7 0,-3 2-1 0,3-1-19 15,3 1-5-15,1 2-2 0,0 0 2 16,3 2 5-16,0 0-10 0,6-1-8 0,-2 2 3 15,3 3 0-15,0 0 0 0,3 1 0 0,1 2-3 16,-1 0-7-16,0 2 0 0,1 0 0 16,2 3 2-16,0 2-5 0,-2-2-3 0,2 4 1 15,-2 0 0-15,2 3 9 0,-3 0-1 0,1 1-9 16,-1 1 3-16,-3 1 3 0,-1 0 0 0,2 1-6 16,-5 0 8-16,1 0-4 0,-1 2 6 15,0-4-9-15,-3 0-3 0,0-2 2 0,0 1 9 16,0-2-9-16,0-1 9 0,0-1-4 0,0-3 3 15,0 0 3-15,0-5 0 0,0 0-10 16,0 0 4-16,0 0-12 0,0 0 0 0,-6-20-26 16,6 7-15-16,0-2-25 0,0-4 7 0,3 0 7 15,3-5 4-15,-2 1-9 0,3 2 11 16,0 0 2-16,3 3 31 0,0-1 13 0,-2 3-2 16,2 4 1-16,0 1 12 0,3 2 4 0,-3 5 18 15,1 1-2-15,0 5-6 0,2 1 8 0,-3 1-5 16,1 3 10-16,-1 1-7 0,4 2 0 0,-5 2-1 15,1-1 1-15,1 3 15 0,-4-3-16 16,3 4 1-16,-4-3-6 0,2 3-7 0,-1-2 5 16,-1-1 0-16,1 2 5 0,-4-3-13 0,2-3-7 15,1 2 15-15,-3-2-8 0,1-1-2 16,-1-1 10-16,0 0-11 0,1-1 4 0,-1-1-11 16,1 0-23-16,0 0-8 0,-4-4-13 0,6 2-17 15,-6-2 7-15,7 2-10 0,-7-2-7 0,0 0 7 16,14-2-13-16,-14 2 10 0,10-4 29 0,-6 2 10 15,2 0-8-15,-3-3 10 0,1 2-10 16,3-2 6-16,-3-1 9 0,2-2 3 0,-2-1-10 16,2-1 13-16,-2 0 4 0,3-2-4 15,0-1 10-15,-4-2 2 0,3 2 9 0,-2-2 1 16,-1 2 6-16,2 2 15 0,-2 0 13 0,0 1 8 16,0 1-1-16,-3 1 6 0,0 3-15 0,0 5-11 15,-3-3 2-15,3 3-7 0,0 0-10 16,-18 7 8-16,12-1-6 0,-1 2-5 0,4-1 6 15,-4 3 4-15,3-2 11 0,4 4-21 0,-3 0 0 16,3-1-4-16,0 0-4 0,3 0 8 16,0 0 1-16,-2 1-1 0,6 0-5 0,-4 0-10 15,1 1 7-15,2 1 6 0,-2 0-5 0,2-2 7 16,-2 1-2-16,0-1 15 0,-1-1 10 0,0 1-10 16,-3 0 18-16,0 1-3 0,-3-1 6 15,0 0-6-15,-1 1-12 0,-3 1 7 0,-3-2 3 16,0 0-3-16,-4 1-18 0,0 1-17 0,-6-3-75 15,-1 0-199-15,-2-1-592 0,-1-4 72 16,0-1 84-16,-1-3 85 0,2-4 51 0,-5-2 44 16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0:50:35.6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1,'9903'0,"-9882"0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0:50:35.6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8749,'0'-8734,"0"8720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0:54:14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1 626 24575,'0'16'0,"-1"3"0,1 0 0,1 0 0,1 0 0,0 0 0,2-1 0,5 20 0,12 25 0,-3-7 0,30 62 0,52 130 0,-33-72 0,119 269 0,-95-179 0,-38-102 0,54 154 0,-26-12 0,-62-219 0,3-1 0,59 146 0,-64-195 0,201 457 0,-114-260 0,7 14 0,-76-166 0,85 142 0,-38-104 0,3 3 0,-40-50 0,93 112 0,-103-139 0,-2 1 0,32 61 0,-53-87 0,184 283 0,-12-31 0,-140-203 0,125 174 0,-85-128 0,100 184 0,-147-236 0,4-1 0,54 65 0,-11-16 0,134 161 0,-196-246 0,28 47 0,-10-15 0,164 208 0,-170-223 0,61 62 0,-28-34 0,-9-6 0,2-4 0,3-1 0,102 74 0,-33-57 0,85 64 0,-195-128 0,0-2 0,37 16 0,-32-16 0,37 22 0,46 30 0,-85-49 0,0-1 0,1-1 0,46 16 0,-3-2 0,-34-15 0,1-1 0,0-1 0,0-3 0,1 0 0,68 1 0,-34-5 0,74-5 0,-135 0 0,0 0 0,0-1 0,-1 0 0,0-1 0,1 0 0,-1 0 0,0-1 0,-1 0 0,1-1 0,-1 1 0,0-2 0,7-7 0,0 2 0,32-20 0,1 5 0,0 3 0,2 1 0,52-15 0,-83 31 0,-1 0 0,0-1 0,0-1 0,-1-1 0,29-21 0,75-70 0,-97 79 0,12-11 0,-1-1 0,58-76 0,-71 76 0,23-47 0,-29 49 0,1 1 0,25-33 0,100-152 0,-83 121 0,-9 17 0,1 0 0,45-91 0,-47 69 0,108-162 0,-112 193 0,53-109 0,20-83 0,-95 207 0,64-184 0,-40 103 0,110-272 0,-43 163 0,0 1 0,-33 48 0,42-109 0,-100 241 0,48-121 0,40-70 0,24-49 0,-95 208 0,38-133 0,-67 191 0,98-250 0,-31 114 0,-63 137 0,-1 0 0,-2-1 0,-2-1 0,10-71 0,-3 18 0,26-76 0,110-276 0,-59 134 0,-71 225 0,36-108 0,-19 70 0,-8 31 0,17-50 0,-30 93 0,-2-1 0,-2 0 0,14-90 0,-24 111 0,0 0 0,2 1 0,11-27 0,-9 26 0,0-1 0,5-40 0,-8 26 0,1-6 0,1-60 0,-7 96 0,1 1 0,1-1 0,0 1 0,0 0 0,1 0 0,0 0 0,9-16 0,-5 11 0,-1-1 0,7-24 0,-8 16 0,0 1 0,2-1 0,1 2 0,18-37 0,-4 8-1365,-16 30-5461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0:55:00.64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24575,'0'0'-8191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0:55:02.15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24575,'0'0'-8191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0:55:03.450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0:55:04.749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24575,'0'0'-8191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0:55:07.264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0:55:08.06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24575,'0'0'-8191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0:55:08.878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1 24575,'0'0'-8191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0:55:09.461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0 0 24575,'0'0'-8191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0:55:40.682"/>
    </inkml:context>
    <inkml:brush xml:id="br0">
      <inkml:brushProperty name="width" value="0.35" units="cm"/>
      <inkml:brushProperty name="height" value="0.35" units="cm"/>
    </inkml:brush>
  </inkml:definitions>
  <inkml:trace contextRef="#ctx0" brushRef="#br0">1 0 24575,'0'0'-8191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0:56:55.8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1807,'0'-1789,"0"1772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0:57:13.2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0,'2820'0,"-2780"0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1:06:46.4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 10 24575,'1'-1'0,"-1"0"0,1 1 0,0-1 0,-1 0 0,1 1 0,0-1 0,-1 0 0,1 1 0,0-1 0,0 1 0,0-1 0,0 1 0,0 0 0,-1-1 0,1 1 0,0 0 0,0 0 0,0-1 0,0 1 0,0 0 0,0 0 0,0 0 0,0 0 0,0 0 0,0 0 0,0 1 0,1-1 0,-1 1 0,1 0 0,-1 0 0,0 0 0,0 0 0,0 0 0,0 1 0,0-1 0,-1 0 0,1 0 0,0 1 0,0-1 0,-1 1 0,1-1 0,-1 0 0,1 3 0,2 6 0,-1 1 0,-1 0 0,1 16 0,-2 411 0,-2-197 0,3-191 0,1-31 0,-1 0 0,-1 1 0,-1-1 0,-1 0 0,-1 0 0,0 0 0,-9 27 0,0-14 0,2 0 0,2 1 0,0 0 0,3 0 0,1 0 0,1 1 0,2 41 0,-3-16-1365,0-33-5461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1:06:47.8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347 21 24575,'-4'-4'0,"-5"-1"0,-4 0 0,-5 1 0,-2 1 0,-2 5 0,-1 6 0,0 2 0,-1 2 0,-2 8 0,-2-1 0,0 1 0,2 1 0,-3 1 0,0-1 0,5-2-8191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1:06:55.5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 24575,'1'-1'0,"-1"1"0,1-1 0,-1 1 0,1-1 0,-1 1 0,1 0 0,-1-1 0,1 1 0,-1 0 0,1-1 0,-1 1 0,1 0 0,0 0 0,-1-1 0,1 1 0,-1 0 0,1 0 0,0 0 0,-1 0 0,1 0 0,0 0 0,-1 0 0,1 0 0,-1 0 0,1 0 0,0 0 0,-1 0 0,1 0 0,0 1 0,-1-1 0,2 0 0,23 7 0,0 5 0,0 1 0,35 23 0,12 8 0,-64-39-136,0-1-1,0 1 1,-1 1-1,1-1 1,-1 1-1,-1 1 1,1-1-1,-1 1 0,10 14 1,-4-4-6690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5:21:07.5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4114 8431 737 0,'0'0'220'0,"20"2"-15"15,-20-2-19-15,0 0-4 0,0-7-15 16,0 7-29-16,1-2 0 0,-1 2 3 0,2-9-77 16,-1 4-10-16,2-2 2 0,-3 3 10 15,0-4-9-15,4-2-6 0,-1-3 5 0,1 3-2 16,-1-5 0-16,3-2-11 0,1 3 67 0,1-4-12 15,-1 0 7-15,3 0-8 0,3 0-20 16,-2 2-3-16,2-5-8 0,-2 8-14 0,2-2-9 16,1-2 6-16,-4 5-6 0,4-1-4 0,-1 4-1 15,1-4-5-15,0 3-2 0,0 3-13 16,3-1 2-16,-1 4-9 0,2-3-1 0,-1 1 8 16,3 5-5-16,1-1-1 0,2 1 1 0,-2 1-13 15,0 1 0-15,-1 1 8 0,1-2 7 16,-1 1 1-16,0 5-22 0,1-5-6 0,-3 4 9 15,-2-3-2-15,2 1 10 0,-2 4-2 0,2-6-3 16,-5 5 10-16,1-5-18 0,0 1 6 0,3 1-1 16,-4-1 11-16,2-2-6 0,1 0 3 15,-2 0 3-15,0-1-8 0,3-3 8 16,-3 2-13-16,3 0-3 0,-1-3 11 0,-1 4 7 0,1-6-20 16,-2 6 10-16,-1-3-3 0,5-1 8 0,-8 0 3 15,3 2-13-15,-2-4 5 0,-1 4-8 16,0-4 11-16,1 5-6 0,-1-4-2 0,-3-1 13 15,4 3-8-15,-2-2 7 0,-2-1-2 16,-1 4 1-16,2-3-6 0,-4 2-6 0,2-1 9 16,-3-2 5-16,-2 4-8 0,2-2-8 0,-3 5 3 15,0-10 0-15,0 5 0 0,-4 2-11 0,-2-4 1 16,-1 4 7-16,-3-3 3 0,0 0-8 16,-1 3-2-16,-2-4 15 0,2 3 8 0,1-3 10 15,-1 1-3-15,-1 5 8 0,1-6 3 0,3 3 7 16,-1 0-5-16,2 1 0 0,0-3-7 0,3 5 9 15,-3-6-12-15,4 4-8 0,3 3-10 16,-6-7 21-16,6 5-11 0,0 2 18 0,0 0-25 16,6-13 7-16,1 10-18 0,-1 1 14 0,5-3 1 15,-1 4-12-15,0-3-3 0,5 1 3 16,-2 3 21-16,4 0-16 0,-4 0-3 0,2 0 1 16,1 3 2-16,-1 1 2 0,1-1-2 0,-1 2-8 15,-2 5 3-15,1-2 0 0,-1 1 5 16,-3 2-10-16,-2 3 13 0,1 1-9 0,-5 1 14 15,-4 1 7-15,0 1-20 0,-4 5 5 0,-2-1-10 16,-1 1-18-16,-3 1-62 0,0 4-112 0,3 1-604 16,-4-3 28-16,4-1 92 0,0-1 46 15,1-3 66-15</inkml:trace>
  <inkml:trace contextRef="#ctx0" brushRef="#br0" timeOffset="10848.46">9594 8332 749 0,'0'0'233'0,"0"0"-38"0,0 0-16 0,-7-6-12 16,7 6-9-16,0 0-4 0,0 0-6 0,0 0-17 15,-4-1-8-15,4 1 2 0,0 0-76 16,0 0 10-16,0 0 2 0,0 0-12 0,0 0 7 15,0 0 5-15,-6-4 3 0,6 4-5 16,0 0-15-16,0 0 74 0,10-6-3 0,-7 1-5 16,5 2-26-16,2-3-2 0,3-2 0 0,1 1 5 15,2 2-18-15,5-5 0 0,3 0-15 0,-2 0-8 16,1 2-5-16,1 0-5 0,0-1-3 0,0 2 8 16,-4-1-15-16,1 4-19 0,-1-3-9 15,-6 3-29-15,3 1-17 0,-4-4-47 0,-2 6-8 16,3-1-58-16,-7 2-90 15,-1-1-235-15,0 2-261 0,-1 1 78 0,-5-2 65 0,0 0 59 16</inkml:trace>
  <inkml:trace contextRef="#ctx0" brushRef="#br0" timeOffset="11082.43">9621 8424 709 0,'-7'1'299'0,"7"-1"-81"0,-3 3-29 15,3-3 0-15,-7 4-22 0,7-4-3 16,0 0-31-16,0 0-5 0,0 0-13 0,0 0-10 16,28-11-5-16,-15 8-8 0,5-5-13 0,4-1-10 15,0 2 6-15,5 0-11 0,-3-2-13 0,3 2-8 16,-2 1 6-16,-2-2-13 0,1 1 5 0,0 0-29 16,-3 1-17-16,-4 2-31 0,3-3-38 15,-3 6-54-15,0-5-46 0,-3 5-69 0,0 1-394 16,-1-2 27-16,1 1 22 0,-4-2 53 15</inkml:trace>
  <inkml:trace contextRef="#ctx0" brushRef="#br0" timeOffset="11632.72">10817 8196 829 0,'0'0'253'0,"0"-5"-35"0,0 5-21 16,4-5-15-16,3 2-3 16,-7 3-36-16,10-7 1 0,0 6-19 0,1-5 49 0,2 5-18 15,0-6-2-15,2 4-19 0,-2-2-17 0,4 2-3 16,-3-3-20-16,0 5-8 0,2-6-26 15,-5 6-22-15,3-2-37 0,-4-1-45 0,1 2-67 16,-1 2-59-16,-1-1-95 0,-1 1-317 16,-2 1-110-16,1-1 51 0,-7 0 59 0</inkml:trace>
  <inkml:trace contextRef="#ctx0" brushRef="#br0" timeOffset="11882.14">10927 8312 650 0,'0'0'268'0,"0"0"-37"0,0 0-6 0,0 0-43 15,0 0-6-15,0 0-2 0,0 0-33 0,0 0 3 16,0 0-27-16,17-13-4 0,-6 7-3 0,2-4-13 16,1 3 42-16,0-1-11 0,3 0-8 15,3-2-5-15,0 1-13 0,1 0-12 0,-1 1-3 16,1-1-18-16,-4 0-2 0,3 2-14 15,-5 1-9-15,1-2-8 0,-2 5-34 0,-4-3-38 16,1 5-66-16,-1 1-92 0,-3 0-157 0,-1 0-384 16,-6 0 39-16,4 3 51 0,-4-3 66 15</inkml:trace>
  <inkml:trace contextRef="#ctx0" brushRef="#br0" timeOffset="21830.58">11573 7236 458 0,'0'0'143'16,"-3"-3"-7"-16,3 3-8 0,-7-4-11 0,7 4-7 15,0 0-20-15,0 0 0 0,-4-4-11 0,4 4-2 16,0 0-16-16,0 0-12 0,0 0-3 16,-3-4-5-16,3 4-10 0,0 0-8 0,0 0 12 15,0 0-6-15,0 0-9 0,0 0-10 0,0 0 8 16,0 0 0-16,0 0 0 0,0 0 3 15,-4-4 2-15,4 4-3 0,0 0-5 0,0 0-2 16,0 0 5-16,0 0 0 0,0 0-8 0,0 0-2 16,0 0 0-16,0 0-8 0,0 0 0 15,0 0 7-15,0 0-4 0,0 0-36 0,0 0-13 16,0 0-44-16,0 0 0 0,0 0-30 0,0 0-41 16,0 0 25-16,0 0-7 0,0 0-13 15,0 0 23-15,0 0-11 0,0 0-27 0,0 0 43 16,0 0-13-16,0 0-123 0</inkml:trace>
  <inkml:trace contextRef="#ctx0" brushRef="#br0" timeOffset="24413.89">11583 7216 427 0,'0'0'154'0,"0"0"-6"0,0 0-15 16,-13-12-25-16,13 12-1 0,0 0 11 16,0 0-16-16,-11-1-15 0,11 1-5 0,0 0-2 15,-10 0-16-15,10 0 12 0,-10 0-7 0,10 0 3 16,-10-2-10-16,10 2-11 0,-10-1-5 15,10 1-10-15,-11 0-1 0,11 0 4 0,-14-1 7 16,8-2-13-16,-4 3 3 0,10 0-15 16,-15-3 14-16,5 2-1 0,1 1-4 0,-5 0-12 15,3-2 10-15,0-2 1 0,-2 4-11 0,0-1 2 16,-1 0 11-16,4 1-11 0,-7-5 13 0,6 4 11 16,-3-1-18-16,-2 1-3 0,2 0 7 15,0-4-7-15,1 4 16 0,-1 0-14 0,0-1-4 16,0-2 4-16,1 3-12 0,-1 0 5 15,-2 1 10-15,1-2-12 0,2-1 4 0,-1 2-15 16,0 1 3-16,1-3 10 0,-4 3-3 0,3 0-5 16,0 0 1-16,-2-1-14 0,1 1 11 0,2 0-1 15,-4-3-7-15,3 3 11 0,-3 0-1 16,4-2-20-16,-5 2 15 0,2 0-8 0,1 0 3 16,-1 0 11-16,-2 0-17 0,-2 0 6 0,3 2 6 15,0-4-1-15,-3 4-8 0,5-2 11 16,-5 0-6-16,3 3 3 0,-1-3-5 0,-1 1 11 15,1-1-4-15,1 0-2 0,-3 1-10 0,-1-1 10 16,4 2 6-16,0-2-16 0,-4 0 12 16,4 1 1-16,0 2-3 0,0-1 0 15,-3-2-5-15,3 1-2 0,-1-1 2 0,1 1 7 0,-3 3-2 16,2-3-5-16,2 0 0 0,-2-1 13 16,2 0-20-16,-2 1 14 0,2 0-4 0,-2-1-3 15,1 2-5-15,3-2 10 0,-3 0 10 0,0 0-10 16,0 3-7-16,3-3 4 0,-3 1-2 15,0-1 8-15,3 0-5 0,-2 1-3 0,1 1-3 16,-1-2 6-16,-1 1 4 0,3 2-12 0,0-1 3 16,1-2 2-16,-2 1-6 0,2 0 6 0,-1 3-7 15,1-2 7-15,-1-2 0 0,0 2-5 16,1 3 5-16,-1-3-3 0,1 0 3 0,3-1 8 16,-5 4-13-16,2-3 15 0,-1 2-15 15,1-2 15-15,2 2-15 0,-2 0-3 0,-2-1 11 16,2-2-1-16,0 3 3 0,-1-1 1 0,0 3-4 15,0-5-10-15,4 5 6 0,-3-5 2 0,-1 2-3 16,4 1 6-16,-1-3-3 0,1 2 0 16,0 2 2-16,-1-4-17 0,2 3 18 0,2 0-3 15,-3-1-8-15,2 1 16 0,-2-1-19 0,1 2 11 16,1-3 8-16,1-1-31 0,0 5 23 16,1-5 13-16,-1 2-3 0,0-2-18 0,0 3 21 15,1-1-18-15,2 1 15 0,-4-2-7 0,2-1-6 16,0 2 1-16,2 1 4 0,-3-1-20 15,1-2 26-15,1 3 2 0,-1-1-7 0,2 2-8 16,-2-4 0-16,-1 3 2 0,0 0-2 0,3 0 5 16,-5 0 2-16,5-1-7 0,-3 3 10 15,0-2-10-15,1 1 10 0,-1 2-10 0,3-4-2 16,-2 4 4-16,2 0-5 0,-3 0-2 0,3-3 13 16,1 3-3-16,-4 1-3 0,4-1 6 0,-3 2-6 15,1-1 1-15,2-1-1 0,0 1-10 16,-1 1 18-16,4-5-2 0,-3 4-6 0,0-1 9 15,0 1-4-15,2-1-2 0,-2 2 8 0,3-1-11 16,-3-1 1-16,3 2 4 0,3-1 8 16,-6 0 6-16,6 1-14 0,-3 0 1 0,0 1-11 15,3-1 16-15,-3 1-8 0,0 4 2 16,1-6 6-16,2 2-5 0,0 3-1 0,-3-4-2 16,4 1 11-16,-1 3-11 0,0-3-8 0,0-1 5 15,-3 1 6-15,5-1-1 0,-2 3-2 16,0-2-7-16,-2-1 7 0,5-1 10 0,-3 2-18 15,0 0 8-15,1-2-7 0,3 5 1 0,-3-4 9 16,2 1 10-16,1 0-18 0,-3 3-8 0,2-3 21 16,2 4-6-16,1-4-10 0,-2 1 11 15,0 3-6-15,1-3 14 0,1 2-9 0,-2-2-12 16,4 0 18-16,-4 1-11 0,3-2 6 16,2 0-16-16,0 3 13 0,-2-4 0 0,4 1 0 15,-1 1 5-15,1 0-2 0,-1 0 4 0,0-3-4 16,2 1-1-16,-2-1-2 0,1 0-2 0,0 2 10 15,3-3-11-15,-1 0 6 0,-1 1-6 0,1-1 6 16,2-3-1-16,-2 3-17 0,-1 0 7 16,4-4 13-16,-4 4 0 0,1 0 3 0,2-4-8 15,0 2 0-15,-2 2 5 0,1-3 0 16,0 2-5-16,-3 0 3 0,3-2-11 0,0 2 11 16,-4-4-6-16,2 5 13 0,-2-6-2 0,4 6-8 15,-6-4 8-15,3 2-1 0,2-3-2 16,-3 5-5-16,1-6 8 0,0 4-3 0,0-3 0 15,2 2 1-15,-4 0-4 0,4-2 6 0,-2 4-11 16,0-5-2-16,3 0-10 0,-1 5 17 0,2-5-15 16,-1 2 19-16,0 2-12 0,1-3 4 15,1-1 2-15,-1 1 2 0,-1 2-4 0,3-3 7 16,1-1 8-16,-4 5-18 0,0-4 0 16,3-1-6-16,1 1 16 0,-3-1-5 0,2 2 8 0,0-1 5 15,-3-1-3-15,4 1-15 0,0-1-3 16,-2 0 3-16,2 3 5 0,0-3 3 0,-1 1-3 15,-2-1 2-15,2 0 6 0,-3 0 7 16,0 0-4-16,0 2-16 0,1-2 10 0,-2 0 2 16,1-2-7-16,1 2-2 0,-4 0 4 0,3 0 1 15,-4 0-6-15,5-1-4 0,-5 1 12 16,4 0 0-16,-4-3-8 0,1 3-2 0,3-1 15 16,-4 1-4-16,2-1-1 0,-2-1 2 0,2 2-4 15,1 0-6-15,-2-1 11 0,-1 0-16 0,2-2 11 16,-2 1-3-16,4 1 18 0,-4 1-23 15,-2-1-5-15,3-2 15 0,2 0-3 0,-2 3-2 16,0 0 0-16,0-2 16 0,-1-2-19 16,1 3 16-16,-1-2-8 0,2 3-13 0,-2-2 13 15,0-3-2-15,1 4 15 0,0 0-16 0,0-4-2 16,2 4 11-16,-1-1-6 0,-2-4 15 0,4 3-20 16,0-3 13-16,0 4 5 0,-3-4-13 15,0 4-5-15,-4-3 10 0,4 2 18 0,-1-2-12 16,1 3-1-16,-3 0 8 0,2-4-25 0,1 4 14 15,-4-3-1-15,3 2 7 0,1-2-11 16,-3 2 14-16,2-1-14 0,1 1-1 0,0-4 1 16,2 3-63-16,-6-2-8 0,5 1 18 15,-2 0 0-15,1-1 0 0,-1 2 7 0,-2-2 1 16,-1-1 2-16,3 0 18 0,-1-1 18 0,1 4-13 16,-3-4-7-16,4 0 79 0,-1 0-8 0,-2-1-10 15,2 0 0-15,-3-2 2 0,4 1-4 16,-4 0-1-16,4 2-12 0,-4-3 2 0,0-2-5 15,1 2 0-15,-1 2 3 0,0-4 2 0,1 2-13 16,-1-3 3-16,-4 3 2 0,1-3 6 0,4 3-3 16,-7-3 8-16,2 3-6 0,1-3-4 15,0 4 2-15,-3-1-3 0,2-3-7 0,-3 4 10 16,1-3-2-16,-1 3-8 0,1-2 2 16,-1-1-5-16,1 2 6 0,-1-2-14 0,-3 2 21 15,4-3-10-15,-4 3-5 0,0-3 4 0,0 3-9 16,0-3 2-16,0 3 0 0,0-1 16 0,0 1 2 15,0 0-13-15,-3-2 0 0,3 2-10 0,-1-3 0 16,1 6 18-16,-3-3-5 0,3-2 7 16,0 2-15-16,-4 1 3 0,1 2 2 0,2-6 6 15,-2 6 7-15,0-3-8 0,0 2 3 16,-1 0-3-16,1-4 3 0,-1 5-2 0,1-3 7 16,-1 2-5-16,-2 1-3 0,2-1 3 0,-2 0-13 15,2 1-2-15,1-1 9 0,-5-2-1 0,2 3-6 16,2-2 0-16,-5 2 0 0,2 1-10 15,-1-3 5-15,1 2 5 0,-3-2-5 0,-3 0 3 16,3 2 2-16,-1 0 10 0,0-1-18 0,-2 1 19 16,-4-1-11-16,4 0 8 0,-2 1 0 0,2-1-8 15,-4-2 15-15,3 3-10 0,-3 2 6 0,3-5 4 16,-3 3-2-16,0-2-10 0,-3 2 0 16,0-2-3-16,5 3 13 0,-5-1-6 0,3-1 11 15,0 5-2-15,0-4-19 0,-1 1 1 16,2-1 2-16,-1 2 5 0,0-1-12 0,3 3 17 15,-3-3-5-15,3 4-2 0,-2-3-8 0,1 1 5 16,2 2 5-16,-4 1-4 0,6-3 1 0,-6 3-12 16,4 2-23-16,-2-1-16 0,-1 0-20 15,2 1-43-15,0 1-42 0,-3-1-153 0,1 1-453 16,1-1-46-16,2 0 90 0,-1-1 78 0,0-4 47 16,-3 3 84-16</inkml:trace>
  <inkml:trace contextRef="#ctx0" brushRef="#br0" timeOffset="30613.7">12675 7128 581 0,'0'0'186'0,"-8"-2"-1"0,8 2-37 0,-7-1-2 15,7 1-3-15,0 0-20 0,0 0-31 0,-13 0 8 16,13 0-13-16,0 0-2 0,-11 1-26 16,11-1 10-16,-7 2 2 0,7-2-19 0,-6 1-4 15,6-1-2-15,-10 5 13 0,10-5 3 16,-11 2-9-16,7-2 6 0,-2 5-5 0,-1-4-8 16,0 1 0-16,0 3-15 0,1-4 10 0,2 2 2 15,-3 1 1-15,0-1-19 0,0 2-4 16,1-3-3-16,-1 2-3 0,0 0 16 0,0-1-3 15,0 3-7-15,1 0-4 0,2-4-4 0,-2 5 5 16,-2-5 0-16,5 4 0 0,-4-2 2 0,4 1-12 16,-4 0 13-16,0 2-6 0,3-2-79 15,-2 4 5-15,-1-2 3 0,4-3 7 0,-4 4 11 16,0-1-3-16,3 1 13 0,1 1 0 16,-3-2 17-16,2 1-2 0,-2 0 8 0,1 1 8 15,2-1 7-15,-1 0-5 0,1 2-12 0,0 0 22 16,0-2-12-16,-1 2 22 0,1-2-12 15,0 4-23-15,3-3 15 0,-5 1-5 0,5-1 0 16,-3 4 13-16,0-3 7 0,3 1-17 0,0-3 12 16,-3 6-5-16,3-6 0 0,-1 2-4 0,1 1 6 15,0 1-12-15,0-2 6 0,-3 0 9 16,3-2-2-16,0 5-1 0,0-3-6 0,0 1 12 16,0-3-11-16,3 5 6 0,-3-4 0 0,0 1-6 15,1 0-7-15,2 2 8 0,-3-2 5 16,0 0-3-16,3 1-5 0,-3 0-2 0,3 0 2 15,-3-1-8-15,0 2 16 0,1-2 13 0,3 0-16 16,-4 1-2-16,0 1 7 0,3-2 3 0,0 3-10 16,-3-1-8-16,1-2 10 0,2 3 0 15,0-3-2-15,0 4-13 0,0-3 2 0,-2-1 3 16,2 4 3-16,0-3-6 0,2 3 16 0,-2-3-13 16,3 3 13-16,-2-3-18 0,-1 3 15 15,0-4-15-15,1 4-3 0,-1-5 6 0,4 1 4 16,-6 0 1-16,5 3-6 0,-3-4 13 15,1 1-17-15,-1-1 14 0,1 3 1 0,-1-3-11 16,4-3 6-16,-3 4 0 0,-1-5-9 0,0 5 4 16,0-3 7-16,1 0-5 0,-1 1 10 0,1-2-5 15,0-4 0-15,2 5 1 0,-5 0-4 0,2-4 8 16,3 4-10-16,-3-6 0 0,-2 5 3 16,5-3 5-16,-2 2-1 0,0-2 6 0,-1 0-13 15,1 1-2-15,-4-4 7 0,9 6-3 0,-5-4 11 16,3 0-3-16,-7-2 3 0,7 5-10 15,-1-4 2-15,-6-1 13 0,10 2-8 0,-10-2-10 16,11 0-5-16,-11 0 18 0,10 0-3 0,-10 0 8 16,10 0-21-16,-10 0 11 0,11-2 2 0,-4-3-7 15,-1 4-3-15,-6 1 7 0,10-3-12 16,-2-1 13-16,-2 2-3 0,-2 1-5 0,2-5 5 16,-2 5 67-16,3-6 5 0,-3 4-11 0,2-2-4 15,1 1-4-15,-1-2-11 0,-2-1-12 16,3 4 1-16,-3-4-5 0,2 2-8 0,-2 0 5 15,2-3-5-15,-2 1 3 0,3 2 12 16,-3 0-17-16,2-1-9 0,-2-1 6 0,-1 4-7 16,3-4 9-16,-1 0-10 0,-2 2 8 0,3-1-5 15,-2-1 5-15,-1-1-10 0,0 1 4 0,1 0 4 16,-1 1-11-16,-3-2 8 0,5 0 2 0,-2 0 6 16,0-1-19-16,0 1 8 0,1-1 8 15,-1 1-10-15,0 0 5 0,-3-1-3 0,4 0-13 16,-1-1 16-16,1 0-3 0,-1 2 1 0,-2-1-1 15,2 0-5-15,0 0 21 0,0 1-14 16,-2-2 1-16,2 2-5 0,0-1-8 0,0 0 0 16,1 1 5-16,-4-5 5 0,4 5-5 0,-1-1 11 15,0 0-19-15,-2 0 3 0,-1 1 3 16,3-3-6-16,0 3 11 0,0-5 5 0,-3 3-11 16,1 2 8-16,-1-2-4 0,3 1 6 0,-3-4-9 15,3 5 10-15,-3-2-11 0,3 0 1 16,-3 2 2-16,0 1-8 0,1-3 6 0,3 2 5 15,-4-1-13-15,0 0 15 0,0-2 0 0,3 1-15 16,-3 0 0-16,0 1 18 0,0 0-6 0,0 1-2 16,0-2 6-16,0-2-17 0,0 2 30 0,0 0-35 15,0 2 14-15,0-1-3 0,0 0-74 16,0-2 15-16,0 5 8 0,0-5 2 0,0 3 3 16,-3-2 5-16,3 2 15 0,0 1 3 0,0-3-5 15,-4 2 13-15,4 1 2 0,-1 1-8 16,1-2 11-16,0 0-3 0,0 0 1 0,-3-1-4 15,3 2 3-15,0-2 3 0,0 1 5 0,0 0-5 16,0 0 0-16,0-1 4 0,-3 2-4 0,3-1 8 16,0 1-1-16,0 0-5 0,0 2 11 15,0-2-3-15,-3 0 5 0,3 0 3 0,-1 3-8 16,1-3-3-16,0 0 3 0,-3 1 10 0,3 2 14 16,-3-4-14-16,3 2-10 0,0-1 2 15,0 7-4-15,-3-10 2 0,3 7 7 0,-1-4-7 16,1 1 3-16,-3 3 2 0,3 3-5 0,-3-9-2 15,-1 4 7-15,1 1-8 0,2-2 3 16,1 6 5-16,-6-9-2 0,3 7-3 0,2-4 0 16,-2 1 0-16,3 5 13 0,-7-8-6 0,4 4-7 15,-1 2-2-15,1-3 4 0,3 5 6 0,-7-6-5 16,4 3 2-16,3 3-8 0,-7-5 6 16,4 2-1-16,3 3 6 0,-8-2 2 0,5-3-7 15,3 5-6-15,-7-2-5 0,7 2 3 0,0 0-18 16,-10-2-18-16,10 2-7 0,-6-3-39 0,6 3-31 15,-11 5-18-15,7-4-76 0,-2 0-164 16,2 5-369-16,-2-2 25 0,-2 0 114 0,-1 0 43 16</inkml:trace>
  <inkml:trace contextRef="#ctx0" brushRef="#br0" timeOffset="47994.5">21207 1788 683 0,'0'0'289'16,"-11"1"-25"-16,11-1-11 0,0 0-33 0,0 0-89 15,0 0-16-15,-10 0-7 0,10 0-19 0,0 0 3 16,0 0-12-16,0 0-6 0,0 0 28 16,0 0-15-16,0 0 11 0,0 0-14 0,0 0 3 15,0 0 0-15,0 0 69 0,0 0 0 0,28-3-33 16,-19 0-5-16,6 1-5 0,-2-1-16 16,5 0-15-16,1-1-3 0,-1 0 3 0,6 0-20 15,-4 1-6-15,4-2 5 0,0 1-4 0,-4 1-24 16,4 0-13-16,-3 0-30 0,0 0-5 15,-2 2-62-15,2 1-51 0,-7-2-44 0,0 4-117 16,-1-2-479-16,-6 0 8 0,4 1 72 0,-5 1 83 16,-6-2 42-16</inkml:trace>
  <inkml:trace contextRef="#ctx0" brushRef="#br0" timeOffset="48278.48">21415 1820 622 0,'-1'8'248'0,"2"-3"-33"16,-1 3-18-16,3-1-20 0,1 2-1 0,-1 3-30 16,-2-1 0-16,5 4-23 0,1-2-3 15,-1 2-28-15,-2 1 11 0,3 1-98 0,-3-2 18 16,2 2-10-16,-2 1-1 0,-1-3 6 16,0 2 10-16,-3 0-10 0,-3-1 5 0,0 1 18 15,-1 0 0-15,-2-1 0 0,-1 1-7 0,-7-2 4 16,4 2 0-16,-5-2-4 0,2-2-9 0,-4 2 16 15,3-3-23-15,-3-2 13 0,4 0 10 16,-1-3-8-16,0-1-2 0,1 2 2 0,2-3-7 16,-2-1-11-16,2-2 0 0,1 2-35 0,0-2-16 15,-1-2-77-15,11 0-79 0,-13-2-122 16,13-1-367-16,-3 0 72 0,3-2 51 0,0 5 48 16</inkml:trace>
  <inkml:trace contextRef="#ctx0" brushRef="#br0" timeOffset="48577.47">21804 1739 662 0,'0'0'264'0,"-6"-1"-26"0,6 1-5 0,0 0-20 15,-11 15-101-15,5-5 3 0,2 2-12 0,-2 1-6 16,-1 5-5-16,3-3-10 0,-6 6-8 16,6 0-15-16,-2 1 79 0,-1 1-12 0,0 0-21 15,3 1 0-15,1-2-11 0,0 2-12 0,-1 1-2 16,4-5-11-16,-3 5 0 0,3-1-20 16,3 1-9-16,1-4-22 0,-1-1-41 0,0 2-41 15,5-5-79-15,-1-3-95 0,2 1-481 16,-2 0 38-16,7-5 72 0,-4-1 66 0</inkml:trace>
  <inkml:trace contextRef="#ctx0" brushRef="#br0" timeOffset="49027.8">22010 1964 762 0,'-8'9'210'0,"-1"-1"-15"0,2 5-24 0,0-1-4 0,-3 1-14 16,6 1-25-16,-2-1-10 0,2 2-26 16,-2-3 8-16,6 1-18 0,-4-3 13 0,7 2-26 15,-3 0 13-15,1-2-16 0,5-2-7 0,-2 0 15 16,2 1-7-16,1-3-14 0,4-3 4 16,-1 3-9-16,4-5-7 0,-1-1 8 0,0-1 66 15,2-2-18-15,1-1-2 0,-2-1-10 0,0-3-16 16,0-1 13-16,-4-2-23 0,0 0-1 15,-3-3-14-15,0-2 2 0,-4 0-8 0,1 1-2 16,-4-4 0-16,0 1-3 0,-1 3 6 16,-2 0-14-16,-3 0 9 0,2 2-9 0,1 2 1 15,-5 1 12-15,2 1-10 0,-1 3 8 0,-3 0-10 16,-1 5 2-16,-2 1 0 0,-1 1-10 0,1 3 0 16,-5 1-8-16,5 1 0 0,-1 2 11 15,0 0-6-15,4 1-5 0,-1 0-2 0,2-1-10 0,2 2 7 16,3-2 15-16,1 2-4 0,-1-3-14 15,8 1 6-15,-1 1-6 0,1-1-2 0,3 0 16 16,6-1-16-16,1 1-11 0,3-2-9 0,3-2-24 16,4 0-43-16,-3-2-46 0,3 1-89 15,-1-2-149-15,2-2-397 0,2-2 23 0,1-3 69 16,-5 1 51-16,1-3 67 0</inkml:trace>
  <inkml:trace contextRef="#ctx0" brushRef="#br0" timeOffset="49328.55">22403 1700 645 0,'0'0'202'0,"-1"20"-18"0,2-9-12 0,3 3-4 16,-1 2-32-16,1 3-5 0,2 2-24 0,0 1-7 15,-2 1-8-15,4 2-7 0,-5 2-14 0,3-2 4 16,-2 2 73-16,-1-4-17 0,-3 2-9 0,3-2-24 15,-3 0 9-15,0-3-10 0,-3 1-12 16,3 0-3-16,-6-2 15 0,5 0-18 0,-5 0 1 16,-2-1-14-16,2-3 9 0,-1 2-11 0,0-3 10 15,-3-2-15-15,0 2-16 0,3-3-2 0,-3 0 3 16,3-3 9-16,0-2-9 0,3 1-11 16,-5-1-25-16,5-2-21 0,0 0-69 0,4-4-84 15,0 0-103-15,-7 0-87 0,7 0-230 16,0 0-118-16,14-10 64 0,-10 4 52 0</inkml:trace>
  <inkml:trace contextRef="#ctx0" brushRef="#br0" timeOffset="49527.8">22838 2019 854 0,'10'-3'246'0,"-4"0"-36"0,4 0-8 0,1 1-23 16,-1-1-28-16,4-1-12 0,-1 3-19 16,1-1-43-16,0 0-31 0,2 2-46 0,-1 0-51 15,-2 0-65-15,1 0-147 0,-1 0-364 0,1 4 43 16,-4-2 59-16</inkml:trace>
  <inkml:trace contextRef="#ctx0" brushRef="#br0" timeOffset="49710.87">22817 2252 665 0,'0'0'205'16,"-2"4"-3"-16,2-4-33 0,0 0-3 0,0 0-4 0,0 0-22 16,0 0-4-16,23-2-34 0,-13 0 11 15,3 1-11-15,1 0-25 0,3-3-26 0,0 3-30 16,0-2-39-16,3 0-72 0,-2 2-104 0,2-2-438 15,-3 1 28-15,0-2 46 0</inkml:trace>
  <inkml:trace contextRef="#ctx0" brushRef="#br0" timeOffset="50011.16">23654 1696 755 0,'0'0'245'0,"0"0"-30"0,-10 18-15 0,10-7-13 15,-3 2-18-15,3 0-16 0,0 2-12 0,0 2-15 16,3 2-24-16,-3 0 0 0,4-1-7 15,-1 6-13-15,0-2-8 0,3 1 75 0,-2 0-32 16,-1 2-24-16,2 0-37 0,-2-1-51 0,4-1-66 16,-1 0-108-16,-2 2-546 0,2-5 19 15,1 4 90-15,-6-6 66 0</inkml:trace>
  <inkml:trace contextRef="#ctx0" brushRef="#br0" timeOffset="50293.84">23442 2395 1031 0,'0'0'343'16,"0"0"-92"-16,0 0-26 0,0 0-28 0,0 0-28 15,0 0-8-15,0 0 11 0,0 0-39 0,0 0-13 16,0 0-4-16,21-14-22 0,-11 9-2 0,7-1-2 15,0-1-16-15,4-2-5 0,3 1 3 16,0 0-13-16,3 1-10 0,0-3-1 0,7 2-7 16,-3 1 0-16,4-1-10 0,-6 2-11 0,-1 0-22 15,0 1-37-15,-1 2-30 0,-3 1-15 16,0 3-52-16,-4 0-130 0,-2 0-177 0,2 5-276 16,-6-2 43-16,-1 3 80 0,-5-1 84 15</inkml:trace>
  <inkml:trace contextRef="#ctx0" brushRef="#br0" timeOffset="50796.75">23172 2823 1046 0,'0'-3'333'0,"0"3"-36"0,0-7-26 16,0 7-20-16,4-10-36 0,-1 5-18 0,1 2-25 16,2-3-11-16,1 3-12 0,0 0-14 0,0-1-22 15,3 2-18-15,-3 1-8 0,4 1-18 0,-11 0 8 16,16 2-24-16,-6 3 9 0,-2 0-14 16,2 2-14-16,-4 0 1 0,1 4 1 0,-3 1-10 15,-1 1 10-15,0-1-18 0,-3 1 5 0,0 1-5 16,-6 1 10-16,2 1-13 0,-3-3 0 15,0 4 1-15,-2-3-8 0,-3 1 4 0,0 1 4 16,0-5-4-16,-1-1 9 0,0 0 2 0,2 1-8 16,1-5 3-16,3 1 18 0,-3-4-10 0,0 0-3 15,0-2-8-15,10-1 6 0,-14-3-4 16,7-1-4-16,4-1 0 0,-1-2 8 0,1 0-16 16,-3-1 7-16,6 0 4 0,0 0-19 0,0 1 3 15,0 0 5-15,3 2-12 0,-3-2-4 16,3 1 14-16,0 1-6 0,1 0-7 0,2 2 15 15,-2-1 8-15,6 3-15 0,-10 1-4 0,14 1 6 16,0-1 6-16,-4 4-1 0,3-1-3 16,1 4 11-16,0-1-8 0,0 3 3 0,-1-3 5 15,5 4-29-15,-2 0-43 0,2 2 3 0,-5 0-18 16,4-1-46-16,-3-1-70 0,3-2-125 16,-3 4-501-16,0-2 45 0,-1-3 67 0,1-1 77 15,-7 0 69-15</inkml:trace>
  <inkml:trace contextRef="#ctx0" brushRef="#br0" timeOffset="51027.55">23647 2852 596 0,'1'8'253'0,"-1"1"-10"0,0 1-35 0,3 2-11 15,-3 1-18-15,0 2-28 0,3-1-13 16,-3 3-5-16,3 0-25 0,0 1-6 0,-2-1-17 16,2 1-42-16,0-2-32 0,-3 1-17 15,4 0-78-15,-3-4-182 0,2 4-410 0,0-7 72 16,-3 1 43-16</inkml:trace>
  <inkml:trace contextRef="#ctx0" brushRef="#br0" timeOffset="51527.85">23638 2842 770 0,'3'-4'238'0,"-3"4"-20"16,0 0-9-16,0 0-32 0,16 8-11 0,-9-1 44 15,1 1-13-15,2 1-12 0,0 0-24 0,4 3-13 16,-4-1-14-16,4 0-27 0,-1 2 3 15,0-1-5-15,2-4-18 0,-2 4 5 0,1-1-15 16,-4-3-13-16,0-2 5 0,1 2-10 0,-2-3 5 16,-2 2 0-16,4-2 0 0,-7 0 18 15,5-4-5-15,-5 1-18 0,-4-2 2 0,14 0 11 16,-7-3-11-16,-1-2-20 0,1-2 8 0,2-2-70 16,-4-4 6-16,2 0-13 0,-1-3 2 15,-2-1 13-15,6-6 8 0,-6-1-10 0,2 1-3 16,-2-4 10-16,2 2 13 0,-2 2-5 0,-1-1 0 15,4 6 0-15,-6 0-2 0,2 3 4 0,0 3-9 16,-3-1-9-16,4 3-2 0,-4 3-10 0,0 0-2 16,3 6 12-16,-3 1 15 0,0 0-12 15,0 0 7-15,9 16 0 0,-7-3 3 0,1 3 3 16,0 2-9-16,0 2 6 0,-2 4-7 0,2 1 4 16,0 0 3-16,1 1 2 0,-1 3 6 15,0-3 4-15,2 0-9 0,1 0 7 0,-1-1 3 16,-3 0 2-16,4-2-2 0,1 1-3 0,-4-5 5 15,5-2-10-15,-5-1 5 0,1-1 5 16,2-1-12-16,-3-3 9 0,1-1-17 0,-1-1-10 16,1-1-24-16,0-2-68 0,-1-3-88 0,3 0-622 15,-2-3 82-15,-4 0 47 0,7-10 78 16,-7 3 73-16</inkml:trace>
  <inkml:trace contextRef="#ctx0" brushRef="#br0" timeOffset="52910.93">25380 1602 739 0,'0'0'241'0,"0"0"-11"0,0 0-38 0,0 0-18 16,0 0-10-16,0 0-18 0,0 0-3 0,0 0-12 16,0 0-8-16,0 0 5 0,0 0-3 0,0 0-28 15,21 9 11-15,-11-7-6 0,4-2-4 16,0 0-6-16,9 0-5 0,-3 0-18 0,4 0 8 15,1 0-75-15,5-2-20 0,-2 1 21 0,3 1-8 16,0-3 12-16,-1 2-14 0,-2 0 7 16,-1-1-8-16,-4 1-10 0,-2 0-10 0,0 0-8 15,-4 1-15-15,0-2-5 0,-4 2-21 16,0 0 10-16,-5 0 8 0,2 0 18 0,-10 0-5 16,11 0 11-16,-11 0-12 0,0 0-9 0,0 0 18 15,0 0 5-15,0 0-11 0,0 0 31 0,-34-2 16 16,20 2-26-16,-3 0 10 0,0 0 10 15,-1 0-9-15,0 0 14 0,-4 0 8 0,1 2 3 16,4-2-15-16,-1 2 9 0,2-1 24 0,-1 0-16 16,3 0 11-16,-3 2-13 0,4-2 2 15,1 2-17-15,2 0 2 0,-2 1 28 0,1 0-15 16,1 2 22-16,3 2-22 0,2-2 8 0,-1 3-1 16,0 1-5-16,5 0 6 0,-2 0 2 0,3 1-8 15,3 1 11-15,1 4-11 0,3-2 6 16,0 4 2-16,6 0 0 0,1-1-3 0,0 4 19 15,7 0-14-15,-5 2 1 0,2-1-1 0,3 1-7 16,1 1-2-16,-4 0 7 0,6-1-18 0,0 8 3 16,0-4 2-16,-4-6 3 0,-3 3-6 15,1-2 4-15,-5 0-6 0,4 2 5 0,-7-4-15 16,1 0 7-16,-1 0 6 0,-3 2-8 16,-1 2-5-16,-1-1 2 0,-5 1 8 0,0 1-7 15,-1 1 17-15,-6 1-15 0,0 0-2 0,-2 2 22 16,-3-2-15-16,-1 0-5 0,0-2 11 0,-4 2-4 15,3-4 3-15,-3 1-2 0,3-2 15 16,-3-3-5-16,4 0 8 0,-1-3-26 0,0 1 5 16,0 0-5-16,1-2 5 0,2-2 10 0,4-2-7 15,0 0-8-15,-2-3 13 0,5 2-6 16,-3-2 14-16,4-1-6 0,2 1-7 0,-2-1 89 16,6-2-10-16,-2 0-7 0,9 1 2 0,0 0-13 15,0-3-8-15,5 0 8 0,7-1 3 16,0 1 2-16,8-3-23 0,4 0 13 0,0-2-82 15,8-1-2-15,2 2-3 0,-3-1 2 0,4-1 6 16,-1 1 0-16,-2-1 2 0,-2 1-5 0,-6 1-10 16,-3 1-18-16,-7-2-44 15,0 2-17-15,-7 2-44 0,2-1 30 0,-8 0 6 0,-4 3-79 16,-3 0-144-16,-4-1-420 0,-7 3 82 0,-3 0 57 16,-3 2 45-16</inkml:trace>
  <inkml:trace contextRef="#ctx0" brushRef="#br0" timeOffset="53310.92">25288 3202 806 0,'0'-6'235'0,"0"6"-35"0,0 0-21 0,0 0-18 15,0 0 1-15,0 0-11 0,0 0-8 16,0 0-23-16,0 21-2 0,0-13-18 0,0 3 5 0,3-1-5 15,0 4-1-15,-2-3-27 0,2 3 48 16,1 1 21-16,-1-4-31 0,1 4 18 0,-1 1-20 16,1-4-13-16,-1 1-6 0,0 1-7 0,3-3-13 15,-1 0-15-15,1 3-23 0,-2-4-11 16,2 1-2-16,-2-4-26 0,3-1-43 0,3 2-23 16,-3-6-62-16,0 0-255 0,4-2-370 15,-1-3 42-15,1-1 87 0,-2-2 61 0</inkml:trace>
  <inkml:trace contextRef="#ctx0" brushRef="#br0" timeOffset="53460.89">25462 3081 888 0,'0'-6'279'0,"1"1"-23"0,-1 5-110 16,0-7-16-16,3 2-7 0,-3 5-15 15,3-7-27-15,1 2-22 0,2 3-2 16,-6 2-65-16,11-5-48 0,-4 4-103 0,3 1-307 0,0-2-156 15,-3 4 82-15</inkml:trace>
  <inkml:trace contextRef="#ctx0" brushRef="#br0" timeOffset="53727.55">25518 3288 757 0,'0'0'292'0,"0"0"-13"0,0 0-38 0,0 0-8 15,0 0-34-15,20-10-25 0,-10 7 8 0,-3-1-31 16,6 0-20-16,-2 0-11 0,2 0-18 16,-3-1-2-16,5 2-5 0,-2-2-29 0,1 3-12 15,2-3-23-15,-4 4-34 0,4-2-27 0,-2 2-34 16,0-2-62-16,-1 3-76 0,-2-2-108 15,2 4-394-15,-2 1 85 0,-1-2 35 0,-1 0 57 16</inkml:trace>
  <inkml:trace contextRef="#ctx0" brushRef="#br0" timeOffset="53994.45">25651 3452 775 0,'0'0'241'0,"-4"4"-13"16,4-4-11-16,0 0-20 0,0 0-5 0,0 0-28 16,0 0 71-16,0 0-25 0,0 0-23 15,0 0-18-15,0 0-13 0,28-5-17 0,-20 4 1 16,-3-3-19-16,5 3-9 0,-2-2-12 0,5-1 5 16,-3 0-21-16,4 1-4 0,-4-2-6 15,4 0-7-15,-1 2-16 0,-3-1-10 0,4 1-49 16,-2 1-25-16,-3-1-31 0,1 0-62 0,0 2-84 15,-6-1-179-15,6 2-376 0,-3 0 28 0,-7 0 117 16,10-4 34-16,-10 4 49 0</inkml:trace>
  <inkml:trace contextRef="#ctx0" brushRef="#br0" timeOffset="54260.36">26129 3150 1154 0,'0'0'317'0,"0"0"-17"0,0 0-44 16,0 0-8-16,7 13-23 0,-7-5-15 0,3 2-25 15,-2 1-29-15,2 3-3 0,0 1-12 16,1 0-26-16,-4 0-7 0,6 3-8 0,-6-2-11 15,5 0-2-15,-2 0 0 0,0 1-15 0,3-5-3 16,-5 5-31-16,5-3-38 0,-2 1-30 16,-1-3-103-16,0 1-52 0,1-1-388 0,-3-2-190 15,5-3 26-15,-6 0 76 0,5-6 65 0</inkml:trace>
  <inkml:trace contextRef="#ctx0" brushRef="#br0" timeOffset="54977.47">25476 907 678 0,'0'7'269'0,"-3"2"-31"0,3 3-23 15,3-1-8-15,-3 4-20 0,0 1-11 16,3 2-14-16,0-2-32 0,-2 3-4 0,3-3-16 16,-1 4-18-16,1-3 8 0,-1 2-3 0,0 0-100 15,0-2-17-15,0 2 33 0,-2 0 2 16,2 0-17-16,0-1-21 0,-3-1-11 0,4-1-30 15,-4-1-51-15,1-3-39 0,-1 0-101 0,3-1-367 16,-3-2 7-16,0-3 83 0</inkml:trace>
  <inkml:trace contextRef="#ctx0" brushRef="#br0" timeOffset="55445.51">25459 1063 867 0,'0'0'238'15,"-3"-6"-33"-15,3 6-3 0,0 0-5 0,0 0-12 16,0 0-19-16,0 0-12 0,13 19-19 16,-9-9-14-16,2 0-6 0,2 1-3 0,-1 2-14 15,-1-1-22-15,4 1 4 0,-2-1-9 16,2 1-78-16,0-1 9 0,3 0-4 0,-2-1-3 16,-2-2 0-16,2 2 12 0,1-3-9 0,-7-2-1 15,6 1 16-15,-4-1 10 0,3-1-8 0,-4-1 3 16,5-2 8-16,-4-2-3 0,3 0 5 15,0-2-10-15,0-1 0 0,0 0 2 0,1-4 9 16,-1-2 6-16,0-2-4 0,1 0 5 0,-4-1 20 16,3-4-12-16,-4-2-26 0,2-2 23 15,0 0-18-15,-3-3 2 0,-2 0 6 0,1 1-8 16,-1-2 64-16,0 6 5 0,1-1-15 16,-3 2 10-16,-1 3-15 0,0 1-11 0,3 1 1 15,-3 2-11-15,0 2-23 0,0 1 18 0,0 5-26 16,0 2 14-16,0 0-6 0,0 0-5 0,0 0 2 15,0 27 4-15,0-9-14 0,0 1 3 0,3 6-3 16,-3 0-12-16,0 2 7 0,4 1 8 16,-1 4-10-16,0 0-3 0,2 2-5 0,-3-1 5 15,5-2 8-15,0 1 0 0,-1-1-6 0,-2 0-2 16,3-4 3-16,5 3-3 0,-7-5-30 16,2-3-34-16,-1 1-13 0,2 1-51 0,2-3-92 15,-7-2-194-15,7-1-436 0,1 0 90 0,-1-4 76 16,-3-3 75-16,5-5 62 0</inkml:trace>
  <inkml:trace contextRef="#ctx0" brushRef="#br0" timeOffset="59293.2">26990 1588 524 0,'0'-6'202'16,"0"6"-7"-16,0 0-18 0,0 0-26 0,0 0 5 15,0 0 2-15,0-7-14 0,0 7 2 16,0 0-13-16,0 0-10 0,0 0-6 0,-6-4-1 16,6 4-17-16,0 0-14 0,0 0-6 0,0 0-15 15,0 0-7-15,0 0-6 0,0 0-3 0,0 0 6 16,0 0-10-16,-17 10-14 0,11-3 9 15,-2 1-14-15,4 2 1 0,-5 3 10 0,2-1-11 16,-1 3-2-16,2 2 8 0,-1 3 2 0,0 2 3 16,-3 0-13-16,3 2-2 0,2 0 4 15,-3 1 1-15,0 5-6 0,2 0 3 0,-1 1-66 16,4 1-16-16,-1 1 21 0,1 0-6 16,0 3 19-16,1-3-1 0,2 4 13 0,0-1-5 0,0 0 3 15,0 2 10-15,2 15 7 0,1-11 6 16,3-4-11-16,-2-1 3 0,2-1 8 0,1 11-5 15,1-7 4-15,2-7 4 0,-1-1-1 16,-1-3 62-16,2 0 2 0,0 3 0 0,1-2-25 16,-1-3 10-16,0-1-3 0,1-4-2 0,-1-1-8 15,0 1-11-15,1-2 1 0,1 1-13 0,-2-3 16 16,-3-1-9-16,4-2-1 0,-4-3 4 16,1 1-7-16,-2-3 4 0,0-1-4 0,-2 0-1 15,2-2-2-15,-2 1 13 0,-1-4 10 0,1 3-5 16,0-2 13-16,-1 0-8 0,0-1 8 0,0-1-5 15,-3-3-9-15,4 7-9 0,-4-2 5 16,0-5-77-16,3 2 8 0,-3-2 7 0,4 6-2 16,-4-6-10-16,3 3 2 0,-3-3-38 0,0 0-49 15,3 5-36-15,-3-5-41 0,0 0-168 0,3 3-408 16,-3-3 75-16,0 0 43 0,0 0 90 16,0 0 43-16</inkml:trace>
  <inkml:trace contextRef="#ctx0" brushRef="#br0" timeOffset="62459.75">26854 5554 657 0,'0'-7'269'0,"0"7"-39"0,0-5-15 15,0 5-12-15,0-7-37 0,0 7-23 0,0 0-17 16,-3-7-1-16,3 7-22 0,0 0-1 0,0 0-23 16,0 0 6-16,0 0-11 0,-10 18-12 15,5-10 2-15,-1 4-21 0,4-2 13 0,-6 5-10 16,5-2 6-16,-4 3-22 0,3 0 6 0,0 1 67 15,-2 2-14-15,5 1-9 0,0-3-11 16,-1 2-11-16,2-1 12 0,2-1-14 0,-1-1-7 16,0 3-1-16,5-6-15 0,-2 2 1 0,6-3-6 15,-3 1 0-15,0-4-7 0,1-1 2 16,1-1-8-16,1-3 13 0,3 1-7 0,1-3-6 16,0-2 0-16,0 0 11 0,2-4-16 0,-1-2 11 15,-2-2-3-15,4-1-16 0,-3-5 13 16,3 1-9-16,-4-6 1 0,-1 2 9 0,-2-3 7 15,-1-2-18-15,-1 2 5 0,-2-3-2 0,-2-2-3 16,-1 2 8-16,-3 2-6 0,0 0 9 0,-3 0-6 16,0-1 10-16,-1 3 3 0,1 2-7 15,-5-4 2-15,-1 4-6 0,2 4 4 0,-1 0-1 16,-2 1 1-16,0-1-11 0,-1 6 2 0,-2 2 11 16,3-1-5-16,-4 5-18 0,4 1 13 0,-3 1-3 15,2 5 10-15,-2-1-12 0,-1 2 7 16,4 1 3-16,0 6-11 0,-1-3 8 0,1 0 6 15,3 3-9-15,1 0-1 0,1-3 14 16,2 3-20-16,0-1 10 0,3 0-5 0,0-1-5 0,3 0-2 16,0-1 7-16,2 3 0 0,1-5-5 15,4 2 10-15,-3-2-10 0,7 0 0 0,-1-1 0 16,2-1 5-16,1 0-20 0,5-1-13 0,0-2-16 16,-1 1-40-16,4-2-26 0,-3 1-46 15,1-2-57-15,0-1-114 0,1 2-457 0,-1 0 34 16,-3-2 95-16,-1 0 61 0,1 1 77 15</inkml:trace>
  <inkml:trace contextRef="#ctx0" brushRef="#br0" timeOffset="62859.82">27384 5716 647 0,'-7'9'248'0,"7"-9"-12"0,-7 10-13 0,4-4-21 15,-3 3-105-15,-2 0 5 0,4-1-12 0,-2 3-11 16,2 3-2-16,-3-2-3 0,3 2-4 0,-2 2-17 16,3-2 4-16,2-2 4 0,0 3 0 0,1-4-12 15,0 1-18-15,2-1 7 0,1 0-30 16,0-2 20-16,1 0 16 0,6-1-24 0,-3-1 13 16,3-1 3-16,1-2-3 0,2 0-7 15,0-3-3-15,1 1 8 0,-3-4-3 0,3 1-10 16,-1-5 7-16,1 4-12 0,0-7 0 0,-2 1 2 15,0-5 24-15,-2 1-14 0,-1-4-12 16,-4 0 0-16,3-1 5 0,-6-1-23 0,1 2 23 16,-3-2 10-16,0 2 20 0,0 0-14 15,-3 2 4-15,1-2 6 0,-3 4-14 0,-1-2 1 0,-2 3-3 16,-2 3 3-16,0-4 7 0,-1 7-4 0,1-2-19 16,0 1-2-16,-4 3 5 0,4 2 2 15,-1-3-20-15,-2 3-18 0,6 2-10 0,7-1-31 16,-17 4-25-16,10-3-21 0,1 2-23 15,6-3-15-15,-1 7-55 0,2-2-145 0,2-3-355 16,4 2 73-16,5-1 59 0</inkml:trace>
  <inkml:trace contextRef="#ctx0" brushRef="#br0" timeOffset="63193.32">27893 5686 657 0,'0'0'215'0,"0"0"-5"0,0 0-28 0,10 2-21 15,-10-2-2-15,0 0-26 0,18-2-13 0,-18 2-7 16,16-2-18-16,-6 2 2 0,1-2-5 0,-1-1-18 16,6 2-7-16,-5 1-8 0,-1 0 0 15,4-2 10-15,-3 1-36 0,-1 1-5 0,1 0 0 16,0 0-15-16,0 0-31 0,-3 0-28 16,-1 0 10-16,3 1-66 0,-1 1-98 0,-4-2-40 15,1 4-60-15,-2-2-345 0,-1 0 85 0</inkml:trace>
  <inkml:trace contextRef="#ctx0" brushRef="#br0" timeOffset="63443.75">27842 5875 604 0,'0'0'207'0,"-7"3"-23"16,7-3-17-16,0 0-14 0,0 0-25 0,0 0 31 15,0 0-26-15,0 0 0 0,0 0-33 0,16 6 2 16,-16-6-12-16,15-2 23 0,-5-2-26 0,4 4-16 16,-1-3 3-16,1 3-17 0,3-2 2 15,0-1-8-15,0 0-13 0,0 3-5 0,-3-1-7 16,0-2-13-16,1 1-28 0,-3 2-14 0,-1-1-14 16,1 1-47-16,-1 0-40 0,-11 0-52 15,17 0-79-15,-7 0-405 0,-2 1 90 0,1-1 31 16</inkml:trace>
  <inkml:trace contextRef="#ctx0" brushRef="#br0" timeOffset="64042.7">28546 5641 826 0,'0'0'274'0,"0"0"-54"16,0-6-12-16,0 6-16 0,0 0-39 15,0 0-2-15,0 0-20 0,0 0-6 0,0 0-15 16,0 0-10-16,0 0-10 0,-7 16-6 0,4-8-12 16,-1-1-1-16,1-1-12 0,2 4-2 15,-2 0 7-15,0-1-18 0,0 1 0 0,2 0-8 16,-2 1-5-16,0-1-7 0,3 1 71 0,0-1 1 15,-3 2-14-15,6-3-10 0,-3-1-12 0,3 1-11 16,-1-1 5-16,0 0 3 0,1-2-15 16,0-1-3-16,0 1 0 0,1-2 0 0,6 0-16 15,-3 0 13-15,3 0 1 0,-2-3-1 0,2-2-2 16,6 1-8-16,-3-2-2 0,-1-3-1 0,5 0-71 16,-1 1 5-16,-1-4 11 0,-2-1-6 15,4 1 10-15,-3-1 8 0,0 0-7 0,-1-3 9 16,1 1 1-16,-2 0 7 0,-2-3 1 0,1 3-1 15,-3-4-2-15,-1 2 0 0,1 1-1 16,-2-2 11-16,0-1 5 0,-2 2 3 0,-1-1 18 16,0 4-1-16,-2 0-12 0,-1-3 2 0,0 3 6 15,0 1 5-15,0 0-14 0,-1 1-1 16,0 0-1-16,-4 0 8 0,2 2-11 0,-1-3 1 0,-3 7 2 16,3-4-2-16,-5 3 7 0,2-1-17 15,-4 1 9-15,1 2-14 0,0 0 14 16,-1 1 4-16,3 0-6 0,-4 0-5 0,1 1 5 15,-2-1-8-15,3 1 3 0,-1 1 0 0,1-1-12 16,1 3-1-16,-2-3-10 0,4 1-11 0,2 2-19 16,-3-2-32-16,0 0-17 0,2-2-24 0,2 5-22 15,-2-3-67-15,5 0-21 0,1-2-48 16,-3 5-187-16,3-5-225 0,0 0 77 0,10 1 43 16</inkml:trace>
  <inkml:trace contextRef="#ctx0" brushRef="#br0" timeOffset="65508.67">29346 5088 747 0,'0'0'179'0,"-3"-3"-2"0,3 3-1 0,-7-3-43 16,-1 0-15-16,-1 2-10 0,-1-2 2 0,-1 3-36 15,-6-3-10-15,-1 2 5 0,-5 0 5 0,2-1-2 16,-6 1-16-16,-1 1-7 0,-5-1 0 16,2-2-1-16,-10 1-9 0,3 0-4 0,-3 2 6 15,-3-5 57-15,2 4 2 0,1-2-13 0,-3 3-6 16,0-4 1-16,0 1-5 0,2 2-15 15,-2 0-9-15,2-2 6 0,-2 1-13 0,2 0 0 16,-2 0-12-16,1-1 7 0,1 2 2 16,3 1-10-16,-3-2-10 0,0 1 0 0,1 1 0 0,1-3-10 15,-2 6 8-15,-2-3-11 0,3 0 3 16,-1 3 12-16,-2-3-14 0,-4 4 1 0,-13 0-1 16,-1 1-14-16,-3 0 11 0,4 0-6 0,-1 1 6 15,0-2 0-15,1 2-3 0,0-3 3 16,10 2-8-16,-8-2 5 0,8 3 2 0,12-4-7 15,-4 4 3-15,2-1-3 0,3 1 0 0,-2 0 2 16,2-2 6-16,4 3-13 0,3-2 2 16,0-2-7-16,4 3 10 0,-1-4-5 0,8 3 10 15,-4-4 0-15,3 4-2 0,3-2-3 0,-4 0-10 16,4 3 2-16,-2-5 13 0,3 2 0 0,0 1-2 16,0-1 4-16,3-1-12 0,-3 2 3 15,4-2 4-15,-2 2-2 0,2-2-2 0,2 0 9 16,-2 0 14-16,6 1-3 0,-4-2 7 0,2-1-14 15,2 1 4-15,0 1 11 0,7-2-14 16,-14 5-9-16,9-5-3 0,-3 3 3 0,1-2-6 16,0 4 8-16,0-3-2 0,2 4-6 0,-3 2 1 15,0-1 9-15,2-1 9 0,-1 7-9 16,-3-1-2-16,4 3 18 0,-2 2-17 0,1 4 4 16,0-2 8-16,-3 3-3 0,3-1 6 0,3 4-1 15,-2 0-12-15,-1 0 15 0,-3 4-13 16,3-1 3-16,3 3 2 0,-5-1 0 0,5 0 3 0,-4 3 5 15,-1 0-5-15,5 0-10 0,-2-1-11 16,2 2 11-16,-3-2 0 0,2-1 10 0,-3 1-5 16,6 3 4-16,-6-3-1 0,4 1-11 0,0-2 10 15,1-3-7-15,-1 0 2 0,-2-1 0 16,3-2 3-16,2 0-3 0,-2 0-4 16,0-7-4-16,3 2-10 0,0 1 26 0,0-5-12 0,0 0-4 15,0 0 11-15,5 0 2 0,-3-4 3 16,1 1 0-16,0-2-5 0,4 1 5 0,4-1-3 15,-1-1 6-15,0-2 2 0,7 1-16 0,-1-2 6 16,2-2 13-16,3 0-3 0,2 3-18 0,1-6 5 16,1 3-2-16,2-4-6 0,1 1 3 15,-1 2 8-15,4-2 0 0,0-2-3 0,-1 1 3 16,4-1 5-16,0 2-10 0,1-4-11 0,9 2 8 16,0 0 3-16,1-1-5 0,3 1-3 15,16 0 2-15,1-4 3 0,-3 4-2 0,0-3 12 16,-5 3-5-16,-12 0-5 0,3 0-2 0,-1-1 2 15,2 1-7-15,-2 0 2 0,1 0-6 16,1 0 9-16,1 0-3 0,12 0 3 0,-7-1-1 16,-4 2-12-16,11-2 15 0,3 1-5 0,-4-3-3 15,-6 1 3-15,-6 2 13 0,-2 0-10 0,0 0 2 16,3-1-10-16,-6 0 7 0,2 1-4 16,-2 0 9-16,2 0-4 0,-2 0-6 0,0 0-7 15,-1 0 10-15,-1 0 0 0,0-2 16 0,-1 2-11 16,2-3-5-16,-1 3-3 0,-1-1 8 15,4 1 3-15,-1 0 7 0,-3-2-7 0,3 2-3 16,-3-1-7-16,-6 1 9 0,-1-2-2 0,0 0 3 16,0 0-3-16,-3 2 0 0,-4-2 0 0,0 2-7 15,-3-1-1-15,-1 1 8 0,-1-3-12 16,0 1 14-16,-3 1-12 0,-2 0 10 0,2-1 8 16,-3-1-8-16,-3 2-7 0,2-1 7 15,-2 1-3-15,0-5 4 0,-2 4 1 0,2-4-71 16,-3 4 0-16,4-4 18 0,-4-1 10 0,1-3 3 15,-1 2 2-15,-1-3-2 0,0-2 5 0,-3 1 10 16,1-2-2-16,-1-4-6 0,-2 0 26 0,2 1-13 16,0-7 11-16,-4 1-16 0,1 2 15 15,-3-2-5-15,0-1 6 0,0-1-1 0,0 0 11 16,-3 0-13-16,3-1 7 0,-2 1-9 0,-4-5 4 16,3 4 3-16,0-1-5 0,-1-1 2 15,1 0-2-15,0-4 3 0,1 4-3 0,-3-4 10 16,2-1-5-16,0-1 10 0,-2 1-2 0,2-2 5 15,3 8-11-15,-1-3 1 0,0 1 15 0,1 0-16 16,-2 1-2-16,-1-1-2 0,3 0-4 16,-3 4 6-16,3 0 3 0,0 1 5 0,-3 6-1 15,3-4 4-15,0 4-14 0,-1 0-2 0,-2 1 7 16,3-1-4-16,-3-1-3 0,3 6 0 0,-4-3-11 16,4 3 16-16,-1 1 0 0,-2-1-10 15,0 2 5-15,0 1 5 0,2-4-5 0,-2 6 2 16,0-2 6-16,3 3-3 0,-3 0 2 0,2 0 4 15,0 2-9-15,-4-1-10 0,5 4-20 16,0 2-18-16,-7-8-41 0,7 8-1 0,-10 0-91 16,10 0-200-16,-14 8-435 0,3-1 97 0,-2-2 52 15,-4 2 71-15,0-1 66 0</inkml:trace>
  <inkml:trace contextRef="#ctx0" brushRef="#br0" timeOffset="66458.84">25151 5603 793 0,'-17'1'251'16,"7"-1"-95"-16,-1 3-5 0,1-3-3 0,1 2-22 15,9-2-26-15,-12 0 10 0,6 1-21 16,6-1 11-16,-10 1-26 0,10-1 3 0,-7 0 13 16,7 0-11-16,0 0-5 0,0 0-2 0,0 0 0 15,0 0-6-15,0 0-4 0,0 0-3 16,0 0 71-16,24 2-15 0,-10-4-12 0,6 2-6 15,1 0 0-15,3 0-10 0,8-2-20 0,0 2 7 16,2-5-10-16,4 4-13 0,4-1 3 16,-2 1-3-16,1-2-7 0,0 2-14 0,-6 0 11 15,-1-2-12-15,-3 3-4 0,2-1-4 0,-2-2 7 16,-6 1-3-16,-1 2 1 0,-4 0-21 0,1 0 3 16,-4 0-21-16,-1 0-15 0,-5 2-44 15,3 1-38-15,-5-2-26 0,-2 0-91 0,-2 3-47 16,-2 0-481-16,0-1 40 0,-6 2 68 0,0-3 109 15</inkml:trace>
  <inkml:trace contextRef="#ctx0" brushRef="#br0" timeOffset="66746.28">24905 5876 780 0,'0'0'241'0,"0"0"-11"0,0 0-15 0,0 0 39 16,0 0-11-16,0 0-23 0,0 0-8 0,0 0-22 15,35-6-11-15,-19 4-79 0,5 0-11 16,7-3-7-16,2 1-15 0,1 0-11 0,9-3 8 16,-2 3-13-16,7-2 3 0,-4 2-5 0,1 0-6 15,1-1-7-15,-2 2-10 0,-2 0 22 16,-2-1-30-16,-6 1-2 0,0 2-9 0,-7-1-9 15,-1-1-6-15,-2 0-12 0,-1 2-19 0,-6 1-33 16,0-2-35-16,-1 0-72 0,-6 1-246 16,4-2-307-16,-5 3 56 0,1-6 59 0,-4 4 62 15</inkml:trace>
  <inkml:trace contextRef="#ctx0" brushRef="#br0" timeOffset="67192.75">25558 5379 665 0,'-3'-4'300'0,"3"4"-60"16,-4-5-22-16,4 5-16 0,0 0-36 0,0 0-25 15,0 0-16-15,0 0 3 0,0 0-15 0,0 0-16 16,0 0-2-16,14 14-3 0,-7-6-20 15,0 0 7-15,3-1-7 0,0 3-8 0,1-2-23 16,2 1 10-16,-3 0-7 0,4 1-3 0,0-2-18 16,-3 2 5-16,2-3-3 0,0 1-7 15,-2-1-8-15,-1 0 16 0,-1 2 0 0,2-7-11 16,-4 4 3-16,0 2 2 0,0-5-12 0,0 3 2 16,-2-4-5-16,-3 4 6 0,4-1-9 15,-3 1-9-15,-2 0 17 0,-1 2-5 0,3 0 10 16,-6-1-7-16,3 3-5 0,-4 1 12 0,1-1 10 15,-4 5-4-15,1-1-1 0,-5 3-9 0,4 0 65 16,-3 2-1-16,-1 2-4 0,-2-1-7 16,-1 3-12-16,1 2-1 0,-1 0-8 0,-3 0-4 15,1 1 2-15,-2-1-11 0,-6 10 6 0,3-5 3 16,4-5-19-16,-3 0-5 0,3 0-30 16,-1 0-36-16,-2 0-92 0,0 0-119 0,2 0-557 15,2-2 59-15,-2-3 77 0,2-3 56 0,-2-2 66 16</inkml:trace>
  <inkml:trace contextRef="#ctx0" brushRef="#br0" timeOffset="68108.63">20530 5322 744 0,'-3'10'290'16,"-2"0"-37"-16,2 5-10 0,0 3-15 0,0-1-33 16,-1 4-14-16,1 2-19 0,0 2-14 15,2 0-20-15,-2 2-92 0,-1 2 20 0,1-4-15 16,2 3-8-16,-2-2 13 0,0-1-17 0,3-1-6 15,-3-2-3-15,3-3 6 0,-1 4-11 16,-2-7-10-16,3 0 8 0,0-3-21 0,0 0-2 16,0-2 0-16,0-1 12 0,0-2 4 15,0-1-14-15,3-1 3 0,-3-6-13 0,0 0 0 16,0 0 8-16,0 0-1 0,7-23 1 0,-4 12-3 16,-2-4 3-16,2-3-3 0,1-3 6 0,-4-4 4 15,4-3-5-15,-4-5 16 0,3-5-21 16,0 1 29-16,0-3-9 0,-2-12-2 0,2 12 8 15,0 5 8-15,0 2 4 0,2 7 9 0,-2 1 9 16,0 0 3-16,1 7-7 0,-4-1-27 16,3 6 17-16,0 0-12 0,1 3 9 0,2 3 2 15,-1 6 11-15,1 1 17 0,-6 0-18 0,20 8 8 16,-9 6-17-16,2 3-9 0,1 2 80 16,0 6 0-16,3 0-16 0,3 14-20 0,-2-7 3 15,1 4-14-15,-1-4-1 0,-5-3-22 0,4 1-12 16,-6-1-36-16,9 11-56 0,-6-7-46 0,-3-2-136 15,2-1-164-15,-2-1-343 0,-5-5 59 16,1-7 59-16,-1 0 69 0</inkml:trace>
  <inkml:trace contextRef="#ctx0" brushRef="#br0" timeOffset="68375.77">20414 5686 870 0,'-4'-2'343'0,"4"2"-18"16,-6-5-36-16,6 5-28 0,0 0-43 0,0-4-16 16,0 4-10-16,0 0-21 0,10-8-20 0,-1 4-17 15,1 1-6-15,4 0-16 0,0-3-12 16,6 2-10-16,-2-1-6 0,5-1-15 0,2 4-43 15,2-4-19-15,1 0-40 0,2 1-18 0,1-1-44 16,0 4-71-16,6-4-113 0,-3 3-440 16,0-4-1-16,-3 2 96 0,0 1 50 0</inkml:trace>
  <inkml:trace contextRef="#ctx0" brushRef="#br0" timeOffset="68793.11">21196 5395 924 0,'-3'-9'296'0,"3"9"-9"0,-1-2-26 16,1 2-28-16,-6-6-25 0,6 6-19 0,0 0-12 15,0 0-21-15,-18 7-28 0,9 0 2 16,-1-2-22-16,-1 5-3 0,-2 0-13 0,-2-1-23 16,2 1 10-16,0 1-92 0,2 1 6 0,-2-4-3 15,2 3-1-15,1-1-7 0,0 2 0 16,6-3-7-16,-3-1 22 0,3 0-15 0,1 1 11 15,3-2-14-15,3-1 19 0,-2 0-24 0,6 2 29 16,0-1-16-16,3 0 10 0,0 2-7 0,7-2 15 16,-3-2 0-16,3 2-12 0,1 0 14 15,-2 0-12-15,2-2 10 0,-2 1-2 0,2 2 2 16,-2-1-15-16,-1 0 2 0,-2 2 36 0,1-5-33 16,-4 3 5-16,0-1-20 0,-3 2 15 15,0-4 20-15,-1 3 0 0,-5-1 6 0,2 2-19 16,-3-4 11-16,-3 4 0 0,-4-1 7 15,1 0-12-15,-5 0 15 0,1 1 5 0,-1-1-15 16,-6-1-8-16,4 1 3 0,-2 1 10 0,-1-2-18 16,-1-2 7-16,3 1-17 0,0 2 2 0,4-4-27 15,-1 1 4-15,1-2-28 0,4 0-61 0,-1-2-26 16,7 0-123-16,0 0-100 0,0 0-311 16,-3-2 35-16,3 2 58 0</inkml:trace>
  <inkml:trace contextRef="#ctx0" brushRef="#br0" timeOffset="69208.72">21548 5461 716 0,'-3'-8'266'16,"3"8"-35"-16,-7-2-29 0,7 2-15 15,0 0-18-15,-20 6-21 0,9-3-10 0,1 3-15 16,0-2-10-16,-1 1-11 0,-2 4-9 0,3-2-9 15,-4-1-15-15,4 4-5 0,-1-1 3 0,4-3-21 16,1 4-8-16,-1-1 8 0,4 0-5 16,0-2-8-16,2-1 3 0,1 2-13 0,1 0-2 15,2-1-3-15,3 2 12 0,1-3-14 0,0 2 9 16,7-1-14-16,-1-1 4 0,5 0-2 16,-2 1-80-16,2 0 8 0,-2 1 8 0,2-4 5 15,3 3 13-15,-5-1 2 0,2 2 0 0,1-5-7 16,-4 4 5-16,-2 0 2 0,-2-3 0 15,-1 3 3-15,-3-1-5 0,3 1 17 0,-7-2 1 16,-2 2 5-16,-1-1 69 0,0 1-11 0,-4-2 11 16,0 2 10-16,-6 0-12 0,0 0 2 15,-4 1-3-15,1 1-10 0,-5-2-3 0,2-3 4 16,-2 2-1-16,2 0-8 0,-2-2 11 0,1 2-24 16,0-3 1-16,0 0-6 0,6 0 6 0,-2-1-16 15,2-1-10-15,2 2-49 0,-1-1-81 16,10-2-118-16,-11-2-333 0,10-2-126 0,1 4 62 15,1-10 51-15</inkml:trace>
  <inkml:trace contextRef="#ctx0" brushRef="#br0" timeOffset="69675.34">21750 5478 578 0,'0'0'215'15,"3"14"-20"-15,-3-9-24 0,0 2 6 16,-3 5-26-16,0-2-13 0,3 0-8 0,0 4-19 16,0-3-12-16,0 3-7 0,0-3-4 0,0 4-9 15,3-3-10-15,-3 3-2 0,3-2-16 16,0-1 66-16,2-2-14 0,-2 2-21 0,4-2 7 16,-1-2-14-16,-2 2-1 0,6-3-15 0,-3 0-8 15,0-3-5-15,3 1-5 0,1-3-13 0,-2-2 0 16,-2 1 11-16,-7-1-14 0,18-1-12 15,-9-2 5-15,-2-2 8 0,1 1-19 0,-2-3 6 16,1-2 0-16,-4-3 2 0,1 2-2 0,-1-1 5 16,0 1 7-16,2-2 4 0,-5 2 14 15,3 0 21-15,-3 1-13 0,0 2-5 0,0-1-7 16,0 2-16-16,0 2 0 0,0 4 0 0,0-7 3 16,0 7-6-16,0 0-5 0,0 0 3 15,0 0 3-15,0 0-8 0,-14 9 2 0,10-2 3 16,1-3 5-16,3 3-8 0,-3 0-2 0,3 0-10 15,0 2-1-15,0-1 11 0,-1 0-13 0,2-1-3 16,2-1 11-16,-3 2 0 0,6-1-8 16,-2 0-16-16,3 0-2 0,0-2-7 0,3 1-14 15,4 0-27-15,3-4-24 0,0 4-33 0,3-6-74 16,1 1-48-16,6-1-193 0,-6-1-302 16,-1 0 77-16,1-4 72 0,-4 1 48 0</inkml:trace>
  <inkml:trace contextRef="#ctx0" brushRef="#br0" timeOffset="70275.53">22245 5550 773 0,'0'0'222'0,"0"0"-12"0,0 0 3 15,0 0-39-15,-9 16-5 0,5-7-6 0,1 0-30 16,0 0 16-16,2 2-19 0,-2 2-4 0,3-2-29 16,-4 3-5-16,4-2-74 0,-3 2 0 15,3 0-2-15,-1-3 1 0,1 3-24 0,-3-3 17 16,3-1 0-16,-3-2 6 0,3 2-4 0,0-3-4 15,0 0 13-15,0 0 22 0,0-3 6 0,0 1 66 16,0-5-5-16,0 0-10 0,0 0-8 16,0 0-15-16,0 0-8 0,0 0-21 0,3-16 14 15,0 7-6-15,-3 0-10 0,1-4-2 0,2 1-19 16,-3-1 9-16,4 1-11 0,0-2-5 16,-1 3 2-16,0 1-2 0,1-1-26 0,-1 1 3 15,0 2 10-15,0 1 6 0,1 2-4 0,0-1 1 16,3 3-8-16,-4 0 5 0,-3 3-7 15,0 0-1-15,17 7 8 0,-7-2-7 0,-6 1 2 16,5 0 0-16,-2 2 0 0,-2 2-11 0,1-2 14 16,1 4-3-16,-1-3 2 0,-2 1-4 0,-1 0 2 15,1 2 2-15,-1-3-2 0,-2 0 0 16,2-2 13-16,-3-1 0 0,3 1-10 0,-3-1 17 16,3 0 8-16,-2-2 18 0,-1-4-10 0,0 6-13 15,0-6 10-15,0 0-10 0,0 0 6 16,0 0-4-16,0 0-2 0,-7-17-7 0,7 9-11 15,-3-2 0-15,3-4-8 0,-1 0-7 0,1-2 0 16,0-1 10-16,0-1-16 0,1 0-1 0,2 0 4 16,0 1 8-16,1 1-8 0,-1-1-5 15,0 3 10-15,1 3-5 0,3-2-5 0,-4 4 11 16,1 0-9-16,-1 1-1 0,3 5 6 0,-2-1-4 16,2 3 10-16,-6 1-8 0,12 5 0 0,-6-1 13 15,1 3 0-15,3 2 0 16,-3 3 0-16,0 1 10 0,0 1-2 0,-1-2-10 0,1 3-6 15,-3 0 8-15,3 1 2 0,-4-1 9 0,4 0-6 16,0 1-5-16,-3-1-13 0,2 0-18 16,1-1-40-16,-1-1-4 0,2-1-37 0,-2-2-34 15,1-2-67-15,-3 1-119 0,5-7-403 0,2 4 18 16,-4-5 77-16,0-2 54 0</inkml:trace>
  <inkml:trace contextRef="#ctx0" brushRef="#br0" timeOffset="70491.89">22679 5517 629 0,'0'0'259'0,"-3"19"-6"15,3-5-89-15,0-1-8 0,0 8 0 16,3-1-10-16,-3 10 49 0,0-4-21 0,0 5 2 16,2 3-17-16,-2 2-16 0,2 1-15 0,-1-1-7 15,-1 3-19-15,3-2-7 0,-3-1-11 0,0 2-30 16,3-5 2-16,-3-4-30 0,4 0-67 15,-1-4-31-15,-3 0-17 0,3-6-88 0,-3-2-30 16,4-3-466-16,-4-4 4 0,3-3 70 0,0-5 41 16</inkml:trace>
  <inkml:trace contextRef="#ctx0" brushRef="#br0" timeOffset="70774.97">22663 5536 911 0,'3'-8'261'0,"1"2"-36"0,2 1-33 16,2-1 0-16,-2 4-23 0,1 0-10 16,-7 2-13-16,18 0-18 0,-5 2-18 0,-3 0-11 15,4 4 1-15,-1 2-5 0,-2 1 5 16,2-1-5-16,-3 3-93 0,1 2 13 0,-4-1-9 16,-1 3 6-16,-2 1 22 0,-1 0-22 0,0 1 22 15,-3-2 55-15,-3 3 1 0,-1-1-13 0,-2 0-8 16,-4 0-13-16,-1 0 3 0,1 0-5 0,0-1-11 15,-4-4 11-15,7 1-10 0,-6-3-11 16,2 4 10-16,3-5-7 0,-3-1-18 0,3-2-28 16,-2-3-52-16,6-1-58 0,-2-1-92 0,0-2-290 15,6 1-238-15,-8-11 29 0,5 3 55 16,2-3 86-16</inkml:trace>
  <inkml:trace contextRef="#ctx0" brushRef="#br0" timeOffset="71058.97">23015 5385 760 0,'-4'22'274'0,"4"-1"-34"0,-3-2 9 0,0 1-24 15,2-2-28-15,-2 0-87 0,3 4 3 16,-3-4-16-16,3 5 8 0,-3-5-26 0,3 1 6 0,0 3-9 15,0-5 68-15,3 2-11 0,-3-2-13 16,0-2-10-16,3 1-15 0,0-5 5 0,-2 1-18 16,2-2 0-16,0-1-8 0,0 0 0 0,1-2-23 15,3 1 18-15,0-5-5 0,-1 3-20 16,1-5-13-16,4-1-54 0,-1 0-24 0,0-1-52 16,1-5-109-16,2 3-557 0,-3-4 12 0,1-1 73 15,-1-1 55-15,0 1 64 0</inkml:trace>
  <inkml:trace contextRef="#ctx0" brushRef="#br0" timeOffset="71458.95">22815 5660 683 0,'0'0'212'16,"-12"-1"-25"-16,12 1 3 0,0 0-39 15,0 0 0-15,0 0-23 0,0 0-16 0,0 0-12 16,0 0 13-16,24-9-16 0,-13 5-5 0,2 0-18 16,7-2 3-16,-3 2-10 0,1-3-3 0,2 0 2 15,4 0 3-15,-3-1-20 0,3-2-11 0,-4 2 1 16,4-1-6-16,-3 0-5 0,1 1-5 16,-4 0 3-16,-3 2-6 0,1-3-2 0,1 7-10 15,-7-4 7-15,0 3 6 0,1-4-11 16,-4 5-2-16,0-3-13 0,-1 4 2 0,2 0 0 15,-2-1-2-15,-6 2 21 0,7-3-19 0,-7 3 8 16,0 0 6-16,10 6 14 0,-7-3-12 16,0 2-8-16,-1 2 18 0,-2 0-2 0,3 3-1 15,-3-1 6-15,0 3 7 0,3 1-10 0,-3 2 5 16,0-2-10-16,0 5-8 0,0 2 88 0,0-2-17 16,0 0-19-16,0 4-1 0,0-4-30 15,3 5-26-15,-3-4-41 0,0-1-25 0,0 2-65 16,1-1-140-16,2-2-479 0,-3-5 24 0,3 1 93 15,0-4 58-15</inkml:trace>
  <inkml:trace contextRef="#ctx0" brushRef="#br0" timeOffset="71626.38">23299 5286 506 0,'0'0'23'0,"-7"18"-110"15</inkml:trace>
  <inkml:trace contextRef="#ctx0" brushRef="#br0" timeOffset="72442.83">23487 5642 629 0,'0'8'197'0,"-3"2"-12"0,1 0-19 0,-1-1 67 16,3 4-21-16,0-2-9 0,0 2-32 15,0-4-15-15,0 2-12 0,3 1-9 0,-1-1-17 16,1-3-5-16,0 1-14 0,0-1-14 0,1 0-6 15,2-4 11-15,-2 3-16 0,4-1-13 16,-2-4 3-16,1 0 0 0,2 1 0 0,-2-2-7 16,-7-1-6-16,21-4-10 0,-10 2 5 15,-1 0 8-15,-3-4-8 0,3 1-8 0,0-2-5 16,-6-2 1-16,5-5 4 0,-5 3-5 0,2-4-10 16,-4-1 1-16,1 1 6 0,-3 4 14 0,-3-5-16 15,3 2-5-15,-5 1 10 0,-1 1 3 16,2 1-31-16,1-1 13 0,-4 3-8 0,-3 3 6 15,3-1 7-15,-3 0-8 0,0 5-5 0,2-3 1 16,-2 4-6-16,1 0 2 0,1 1 4 0,8 0-6 16,-14-2 5-16,5 2-18 0,9 0 6 15,-11 0-6-15,11 0 16 0,0 0-16 0,0 0 3 16,-10 2-5-16,10-2 12 0,0 0 1 0,0 0-1 16,0 0 9-16,0 0-9 0,0 0 1 15,30-6 7-15,-20 6-2 0,2 0-6 0,1 0-7 16,1 0 3-16,-1 0 14 0,1 4-7 0,6-2-5 15,-2 0 3-15,-2 4-3 0,2-1 5 0,2 1-5 16,0 2 5-16,1 2-12 0,-4 1 14 16,1-1-9-16,-2 2-1 0,-2 0 6 0,-1-2-6 15,0 0 1-15,-5 1-14 0,-1 1 11 0,0-3 8 16,0 1-6-16,-3 0 6 0,-1 0 4 16,0-1-9-16,0 0 4 0,-1 0-2 0,-1-5 13 15,0 3 2-15,-1-1-7 0,0 0 2 0,3-1 11 16,-3-1 17-16,0-4-79 0,3 4-5 0,-3-4 23 15,0 0-8-15,0 0 8 0,0 0 0 16,0 0 3-16,5-20-3 0,-2 7-18 0,0 2 8 16,1-6 4-16,-1 1 4 0,4-8-11 0,2 0-2 15,2-3-3-15,-1-4 10 0,4 3-5 0,-1-1 8 16,1 1 13-16,0 5-8 0,-4 3 10 16,1 2-3-16,-1 2-9 0,0 3 2 0,-2 3-8 15,3 3 6-15,-6 5 12 0,2 2 2 0,-7 0 11 16,14 7 0-16,-7 2 3 0,2 2-6 15,-5 6 11-15,3 0 2 0,0 5 1 0,-1-3-4 16,-2 5 1-16,-1 0 0 0,1-4 7 16,3 4-2-16,-2-2 5 0,0 0-8 0,-2-3 0 0,1-1 6 15,-1-2-11-15,3 1 0 0,-1 0 13 16,-2-3-5-16,1-1 10 0,2 1-26 0,-1-4-12 16,-3 1-11-16,1 0-30 0,0-2-44 0,2-2-110 15,-5-1-169-15,0 1-404 0,0-1 94 16,0-6 65-16,-5 6 45 0</inkml:trace>
  <inkml:trace contextRef="#ctx0" brushRef="#br0" timeOffset="91291.16">27568 1946 831 0,'0'0'254'0,"-10"0"-29"0,10 0-25 16,-6 4-11-16,6-4-38 0,-8 6-5 15,5-2-18-15,1 3-5 0,-3 1-34 0,1 0 9 16,-2 4-16-16,3-1-6 0,-2 4 11 16,-1-1-28-16,3 1-7 0,-1 1-1 0,1 1 3 15,0-4 2-15,3 4-10 0,-1-3-3 0,0-2-9 16,2 2-4-16,0-1 6 0,2-2-5 0,0 0 2 15,1-1-2-15,2 0-11 0,2-4 11 0,0 1 5 16,0-2 2-16,2-2-7 0,1-1 56 16,-1-2 3-16,4-2-16 0,0-1 3 0,-1-2-13 15,4-2-82-15,-3-1 28 0,0-2-20 16,5-3-3-16,-7 1 13 0,4-1-3 0,-2-3-2 16,-4 0-2-16,4-2 2 0,-7-1 5 0,0 3 5 15,-1-1-5-15,-2-1 0 0,0-3 7 0,-4 2-4 16,0-1 20-16,0 2-18 0,-4 2-2 15,3-2-1-15,-5 2 8 0,3 1-7 0,-1 1 0 16,-2 0-9-16,-1 2 6 0,-1 3 0 0,-1 1 0 16,-1 2 6-16,-1 1-12 0,1 1 6 15,-3 2 3-15,1 1-8 0,-1 1 5 0,-4 1-3 16,4 1 6-16,-1 2-1 0,3 1-4 0,-2 1 4 16,-1 0 1-16,4 0-3 0,-1 0-5 0,3 2 7 15,-1-1-2-15,0 2 3 0,4-1 2 0,-1 0-20 16,3 1 17-16,3-1-2 0,-1 0 0 0,2-1 3 15,-1 3-1-15,6-2 9 0,-1 1-6 16,4-1-8-16,-2 0 11 0,6-1-3 0,-2 1 5 16,5 0 6-16,-1-2-9 0,2 0 4 0,0 1-27 15,4-3-22-15,-1 2-6 0,1 1-66 0,2-2-51 16,1-2-75-16,0 4-130 0,-3-2-409 16,-1-2 89-16,-3 2 56 0,1 0 54 0</inkml:trace>
  <inkml:trace contextRef="#ctx0" brushRef="#br0" timeOffset="91606.88">28020 2110 606 0,'-2'10'238'0,"2"-5"-30"16,-5 3-32-16,1 1 8 0,4 1-15 0,-3 2-15 15,-1 1-11-15,1 1-2 0,0 3-15 0,2-2 2 16,-2 3-21-16,0-1 3 0,0 1-20 16,1 1 12-16,0-1-15 0,-2 2 0 0,1 0-13 15,1 0-15-15,-3 1 10 0,2-4-10 0,3 0-2 16,-3 0-9-16,2-1 3 0,-2-4-10 16,3 1-2-16,0-3 7 0,-3 2-23 0,3-3 18 15,0 0-26-15,-3-2 3 0,3-1-23 0,0 1-13 16,0-2-49-16,0-5-30 0,0 9-54 0,-1-6-189 15,1-3-426-15,0 0 98 0,0 0 59 16,0 0 61-16</inkml:trace>
  <inkml:trace contextRef="#ctx0" brushRef="#br0" timeOffset="91906.02">28276 1856 821 0,'14'10'238'15,"-8"-5"-13"-15,1 5-25 0,0 0-21 16,4 4-12-16,2 1-14 0,4 1-4 0,-3 3-26 15,6 2-8-15,-3 1-21 0,4 1-1 0,0 0-6 16,-2-1-16-16,-1 1-9 0,-1 1-8 0,4-1-1 16,-4-1-25-16,0 0 8 0,-3-4-31 0,2 0-43 15,-2-1-41-15,-3 0-70 0,-5-1-181 16,4-4-371-16,1-1 40 0,-4-2 83 0</inkml:trace>
  <inkml:trace contextRef="#ctx0" brushRef="#br0" timeOffset="92206.74">28645 1838 788 0,'-3'-3'228'15,"3"3"-13"-15,0 0-13 0,0 0-20 16,0 0-24-16,-18 16-22 0,15-9 20 0,-4 4-33 16,1 0-13-16,-1 0-10 0,-1 4 15 15,0 0-36-15,-3 2-2 0,0 1-5 0,1 1-11 16,-1 1 3-16,-6 4-28 0,4-1 20 0,-1 1-9 16,1 1-12-16,2 1-4 0,-6-1-8 0,4-1-56 15,2 2-26-15,-2 1-115 0,2-1-543 16,4-4 72-16,0 0 21 0,1-1 63 0</inkml:trace>
  <inkml:trace contextRef="#ctx0" brushRef="#br0" timeOffset="92639.85">28778 2777 796 0,'8'-6'304'0,"1"-2"-38"15,1-2-20-15,1-2-21 0,2-2-25 16,-2 0-28-16,3-3-21 0,-4-2-13 0,7-5-26 16,-4-1-9-16,0-2-11 0,-5-3-18 0,2 0-5 15,1 0 3-15,-4 0-8 0,1 3 5 16,-6 4 8-16,4 0-8 0,-6 6 8 0,4 1-3 15,-4 2-10-15,0 1-5 0,4 3-5 0,-4-1-3 16,0 4-21-16,0 0 6 0,-4 2-2 16,4 5-4-16,-4-4-4 0,4 4-8 0,0 0-3 15,-13 10 1-15,8-3 4 0,-4 5 6 0,5 0-8 16,-2 1-6-16,2 2 1 0,-2 1 2 16,3 1-7-16,1-2 5 0,-4 3 0 0,3 1 2 0,3-4-12 15,0 0 12-15,0 0-5 0,0-1-5 16,3 0-10-16,1 1 16 0,0-3 1 0,-1 1 1 15,4-1-8-15,2 0 0 0,-1-1 0 0,2-4 3 16,0 1-26-16,4-2-18 0,2 0-35 16,-4-4-21-16,4 1-90 0,0-5-120 0,-4-1-387 15,5-1-45-15,-1-2 50 0,-5-4 83 0,0-3 63 16</inkml:trace>
  <inkml:trace contextRef="#ctx0" brushRef="#br0" timeOffset="92806.38">28983 1969 806 0,'-6'-6'243'16,"6"6"-100"-16,-3-5-68 0,3 5-22 0,0 0-32 16,0 0-136-16,0 0-454 0,0 0 45 15</inkml:trace>
  <inkml:trace contextRef="#ctx0" brushRef="#br0" timeOffset="93139.79">29518 2267 839 0,'0'0'328'0,"0"0"-39"0,0 0-25 0,0 0-26 16,0 0-26-16,0 0-12 0,0 0-26 0,19-3-23 15,-5 0-5-15,-1 0-16 0,1 1-15 16,6-2-12-16,0 0-1 0,-2 0-25 0,3-1 0 15,0 2-3-15,-2 0-15 0,-1-2-18 0,-1 2-16 16,0-1-12-16,-3 3-46 0,0 0-23 0,-4-1-103 16,1 1-115-16,-2-1-171 0,-2 2-275 0,0 0 40 15,-7 0 88-15,0 0 45 0</inkml:trace>
  <inkml:trace contextRef="#ctx0" brushRef="#br0" timeOffset="93391.95">29929 1857 1011 0,'0'0'286'0,"0"0"-4"0,0 0-59 0,15 9 2 15,-6-4-31-15,1 5-12 0,0 0-23 0,3 1-29 16,0 3 3-16,1 0-15 0,2 0-5 15,-1 0 66-15,-2 1-23 0,4 0-25 0,-3 2-6 16,-1-1-28-16,4 1-56 0,-4 1-28 0,-1-3-44 16,-2 2-71-16,0-4-123 0,0 0-559 0,0 0 27 15,-3-2 107-15,4-4 69 0,-4-1 46 16</inkml:trace>
  <inkml:trace contextRef="#ctx0" brushRef="#br0" timeOffset="93673.54">30385 1821 726 0,'0'0'269'16,"-10"17"-26"-16,9-9-10 0,-2 4-30 15,-3 1-11-15,-1 4-16 0,3 3-12 0,-3-1-13 16,1 6-18-16,-1-2-10 0,2 2 61 0,-3-2-17 15,3 2-14-15,-2 0-12 0,1-2-10 16,0 2-14-16,2 0-14 0,-4 0-6 0,2 0-13 16,1-1 9-16,0-2-22 0,0 2 9 0,-4-2-22 15,6 0-17-15,-4 1-46 0,4-3-69 16,-4 2-141-16,4-5-614 0,2 1 63 0,-2-5 75 16,-1-1 79-16,4-2 60 0</inkml:trace>
  <inkml:trace contextRef="#ctx0" brushRef="#br0" timeOffset="94056.37">30368 2723 1052 0,'14'-2'371'0,"-14"2"-26"16,10-5-107-16,-4 2-18 0,1-2-22 0,1-1-27 15,-1 0-15-15,2-1-23 0,-2 1-12 0,1-2-9 16,2-4-20-16,-2 0 3 0,0-1-26 0,0-6-2 16,-2-4-3-16,1 3-8 0,0-4 3 0,-4 1-18 15,4 5 7-15,-6-1 22 0,2 3-29 16,0 0-8-16,-3 2-2 0,3 4 10 0,-1 0-18 16,-2 1 0-16,1 0-6 0,-1 3-1 15,-1 2-1-15,1 4-2 0,0 0-5 0,-8-2 2 16,8 2-8-16,0 0-2 0,-8 14 24 0,2-7-17 15,5 2-4-15,-2 1 4 0,0 0-4 0,3 2 10 16,-3 1-6-16,3-1 9 0,0 0-6 16,0-1 0-16,0 0 3 0,3 0-5 0,-3 0-6 15,5 0 9-15,-3-1-22 0,4-1-1 0,-1-1-19 16,4-2-20-16,-5 2-34 0,6-3-76 16,1-3-57-16,-1 2-227 0,4-3-305 0,-4-2 18 15,3-1 100-15,-2-4 61 0</inkml:trace>
  <inkml:trace contextRef="#ctx0" brushRef="#br0" timeOffset="94206.02">30641 2077 903 0,'-6'-4'241'0,"6"4"-39"15,0 0-72-15,0 0-43 0,0 0-74 0,-11-2-200 16,11 2-424-16,0 0 68 0</inkml:trace>
  <inkml:trace contextRef="#ctx0" brushRef="#br0" timeOffset="94605.77">30850 1257 767 0,'4'14'218'0,"-1"-7"-21"15,0 4-13-15,0 3-25 0,1 4 0 0,5 3-26 16,-4 1-5-16,2 8-5 0,3-1-29 0,1 4 17 15,0 12-12-15,0 0-9 0,1 1 5 16,-2 0-11-16,2 4 6 0,-1-2-16 0,-4 4 3 16,0-2-3-16,-4 4-15 0,2 0 0 15,-2 1-6-15,-3 2 1 0,0-1-13 0,-3 5 8 0,-2-1-6 16,-1-3 3-16,4 1-15 0,-6-6 7 16,1-1-7-16,2-9 2 0,-1-6-4 0,0-4-11 15,2 1 10-15,-2-1-5 0,-2-2-3 16,3 1-22-16,-4-1-21 0,0-3-16 0,-2-3-53 15,1-2-72-15,0-1-248 0,2-3-356 0,-1-4 87 16,2-6 77-16,4 0 54 0</inkml:trace>
  <inkml:trace contextRef="#ctx0" brushRef="#br0" timeOffset="95172.37">31284 995 993 0,'4'-6'338'0,"4"2"-44"0,-3 1-30 15,3 1-34-15,-2 0-13 0,-6 2-19 0,20 4-19 16,-9 0-33-16,-1 2-8 0,4 3-18 0,-4 1-10 16,3 0-5-16,-2 4-13 0,-4 2-15 0,1-1-13 15,-6 1 5-15,1 3-5 0,0-1-15 16,-6 1 5-16,0 1-13 0,1 3 7 0,-6-1-4 16,1 1-11-16,-4-3 0 0,-2 3-10 0,3-4 0 15,-4 0 13-15,1-1-3 0,2-2-2 0,0 0 0 16,-1-3 10-16,4-2 2 0,-2 0-14 15,5-3 6-15,-3-1-19 0,0 0 9 0,5 0 1 16,-1-2-8-16,1 0-3 0,-3 0 1 0,5 0-6 16,-2-2 8-16,3-3 18 0,-3 7-3 15,3-7-69-15,0 5 13 0,0-5 8 0,10 1 2 16,0-1 10-16,4-1-30 0,-1 0 15 0,2-1 13 16,1 1-3-16,2 0 3 0,3-2 13 15,0 1-16-15,-2 1 8 0,1 0 5 0,1-1-7 16,0 1 2-16,-1-1 0 0,-3 1 2 0,0 1-4 15,0 0 9-15,0-2 1 0,-6 1-11 0,2 1 1 16,-2 0-13-16,-1-2 9 0,-1 2-4 16,-1-1 0-16,-8 1 15 0,15 0-13 0,-10 1-12 15,-5-1 7-15,6 5-36 0,-5-2-43 0,-1 2-59 16,-7 2-230-16,4 1-471 0,-4 1 114 0,-3-1 65 16,-4 2 51-16,0-3 72 0</inkml:trace>
  <inkml:trace contextRef="#ctx0" brushRef="#br0" timeOffset="108621.05">20158 6728 522 0,'0'0'192'0,"0"0"-16"0,3-5 1 16,-3 5-24-16,0 0-9 0,0 0 7 0,3-5-21 15,-3 5-7-15,0 0-8 0,0 0 6 16,0 0 2-16,0 0-80 0,0 0-12 0,0-7 15 15,0 7 10-15,0 0-15 0,0 0 5 16,0 0-5-16,0 0 3 0,0 0-1 0,0 0-9 16,0 0-1-16,0 0 0 0,0 0 0 15,0 0-10-15,0 0 18 0,0 0-7 0,0 0-6 16,0 0 2-16,-17 15-1 0,10-7-14 0,3-2 5 16,-5 0 11-16,-2 5 0 0,1-1-11 0,0 1 1 15,-1 2-3-15,-2-1 71 0,2 3-2 0,-2 1-15 16,-2-2-11-16,2-1 6 0,0 2-18 15,2-1-6-15,-2-1 8 0,-1 0-10 0,4-1 3 16,0 0-11-16,-1-2 8 0,1-1-15 0,3 0-8 16,0-1 12-16,-3 1-9 0,6-2-1 15,-2 0-4-15,2-3 4 0,-2 0 8 0,3 0-17 16,-2 1 1-16,2-2 6 0,0 3-5 0,3-6 5 16,-4 3-10-16,4-3-3 0,0 0 5 0,-3 6-2 15,3-6-3-15,0 0 0 0,0 0 0 16,0 0-8-16,0 0-14 0,0 0-6 0,0 0-8 15,24-8 0-15,-20 7-18 0,2-5 11 0,1 3 0 16,3-3-6-16,-3-1-10 0,0 3 1 16,0-3-1-16,0-1-2 0,0 0 9 0,2-1-4 15,-2 1 5-15,1-1-5 0,-1 1 18 0,-1-2 2 16,-2-1-5-16,2 1 13 0,2 2-2 16,-2-3 2-16,-2 3 7 0,2-3 3 0,-2-1 1 15,-1 4 12-15,3-3-11 0,-4 3 14 16,4-1 5-16,-3 1-16 0,1 0 16 0,-1 0 7 15,-3 1 0-15,6 3 6 0,-5-2 2 0,2 0 10 16,-3 1-2-16,4-1 0 0,-1 4 4 0,-2-4 1 16,-1 6-3-16,0-6 6 0,0 6-6 0,3-9-10 15,0 7 8-15,-3 2-8 0,0-6 8 16,0 6 2-16,0 0-5 0,3-2-13 0,-3 2-2 16,0 0-3-16,0 0 6 0,4-6-9 0,-4 6 9 15,0 0 7-15,0 0-10 0,0 0 2 16,0 0-2-16,0 0 2 0,14 8 1 0,-11-3-4 15,1-3 4-15,-1 5-1 0,4-4 8 0,-1 4-8 16,2 1 9-16,2 0-9 0,0 2 8 0,1 0 0 16,2 3 8-16,0-4-13 0,4 5-3 15,1-3 0-15,-1 3-7 0,3-3 10 0,-3 5 7 16,1-6-14-16,1 5-1 0,-1-5 3 0,-1 5 10 16,0-5-21-16,-3 3 1 0,-1-3 10 15,2-1-8-15,-5 1-18 0,0-2 21 0,-1 1 2 16,2-2 3-16,-4 0-8 0,0 0-10 0,-1-3 7 15,2 2 9-15,-2 0-1 0,-2-4-8 16,2 5 3-16,-2-5 8 0,-1 0-13 0,1 4 8 16,-4-6-3-16,7 2 3 0,-4 3 12 0,-3-5 6 15,4 2-16-15,-4-2 8 0,6 7 0 16,-6-7 0-16,3 1 5 0,-3-1-3 0,0 0-9 16,5 3 4-16,-5-3 0 0,0 0 6 0,0 0-6 15,0 0 3-15,0 0-8 0,0 0-2 0,0 0-5 16,0 0-9-16,0 0-27 0,0 0-18 0,0 0-18 15,0 0-59-15,0 0-95 0,0 0-153 16,-21-5-402-16,14 2 15 0,-1 1 97 0,-5 1 70 16,-1 0 64-16</inkml:trace>
  <inkml:trace contextRef="#ctx0" brushRef="#br0" timeOffset="111504.48">18435 11451 701 0,'-8'0'215'0,"8"0"-5"0,0 0 66 0,0 0-2 16,-10 0-31-16,10 0-20 0,0 0-8 0,0 0-8 15,0 0-28-15,0 0-22 0,-4 5-4 16,4-5 1-16,0 0-16 0,0 0-20 0,0 0-11 15,0 0-4-15,0 0-19 0,0 0-5 0,0 0 14 16,22-8-11-16,-13 3-8 0,5 5-23 0,3-4 16 16,0-2-21-16,4-1-3 0,3 3-2 15,3-2-3-15,1-2 1 0,2 0-11 0,4-1 3 16,-3 0-6-16,3-1 3 0,-3 2 3 16,0-5-74-16,3 5-1 0,-6-1 3 0,-1 1 3 15,0 0 10-15,-4 1-6 0,-2 2 4 0,0 0 12 16,-7-2-10-16,3 4 2 0,-4-2-2 15,-2 2-18-15,-1 1-13 0,-3-3-5 0,2 5-21 16,-9 0-30-16,8 5-10 0,-5-3-75 0,-6 4-89 16,0-2-471-16,-2 4 71 0,-4 0 42 0,-1 1 48 15</inkml:trace>
  <inkml:trace contextRef="#ctx0" brushRef="#br0" timeOffset="111870.93">18530 11623 901 0,'0'0'353'0,"0"0"-95"15,-7 2-22-15,7-2-19 0,0 0-35 16,0 0-10-16,0 0-19 0,0 0-7 0,0 0-10 16,0 0-21-16,27-7-10 0,-13 5 5 0,0 0-13 15,6-4-7-15,1 3-11 0,2-2 0 0,2-2-15 16,2 3-7-16,0-2 7 0,1-1-16 15,3 2 4-15,-4-1 4 0,4-1-18 0,0 0 65 16,-1-1-19-16,-2 4-4 0,2-2-11 0,-6-1-3 16,0 4-4-16,0-2-6 0,-7 3 0 15,0-3 3-15,1 2-18 0,-5 1 10 0,-3-3 6 16,1 5-24-16,-1-3 18 0,0 1-30 0,-3 2 25 16,3-3-11-16,-10 3 1 0,13-2-15 15,-9 1 4-15,-4 1 1 0,11-1 0 0,-11 1-6 16,9-5-12-16,-9 5 2 0,0 0-43 0,7-1-34 15,-7 1-25-15,0 0-59 0,0 0-79 16,0 0-618-16,0 0 11 0,0 0 115 0,0 0 39 0,0 0 58 16,0 0 73-16</inkml:trace>
  <inkml:trace contextRef="#ctx0" brushRef="#br0" timeOffset="113454.16">29982 15123 903 0,'0'-7'325'0,"0"7"-30"15,0-7-91-15,0 7-27 0,-4-4-16 0,4 4-23 0,0-7-10 16,0 7-15-16,0 0-3 0,0-7-18 16,0 7-18-16,0 0-4 0,0 0-12 0,0 0 9 15,0 0-26-15,0 0 15 0,0 0-10 0,0 0-5 16,8 17-2-16,-5-10 7 0,3 0-5 15,-2 2 0-15,-1 0 0 0,4 0-3 0,2 1 8 16,-4 4-23-16,5 0 0 0,-1 0 10 0,3 1-4 16,-2 2-4-16,4 1-12 0,-1 1 15 15,3-2-18-15,-4 2 11 0,5-2 2 0,-2 0 2 16,-3 1-9-16,2-2-11 0,-1 1 21 16,-2 0-16-16,2-2-10 0,-6-5 10 0,4 5-2 0,-2-2 7 15,-2-1-12-15,0-4 2 0,0 1-15 16,-3-1 12-16,2 0 8 0,-2-2 6 0,-1-2-9 15,2 3-12-15,-3-4 13 0,2 4 5 0,-1-4-13 16,0 2 7-16,-3-5 1 0,4 7-5 16,-4-7-6-16,0 6 8 0,3-2 0 0,-3-4-2 15,-6 7 5-15,5-2 2 0,-2 1-18 16,-4 0 16-16,0 3-13 0,2-2 23 0,-4 3-11 16,-4 3-7-16,6-1 8 0,-7 3 12 0,-3 0-9 15,4 1-4-15,-2 1 1 0,-1-1-8 0,-2 1 10 16,2-1-7-16,-1 0 2 0,-1-1-18 0,3 0 31 15,-4 2 5-15,6-2 0 0,-2 0-18 16,2-4 11-16,0 2 9 0,2-2-20 0,1-1 11 16,0-1-1-16,2 0-5 0,-1-2 6 0,2 1-4 15,3-1-12-15,-3-1 16 0,1 0-21 16,2-1 5-16,1 0 7 0,-1-2-32 0,4-3-29 16,-9 7-23-16,9-6-35 0,-3 4-37 0,3-5-40 15,-5 6-101-15,8-3-419 0,2 0-2 0,-2-2 58 16,-3-1 62-16,13 2 61 0</inkml:trace>
  <inkml:trace contextRef="#ctx0" brushRef="#br0" timeOffset="114387.87">30763 15799 862 0,'0'0'282'0,"0"0"-24"0,-16 0-20 16,16 0-23-16,0 0-25 0,-13 5-9 16,9-4-17-16,4-1-10 0,-11 6-3 0,5-2-28 0,1-3 7 15,-3 6-7-15,4-4-18 0,-2 4-3 16,0 1-2-16,-2-1-10 0,1 1-8 0,3-1-3 15,-3 3-12-15,4-2-8 0,-1 1-59 0,-2 0-16 16,3 0 14-16,2 0 12 0,1 0-15 16,-1 2 10-16,1-2-10 0,0 0 5 0,2 1-10 15,1-2 10-15,3 0 10 0,-2 1-3 0,7-1-1 16,-2-1-1-16,1 0 2 0,1-2 6 16,1 1-10-16,1 1 10 0,0-4-6 0,0 0 1 15,4-1-8-15,-3 0-5 0,5-2 15 16,-4-2-5-16,5 0 5 0,-2-1 1 0,-1 0-4 15,3-3 6-15,-3-1-21 0,0 0 21 0,3-4-5 16,-5 0 0-16,5-3 4 0,-6 1-14 0,5-6 2 16,-7 3 10-16,5-6-2 0,-2-3-8 0,-2 0 5 15,-3-3 0-15,0 3 0 0,2 0 13 16,-4 3-18-16,-4-1-5 0,2 0 5 0,-2 1 5 16,0 2 5-16,-1 0-15 0,0 0 15 0,-6 2-2 15,3 1 5-15,-3 0 61 0,-2 1-5 16,-1-1 3-16,2 2-3 0,-5 0-8 0,2 2-12 15,-4-2 2-15,3 3-10 0,-2-1 10 0,-1 3-12 16,0 2-14-16,0-1 14 0,-3 1-11 16,1 0 0-16,-4 1 3 0,5 4-11 0,-7-3-7 15,6 2 2-15,-2 0 11 0,-1 1-6 0,2 2 4 16,0 0-12-16,-3 1 11 0,3 1-7 0,-3 0-6 16,4 2 5-16,-3 1-7 0,-2 2 7 0,3-1-2 15,-1 2 18-15,2 3-23 0,1-2-14 16,0 1 6-16,-2 0-5 0,5 3 5 0,1 0 26 15,0-2-18-15,0 5-3 0,1-5 13 0,5 3-21 16,-1-1 18-16,1-4 6 0,3 5-29 16,-3-2 18-16,6-2-4 0,0 3 9 0,1-3-18 15,3 1-7-15,0-2 25 0,3 0-12 0,4 0-3 16,3-4 8-16,2 3-1 0,-4-2 6 0,6-2-10 16,3 0 12-16,-4-3-10 0,4 3-2 15,0-2-1-15,-3-1 3 0,-1 0 8 0,2-1-2 16,-7 1-11-16,2-3 0 0,-3 3 5 0,0 0-13 15,-1 0-20-15,-2 0-44 0,-4 0-12 0,3 0-11 16,0 0-18-16,-3 4-30 0,-3-3-34 16,2 5-66-16,0-3-125 0,-2 3-467 0,3-1 83 15,-3 2 60-15,2 1 76 0,-2-1 35 0</inkml:trace>
  <inkml:trace contextRef="#ctx0" brushRef="#br0" timeOffset="114987.69">31205 15805 839 0,'4'-4'330'0,"-4"4"-30"0,0 0-31 0,0 0-37 16,0 0-17-16,0 0-15 0,0 0-18 0,3 12-16 15,1-5-22-15,-4-1-9 0,-4 4-12 16,4 2-77-16,0-2-7 0,0 5 2 0,0-2-6 15,0 2 9-15,-3 1-1 0,2 3-9 0,0 0-1 16,-1 0 0-16,-1 2 11 0,3 0 10 16,-3 4-21-16,2 0 18 0,-2-1-5 0,0-1-13 15,3-1 6-15,0-2-6 0,0 1-2 0,0-1-8 16,0 0 0-16,0-1 5 0,0-3-8 16,0-1 3-16,0-1 0 0,0-2-7 0,0 0 9 15,3-3 1-15,-3 1-5 0,0-3-6 0,0-1 5 16,2 0 6-16,-1-3-6 0,-1-3 14 0,0 0-4 15,0 0-9-15,0 0-1 0,11-9-15 16,-8 2 19-16,1-5-12 0,0 1 11 0,-1-7-15 16,0-3 0-16,2 0-16 0,-3-5 13 0,4-2 3 15,-3-3 2-15,2 0 0 0,0 2 1 0,-3 4-6 16,1-3-3-16,0 3-9 0,1 3 17 16,-1 2-15-16,0 2 15 0,-3 3-2 0,3 0-11 15,0 5 3-15,-2-3 0 0,-1 4-10 0,1 0-3 16,-1 3-7-16,0 0 9 0,0 6 9 15,0-4 7-15,0 4-5 0,0 0-3 0,0 0 6 16,0 16 2-16,0-3-10 0,-1-2 5 0,0 6-3 16,-2 1 14-16,0 2-11 0,0 1 10 15,3 3-13-15,-3 1 13 0,3 1 6 0,-1-1-14 16,1 0 24-16,0 0-29 0,0-1 11 0,1 1-13 16,-1-4 0-16,3-2 15 0,-3-1 5 15,0 0-9-15,3-4-9 0,-3 0 11 0,0-3 4 16,0 0-14-16,6 1-26 0,-5-4-52 0,0-3-37 15,-1 4-37-15,0-4-186 0,3 6-500 0,-3-2 90 16,3 0 51-16,-1 1 100 0,-1-1 44 16</inkml:trace>
  <inkml:trace contextRef="#ctx0" brushRef="#br0" timeOffset="120470.01">10605 16876 537 0,'-3'4'189'15,"0"1"-30"-15,-1 1 13 0,1 1-29 0,0 1-2 16,0 3-29-16,2 3 14 0,-2 1-29 0,-1 1 0 16,4 3-15-16,0-2-2 0,-3 2-9 15,3 2 4-15,0-1-17 0,3 1-4 0,-3-2-3 16,4 0-5-16,-1 0 3 0,-2-1-5 16,5-2 2-16,-2 0-16 0,5-3-4 0,-5 1 15 15,6-3-10-15,0 0 7 0,0-5-2 0,1-1-3 16,-1-2 6-16,0-1-6 0,4-2 23 0,-4-3-28 15,4-4 3-15,0-3-13 0,-4 0-5 16,4-5 2-16,-1-3 6 0,1-2-1 0,-4 0-20 16,0-7 90-16,-2-2-14 0,-1 0-1 15,-1-3-9-15,-3 7 3 0,-2-2-20 0,-2-1 7 16,1 0-7-16,-3 3 5 0,-4 1 5 0,1 2 10 16,-2 1-8-16,-1 1-7 0,-1 1 0 15,3 7-11-15,-4-2-2 0,1 4-5 0,0 2 2 16,-1 2-15-16,1 2-5 0,-4 4 8 0,4 2-16 15,-3 0 11-15,-1 5-4 0,4 2 6 0,0 3-66 16,-1-1-21-16,1 6 3 0,3-2 22 0,0 2-4 16,3-1 12-16,-2 1 13 0,3 1-8 15,3-1 21-15,0 1-13 0,3-1 11 0,3-1-11 16,2 1 20-16,-2-3-7 0,4-3-10 16,2 0 2-16,1-2 8 0,3-3-5 0,-1 0-16 15,5-3-40-15,0 0-6 0,-2-2-36 0,2-2-17 16,4-1-62-16,-3 1-71 0,-1-1-198 15,3 1-240-15,-2-2 56 0,-3 0 64 0</inkml:trace>
  <inkml:trace contextRef="#ctx0" brushRef="#br0" timeOffset="120686.15">11075 17030 673 0,'0'7'217'0,"3"1"-7"16,-3 3-10-16,0 0-29 0,0 2-15 0,3-1-22 16,0 6 9-16,-2-1-30 0,2-2-1 15,0 4-7-15,0 0-3 0,0-1-22 0,1-1 66 16,0-1-13-16,-1 4-36 0,1-3-23 0,-1 1-22 16,1 0-58-16,5-1-73 0,-5 0-110 15,0 0-323-15,2-1-146 0,1-2 51 0,-4-1 49 16</inkml:trace>
  <inkml:trace contextRef="#ctx0" brushRef="#br0" timeOffset="120953.37">11303 17062 683 0,'7'-2'276'0,"-1"-2"-22"16,5 2-37-16,-1-3-22 0,0 1-8 16,4-1-34-16,0 0-48 0,3 0-33 0,-1-1-46 15,2 2-70-15,0-1-110 0,-8 2-173 0,10-1-293 16,-6 2 47-16</inkml:trace>
  <inkml:trace contextRef="#ctx0" brushRef="#br0" timeOffset="121102.89">11478 17263 839 0,'0'0'243'0,"0"0"-35"16,0 0-9-16,0 0-4 0,31-11-34 0,-18 7-33 15,1-4-31-15,2-1-51 0,-1 2-138 0,1 0-261 16,2 0-277-16,-2-2 70 0</inkml:trace>
  <inkml:trace contextRef="#ctx0" brushRef="#br0" timeOffset="121736.93">12336 16798 732 0,'-14'-2'299'0,"14"2"-25"16,-3-4-18-16,3 4-13 0,0 0-15 0,0 0 7 16,0 0-38-16,13-9-22 0,-6 7-14 0,0 0-13 15,3-1-22-15,1 0-14 0,2 1-20 0,-3-2-38 16,4 3-36-16,-1-3-33 0,2 2-54 0,1-2-44 15,1 2-125-15,-3-4-438 0,4 4-12 16,-2-3 66-16,1 1 64 0</inkml:trace>
  <inkml:trace contextRef="#ctx0" brushRef="#br0" timeOffset="122140.87">12712 16558 578 0,'0'0'230'16,"0"0"-17"-16,0 0-19 0,0 16-20 0,0-9-38 16,0 2-3-16,0-1-10 0,0 2-5 15,3 2-6-15,-3-1-25 0,0 0-2 0,0 1-6 16,3-1-5-16,-3-2-10 0,0 2-5 0,0-4 5 16,0 2-15-16,0-4-3 0,0 4 3 0,0-4-21 15,1 1 5-15,-1-1-5 0,0-5 3 16,3 6 71-16,-3-2 1 0,0-4-3 0,0 0-16 15,0 0-15-15,0 0-7 0,0 0-4 0,20-5-4 16,-16 0-13-16,2 4 10 0,-6 1-2 16,10-3-13-16,-2 0 2 0,-8 3-4 0,13-1-11 15,-6 1-6-15,4 1-1 0,-1 2 7 0,0 0 2 16,1 2-68-16,2-2 7 0,-3 4 21 16,4 0 2-16,-4 2 3 0,1 0-1 0,-1 2-1 15,-1 0 12-15,-2-1-8 0,-3 1-10 0,0 0 26 16,-1 1-6-16,0 0 3 0,-3 0-2 0,-3 1-6 15,0-1 3-15,-1-1-5 0,0-1 5 16,-2 1-7-16,-1-1-24 0,0 0 8 0,1-2-51 16,-5-2-18-16,4-1-49 0,-3 1-100 0,0-5-235 15,3-1-228-15,-3-1 62 0,-1-5 55 16,-2-2 50-16</inkml:trace>
  <inkml:trace contextRef="#ctx0" brushRef="#br0" timeOffset="122352.37">12633 16567 1190 0,'0'-6'320'0,"0"1"-18"16,0 5-39-16,6-8-27 0,-1 2-8 0,1 0-18 16,1-1-31-16,3-1-8 0,4 0-17 15,-1-1-24-15,1 0-9 0,3 0-124 0,0-1 8 16,3 0-64-16,-2 0-5 0,3 2-58 0,-1 0-65 15,1-1-92-15,3-1-210 0,0 1-187 16,-1 1 39-16,4-4 68 0</inkml:trace>
  <inkml:trace contextRef="#ctx0" brushRef="#br0" timeOffset="122585.55">13457 16042 673 0,'0'0'243'0,"10"0"59"0,-10 0-21 0,11 6-32 15,-5-3-11-15,1 2-108 0,-1 4-7 0,1-1-8 16,1 5-22-16,-2-1-12 0,1 3 19 16,-1 1-25-16,2 0-29 0,-1 1-21 0,-1 2-35 15,-2 2-13-15,2 0-26 0,2 1-61 0,-2-1-28 16,1-1-82-16,0-2-279 0,1-2-126 15,1-3 39-15</inkml:trace>
  <inkml:trace contextRef="#ctx0" brushRef="#br0" timeOffset="122869.89">13789 16273 801 0,'0'0'240'0,"0"0"-14"0,0 0-29 0,-4 18-21 15,4-11-7-15,3 1-13 0,-2 2-30 16,5-2-3-16,-3 3-13 0,1-4-3 0,2 5-25 16,2-4 3-16,-1 1-9 0,2-1-7 0,-2-1-7 15,4-1 7-15,-1 0-13 0,0-3-4 0,4-2 6 16,-1-1-9-16,-1-1-16 0,1-2 16 16,0-3-11-16,1 2 11 0,-1-4-13 0,1-1 5 15,-4-1-8-15,-3 0-5 0,1-3 0 0,-2 2 3 16,-6-1-13-16,3 1 8 0,-6-2-8 0,0-1-21 15,-5 4-12-15,-1-1-29 16,-1 1-20-16,-1 1-43 0,-3 2-62 0,-3 0-95 0,0 1-348 16,0 4-81-16,-3-2 109 0,2-1 23 15</inkml:trace>
  <inkml:trace contextRef="#ctx0" brushRef="#br0" timeOffset="123069.83">13439 16226 803 0,'0'0'305'0,"0"0"-34"16,-6-5-25-16,6 5-23 0,0 0-26 0,9-11-10 15,-4 7-19-15,5-3-11 0,0 0-29 0,4 1-6 16,2-1-40-16,2 1-18 0,-2-1-53 0,5 1-42 16,0 0-36-16,-4 0-91 0,7-2-126 15,0 3-420-15,0-1 56 0,-1 0 70 0</inkml:trace>
  <inkml:trace contextRef="#ctx0" brushRef="#br0" timeOffset="123469.07">14291 15923 824 0,'3'6'292'0,"0"1"-31"0,-3-1-18 15,1 3-33-15,2 2-18 0,-3 0-16 0,3-3-12 16,-3 3-31-16,0 2 3 0,4-3-11 16,-4-1-17-16,0 0-26 0,1-1 2 0,-1-1 1 15,3 0-1-15,-3-1-17 0,0-1-11 0,3 0-5 16,-3-5 18-16,3 5-74 0,-3-5 3 0,4 4 4 16,-4-4-4-16,0 0 2 0,0 0-8 15,17-7 10-15,-13 4-2 0,2 0 3 0,1 1 5 16,-1-1-3-16,2 1 5 0,-8 2 8 15,13-4-8-15,-3 4 0 0,-10 0 16 0,18 0 0 16,-9 4 7-16,3-2-5 0,1 2 64 0,-3 1 6 16,1 0-27-16,-1 2-2 0,-1 0-7 0,2 1-6 15,-1 0 0-15,-6 3-2 0,2-2-5 16,-3 2-11-16,2 0 6 0,-5 1-6 0,-4 1 0 16,3-1 1-16,-5 1-11 0,2 2 0 0,-5-1-2 15,-2 4-21-15,1-2-36 0,0-1-23 0,-4 0-53 16,0 0-75-16,0-1-207 0,4-4-453 15,-3-2 84-15,2-1 70 0,-2-6 86 0,3-1 37 16</inkml:trace>
  <inkml:trace contextRef="#ctx0" brushRef="#br0" timeOffset="123702.82">14321 15770 949 0,'10'-16'312'0,"2"2"-12"0,1 0-26 16,1 3-11-16,-1 0-32 0,5-2-34 0,-2 3-8 15,-2 2-38-15,3-2 0 0,-3 3-18 16,0 0-25-16,-1 3-41 0,-2 0-39 0,-2 1-5 16,1 1-13-16,-5 2 8 0,-5 0-51 0,7 5-54 15,-4 0-26-15,-3 3-107 0,-3 3-520 0,-1 4 64 16,-4 1 49-16,-2 3 67 0</inkml:trace>
  <inkml:trace contextRef="#ctx0" brushRef="#br0" timeOffset="125552.61">12032 17726 837 0,'0'0'327'15,"0"0"-17"-15,-4-5-29 0,4 5-22 0,-4-5-100 16,4 5-1-16,4-6-12 0,-4 6-13 16,3-11-23-16,4 7-15 0,-3-3-5 0,5-1 4 15,-1 1-27-15,2 0-8 0,0-3 2 0,4 3-7 16,-1 0-10-16,1 1-24 0,0 0-40 0,-1 0-3 15,-2 3-52-15,2 0-14 0,-2 1-34 16,-1-1-10-16,0 3 2 0,-3 0-10 0,-7 0-22 16,11 3-9-16,-5-1-20 0,-6-2 5 0,3 6 6 15,-3-1 45-15,0-3 16 0,-3 4-1 16,-3-2 52-16,2 1 0 0,-3-2 28 0,0 2 28 16,0-3 36-16,1 4 34 0,-5-1 17 0,4-1-18 15,-3-1 34-15,1 2 2 0,1-1 0 16,-2 0 10-16,3 1-17 0,-4 1 2 0,5-2-15 15,-1 0 7-15,0 2 3 0,1 0 2 0,1 0-9 16,2 1 6-16,-3 3 9 0,5-2-3 16,1 4 3-16,-3 0-3 0,3 3 2 0,0 2-7 15,0 2 5-15,3 5 21 0,-3 4-29 0,0 0 6 16,1 1 2-16,2 4-3 0,0 2-15 0,1-1 16 16,0 1-1-16,-1 0-10 0,1-2-79 15,2 2-10-15,-2-3 17 0,2-1-7 0,1 0 5 16,0 0 5-16,0-2-2 0,3 0 17 15,-3-5-14-15,3 2-4 0,0-3-2 0,-3-1 10 16,4-2-12-16,-4-3 15 0,5 1-8 0,-1-4-8 16,-1-3 16-16,0-1-16 0,4-3 21 0,-4 0-7 15,5-4-11-15,-2-1 5 0,1-2-23 0,0-4-15 16,6 2-42-16,-3-4-45 0,4-3-80 16,-5 1-163-16,5 0-390 0,0-4 62 0,-1-1 85 15,0 0 53-15</inkml:trace>
  <inkml:trace contextRef="#ctx0" brushRef="#br0" timeOffset="126452.7">12370 18013 767 0,'0'0'246'0,"0"0"-18"0,0 0-36 16,0 0-8-16,0 0-25 0,0 0-18 16,0 0-1-16,0 0 1 0,0 0-26 0,0 0 1 15,0 0-14-15,23-9-15 0,-12 4-10 0,-1 4-5 16,0-2-14-16,1-1-19 0,-1 0-19 0,4 2-33 16,-4-2-33-16,0 2-20 0,4-1-54 15,-4 0-67-15,-3 3-154 0,4-5-309 0,-1 3 51 16,0-3 51-16</inkml:trace>
  <inkml:trace contextRef="#ctx0" brushRef="#br0" timeOffset="126669.38">12701 17770 749 0,'4'-3'264'0,"-4"3"-26"0,7-6-5 16,-4 1-26-16,4 3-27 0,2-4-6 0,-1 1 54 16,2 0-26-16,0-2-21 0,4 2-32 15,-4 0-16-15,0 0-33 0,1-1-39 0,-1 2-50 16,0 0-60-16,-3 0-51 0,0 4-110 0,0-2-2 16,-7 2-198-16,7 2-245 0,-7-2 38 0,0 0 56 15</inkml:trace>
  <inkml:trace contextRef="#ctx0" brushRef="#br0" timeOffset="127105.61">12787 17766 591 0,'-1'5'217'15,"-2"1"-17"-15,0 0-16 0,3 0-15 0,-3 3-25 16,3-1 1-16,-1 3-11 0,-2 1-1 16,3-2-28-16,0 2-3 0,0-1-15 0,-3 1 0 15,3 0-20-15,0 0 9 0,0 0-12 0,0-1 0 16,-3-1-12-16,3 2-9 0,0 0 8 15,0-1-12-15,-4-1-1 0,4-1-7 0,-1-2-8 16,1 2 5-16,0-4-13 0,0 2 8 0,0-2-15 16,0-5-8-16,0 11-15 0,1-9 10 0,-1-2 20 15,4 6 5-15,-4-6-17 0,6 4 12 16,-6-4 3-16,7 2-5 0,-1 0-8 0,-6-2 21 16,11 3-13-16,-4 0 15 0,0 0-5 15,2-1 10-15,-1 2-7 0,-1-1 7 0,3 2-69 16,-3 0-2-16,6 1 10 0,-6 0 17 15,3 0 4-15,-2 1 12 0,-1 0 13 0,2 0 0 16,-2 1-13-16,-4-1 10 0,2 1-2 0,-2 2 10 16,0-1-3-16,-3-2 57 0,0 2 23 0,-3 0-13 15,-1-1-5-15,0 0-3 0,-2-1-7 16,5-1 2-16,-8 0-2 0,5 1-16 0,-2-2 11 16,-2 0-6-16,1-3-5 0,-2 2-12 0,2-2-3 15,-1 0-10-15,8-2-8 0,-16 0-26 16,16 0 6-16,-14-2-11 0,7 1-25 0,7 1-29 15,-13-2-55-15,5 1-101 0,5-1-547 0,-4 0 7 16,7 2 72-16,-7-1 77 0,7 1 41 0</inkml:trace>
  <inkml:trace contextRef="#ctx0" brushRef="#br0" timeOffset="128202.01">13221 18129 906 0,'-4'-5'274'0,"4"5"-19"0,0 0-40 0,-3-3-17 16,3 3-17-16,0 0-22 0,0 0-13 16,-7 12-21-16,7-4-17 0,-3 3-24 0,0 1-58 15,3 5-34-15,-5 1-71 0,2 1-126 16,3 2-481-16,0 2 49 0,-3-2 74 0</inkml:trace>
  <inkml:trace contextRef="#ctx0" brushRef="#br0" timeOffset="128836.02">13601 17713 803 0,'0'0'200'0,"0"0"-21"16,0 0-7-16,0 0-14 0,0 0 14 0,0 0-42 16,0 0 3-16,0 0 3 0,0 0-28 0,0 0-6 15,0 0-10-15,-8-3-18 0,8 3 3 0,0 0-5 16,0 0-8-16,0 0-28 0,18-6 2 0,-12 1-23 16,1 2-9-16,4-2-37 0,-1 0-26 15,3-1-58-15,1-1-95 0,-1 0-122 0,2-1-313 16,-2 1 43-16,1 1 44 0</inkml:trace>
  <inkml:trace contextRef="#ctx0" brushRef="#br0" timeOffset="129186.57">13842 17443 680 0,'0'0'197'0,"0"0"6"0,0 0-29 0,2 18-16 15,1-8-17-15,0 0-20 0,-3 2-4 0,4 3-12 16,-1 0-10-16,3 0-11 0,-2 2-9 0,2-1-11 16,-1-1-8-16,4-2 5 0,-5 1-2 0,6-1-18 15,-2-1-31-15,4-1 3 0,-2-4-15 0,1 0-16 16,-1-2-21-16,3-2 4 0,-2-1 11 16,0-4-1-16,3 1 10 0,-4-3-6 0,3-1 11 15,-2-2-13-15,-4 1 5 0,2-5 8 16,-2 3 12-16,0-3 1 0,-3 1 12 0,2 0-5 15,-2 0 29-15,-1 2 17 0,1-1 8 16,-1 1 3-16,1 3-14 0,-4 1-27 0,3-2 17 0,-3 6-12 16,0 0 8-16,0 0 2 0,0 0-3 15,10 10-10-15,-7-1 5 0,-3 3-4 0,4-2-9 16,-1 7-10-16,0 0 16 0,2-1-6 0,-2 1-17 16,1 1-42-16,2 0-40 0,-3 1-72 15,1 0-141-15,6 0-376 0,-3-4 44 0,0-2 50 16</inkml:trace>
  <inkml:trace contextRef="#ctx0" brushRef="#br0" timeOffset="129685.37">14500 17348 755 0,'-4'-3'271'0,"4"3"5"16,-11-3-58-16,11 3-18 0,0 0-11 0,-16 6-20 16,9 0-21-16,0-2-17 0,3 3-13 15,-2 1-6-15,-1-1-12 0,4-1-5 0,-1 0-13 16,0 0-23-16,4 1-6 0,-3-2-24 0,3 0 1 16,0-5-22-16,0 8-3 0,3-5-25 0,-3-3-6 15,8 5-23-15,-8-5 21 0,10 0 5 16,-10 0 5-16,0 0 0 0,13-1 0 0,-13 1 8 15,11-1 10-15,-11 1 5 0,0 0-10 16,10-3 15-16,-10 3 3 0,0 0 10 0,7 4-5 16,-7-4 8-16,7 6-13 0,-4-1 17 15,1 2-25-15,-4 0 8 0,3 3 3 0,3 1-6 16,-5 0-15-16,5 3-3 0,-3-1-30 0,5 2-19 16,-5-1-73-16,4-1-57 0,-4 4-261 0,1-3-228 15,2-2 70-15,2 1 63 0</inkml:trace>
  <inkml:trace contextRef="#ctx0" brushRef="#br0" timeOffset="129868.79">14708 17631 980 0,'0'0'294'0,"0"0"-25"15,7 14-28-15,-7-8-37 0,-3 1-19 0,3 2-11 16,-1 1-21-16,-2 1-17 0,-1 0-11 0,4 1-15 15,-3 0-30-15,3 1-67 0,-4-1-39 16,1 0-99-16,3 1-354 0,0-3-197 0,0 2 54 16,0-5 72-16</inkml:trace>
  <inkml:trace contextRef="#ctx0" brushRef="#br0" timeOffset="130168.93">14888 17412 947 0,'5'-6'281'0,"-5"6"-22"15,7-1-24-15,-1-2-35 0,-6 3-16 0,10-3-23 16,-2 2 3-16,-8 1-20 0,13-3-19 0,-7 1-15 15,1 0-2-15,4-1-11 0,-4 1-15 16,3-3-8-16,4 3-2 0,-4-3-16 16,0 1 0-16,7-1-7 0,-4-2-6 0,2 3-9 15,-2-2-29-15,-2 1-31 0,2 0-38 0,-3 2-54 16,-2-1-86-16,-2 2-226 0,1-1-274 0,0 1 64 16,-7 2 49-16,10-1 81 0</inkml:trace>
  <inkml:trace contextRef="#ctx0" brushRef="#br0" timeOffset="130550.98">15196 17163 739 0,'14'11'272'0,"-10"-4"-19"0,-1 2-38 16,0-1-5-16,1 2-23 0,3 0-21 0,0 1-17 15,-1-2-11-15,-2 4-13 0,3-2-20 0,3 0-8 16,-3-3-22-16,0 2 4 0,2-3-28 0,-1 1-7 16,-1-2-14-16,3-1 11 0,-4-1-30 15,2-2 4-15,-1-1-2 0,2-2 2 0,-9 1-10 16,18-3 11-16,-11-1-9 0,-1-1 4 16,1-2-6-16,0 1 7 0,-3-4 6 0,2 2-10 15,-5-1 25-15,2 1 16 0,3 1 2 16,-6 0-66-16,4 1 33 0,-4 1-21 0,4 2 16 0,-4 3-18 15,3-5 20-15,-3 5-15 0,0 0 23 16,0 0-20-16,4 15 30 0,-4-8-30 0,0 3 9 16,0 1-27-16,3 1 36 0,-3 1-16 0,0 0-13 15,0 0 5-15,3 1 6 0,-3 3-23 16,3-1-39-16,1 1-46 0,-1-1-103 0,0 0-483 16,5-3 10-16,-5 0 57 0,4-3 66 15</inkml:trace>
  <inkml:trace contextRef="#ctx0" brushRef="#br0" timeOffset="130703.01">15610 17204 706 0,'0'0'146'16,"-9"0"-57"-16,9 0-145 0,0 0-410 0</inkml:trace>
  <inkml:trace contextRef="#ctx0" brushRef="#br0" timeOffset="131135.57">15754 17170 834 0,'10'6'233'0,"-3"-1"-16"0,3 5-25 16,4-2-38-16,-4 3 7 0,1-1-17 0,2 1-16 16,-3 0 23-16,1 2-57 0,-4-2-4 0,-1 2-21 15,-2-1-10-15,-1-1 7 0,0 0-19 16,-3-1-4-16,-3 0-5 0,0 0 1 0,2-2 25 16,-2-3-39-16,0 1 11 0,0-2-13 0,-1 0-2 15,4-4 4-15,-11 1-7 0,11-1-7 0,0 0-9 16,-9-11-15-16,8 3 8 0,-2-1 3 15,3-3 9-15,0 1-20 0,0-3 11 0,0 0 2 16,3-2 8-16,-3 2-3 0,1-2 5 16,2 1 16-16,-3 1-3 0,3 1 2 0,-3-1-7 15,-3 0 8-15,3 0-1 0,-3 3-9 16,2-2 20-16,-5 2-29 0,3 0 14 0,-1 1 15 16,-4 0-8-16,-1 1-10 0,-1 1 79 0,-4 0-13 15,4 2 11-15,-4-3-21 0,3 5-20 0,-2 0 7 16,2 1-4-16,-2 0-21 0,3 1 10 0,-1 2-5 15,11 0-6-15,-16 5-9 0,9-2-34 16,-1 4-17-16,5 1-49 0,0 2-60 0,3 0-150 16,3 5-496-16,4-1 35 0,0 0 92 15,3 0 67-15,0-2 43 0</inkml:trace>
  <inkml:trace contextRef="#ctx0" brushRef="#br0" timeOffset="131302.2">16167 17393 698 0,'0'0'249'0,"-3"9"-14"0,3-5-25 16,0 3-31-16,0 0-43 0,0 2-67 0,0 0-64 16,0 2-105-16,0 2-358 0,3-1-120 15,-2-1 37-15</inkml:trace>
  <inkml:trace contextRef="#ctx0" brushRef="#br0" timeOffset="131489.07">16589 17270 581 0,'13'-4'76'0,"1"-1"-83"16,-1 0-178-16</inkml:trace>
  <inkml:trace contextRef="#ctx0" brushRef="#br0" timeOffset="131751.97">17193 17085 504 0,'8'-4'176'0,"1"4"-19"0,1-1-32 16,0-2-28-16,1 2-2 0,-1-1 12 0,4 1-25 15,-1-1 13-15,-2-2-16 0,3 3 8 0,2 0-5 16,-2-2-13-16,0-1-17 0,0 2 17 15,-4 1-18-15,3-3 23 0,-2 2-18 0,-1 1-7 16,-3-1 7-16,0 1-9 0,0-2-35 0,-7 3-132 16,10-1-479-16,-10 1-2 0,0 0 45 15</inkml:trace>
  <inkml:trace contextRef="#ctx0" brushRef="#br0" timeOffset="132351.72">18629 16885 1080 0,'-7'5'286'0,"0"3"-9"0,0 0-49 16,0 3-34-16,-2 3-33 0,-2 3-63 0,4 2-52 15,-3 1-97-15,-1 4-205 0,5 0-387 0,-1-3 60 16,0 2 40-16</inkml:trace>
  <inkml:trace contextRef="#ctx0" brushRef="#br0" timeOffset="133155.31">18612 16346 1034 0,'0'0'309'0,"0"0"-32"15,0 0-34-15,0 0-23 0,0 0-13 16,0 20-20-16,0-10-20 0,0 2-14 0,3 4-9 16,-3 0-16-16,0 1-18 0,4 1-5 0,-4 0-11 15,3 1-7-15,1-1-15 0,-1-1-5 16,3-2-24-16,-2 3-10 0,2-4-2 0,-1 2-8 15,2-4-15-15,2 1-11 0,-2-2-10 0,1-2-10 16,2-2-7-16,-1-1-4 0,-2-2 19 16,1 0 2-16,1-4-7 0,-9 0 7 0,11 0 3 15,-11 0 7-15,14-7-7 0,-8 0 5 0,-2 2-3 16,2-3 11-16,-2-1-3 0,0-1 10 0,-1 1 10 16,1 0 29-16,-1 0 0 0,0 3 20 15,-3 0-10-15,3 1-13 0,-2 0-3 0,-1 5-4 16,3-5 7-16,-3 5-8 0,0 0 3 15,0 0-15-15,0 0-16 0,3 20 13 0,0-11 5 16,-3 1-13-16,0 1 6 0,0 4-6 0,0-1-2 16,1 0-15-16,3 4-27 0,-4 0-42 15,3-1-24-15,0 2-92 0,-3-2-235 0,4 1-385 16,-1-1 63-16,0-4 99 0,1-1 56 0,2-4 49 16</inkml:trace>
  <inkml:trace contextRef="#ctx0" brushRef="#br0" timeOffset="133318.74">18988 16723 982 0,'0'0'274'0,"3"-7"-51"0,-3 7-46 0,0-6-55 16,0 6-91-16,0 0-44 0,1-6-140 15,2 4-418-15,-3 2 10 0</inkml:trace>
  <inkml:trace contextRef="#ctx0" brushRef="#br0" timeOffset="133704.73">19165 16371 1064 0,'-6'-4'238'0,"3"2"-15"0,3 2-21 0,-10-3-20 16,10 3-23-16,0 0-11 0,-15 8-25 16,8-4-10-16,1 3-1 0,-1 0-14 0,0 1-1 15,3 1-15-15,-2-2-18 0,3 2-5 0,-1-1-11 16,1 0-7-16,3-3-2 0,0 4-9 0,0-4-25 16,3 2 1-16,0 0-27 0,-2-3-7 15,5 1-21-15,1-3-12 0,0-2 10 0,0 2-6 16,-7-2 4-16,16-2 14 0,-8 1 6 0,-1-3-5 15,0 1-1-15,2-3 6 0,-1 2 18 16,-1 1-1-16,-4-1 29 0,3 0 18 0,-2 1-3 16,2 0 18-16,-6 3-10 0,8-4-3 15,-8 4-13-15,0 0 16 0,0 0-18 0,7 13 23 16,-4-6-10-16,-3 2-8 0,3 3 3 0,-3 3 2 16,0 0-8-16,0 3-10 0,0-1-4 0,3 2-32 15,-3 0-7-15,0 1-44 0,1-2-31 16,-1 3-50-16,0-4-180 0,3 2-343 0,4-2 61 15,-3-2 34-15</inkml:trace>
  <inkml:trace contextRef="#ctx0" brushRef="#br0" timeOffset="133869.07">19392 16756 581 0,'0'11'240'0,"0"-11"-30"0,-4 9 61 0,4-4-30 15,-4 2-18-15,1 1-11 0,3 2-48 16,-4-1-41-16,1 0-64 0,0 2-87 0,-1-1-141 16,4 1-484-16,0-2 49 0,-3-1 36 0</inkml:trace>
  <inkml:trace contextRef="#ctx0" brushRef="#br0" timeOffset="134151.13">19603 16238 913 0,'4'-3'315'16,"3"-1"-46"-16,2 0-21 0,-2 0-12 0,4-2-29 15,2 4-20-15,-2-2-18 0,-1-1-18 0,3 3-23 16,-2-3-23-16,-1 4-26 0,-3-2-30 0,-1 0-42 16,2 2-60-16,-8 1-50 0,10-4-89 15,-7 4-391-15,-3 0-83 0,0 0 60 0,0 0 40 16</inkml:trace>
  <inkml:trace contextRef="#ctx0" brushRef="#br0" timeOffset="134484.87">19525 16352 570 0,'-4'14'182'0,"1"-1"0"0,3-2-21 0,-3-3-10 0,3 0-20 16,0 2 4-16,0-3-32 0,0 0 14 16,0-1-30-16,0 0 13 0,3 0-20 0,0 0-34 15,0-2 18-15,-2 0-3 0,2 0 1 0,4-3-1 16,-4 3 3-16,-3-4-8 0,14 2 11 0,-7-1-19 15,3 1 9-15,0-1-9 0,-3 1 9 16,6 0 4-16,-2 0-25 0,-1 1 0 0,0 1-11 16,1 1 4-16,-1-1-6 0,0 2 5 0,1 0 26 15,-4 0 63-15,2 1-7 0,-1 0-23 16,-1 0 6-16,-1 1-6 0,-2 1-13 0,-1-2-10 16,0 2-13-16,-3 0 13 0,-3-1-15 0,0 2 7 15,-1 2-15-15,-2-5-3 0,-5 5-15 16,1-4-18-16,-3 3-20 0,1-4 5 0,-1 0-23 15,-1-2-57-15,4 1-97 0,-3-3-476 0,2-2-100 16,4-2 82-16,-6-2 59 0,2-3 64 0</inkml:trace>
  <inkml:trace contextRef="#ctx0" brushRef="#br0" timeOffset="134921.26">19648 15841 1028 0,'9'-4'320'16,"-1"-2"-35"-16,2 4-27 0,3-4-22 0,2-1-27 15,1 4-24-15,2-2-80 0,-2 1-13 0,5-2-10 16,-3 3-16-16,-2-1-7 0,5 0 0 15,-8 3-15-15,2-2 7 0,-2 1-3 0,-2 2 1 0,2 2 2 16,-3 1-30-16,1 1 4 0,-1 2 3 16,-1 2 8-16,-1 3-5 0,-1 0 0 0,2 5-3 15,-2 4 5-15,1 1-10 0,-1 2 3 16,-1 2 58-16,4 5 11 0,-2 1-23 0,2 1-6 16,3 11 1-16,1 1-11 0,-1 0-10 0,2-1 13 15,1 1-10-15,-2 0-11 0,0 0-12 16,0-1 4-16,-4-5 9 0,-1-7-14 0,-2 1-9 15,1 0 2-15,-2 2 5 0,1-3-3 0,-4-4-2 16,0 2-5-16,-3-1-8 0,-3 0 5 16,0 0 11-16,-3-2-21 0,-1 3 7 0,-7 0 6 15,3-1-8-15,-9-3-15 0,3 0-33 0,-13 6-11 16,5-6-38-16,-9 2-85 0,-3-3-227 0,6-5-433 16,-4-6 105-16,1-2 56 0,-4-4 56 0,-6-4 75 15</inkml:trace>
  <inkml:trace contextRef="#ctx0" brushRef="#br0" timeOffset="156165.47">24321 14776 570 0,'-3'-5'182'0,"3"5"-13"0,-5-6-18 0,5 6-3 16,-6-6 3-16,6 6-20 0,-3-3-21 0,3 3 0 16,-4-5 0-16,1 1-10 0,3 4 2 15,-4-6-9-15,4 6-1 0,-6-2-5 0,1-3 2 16,5 5-12-16,-6-3-82 0,2 1 15 0,4 2-7 15,-9-5 28-15,9 5-31 0,-11-3 12 0,7 2-1 16,4 1 1-16,-13-4-6 0,10 3-1 16,3 1 5-16,-14-1 8 0,7-1 0 0,1-2-8 15,6 4-10-15,-11 0 5 0,11 0 8 0,-12 0 23 16,4-2-24-16,8 2 1 0,-13-1 8 16,5 0 2-16,8 1-10 0,-14 0-1 0,4 0-6 15,10 0 4-15,-14 1 10 0,5-1-7 0,9 0 0 16,-15 1 0-16,6 1 5 0,2-2-11 15,-1 0-2-15,-2 1 6 0,3 2-6 0,-2 0 15 16,1-2-4-16,8-1-9 0,-16 0 6 0,9 5-16 16,-1-3 19-16,-1 1-3 0,-1 0-1 15,2 1-9-15,1-3 7 0,-1 5 6 0,-3-5-1 16,3 6-10-16,-2-4 3 0,3 4-1 0,0-3 9 16,-3 0-9-16,0 2-4 0,3-2 0 15,-4 3 7-15,5-1 8 0,-4-4-21 0,3 5 1 16,0-1 14-16,0-2-6 0,0 3-9 0,0-2 3 15,-3 1 0-15,3 1 0 0,1-2 0 0,-1 2 15 16,-1-1-22-16,2 1 17 0,-1 1-10 16,1-1-3-16,-1 1 21 0,-1 1-23 0,2 0 13 15,-1 0-8-15,-3-1-5 0,2 6 12 0,-1-3 4 16,2-1-22-16,-4 1 29 0,5 0-13 16,-1-1-10-16,0 2 21 0,1-2-27 0,-2 0 11 15,4-1-2-15,-2 0 2 0,0-1 5 0,2 5-8 16,-2-5-2-16,1 2 10 0,2 1 1 0,-1-3 6 15,1 2-9-15,0-2-3 0,0 4-5 16,-1 0 7-16,1-4-4 0,0 5 7 0,3-4 0 16,-4 1 3-16,3 0 2 0,-2 2-10 0,3-1 8 15,-3-1-11-15,3 0 6 0,0 2-3 16,0-2 2-16,-3 0 16 0,6 2-8 0,-6-2-7 16,6 1-3-16,-3-1 5 0,3 0 0 0,-3 0 5 15,3 0-5-15,-2 0-2 0,3-2 2 0,-1 4 0 16,0-3 3-16,0 1-3 0,-2-2 0 15,2 2 5-15,3 0-4 0,-5 2 6 0,5-2-7 16,-3 1-15-16,2-1 13 0,-2 1 2 0,1 0-3 16,2-1 9-16,-3 2-16 0,1-1 7 0,2-1 11 15,-1 0 2-15,1 2-12 0,-2-2-1 16,2 0 9-16,-2 2-6 0,2-2-5 0,2 0 15 16,-5-1-7-16,4 0 2 0,-1 3 3 15,-2-3-8-15,3-1 3 0,-1 3-16 0,-2-3 13 16,3-1-7-16,-4 3 7 0,5-3 2 0,-2 1-9 15,-2 0 22-15,2-3-15 0,0 2-5 16,-2 1 3-16,4-1 12 0,-2 0-7 0,-2-1-11 16,2-1 3-16,1 2 8 0,3 1 10 15,-6-2-23-15,3-2 20 0,3 4-12 0,-3-1-3 0,0 0 5 16,2 0-5-16,-2-1 8 0,1-1-6 0,2 1-2 16,-3-2 3-16,-1 4-6 0,2-2 11 15,1 0 0-15,-2-1-3 0,0-1 0 0,0 0-8 16,-3 1 6-16,5-3-3 0,-5 4-10 15,3-2 7-15,0-3 0 0,0 5 6 0,0-3-3 16,-1 1 20-16,2-1-20 0,1 0 6 0,-2 1 1 16,0-2-2-16,4 2-5 0,-2-1 11 0,-2-1-6 15,3 2 5-15,1-1-5 0,-4-1 3 0,3 1-6 16,1-1-9-16,-2 0 12 0,-2 1 0 16,4-2-13-16,-4 1 18 0,3-1-4 0,-1 1-6 15,-1 1 7-15,2-2-7 0,-3 0 0 0,3-1-2 16,-3 0 2-16,0 2 2 0,3 0 1 15,-10-2-3-15,17 1 5 0,-10-1-3 0,3 1 4 16,1-1-4-16,-2 0 3 0,-2 1 3 0,4-1-13 16,-4 2-5-16,3-2 4 0,-10 0 12 15,17 0 17-15,-7-2-23 0,-10 2 2 0,15-1 6 0,-3 1-3 16,-5-1 0-16,4 0 3 0,-4-1-6 16,3 0 14-16,0 2-11 0,1-1-5 0,-1 0-3 15,0-2 1-15,3 3 4 0,-3-3 8 16,1 3-2-16,-4-2-3 0,0-2 3 0,3 3-5 15,1-3 9-15,-1 2 11 0,-1-2-15 0,2-1-8 16,-4 3 28-16,3-1-15 0,-3-1 0 16,4 0-11-16,-2 1 3 0,-2-1 6 0,4-1-1 15,-1 2 13-15,-3-3-20 0,3 2 4 0,-3-1 3 16,3 1-2-16,-3-1 5 0,3 1-8 16,-3-1-5-16,3-2 10 0,-3 3 1 0,0-2 4 0,3-1-5 15,-3 2 0-15,2-1-12 0,-4-1 2 16,2 0-10-16,-1-1 15 0,1 1 0 0,1 1 8 15,-2-2-6-15,1 1-9 0,-1 0 12 16,1-1-10-16,0-1 13 0,-3 1-8 0,2 1 3 16,-2-3 7-16,4 3-7 0,-2-1-11 0,0-2 18 15,-2 3-4-15,3-1-27 0,-4-2 21 16,3 2 1-16,-1-2-9 0,1 3 11 0,-2-3 4 16,2 1 11-16,-2-2 57 0,-1 1 2 0,4 2-16 15,-6 1 6-15,5-3-21 0,-3 2 5 16,1-1-20-16,-4 1 5 0,6 0-5 0,-3-2 2 15,-2-1 6-15,2 3 7 0,1-5-15 0,-4 5-10 16,4-2 4-16,-4 2-14 0,3-2 14 0,-3 1-19 16,3-1 22-16,0 0-10 0,-2 0-13 0,-1 2 6 15,0-2-11-15,0 0 2 0,3 2-4 16,-3-1 10-16,0 1-8 0,0 0 15 0,3-1-4 16,-3 0-4-16,0 1-12 0,0-5 0 0,0 5 24 15,0 1-17-15,3-3 6 0,-3 2-21 16,0-1 11-16,0 1 10 0,0 0-6 0,0-1-2 15,0 1 3-15,-3 0 0 0,3 1-21 16,0-3 18-16,0 3-2 0,0 2-1 0,-3-3 6 16,3 0 5-16,0 1-8 0,-3-2 13 0,3 2-13 15,-1 0-5-15,-2-2 0 0,3 1 5 0,-3 0-2 16,0 1-9-16,2-3-4 0,-2 2 31 0,-1 1-16 16,4 1 0-16,-3-2 5 0,2 1-7 0,-2-2 7 15,0 0 3-15,0 2-11 0,1-2-17 16,0 1 7-16,-1 0 6 0,0-1 2 0,0 0 2 15,2 1 3-15,-3 0-5 0,1-1 0 16,0 2 0-16,2-1 6 0,-2 1-12 0,0 0 1 16,3-2-2-16,-3 1 7 0,2 0 0 0,-2 4 5 15,0-4-3-15,0 0-4 0,3 3 4 0,-2-4-12 16,-4 1 13-16,3 1 2 0,0 3-3 0,2-3-2 16,-2 0 3-16,-3-1-1 0,2 1-4 0,1-3 4 15,-1 6 9-15,0-3-9 0,-2 0 3 16,3 0-7-16,-1-1-6 0,-2 1 11 0,2 3-1 15,-3-2 3-15,3-2-12 0,1 5 2 16,-1-3 10-16,-2 2 0 0,0-1-3 0,1-2-2 16,-1 4-5-16,-1-3 3 0,3 3 7 0,-2-2-15 15,1 1 12-15,-4 0-2 0,5 1 0 16,-2-1 8-16,-1 1 2 0,0 0-10 0,3-1-3 16,-2 2 11-16,-1-3-13 0,1 4 2 0,6 1 9 15,-11-7-17-15,7 5 16 0,4 2-5 16,-13-3-2-16,8-2-3 0,-4 5 7 0,9 0 3 15,-13-2 1-15,6-3-14 0,-1 4 18 0,1 1-5 16,7 0-7-16,-16-2 4 0,8 1-2 0,-1 0 3 16,2-2-75-16,-3 3 13 0,10 0 8 0,-17-3-3 15,10 3 21-15,0-1-18 0,7 1 20 16,-17-1-5-16,17 1 0 0,-13 0 8 0,5-1 3 16,8 1 2-16,-13-4 5 0,6 4 5 0,7 0 8 15,-11 0-13-15,11 0 3 0,-10 0-1 16,10 0 6-16,-13 0-3 0,13 0-2 0,-11 0-3 15,11 0 18-15,-10 0 0 0,4 4 8 16,6-4-16-16,-15 1 5 0,15-1 3 0,-10 1-12 16,10-1 14-16,-14 1 3 0,8 0-7 0,6-1-1 15,-10 2-2-15,10-2-3 0,-7 3 11 0,2-2-1 16,-4 2-4-16,9-3-8 0,-10 1 2 0,3 2 13 16,0 0-10-16,7-3 2 0,-10 1-7 0,6 4 10 15,4-5 3-15,-10 3 2 0,3-1 2 16,7-2-7-16,-7 5-5 0,1-3 0 0,6-2 13 15,-7 1-6-15,3 4-2 0,4-5 6 0,-10 2-9 16,6 2-5-16,4-4 8 0,-9 2-2 16,5 0 2-16,-2 0 0 0,6-2 7 0,-11 5-1 15,4-3-9-15,7-2 3 0,-10 6-3 0,4-5 3 16,1 0-2-16,5-1-1 0,-10 5 3 16,4-4 5-16,6-1-10 0,-11 4 10 0,11-4-2 15,-7 4-3-15,7-4-3 0,-7 3 3 0,7-3-5 0,-9 1 18 16,5 2-15-16,-3 0 7 0,7-3 0 15,-7 1-15-15,1 4 12 0,2-3-2 16,-2 1-2-16,-2 1 2 0,4-1-8 0,-5 3 5 16,2-4 1-16,-1 5-24 0,-1 0-5 0,-1 2-20 15,-3-1-28-15,-2 3-44 0,-2 1-36 0,0 1-68 16,-4 5-306-16,3 2-273 0,-4-1 61 16,7-4 97-16,-4 0 65 0,1-2 55 0</inkml:trace>
  <inkml:trace contextRef="#ctx0" brushRef="#br0" timeOffset="207460.17">22167 7858 202 0,'17'-50'64'0,"3"2"-26"16,-2-2-51-16,2-2-10 0,1-2-54 0,6-8-35 15</inkml:trace>
  <inkml:trace contextRef="#ctx0" brushRef="#br0" timeOffset="-146428.83">12506 17198 314 0,'0'0'90'0,"0"0"12"0,0 0-4 15,0 0-9-15,0 0 14 0,0 0-1 0,0 0 5 16,0 0 6-16,0 0-26 0,0 0 82 0,0 0-18 16,0 0-10-16,0 0-21 0,0 0-5 0,0 0-15 15,0 0 0-15,0 0-18 0,0 0-5 16,0 0-6-16,0 0-12 0,0 0 5 0,0 0-13 15,0 0-2-15,0 0-16 0,0 0 13 16,0 0-5-16,0 0 13 0,0 0-26 0,0 0 18 16,24-7 8-16,-24 7-15 0,11-3 4 0,-5 2-5 15,5 0-12-15,-1-2 12 0,0 1-4 0,1 0-1 16,-1-3-5-16,4 4-84 0,-1-4 15 16,0 3 0-16,1-2 2 0,3-2 6 0,0 4 10 15,-3-4 3-15,3 3-1 0,1-2 11 16,-2 0 61-16,2 0 3 0,-1-1 0 0,3 2-3 15,-3-1-10-15,4-2-10 0,-1 3 12 16,1-2-2-16,-1-1-26 0,1 3 21 0,3-3-13 16,-1 1 5-16,1-1-7 0,-2 2-1 0,2-1 1 15,-1 1-6-15,4-4-15 0,-3 4 21 0,0-1-3 16,1-2-6-16,1 2-9 0,-2-1-3 16,1-1 8-16,2 1 4 0,0-1 1 0,-2 2-8 15,1-2-2-15,-2 1 7 0,3-1-7 0,-2 1-11 16,2-2 11-16,-4 2 2 0,2-1-18 15,2-2 15-15,-3 4 11 0,0 0-74 0,1-1-1 16,1-3-2-16,-2 3 31 0,0-1-15 0,0 1 4 16,-1-1-5-16,2 1 11 0,-1-2 12 0,0 2-2 15,0-1 8-15,4-3-1 0,-2 1-12 0,-2 2 18 16,7-2-8-16,0 1 2 0,-1-3 11 16,-2 3 0-16,-1 2 2 0,-2-2 3 0,5-2 5 15,-2 3-5-15,-2 0-3 0,-2-1 0 0,1 2 13 16,2-1-12-16,-3 0 4 0,-1-1-12 15,2 1 12-15,-1-2-7 0,0 2 15 0,0 0-7 16,-1-1-1-16,1 1 3 0,-3-3-10 0,3 1 15 16,-1-1-8-16,1 0 3 0,1-2-5 15,2 0 3-15,1 0 4 0,-1-1-9 0,-1-1 1 16,-1 2 14-16,2 0-5 0,0 0-16 0,-2-2 8 16,2 3-8-16,-4 2 28 0,-2 0-22 15,3-1 4-15,-3 0 8 0,2-1-7 0,-2 1-9 16,3 3-19-16,-4-4 27 0,1 0-5 0,0 1-9 15,-1 0 14-15,0 0 0 0,1 0-4 16,-1-2-1-16,-2 2-2 0,3-3 10 0,-2 2 2 16,-1-1-12-16,3 0 10 0,-4 1-5 0,3 0 5 15,-3-1 3-15,0 2-6 0,-4 3 6 16,2-2 4-16,-5 1-2 0,4-3 1 0,-1 5 1 16,-3-2 9-16,1-1-14 0,-4 2 11 0,2-2 0 15,2 3-6-15,-4-3 1 0,-3 2 0 0,5 0-8 16,-5-1 7-16,3-1 14 0,-3 0-6 0,2-2-7 15,-3 1-3-15,-2-1-5 0,2-1 5 16,-3 1 3-16,0-2 2 0,0 0 0 0,0-3 3 16,-3-2-3-16,2-1-2 0,-2 2 5 15,0 0 18-15,0-2-14 0,-1 0 1 0,0-1 0 16,0-1-5-16,1 0 8 0,-3 1-11 0,2-3 10 16,-2 6-12-16,3-4-8 0,-2 4 8 0,2-1 7 15,-1-2-7-15,-2 0-6 0,3 0-2 16,-1 4-2-16,1-1 17 0,-5-2-15 0,5 0-8 15,-4 3 14-15,1 1 1 0,-1-5-2 0,0 0-2 16,0 6-1-16,0 0 11 0,-2 0-8 0,1 0 6 16,1 0-9-16,-3 0 14 0,4 2-24 15,-5-1 23-15,4 1 6 0,-3 0-24 0,-1 1 11 16,2-1-3-16,2-1 3 0,-3 4-1 0,-1-1 4 16,1 2-4-16,0-4 3 0,-1 5-4 0,1-2-6 15,0 0-8-15,-1 2 21 0,-2 0-6 16,2 1-9-16,-2 0-3 0,3-2 2 0,-4 1 3 15,1 0-2-15,2 5 7 0,-2-4 0 16,2 0-3-16,0 4-7 0,-2-2 8 0,-1 2-1 16,1-3 3-16,-4 4-7 0,3-4 4 0,1 6-2 15,-1-3 6-15,0 2-1 0,-3-2-5 16,1 2 0-16,1 1 5 0,-1 0-5 0,-2 0 0 16,1 0-16-16,0 0 22 0,-1 0-6 0,-1 1-3 15,-2 3-5-15,0-2 3 0,1-1 5 16,2 3 13-16,-6-1-8 0,4 0 5 0,-7 2-15 15,0-2 3-15,2 3 7 0,-2-1 2 0,0-1 9 16,3 3-3-16,-3-1-16 0,-1-2 3 0,1 3-5 16,0 0-3-16,-1 0-5 0,1-3 8 0,-4 6 3 15,3-3-1-15,1 1 6 0,-7 2-8 16,3-3 7-16,4 1-2 0,-4 2 5 0,0-2-2 16,2 4-3-16,1-2 2 0,0-1-17 15,4-1 0-15,-3 2 15 0,0-2 0 0,2 0-3 16,-5 4 6-16,6-3 4 0,-3 0-1 0,3 0-6 15,-1 1 0-15,-2 0 5 0,3-2-8 0,-3 5 8 16,-3-2-10-16,-1 0 13 0,3 0-6 16,-2 0-4-16,-1-1-1 0,0 5 8 0,1-5-15 15,2 3 2-15,-3-1 8 0,0-4-15 0,1 6 10 16,2-3 8-16,-2-1 2 0,2 2 2 0,4-2 14 16,-3 0-8-16,0 3-16 0,3-3 3 15,-4 0 0-15,1 4 0 0,3-3 0 0,0-1-8 16,-3 4 8-16,0-3 3 0,2 4-8 15,-2-2 7-15,-1-1-2 0,4-2 3 0,-3 5-11 16,0-2 8-16,0-1-2 0,-1 1-1 0,4-1-2 16,0-2 2-16,0 1 3 0,1 0 11 0,2-1-4 15,-3 3-12-15,0-3 0 0,1 0 13 16,2 3 2-16,-3-4-13 0,0 1 3 0,4 0 13 16,-1 2-23-16,-3-1 7 0,4 0-2 0,-1-2-5 15,0 3 10-15,1-2-5 0,0 2-3 0,2-2 13 16,5 0-5-16,-5 0-12 0,2-1 7 15,2 0 2-15,3-1 6 0,-2 2-6 0,-1-1 6 16,4-2-3-16,-4 2 0 0,7 1-8 0,-3-1-5 16,0 0 8-16,3-1 5 0,0 1 10 15,0 1 11-15,-2-1-32 0,1 0 6 0,1 3-5 16,1 0 2-16,-1-4 14 0,-1 3-9 16,2 3 6-16,2-4-1 0,-2 0-2 0,-1 4 0 15,0-2 8-15,3-1-13 0,1 3 0 0,-3-3 5 16,2 0 0-16,1 5 5 0,-1-5-5 0,1 3-8 15,-1-2 3-15,1 1 0 0,0-1 7 0,2 2 6 16,-2-1 0-16,0 0-11 0,3 0 11 16,-3-1-8-16,3 2 0 0,-1 1-5 0,1-1 5 15,0-1-5-15,0 0 2 0,0 0-2 0,0 0 5 16,1 1-3-16,-1-2 8 0,3 1-10 16,-3-1 5-16,0 1-2 0,3 1-3 0,-3-2 7 15,0 1-10-15,3-1 3 0,-3 2-5 0,1-1 13 16,-1-1-6-16,3 1-5 0,-3-1-4 0,3-1 7 15,1 2 17-15,-4-2-22 0,3 1 2 16,1 1 6-16,-4-2-8 0,3 1 20 0,0 1-8 16,-2-1-7-16,5 1 0 0,-3 1 10 0,-2-2-7 15,6 1-1-15,-4-2 6 0,1 3-8 16,-1-2 5-16,3 2 0 0,-2-1 0 0,2 1 15 16,-1-1-20-16,1 0 13 0,-2-1-11 0,3 2 0 15,-1 0-2-15,2-1 8 0,1 2-11 16,-2-2-5-16,0 0 18 0,0 1 19 0,0 2-24 15,3-3 2-15,-3 1 11 0,3 1-18 0,0 0 7 16,-3-2-7-16,4 1 0 0,-4 0 8 0,3 0 2 16,0-1-13-16,3-2 11 0,-3 1 7 0,1-1-13 15,3 0 8-15,3 1-2 0,0-2 2 16,3 0-7-16,0-1 4 0,5-1-22 0,2-1-37 16,1-1-73-16,6 0-47 0,-4 0-230 0,5 1-289 15,2-1 74-15,-2 0 51 0,-4-3 62 16</inkml:trace>
  <inkml:trace contextRef="#ctx0" brushRef="#br0" timeOffset="-145396.08">15699 15463 790 0,'0'0'180'0,"0"0"-14"0,-10 0-20 15,10 0-5-15,0 0-24 0,0 0-1 0,-10 0-29 16,10 0 2-16,0 0-7 0,0 0-5 0,0 0 2 16,0 0-12-16,0 0 12 0,0 0 3 15,0 0 8-15,0 0-8 0,0 0-3 0,0 0-5 16,17-7 21-16,-7 2-31 0,3 0 0 0,2-1-10 15,5-1 71-15,0-2-7 0,8-3-8 16,6 1-5-16,-3-2-10 0,17-2-14 0,-1-3-1 16,-2 1-11-16,-7 2-13 0,-5 3-5 15,-2 0 1-15,0 1-6 0,0 3-10 0,-7-1 2 16,0 0 0-16,-4 5-2 0,-2-5-15 0,-2 5 4 16,-2-1-4-16,0-1-1 0,-3 5 6 0,-2-3-16 15,1 1 3-15,-2 0-11 0,-1 1-22 0,-1-3-39 16,-6 5-49-16,10-1-58 0,-7 1-85 15,-3 0-499-15,0 0-13 0,0 0 80 0,0 0 87 16,0 0 35-16</inkml:trace>
  <inkml:trace contextRef="#ctx0" brushRef="#br0" timeOffset="-144693">15857 15629 491 0,'0'0'215'0,"6"2"-18"0,-6-2 62 0,14 0-16 16,-4 0-18-16,3-1-18 0,2-3-15 0,1 1-2 15,8-4-16-15,-2 4-5 0,5-4-26 16,3 0-76-16,-6-1-3 0,6 0-21 0,-5 1 3 16,2 1-13-16,-3-1-4 0,-3 2-4 0,-4 1-2 15,3-2-10-15,-6 3-8 0,0-1-2 16,-1 3 4-16,-3-2-24 0,1-1-19 0,-7 4-49 16,-4 0-73-16,12-3-173 0,-11 3-383 0,-1 0 67 15,0 0 78-15</inkml:trace>
  <inkml:trace contextRef="#ctx0" brushRef="#br0" timeOffset="-144375.92">16216 15122 885 0,'0'0'297'0,"7"-6"-28"16,-1 6-26-16,-6 0-28 0,13 0-26 0,-2 4-7 16,-1-2-21-16,0 5-97 0,4-2 3 0,0 6-11 15,0 0-17-15,2 3-3 0,-1-1 10 0,-2 5-5 16,4 1-8-16,-4-1-5 0,-3 2 62 16,1 3 4-16,-4 0-12 0,-3 2-18 0,-1 0 8 15,0 1-11-15,-6 0-12 0,3 1 0 0,-4 1-8 16,-2 2-8-16,-1 2 0 0,-1-4-18 15,-1-3-7-15,2 0-13 0,1-2-33 0,-1-1-29 16,-1-2-30-16,5-5-95 0,-4 2-213 16,4-7-332-16,0-2 74 0,-1 0 74 0,4-3 37 15</inkml:trace>
  <inkml:trace contextRef="#ctx0" brushRef="#br0" timeOffset="-143895.58">16588 14826 693 0,'0'0'274'0,"0"0"-31"0,10 12-23 0,-6-4-17 15,-1 2-27-15,4 4-4 0,0-1-24 0,3 5-17 16,-3 4-8-16,4-4-16 0,-2 6-7 15,-2-5-13-15,0 5-5 0,1-3-10 0,1-1-11 16,-5-3 3-16,-1 0-13 0,3 1 3 0,-2-3-5 16,0 2-1-16,-4-5-15 0,4-2-4 0,-4 1 12 15,3-4-6-15,-3 1-1 0,-3-2-14 16,3-2 3-16,0-4-10 0,0 0 2 0,0 0-15 16,0 0 3-16,-21-17 2 0,17 5 0 0,-2-4 3 15,1-6-3-15,-1-1 3 0,2-2 4 16,-2-6-19-16,-1-1 14 0,4 0-1 0,0-2 1 15,-2 0-9-15,5 1 20 0,-3 2-65 0,3 3 19 16,3-2 0-16,-3 5 5 0,0 0-2 16,1 7 9-16,3 1 8 0,-1 0-4 0,3 1-16 15,-2 2 15-15,2 6 0 0,1-2-2 0,4 6 17 16,-1 0-10-16,4 4 8 0,-1 4-2 0,1 0-8 16,3 6 15-16,1 4-10 0,2 0 0 15,0 4-1-15,0 1 4 0,-2 6-11 0,0 0-25 16,-2 0-34-16,1 4-30 0,-6-2-52 0,1 2-192 15,-1 0-368-15,-4-3 67 0,0-3 81 16,-4-5 41-16</inkml:trace>
  <inkml:trace contextRef="#ctx0" brushRef="#br0" timeOffset="-143025.39">16619 14991 824 0,'0'0'243'0,"3"-12"-33"15,1 5-8-15,2-2-23 0,1-3 0 0,7 1-23 16,0-3-22-16,6 0-17 0,4-3-4 16,-3 1-16-16,6-5-2 0,10-4-16 0,1 0 1 0,-6 0-21 15,2-2-6-15,0 2 1 16,-4 2-8-16,-5 5-5 0,-2-2 3 0,1 1 7 0,-7 5-26 15,0 1 16-15,-3 3-10 0,-1 0 15 16,-3-3-23-16,-2 6-10 0,-5 3 7 0,0 0-14 16,-3 0 1-16,0 4 6 0,0 0-8 0,0 0 3 15,0 0-8-15,-27 7 5 0,17-3-3 16,-1 2-7-16,1 0 8 0,0 0 2 0,-1 1 0 16,2 0 8-16,2 1-21 0,3 2 3 0,1-2 0 15,0 0-3-15,3 1 8 0,3-1-10 0,0 6 20 16,4-3-15-16,3 3 13 0,4-3-23 15,0 6 9-15,3-3 6 0,0-2-12 0,3 5 9 16,-3-2 3-16,4 0 0 0,-1-1 8 0,-3-1-8 16,-2 3 2-16,1-2-7 0,-2 2 3 15,-4-4 4-15,-3 1-9 0,0-1 9 0,-3-2-2 16,-1 2 5-16,0-1-12 0,-6-2 17 0,3-1-8 16,-3 2 6-16,-1-3-16 0,0-2 21 0,-2-2-8 15,2 3 8-15,-2-4-16 0,6-2 19 16,-10 2-11-16,10-2 0 0,-11-5 5 0,10 0-7 15,-2-3-1-15,3 4 1 0,0-9 0 16,3 5 14-16,-2-4-11 0,5-3-1 0,5-4 2 16,-4-2-4-16,3 1 56 0,1 0 10 15,2-1-5-15,1-5-5 0,-1 2-13 0,0-1 3 0,-2 3-24 16,-1 1 16-16,0 0-8 0,1 3-2 16,-4 3 2-16,-1-2-17 0,1 7 7 0,-3-1-3 15,0-1-2-15,-4 5-10 0,0 1-8 0,-4 1 7 16,0-1-1-16,4 6-6 0,-16-1-8 15,9 1 5-15,7 0 1 0,-18 1 4 0,9 2-7 16,-1 0 8-16,2-2-8 0,1 3 2 0,1-1 8 16,2 0-20-16,-3 4 12 0,4-3-12 0,2 0 12 15,1 4 6-15,4-1 0 0,0 2-9 0,3-2 4 16,3 4 15-16,1-3-16 0,2 5-7 16,3-2 10-16,2 0-3 0,0 2 3 0,1-3-7 15,-1 0 2-15,-2 3 5 0,2-2 2 0,-5-3 3 16,1 2-5-16,-4 1-7 0,0-1 4 15,-2 1 8-15,-2-3 3 0,-6 2-3 0,1 1-5 16,-2 0 13-16,-2-1-6 0,-4 3 1 16,-3-3 2-16,0 0-2 0,-3 0 0 0,1-3-6 15,-1 1-4-15,-1-1 17 0,1 0 3 0,-1-4-3 16,0 1 1-16,4-1-19 0,-4-2 0 0,4-1 16 16,-1 0 5-16,1 0-8 0,10 0-38 0,-13-3-10 15,7-2-36-15,1 1-11 0,2-4-43 16,3 2-36-16,0-3-40 0,3-1-81 0,-3-2-109 15,8 4-333-15,-5-3 80 0,4-3 48 0,0 1 59 16</inkml:trace>
  <inkml:trace contextRef="#ctx0" brushRef="#br0" timeOffset="-141530.06">17538 14583 555 0,'7'-4'166'15,"-7"4"-15"-15,0 0-28 0,4-3 87 0,-4 3-5 16,0 0-34-16,6 11-2 0,-6-3-15 15,4 1-21-15,-4 1-5 0,3 2-8 0,-3-1-5 16,3 1-12-16,-2 1-21 0,2 1-3 0,1 0-2 16,2 1-11-16,-2-4-9 0,2 6-1 15,1-4 0-15,-3-1-15 0,6 1-5 0,-3-1 0 16,0-4 10-16,4 5-10 0,-2-8-16 0,-2 2 11 16,3 0 0-16,1-4 0 0,-1 2-16 0,-3-3-10 15,3-4 8-15,-10 2-8 0,17-7-15 16,-11 3 12-16,2-4-4 0,-5-3-3 0,4 1-1 15,-4-5 14-15,-2-2-8 0,2-1-5 0,-3 3 10 16,3-3 13-16,-3 1 10 0,0 5 18 16,0-1 0-16,0-2 3 0,0 5 2 0,0-1 3 15,-3 2 0-15,6 2-82 0,-6-1 2 0,3 1-2 16,0 3 12-16,0 4-17 0,-4-5 13 16,4 5-1-16,0 0 14 0,0 0 1 15,0 0-4-15,-10 15 5 0,10-8-5 0,0 1 5 0,0-2 5 16,1 2 0-16,2 4-8 0,0-2 5 15,0 0-2-15,1-2 5 0,2 1 3 0,2-1-13 16,-1 2 10-16,2-2-8 0,-2-1 13 0,4 1-18 16,2-2-15-16,-2-3-10 0,2 1-24 15,1-2-22-15,-3-1-29 0,5-4 3 0,-5-1-79 16,2 2-34-16,-3-5-107 0,4-1-75 0,-7 0-178 16,3-4 207-16,-2-1 178 0,-2 1 127 15,-2-1 91-15,2-4 34 0,-3 7 41 0,-3-5 30 16,4 5 13-16,0-1-5 0,-1 0 16 0,-3 3-11 15,3 2-12-15,-2 0-16 0,2 0-3 0,0 1-20 16,-3 5-2-16,4-4-11 0,-4 4 5 16,0 0-10-16,14 7-10 0,-11-1 13 0,4 2-3 15,-4 1-13-15,4 1-10 0,-4 0 11 0,0 0-6 16,2 3-20-16,-2-2 7 0,0 2-7 16,-3-1-1-16,0-4 4 0,0 6 4 0,0-5 1 15,3-1-9-15,-3 0 16 0,-3-1 8 0,3-3 13 16,0 3-6-16,0-7-5 0,-6 8 3 0,6-8 3 15,-5 2-11-15,5-2-10 0,0 0-5 16,-7-11-11-16,4 3-79 0,0-2 16 0,3-3 10 16,-3 1 0-16,3-3 0 0,0 0 2 15,3-1 0-15,0-1-4 0,0 5 2 0,1-2 10 16,-1 0 2-16,2 4 6 0,1 2-3 0,-2-3-10 16,5 4 36-16,-5 0-23 0,6 5 7 0,-6-1-10 15,-4 3-5-15,16 2-2 0,-8 1 12 16,-1 1 1-16,2 0-4 0,-2 4 4 0,1-1 20 15,-2 2-26-15,-2-1 10 0,2 2-10 0,-2-2 13 16,-1-1-5-16,0 3 10 0,2-3-2 16,-5-1-3-16,3-1-3 0,0 2 16 0,-3-3-8 15,0-4-2-15,3 4-1 0,-3-4-7 0,0 0 8 16,0 0-6-16,0 0 14 0,0 0-14 0,0 0-2 16,-6-17 15-16,6 9-10 0,0-3 5 15,0-3 3-15,0 2-3 0,0-2 0 0,0 0-2 16,3-3 2-16,0 5-13 0,-2-2 31 15,2 1-31-15,0 1 3 0,0 1-2 0,1 1-1 0,-1-1 5 16,1 5 1-16,0 1 17 0,2-1-25 16,-3 5 10-16,-3 1-26 0,0 0 24 0,14 8-16 15,-10-2 15-15,-1 3 11 0,4 1-13 0,-4 0 2 16,4 4 1-16,-4-3-8 0,1 4-6 16,3-1 6-16,0-3 20 0,-1 6-7 0,-2-5 12 15,6 1-2-15,-3-1-8 0,-3-1-5 16,6-1 8-16,-4-2-11 0,2 1 24 0,-2-2-24 0,4-2 1 15,-3-1 12-15,1-2-10 0,1-2 5 16,-9 0-3-16,14-3-12 0,-7-4 0 0,0 5 5 16,0-6-16-16,-4-2 9 0,3-2-1 15,-1 1-3-15,-2-4 4 0,0-2 4 0,-3 4 0 16,4-3 3-16,-4 2 3 0,0-1 4 0,3 4 14 16,-3-2 1-16,0 5 1 0,3-2-18 0,-3 6 0 15,0 0 11-15,0 4-14 0,3-5 13 16,-3 5-15-16,0 0 8 0,4 17-14 0,-4-6 19 15,3 3 7-15,1 0-4 0,-3 5-9 0,2 0 1 16,3 0-1-16,-2 4-2 0,2-4-2 0,-2 3-3 16,3-1 12-16,0-1 6 0,-1 0-23 15,-2-3 20-15,2-1-15 0,-2 0 5 16,0-2-8-16,-1-2 11 0,1-2-3 0,-1-3-3 0,-3 1 6 16,3-1 0-16,-3-4-16 0,0-3 0 15,0 0-10-15,0 0 0 0,0 0-21 0,-13-12 21 16,9-1-23-16,-3-1 18 0,1-3 5 0,-1-5 0 15,-4-2-3-15,7-2 1 0,-2-6 7 16,-1 0-13-16,1 2 26 0,3-4 0 0,2-2 2 16,-3 10 1-16,4-2 12 0,0-1 5 0,5 4-7 15,-2 0 7-15,0 4 1 0,4-1 4 16,-1 5-4-16,1 2-16 0,4 1 15 0,-1 1-15 16,4 5 18-16,-1 0-23 0,0 3 10 0,-2 3-3 15,2 2-7-15,-1 5 0 0,-2-2 0 0,0 6 15 16,0 4-5-16,-3-3 1 0,-1 7 6 15,-2-4-1-15,-4 5-11 0,0-2 7 0,-3 1 11 16,-1-2-10-16,-2 3-11 0,-2-2 1 0,-2 0 9 16,0 2-4-16,3-7 5 0,-7 3 2 15,4-3 0-15,-1-1-5 0,-2-2-7 0,3 3 27 16,-1-5-14-16,2 1 1 0,-1-3-17 0,2 0 16 16,1 0-17-16,-2-2 14 0,2 0-8 0,7-2-5 15,-11 4-36-15,11-4-33 0,-7 0 12 16,7 0-30-16,0 0-38 0,0 0-34 0,0-7-108 15,0 7-383-15,10-9 66 0,-2 3 37 0</inkml:trace>
  <inkml:trace contextRef="#ctx0" brushRef="#br0" timeOffset="-141245.65">18663 13976 706 0,'3'22'266'15,"-2"-12"-25"-15,2 0-13 0,0 5-19 0,0 3-29 16,2-1-4-16,1 6-22 0,-2 1-8 0,2 0-26 16,-2 1-2-16,2 0-8 0,-2 0-18 0,3-2-7 15,-4 2-6-15,1-4-5 0,-1 4-10 16,0-7-15-16,1 1-26 0,-4 0-21 0,3-3-12 15,-3-1-39-15,4-4-45 0,-4-1-68 0,-4 0-163 16,4-2-355-16,-3-1 27 0,-1 0 64 16,-2-4 64-16</inkml:trace>
  <inkml:trace contextRef="#ctx0" brushRef="#br0" timeOffset="-140246.16">18567 14422 560 0,'-6'-6'189'0,"3"2"-17"0,2 0-11 0,1-3-23 16,0 7 13-16,0-12-12 0,1 4-19 15,2-1-18-15,4 1 3 0,-1-1-25 0,4-5 4 16,-2 6 3-16,5-3-15 0,-3-2 79 0,4 3 2 16,-1 0-25-16,-2-3-12 0,2 3-9 15,2 2-2-15,-2-1-8 0,0 1-20 0,1 0-8 16,-4 5 6-16,4-1-24 0,-3 1 10 0,2 2-25 16,-2 1 10-16,-2 1-2 0,1 2-11 0,1 1-5 15,-1-1 8-15,-3 5-8 0,1-1-10 16,1 3 0-16,-2-2 5 0,-1 0-5 0,-2 1-11 15,0 3 14-15,0-2-13 0,-1 1-6 16,0-3-7-16,1 1 15 0,-1 3-23 0,-3-4-2 16,3-2-13-16,0 1-3 0,1 1 6 0,-4-1 7 15,4-1-10-15,-1-2 12 0,0 1-12 0,1-2 13 16,-4-3-1-16,6 6-4 0,-6-6 2 0,7 0 8 16,-7 0-6-16,0 0-4 0,15-7 7 15,-9 4-5-15,-3-2 10 0,1-2-7 0,2 2 2 16,-1-1 11-16,-2 0 7 0,0-2 5 15,0 5 11-15,1-4-1 0,-4 0 18 0,3 6-14 16,0-6-4-16,-3 7 0 0,4-5-7 0,-1 3 3 16,-3 2-6-16,0 0-2 0,0 0 2 15,0 0-5-15,0 0 15 0,0 0-14 0,14 13 1 16,-11-11 3-16,1 4 3 0,-1-2-5 16,0 3-8-16,1-1 5 0,3-4 3 0,-6 4-13 15,5-2 10-15,-3 1 5 0,1-2-5 0,2 2 0 16,-3-3-10-16,-3-2 20 0,5 6-7 0,-5-6-13 15,6 2-3-15,-6-2 11 0,0 0-6 0,0 0 1 16,0 0 4-16,0 0-9 0,-3-16 14 16,0 9-4-16,-1-3 5 0,0 2-14 0,1-3 9 15,-1-3 10-15,-2 1-6 0,3-1 9 0,-1-1 2 16,1 2-3-16,-1 1-56 0,4-3-10 16,-3 5 10-16,2-1 0 0,1-3 3 0,0 6 7 15,4-2-2-15,-4 2-1 0,7-1 9 0,-6 2-1 16,5 1-2-16,-3 4 13 0,4 0-3 0,0 0 7 15,3-1-1-15,-10 3-9 0,14 6 3 16,-3-5 8-16,-2 6 0 0,-2 0 7 0,3-3-7 16,-2 5 13-16,1 1 2 0,-5-1-5 15,3 1-5-15,0-1-1 0,-3 1-4 0,2-2 13 16,-3 1-1-16,1-1-2 0,-1 0 11 0,0 1-4 16,-3-5-14-16,3 0 25 0,-2 3-21 15,3-2 6-15,-4-5-3 0,0 5 10 0,0-5 0 0,0 0-10 16,0 0 5-16,0 0-7 0,0 0 9 15,0 0-4-15,-8-17-11 0,8 7 3 0,0-3 8 16,0 3-1-16,3-2-7 0,-2-1 0 16,-1-2 2-16,4 5 3 0,-1-2 3 0,1-1-6 15,-1 3-7-15,0 1 13 0,0 0-11 0,-2 0 5 16,5 2-2-16,-3 1 3 0,2 3 4 16,-2-1-7-16,-3 4 8 0,10 0-3 0,-10 0-11 0,10 7 6 15,-3-1 3-15,-3 1 2 16,2 3-10-16,-2 0 15 0,2 2 0 0,-2 1 0 0,3 2-3 15,-3-3-4-15,2 3 2 0,-3-1-3 16,4 1 3-16,-4-1-10 0,1 0 10 0,0-3 5 16,2 0 0-16,-2-1-10 0,-1 1 8 0,1-3-6 15,-1-1 19-15,0 1-6 0,0-2-5 16,2-2-2-16,-2 2-9 0,0-4 12 0,-3-2 9 16,10 2-15-16,-10-2 0 0,10 0 15 0,-10 0-10 15,11-6 0-15,-7 2 1 0,2 2 9 0,0-4-2 16,-5 4-13-16,-1 2-8 0,10-7-5 15,-9 5-23-15,-1 2-30 0,6-6-37 0,-6 6-63 16,0 0-67-16,0 0-486 0,0 0 71 0,0 0 44 16,0 0 51-16</inkml:trace>
  <inkml:trace contextRef="#ctx0" brushRef="#br0" timeOffset="-115344.89">15152 3935 304 0,'0'0'92'16,"0"0"16"-16,0 0-24 0,-3-6-7 0,3 6 10 16,0 0-28-16,0 0-5 0,0 0-11 0,0 0 11 15,0 0-23-15,0 0 12 0,0 0-7 0,0 0 5 16,-10 13-5-16,10-9 10 0,-4 3-15 15,0-1 7-15,1 2 13 0,0 0-33 0,-1 1 23 16,1-1-10-16,0 1 2 0,0 1 8 0,2 0-13 16,-2 4-10-16,-1-3 8 0,1 2-24 0,0-1 19 15,2 5-19-15,-2-2 9 0,3 0 17 16,-3 3-21-16,3-1 88 0,-3-2-8 0,2 3-15 16,-2 0 5-16,3-1-21 0,-3 3 8 15,3-2-21-15,-4-2 6 0,4 1 0 0,-4 0-6 16,4 2-4-16,-3-2-4 0,0-1-1 15,3 4-4-15,-4 0-1 0,4-1 6 0,-3 2-4 16,0-2-3-16,0 5-10 0,2-2 10 0,-2-2 6 16,0 0-14-16,3 1-22 0,-5-2 30 15,2 5-10-15,0 0 5 0,0-5-21 0,2-1 3 16,-2 3 16-16,0-3-14 0,3 0 9 0,-3 1-6 16,2 0-2-16,-2-1 10 0,0 1-13 0,-1-1 13 15,4 2 0-15,-3-2-3 0,2-1 3 16,1-1-8-16,-3 2 0 0,3-2 1 0,-3 0 1 15,3 1 9-15,0-4-3 0,-3 3-13 0,3 3 8 16,-1-4-6-16,1 4 11 0,-3-1 3 0,3-2-6 16,-3 1 6-16,3 0-6 0,-3 0 13 15,2 0 0-15,1 1-12 0,0 0-9 0,-3 4 21 16,3-1-12-16,-4-1 2 0,1-1-3 0,3 4-15 16,0-4 21-16,-1 0-9 0,-2 1 1 15,3-1 3-15,0-1-11 0,0 4 2 0,-3-2 9 16,3 1-1-16,-3-2 3 0,3 4-13 15,0-4 0-15,-3 0-5 0,2 1 18 0,1 1-82 16,-3 4 13-16,3-2 5 0,-3 0-5 0,3-4 12 16,-3 3 34-16,2-4-15 0,1 2 7 0,0 2 5 15,-4 2 1-15,4-4 14 0,-3 2 16 0,3 0-15 16,-3-3 10-16,2 2 2 0,1 1-4 16,0 0-6-16,0 3-8 0,-3 0-4 0,3-4 12 15,0 1 13-15,0-4-25 0,0 2 25 16,0 1-5-16,-3-2-3 0,6-1 5 0,-3-1-20 15,0-2 21-15,0-1-11 0,0 1-2 0,0-3 2 16,3 3-2-16,-3-6-11 0,0 2 13 16,0 1-10-16,0-3 13 0,1 0-26 0,-2-1-28 15,1 0-58-15,0 1-65 0,-3-1-241 0,0 0-329 16,0 1 91-16,-1-7 57 0,-2-2 66 0</inkml:trace>
  <inkml:trace contextRef="#ctx0" brushRef="#br0" timeOffset="-113965.55">14944 6234 302 0,'0'0'115'0,"0"0"-5"0,0 0 2 0,0 0 6 15,0 0-31-15,0 0-2 0,0 0-11 0,0 0 21 16,0 0-19-16,0 0-4 0,-1-6-16 15,1 6 11-15,0 0-26 0,0 0-3 0,0 0-2 16,0 0-3-16,0 0-2 0,-3-5 10 0,3 5-10 16,0 0-1-16,0 0 11 0,-3-5-20 15,3 5-1-15,0 0-4 0,0 0 2 0,0 0 2 16,0 0 6-16,0 0-8 0,-4-2-3 16,4 2-10-16,0 0 16 0,0 0-6 0,0 0 18 15,0 0-15-15,0 0 18 0,0 0-5 0,0 0-3 16,0 0 0-16,0 0 59 0,0 0 21 0,0 0-3 15,0 0-16-15,0 0-10 0,17-5-2 0,-17 5-5 16,14 2-3-16,-4-2-2 0,1 0-6 16,2 0-5-16,1 0-7 0,3-2-3 0,1 2 10 15,1 0-12-15,2 0-13 0,3-1 10 16,-4 0-8-16,5 1 5 0,2-2-5 0,0-1-2 16,4 2-10-16,0-2 7 0,3 3-79 15,-3-4-1-15,3 1-4 0,7 2 31 0,0-3-16 16,-7 2 7-16,4 1 11 0,3 0 3 0,0 1-6 15,0-2 8-15,-1-1 3 0,-1 2-8 0,2 1 13 16,3 0-1-16,-3-2 6 0,3 2 5 0,-2-1-5 16,-1 1 0-16,-1 0-3 0,-2 0 1 15,-3 0-4-15,2 0 11 0,-3 1-2 0,1-1-3 16,2 0-3-16,0 0-5 0,-2 0 6 16,2 0 2-16,-2-1-3 0,-1 1 3 0,3 0 23 15,5 0-16-15,-8 0 8 0,7-2 3 0,2 0 0 16,-1 0 5-16,-1 0-10 0,0 1 15 0,4-4-3 15,-1 4-10-15,-3 0 8 0,3-5 5 0,-3 3-10 16,1 1-5-16,-1-3 2 0,-1 4 72 16,2-5-3-16,-2 4-10 0,-2-3-17 0,-1 4-6 15,1-2-3-15,-3-3 6 0,5 4-8 16,-9-2-3-16,3 2-10 0,0 0 6 0,0 0-1 16,2-2-8-16,4 1-4 0,-9 1 5 0,3-2 2 15,0 2 0-15,-3 1-13 0,3-4 1 16,-3 5-14-16,-1-1 16 0,-2 0-5 0,-1 1 2 15,-2-2-7-15,-5 2-6 0,3 0 9 16,-5 0-14-16,-1 0 11 0,-3 0-16 0,2-3-5 0,-5 3-12 16,-1 0-9-16,0 0-12 0,1 0-15 15,-11 0-11-15,16 0-43 0,-9 0-62 0,-2-1-122 16,-5 1-443-16,9 1 40 0,-9-1 75 0,0 0 69 16</inkml:trace>
  <inkml:trace contextRef="#ctx0" brushRef="#br0" timeOffset="-113581.95">17856 5920 678 0,'0'0'225'16,"4"-4"-15"-16,-4 4-18 0,7-5-28 0,-1 4-16 16,-6 1-10-16,14-1-7 0,-7 1-16 0,-7 0 0 15,18 1-12-15,-8 0-14 0,3 1-2 16,-2 2 0-16,2-1-23 0,1 2-66 0,-1-1 10 16,1 3 4-16,3 2-14 0,-4-1-6 15,2 0 18-15,-2 6 3 0,4-3 2 0,-4 3-9 16,2 2 1-16,-2 0 6 0,-2 0-8 0,-1 2 11 15,-1 0-1-15,-2-2-7 0,-2 0 27 0,-2 2-22 16,0-2-20-16,-3 1 19 0,0 1 4 16,-6 0 14-16,-2 2-14 0,-2-1-3 15,-3 5 10-15,-8-4-8 0,-3 3-30 0,-10 2-34 0,0 0-87 16,-11 0-189-16,4-5-381 0,7-5 89 16,3 0 59-16</inkml:trace>
  <inkml:trace contextRef="#ctx0" brushRef="#br0" timeOffset="-112415.42">15077 3871 435 0,'4'-3'123'0,"-4"3"25"0,0 0-33 0,0 0-5 16,0 0-30-16,0 0 7 0,0 0-5 16,0 0-6-16,0 0 1 0,-11 20 2 0,8-12 3 15,-4 2-10-15,1 2-5 0,-1 4-9 0,-4 0 12 16,1 1-9-16,0 0 8 0,-1 2 64 0,-2-1-20 16,2 3-6-16,-2-3-15 0,3 0-12 15,-1 0-6-15,1 2-10 0,0-7 8 0,2 1-19 16,2-1-81-16,-1 1 16 0,1-5 6 15,2 3-4-15,-3-3-10 0,3-3-1 0,1 1 31 16,0 0 6-16,0-2-3 0,2-2-6 0,1-3-2 16,0 0 1-16,0 0-4 0,0 0 19 15,0 0-9-15,0 0-9 0,7-12-3 0,-4 2 10 16,1-1 0-16,0-3 11 0,2-1-16 0,-2-1 15 16,2-3-12-16,-2-1 8 0,3 1-14 0,3-2-2 15,-3 3 3-15,0-1-1 0,3 2 8 16,-3 3 8-16,0-1-7 0,-1 2-14 0,1 1 26 15,0 2-20-15,0 2 15 0,0 1-13 0,0 0 10 16,6 2-15-16,-3 0 18 0,1 5-13 16,3 0 13-16,2 4 2 0,5-3-2 0,-3 7 0 15,5-1-5-15,1 2-5 0,0 1-1 16,3 5 1-16,-2-2 2 0,2 3 16 0,-4 1-11 16,1 0-2-16,1 1-5 0,-1 1-16 0,-4-2-15 15,4 1-43-15,-7-3-60 0,0-3-132 0,0 2-464 16,-7-3 46-16,0-2 80 0,-2-2 40 0</inkml:trace>
  <inkml:trace contextRef="#ctx0" brushRef="#br0" timeOffset="-110498.73">14940 6267 230 0,'3'-6'128'15,"-3"6"-26"-15,0 0 11 0,1-4-21 16,-1 4 8-16,0-6 10 0,0 6-18 0,0 0 3 16,0 0-26-16,3-5-3 0,-3 5-7 0,0 0 5 15,0 0-20-15,0 0 4 0,0 0-12 16,-4-5-5-16,4 5 36 0,0 0-24 0,0 0-20 15,0 0-2-15,0 0-1 0,0 0 3 0,0 0 0 16,0 0 8-16,-16 7 0 0,13-2-3 0,-2 1 5 16,2-2-20-16,-3 4-6 0,2 0 17 15,-2 5-9-15,2-2 69 0,-3 4-15 0,0 2 13 16,0 5-7-16,-2-1-4 0,1 1-84 16,-2 6 3-16,3 1 0 0,-3-1 7 0,-4 3-7 15,-2 10 31-15,-2 0 20 0,1-1-46 16,3 1 15-16,-6 1-18 0,3-2 13 0,-1 2 16 15,2-3-6-15,-2 3-23 0,-2-3 24 0,3-1 2 16,-4 4 0-16,1-3-11 0,-1 3-7 0,-3-1 13 16,3-1-8-16,-2-2 8 0,-4 2 10 15,3 0-18-15,-1 2 8 0,-2-1 5 0,4 0-13 16,-5 1 10-16,1-1-2 0,0-3 8 0,2 1 7 16,-2-2-10-16,3 2 2 0,0-1-15 15,-3-3 26-15,3 0-5 0,0 0-26 0,4-3 17 16,-1 3 1-16,3-5 64 0,2-2-2 0,-1-3-1 15,3 5-18-15,0-3 1 0,-2-2-14 0,4 0-1 16,-1 0-6-16,0 0-8 0,-1 0 13 16,4-3-18-16,-1-2 10 0,1 1-9 0,0-1-4 15,-1-2-2-15,1 3 5 0,1-3-5 0,-1-1-10 16,2-1-3-16,1-4-4 0,1 3 11 0,-1-2-1 16,-1-1-3-16,2-4-8 0,-1 3 8 15,1-2-3-15,2 1 5 0,-3-4-2 0,3 1-8 16,1 0 8-16,0-1-8 0,-1-2 3 15,1 3-3-15,0-6 10 0,0 5-25 0,3-6-8 16,-5 6-31-16,5-6-35 0,-6 2-44 0,2-2-141 16,4 0-453-16,0 0 11 0,-10-1 91 0,7-5 49 15</inkml:trace>
  <inkml:trace contextRef="#ctx0" brushRef="#br0" timeOffset="-110099.95">13624 8036 588 0,'0'0'238'16,"0"0"-20"-16,0 0-16 0,0 0-20 15,0 0-16-15,3 17-12 0,1-9-11 0,-4 0-5 16,0 4-12-16,0 0 2 0,1 1-11 15,-1-1-27-15,0 6 15 0,-1-3-8 0,1 3 3 16,-4 3-10-16,4-4-3 0,0 1-87 0,0 0 0 16,-3-1 5-16,3-1 0 0,0 2 8 0,-3 0 5 15,3-4-3-15,3 3-5 0,-3-4 13 16,0-1-7-16,3 3-1 0,-3-4 6 0,4 3 2 16,0-3 5-16,-1 2 77 0,4-2-21 0,-1-3 13 15,-2 2-12-15,6-3-3 0,0 3-62 0,5-2-17 16,1-1-3-16,2-1 5 0,2-5 3 15,1 0-6-15,6-1-4 0,0 0 7 0,4-1 8 16,0-5-11-16,3 5-15 0,-3-2-17 16,0-4-22-16,2 5-30 0,-5-4-22 0,0 0-45 0,-1 3-71 15,-4-5-548-15,-2 3 85 0,-4-2 35 16,3-3 95-16</inkml:trace>
  <inkml:trace contextRef="#ctx0" brushRef="#br0" timeOffset="-108782.68">13316 3789 542 0,'0'0'282'0,"0"0"-26"0,0 0-26 16,0 0-25-16,0 0-8 0,0 0-20 0,0 0-19 16,0 0-17-16,28-11-5 0,-17 8-13 0,2-4-18 15,4 2-6-15,-3 1-7 0,3-4 1 16,0 2-14-16,0-1-10 0,0 0-7 0,3 1-4 16,-3 1-91-16,1-2 2 0,-1 3-4 0,-3-3-12 15,3 1 4-15,-4 3-31 0,-3-1-47 16,1 1-42-16,-1 1-14 0,-4 2-28 0,-2-3-138 15,3 1-279-15,-7 2 49 0,0 0 40 16</inkml:trace>
  <inkml:trace contextRef="#ctx0" brushRef="#br0" timeOffset="-108466.18">13528 3721 386 0,'0'5'90'0,"0"-5"12"16,0 12-23-16,0-5-2 0,3 1-3 15,-2 2-15-15,6 3 15 0,-4 0-10 0,4 2-2 16,-3 2-3-16,5 0-8 0,-4 4-10 16,4-2 10-16,-2 3-5 0,0-4-5 0,-1 5-2 15,-1-4 1-15,-2-1 1 0,0 0-7 0,0 2 2 16,-2-5 2-16,-1 0-2 0,0 2 2 0,0-4 8 16,0 2-15-16,0-3 20 0,-4-2 72 15,4 2-10-15,-3-1-21 0,0-2 5 0,-2 0-10 16,-1-1 3-16,2-2-1 0,1 1-9 0,-4-4-1 15,1 3-20-15,1-4 2 0,-1-2-12 16,6 0-3-16,-13 5-13 0,6-5-2 0,7 0-21 16,-14-3-33-16,14 3-59 0,-10-2-84 0,10 2-152 15,-7-2-127-15,3-3-187 0,1 4 41 0,3 1 71 16</inkml:trace>
  <inkml:trace contextRef="#ctx0" brushRef="#br0" timeOffset="-107949.64">13833 3627 486 0,'0'7'141'0,"-4"-2"-26"0,1 6 15 0,0 2-7 15,0 0-15-15,2 3-3 0,-2 2-21 0,3 0 26 16,-4 4-2-16,4-4 12 0,-4 6-43 15,4 0 7-15,0 1-17 0,0 1-13 0,1-2 27 16,2 1-24-16,-3 0-9 0,7-3 1 0,-6 1-8 16,5 0 5-16,-3-1-15 0,4-3-11 15,-4-2 8-15,5 0-12 0,-2-1-34 0,1-3-26 16,0 2-12-16,3-5-77 0,-6 2-246 0,6-3-256 16,0-6 82-16</inkml:trace>
  <inkml:trace contextRef="#ctx0" brushRef="#br0" timeOffset="-107500.73">14042 3760 724 0,'0'0'225'15,"-11"8"-23"-15,7-1-20 0,-2-1-5 0,5 2-16 16,-2 3-30-16,3 0-6 0,-3 3 0 15,3-3-38-15,0 3 16 0,3-3-16 0,0 3-13 16,-2-3-2-16,5 3-8 0,-2-1-11 0,3-1-4 16,-3-3 2-16,5 0-7 0,-2 1-3 15,0-3 7-15,3 0-9 0,-3-3-3 0,4 0 7 16,-1-1 1-16,0-3-11 0,-3 0-15 16,7-3 7-16,-4-1 1 0,0-1 2 0,0-5-5 15,-3 0 5-15,3-1-2 0,-3-3-11 0,-3 2-4 16,-4-6-1-16,3-2 10 0,-3 2-4 0,-3-1-16 15,-1-5 15-15,-3 2 5 0,0 1-17 16,1 4 15-16,2 1-67 0,-6-1 14 0,3 3 1 16,-3 3 6-16,0 3-3 0,-1-1 11 15,1 2-1-15,-3 2-2 0,-1 5-7 0,1 0 17 16,1 0-3-16,-1 1 16 0,-1 5-15 0,4-1 13 16,-3-1 2-16,2 3 10 0,4 0-26 15,1 2 6-15,-1-1 33 0,4 2-25 0,-1-2 4 0,3 0 1 16,2 1 2-16,3-1-10 0,-1 2 5 15,4-3 5-15,0 0-8 0,4 0-12 0,2-3-29 16,3 1-22-16,2-2-49 0,3 1-75 16,-2-1-160-16,2-3-349 0,3-2 90 0,-7 1 46 15</inkml:trace>
  <inkml:trace contextRef="#ctx0" brushRef="#br0" timeOffset="-107250.18">14304 3425 391 0,'8'6'184'16,"2"5"-38"-16,0 0-18 0,7 4-12 0,-1 9 65 16,2-3-17-16,6 12-10 0,0 5-6 0,-1-2-25 15,-2 3 0-15,0-2-31 0,-1 5 0 16,-5-2-2-16,1 3-8 0,-2 2-6 0,-4-2-14 15,-3-6-8-15,0 1-3 0,-4-4 3 16,-2 4-60-16,-2 2-24 0,-9 9-39 0,3-2-111 16,0-1-462-16,-3 1 17 0,-1-11 47 0</inkml:trace>
  <inkml:trace contextRef="#ctx0" brushRef="#br0" timeOffset="-105183.16">18543 5845 767 0,'0'0'246'0,"0"-7"-23"0,0 7-111 15,0 0-12-15,0-4 8 0,0 4-21 0,0 0-23 16,0 0 10-16,0 0-5 0,0 0-10 0,0 0-3 16,-16 12-2-16,12-5-13 0,0 3 0 0,-2 2 0 15,-1-2-15-15,0 5 12 0,0-4-2 16,3 6-5-16,-2-3 12 0,2 3-25 0,-2-1 5 15,3 1 0-15,2 0 13 0,-2-1-18 0,3-3-3 16,0 2 8-16,0-1-23 0,0 1 10 16,3-3 13-16,-2 3-7 0,2-6-6 0,0 2 18 15,1-2-5-15,2 3 5 0,-3-5-7 0,5-1 4 16,-1-1 1-16,3 2-3 0,0-4 0 16,1-2 8-16,1 2-6 0,0-3 11 0,1-3-13 15,0 0-15-15,1 0 7 0,0-3 8 0,0-1-7 16,2 0 20-16,-2-4-26 0,-3 3-3 0,6-8-1 15,-4 2-6-15,1 1 23 0,-1-3-16 16,-2 0 9-16,0-2-6 0,-2 0 3 0,1-2 0 16,-2 2-6-16,-1-1-17 0,-4 1 10 15,0-2 10-15,1 3-10 0,-4-1 5 0,0 3-2 16,0-2-1-16,-1 6 11 0,-2-5 8 16,-3 0-14-16,2 1-9 0,-3 4 4 0,3-2-7 0,-5 1-10 15,5 4 23-15,-6-3 2 0,3 4-5 16,0 0 13-16,-3-2-5 0,3 2 2 0,-3 2-12 15,0 2 4-15,0 0 4 0,-1-1-4 0,1 2-17 16,0 2 18-16,-1 0-11 0,-2 0 21 16,2 2-21-16,1 2-4 0,-3-1 12 0,2 3-10 15,1-1 0-15,0 2 0 0,-1 1-3 0,1 2 77 16,0 3-13-16,2-5-15 0,2 3 10 16,-1-3 1-16,4 4-6 0,-1-1-18 0,1-2 8 15,0 2 0-15,3 1-3 0,0-3-3 0,0 1-9 16,0-2-1-16,3 2-2 0,1-2 8 0,2 1 0 15,1-1-6-15,0-2-2 0,3-2 18 16,0 1-11-16,5 0-9 0,-2-2 7 0,4-1-5 16,-3 2 2-16,3-2-12 0,0 0-3 0,0-2-18 15,-4 2 6-15,5 1-34 0,-2-2-13 16,-1-1-26-16,1 1-25 0,-1 1-7 0,1-2-19 16,-2 3-4-16,0-1-34 0,0-2 0 0,-1 1-39 15,-3 1 32-15,4-2 7 0,-4 4 20 16,0-2 16-16,-2-2 26 0,2 0 17 0,-1 1 26 15,-9-1 39-15,15 0 17 0,-9 1 21 0,-6-1 7 16,13 0 16-16,-13 0-3 0,11 0 8 0,-11 0 13 16,7 0 0-16,-7 0 2 0,0 0-5 15,10 2 3-15,-10-2-18 0,8 3 5 0,-8-3-5 16,0 0-3-16,6 2 13 0,-6-2-5 0,0 7-3 16,0-3-4-16,0-4 2 0,0 13-1 15,-3-5-9-15,3 1 10 0,-3 2-6 0,3 1 4 16,-1-2 2-16,-3 1-6 0,4 3-7 0,0-3 0 15,0 2 6-15,0-1-9 0,4-2 3 0,-3 2 0 16,2-1 5-16,0-3-7 0,0 2 9 0,-2-1-7 16,5-1 11-16,-3-1 2 0,4 0-18 15,0-1 15-15,-3-4-5 0,3 1-8 0,-1-1 16 16,5-2-5-16,-11 0 0 0,13-4 2 16,-3 2-5-16,-2-2 5 0,-2 0 1 0,1-4 2 15,0 0 10-15,-1 0-11 0,-1-2-1 0,-2-4-9 16,-3 3 9-16,3-3-4 0,-3 3 4 15,-3-4-11-15,0-2 5 0,-2 2-21 0,2 3 14 16,-3-3-1-16,2 2 6 0,-3 3-16 0,1-1 11 16,-2 3-3-16,1 0-8 0,-2 2 3 15,-2 2-8-15,1-1 8 0,3 5-6 0,-7 0-14 16,4 2-29-16,-6 5-36 0,1-1-25 0,-1 4-90 16,-2 7-374-16,1-3-209 0,0 3 89 0,-4 2 56 15,2 1 75-15</inkml:trace>
  <inkml:trace contextRef="#ctx0" brushRef="#br0" timeOffset="-103716.77">14365 8653 852 0,'-3'-2'253'0,"3"2"-30"0,-6-2-23 15,6 2-14-15,-4-6-17 0,4 6-18 0,0 0-25 16,0 0-3-16,-13 1-8 0,13-1-15 0,-11 6-11 16,8 0-2-16,-4-1-10 0,1 2-8 15,-2 3-2-15,1 3-93 0,1-3 16 0,-1 5-10 16,1 0 14-16,-2-2-17 0,1 3 18 16,4-1 15-16,-3 3-15 0,2-3-7 0,1 2 9 0,-1-1-5 15,4 0 8-15,-1-1 5 0,2-2 3 16,3 2-13-16,-1-4 2 0,0 3 11 0,1-3-10 15,2 3 7-15,1-4 10 0,4-1-5 0,-4 0 18 16,3-1-12-16,1-1 9 0,2 0-9 16,0-6 7-16,-2 4-23 0,2-3 15 0,1-2 8 15,-1 0-2-15,-3 0-1 0,5-2-5 16,-2-3-2-16,1 3 8 0,-4-4-11 0,4-1-2 16,-1-1 2-16,-3-1 8 0,4 1-3 0,-7-3 67 15,3 1 5-15,-2-4-15 0,-1-1-16 16,-1 1-2-16,1-5-3 0,-4 2-10 0,0-1-5 15,-3-3-8-15,0 0 10 0,0 2-7 0,-3-2-10 16,3 3 4-16,-3-1 6 0,-1-2-8 0,1 4-3 16,-4 0 11-16,1 1-18 0,-2 3-8 15,2-2 16-15,-1 1-11 0,0 2-8 0,-4-1 16 16,2 3-5-16,-1 2-5 0,2-2 10 0,-2 3-16 16,0 2-2-16,-1 0 3 0,1 0 15 15,0 1-18-15,-1 0-3 0,1 2-2 0,0 2 0 16,0 0 15-16,10 0-10 0,-17 7-5 0,10-3 8 15,-4 2-1-15,5 1 6 0,-1 1-1 0,-2 2 1 16,1 3-5-16,4-1-11 0,-2-2 5 16,2 5 3-16,-2-2-2 0,3-1-8 0,3 1 12 15,-1-1 1-15,-3-4-8 0,4 6-3 16,0-4 3-16,0 1 10 0,4 0-13 0,-3-2 8 16,2 0 5-16,0 0 1 0,0-1 6 0,1 0-12 15,2-4 5-15,1 3-20 0,1-1 33 0,2-3-5 16,0 2-5-16,4-2 2 0,-1-2-8 0,1 4 3 15,0-4 13-15,3-1-10 0,-1 0-16 16,-1 0-7-16,4 0-21 0,-1 0-23 0,-4 0-41 16,3 0-22-16,0-1-45 0,0 1-68 15,0 0-374-15,-3 0-103 0,3 0 29 0,-4-2 58 0,-2-1 75 16</inkml:trace>
  <inkml:trace contextRef="#ctx0" brushRef="#br0" timeOffset="-103383.16">14844 8743 598 0,'0'0'175'0,"0"0"-1"16,-13 18-26-16,13-11 1 0,1 6-19 0,2-1 3 15,-3-2-15-15,3 5 0 0,0 0-6 16,1 2 6-16,-1 1-16 0,0-1-9 0,0 1-9 16,1 5 0-16,0-2-4 0,-1 0-11 0,1-3 5 15,2-1-20-15,-5 2 7 0,5-1-7 0,-3-2 0 16,1-3-5-16,0 1-14 0,-1 0-1 16,0-3-6-16,-2-1 13 0,2 0-5 0,0-1-8 15,0 3 2-15,-2-8-9 0,2 3-8 0,-3 1 12 16,3-4-14-16,-3 0 6 0,0 2-19 15,3-2-19-15,-3-4-45 0,0 7-42 0,0 0-48 16,0-7-169-16,0 8-386 0,-3-5 73 0,3-3 78 16,-3 7 48-16</inkml:trace>
  <inkml:trace contextRef="#ctx0" brushRef="#br0" timeOffset="-56571.94">28485 6536 342 0,'0'0'131'0,"3"-4"-8"15,-3 4-10-15,0-7-11 0,0 7 0 16,0-6-7-16,0 6-3 0,0 0-20 0,0-8-3 16,0 8 26-16,3-2-31 0,-3 2 7 0,0-8 6 15,0 8-8-15,0-7 3 0,0 7-6 16,3-8-17-16,-3 8-3 0,2-7 0 0,-1 6 3 15,-1 1-16-15,4-9 11 0,-4 7-6 0,6-4-7 16,-6 6 12-16,5-7-9 0,1 4 4 16,-2-2 3-16,2 1-13 0,-2-2 5 0,3 4-2 15,-3-3-13-15,4 2 13 0,-6-2-3 0,6 1 0 16,-2 0 0-16,1 1 0 0,-1 2-12 0,1-4 4 16,3 4-2-16,-1-2-5 0,-4 1 5 15,5 0 2-15,1 2-7 0,-1-2-8 0,-1 2 0 16,2 0 0-16,-1 4 11 0,0-2-1 0,1-1-23 15,-1 1 21-15,3 4-5 0,0-2 10 16,-1 2-10-16,2 3 2 0,-1-1 10 0,1 0-2 16,-1 2-18-16,1 2 10 0,0 0-10 0,3 2 6 15,-3-2-4-15,5 3 6 0,-7 1-3 16,4-1 10-16,1 2-2 0,-3 0-10 0,0 2-6 16,7 1 16-16,-3 0-8 0,1 3 3 15,-2-3 7-15,2 5 3 0,-4-1-8 0,4 0 3 16,-3 1 5-16,1-2 0 0,0 2-13 0,-4 0 18 15,2-3-13-15,1 3-2 0,-2 3 5 0,0-3-8 16,-1 0 2-16,1 0-1 0,-1 2 6 0,3-2 4 16,-4 1-19-16,-1 0 1 0,2 3-1 15,-3-2 18-15,4-1-20 0,-4 2 8 0,0 1 12 16,1-1-12-16,2 1 7 0,-2-1 8 16,-1 3-21-16,0-3 11 0,0 4 5 0,-3-1 5 15,3-2-5-15,0 2-13 0,-2-2 10 0,1 1-3 16,-2-2-4-16,0 4 5 0,3 0-1 0,-3-4-7 15,-3 2 8-15,5 1 7 0,-4-2-94 0,2 3 18 16,-1 0 15-16,0 1-3 0,-2 2 0 16,4-3 16-16,-2 1-3 0,1 2 18 0,-4-3 13 15,4 3-31-15,0-1 21 0,-3 0-8 0,4 3 18 16,-3-3-21-16,2-2 16 0,0 2-11 16,-3-3 37-16,5 5-14 0,-5-2-4 0,5 0-3 15,-1 1 15-15,-4-2-15 0,2 2-5 16,1 2 4-16,3-3 14 0,-6 0-18 0,3 1 5 15,1-2 12-15,0 16-9 0,0-9 4 0,1-5 4 16,-5-2 4-16,6 12-26 0,1-5 34 0,-4-8-10 16,-1 0 2-16,1 1 1 0,2-1 4 0,-1-3-13 15,-1 5 1-15,0-1 0 0,3 0 7 16,-3 2-10-16,0-2-13 0,1 4 28 0,-2-3-12 16,1 1 5-16,-1-2 12 0,1 0-15 0,2 1-18 15,-4-1 21-15,1 2-3 0,-2-2 11 16,2 6-22-16,-2-4 14 0,3 0 2 0,-3 4-4 15,-1-5-6-15,3 1 7 0,-2-2 11 16,3 0-26-16,0 1 16 0,0-1-5 0,-4-1 2 16,4 3-3-16,-1-3 3 0,-1 1-12 0,1 2 4 15,-2-2 8-15,2 0-2 0,-2 1-8 0,-1-1 12 16,0 2-9-16,3-2 2 0,-4 4 2 0,1-3 1 16,0-2 10-16,1 2-16 0,-4 1 19 15,6-2 7-15,-3-1-8 0,-2 0-18 0,6 2 1 16,-3-1 10-16,2 0-8 0,0 4 2 0,-2-3 1 15,1 4-3-15,1 8-8 0,1-6 13 16,-4-4-5-16,3 2 3 0,-2-2 2 0,4 14 2 16,-2-11 14-16,0-3-31 0,1 12 15 0,0-7 3 15,1-5-3-15,1 11-16 0,-5-11 6 0,5 2 10 16,-1-4 8-16,2 11-15 0,0 1 9 16,1-9-2-16,-4-5 1 0,3 16 22 0,0-11-21 15,3 6-12-15,-3-3 10 0,-1 6 8 0,0-1-13 16,-2-4 8-16,-1-6 5 0,5 13-13 0,-7-8 15 15,5-5-10-15,-5 0 5 0,3 3 3 16,0 7-13-16,0-3 3 0,-1-4-6 0,-2-1 3 16,4 13 10-16,-2 1-25 0,1-2 20 15,-1 1 3-15,1-1-8 0,-1-8 2 0,2 7-7 16,-1 0 5-16,-1-9-7 0,1-1 22 0,2 6-12 16,-4-1 9-16,5 4 6 0,-3 2-15 0,4-3 61 15,-5 2 5-15,4 1-8 0,1-6-27 16,-1-1 25-16,-4-9-6 0,1 15-7 0,4-3 0 15,-4-5-7-15,3 6-1 0,1-7-10 16,-5-1 8-16,4 7-5 0,-3-3-3 0,3 5-2 0,-3-8-6 16,0-4-7-16,3 11 18 0,1 2-13 15,-1-2 5-15,1-7-11 0,0 7-1 0,-3-9-1 16,2 12 5-16,1-2-20 0,-4-1 18 0,2-6-5 16,-5-3 4-16,7 11-1 0,-4-2 4 15,2-6-5-15,-5-5 0 0,6 1-4 0,-3 12-4 16,-3-9 3-16,5-3 11 0,-1 11-21 0,-1-9 5 15,-1-1-3-15,-2 0 16 0,5 10-13 16,1-1 2-16,-5-3-2 0,1-5 13 0,-2 7-15 16,6-3-6-16,-6-5 5 0,2 1 14 0,3 9-14 15,-4-5 23-15,4-6-4 0,1 11-19 0,-5-7 1 16,5 10 12-16,-2-1-2 0,1-3-1 0,-5-3 4 16,4-11-9-16,-2 8-7 0,1 3 15 15,1-1-5-15,-3 8 6 0,4-10-6 0,2 3 0 16,-7-3-10-16,3-5 10 0,3 15 0 0,-3-10-2 15,0-5-3-15,2 11-8 0,1-7 10 16,-2-5-9-16,-1 1 4 0,1 0 8 0,-2 0-7 16,1 1 9-16,2 11-9 0,1 1-1 0,-2-2 3 15,-2-5 0-15,-2-7 11 0,3 4-17 16,-1-3 6-16,-1-1 8 0,1 0-3 0,-2 3-2 16,2-2-6-16,1 0 11 0,0-1-16 0,0 2 11 15,0 10 2-15,2 3-10 0,-1-12 10 16,-1 0-10-16,-1-4 7 0,-2 3-2 0,5-3-2 0,3 12-1 15,0-1 13-15,0-8-12 0,-2-4 4 16,0 0 1-16,2 0-8 0,-1-1 15 0,-1-1-10 16,2 0-2-16,1 0 9 0,1-4-12 0,-1 2 5 15,0-1 0-15,0-1 8 0,-1-1-11 0,2 1 16 16,2-1-21-16,-1 0 8 0,-2 2-12 16,4-4 14-16,-3 2 1 0,3-2-8 0,-1-1-1 15,-1-3 9-15,-2-2-3 0,4 1 3 0,-3 0-1 16,0-4 8-16,3 1-5 0,0-3-2 15,0 1-3-15,2-2 8 0,-4-1-8 0,6 0 7 16,-4-1 4-16,0-2-6 0,3-1 15 0,-3-1-7 16,4-2-5-16,0 1 7 0,-2-1-5 0,4 0 1 15,-2-3-4-15,0 0 14 0,2-2-24 16,-4-1 8-16,1 1 3 0,1-2 5 0,6-2-3 16,-3-1 0-16,-1 0 0 0,-2-2 3 0,3 0 0 15,-1-1-5-15,-2 0 2 0,3-1-7 0,-3-1 4 16,2 1 11-16,-3-3-5 0,-1 1-5 0,2 0 10 15,2-4 2-15,-5 2 0 0,3-2-17 0,1 0 12 16,-2-2-4-16,-1 0 22 0,-2-2-10 16,0-3-8-16,-1-1-7 0,-1-1 2 0,4-13 3 15,-7 4 10-15,-2 3 0 0,7-11-10 0,-2-1 2 16,-3 2-5-16,-1-5 1 0,2 1 12 0,-3-1-3 16,1 2-10-16,-3-4 6 0,0 0-1 15,3-3-12-15,-4-2 12 0,-1-4 11 0,1-2-19 16,1-1 6-16,-5-1 13 0,5-5-24 0,-3-11 9 15,1-2-6-15,-1-4 5 0,2-2-5 16,2-4 8-16,1-2 5 0,4-4 0 0,-3 2-18 16,6 1 5-16,-2-1 0 0,1-1 3 0,2 3-3 15,1 5 5-15,-1 4-15 0,1 5 15 16,1 6-5-16,-5-1-2 0,6 5 4 0,-8 13-4 0,1-4 7 16,-1 5-7-16,4-2-3 0,-6 0 0 15,8-1 15-15,-5 1-7 0,1-2 5 0,2 2-3 16,6-10-15-16,-3 10 5 0,-2 5 7 0,0-2-14 15,5-1 7-15,-4 2-3 0,0 2 3 16,2 2-5-16,-4 5 0 0,5-1 5 0,-4 2 3 16,0 1-19-16,2 1-2 0,-3 7-25 0,-1 8-49 15,-4 0-11-15,2 0-40 0,-4 6-144 0,3 1-604 16,-2 2 57-16,-4 1 104 0,2 1 80 0,-5 0 77 16,-1 0 43-16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5:33:30.92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2138 16823 455 0,'14'0'174'15,"-14"0"0"-15,13 0-28 0,-6-2-3 0,3 2-15 16,0-1 13-16,5-2-38 0,-5 3 4 15,3 0 62-15,2 0-28 0,0-1-11 0,3 1 4 16,-4-1-22-16,3-1-20 0,1 2 8 16,1-1-10-16,2 0-1 0,-4 0 1 0,1-1-24 15,2 0 1-15,0 2 0 0,1-1-6 0,-3 0 3 16,1-1-15-16,2 1-6 0,0-2 13 0,2 3-4 16,-2-2 6-16,3-2-11 0,0 3-4 15,-1-2 1-15,1 1-11 0,4-1 0 0,0 1 11 16,-1 0-16-16,1-1 3 0,-1 0-11 0,-1 0 11 15,-1 0-13-15,2 2 2 0,1-2 3 16,-1 1-13-16,0-3 11 0,0 3-1 0,0-1-2 16,0 0 0-16,1 1-92 0,-1-2 10 0,1 2 13 15,3-1-3-15,-4-1 8 0,1 1 5 16,0-1 10-16,2 1-17 0,-2 0 19 0,2 0 9 16,-2 1 0-16,1-2 2 0,2 1 5 0,-3 0 3 15,2 0 12-15,1-1-17 0,-3 1 10 16,3 0 7-16,2-1-12 0,-5 1 7 0,6-1-4 15,-3 2-1-15,0-3 6 0,0 4-11 0,2-2 20 16,3-2-12-16,-3 2 3 0,-2 1 7 16,3-2-5-16,-3 2-5 0,3-1 2 0,-3 0 6 15,0 1 2-15,0-2-10 0,3 3 12 0,-1-3-1 16,-1 2-9-16,1-2 16 0,5 3 0 0,1-2-8 16,1 0-10-16,-3 2-1 0,1-2 9 15,3 0 5-15,-9 1-8 0,2 0 0 16,6-1 15-16,-6 1-12 0,-3 0 14 0,3 1-9 0,1 0 2 15,-1-2 3-15,4 0 5 0,-4 1-18 16,0 1 13-16,6-2 0 0,-2 1-6 0,-3 0 1 16,5-1 0-16,-2-1-8 0,3 3 5 15,-3-2 5-15,3-1-15 0,1 1 8 0,1-1 4 16,-2 1 3-16,0 0-4 0,1-1 12 0,1 0-11 16,-1 0-2-16,-2 1 0 0,1-1 8 0,1 0 0 15,-1 2-5-15,0-2-13 0,3-1 15 0,-3 2 0 16,1-3 5-16,2 2-4 0,-3-1-9 15,4 2-7-15,-2-1 0 0,2-1 5 0,-4 1 3 16,3 0 17-16,14-3-7 0,-13 3-3 16,-4 1-12-16,-3 0 4 0,6-1 11 0,-6 2-8 15,2-2-8-15,2 3-2 0,-1-3 16 16,0 3-1-16,1-2 0 0,1 0-18 0,-2 2 13 0,1-2 1 16,-1 0 11-16,2 2-9 0,2 0-13 15,-1-3-3-15,-2 3 26 0,5-3-15 0,-5 3 2 16,2-2 8-16,0 2-3 0,1-2-10 0,-4 1 8 15,0-2-8-15,0 4 10 0,0-1 5 16,0-2-10-16,-3 2 3 0,2-1 5 0,-2 0-3 16,3 0-12-16,-6 1 4 0,6 0 1 0,3-2-3 15,0 1 10-15,-3 1-5 0,4-1 0 16,-1 1 5-16,1-2-2 0,-1 2-3 0,1-2-2 16,-1 2-1-16,-3 0 1 0,4 0 15 0,-1-3-26 15,1 4 0-15,-1-1 11 0,-3 0-3 0,7-2 79 16,10 0-10-16,-10 0-7 15,-4 0-6-15,0 1-15 0,-2-2-5 0,-1 3-13 0,3-3 18 16,-2 3-13-16,1-2 0 0,-1 0-5 0,2 2-7 16,-3-2 4-16,1 0-4 0,1 1-11 15,-2-1 23-15,1 1-10 0,2-2-11 0,-2 3 6 16,1-2 0-16,-2 2-5 0,4-2-11 0,-1 0 16 16,4 0-11-16,11 1 9 0,-9-1 7 15,-5 1-3-15,-1-2-5 0,15-1-10 0,-8 2 13 16,-10 1-3-16,4 1-2 0,-1-2 5 0,0 2 5 15,-2-2-8-15,1 2 0 0,-2-1-5 0,1 0 8 16,-1 0 0-16,1 2-3 0,1-1-66 16,1 0-1-16,1-1-1 0,-1 1 17 0,1-1-11 15,-1 1 14-15,1 1 5 0,2-3 7 0,-2 0-15 16,0 2 16-16,3 0 9 0,-4-2-4 0,-3 2 12 16,3-2-10-16,0 1 5 0,-6 0 8 15,4 0 0-15,-2-1 15 0,-6 2-20 0,0 1-5 16,1-3 17-16,0 0-4 0,2 3-6 15,-3-2 8-15,0 0 8 0,-3 0-11 0,6 1 6 16,-6-1-3-16,3 0 0 0,4 1 2 0,-7 0-4 16,3-2 4-16,-3 1 9 0,0 1-22 0,-3-1 11 15,2-2 3-15,-7 4-1 0,-2-2-2 16,3-1-10-16,-7 2 5 0,0 0 0 0,0-1 0 16,-3 0 7-16,-1 1 1 0,-2-2-3 0,2 3-15 15,-3-4 10-15,-2 2 10 0,-1-2-3 0,2 4 8 16,-5-5 8-16,3 3-10 0,-3-3 10 15,2 1-15-15,-2-1 14 0,-1 0-1 0,0-1-3 16,-3 0-1-16,4 0-1 0,-4-2-4 0,3-1-7 16,-3 1 8-16,0-3 10 0,0 0-18 15,0-2 5-15,0 1-2 0,0-4-1 0,-3-2 3 0,0-1 5 16,2-5-15-16,-5 1-2 0,2-2 9 16,-2 0 8-16,2-5-7 0,-3-1-3 0,0-1-3 15,1 4-2-15,-1-4 10 0,-1 0 3 0,-1 4-3 16,2-2-12-16,-3 1 7 0,-1-1 2 15,1 2 3-15,3-2-15 0,-4 4 7 0,2-2-7 16,-4-1 10-16,2 4-2 0,0-3 2 0,2 2 0 16,-6 1 2-16,5-3 21 0,-1 7-15 15,-2-3 0-15,3 1-6 0,-1 2-2 0,1 0 8 16,-2 0-11-16,0 0 3 0,2 2 8 0,0-2 2 16,-4 3 6-16,4 0-6 0,-1 0-33 15,1 0 25-15,1 1-14 0,-2-2 24 0,1 6-9 16,3-2-1-16,-3 0-9 0,0 3 17 0,3-1-13 15,-3-4 1-15,-1 7 4 0,4-5-2 0,-2 5 3 16,2-1 7-16,-1-1-2 0,1 2-5 0,1 2-9 16,-4-2 12-16,2 1 1 0,-1 0 3 15,5 2-4-15,-6-2 4 0,3 1-5 0,0 3-5 16,0-4-5-16,1 1 7 0,-5 6-12 0,4-4 8 16,-3-1-1-16,-1 3-2 0,1-2-3 15,-3 5 1-15,-1-5-6 0,1 5 10 0,-1-2 6 16,-3-1-8-16,-1 2 5 0,2 1 5 0,-5 0-13 15,0-1 23-15,-2-2-7 0,-1 4-5 16,-4-1-6-16,1 0-12 0,-4-1 20 0,0-1 5 16,-3 3-10-16,0-1 3 0,0 1-1 0,-4 0-9 15,4 0 4-15,0 0 11 0,-10 0-13 16,2 0-1-16,1 0 9 0,-3 0-8 0,-4 0 7 0,1 0 1 16,-19 0-3-16,4 0 3 0,-3 0 2 15,-2 0 0-15,-2 0-15 0,1 0 22 0,3 0-4 16,-4 0-13-16,4 0 7 0,-3 0-7 0,6 0 8 15,-6 0-6-15,3 0 1 0,-2-2-1 16,0 2-4-16,-1 0 7 0,3 0-8 0,-2 0 0 16,-1-1 6-16,-2 1-4 0,2-1 4 0,-3 1-8 15,2 0-6-15,-3 0 9 0,0-3 2 16,1 3-6-16,-5 0 9 0,2 0 12 0,-2 0-23 16,4-2 11-16,-3 2-4 0,3 0 1 0,4 0-5 15,0 0 8-15,3 0-6 0,0 0 10 0,-4 0-2 16,1 2 0-16,3-4-2 0,-3 4-3 0,-4-2 5 15,3-2-5-15,1 2 0 0,0 0-1 16,-3 0 17-16,5-1-11 0,0 1-11 0,2 1 6 16,-1-1-2-16,0 2-6 0,10-2 15 15,-9 0-9-15,2 0-1 0,-3 0-2 0,0-2 5 16,10 2-8-16,-9-1-5 0,2 0 15 0,0 0-4 16,7 0-4-16,11-3 14 0,-7 4-16 15,4 0 0-15,-15 0 3 0,7 0 5 0,7-1 5 16,-14 1-15-16,7 0 7 0,-10-1 5 0,11 1-2 15,6-2-2-15,-17 4 2 0,10-2-16 0,8 0 11 16,-19 0-6-16,15 0 11 0,3 1-2 0,4 0-9 16,-4-1 1-16,1 0 7 0,-2 0 19 15,2 4-19-15,-18-3 18 0,3 0-25 0,11 0 10 16,3-1 2-16,1 0 1 0,-1 0-1 0,0 0 11 16,3 1-11-16,-2-1 3 0,-1 0 0 15,3 2-8-15,-3-2 8 0,4 0-7 0,-4 0 14 16,4 3-4-16,-4-3-8 0,3 0 5 0,-3 2-3 15,4 0 11-15,-4-2-5 0,4 0 9 0,-1 0-12 16,1 1 0-16,-1 2 0 0,1-3 13 16,-1 2-15-16,4-2-9 0,4 0-4 0,-5 0 18 15,8 0-6-15,0 0-10 0,-3 0 8 0,3-2 2 16,2-1-2-16,-1 2-5 0,2 1 20 16,0 0-7-16,0 0-3 0,0-2 10 0,7 1-12 15,-3 1 2-15,0-1-6 0,-1-2-4 0,5 3 26 16,-5-2-4-16,1 2-14 0,0-1-16 0,2 1 20 15,-5-1-2-15,5 1 3 0,-8 0-8 16,2 0 5-16,3 0-8 0,-3-1 11 0,0 1-1 16,1 0 6-16,2-1-8 0,2 1 3 0,-1-4-1 15,2 4 3-15,-2 0-2 0,2 0-13 16,1 4 7-16,1-4 18 0,-1 0-22 0,-3 1-1 16,3-1 0-16,0 1 8 0,-3 0 8 0,-1 0-5 15,4 1-11-15,-6-2 8 0,5 4-8 0,-5-1 13 16,3-3-10-16,3 4 10 0,0-1-10 15,-4-2 0-15,1 4-3 0,-1-2 14 0,1 2-17 16,3-4 4-16,-2 2 12 0,1 1-10 0,-2 0 7 16,3-4 6-16,3 6-8 0,-3-4-13 0,1 0 16 15,1 3 4-15,3-3 1 0,-2 2-16 16,0-1-4-16,4-2 9 0,0 5 8 0,1-4-10 16,2 3 8-16,3-3-11 0,-2 0 3 0,2 3-11 15,2-2 11-15,0 3-13 0,0 1 18 0,2-3-18 16,0 4 3-16,0 2 10 0,1-2 0 15,2 5 5-15,1-2-10 0,0 2 4 0,2 0 6 16,-2 4 3-16,0-2 0 0,3 0-3 0,0 2-6 16,0 1 4-16,3-1 2 0,-3 4-3 15,3-2 11-15,-3-1-13 0,3 7 10 0,1-1 0 16,-1-2-7-16,0 4 7 0,1-1-13 0,0 0 8 16,-1 2 3-16,1-1 2 0,0 3-8 0,2 2 8 15,0 1 3-15,-3 0-6 0,2-1 9 0,1 2-6 16,-2 0-3-16,2 1-12 15,1 0 15-15,-3 1-7 0,3-2 4 0,-3 2-7 0,2-2 3 16,0 0 2-16,-2 1-6 0,4-2 12 0,-2 1-17 16,1 0 9-16,-1-2 9 0,1-1-14 15,-3 1 14-15,3 0-1 0,-1 0-6 0,1-3-3 16,0 1 6-16,0-1-11 0,0-2 8 0,-3 2 2 16,5-3 6-16,-1 6-10 0,-4-6 9 15,5 1-7-15,-2 4 0 0,-1-5 8 0,2-1-3 16,-1-3 0-16,-1 4 5 0,1-2 1 0,1-3-11 15,1 2 18-15,-2-1-13 0,-1 0 8 0,2-1-24 16,-1 1 19-16,-1-4 0 0,-2 0-1 0,3 0-4 16,0-1-1-16,0 0 6 0,-1 1 5 15,1-1-5-15,-4-1-3 0,4-1 8 0,0 2-8 16,0-1 7-16,-3 0-6 0,2-2 4 0,1 2-5 16,0-5 5-16,-4-1-10 0,1 3 0 0,2-4 8 15,-3 3 10-15,1-4-5 0,0-1-13 16,0 0 5-16,-1 0 7 0,0-2 1 0,0-1 3 15,1 0 9-15,-1 0 6 0,-3-3-13 0,11 2 7 16,-11-2-4-16,13-1-11 0,-3-3-7 16,4 2-1-16,0-3-12 0,3 2-31 0,-3-5-51 15,6 1-41-15,-3 1-136 0,7-1-263 0,3-1-241 16,1-2 56-16,3-1 95 0,0-1 54 0</inkml:trace>
  <inkml:trace contextRef="#ctx0" brushRef="#br0" timeOffset="48309.03">1023 16208 685 0,'0'0'274'0,"0"0"-7"0,0 0-40 16,0 0-19-16,0 0-42 0,0 0-12 0,0 0-8 16,-9-2-29-16,9 2-12 0,0 0-18 0,0 0-2 15,0 0-3-15,0 0-8 0,0 0-5 16,0 0-2-16,0 9 4 0,0-9-12 0,0 0 5 15,6 12-8-15,-3-4 14 0,1-1-24 16,3 2-5-16,-6 0-6 0,5 1-1 0,0 0 2 16,1 0-1-16,0-1-12 0,1 3 6 0,1-2-4 15,-2-1 14-15,4-1-11 0,-5 0 10 16,4-2-5-16,0 0 1 0,1-2-6 0,-1-1 20 16,4-2-27-16,-1-2 2 0,5-4 13 15,5-3 7-15,5-6-4 0,13-8-83 0,0-2 24 16,0-5 58-16,7-3-2 0,7-7-5 0,-1-2-11 15,4 0 21-15,1-3-18 0,2-1 3 0,-2-2 10 16,1 4-13-16,-1-2 12 0,-4 0-4 16,-5 2 10-16,-7 8-23 0,-3 2-3 0,-2 1 24 15,-1 0-11-15,-2 6-10 0,-9 2 2 0,-2 6-15 16,-6 3 11-16,-2 3-9 0,-4 2 1 0,1 0 5 16,-4 0-10-16,2 5-32 0,-4-1-60 15,-1-1-24-15,1 5-35 0,-3 1-275 0,3 1-396 16,-7 0 87-16,10 3 59 0,-10-3 82 0,3 6 61 15</inkml:trace>
  <inkml:trace contextRef="#ctx0" brushRef="#br0" timeOffset="166112.18">6453 15398 588 0,'0'0'223'0,"0"-7"58"0,0 7-22 16,0 0-16-16,-5-5-35 0,5 5-1 15,0 0-33-15,0-5-8 0,0 5-17 0,0 0-29 16,0 0-5-16,0 0 6 0,0 0-19 16,0 0-7-16,15 10 7 0,-8-2-5 0,5 1-2 15,-1 3 0-15,6 1-11 0,0 0-17 0,4 3-1 16,-1 3-53-16,1-1-8 0,6 3 5 0,-3-3-4 16,11 7-9-16,-1 0 11 0,-7-5 4 0,1 1-9 15,-2-4 10-15,-2 2 0 0,0-3-6 16,1 2 6-16,-1-1-5 0,-5-2-3 0,-1-5 3 15,-1 5-24-15,0-5-12 0,-4 3-10 16,1-4-47-16,-3 1-17 0,3-3-6 0,-7-1-12 16,2-2-51-16,-5-3-160 0,2-1-401 0,-1 0 82 15,-5 0 38-15,0 0 67 0</inkml:trace>
  <inkml:trace contextRef="#ctx0" brushRef="#br0" timeOffset="166429.31">6879 15383 749 0,'-3'-7'244'0,"3"7"-27"0,0-3-22 16,0 3-3-16,0 0-23 0,0 0-72 0,0 0-5 16,-7 13 8-16,4-4-8 0,-1 1 3 15,1 1-16-15,0 4 6 0,0 2-3 0,-2 1-13 16,-1 4 2-16,2 1-2 0,1-1 6 15,-3 3 1-15,2 0-14 0,0 3 4 0,-2-2 6 16,2 0-13-16,1-2 5 0,0 0-15 0,-1-2-3 16,4-1 5-16,-3-2-15 0,-1-1 5 0,0-1-16 15,4-2-7-15,-3-1 3 0,3-3-3 0,-3 2 15 16,2-3-2-16,1 0-16 0,0-3-5 16,0 1-7-16,0 0-24 0,0-2-17 0,0 1-54 15,-3-1-39-15,3 1-22 0,0-2-139 16,0 1-435-16,0-1 54 0,3 0 69 0,-2 0 51 15</inkml:trace>
  <inkml:trace contextRef="#ctx0" brushRef="#br0" timeOffset="167245.75">7119 16054 573 0,'0'0'233'0,"0"0"59"0,0 0-24 15,0 0-27-15,0 0-21 0,0 0-20 0,0 0-3 0,-1-13-21 16,1 13-40-16,1-8 2 0,-1 8-15 16,3-10 5-16,-3 4-20 0,0 0-19 0,0-1-2 15,0-1 3-15,3-1-21 0,-3 1-8 16,-3-1 3-16,3-1-10 0,-3-2-15 0,2 0 7 16,-2-1 2-16,0 0-12 0,0-1 0 15,-1 1-3-15,-3 0-12 0,4-1 12 0,-1 6-12 16,1-3 17-16,0 0 0 0,0 5-2 0,2-2-13 15,-2 2-2-15,0 1-6 0,0 0 5 0,3 5-7 16,-5-5 13-16,5 5-8 0,0 0-3 16,0 0 3-16,0 0-5 0,0 17-8 0,4-9 8 15,-3 5 7-15,2-4-2 0,3 2-10 0,-3 1 15 16,1 0-13-16,2 1-2 0,2 0 7 16,-1 1-7-16,0-1 15 0,2-1-5 0,-1 1 2 15,2-1-4-15,0-1-4 0,0 1 4 0,-2-2-6 16,1 0 0-16,1-1-10 0,-2-1 8 15,-2-2 5-15,1 0-16 0,0-3 6 0,3 1 4 16,-6-1 9-16,2 0-16 0,-6-3-5 0,13 0-39 16,-13 0-17-16,11-3-49 0,-7-2-54 15,-1 0-110-15,0 0-543 0,-3-2 57 0,0-1 90 16,0-2 50-16,-3-3 67 0</inkml:trace>
  <inkml:trace contextRef="#ctx0" brushRef="#br0" timeOffset="167579.26">6995 15566 655 0,'-2'-5'192'0,"2"5"-5"16,0 0-26-16,0 0-8 0,0 0-17 0,3-5-28 15,-3 5-1-15,0 0 1 0,0 0-6 16,0 0-7-16,0 0-11 0,9 10 11 0,-9-10-5 16,2 8-80-16,-2-8 8 0,-2 7 10 0,2-7 10 15,0 6 19-15,0-6-11 0,0 0 92 0,0 8 0 16,0-8-13-16,0 0-9 0,0 0-17 16,0 0 1-16,0 0-18 0,0 0-13 0,0 0-10 15,0 0 0-15,0 0-10 0,0 0-13 0,0 0-29 16,0 0-35-16,0-22-54 0,5 20-77 15,-2-3-591-15,0 5 31 0,-3 0 54 0,0 0 86 16,0 0 65-16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5:28:31.5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1872 1689 744 0,'0'0'284'0,"0"0"-7"0,0 0-44 16,-12-1 51-16,12 1-28 0,0 0-23 0,0 0-26 15,0 0-17-15,-6-3-14 0,6 3-22 0,0 0-13 16,0 0 5-16,0 0-24 0,0 0-19 16,14-10-11-16,-4 5-2 0,0 1-6 0,4-2-10 15,3 1-7-15,7-4-8 0,-3 2-3 0,6-1 8 16,-4 0-23-16,5 1-8 0,-4-1-2 0,3 1 5 16,1 0-3-16,-3-1-71 0,1 2-6 15,-2-1 29-15,0 0-29 0,-6 2 14 0,1 1-11 16,-4 0 5-16,-2 1-21 0,1-1-30 0,-4 3-12 15,0-2-27-15,-3 2-7 0,0-1-64 16,-4 2-120-16,-3 0-180 0,0 0-210 0,0 0 45 16,0 0 80-16,0 0 60 0</inkml:trace>
  <inkml:trace contextRef="#ctx0" brushRef="#br0" timeOffset="349.21">2165 1606 575 0,'-3'10'180'0,"3"-5"-11"16,0 2-24-16,3 3-17 0,-3 3 0 16,3 0-18-16,-3 4 59 0,4 0 16 0,-3 1-21 15,5 1-11-15,-5 1-15 0,2 0-17 0,3 1 2 16,-5 3-21-16,5-2-7 0,-3-1-88 0,-2-2 9 16,2 1 14-16,-2 1-7 0,2-2 11 15,-3 2 4-15,0-3 70 0,-3 1-3 0,2-2 17 16,-3-1-27-16,-2 2 7 0,2-3-2 15,-3 0-13-15,1-1 3 0,-5-1 0 0,2-1-16 16,-2-1-5-16,-3-3 8 0,4 1-3 0,-7 1-5 16,3-5-56-16,0 2-3 0,1-4-7 15,0 0 2-15,-2-1 0 0,2 0 3 0,-1-1 7 16,1 1-15-16,-1-2 15 0,3 0-10 0,-1 0-7 16,1-2-3-16,1 2-3 0,3-1-20 0,-1-2 0 15,-1 1-39-15,9 2-51 0,-10-5-43 16,9 1-26-16,1 1-2 0,3-2-36 0,4-1-42 15,0-1-63-15,7 0-264 0,-1-1-61 0,5-1 51 16,-1-1 72-16</inkml:trace>
  <inkml:trace contextRef="#ctx0" brushRef="#br0" timeOffset="649.78">2438 1583 908 0,'0'0'287'0,"0"0"-34"16,-2-6-30-16,2 6-16 0,0 0-20 0,0 0-36 15,0 0 3-15,-4 14-13 0,1-5-8 16,0 2-21-16,2 3 3 0,-2 2-15 0,3 1-5 16,0 3-5-16,-3 2-6 0,3 4-2 0,0 0-13 15,3 2-2-15,-3-1-6 0,0 2-5 16,3 5 1-16,-3-4-14 0,1-2-71 0,2 7 10 15,-3-6 3-15,3-1 7 0,0-2 3 0,-2 1-8 16,2-2-2-16,0-2 7 0,0 2 0 16,1-7-50-16,0 1-37 0,0-1-36 0,2-3-150 15,0-3-55-15,5-1-357 0,-4-2 20 0,-1-4 89 16,1-4 52-16</inkml:trace>
  <inkml:trace contextRef="#ctx0" brushRef="#br0" timeOffset="1116.33">2637 1953 645 0,'0'0'250'0,"-2"-7"-24"0,2 7-32 15,2-4-30-15,-2 4-5 0,0 0-11 16,0 0-2-16,0 0-23 0,0 0-33 0,-2 22 9 16,2-15-7-16,2 5-15 0,-1-6-10 0,2 6 7 15,0-3-15-15,0 2 2 0,-2-1 60 16,5 1-4-16,0-1-9 0,2 1-13 0,-1-3-13 15,3 2-6-15,-3-3 16 0,4 0-17 16,-2-1-9-16,2 1 1 0,2-4 2 0,-2-1-5 0,3-1-8 16,-1-1 1-16,1-1 12 0,-1-2-8 15,0-4-15-15,2 0 3 0,-2-1-1 16,-2-2 1-16,-1-2 2 0,-4-3-15 0,1-1 0 16,-4-3-8-16,1-2 10 0,-4-1-7 0,-2 0-5 15,0-2 2-15,-1 2-5 0,-4-1-5 0,1 2-5 16,-4 1 2-16,-1 2 23 0,1 1-7 0,0 2 2 15,-1 2 1-15,1 2-1 0,-3 2 11 16,2 1-6-16,1 3-10 0,0 2-7 0,-4 2-1 16,4 2-7-16,-1 1-3 0,1 0-5 0,0 4 5 15,0 0-7-15,3 0 10 0,0 1-13 0,1 3 2 16,2-2 1-16,1 3-11 0,-2-1 11 16,3 0 4-16,1 0-7 0,1-1 8 0,1 3-5 15,2-2-1-15,1 0 3 0,0-1-2 0,5-1 2 16,-2 0-13-16,0-1-2 0,4 0-3 0,1-1-30 15,3-3-29-15,1-1-53 0,2 0-65 16,-1-4-158-16,3 2-484 0,1-1 34 0,-4-5 99 16,1 0 62-16,-2-1 53 0</inkml:trace>
  <inkml:trace contextRef="#ctx0" brushRef="#br0" timeOffset="1432.99">2969 1442 880 0,'0'0'261'0,"0"0"-23"16,0 0-15-16,0 0-18 0,14 14-21 15,-7-1-20-15,5 0-18 0,-1 6-13 0,2 5 0 16,2 1-18-16,1 2-10 0,-2 2 0 16,3 11-23-16,-3-6 7 0,-1-4-12 0,-3 1 3 0,1-1-6 15,-4 0 3-15,-4 1-11 0,1-3 14 16,-1 0-1-16,0 0-15 0,-3 0 8 0,-3-1-11 15,-1-2 21-15,-2 2-23 0,0-4 0 0,-1 2 7 16,-1-1-10-16,-2-5 1 0,1 2-9 16,-2-4-4-16,1 0-1 0,3-3-4 0,-3-2-1 15,-1-2-7-15,4-2-11 0,1 0-2 0,-5-3-15 16,5-2-36-16,-1 1-36 0,3-4-88 16,4 0-137-16,-9-7-412 0,9 1-85 0,2-3 89 15,2-2 57-15,0-1 90 0</inkml:trace>
  <inkml:trace contextRef="#ctx0" brushRef="#br0" timeOffset="1632.34">3574 1811 709 0,'3'-4'319'16,"0"0"-42"-16,4 1-39 0,-2-1-13 0,1-1-20 15,0 2-33-15,4-3-1 0,-2 2-28 0,2 1-20 16,3-1-23-16,-2 3-41 0,-1 0-67 16,3 1-92-16,-2-2-148 0,-1 4-448 0,0 0 66 0,-2 0 39 15</inkml:trace>
  <inkml:trace contextRef="#ctx0" brushRef="#br0" timeOffset="1835">3580 2020 860 0,'0'0'358'0,"-6"3"-36"0,6-3-17 0,-4 4-26 16,4-4-20-16,0 0-16 0,0 0-26 0,0 0-25 15,0 0-15-15,0 0-16 0,0 0-5 0,0 0-17 16,0 0-27-16,21-10-12 0,-14 7-44 16,0 2-40-16,2-2-44 0,2 1-65 0,-4 0-78 15,0 1-234-15,2 1-386 0,2-2 82 0,-11 2 82 16,11-2 59-16,-11 2 51 0</inkml:trace>
  <inkml:trace contextRef="#ctx0" brushRef="#br0" timeOffset="2265.31">4798 1388 903 0,'-3'-5'328'0,"3"5"-34"0,-1-6-30 16,1 6-42-16,-3-6-19 0,3 6-27 0,0 0-14 16,0 0-19-16,0 0-7 0,0 0-24 0,1 25-2 15,1-13-10-15,-1 1 0 0,2 4-18 16,0 2 7-16,0 0-22 0,1 3-13 0,-1 1 10 15,-3 2-8-15,4 0-5 0,-1 0-2 16,1 0-13-16,0 0-11 0,2 0-30 0,-3-1-56 16,0 0-57-16,1-2-164 0,-1 0-496 0,0-2 36 15,-2-2 87-15,3-5 74 0,-4 0 69 0</inkml:trace>
  <inkml:trace contextRef="#ctx0" brushRef="#br0" timeOffset="2515.64">4552 2014 798 0,'0'0'289'0,"-7"2"-28"16,7-2-28-16,0 0-25 0,0 0-32 0,0 0 9 16,0 0-29-16,0 0-15 0,0 0-3 0,27-8-15 15,-7 5-3-15,1-2-15 0,4 0-18 0,5-2 0 16,4 0-5-16,0-1-5 0,0 2 56 15,4 2-15-15,-1-1-19 0,-6 2-7 0,0 0-48 16,3 2-47-16,-6 2-53 0,2 0-90 0,-6 4-437 16,-3 0-185-16,-5 2 82 0,-4 0 82 15,-3-1 48-15</inkml:trace>
  <inkml:trace contextRef="#ctx0" brushRef="#br0" timeOffset="2999.15">4401 2463 875 0,'0'-5'281'0,"-3"-1"-27"0,3 0-24 0,0 1-17 15,0 5-24-15,3-10-28 0,-3 5-7 16,4 0-31-16,2 1 7 0,-2 1-37 0,6 2-4 15,-10 1-4-15,17 3-4 0,-3 1-1 0,-4 3-8 16,4 2-14-16,0 1-4 0,-1 4-10 0,1 2 2 16,-4 0-18-16,-3 3 13 0,0-2-5 15,-4 1-8-15,-3 2-8 0,-3-1 11 0,-4 2-3 16,0 0-7-16,-3-2 12 0,-1 1-10 0,-2-1 64 16,-4-3-15-16,3 0 2 0,-3 0-15 15,0-3-3-15,-1 1 3 0,2-3-82 0,-2-4-3 16,2 1 8-16,-1-2-2 0,3-3 20 15,0-2-5-15,0-1-3 0,0-2 0 0,1-1 14 0,-1-2-4 16,4 0-2-16,3-1 3 0,-3-2-1 16,3 1 11-16,0-1-13 0,4 0-2 0,-1 2-4 15,2-3-12-15,1 3 13 0,1 0-7 0,0 6 1 16,4-9 9-16,2 4-1 0,-3 3 8 16,4 1-10-16,1-1 3 0,-8 2-16 0,20 4 15 15,-6 0 1-15,-1 1 2 0,1 1-3 0,-3 0-5 16,6 2 13-16,-4 0 6 0,0 3-11 15,1-1-5-15,0 3-24 0,0-1-4 0,-4-1-46 16,4 1-80-16,-4-1-217 0,3-1-418 0,-2 2 88 16,2-2 56-16,-3-3 71 0</inkml:trace>
  <inkml:trace contextRef="#ctx0" brushRef="#br0" timeOffset="3215.5">4814 2560 691 0,'0'21'227'0,"0"-2"-22"0,-3 0-13 15,3-2-18-15,0-1-15 0,3-1-29 16,-3 3-55-16,0 0-93 0,0 0-120 0,4 0-487 15,-4 1 47-15</inkml:trace>
  <inkml:trace contextRef="#ctx0" brushRef="#br0" timeOffset="3682.49">4746 2533 801 0,'0'0'256'0,"1"-5"-34"0,-1 5 1 0,0 0-41 0,0 0-8 16,23 10-31-16,-13-3 3 0,1 0-31 15,2 4 8-15,1-1-20 0,0 2-9 0,-1-1-20 16,1 1 6-16,-1 0-19 0,-1-1 1 0,1-1-14 16,-3 0-2-16,1-1 59 0,-2 0 0 0,1-3-15 15,-2 2 5-15,-1-3-8 0,-1-1 0 16,1 0-5-16,-1-2-16 0,-6-2 1 0,12-2-8 15,-12 2-1-15,13-8-9 0,-7-2 2 16,2-2-2-16,-2-3-11 0,1-5 3 0,-4-3-5 16,1-2 0-16,-1-2-8 0,1-3 3 15,-1-1-13-15,1-1-3 0,-1 5 0 0,1 2 3 16,-1 0-74-16,0 5 23 0,-3 0-8 0,3 3 15 16,-2 1 13-16,2 4-22 0,-3 0 4 0,4 1 0 15,-4 4-5-15,3 3 8 0,-3 4 3 0,0 0 9 16,0 0 14-16,11 16-11 0,-5-5-3 15,-3 5 11-15,1 5-2 0,3 1 2 0,0 2 5 16,-1 1-11-16,1 1-2 0,0 4 13 0,0-2 3 16,3 0 12-16,-3 2-17 0,1-7-8 15,1 1 10-15,-2-2 7 0,3 0-2 0,1-3-10 16,-4 0 5-16,3-3-15 0,1-1-6 0,-1-2-27 16,2-3-42-16,2-2-81 0,0-1-221 15,4-3-371-15,2-2 49 0,0-4 74 0,1-2 72 16</inkml:trace>
  <inkml:trace contextRef="#ctx0" brushRef="#br0" timeOffset="4515.32">5956 1257 813 0,'-3'-2'287'0,"3"2"-28"16,0 0-34-16,0 0-2 0,0 0-42 0,0 0 6 15,0 0-26-15,0 0-4 0,0 0-27 0,20-2-2 16,-20 2-28-16,25 2-5 0,-12-2-11 16,4-2 1-16,0 2-9 0,-2 0-6 0,4-1-12 15,-1 0-1-15,-1 1-4 0,0 0-9 0,0-1-6 16,-4 1-2-16,2 0-23 0,-5-2-39 0,-1 2-12 16,-1 0-18-16,-8 0-26 0,14 0-13 15,-14 0-48-15,0 0-57 0,0 0 0 0,0 0-17 16,0 0 25-16,0 0 56 0,0 0 39 0,-34-2 2 15,22 2 49-15,0 0 31 0,1 0 20 16,-3 0 10-16,1 0 16 0,-1 0 5 0,1 2 10 16,2 0 23-16,-3-1 0 0,4 0 5 15,-4 0-5-15,4 2 6 0,-3-1-6 0,2 3 8 16,1-1-8-16,0 0 0 0,-1 2 8 0,2 2-6 16,2 1-12-16,-1-2 5 0,1 5-2 0,1-4-6 15,0 4-10-15,5 0-5 0,-2-1 5 16,3 2-5-16,3 0 8 0,-2 0-16 0,5 2 8 15,0 0 0-15,1-1-16 0,7 4-4 0,-1 0-3 16,2 1 10-16,1 0-2 0,2 3-9 16,3-1 7-16,-1 0 4 0,0 2-16 0,1 0 4 15,-4 0 4-15,1 1-7 0,1 2 8 0,-4-1-19 16,-2 0 19-16,1 2-6 0,-7 1 8 16,2-3-5-16,-8 2 2 0,2 0-9 0,-3 1 4 15,-4 2-2-15,1 2 5 0,-4 1 5 0,-6 0 2 16,-1 8 1-16,-4-1-3 0,5-5 13 0,0-4 0 15,-1-1 10-15,-3 9-8 0,3-6 11 16,1-5-21-16,2 0 0 0,-2 0-2 0,3-1 4 16,-1 0 9-16,4-4-14 0,0 1-9 0,1-3-6 15,-2 1 3-15,5-6 5 0,0 1-16 16,3 1 14-16,-3-1 7 0,6-4-11 0,-3-1 9 16,6-1-6-16,-2-1 8 0,6 1-5 0,4-5 3 15,3 0-8-15,0-3 7 0,7 0 8 16,0-3-5-16,7 0-13 0,0 0-4 0,0-3 4 15,2 1 3-15,-2-1-6 0,3 1 1 0,-3 0 5 16,3-1-18-16,-3 0-31 0,-4 1-28 0,-3 1-46 16,-4 1-113-16,1 0-522 0,-6 3-87 15,-2-2 103-15,-7 2 79 0,-2 0 61 0,-4-3 59 16</inkml:trace>
  <inkml:trace contextRef="#ctx0" brushRef="#br0" timeOffset="5032.71">5731 3164 767 0,'0'7'236'0,"0"3"-21"0,0 1-21 16,0 3-14-16,0 0-6 0,3 4-18 16,-3-3-10-16,3 3-18 0,-3 0-16 0,4 2-9 15,0-2-9-15,-1 0-1 0,-2 0 55 0,2 0-12 16,3 1-11-16,-3-5-22 0,1 3-14 15,2-2-10-15,-5-2-7 0,6-2 0 0,-3 0-6 16,2 0 3-16,-3-3-7 0,4-4-85 0,0 3 0 16,0-5-41-16,0-1-51 0,-1-2-95 0,5-1-402 15,-1-5-102-15,0-1 33 0,-3-2 72 16,4-5 58-16</inkml:trace>
  <inkml:trace contextRef="#ctx0" brushRef="#br0" timeOffset="5182.26">5884 2969 901 0,'-2'-6'330'0,"2"6"-33"0,-1-5-18 15,1 5-44-15,0-8-38 0,0 8-33 0,0-5-23 16,0 5-52-16,0 0-66 0,3-6-99 0,-3 6-288 16,7 2-289-16,-7-2 8 0,0 0 77 15</inkml:trace>
  <inkml:trace contextRef="#ctx0" brushRef="#br0" timeOffset="5398.76">5946 3300 1187 0,'0'0'300'16,"0"0"-39"-16,0 0-28 0,0 0-23 0,0 0-24 15,0 0-11-15,24-12-19 0,-17 8-13 0,3-2-5 16,4 3-23-16,-1-5-12 0,2 2-52 0,1 1-36 16,-1-1-33-16,1 1-94 0,1-1-119 15,-6 3-503-15,3 1 55 0,-1-1 29 0,-6 1 108 16</inkml:trace>
  <inkml:trace contextRef="#ctx0" brushRef="#br0" timeOffset="5582.31">6056 3503 837 0,'0'0'299'0,"0"0"-28"0,0 0-25 0,0 0-21 16,17-8-30-16,-7 2-19 0,1 2-4 0,5-3-29 15,1 0-28-15,1 0-35 0,-2 2-29 0,5-3-115 16,-4 0-225-16,7 1-410 0,-3-2 49 15,-4-1 64-15</inkml:trace>
  <inkml:trace contextRef="#ctx0" brushRef="#br0" timeOffset="5765.7">6435 3189 780 0,'3'11'236'0,"-3"-2"-3"0,0 2-23 15,0 3-21-15,1 4-18 0,2 1-20 16,0 5-7-16,0 1-21 0,2 1-21 0,-2 3-25 16,0-1-126-16,1 3-624 0,2-4 25 0,-3-2 85 15</inkml:trace>
  <inkml:trace contextRef="#ctx0" brushRef="#br0" timeOffset="6765.67">5423 476 732 0,'-9'-10'256'16,"9"10"56"-16,0 0-25 0,0 0-24 0,0 0-30 16,-1-5-38-16,1 5-6 0,0 0-20 15,0 0-28-15,0 0-13 0,4 22-18 0,-1-10-3 16,3 4-2-16,-2 1-20 0,4 5-6 0,1 1-5 16,-2 6-12-16,0 0-6 0,3 0-5 0,-3-1 6 15,3 1-6-15,-4 0-3 0,2 0-19 16,-1-6 12-16,-1 0-8 0,1 1-2 0,-4-3-6 15,2-4-2-15,-2 0 5 0,1-3-2 0,2-1 17 16,-3-2-12-16,-3-3-5 0,1-2-11 16,-1-2-10-16,0-4 0 0,0 0-10 0,0 0 8 15,0 0-8-15,-11-18 7 0,8 3 3 0,-5-2 0 16,-1-3-10-16,2-3 3 0,0-2 7 16,-3-5-8-16,2 0 14 0,2 0-9 0,-1 3 11 15,0 4-5-15,3 0 15 0,1 3-5 16,0 3-13-16,-1 0 13 0,2 2 2 0,1 4 1 15,-2-1-19-15,3 5 6 0,3 1-3 0,-2 0-8 16,5 5 11-16,-6 1-8 0,17 3 0 0,-7 1 5 16,1 3-2-16,6 4-3 0,-1 1-3 15,-1 1 6-15,5 1-8 0,-3 0 12 0,-2 1-7 16,1-1-2-16,2-1 12 0,-2 0 0 0,-2 1-2 16,-1-4-3-16,1 0 10 0,-4-2-2 15,-3 0 2-15,3-2-7 0,-2-1 8 0,-2-1-1 16,1-2 5-16,0-2-15 0,-7 0 6 0,11-8 9 15,-5-1 8-15,-2 1-23 0,2-3-74 0,-3-3 23 16,-3-3-10-16,3-2 7 0,-3-2 6 16,0-4 7-16,0 0 5 0,0-1 8 0,-3-1-2 15,3 4-1-15,-3 3 6 0,3 1-6 0,0 3 18 16,-3 2-12-16,3 1-13 0,-1 3 2 16,1 0 0-16,0 5 11 0,1 2-1 0,-1 3 3 15,0 0 5-15,10 11 3 0,-3 0 10 0,0 3 3 16,-1 1-6-16,1 6-2 0,4 1-3 15,-1 6 1-15,0 1-4 0,1 0 4 0,2 1 7 16,-3 0-3-16,4 1 1 0,-4-1-3 0,4 1-3 16,-4 0-28-16,0-1-79 0,1 1-146 15,-1 0-543-15,0-4 95 0,-2-4 38 0,1-2 60 16,-2-4 83-16</inkml:trace>
  <inkml:trace contextRef="#ctx0" brushRef="#br0" timeOffset="7365.38">6927 1211 568 0,'0'0'217'0,"-9"2"-14"0,9-2-9 0,-8 6-22 15,1 1 55-15,1 3-19 0,3 5-9 0,-1 3-25 16,1 5-20-16,0 6 2 0,3 6-10 0,0 5-15 16,0 17-1-16,3 3-4 0,0 0 2 15,1 5-26-15,2-2 11 0,-3 3-24 0,4-1-17 16,1 16-18-16,1-5 20 0,-2 2-8 16,3-3-4-16,4-3-14 0,-4-10-7 0,4-3 5 15,-3-2 6-15,3-3-11 0,2-4-3 0,-1-1-5 16,1-5-5-16,2 0-10 0,1-4-15 0,-1-9-47 15,-2-7-40-15,2-1-88 0,-5-5-212 0,4-4-401 16,0-6 37-16,-2-3 65 0,1-5 76 16,-2-1 49-16</inkml:trace>
  <inkml:trace contextRef="#ctx0" brushRef="#br0" timeOffset="7865.41">7491 1694 752 0,'-7'13'251'0,"4"-4"-21"0,3 2-10 0,-3 1-40 16,0 4-27-16,2 0 8 0,1 2-10 0,1 3-30 15,-1-3-6-15,3 2-8 0,0 1-20 16,1-1-5-16,2 2 67 0,1-2-13 0,1-1-16 15,1 0-13-15,-2-3-2 0,0-3-31 0,3 2 6 16,0-5-65-16,-3 0-5 0,4-2 1 16,-1-3-1-16,0-1 26 0,1-3-16 0,-2-2 1 15,1-3-1-15,2 0 1 0,-2-5 7 0,2-1-5 16,-4-3-13-16,-1-2-7 0,-1-5 22 0,-2-2-7 16,-1-4 3-16,-3-3 9 0,-3-5-30 15,-1 2 16-15,-2-2 2 0,-1 3-3 0,-3 2 8 16,0 1 3-16,0 6-16 0,-1 0 10 0,1 2 6 15,-3 2 5-15,1 3-11 0,-1 4 1 16,-1 1 2-16,-2 3-8 0,1 0 3 0,2 5 0 16,-4 2 5-16,3 1-10 0,-3 4 7 0,0 1-2 15,3 2-8-15,1 6 1 0,3-3-4 0,-4 6 3 16,7-4-2-16,1 3-5 0,2-1-1 16,4 3 6-16,0-5-13 0,0 5 5 0,4-3 10 15,2 0-5-15,4 0-12 0,1 0 12 0,2 0-5 16,4-1 7-16,0-2-4 0,4 0-18 0,-1-3-44 15,7 1-41-15,1-2-56 0,2-1-123 16,-2 0-548-16,0-3 105 0,5 2 39 0,-8-5 76 16,2-1 90-16</inkml:trace>
  <inkml:trace contextRef="#ctx0" brushRef="#br0" timeOffset="8215.73">8045 1971 734 0,'-7'20'251'0,"1"-3"-8"16,3 1 26-16,2-2-18 0,-2 0-26 0,3 2-18 16,-4 0-10-16,8-1-28 0,-4 2-10 15,3-3-18-15,-2 1-8 0,5 0-23 0,-3-2 0 16,4 0-8-16,-1 0-4 0,5-2-29 0,-4-5 3 16,6 2-6-16,-1-3 11 0,1-3-13 15,1-1 2-15,2-3 6 0,-2-1-23 0,0-5 4 16,3 1-4-16,-3-3-10 0,3-4-1 0,-7-5 8 15,0-1-15-15,-3 1-8 0,-3-5 7 0,-1 3 11 16,-3-1 8-16,0 1 5 0,-3 1-8 16,-1-1 0-16,-6 0-5 0,3 0 2 0,-3 2-7 15,-7 3-2-15,3 2 6 0,0 1 4 0,-2 4-6 16,1 0-22-16,-4 2 4 0,1 0 6 0,5 4-6 16,-2-1-17-16,-1 2-8 0,2 0-52 15,1 2-4-15,2-1-41 0,4 2-29 0,0 1-79 16,4-1-120-16,0-2-448 0,3-1-23 0,6 5 99 15,-6-5 83-15,14-2 61 0</inkml:trace>
  <inkml:trace contextRef="#ctx0" brushRef="#br0" timeOffset="8384.7">8367 1917 977 0,'7'-4'323'0,"2"-1"-21"0,2 0-31 0,-1-2-25 0,3 2-18 16,2-3-29-16,2 1-2 0,3-3-33 15,1 2-15-15,-1 0-21 0,1 0-21 0,-1 1-43 16,-3-1-66-16,0 2-116 0,-3-1-220 0,3 1-402 16,-4 0 80-16,-2 0 56 0,-4-1 43 15</inkml:trace>
  <inkml:trace contextRef="#ctx0" brushRef="#br0" timeOffset="8548.49">8562 1638 721 0,'-1'7'220'0,"-2"1"-22"16,3 3-9-16,0 2-10 0,0 1-20 16,3 2-11-16,-2 2-20 0,5 2 62 0,-3-2-26 15,5 4-19-15,-2-1-14 0,4 1-21 0,-3 0-51 16,4-1-90-16,-4-1-171 0,3-1-499 16,4-2 35-16,-4-5 54 0</inkml:trace>
  <inkml:trace contextRef="#ctx0" brushRef="#br0" timeOffset="9015.33">9078 1576 893 0,'-4'12'251'0,"1"1"-18"0,-1 3-16 0,-2 0-20 15,5 2-12-15,-2 0-29 0,3 1-10 0,0 0-18 16,3 0-11-16,-3 0-9 0,3-1-16 0,1 1-8 16,3-3-12-16,-3 0 5 0,3 0-3 0,2-2-18 15,-1-3 72-15,2 0-17 0,0-2-17 16,1-3 11-16,2-1-10 0,0-3-11 0,1-2-17 16,-3 0 10-16,2-2-6 0,1-4-2 0,0-3-15 15,-1 1 8-15,-3-9-14 0,1-1 1 16,-1-3-6-16,-3-4-4 0,-4-7-11 0,0-2 5 15,-3-2-12-15,-3-2 4 0,0 2-7 0,-1 1-2 16,-2 2 9-16,-1 3-12 0,-1 7 10 16,-1 1-74-16,2 3 10 0,-3 2 3 0,-1 3-6 15,1 4 16-15,-4 2 0 0,-2 2 5 0,1 5-5 16,2-1 10-16,-4 4-8 0,3 2 21 16,1 2-3-16,-1 2 6 0,4 2 2 0,-4 1-8 15,7 3 0-15,0 0 3 0,1 0 8 0,2 2-11 16,0 0 13-16,4 2-7 0,0-1 14 0,4 0-4 15,0-1-3-15,3 0-10 0,2 1 15 0,5-2-12 16,-3 1 4-16,6-3-12 0,3-2-39 16,1 1-58-16,0-4-49 0,-1-3-213 0,7 1-440 15,-6-2 85-15,3-2 38 0,-4-2 72 0,0-2 61 16</inkml:trace>
  <inkml:trace contextRef="#ctx0" brushRef="#br0" timeOffset="9198.7">9533 1658 709 0,'0'9'245'16,"-4"1"-17"-16,3 4-15 0,-2 1-9 0,0 2 47 15,0 2-26-15,2 2-17 0,-2 1-21 0,-3 0-13 16,5 3-11-16,-2 1-24 0,0-1-27 16,-1 2-78-16,1-2-37 0,2 1-66 0,1-4-108 15,-3 3-588-15,3-5 84 0,0-2 62 16,0-1 50-16</inkml:trace>
  <inkml:trace contextRef="#ctx0" brushRef="#br0" timeOffset="9665.32">9813 1400 1000 0,'-3'-6'287'0,"3"6"-36"0,0 0-13 16,0 0-31-16,0 0-20 0,0 0-15 15,0 0-21-15,16 16-3 0,-6-5-10 0,4 6-7 16,-1 0-19-16,5 5-4 0,3 3-11 0,2 9-7 15,4 0-8-15,1-1 0 0,-4 2-11 0,1-2 1 16,2 1-13-16,-7-7-5 0,7 4-3 16,-6-2 0-16,-5-4-13 0,2-3-17 0,-2 2-49 15,2-4-82-15,0 3-205 0,-2-6-394 16,-3-2-49-16,-1-3 80 0,0-4 53 0,-5-3 90 16</inkml:trace>
  <inkml:trace contextRef="#ctx0" brushRef="#br0" timeOffset="9899.07">10155 1350 921 0,'0'0'297'0,"0"0"-31"15,0 0-20-15,-15 8-21 0,9 1-20 0,0 1-13 16,-1 5-16-16,-1 0-19 0,1 5-22 0,-2 1-7 15,2 2-15-15,-4 4-16 0,1 2-2 0,0 1-18 16,-1-1 2-16,1 2-10 0,0 0-5 16,0-1-8-16,3 0-20 0,0 0-31 0,1-4-51 15,3-1-77-15,1-1-168 0,2 2-480 0,0-4 37 16,4-2 101-16,0-3 68 0</inkml:trace>
  <inkml:trace contextRef="#ctx0" brushRef="#br0" timeOffset="10231.29">10226 2211 857 0,'0'0'325'0,"10"-5"-97"15,-2 0-13-15,-2-1-13 0,4-1-15 16,-3-4-21-16,4 0-7 0,-1-2-13 0,3 1-15 16,-2-2-16-16,-1-3 5 0,1 1-15 15,2-3-15-15,-6 0-9 0,2 1 14 0,-1-3-16 16,-4 0-15-16,2 3-5 0,-3 1-20 0,-2 2 9 15,2 2 16-15,0 1-12 0,-3 1 1 0,3 1-1 16,-3 1-9-16,4 1-12 0,-4 3 7 0,0 5-10 16,0-5 6-16,0 5-6 0,0 0-13 15,0 0-5-15,0 0 8 0,-10 23-2 0,10-16-11 16,-3 4 8-16,3 1 2 0,-1 0-7 0,1 0 4 16,1 1-1-16,2 0-1 0,-3 0-2 0,3 1-6 15,0-1 16-15,1-1-10 0,3 1-13 16,-3-2-8-16,2 0-41 0,4-3-48 0,-2 1-70 15,1-4-120-15,5-2-522 0,-3 0 85 16,2-5 48-16,1 1 74 0,-1-7 67 0</inkml:trace>
  <inkml:trace contextRef="#ctx0" brushRef="#br0" timeOffset="10364.5">10476 1586 839 0,'-3'-4'317'0,"3"4"-35"15,-4-6-49-15,4 6-79 0,-3-3-65 16,3 3-135-16,0 0-535 0,0 0-23 0,0 0 74 16</inkml:trace>
  <inkml:trace contextRef="#ctx0" brushRef="#br0" timeOffset="10614.82">10921 1652 716 0,'0'0'302'0,"0"0"57"0,0 0-27 0,9 1-22 16,-9-1-44-16,0 0-38 0,0 0-23 0,17-3-11 15,-6 1-12-15,-1 0-28 0,7 1-13 16,-3 0-11-16,3-1-15 0,0 1-12 0,3-2-65 15,1 3-66-15,-1-2-77 0,-2 1-266 0,2-1-412 16,0 0 53-16,-2-2 88 0,-4-2 53 0,0 4 74 16</inkml:trace>
  <inkml:trace contextRef="#ctx0" brushRef="#br0" timeOffset="11068.77">11306 1231 1080 0,'-3'-6'294'0,"3"6"-18"16,0 0-30-16,0 0-21 0,0 0-4 0,-6 20-22 15,6-8-20-15,0 1-7 0,0 3-26 0,-1 1-8 16,1 1-18-16,0 2 8 0,1-1-7 0,2-1-24 16,-3 2-5-16,-3-1 3 0,3 2-13 0,3-4-6 15,-3-1-9-15,3 2-6 0,-3-4 3 16,0 0-12-16,3-1-1 0,-3-1 0 0,0-2-10 15,0 1-5-15,1-3-13 0,-1-1 2 16,3 1 6-16,-3-2 2 0,0 0-12 0,0 1 22 16,0-2-20-16,0-1-2 0,0-4 7 0,3 7-10 15,-3-2-3-15,0-5 11 0,0 7-11 16,0-7 8-16,0 6-12 0,0-6-4 0,0 7 4 16,0-2-1-16,0 1 0 0,-3 0-7 0,0 1-1 15,2 1 6-15,1 2 5 0,-3 0-8 0,0 2 10 16,3-1 0-16,-4 1-7 0,4 1 2 15,-3 1 3-15,0 2-5 0,3-1-6 0,-5 1 6 16,5-2-8-16,-3 1 5 0,3-1 8 0,-3-1-5 16,3 0-6-16,-3-1 6 0,2 0-6 15,1-1-4-15,-2-1-75 0,2 0 11 0,-1-3 30 16,1 1 10-16,0-1-30 0,0 0 2 0,0-3 0 16,0 2-7-16,0-6-47 0,0 8-35 0,0-3-144 15,0-5-568-15,0 5 93 0,0-5 30 0,0 0 76 16,0 0 85-16</inkml:trace>
  <inkml:trace contextRef="#ctx0" brushRef="#br0" timeOffset="11465.32">11050 1300 1018 0,'0'-6'305'0,"0"6"-44"0,-3-5-20 16,3 5-24-16,0 0-22 0,0 0-6 0,0 0-28 15,0 0-12-15,16 17-24 0,-12-9-81 0,3 3 7 16,3 2-10-16,-3-1-5 0,3 2 12 16,4 4-12-16,-1 0 0 0,1 1-8 0,3 0-5 15,-2 6-10-15,4-3-36 0,-1 1-36 0,0 2-128 16,-5-1-235-16,7 0-277 0,0 0 36 15,-2-3 80-15,-5-3 73 0</inkml:trace>
  <inkml:trace contextRef="#ctx0" brushRef="#br0" timeOffset="11932.17">11562 2260 729 0,'5'-7'212'0,"-5"0"-4"0,6-3-14 16,-5-3 44-16,5 1-10 0,-3-3-23 16,0-3-3-16,1 0-23 0,-1-3-12 0,-3 2-24 15,4-3-17-15,-4 1-4 0,0 0-4 0,-4 1 5 16,4 3 13-16,0-1-21 0,-3 5-5 0,3 0-8 16,0 1-15-16,0 1-2 0,-3 1-8 15,2 3-6-15,1 0-7 0,-3 4-10 0,3 3 0 16,-6-4-11-16,6 4-7 0,0 0 10 0,-7 10-18 15,4-3 11-15,-1 0-11 0,3 3 0 0,1 1-7 16,0-1 2-16,0 2-8 0,0-2-5 16,5 3 0-16,-2-3 6 0,0 4 9 0,1-3-12 15,2 1 13-15,1-1-24 0,0-2-4 16,3 1-32-16,1-2-55 0,2-2-90 0,-6 2-226 16,6-7-437-16,2 1 61 0,-2-4 72 15,-2-1 67-15,-1-3 76 0</inkml:trace>
  <inkml:trace contextRef="#ctx0" brushRef="#br0" timeOffset="12064.61">11628 1533 703 0,'0'0'297'16,"-7"-3"-38"-16,7 3-42 0,-4-4-71 15,4 4-87-15,0 0-61 0,-6-1-213 0,6 1-410 16,0 0 90-16</inkml:trace>
  <inkml:trace contextRef="#ctx0" brushRef="#br0" timeOffset="12481.34">11860 835 616 0,'0'0'246'15,"0"0"-21"-15,14 16-22 0,-4-4-19 0,-3 7-10 16,3 4-8-16,7 3-20 0,1 14-23 15,2 2-3-15,-2 2 52 0,1 2-13 0,-1 4-21 16,-1 2 3-16,0 1-11 0,0 3-15 16,-4 1-12-16,-2 3 2 0,3-2 0 0,-7 1-8 15,2 0-10-15,2-2-5 0,-8 0-8 0,-2-2 18 16,2-1-28-16,-3-9 5 0,0-6-15 0,-4 11-8 16,1-6 10-16,0-7-2 0,-1-2-8 15,0-2-5-15,-5-1-8 0,5-1-7 0,-2-5 2 0,2-3-48 16,-3-2-37-16,3-3-42 0,-2-3-65 15,5 1-305-15,-5-8-345 0,3-1 44 0,0-4 97 16,3-3 56-16,0 0 100 0</inkml:trace>
  <inkml:trace contextRef="#ctx0" brushRef="#br0" timeOffset="12981.26">12257 717 714 0,'10'-7'297'0,"-3"0"-21"16,3 4-35-16,-3-1-16 0,0 3-20 0,4 0-31 15,2-1-10-15,1 4-19 0,-1 0-24 16,5 3 7-16,-2 0-21 0,2 3-12 0,-5 3-8 15,4 2-13-15,-6 1 3 0,2 4-16 0,-6 0 1 16,-3 0-3-16,-1 2-16 0,-6 0 3 16,-1 5-5-16,-6-1 3 0,3 0-3 0,-7-1-18 15,3-2 2-15,-2-1 11 0,-1-1-5 0,4-2 7 16,0-4-7-16,-1 0-10 0,2-2 9 0,2 0-2 16,0-2-12-16,0-2 9 0,3 1-9 15,1-3 4-15,0 2 11 0,-1-2-8 0,1 0-5 16,3-1 15-16,0-4-20 0,3 8-3 0,4-5 13 15,0 0 0-15,7-1-2 0,-1 0 2 0,2-1-10 16,8 1 17-16,-3-2-4 0,4 0 10 16,-3-2-18-16,2 2 12 0,1-1-4 0,-3 1 15 15,3-2-18-15,-4 1-10 0,-2 1 12 0,-2-1-12 16,2 1 13-16,-5-1-11 0,1 1 3 16,-4 0 13-16,1 0-18 0,-1-2 2 0,-3 2-2 15,3 2 7-15,-10-2-17 0,11 2 4 0,-8 1 1 16,-3-3-49-16,3 11-87 0,-9-4-66 0,-5 1-178 15,-2 4-493-15,-5 3 123 0,-8 2 41 16,-5-2 58-16,-17 3 106 0</inkml:trace>
  <inkml:trace contextRef="#ctx0" brushRef="#br0" timeOffset="15897.97">1181 5059 514 0,'0'0'192'0,"0"0"3"0,0 0-24 0,0 0-10 15,0 0-17-15,10 23-6 0,-7-9-10 16,1 6-16-16,-1 0-12 0,4 5-8 0,-4 0-2 16,0 5-6-16,2 1 6 0,-2-3-31 15,0 0-3-15,1 1 1 0,-4-2-14 0,3-2-7 16,0 1 15-16,-3-4-10 0,0-3-10 0,1 1-6 16,-1-3 6-16,0-2-5 0,0-1-1 0,0-3 6 15,2 2 10-15,-2-4 0 0,0 0 82 0,0-7-8 16,0 4-15-16,0-6-23 0,0 0 4 15,0 0-4-15,-6-17-13 0,3 3 0 0,-1-2-20 16,1-8-1-16,0-1-4 0,3-3-9 16,0-2 4-16,-4 1-4 0,4-2-4 0,4-5 0 15,-4 5-21-15,3 5 8 0,-2 1 10 0,2 1-6 16,0 1-1-16,0 5-1 0,0 1-2 0,-2 2-18 16,2 5 13-16,0-1-3 0,1 4-3 15,3 4 3-15,-1-1 3 0,2 4-3 0,-8 0 3 16,23 10-3-16,-13 2-8 0,8-1 16 15,-2 6-10-15,2 5-1 0,-1 3 3 0,7 9 6 16,-1 0 4-16,-1 2-12 0,-3-4 2 0,-1-2-21 16,-5-4-53-16,2-1-79 0,1 3-661 0,-2-2 33 15,-1-2 101-15,-1-8 63 0,-3-2 54 16</inkml:trace>
  <inkml:trace contextRef="#ctx0" brushRef="#br0" timeOffset="16764.02">1092 5476 957 0,'0'0'330'0,"0"0"-41"15,0 0-7-15,0 0-24 0,0 0-40 16,0-8-21-16,0 8-18 0,23-9-10 0,-5 0-20 16,2-3-6-16,5-1-25 0,5-1-11 0,0-2 8 15,-1 0-22-15,15-4-12 0,-6-3-9 16,2 0-13-16,1 2 0 0,-2 0 0 0,-5 3-16 16,-4 1 1-16,-3 2-11 0,1-2-2 0,-5 1-6 15,-5 4-2-15,2 2 21 0,-6-2-13 0,-4 4-6 16,1 0 1-16,-4 4-1 0,-1-5 1 15,-2 5-16-15,-1 0-5 0,0 0-5 0,-3 4 11 16,0 0 1-16,0 0-12 0,0 0 0 0,-20 8 3 16,13-3 5-16,0 3-1 0,0-4-4 15,0 3-8-15,1-1 5 0,2 2-3 0,0 0-2 16,4 1-5-16,0 0 10 0,1 1-8 16,6 2-2-16,-1-1 5 0,2 3 2 0,6 0 6 15,-1 1-6-15,4 3-2 0,3 3 8 0,1-4-8 16,0 2 20-16,2-1-18 0,-2 3-15 0,-3-5 16 15,-2-3-6-15,-2 4 6 0,-4-3-9 0,0-2 14 16,-4 1 2-16,-1-1 5 0,-5 0-20 16,0-3 10-16,-8 1 13 0,2-2-3 0,-1 1-5 15,-3-1-7-15,-1-2 12 0,1-4 10 0,0 4 6 16,-1-6-3-16,2 1-8 0,-1 1-7 16,10-2 10-16,-15-3 2 0,8-3-12 0,1 4 0 15,-1-7-3-15,3 1 10 0,4-2-15 16,0-4 0-16,3-1-5 0,1-3-13 0,3-1 5 15,3-4-2-15,0 1-8 0,4-3 5 0,0 1 0 16,3-1 8-16,0 3-5 0,1-3-3 0,-1 3 0 16,0 1 20-16,-3 2-17 0,-1 6 2 15,0-3-5-15,-2 4 26 0,-5 1-5 0,1 4-11 16,-3 0-18-16,3 1 29 0,-4 1-8 0,-3 5-6 16,0-2 6-16,0 2 0 0,0 0 0 0,0 0-3 15,0 0 1-15,-14 9 4 0,11-2-15 16,-1-3 8-16,4 3-3 0,0 2 21 0,1 0-18 15,5 4 2-15,1-2 11 0,3 3-14 0,1 3 9 16,3 0-8-16,2 0 2 0,2 6-2 16,-2-5 10-16,5 2 10 0,-8-3-10 0,5 0 2 15,-5-1 1-15,2 2-13 0,-2-4 7 0,-3 1 8 16,-2 0-7-16,1-3 15 0,-5 1-11 16,-1-3 6-16,0 0-8 0,-3 1 20 0,-3-1-2 15,-4 0-8-15,0-2-10 0,-2-1 11 0,-2-1-6 16,-3 1-3-16,-3-2-4 0,4-2 12 0,-4-2 5 15,3 2-7-15,-3-6-11 0,3 2-14 16,-3-2-53-16,7-1-40 0,-4-1-38 0,7-2-21 16,-3-2-8-16,6-3-616 0,2 2 74 15,4-2 45-15,-1-3 68 0,5-1 71 0</inkml:trace>
  <inkml:trace contextRef="#ctx0" brushRef="#br0" timeOffset="17164.34">2303 5113 862 0,'2'5'305'0,"-1"3"-34"0,2 2-23 0,-3 1-35 15,3 2-14-15,-3 2-19 0,0 2-11 0,3 0-21 16,-3 2-15-16,4-1-10 0,-4 3-16 0,3-3-14 16,2 0-9-16,-2 1-5 0,3 0 14 15,-2-1-22-15,2-5-25 0,-2 1 11 0,3 0-9 16,0-4 1-16,-3 0-13 0,5-2-3 0,-2-2 5 15,1-4 1-15,1 3-3 0,1-5-8 16,-10 0-13-16,18-7 3 0,-11 1-3 0,2-5-7 16,-1-2-10-16,-1 1-6 0,-1-5 10 0,-2 1-12 15,-1-2 13-15,4-2-3 0,-7 2 10 16,1 1 8-16,1 2-3 0,-1 3 16 0,-1-1 7 16,0 2 1-16,0 2-16 0,0 0-5 0,-1 3 0 15,1-1-3-15,0 7 3 0,-2-4 5 0,2 4-10 16,0 0 5-16,0 0 7 0,0 0-17 15,-1 18 7-15,1-8-2 0,0-2 3 0,0 3 4 16,1 1-12-16,1 0-6 0,-1 1-4 0,2-1 17 16,0 1-7-16,1 0 2 0,2-1-10 15,-2 0 0-15,6 1-49 0,-6-5-68 0,5 0-91 16,1 1-322-16,1-7-261 0,-1 3 77 16,0-4 49-16,1-2 68 0,-1-4 70 0</inkml:trace>
  <inkml:trace contextRef="#ctx0" brushRef="#br0" timeOffset="17730.68">2733 5175 665 0,'3'10'261'0,"-3"1"-20"0,1 2-26 16,2-2-5-16,-3 3-29 0,3-1-7 0,-3 0-12 15,3-1-29-15,-3 1-5 0,0-2-8 0,0 2-10 16,0-5-5-16,0 0 18 0,0 1-3 15,0-2-74-15,0-2 11 0,0 0-1 0,0-5-7 16,-3 6 2-16,3-6-5 0,0 0-3 0,0 0 3 16,-13-14-12-16,6 5-6 0,6-3 0 15,-2 0-15-15,-1-5 5 0,2 3-18 0,2 1 15 16,2-3-5-16,2 0 1 0,-1 0-11 0,0 2 71 16,2 2-12-16,1-1 3 0,1 2-11 15,0 3-5-15,1 1-10 0,2 4-8 0,2 0-5 16,-1 2 8-16,0 2-11 0,2 2-2 0,4 4 5 15,-4-1-3-15,2 6-4 0,1-1 4 16,-2 3 1-16,-4-4-19 0,4 5 16 0,-4-2-7 16,-3 2 4-16,0-1-5 0,1-3 0 0,-2 2 1 15,-3-3 7-15,0 0-6 0,-2-1-7 16,2-1-2-16,-3-1 7 0,0-1 16 0,0-6-18 16,-3 4-6-16,3-4 8 0,0 0 6 0,0 0-6 15,-10-11 0-15,6 2-5 0,1-5-2 16,-2 3-8-16,3-5-8 0,1-1-10 0,-2 0 0 15,3-5-5-15,3 3 5 0,-3 1-3 0,1-1 16 16,2 4 10-16,1 0-21 0,-1 1 14 16,0 3-9-16,1 3-4 0,-1-1 2 0,1 0-3 15,2 3-4-15,0 5 4 0,2-4 6 0,-8 5 7 16,13 5 1-16,-3-1-4 0,-2 3 4 0,2 1 4 16,0 2-2-16,1 2 5 0,-2-1-3 15,1 3 14-15,2 3-9 0,1 0-15 0,-4-4-10 16,3 1-51-16,1 3-59 0,-2-4-182 0,2-1-455 15,0-4 35-15,1-1 88 0,-3 0 58 16,2-4 62-16</inkml:trace>
  <inkml:trace contextRef="#ctx0" brushRef="#br0" timeOffset="17947.91">3410 5010 788 0,'3'26'284'0,"-3"-1"-15"0,4 0-8 16,-1 2-33-16,3 3-24 0,-2 5-17 0,4 0-15 15,-2 2-26-15,4 8 7 0,0-6-25 0,-3-6-13 16,3 1-10-16,-3-1 3 0,1-4-31 0,-1 1-31 16,-1-6-51-16,1-5-72 0,-1-1-148 15,-1-1-500-15,1-4 29 0,-3-5 66 0,0-3 90 16</inkml:trace>
  <inkml:trace contextRef="#ctx0" brushRef="#br0" timeOffset="18214">3433 4945 703 0,'8'-3'251'0,"-8"3"-15"16,13 0-16-16,1 3-13 0,-4 2-20 0,4 2-92 15,0-1-11-15,5 6-15 0,-1-1 16 0,-5 6 10 16,2-2-19-16,-2 2-1 0,1 1-6 0,-7-1-3 16,2-1 11-16,-5 1-5 0,0 1-1 15,-4-1-9-15,0 2 2 0,-7-1-3 0,6-5 3 16,-8 3-7-16,2 0-6 0,-4-2 8 0,1-2-16 16,0 1 8-16,-4-5-15 0,0 0-8 15,0-1-43-15,2-4-54 0,1-3-131 0,-3-1-291 16,4-1-241-16,0-5 97 0,-1-5 56 15,1 2 67-15</inkml:trace>
  <inkml:trace contextRef="#ctx0" brushRef="#br0" timeOffset="18480.9">3679 4900 665 0,'2'17'248'0,"4"1"-22"0,-3 0 58 16,0-1-31-16,1-1-15 0,-1 1-15 16,0 1-18-16,1-1-11 0,-1 4-25 0,2-5-10 15,1 2-18-15,-2-1-16 0,2-1-10 0,-2 0-12 16,2-5-9-16,-2 3-14 0,-1-5 7 16,1 0-8-16,2-2-15 0,-3 1 8 0,4-5-21 15,-3 1-5-15,6-2-5 0,-10-2-10 0,20-5-24 16,-9 2-58-16,0-5-51 0,3 1-93 15,-1-1-291-15,4 0-308 0,-4-2 78 0,-3 0 65 16,1 1 58-16</inkml:trace>
  <inkml:trace contextRef="#ctx0" brushRef="#br0" timeOffset="18796.41">3632 5104 1090 0,'-10'-4'312'0,"10"4"-33"0,3-9-30 16,1 3-24-16,3-1-10 0,2 1-26 15,5-3-10-15,0 3-30 0,3-4-19 0,3 1-4 16,1-1-14-16,0 0-7 0,-2 3-20 0,2-1 4 16,0-2-12-16,-1 3-13 0,-2 3-7 15,0-2-1-15,1 1-10 0,-2 2-8 0,0 2 1 16,-2 1-3-16,1 0 2 0,1 3-5 15,0 2-12-15,-3 2 2 0,0 3 0 0,0 1 0 16,2 3-8-16,-5 3 8 0,2-1-7 0,-3 2 7 16,1 0-5-16,-1 0 7 0,-3 3 1 0,0-1-3 15,0 2-13-15,-4-5 8 0,4 0-33 16,-4 0-42-16,0 0-94 0,-5-2-274 0,5-4-396 16,0-1 53-16,1-3 82 0,-4-3 64 0,0-4 48 15</inkml:trace>
  <inkml:trace contextRef="#ctx0" brushRef="#br0" timeOffset="18930.64">4049 4753 506 0,'0'0'-368'0</inkml:trace>
  <inkml:trace contextRef="#ctx0" brushRef="#br0" timeOffset="19546.78">4288 5076 637 0,'3'15'248'0,"0"-5"-41"0,2 0-4 15,-2 1-24-15,1-1 23 0,2-4-56 16,1 2-3-16,-1-1-7 0,2 1-11 0,2-2-15 15,-4 2-10-15,2-5-5 0,2 3-8 0,-3-4-5 16,-1 3 10-16,1-4 0 0,-2 0-12 0,-5-1-24 16,0 0 13-16,0 0 59 0,13-7-10 15,-13 5-26-15,-1-6 3 0,-2 0-3 0,-4-1-18 16,0-5-2-16,-6-3-16 0,3 0 16 16,-1-1-11-16,-3 0-5 0,1 2 1 0,2-5-19 15,-1 4-63-15,3 3-4 0,3-1 17 0,-4 1 4 16,3 2 16-16,0-3 9 0,4 6-4 15,0-1-23-15,2-1 18 0,1 1-24 0,1 2 21 16,5 0-5-16,-1 1 0 0,1 3 11 0,4-2-11 16,-1 3 5-16,3 3-8 0,1 0 1 0,1 0-9 15,2 3 19-15,2 3-5 0,2 1-11 16,-2 2 21-16,2 0-18 0,0 3 10 0,-2 2 5 16,-2 1-15-16,2-2 8 0,-5 2-11 0,1-1 10 15,-4 1-4-15,-3-4-1 0,1 5-2 0,-2-8 5 16,-2 3 3-16,2-3-1 0,-3-1-4 15,0 0 2-15,2 0 7 0,-2-3 6 0,0 1-13 16,-3-5 13-16,0 0-3 0,0 0-7 0,0 0 10 16,0 0-3-16,-6-21-8 0,6 10 1 15,-5-2-11-15,5-5 21 0,-2 0-10 0,2-1-8 16,0-5 10-16,2-1 0 0,3 0-3 0,-2 1 11 16,4 2-13-16,-4 1 0 0,4 5 3 0,-4-1-1 15,1 3-4-15,3 3-6 0,-3 1 16 16,2 3-13-16,1 0 15 0,3 6-13 0,0 1 3 15,0 4 21-15,4 3-26 0,-3 1 17 0,6 6-14 16,-4 2 7-16,5 2 0 0,-2 2-10 16,-1 5 20-16,1 3-17 0,-1 0-3 0,-2 0 7 15,0 2-9-15,1 2-37 0,-8-4-30 0,1 4-64 16,-4-7-208-16,-6 1-491 0,0-1 118 16,-4-2 48-16,-6-6 52 0,-5-1 63 0</inkml:trace>
  <inkml:trace contextRef="#ctx0" brushRef="#br0" timeOffset="20148.14">867 6153 568 0,'0'0'240'15,"24"-10"-22"-15,-14 8-18 0,7-3-3 16,-1 3-16-16,9-6-24 0,2 1 6 0,10-1-19 16,-2 0-3-16,19-3-21 0,1-2 3 15,-3 2 64-15,2 0-24 0,7-3-9 0,1 3-24 16,3-3-7-16,4 5 3 0,16-8-19 16,1 3-9-16,2 3-6 0,-16 1-26 0,14-5 8 0,-1 1-7 15,1 2-82-15,-1-4 25 0,3 2-2 16,5 1-3-16,6 0-3 0,0 3-4 0,-2-4 4 15,1 3 3-15,-2-3 11 0,7 4-11 0,0-3 5 16,-1 1 0-16,7 3-5 0,-3-1 34 16,0 1-6-16,0-3-10 0,1 4-5 0,-2 0-15 15,0-2 9-15,-4 1-1 0,1 1-6 0,3 1 8 16,-8-3 2-16,-1 2-10 0,-4 1 21 16,-17 0-14-16,0 4 4 0,-3-3-6 0,-1-1-2 15,-3 3 2-15,-2-2 0 0,-5 0 13 0,-13 2-15 16,-7 2 0-16,0-3-8 0,-7 3 23 15,-3-3-5-15,0 4-1 0,-4-2 30 0,-7 0-35 16,1 2 4-16,-4 0-3 0,-3-1 7 0,0 1 6 16,-4 1-21-16,0 0-13 0,-3 0-59 0,-7 0-91 15,4 0-367-15,-4 0-281 0,0 0 43 0,0 0 72 16,-35-1 79-16,18-4 57 0</inkml:trace>
  <inkml:trace contextRef="#ctx0" brushRef="#br0" timeOffset="20913.66">6097 4843 775 0,'0'0'317'0,"-7"-7"-14"0,7 7-35 16,-3-2-37-16,3 2-24 0,-8-2-30 0,8 2-8 15,0 0-16-15,-10 9-22 0,4-4-14 0,2 3-1 16,1 4-17-16,-5 0-24 0,2 2 7 15,3 3-1-15,2-1-9 0,-2-5-95 0,3 6 13 16,0-3-5-16,0 3-1 0,3-1 11 16,1 1 2-16,-1 0 1 0,5-5-1 0,-2 2 8 15,1-2 19-15,3 0-1 0,-2-3-18 0,2 1-8 16,0-4 21-16,3-2-10 0,1 0-1 0,-4-1 11 16,4-3-10-16,2-2 18 0,-4 1-16 0,4-6 5 15,-2 1 3-15,0-1-5 0,-1-4-5 16,1 0 2-16,-7-3-10 0,3 0 10 0,-3-1-5 15,-4-4 3-15,0 1-3 0,-3-2 10 0,-3-5-10 16,0 0 1-16,-3 0-12 0,-2-3 12 16,-2 1-1-16,0 2-5 0,-1 2 13 0,-2 4-3 15,0 1-3-15,-1 1 4 0,3 2-6 0,-3 4-13 16,1 3 13-16,-5 0-2 0,5 4-1 16,-1 2-4-16,-2 2-1 0,5 5 3 0,-3-2-2 15,1 4 9-15,2 3 1 0,1-1-11 0,0 3-12 16,2 0 25-16,5-2-12 0,0 2 2 0,0-1 15 15,3 0-2-15,3 2 10 0,0-2-23 0,1 2 3 16,6-1 7-16,0 1-8 0,0-2 6 16,5-2 7-16,1 3-7 0,5-2 5 0,-4-2-18 15,3 0-46-15,4 0-29 0,1-1-84 16,2-3-166-16,-3 2-445 0,0-2 83 0,3 0 53 16,-3-1 60-16</inkml:trace>
  <inkml:trace contextRef="#ctx0" brushRef="#br0" timeOffset="21282.12">6592 5038 714 0,'-3'8'304'0,"-3"3"-25"16,2-1-20-16,-3 2-31 0,3 2-24 0,-2 2-17 16,2-3-13-16,1 3-23 0,0-1-7 0,2 0-11 15,1 1-8-15,0-3-22 0,1 0-14 16,2 2-4-16,1-4 7 0,2 3-5 0,0-5-18 15,2-1-8-15,2 3 11 0,0-4-8 0,4-1-13 16,-1-4 3-16,-1 0 2 0,4-4-7 16,-3 1-8-16,4-5 2 0,1 4 1 0,-5-7-6 15,0 1 3-15,-1-5-2 0,-2 1-9 0,-1-4-78 16,-4-1 7-16,1 0 0 0,-6-4 18 16,0 0 0-16,-6-1 0 0,3-2 7 0,-2 4-4 15,-5-3 7-15,1 5 16 0,-2 0 2 16,0 2-5-16,1 2-5 0,-3 3 2 0,-1-1-10 15,0 3 13-15,0 5 8 0,-3-4-13 0,4 4 0 16,0 0 2-16,-1 3-7 0,3 1 2 0,-3 0-2 16,4 0 5-16,0 3-26 0,3 2-23 15,0-2-38-15,4 3-25 0,0-4-70 0,3 4-118 0,3-1-284 16,0-1-89-16,4-1 25 0,3 2 62 16</inkml:trace>
  <inkml:trace contextRef="#ctx0" brushRef="#br0" timeOffset="21496.73">7041 4913 1146 0,'9'-3'325'0,"-5"2"-25"0,2-5-39 15,1 4-28-15,-2-2-21 0,5 0-17 0,2-1-21 16,0 1-26-16,4-1-12 0,2 1-31 0,1 0-41 15,-1 0-59-15,0-2-74 0,1 4-184 16,2 0-477-16,-7-1 29 0,3 2 79 0,-4 1 61 16</inkml:trace>
  <inkml:trace contextRef="#ctx0" brushRef="#br0" timeOffset="21696.44">7190 5084 655 0,'-6'2'325'0,"6"-2"-23"0,0 0-33 16,0 0-18-16,0 6-11 0,0-6-22 0,0 0-8 15,20-1-6-15,-9-2-27 0,6 1-21 0,-1 0-82 16,5-4-22-16,-3 3 14 0,5-4-4 0,-2 2-27 16,3 1-32-16,-4-2-39 0,1 0-74 15,0 0-156-15,-2 0-492 0,2 0 85 0,0 2 33 16,-5-4 67-16</inkml:trace>
  <inkml:trace contextRef="#ctx0" brushRef="#br0" timeOffset="22129.9">7706 4775 998 0,'-6'11'299'0,"2"4"-33"0,2 0-17 0,1-3-27 16,1-2-24-16,0 2-17 0,0-1-17 0,3 3-8 16,1 2-2-16,0-4-21 0,5 2-84 15,-1 1 2-15,2-5-31 0,0 1 29 0,4 2 0 16,2-4-6-16,2 0-7 0,3-1-3 0,-2-3 0 16,2-1 3-16,0-2 3 0,-1-2-1 0,1 0 0 15,0-3-12-15,-1-2 7 0,-3-2 1 0,0 3-4 16,0-8 1-16,0 1-3 0,-3-3-2 15,-4-1-6-15,1-4 11 0,-5-1-11 16,-2-3-2-16,-4-2-5 0,0-2-10 0,-4 1 7 0,-6-5-5 16,3 4 16-16,-3-3-14 0,-4 5 11 15,0 0 8-15,2 6-3 0,-3 1 7 0,2 1-6 16,-5 3-17-16,2 0 16 0,-1 3-13 0,-1 0 3 16,2 3 0-16,1 1 5 0,-1 1-8 15,5 5 0-15,-3-2-10 0,1 3 11 0,2 1-6 16,-2 2 8-16,-1 2-13 0,4 3 18 0,-4 0-8 15,3 2 3-15,-1 2-16 0,2 1-35 16,-1 3-49-16,1 0-67 0,0 3-253 0,2-2-427 16,2 0 112-16,-1-2 33 0,0 0 83 0,-1-2 73 15</inkml:trace>
  <inkml:trace contextRef="#ctx0" brushRef="#br0" timeOffset="29946.45">3331 6944 783 0,'0'0'235'16,"-10"-2"-15"-16,4 0-15 0,6 2-13 0,-8-5-84 16,8 5 12-16,-10-3-7 0,6 0 4 0,4 3-4 15,-6-1-11-15,6 1-15 0,-8-3 18 0,8 3-13 16,0 0 6-16,-10-2-14 0,10 2 3 16,-6-2-7-16,6 2-16 0,0 0 12 0,0 0-14 15,-6-4 84-15,6 4-23 0,0 0-13 0,0 0-13 16,-1-6-18-16,1 6-5 0,0 0-10 15,0 0 3-15,10-8-3 0,-3 5-10 0,7-5 0 16,-1 2-8-16,4-2-11 0,1-2 6 16,5 1-7-16,1 0-1 0,0-1 3 0,7-4-8 15,-4 4 5-15,-3-2-10 0,1 4-2 0,-1-2-8 16,0 6-26-16,-2-5-31 0,-3 3-22 0,-3 0-78 16,1 4-81-16,-7-3-110 0,1 5-454 0,-4-1 75 15,-1 1 26-15,-6 0 76 0,0 0 54 16</inkml:trace>
  <inkml:trace contextRef="#ctx0" brushRef="#br0" timeOffset="30265.78">3491 6842 857 0,'0'6'243'0,"0"-1"-35"15,0 3-14-15,1 4-12 0,3-1-24 0,2 3-19 16,1 3-1-16,3 2-28 0,4-2 8 15,-4 3-26-15,3 1 5 0,-2 4-10 0,2 0-5 16,-1-6-5-16,-3 5-11 0,1-2-7 0,-3-3-5 16,0 4-10-16,0-5 9 0,-4 1-9 15,-2-2-67-15,1 1 28 0,-4 1-10 0,1-5 10 16,-2 3 0-16,-4-2 10 0,0-1-4 0,0 1 17 16,-3-4 5-16,-4-1 8 0,4 4 3 15,-3-6-11-15,-4 1 67 0,3-2 2 0,-4-3-15 16,2 1 0-16,-2-2-13 0,-2 1-12 0,6-2-1 15,-3-2-17-15,0-1 9 0,3 0-9 16,-3-3-16-16,3 1-10 0,1-1-36 0,3 1-28 16,-1-2-38-16,4 0-67 0,1-3-126 15,6 0-370-15,0 0-116 0,4-2 72 0,5-4 79 16,2-1 56-16</inkml:trace>
  <inkml:trace contextRef="#ctx0" brushRef="#br0" timeOffset="30562.1">3882 6668 716 0,'0'0'254'0,"0"0"-32"0,-10 16 1 0,9-8-36 16,1 4-18-16,0 3-10 0,1 7-11 0,2-2-12 15,-3 5-3-15,6 0-23 0,-2 5 2 0,-1-4-7 16,3 7 3-16,2-4-29 0,-1 2-5 16,-1 1-2-16,1-3-5 0,1 1 9 0,1-2-35 15,-1 2-5-15,1-4 8 0,2-2-8 0,-4-4-18 16,6 2-31-16,-2-2-33 0,-1-1-70 16,4-5-99-16,0 0-355 0,3 0-145 0,-1-6 65 15,-6-6 72-15</inkml:trace>
  <inkml:trace contextRef="#ctx0" brushRef="#br0" timeOffset="31045.87">4202 6873 819 0,'-6'6'330'0,"-1"7"-31"0,1 4-22 0,2-3-29 16,1 4-20-16,-1 0-13 0,3 1-28 0,1-1-18 15,1 3-18-15,3-2-18 0,0 4-3 16,2-4-25-16,4 2-5 0,-3-3-5 0,6 0-11 16,-2-2-4-16,3-1-16 0,-1-6-3 0,1 1-5 15,-1-3-10-15,0 1-15 0,2-5 13 0,-2-2-6 16,1-1-10-16,-1-1-2 0,2-3-1 0,-5-3-7 16,3-1 8-16,-5-2-11 0,-1-4 6 15,-1-2-3-15,-3 1-3 0,0-3 6 0,-6-1-11 16,0-4-3-16,-4 0-1 0,0-2 17 15,-6 0-26-15,6 4 16 0,-6-1 7 0,1 3-15 16,-1 0 1-16,-1 2 17 0,-2 3-6 0,2-2-4 16,0 5-10-16,0 0 15 0,0 5 0 15,1 0-6-15,-1 1 6 0,1 4-2 0,2 1-9 16,-2 1 6-16,3 4-13 0,-1-3 0 0,1 4 8 16,3 0-13-16,0 0 5 0,1 1 13 15,2 1 5-15,1 1-6 0,2-2-9 0,-1 1-6 16,4 2 14-16,-1-2-1 0,2-1-13 0,0 3 3 15,0-2 13-15,1-2-13 0,0 2 8 0,-1-4-3 16,1 2 3-16,-1 0-3 0,0-4 7 16,1 5-6-16,-1-4 1 0,1-2-22 0,3 4-13 15,-7-5-16-15,13 0-51 0,-13 0-63 0,14-5-144 16,-3 4-179-16,1-3-326 0,0-3 88 16,1-1 53-16,0-1 73 0,-2-1 60 0</inkml:trace>
  <inkml:trace contextRef="#ctx0" brushRef="#br0" timeOffset="31412.34">4487 6571 737 0,'-4'-8'233'15,"4"8"-23"-15,0-4-31 0,0 4-5 0,0 0-21 16,14 1-7-16,-1 5-18 0,1-1-13 0,0 3-22 16,6 5 1-16,1-2-32 0,2 7 9 15,1 3 4-15,-3-2-11 0,7 13 2 0,-8-2 13 16,-3-3-9-16,1 1-14 0,-5-2 5 0,0 5 6 16,-2 1-3-16,-4-1-10 0,-1-1 12 15,-3-1-15-15,-2-2-2 0,-2 0 12 0,-5 5 67 16,3-6-15-16,-7 5 0 0,-1-5-11 0,-3 1-12 15,1-2-8-15,2-3-8 0,-2-4 0 16,-1 0-18-16,1-3 3 0,2 0-10 0,1-5-13 16,0 0-11-16,-1-2-25 0,4-1-48 0,-3-1-37 15,4-5-130-15,-2-1-240 0,8 0-339 16,-6-5 34-16,3 1 102 0,6-4 72 0,-3-5 48 16</inkml:trace>
  <inkml:trace contextRef="#ctx0" brushRef="#br0" timeOffset="31612.34">5276 6792 824 0,'0'0'292'15,"7"0"-31"-15,-7 0-34 0,7-6-17 0,0 5-7 16,-1 0-32-16,5-5-15 0,2 4-41 0,5-1-76 15,-1-2-80-15,3 4-174 0,0 0-471 0,-2-4 61 16,-1 5 60-16</inkml:trace>
  <inkml:trace contextRef="#ctx0" brushRef="#br0" timeOffset="31768.35">5475 7029 898 0,'0'0'276'0,"0"0"-25"16,0 0-18-16,0 0-23 0,0 0-26 0,0 0-22 16,17-1-50-16,-6-2-35 0,5-5-77 15,5-2-90-15,3 2-299 0,4-7-276 0,12-4 66 16,0-4 74-16</inkml:trace>
  <inkml:trace contextRef="#ctx0" brushRef="#br0" timeOffset="32062.99">6487 6209 701 0,'0'0'246'0,"0"19"-16"0,0-12-25 0,0 4-18 0,3 2-21 16,0 3 8-16,-3 1-31 0,4 1-4 16,-1 0-22-16,1 4 9 0,-1-1-32 0,3 1 63 15,-2 2-17-15,3-3-7 0,-3 2-17 16,5 2-42-16,-5-1-20 0,4 0-62 0,1-4-87 16,-2 2-261-16,4 0-401 0,-4-3 96 0,2-2 106 15,-5-5 15-15</inkml:trace>
  <inkml:trace contextRef="#ctx0" brushRef="#br0" timeOffset="32312.98">6340 6921 824 0,'0'0'304'15,"0"0"-32"-15,-7-3-29 0,7 3-26 0,0 0-7 16,3-8-23-16,-3 8-10 0,13-10-36 0,-3 2-11 16,1 1-15-16,3-3 0 0,6 1-22 0,1-4-11 15,2 2-6-15,-1 3-17 0,5-7-26 16,3 5-25-16,-5 1-33 0,2 1-55 0,-1 0-76 16,-1-1-149-16,2 3-445 0,-3 4 95 0,-3 1 72 15,-4 0 53-15</inkml:trace>
  <inkml:trace contextRef="#ctx0" brushRef="#br0" timeOffset="32812.55">6328 7266 1177 0,'-9'-6'351'16,"9"6"-42"-16,-7-3-32 0,4-1-26 0,3 4-18 16,-4-3-36-16,4 3-21 0,0 0-17 15,0 0-11-15,7-8-22 0,-7 8-11 0,10-1-15 16,-10 1-3-16,14 2-15 0,-4 4 5 0,0-2-10 16,1 3-11-16,-1 2-4 0,4 5-21 0,-4-1-13 15,0 2 13-15,1 3-3 0,-1 3-2 0,-4 0-10 16,1 2 4-16,-3 1-6 0,0 1 1 15,-4 1 6-15,-5 1-3 0,2 1-8 0,-4-3-9 16,-5 1-9-16,0-1 14 0,-4 0-1 0,1-1 8 16,2-5-5-16,-4-4 0 0,3-2-3 0,0-1 3 15,1-2-5-15,0-3 0 0,-2-4-8 16,2 0 8-16,-1-3 7 0,1-3-12 16,2 0-6-16,-2-4-7 0,0-1 13 0,2-1-6 15,4 1 6-15,0-2-3 0,1 2 3 0,1 1-16 16,-1-4 8-16,3 4-13 0,2-2 6 0,1 1 2 15,1 1 7-15,2 0-2 0,0 4 10 0,5-2-7 16,-2 2-11-16,1-1 3 0,3 3-5 16,1 2 7-16,-1 2-2 0,3 0 5 0,4 2-2 15,1-1-6-15,-2 5 0 0,2-2 11 0,-1 1 7 16,3 2-7-16,0 5-16 0,-2-5-59 16,0 5-4-16,1-5-88 0,-1 3-156 0,-2-4-487 15,2 1 16-15,0-2 108 0,-2-1 46 0,-3-4 53 16</inkml:trace>
  <inkml:trace contextRef="#ctx0" brushRef="#br0" timeOffset="33028.61">6736 7403 949 0,'0'8'289'16,"0"0"-20"-16,1 2-23 0,1 3-11 15,-1-1-22-15,-1 3-21 0,3 2-13 0,0 0-18 16,0 4-20-16,-2-3-18 0,2 0-3 0,0 1-15 16,0 2-8-16,2-3-22 0,-2-1-42 15,0 1-77-15,-2-3-30 0,5-5-143 0,-3 3-503 16,1-4 32-16,2-2 40 0,-2-4 57 16</inkml:trace>
  <inkml:trace contextRef="#ctx0" brushRef="#br0" timeOffset="33495.44">6719 7371 1052 0,'-3'-6'296'0,"3"6"-24"16,0-7-32-16,0 7-14 0,0 0-14 0,0 0-33 16,0 0-12-16,20 10-14 0,-13-3-25 0,3 1-7 15,1 1-32-15,-1 0 16 0,3 1-8 16,1 0-17-16,-1 2-9 0,1-2-2 0,0 0-10 15,0 2-5-15,-1-2-8 0,0-2-2 0,-2 1 2 16,0-1-8-16,2-5-2 0,-6 4 2 0,3-2 6 16,0-3-16-16,1-1 21 0,-4-2-11 15,-7 1-5-15,20-6-2 0,-10 3 10 0,0-4-8 16,1-2-5-16,-4-1 1 0,2-5 9 16,-2-2-7-16,1-5-16 0,-2-2-5 0,1-1 16 15,-4 0-16-15,1 0 3 0,-1 3-8 0,1-2 8 16,-3 6 5-16,2-1-16 0,0 2 14 15,0 5 4-15,-3-1 16 0,0 1-13 0,1 4-5 0,1-1-10 16,-2 2-6-16,1 5 6 0,-1 2 0 16,0 0-1-16,0 0 6 0,6 13 2 0,-2 0-7 15,-1 2 0-15,4 2 5 0,0 2-11 16,-3 4 1-16,5 1 4 0,-1-3 1 0,2 9 5 16,0-4 5-16,0 3 2 0,-2 0-10 0,4-4 3 15,-5 0 8-15,4-4-6 0,-4 1-7 0,3 2 10 16,0-5-13-16,-3 2-23 0,0-4-41 15,0-5-51-15,3 3-233 0,-6-5-527 0,2 0 45 16,-3-3 104-16,-2-3 78 0,-1-4 77 0,0 0 52 16</inkml:trace>
  <inkml:trace contextRef="#ctx0" brushRef="#br0" timeOffset="34061.71">7628 6066 709 0,'-3'-6'353'0,"3"6"-33"16,0 0-28-16,0 0-24 0,0 0-37 0,-4-7-19 15,4 7-12-15,7-3-29 0,-7 3-7 0,10-8-10 16,-3 4-31-16,7 0-3 0,3-2-10 15,0-1-23-15,8-3 5 0,6 2-18 0,3-3-2 16,3 3-13-16,0-3 0 0,11-2-13 16,-4 3 8-16,-10 2-13 0,0 0-1 0,-3 2-9 15,-3 1-23-15,-1 0-34 0,-6 0-25 0,-4 3-38 16,0 1-78-16,-4 0-9 0,-2 1-34 16,-4 0-105-16,-4 2-361 0,-3-2 23 0,-3 6 18 15,3-6 60-15,-17 6 63 0</inkml:trace>
  <inkml:trace contextRef="#ctx0" brushRef="#br0" timeOffset="34580.55">7721 6025 575 0,'-15'3'241'0,"5"1"0"0,1-2-37 15,1-1-17-15,2 0-20 0,6-1-16 0,-7 2 0 16,7-2-26-16,-6 5 3 0,6-5-5 0,-1 7-16 16,1-7-2-16,7 10-7 0,-4-3-11 0,7-1 5 15,4 0-10-15,0 3-21 0,7 3 16 16,6-3-8-16,-3-1-5 0,10 1-18 0,3 0 8 15,1-1 2-15,-1 2 6 0,15-2-24 0,-8 4 21 16,-3-6-18-16,-3 1 5 0,-1 5-15 16,-2-1 5-16,-1-3-11 0,0 3-10 0,-3-3 9 15,-8 4-4-15,-1-1-12 0,1-1-62 16,-6 5-5-16,0-1 13 0,-7-1 5 0,-3 4-15 16,1-1 28-16,-5 3 7 0,-3 2-2 0,-3 4 3 15,-5-2 9-15,-5 4-9 0,0 0 15 0,-8 10 7 16,0-1 1-16,-6-1 12 0,3 3 11 15,-3-3-13-15,-1 1-1 0,-2-3 11 0,5 4-10 16,-2-6 8-16,6-1-3 0,5-5 5 0,1 0-3 16,5-6 11-16,0 1-11 0,-3-1 6 15,6 0-8-15,0 4 7 0,4-7-4 0,-1 1-8 16,1 0 5-16,3-2-13 0,3-3 5 0,-2 3 10 16,2 0 65-16,4-3-6 0,2 1-4 0,2-3-9 15,2 0-17-15,2-2-6 0,1 1 6 16,2-3-3-16,9-4 3 0,-4 4-1 0,8-6-7 15,0 0-13-15,3 0-2 0,8-6-3 0,-2 4-3 16,1-4 6-16,14-3-13 0,0 1 5 16,0 0-11-16,0-1 4 0,-1 1 7 0,-9 0-11 15,-5 4 9-15,1-3 4 0,-2-1-2 16,1 2-13-16,-3 2-10 0,-6-2 23 0,0 5 5 16,-4-5-20-16,-3 5 2 0,-3 0-28 0,-4 1-16 15,-3 0-40-15,-1 1-18 0,-6 4-98 0,-3-1-302 16,-1 5-355-16,-6-1 110 0,-4 6 71 0,-7 1 67 15,-3-1 56-15</inkml:trace>
  <inkml:trace contextRef="#ctx0" brushRef="#br0" timeOffset="35046.58">8250 7761 865 0,'0'0'284'0,"0"0"-15"16,-17 8-16-16,14-1-23 0,2 0-81 0,-2 3-6 16,3 0-2-16,-3 5-16 0,3-1-4 15,3 3-4-15,-3 0 60 0,1 0-5 0,2 3-14 16,0-4 1-16,4 1-23 0,-6 4-24 0,5-3-20 15,1 0 3-15,-4-4 2 0,4 0-28 16,0 1 6-16,0-1-11 0,0-3-8 0,2 2-5 16,-1-6-2-16,2-2 7 0,-3 2-15 0,3-4-20 15,4 1-19-15,-4-4-35 0,4-1-44 0,-1-5-64 16,2-1-92-16,-5-1-181 0,2-2-375 16,-1-2 44-16,-4-3 75 0,-4-1 73 0,-2-3 57 15</inkml:trace>
  <inkml:trace contextRef="#ctx0" brushRef="#br0" timeOffset="35213.05">8295 7574 952 0,'-4'-13'261'16,"-2"5"-26"-16,2 1 6 0,1 2-36 15,-1-1-18-15,2 3-16 0,1-1-23 0,1 4-20 16,-4-4-10-16,4 4-13 0,-3-7-15 0,3 7-19 16,0 0-14-16,0 0-29 0,7-6-72 15,-7 6-76-15,0 0-223 0,10 5-376 0,-3-3 92 16,-1 1 43-16,-2 1 67 0</inkml:trace>
  <inkml:trace contextRef="#ctx0" brushRef="#br0" timeOffset="35445.18">8438 7824 970 0,'0'0'376'0,"0"0"-36"0,0 0-25 16,0 0-33-16,0 0-26 0,0 0-26 0,0 0-10 16,0 0-33-16,0 0-5 0,25-13-29 15,-15 10-14-15,0-2-9 0,3-2-22 0,1 2-11 16,0-3-7-16,-1 3-16 0,2 1-23 16,1-2-48-16,-5-1-55 0,5 3-53 0,-5 0-81 15,3 1-165-15,-4 3-448 0,4-1 42 0,-4-2 99 16,-3 3 79-16,3 0 44 0</inkml:trace>
  <inkml:trace contextRef="#ctx0" brushRef="#br0" timeOffset="35644.61">8672 7951 895 0,'-5'7'277'0,"5"-7"-8"0,0 3-36 16,0-3-13-16,0 0-23 0,0 0-18 0,0 0-15 15,0 0-23-15,7 5-11 0,-7-5-4 16,0 0-22-16,24-9-19 0,-13 4-42 0,2 3-35 16,4-5-115-16,-3 0-131 0,3 2-464 0,3-5 42 15,1 0 43-15,-4 0 87 0</inkml:trace>
  <inkml:trace contextRef="#ctx0" brushRef="#br0" timeOffset="35828.99">9036 7585 924 0,'4'8'273'0,"-3"3"-24"15,2 3-9-15,0 3-32 0,0 1-4 0,1 5-22 16,2 4-13-16,-2 1-15 0,3-2-26 16,-3 3 69-16,2 4-33 0,-2-1-24 0,2 0-24 0,-2-5-50 15,3-2-58-15,-4-2-90 0,-2-5-264 16,5-1-396-16,-3-2 30 0,-3-5 106 0,3-3 73 15</inkml:trace>
  <inkml:trace contextRef="#ctx0" brushRef="#br0" timeOffset="36845.33">7506 5482 916 0,'-1'-6'281'0,"1"6"-17"0,0 0-39 15,0 0-15-15,0 0-13 0,10 17-23 0,-3-7-5 16,-1 4-94-16,2 1-17 0,2 3 9 0,0-1-8 16,1 2-5-16,-1 4 68 0,0 0-9 15,1-2-13-15,-1 5-21 0,-1-2 6 0,-1 1-11 16,2-3-5-16,-6-1 0 0,5 0-10 0,-5-3-13 16,3-3-2-16,-4 1-3 0,1-6-16 15,-1 0-9-15,0 0 19 0,1-3-17 0,-4-1-28 16,0-4-33-16,0-2 7 0,0 0 10 0,0 0 3 15,0 0-5-15,-10-13 13 0,4 3-6 16,2-2 8-16,-4-3-2 0,2 0 0 0,-4-5 4 16,3-2 16-16,-1 2 11 0,2-4 7 0,-1 0 13 15,1 4 2-15,2 1 13 0,-3 1 6 16,3 2 4-16,1 3-5 0,0 1-15 0,-1 2-10 16,2 2-10-16,2 1 4 0,0 3-2 0,0 4 0 15,6-2-23-15,-6 2 16 0,0 0-14 0,21 9 16 16,-14-4 13-16,2 2-16 0,2 1-10 15,-1 1-2-15,3-1 4 0,-2 0 4 0,2 2 1 16,-3-2-6-16,1-1 12 0,-1 2-8 0,0-3 5 16,-2 2-5-16,2-6-12 0,-4 4 2 15,1-2 15-15,0 0 1 0,0-4-9 0,-7 0 9 16,0 0 1-16,17-5 6 0,-10-2-2 16,-3 1-8-16,-1-5 0 0,1 1-8 0,-1-4 7 15,0-1-9-15,-3-6 7 0,0 2 3 0,0-5-5 16,-3-2 10-16,2-3-11 0,-2 2 14 0,0 0-19 15,0 2-2-15,2 1 8 0,-1 5-8 0,1-1 5 16,1 8 13-16,0-4-8 0,0 7-12 16,0 0-3-16,0 1 0 0,1 2-3 0,2 6 5 15,-3 0-2-15,13 10 3 0,-2 1-1 0,-1 2 11 16,0 3-6-16,4 7-4 0,2-3 15 16,-2 5-8-16,0 3 5 0,3-1-15 0,-3-2 10 15,3 2 0-15,3 12-10 0,4-3-28 16,-6-4-95-16,-2-5-133 0,8 7-587 0,-6-4 47 15,-2-5 115-15,-1-8 59 0,-5-1 72 0</inkml:trace>
  <inkml:trace contextRef="#ctx0" brushRef="#br0" timeOffset="37394.96">9365 5767 575 0,'0'0'244'16,"0"0"-37"-16,0 0 3 0,-7 17 53 0,4-8-14 16,3 7-19-16,0 1-15 0,0 5-20 0,0 6-3 15,6 6-16-15,1 15 3 0,-3 1-22 0,9 1-24 16,-3 2-3-16,5 1-15 0,-2 4-2 16,4-1-90-16,3 11 0 0,1-1 8 15,4 1 2-15,2 1 0 0,-1 3-4 0,2-4-9 0,2-2-2 16,4-1 2-16,-3-5-4 0,3 3 12 15,1-2-8-15,-1-3-9 0,-6-14 1 0,-2 4 6 16,2-7-10-16,-1 1 20 0,1-6-28 0,-1 2-33 16,-2-5-44-16,-2-7-28 0,-3-5-130 15,-2-1-95-15,3-7-467 0,-8-1 106 0,1-4 39 16,-1-7 88-16</inkml:trace>
  <inkml:trace contextRef="#ctx0" brushRef="#br0" timeOffset="37961.56">10004 6118 1000 0,'0'0'295'0,"-7"8"-24"0,3 0-12 15,1 0-32-15,0 3-22 0,0 3-18 0,2 3-26 16,2-1-7-16,2 2-95 0,0 2-13 16,0 3 2-16,2 0 1 0,1 0-8 0,1-2-10 15,0 1 2-15,3-5 8 0,-3 2-8 16,3-1-7-16,1-3 2 0,-4 0 8 0,3-5-13 16,2 0-5-16,-1-1 71 0,0-3-9 0,0 0-14 15,1-3-2-15,-1-2 3 0,0-1-8 0,2-1 2 16,-4-4-15-16,3-1 8 0,-3 0-8 15,1-4-5-15,-2-3-3 0,-1 0-7 0,-1-2-21 16,-3-3 6-16,-3 1-9 0,0-5 19 0,-3-3-13 16,-3 0 5-16,-1-3-16 0,-4 4 14 0,4 1-9 15,-3 4 6-15,-1-2 5 0,-2 4 0 16,-4 0 0-16,4 5 0 0,-5 2 5 0,5 1-3 16,-4 3-7-16,0 0 10 0,2 4-8 15,2 2 6-15,-4 0-8 0,4 0 0 0,0 2 7 16,1 4-2-16,-1 2 10 0,2 1-13 0,1 0 1 15,4 1-1-15,2 0-15 0,1 2 18 16,0-1-15-16,-1 1 9 0,8 0-4 0,-1-1 5 16,0 2-13-16,1-3 20 0,2 5-9 0,4-6 1 15,1 2-1-15,-1 1-6 0,3-3 10 0,1 0-2 16,0-2-3-16,3 0-7 0,-3-2-6 0,6 1 6 16,-2-4-16-16,-1 4-46 0,3-4-23 15,0 4-54-15,1-3-114 0,0 3-278 0,0-5-306 16,-2 0 107-16,-4 4 59 0,1-4 69 15,-2-1 61-15</inkml:trace>
  <inkml:trace contextRef="#ctx0" brushRef="#br0" timeOffset="38245.15">10429 6392 944 0,'0'0'266'0,"0"0"-35"16,0 0-22-16,0 0-24 0,0 0-14 0,0 0-17 16,0 0-29-16,6 17 6 0,-3-9-16 15,0 3-2-15,1 3 63 0,2 3-22 0,-2-1-1 16,3 0-17-16,0 2 2 0,0 1-17 16,2 1-14-16,-1 0-20 0,-1-2 8 0,-1 3-21 15,4-3 11-15,-2-2-24 0,-2 0 0 0,1-2-9 16,0 0 4-16,1-1-28 0,1-1-33 0,-5-3-26 15,2 0-110-15,-3-1-202 0,5-1-468 16,-4-2 33-16,2-5 112 0,-6 0 70 0,0 0 56 16</inkml:trace>
  <inkml:trace contextRef="#ctx0" brushRef="#br0" timeOffset="38494.91">10620 5900 749 0,'9'7'228'0,"1"-1"-8"0,1 4-15 16,6 3-36-16,0 2 8 0,4 4-31 0,2 2-6 15,1-2-19-15,4 9-1 0,-1-5-23 16,4 8-5-16,-6-6-7 0,-3-1-3 0,0-4-13 15,8 10 3-15,-6-4-11 0,0-5-15 0,-4 1-25 16,1-3-70-16,-3 3-94 0,1-2-292 16,-4-5-267-16,1 2 60 0,-5-9 66 0</inkml:trace>
  <inkml:trace contextRef="#ctx0" brushRef="#br0" timeOffset="38761.33">10971 5904 749 0,'0'0'228'0,"0"0"-15"0,0 0-24 0,-10 12-17 16,7-5 7-16,3 4 5 0,-3 0-48 0,0 4-1 15,2 3-7-15,-3 2-23 0,1 2-7 16,-1 1-16-16,1 2 7 0,-3 0-7 0,5 1-8 15,-5 3-10-15,3-2-2 0,-2-2-1 16,2 0-12-16,0 1-16 0,3-1-48 0,0 0-39 16,0-3-135-16,3-2-282 0,0 0-256 0,2-1 97 15,-2-3 77-15</inkml:trace>
  <inkml:trace contextRef="#ctx0" brushRef="#br0" timeOffset="39128.75">11149 6686 967 0,'4'-2'317'0,"2"-6"-32"0,2 1-32 0,-2-1-15 16,1 0-23-16,0-3-36 0,3-2-10 0,0 1-15 16,-3-2-16-16,0-3-5 0,0 2-25 0,0-3 7 15,-4 0-13-15,1 0-7 0,-1-1-13 16,0-1 5-16,-3 1 2 0,0 2 1 0,3 0 20 15,-3 3-41-15,0 1 8 0,0 1-13 0,-3 2 5 16,3 1-8-16,0 2-14 0,-3 1 6 16,3 2 4-16,0 4-14 0,0 0-10 0,0 0-7 15,0 0-5-15,0 0 4 0,-10 17-2 16,10-9-13-16,0-1-66 0,0 3 10 0,0-1 2 16,3 1 16-16,0 4-10 0,-2-3 7 0,2 1 3 0,3-1 13 15,-2-1-6-15,3 3 1 16,0-2 7-16,-3-1 5 0,5-2 1 0,-1 0-9 0,2 1-22 15,-3-1-31-15,6-2-11 0,-3-2-81 16,0 0-246-16,5-3-427 0,-5-2 109 0,3 1 47 16,-2-7 76-16,-4 0 55 0</inkml:trace>
  <inkml:trace contextRef="#ctx0" brushRef="#br0" timeOffset="39278.08">11286 6034 929 0,'0'0'355'0,"-4"-8"-40"16,4 8-25-16,-3-5-37 0,3 5-56 15,0 0-23-15,0 0-95 0,0 0-99 0,-4 0-354 16,4 0-314-16,0 0 68 0,0 0 113 16</inkml:trace>
  <inkml:trace contextRef="#ctx0" brushRef="#br0" timeOffset="39827.85">11395 6300 918 0,'-9'3'287'0,"5"-3"-26"15,4 0-15-15,0 0-44 0,-11 4-18 0,11-4-17 16,0 0-11-16,0 0-15 0,0 0-6 0,0 0-17 15,0 0-3-15,31-4-23 0,-13 1-17 16,2 1 12-16,7-4-21 0,0 0 1 0,1-2-24 16,6 1 11-16,-4-3-10 0,-2 6-1 0,0-3-10 15,-4-1-2-15,0 2 0 0,-4 2-8 0,0-2 13 16,-6 1-16-16,3 1 3 0,-4 3-15 16,-2-4-8-16,-1 3-18 0,0 0-13 0,-2-2-33 15,-2 2-61-15,1 1-82 0,0-1-162 0,-4 0-368 16,5 0 66-16,-8 2 54 0,6-2 72 15</inkml:trace>
  <inkml:trace contextRef="#ctx0" brushRef="#br0" timeOffset="40146.21">12090 5754 893 0,'3'-3'307'0,"-3"3"-31"16,0 0-30-16,0 0-8 0,14 8-20 16,-8-1-21-16,5-2-20 0,-1 6-21 0,3-1-3 15,4 1-20-15,1 3-5 0,-1 1-20 0,3-2-11 16,-3 2 0-16,4 0-12 0,-3 1-19 0,1-3 11 15,-1 1-10-15,2 2-14 0,-3-2-6 0,1-1-19 16,-2 1-23-16,2-3-41 0,-5 1-82 16,1-3-125-16,-1 0-502 0,-2-4 8 0,3-1 69 15,-5-1 66-15,1-3 62 0</inkml:trace>
  <inkml:trace contextRef="#ctx0" brushRef="#br0" timeOffset="40361.61">12485 5666 1021 0,'-6'-6'294'0,"6"6"-20"0,0 0-18 15,0 0-18-15,-7 12-82 0,4 0-28 0,0-1 8 16,3 5-16-16,-1 2 0 0,-2 3-35 16,3 4 7-16,-3 0-13 0,-1 3 8 0,0-2 1 0,1 6-12 15,0 0-4-15,-1 0-16 0,1 2-2 16,3-7-5-16,-3 4-19 0,0-4-40 0,3 4-49 15,0-3-102-15,3-2-443 0,3-1-126 0,-2-1 83 16,2-2 45-16,2-5 65 0</inkml:trace>
  <inkml:trace contextRef="#ctx0" brushRef="#br0" timeOffset="40694.86">12688 6491 665 0,'3'-7'269'0,"3"-2"-26"16,-2 0-25-16,3-4-9 0,0 2-19 0,0-3-26 16,-1-3-18-16,-2 2-3 0,3-2-7 15,-4-1-8-15,1-1-23 0,-1 0 7 0,0-1-12 16,-3 1 5-16,0 1-13 0,1 0-5 16,-1 4-13-16,-1 1 8 0,1 1 79 0,0 1-20 15,0-1-26-15,0 4-15 0,0 1-2 0,0 2-11 16,0 5-13-16,-3-7-3 0,3 7-12 0,0 0 3 15,0 0-8-15,0 0-8 0,-3 19-8 16,6-12-2-16,-3 1 0 0,3 2-3 0,-3 3-2 16,4-3-6-16,-1 0 3 0,1 2-7 0,3-1 4 15,-1-2-9-15,-2 5-1 0,3-4-5 16,3-1 1-16,-3 0-34 0,0-2-18 0,3-1-44 16,0-1-48-16,1-4-192 0,2 4-517 0,-2-5 28 15,-1-5 118-15,-1 2 69 0,2-4 53 16</inkml:trace>
  <inkml:trace contextRef="#ctx0" brushRef="#br0" timeOffset="40797.67">12793 5942 739 0,'0'0'195'0,"-6"-6"-180"0,6 6-138 15,-4-2-432-15</inkml:trace>
  <inkml:trace contextRef="#ctx0" brushRef="#br0" timeOffset="41178">12790 5303 862 0,'11'8'251'16,"-5"2"-8"-16,4 3-12 0,1 4-22 0,6 7-83 15,0 1-16-15,6 10-8 0,-2 2 13 16,3 4-2-16,0 0 0 0,-4 5 58 0,1 1-15 16,0 2-17-16,-1 5 9 0,-2-1-15 15,6 14-5-15,-5-1-23 0,-1-9-8 0,-5 0 6 16,5 0-1-16,-5-1-23 0,1 2-7 0,-4-1-8 15,0-1 3-15,-2-5-21 0,-1 0 0 16,-1-1 18-16,-3 0-23 0,0-7 2 0,-3-5-2 16,-3-2 8-16,0-3-13 0,0-3-8 0,0-4-8 15,-1-1-15-15,-4-2-43 0,2-3-34 0,2-5-99 16,-9-4-246-16,7-1-436 0,-5-6 101 16,4-4 89-16,-3-7 54 0,-4-2 61 0</inkml:trace>
  <inkml:trace contextRef="#ctx0" brushRef="#br0" timeOffset="41677.94">13146 5068 877 0,'10'-8'333'16,"-3"1"-38"-16,3 4-32 0,0-1-20 0,0 3-28 16,1 2-23-16,-1 3-20 0,7 0-16 0,-3 5-18 15,6 3-15-15,-6 1-3 0,4 3-12 0,-2 2-8 16,1 5-18-16,-7 2-8 0,4 1 3 16,-7 3-6-16,0-4-14 0,-4 0-4 0,-3 1 1 15,0-1-3-15,-3 2 1 0,-1-4-14 0,-2 1 18 16,2-2-2-16,-6-2 2 0,6-3-12 15,-5-1 5-15,2 0-9 0,2-4-9 0,2-2 8 16,-4 2-1-16,4-3 11 0,0-1-3 0,0 0 5 16,0-4-2-16,2 2 7 0,1 1-15 0,-3-4-11 15,3-3 22-15,0 8-16 0,0-8-6 16,3 4 6-16,-3-4 0 0,13 0-10 0,-13 0 2 16,22-4-10-16,-6 1-3 0,1-1-2 0,4 0 15 15,2-3-3-15,-1 0 9 0,5-1 4 16,-3-1-17-16,3 2 2 0,-3 0-95 0,3 1 34 15,0-1-14-15,-2-1 11 0,-5 3 16 0,-3 1 4 16,0-2 14-16,-3 4-9 0,0-3 14 0,-1 2-8 16,-3 2 2-16,-2 1-2 0,-8 0-19 15,13 1-6-15,-10 5-6 0,0-2-62 0,-6 7-55 16,-3 1-119-16,-4 1-291 0,-5 7-256 0,-4 1 58 16,-16 9 91-16,-3-1 65 0,-9 2 55 15</inkml:trace>
  <inkml:trace contextRef="#ctx0" brushRef="#br0" timeOffset="44744.36">3949 10006 760 0,'-3'-5'322'0,"-3"1"-89"16,2 0-20-16,4 4-34 0,-10-3-13 0,9-1-12 15,1 4-19-15,-9-3-9 0,9 3-34 0,0 0-2 16,0 0-3-16,-10 10-8 0,7-3-10 15,2 1-13-15,-2 2 1 0,3 5-14 0,-4 2 6 16,3 1-11-16,1 2 3 0,1-1-18 0,3 0 5 16,-1 5-5-16,0 0-5 0,4-4 11 15,0 4-6-15,4-2-13 0,-2-4 10 0,2 2-7 16,3-1 10-16,-1-1-10 0,2-2 2 0,1-4-2 16,2 3 13-16,-2-5 2 0,1-2 61 0,0-1-12 15,0-4-10-15,0 1-1 0,0-3-7 16,1-2 5-16,-2-5-13 0,2 4-10 0,-4-4 3 15,3-2-6-15,-4-2 1 0,1-1-14 0,-4-2-4 16,0 1-6-16,-3-3 6 16,4-1 2-16,-8-1-18 0,0-4 0 0,-3 2 5 0,-3 0-10 15,0-6-10-15,-3 0 7 0,-3-6 3 0,-1 4-13 16,-2-2 19-16,-2 2-12 0,3 2 1 16,-6 5 5-16,3-2 18 0,0 6-5 0,1-1-16 15,-5 0 6-15,5 5 0 0,-1-1 4 0,1 5-2 16,-1 0 1-16,0 1-4 0,1 4 1 0,-1 2-8 15,0 0-11-15,0 2 11 0,1 1 5 0,3 7 3 16,-4-1-3-16,4 2 0 0,-1 3 2 16,1-3-4-16,4 6 12 0,2-3-8 0,1 0-4 15,0 4-6-15,3-4 16 0,0-1-3 16,3 1 3-16,1-1 2 0,5 1 0 0,-2-1-5 16,4-4 3-16,-1 6 2 0,7-4 3 0,-4-2-3 15,5 0 8-15,-1-2-18 0,3-2 5 16,0 3-5-16,4-6 0 0,-3 3 3 0,3-1-34 15,-4-1-46-15,4-2-51 0,-2 0-79 0,1 0-221 16,0 0-385-16,-1 0 96 0,1-2 74 0,-3-1 90 16,1-1 29-16</inkml:trace>
  <inkml:trace contextRef="#ctx0" brushRef="#br0" timeOffset="45010.93">4582 10078 893 0,'0'8'258'0,"1"0"-14"15,2 4-86-15,-3 0-17 0,6 3-28 16,-2 3 2-16,2-1 0 0,2 8-23 0,-2-3-7 16,1-1-1-16,3 2-2 0,-2 1 0 0,2-4-3 15,-1 3-10-15,2 0 0 0,-1-4-15 0,-3 1-8 16,4 0 8-16,-4-2-16 0,2-1-9 0,-2-3 6 15,-3-3 4-15,6 4-16 0,-6-5-28 16,2-2-34-16,-2 4-86 0,2-6-157 0,-1 1-350 16,1-1-23-16,-2-5 53 0,-4-1 65 15</inkml:trace>
  <inkml:trace contextRef="#ctx0" brushRef="#br0" timeOffset="45261.33">5287 10101 980 0,'6'-4'335'16,"-6"4"-35"-16,4-4-32 0,-4 4-22 0,7-5-23 15,-1 1-31-15,-1 3-8 0,4-1-25 16,1-3-26-16,1 4-49 0,-1-5-61 0,3 5-79 16,1-4-151-16,-1 3-512 0,-1-1 22 0,1 3 75 15,-3 0 90-15</inkml:trace>
  <inkml:trace contextRef="#ctx0" brushRef="#br0" timeOffset="45446.35">5406 10290 744 0,'0'0'277'0,"-4"3"38"15,4-3-29-15,0 0-35 0,0 0-18 0,0 0-23 16,0 0-18-16,0 0-18 0,21-11-25 16,-11 5-16-16,4-2-21 0,-1 3-50 0,2-2-24 0,1 1-38 15,-1-1-87-15,1-3-125 0,-1 3-515 16,1 0 33-16,-2 3 87 0,-1-3 52 0</inkml:trace>
  <inkml:trace contextRef="#ctx0" brushRef="#br0" timeOffset="46377.75">6176 9558 652 0,'0'0'328'0,"-11"-1"-31"16,11 1-8-16,0 0-36 0,0 0-25 0,-6-4-20 16,6 4-14-16,0 0-7 0,0 0-26 0,0 0-10 15,0 0-7-15,-4-2-1 0,4 2-20 0,0 0-8 16,0 0-15-16,0 0-16 0,13-11 8 16,-5 4-7-16,2 2-11 0,3 1-10 0,1-5-20 15,3-3-1-15,4 3 13 0,0 0 1 0,-1-1-16 16,3 3-8-16,-1-3 0 0,0 2-10 15,-1-1-18-15,-6 1-15 0,1 3-49 0,-2 2-25 16,-1 0-36-16,-3-1-26 0,1 4-41 0,-4-2-85 16,-4 2-117-16,-3 0-348 0,7 2 67 15,-7-2 53-15,0 0 69 0</inkml:trace>
  <inkml:trace contextRef="#ctx0" brushRef="#br0" timeOffset="46744.48">6220 9558 749 0,'0'0'264'0,"0"0"-31"0,0 0-20 16,-4 3-27-16,4-3-12 0,0 0-7 0,0 8-14 16,0-1-81-16,0 0-3 0,4 3 8 15,-1 4 2-15,0 1-2 0,1 4 5 0,-1 1 8 16,4 4-8-16,0 2-6 0,0 4-17 15,-1 1 5-15,5 0-2 0,-4 2-11 0,3-1 8 16,4 13-11-16,-4-7 1 0,4 4 2 16,-3-9-10-16,1-1 74 0,-2-2-10 0,5 14-5 15,2-2-21-15,-4-10 1 0,-3-5-11 0,2 1 8 16,0-1-16-16,3-2 1 0,-6-5-14 16,2 0-2-16,3 1 8 0,-4-4-8 0,0-5-25 15,1 3 22-15,-1-7 8 0,3 4-17 0,-2-3-19 16,5-3 16-16,-2-1-1 0,0-4-4 0,3-1-34 15,0-1-25-15,3-1-31 0,2-5-72 16,0-2-86-16,0-3-590 0,1 0 11 0,-1-4 66 16,-3-8 90-16,-1-1 59 0</inkml:trace>
  <inkml:trace contextRef="#ctx0" brushRef="#br0" timeOffset="46944.5">6770 9926 926 0,'-6'-2'333'0,"6"2"-39"0,0 0-22 0,0 0-34 16,3-8-13-16,-3 8-28 0,13-8-13 0,-3 1-28 16,4 5-38-16,3-4-85 0,0-3-30 0,4 1-82 15,-1 0-152-15,4-1-508 0,-3 1 78 0,3 0 54 16,-4-4 60-16</inkml:trace>
  <inkml:trace contextRef="#ctx0" brushRef="#br0" timeOffset="47344.6">7171 9616 765 0,'-1'10'217'0,"-2"-1"-4"15,0 3-31-15,2-1-19 0,-1-1-6 16,0 4-22-16,2-3-9 0,0-1-21 0,-3 3-13 16,3-4 0-16,0-1-5 0,0 2-15 15,0-3-14-15,0 0 12 0,0-3-6 0,0 3-8 16,0-1 3-16,0-6 7 0,3 4 3 0,-3-4-15 16,8 5 0-16,-8-5 0 0,0 0-3 15,13-5-8-15,-13 5-4 0,14-2 2 0,-4-2-5 16,0 1-11-16,1 2-12 0,-1 1 2 0,3 0-2 15,-1 0 2-15,1 0-2 0,1 6-2 0,-1-4 9 16,4 4-2-16,-3-2 5 0,3 3-8 16,-4 1-4-16,-2-1 14 0,3 3 3 0,-4-2-10 15,0 2 8-15,0 1-16 0,0 0 11 16,-6-1-14-16,2-2 32 0,-5 6-11 0,2-3 2 16,-3-3-1-16,0 5 12 0,-4-2-26 0,-2-1 3 15,-1 4-13-15,1-5-18 0,-1 0-33 0,-4-2-59 16,4-3-89-16,-3 1-259 0,0-3-315 15,3-2 97-15,7 0 49 0,-21-10 54 0</inkml:trace>
  <inkml:trace contextRef="#ctx0" brushRef="#br0" timeOffset="47544.1">7161 9618 1049 0,'0'0'315'0,"-2"-10"-31"0,2 8-23 0,-3-3-23 15,3-2-28-15,0 7-10 0,0-8-29 0,3 4-15 16,-3-2-7-16,5-1-24 0,2 1-15 16,2 0-7-16,1-1-16 0,4 0-34 0,-1-1-12 15,2-1-33-15,1 2-51 0,-1 4-42 0,4-3-58 16,-4 3-90-16,5-1-538 0,-3 2 88 16,-2 1 35-16,1-5 72 0</inkml:trace>
  <inkml:trace contextRef="#ctx0" brushRef="#br0" timeOffset="47977.59">7854 9350 424 0,'0'0'169'0,"0"0"3"0,0 0 4 15,0 0 1-15,0 0 30 0,0 0 1 0,0 0-70 16,0 0-7-16,0 0 12 0,0 0-10 0,0 0-10 15,0 0 0-15,0 0-21 0,0 0-2 0,0 0 71 16,0 0-22-16,0 0-11 0,0 0-7 0,0 0-8 16,0 0-8-16,0 0-21 0,3-6 4 15,-3 6 7-15,0 0-11 0,0 0-4 0,0 0-18 16,0 0-3-16,0 0 2 0,0 0-9 0,0 0 4 16,0 0-4-16,0 0-14 0,0 0-4 15,0 0-16-15,0 0-33 0,0 0-67 0,-10-3-20 16,10 3-38-16,0 0-85 0,0 0-218 15,-7 9-360-15,4-6 55 0,2 2 70 0,1-5 56 16,-6 4 67-16</inkml:trace>
  <inkml:trace contextRef="#ctx0" brushRef="#br0" timeOffset="48376.35">7939 9922 1003 0,'-3'-4'294'0,"3"4"-40"0,-3-5-19 16,-1 0-25-16,4 5-13 0,0-7-33 0,0 7-16 15,4-4-9-15,-4 4-11 0,6-4-13 16,-6 4-15-16,10-5-3 0,-10 5-18 0,10 0 8 16,-10 0-25-16,14 5 9 0,-10-4-14 0,2 5-9 15,1-3 1-15,1 3 5 0,-2 3-18 16,-2-1-3-16,2-1-2 0,-3 4-8 0,-3 2 5 15,0-2-5-15,-3 4 74 0,0 1-53 0,-4 0-67 16,1-3-59-16,-2 2-172 0,2-1-542 16,2-2 59-16,-3 0 54 0,1-5 50 0,-2-2 88 15</inkml:trace>
  <inkml:trace contextRef="#ctx0" brushRef="#br0" timeOffset="48643.64">8298 9269 831 0,'4'-3'310'0,"0"-2"-28"0,2 0-31 0,1-1-24 15,3-1-27-15,1 1-16 0,-1 2-28 0,0-3-30 16,3 5-39-16,-3-4-64 0,1 0-38 0,-1 2-67 16,-3 3-128-16,-1-3-236 0,-2 4-191 15,-4 0 43-15,0 0 54 0</inkml:trace>
  <inkml:trace contextRef="#ctx0" brushRef="#br0" timeOffset="49010.67">8305 9358 849 0,'-7'11'256'16,"3"1"-10"-16,1 0-85 0,3-4-2 0,-3 2-34 16,-1 1-4-16,4-1-4 0,0 1-9 0,-3-4-13 15,3 1 15-15,0 2-36 0,0-4-10 16,-3 1 8-16,6-3-6 0,-3 2-12 0,0-6 10 16,0 8 0-16,0-6 97 0,0-2-28 15,3 6-2-15,-3-6-19 0,0 0-9 0,10 1-3 16,-10-1-18-16,0 0-1 0,18-8-9 0,-11 7-10 15,2-1 4-15,-1-2-15 0,2 4 3 0,-3 0-10 16,4 0-6-16,-1-2 11 0,3 4-16 16,1-1 0-16,-1 4-7 0,2-3 4 0,4 5 4 15,-5 3-11-15,3-3 5 0,0 3-2 0,-3-2 2 16,3 6 2-16,-4-3 1 0,-1 2-3 16,-2-1-7-16,0 1 20 0,0-1-3 0,-3 2-76 15,-1-3-1-15,-5 3 6 0,2-2 0 0,-3 2 20 16,-4 0 18-16,1-1-13 0,-4 2 24 15,-3-2-24-15,0 0 6 0,0-3-1 0,-1 1-7 16,-2-1-3-16,-1-4-46 0,0-1-46 0,1-5-189 16,2 1-574-16,1-2 141 0,0-9 8 0,-1 2 79 15,-2-9 74-15</inkml:trace>
  <inkml:trace contextRef="#ctx0" brushRef="#br0" timeOffset="49393.34">8678 8707 849 0,'13'-13'261'0,"1"4"-23"0,-3 0-23 0,1 5-17 16,-1-2-19-16,-1 0-26 0,0 3-14 15,1-1-17-15,-1 2-22 0,0 2-13 0,1 0 5 16,-1 6-15-16,4-2 8 0,-4 3-14 0,3 3 11 15,-2 5-28-15,2 0 10 0,-2 3-8 0,3 7 3 16,-1 5 21-16,5 8-1 0,-2 4-20 0,1 3-5 16,-4-1 10-16,2 0-18 0,1 5 5 15,-1-5 5-15,1 2 0 0,-1-1-17 0,1 3-3 16,1 1-13-16,-3 1 13 0,3-6-16 0,-4 5 16 16,2-5-3-16,-2 1 8 0,1-1-28 15,-1-1 43-15,-6-4 6 0,0-4-9 0,3 12 6 16,-3-11 3-16,-4-4-16 0,-2-5 10 0,2 1-23 15,-3-3 11-15,0 2-11 0,-4-4 16 0,1 0-21 16,-3-1-10-16,-1 2-3 0,-4-3-10 16,1 1-25-16,-3-4-90 0,-11 2-49 0,-7 7-230 15,-3-2-492-15,-4-2 111 0,-6-3 61 0,-1-2 69 16,-6-3 79-16</inkml:trace>
  <inkml:trace contextRef="#ctx0" brushRef="#br0" timeOffset="57693.05">16079 8737 586 0,'0'0'233'0,"-10"0"-13"15,10 0-21-15,-7-1-7 0,7 1-23 0,0 0-25 16,0 0-80-16,-11-1 7 0,11 1 6 0,0 0-31 15,0 0 28-15,-10-2-10 0,10 2 0 16,0 0-2-16,0 0-24 0,0 0 6 0,0 0-14 16,0 0 4-16,0 0-16 0,0 0 5 0,0 0-16 15,0 0 4-15,0 0 14 0,0 0-17 0,0 0-13 16,0 0 10-16,0 0 0 0,0 0-28 16,0 0 31-16,0 0-3 0,0 0-15 0,0 0 10 15,0 0-3-15,0 0 8 0,17 10-7 0,-17-10 2 16,0 0 5-16,0 0 5 0,0 0 0 15,0 0-20-15,0 0 0 0,0 0 12 0,14 0 14 16,-14 0 1-16,0 0-11 0,13-3 17 16,-13 3 0-16,14-4-3 0,-7 3 21 0,3-2-18 0,1-1-8 15,-1 2-4-15,3 1 12 0,4-5 0 16,1 5-10-16,-1-2 71 0,0-1 6 0,3 1-29 16,4-2 13-16,1 3-15 0,2-2 0 0,3 0-13 15,-2-3 3-15,9 2-8 0,-2-1-3 16,5-1-2-16,-1-1-13 0,1-1 10 0,1 2-7 15,11-2-3-15,-5 0 0 0,-6 5-8 0,-3-3 1 16,3 0-4-16,0-1-1 0,0 1 4 16,-4 0 0-16,1-1-2 0,3-1-3 0,7-2-7 15,-6 3 10-15,-2-1-13 0,9-6 13 0,1 5 5 16,-1-5-11-16,1 4 6 0,-5-3 0 16,5 4-3-16,-1-5 5 0,-5 7 1 0,7-4-1 15,-10-1 6-15,-2 3-11 0,-2 2 3 0,10-5 5 16,-2 2-16-16,-10 3-2 0,2-2 10 0,-3 1-5 15,4 0 3-15,-4-3 5 0,1 2-5 16,2 0-3-16,0 1 18 0,15-7-8 0,-5 4-2 16,5-1 7-16,-1 1-2 0,0 1-5 0,4 0-5 15,0-2-1-15,-1 2 6 0,-3 2-15 0,4-4 15 16,-3 3 4-16,-8 2-11 0,7-2 9 16,-6 3-79-16,9-5 10 0,-2 0-5 0,3 3 11 15,-4 0-4-15,4 1 6 0,2-4 23 16,-1 0-15-16,2 4 12 0,3-3 11 0,-2 4 2 15,-2-4-5-15,4 3 11 0,1-1 2 0,-1 0-1 16,1-3 19-16,4 4-23 0,-1-2 13 0,3 2-9 16,3-2-1-16,12-5-4 0,-12 5 22 15,12-2-4-15,-12 2 6 0,4 2-3 0,7-4-4 0,4-1 9 16,-1 3-10-16,-13-1 3 0,17 0-1 16,-3 0 11-16,3 1-5 0,0 0 0 15,-2-2 7-15,-14 2-7 0,13 0 8 0,2-2 4 16,-13 6-12-16,14-6-3 0,0 2-2 0,4-1-3 15,2 0 8-15,-2 1-8 0,-1 0 0 0,-3 0 5 16,-14 2 3-16,17-1-5 0,0-4 0 16,1 3-16-16,-1 2 18 0,3-3 0 0,-2 3 6 15,-1-5-6-15,-3 5 3 0,0-3 10 0,-17 4-10 16,17-3-13-16,3 0 7 0,-3-2 9 16,3 2-9-16,-3 2-4 0,0-1 7 0,-3 0-5 0,-11 0 0 15,-1 2 6-15,2-1 1 0,13-2-7 16,3 2 8-16,0-1 3 0,-2-3-19 0,-1 2 13 15,-1-1 1-15,4 3-11 0,-19 0 12 0,16-5 4 16,-1 2-11-16,-16 1 0 0,17 2 56 0,0-6 6 16,0 3-18-16,-1 2-1 0,1-3-9 15,0 2-1-15,-17 2 11 0,13-2-8 0,-12 1-3 16,-2-1-10-16,15-4-5 0,3 3 3 0,-1-2 12 16,-3 1-15-16,1-2 8 0,0 0-21 15,1 2 3-15,-17 2 18 0,1-1-1 0,-2 1-4 16,0 0 5-16,-1 1-19 0,0-4 12 0,0 3-4 15,1 2 3-15,-4 0-5 0,-3-3 23 16,-1 4-23-16,-6 0-8 0,-11 0 13 0,-5 3 3 16,-3-2 10-16,-9 4-24 0,-3 0-9 0,-3-2 7 15,-5 2 0-15,-1 1-10 0,-2 1 11 0,1-1-24 16,-7-2-38-16,-2 6-70 0,-5-3-68 0,0 0-111 16,0 0-598-16,0 0 87 0,-26-6 53 15,8 5 113-15,-11-5 48 0,1 2 68 0</inkml:trace>
  <inkml:trace contextRef="#ctx0" brushRef="#br0" timeOffset="59409.88">19819 2319 714 0,'-8'-6'220'0,"8"6"-21"0,-3-2-32 0,3 2-11 16,0 0-18-16,0 0-10 0,0 0-13 0,-10 10-12 15,10-4-3-15,-3 3-6 0,3 3-19 16,0 6-24-16,3 1 8 0,-3 2 2 0,3 6 8 16,1-2-23-16,-1 8-13 0,1-3 11 15,6 5-24-15,-6-3 16 0,5 1 0 0,-2 0-74 16,1 1 2-16,5 9-2 0,-3-5 7 0,1-5 13 16,2 9 33-16,-3-5-33 0,8 3 0 15,-1 2 11-15,-1-1-4 0,-1 1 17 0,2 0-22 16,3-2 19-16,-3 1 7 0,0 1-18 0,0-2 8 15,4 3 29-15,-4 1-24 0,0-3-10 16,3 5 15-16,-3-4 0 0,1 0-5 0,2-1 26 16,-6 2-23-16,6-1 4 0,-3 0-1 0,1 1-1 15,-2-2 8-15,-1 1-8 0,1 1 0 0,2 3 23 16,-2-4-33-16,-2 2-5 0,0-2 23 16,3 1-10-16,-7-6 5 0,4 5 10 0,-4-5-16 15,7 9 22-15,-6-1-17 0,-1 1 9 0,4-1-3 16,-4 0-13-16,3 2 8 0,-2 0 7 15,-1-4 6-15,1 2-8 0,-1-7 5 16,0-5-16-16,1 12 14 0,-2 2-11 0,1-1 0 0,0-7-10 16,1 9 11-16,-4-11 9 0,-1-4-15 0,1 4 3 15,4 8 10-15,-4-5-5 0,-1-5-8 16,5 15 18-16,-1-1-3 0,-3-2-12 0,-1-7 5 16,8 8-11-16,-7-7-2 0,0-6 3 15,-1 1 2-15,2-1 72 0,-1 14-3 0,-1-11-20 16,-2-1 7-16,2-3-12 0,1 2-8 0,-3 1-3 15,3-1-2-15,-1-2-3 0,1 15-2 16,1-9-8-16,-2-5 13 0,0 1-11 0,-2-3 4 16,3 6-14-16,3 11 0 0,-3-2-7 0,0-10 7 15,-4-1-7-15,5-1 7 0,-2-1-4 0,-2 0 4 16,2 3-2-16,-2-2-6 0,2 2 11 0,-1-4-7 16,-2 2-4-16,3 1-7 0,-2-1 18 15,2 1-8-15,-2 1-2 0,3-4-3 0,-3 2 0 16,-1 2 3-16,4 12-5 0,-1 0 15 0,-3-7-16 15,5-7 1-15,-5 0-3 0,1 0 7 16,2-1-17-16,-2 3 15 0,2-3 5 0,-3 0-7 16,2 3 2-16,1-3-2 0,-2-1 9 0,2 2-6 15,1 1-6-15,0-2 7 0,0 14 4 16,0-13-4-16,-1 2 6 0,1 7 5 0,4 3-21 16,-4-7 14-16,-1-6 1 0,1 0-9 0,0-2 2 15,-3 5 3-15,5 7-6 0,-2-4 6 0,1 7-3 16,-1-7 5-16,-1-7-2 0,1 1-3 15,-1 0 11-15,5 13-4 0,-1 1-7 0,-3 1 13 16,3-9-5-16,0 5-3 0,-3 0 3 0,4-5 0 16,-4-7 2-16,3 9-2 0,-1-3 2 15,-1-6-4-15,-1 12-4 0,0-7 6 0,2-5 0 16,-4 0 0-16,1 4 0 0,4 11-6 0,-3 2 4 16,1-2-1-16,1-8 8 0,-5-4-11 0,2 10 11 15,1-6-13-15,-3-4 6 0,3-2 17 0,-1 13-8 16,1 1-4-16,4 1 4 0,-4 0-81 15,2 0 7-15,-2-1 0 0,4-5 26 0,-4-4-5 16,3 8-1-16,1-3 14 0,-5-3 15 0,4 6 2 16,0 2 1-16,1 2 4 0,-1-5 1 15,0-2-13-15,1 1 17 0,-1-1-2 0,0-6-7 16,-3-5 15-16,3 0-16 0,0 11 11 0,-2-5-6 16,-2-7-2-16,1 6-2 0,-1 7 12 15,1-6-13-15,0-1 6 0,-3-4-3 0,-1-2 0 16,4 2 10-16,-1-4 3 0,-2 0-10 0,0-4-1 15,2-2 6-15,-5 0-13 0,8-2 7 0,-8-2-12 16,5 2-21-16,-2-4-25 0,3-4-3 16,-4 2 0-16,-2-6-5 0,2 2-15 0,0-4-39 15,0 1-28-15,-3-2-64 0,0-1-122 0,3 0-29 16,-2-4-361-16,-1 1 64 0,0-4 46 0,0 0 44 16</inkml:trace>
  <inkml:trace contextRef="#ctx0" brushRef="#br0" timeOffset="61042.62">19839 2438 829 0,'-3'-17'233'0,"-1"4"-8"0,1 0-13 0,0-1-30 16,2 0-21-16,-2 1-76 0,-4-2 2 0,3-1-13 16,-2-1-10-16,2-1 3 0,-2-3 2 0,-1 0-10 15,-1 0-8-15,-1-3 10 0,-1 1-12 16,2 0 10-16,-2-4-10 0,-3 0-3 0,2-1-3 16,-2 1 1-16,-1 0-3 0,1-4-8 15,2 1 3-15,-9-8 15 0,2-1-13 0,-2 0 3 16,3 7-13-16,4 4-10 0,-2-1 8 0,2 1-16 15,-8-9 23-15,5 5-22 0,2 3 12 0,3 3-3 16,-3-4-4-16,4 5 1 0,-3-2-9 16,2 0 5-16,1 5-3 0,3 0 3 0,-3 1 0 15,3-1 7-15,-3 0-10 0,4 2 6 0,-2 3-11 16,4 2 8-16,-2 0-8 0,0 1 5 0,2 3-2 16,1 0-1-16,-1 1-7 0,0 1 11 15,1 1-6-15,0 1-3 0,-1 2-12 0,4 0 18 16,0 5-18-16,0 0 7 0,0 0 8 0,0 0-13 15,0 0 8-15,-3 24 16 0,3-9-16 16,-3 4 2-16,3 0-9 0,0 7 9 0,0 2-12 16,0 0 10-16,0 0-8 0,0 1 24 0,-1-1-16 15,1 0 10-15,0-1-2 0,0-1-3 16,0-1-3-16,0-4 1 0,-3-1-8 0,3-1 2 16,3-2 1-16,-3-2 14 0,0-1-12 0,0-3 3 15,0 0 2-15,0 0 3 0,0-4 10 0,1 0-16 16,-2-1 1-16,1-6 4 0,-3 6 6 0,3-6 5 15,0 0-8-15,0 0-12 0,-6-15 4 16,2 6-2-16,3-4 18 0,-2-1-7 0,0-3-11 16,-1-2 7-16,1 1-4 0,0-7-3 15,0 0-5-15,3 0 74 0,-1 0-8 0,1-1-2 16,-3 0-13-16,6 1-2 0,-3 0-6 0,1 2-10 16,2 4-7-16,-3 0 4 0,6 2-2 0,-2 1-5 15,-1 1-7-15,1 1 6 0,3 6 4 16,0-2-16-16,2 3 5 0,2 3 1 0,-1 1 4 15,3 3 5-15,2 2-7 0,1 2-3 0,2 2-7 16,3 4-6-16,2 0-2 0,1 7 13 0,4-2-3 16,-1 3 5-16,0 0-15 0,8 7 10 0,-1-1-25 15,-3-2-52-15,-1-5-38 0,-3 2-100 16,8 6-558-16,-4-5-5 0,-1-8 100 0,-6-2 66 16,-4-2 57-16</inkml:trace>
  <inkml:trace contextRef="#ctx0" brushRef="#br0" timeOffset="61725.91">18017 957 854 0,'0'0'279'0,"-7"3"-38"0,7-3-13 0,0 0-23 0,0 0-16 16,0 0-25-16,0 0-13 0,0 0-5 0,0 0-11 16,0 0-96-16,0 0 7 0,0 0 8 15,24-14-18-15,-14 9-3 0,1-1-8 0,3-2 11 16,2 1 0-16,1-2 72 0,0-1-29 16,4 0 3-16,-3 0-10 0,-2 2-9 0,2 1-27 15,-2 1-25-15,-2-2-32 0,-4 4-38 0,3 0-51 16,-5-1-54-16,-4 4-61 0,2-2-77 15,-6 3-284-15,0 0-69 0,0 0 89 0,0 0 36 16</inkml:trace>
  <inkml:trace contextRef="#ctx0" brushRef="#br0" timeOffset="61991.86">18205 848 460 0,'-7'2'164'0,"1"0"-5"0,6-2-11 0,-11 4 3 0,7 0-28 16,1-1 10-16,0 3 5 0,0 0-4 16,3 1-14-16,0 0 13 0,0 4-23 0,3 0-13 15,3-1 6-15,-2 5-19 0,7 0-12 16,-1 1 10-16,0 0-21 0,4 1 1 0,-1 0-9 15,1-1-4-15,0 2 2 0,3 0-10 0,-4-2 15 16,1 0-12-16,0-1-6 0,-4-1 14 16,0-2 4-16,-3 2-8 0,0-1 11 0,-1 0-56 15,-3 0 5-15,-2-1 7 0,-1 1-12 0,-4-1 86 16,-2 2-25-16,2 0 8 0,-6-3-8 0,-1 4-3 16,-2-5 3-16,-1 2-92 0,-2 1 15 15,1-2 8-15,-1-2-8 0,2 0 13 0,0-2-12 16,1 0 4-16,-1 0 8 0,4-3-13 0,-1-1-15 15,1-1-46-15,3-2-67 0,-2 1-66 0,4-1-400 16,5 0-77-16,-6-8 37 0,2 2 68 16</inkml:trace>
  <inkml:trace contextRef="#ctx0" brushRef="#br0" timeOffset="62225.56">18362 761 693 0,'0'0'243'0,"0"0"-17"0,0 22-27 16,0-10-17-16,3 1-3 0,0 2-18 0,-2 3-10 0,6 1-20 16,-3 2-6-16,2 1-22 0,1 1-3 15,-1-1-1-15,2 1-17 0,-1 0-10 0,3-1-11 16,1 0-7-16,2-3-23 0,0 0-41 15,1 0-49-15,-1-3-90 0,-2-2-235 0,6-1-302 16,4-5 67-16,-8-1 48 0</inkml:trace>
  <inkml:trace contextRef="#ctx0" brushRef="#br0" timeOffset="62691.88">18667 852 816 0,'-10'-1'248'0,"10"1"-22"0,-7 5-24 0,2 0-13 0,-1 3-10 16,3 0-28-16,2 3-12 0,1-3-9 15,1 4-10-15,-1 1-9 0,6-2-14 0,-2 2-20 16,3-1 2-16,0 1-7 0,0-2-6 0,2 0 1 16,2-1-3-16,-1-1-11 0,0-3 4 15,4 0-24-15,-4-1 13 0,4-1-5 0,-4-1 5 16,4-3-7-16,0 0-9 0,-4-2 11 0,4 0-5 15,-4-3 0-15,3 0-5 0,-2-2 2 16,-4-2 3-16,2 0-3 0,-1-2-10 0,-4-3-5 16,-1 3-3-16,0-3-4 0,-3-1 6 0,0-3-9 15,-6 1 0-15,2 2 10 0,-3-3-11 16,-3 1-83-16,0 1 12 0,-4 0-8 0,4 5 18 16,-4 0 18-16,0 2 6 0,-3 2 7 0,3 1 5 15,-3 0 0-15,0 5 13 0,3 1-8 16,-2 0 0-16,1 0 3 0,2 1-3 0,3 4 5 15,-4-3-7-15,7 4 10 0,-3-1-18 0,3 1 18 16,4 0 0-16,-1 0 0 0,4-1 2 0,0 1-5 16,4-1 11-16,-1 0 10 0,4 0-13 15,0 0-3-15,3 0-2 0,1-3 15 0,-1 1 0 16,3 0-17-16,1-2 14 0,0-1-9 0,3-1-21 16,-4-1-41-16,8-1-39 0,-4 2-48 0,3-4-135 15,-2 2-431-15,-1-2 69 0,0-1 47 16,-4 0 74-16</inkml:trace>
  <inkml:trace contextRef="#ctx0" brushRef="#br0" timeOffset="63042.96">18844 521 609 0,'25'10'220'0,"-16"-5"-18"0,-2 3-5 15,7 1-82-15,-1 2-12 0,2 2-11 0,1 2 5 16,-1 1-12-16,1 2 2 0,1 0 7 16,0 1-12-16,-2 4 18 0,-2-1-10 0,4 3-6 15,-7-2 8-15,-3-1-7 0,3 3-1 16,-6-1 3-16,2 0-18 0,-5 1-10 0,2-5 10 16,-3 4 57-16,0-5-1 0,-3 3-10 0,2-3-15 15,-2-1 5-15,-3-2-20 0,5 1-11 0,-3-4 10 16,1-1-7-16,0-2-15 0,3 1 9 15,-4-2-12-15,4 0 5 0,-3-3 8 0,3 1-8 16,-3-2 0-16,3 1-72 0,0-6-10 0,-3 8 23 16,2-4-15-16,1-4-16 0,-3 5 24 0,3-5-11 15,0 0-23-15,-3 6-23 0,3-6-48 16,0 3-72-16,0-3-167 0,0 0-452 0,0 0 81 16,0 0 41-16,0 0 62 0,0 0 89 0</inkml:trace>
  <inkml:trace contextRef="#ctx0" brushRef="#br0" timeOffset="64658.98">27162 7101 732 0,'0'0'289'0,"0"0"-28"16,0 0-38-16,0 0-14 0,0 0-22 0,0 0-15 15,0 0-16-15,0 0-20 0,0 0-8 16,0 0-8-16,0 0-5 0,23-5-10 0,-12 2-15 16,-1 2 2-16,7 1 0 0,1-2-15 15,4-2-8-15,0 2 10 0,5-3-86 0,4 1 9 16,0-2 1-16,6 2-11 0,2-2 16 0,1 0 10 15,14-5-16-15,-2 3 8 0,3-1-2 16,-1 0 13-16,0-3-9 0,1 2-7 0,0 1 6 0,0-1-6 16,3 0 13-16,-1-2-13 0,-1 1 0 15,1-3 8-15,-1 3 23 0,-2-2-13 0,0 1-23 16,-2 2 10-16,0-4 69 0,-8 6-15 0,7-4 5 16,-10 4-10-16,-7-3-15 0,4 3 7 15,-4 2-10-15,0-5 2 0,0 5-7 0,-6 0 3 16,-1-1-1-16,-3 0-15 0,3 2-2 15,-3-1 2-15,-3 0-3 0,-4 5 11 0,0-2-16 16,-3-1-7-16,0 2-6 0,-4 1-20 0,0-1-33 16,1 0-3-16,-5 0-43 0,-6 2-23 0,15 2-59 15,-12 2-157-15,3-3-460 0,-3 1 77 0,-3-2 71 16,0 0 44-16,0 0 80 0</inkml:trace>
  <inkml:trace contextRef="#ctx0" brushRef="#br0" timeOffset="64992.42">28901 6586 901 0,'-3'-8'319'0,"3"8"-29"0,-1-3-37 15,1 3-51-15,0 0-17 0,0-7-9 0,0 7-9 16,0 0-19-16,0 0-15 0,0 0-10 0,21 10-18 15,-14-4-8-15,4 1-12 0,-1 0 7 0,3 2-15 16,2 1 5-16,1 1-21 0,2 2-7 0,-2-1 2 16,1 2-2-16,1 3 2 0,-2-1-7 15,-1-1-13-15,-2 2 2 0,0-1-15 0,0 1 3 16,-5 0 10-16,-1-3-3 0,0 1-8 0,-3 2-9 16,-4-3 2-16,0 1 5 0,0-3-5 15,-4 5 7-15,-3-2 1 0,0 1-3 0,-6 1-3 16,2-1 1-16,-2 0-19 0,-1 0-14 0,4-5-32 15,0 3-51-15,3-4-35 0,0 1-111 16,3-3-511-16,1 5-14 0,0-9 85 0,3 3 80 16,3-2 58-16</inkml:trace>
  <inkml:trace contextRef="#ctx0" brushRef="#br0" timeOffset="65508.71">29688 6861 785 0,'-2'8'302'0,"0"-2"-20"0,-1 1-34 0,0 1-89 16,0 0-8-16,3 3-13 0,-1-2-12 0,1 2-19 15,0 2-17-15,0-2-8 0,1 3 0 16,2-3-6-16,0 2 6 0,2-3-10 0,-3 0-16 15,4 3-12-15,-2-5 4 0,6 0-7 16,-3-2 8-16,0 1-8 0,2-1 0 0,2-4-13 16,-1 3 3-16,0-4 5 0,1-1-6 0,1-1 9 15,0-4-1-15,-2 3-5 0,0-6-7 16,3-1 0-16,-3 1-1 0,-2-7-2 0,-1 0-5 16,2 1-10-16,-4-9 7 0,0-1 0 0,-4 0 6 15,0 5-3-15,-1-3-8 0,-1 1-12 0,-5-1 7 16,2 4 15-16,-2 1-2 0,-2 1-3 15,-2-1-15-15,-3 3 3 0,-1 3 71 0,1 1 26 16,-3 1-26-16,-2 2 1 0,2 1-24 0,-3 3-3 16,2-1 4-16,0 4-6 0,0 0-11 15,3 1 1-15,0 4-8 0,0-3 8 0,1 4-5 16,0 2-3-16,5-4 0 0,0 3-5 0,0 3 3 16,1-3-3-16,0 1-8 0,5 2 6 15,-3 1 4-15,2-2-4 0,3 0-11 0,3 0 0 16,0-1-10-16,1 0 3 0,3 1 7 0,6-1 0 15,0 0 11-15,2-1-21 0,6 2-15 0,-1 0-11 16,4-2-33-16,3-3-51 0,-1 4-79 0,0-2-119 16,0-2-495-16,2 1 22 0,2-3 95 15,-6-2 51-15,-2-2 67 0</inkml:trace>
  <inkml:trace contextRef="#ctx0" brushRef="#br0" timeOffset="65761.78">30251 6801 952 0,'0'0'289'16,"4"15"-18"-16,-4-10-12 0,0 8-21 0,0-3 5 15,0 7-15-15,4 6-113 0,-4-4 18 16,0 6-20-16,3-2-16 0,-1 1-2 0,-1 1 63 16,0 3-4-16,-1-2-11 0,3 2-10 15,-3-1-25-15,3-2-11 0,-1 0-15 0,-1-6 0 0,0 3-5 16,-1-4-18-16,3 0-3 0,0 0-5 15,-1-1 8-15,-1-3-8 0,0 1-15 0,-1-5-18 16,0 1-13-16,4 0-33 0,-4-2-64 0,0-1-100 16,0 0-648-16,-5-4 39 0,-1 2 92 0,-1-4 87 15,-1 0 54-15,-8-6 48 0</inkml:trace>
  <inkml:trace contextRef="#ctx0" brushRef="#br0" timeOffset="66975.88">17429 8276 739 0,'0'9'231'0,"3"0"-11"0,1 4-23 15,2 4-8-15,2 2-20 0,2 0-10 16,-3 4-6-16,7 3-9 0,-1 3-11 0,0-1-20 16,2 0-8-16,5 9-80 0,-3-5 3 15,-3-6 3-15,2 1-11 0,-5-2-4 0,6 0 2 16,-7-6-3-16,1 2 3 0,-1-3 0 0,0 0 2 16,0-1 6-16,-3-2-6 0,0 2-4 0,-1-4 7 15,2-1-5-15,-4-2-3 0,2 2 1 0,-3-2-40 16,4-2-19-16,-4 2-52 0,1-3-127 15,3 3-482-15,-3-2 74 0,2 0 28 0,-3 2 83 16</inkml:trace>
  <inkml:trace contextRef="#ctx0" brushRef="#br0" timeOffset="67258.84">17576 9411 770 0,'0'0'333'16,"0"0"-29"-16,-7 4-37 0,7-4-32 15,0 0-17-15,0 0-11 0,0 0-25 0,0 0-11 16,0 0-30-16,0 0-5 0,27-9-16 0,-19 4-5 15,5 4-20-15,-3-5-8 0,4 3-15 16,-1-3-24-16,5 2-20 0,-2-2-48 0,2 0-52 16,-1 3-110-16,3-3-184 0,-2 2-389 0,-1-1 85 15,3-2 55-15,-6 4 62 0</inkml:trace>
  <inkml:trace contextRef="#ctx0" brushRef="#br0" timeOffset="67708.56">17959 9131 819 0,'0'0'297'0,"0"0"-31"0,0 0-23 16,0 20-20-16,3-11-21 0,0-1-20 15,1 5-14-15,0-1-27 0,2 1-13 0,-2-1-87 16,2 3 16-16,-2 1-24 0,2-4 10 15,-1 2-20-15,2-3 13 0,-4 2-15 0,3-4 4 16,-3 1-2-16,1-2 0 0,-1-1 5 0,1 3-2 16,-3-4 0-16,2-4-1 0,0 4 73 0,0-3-6 15,-3-3-16-15,4 2 6 0,-4-2-20 16,0 0 10-16,0 0-21 0,17-5 5 0,-10-1 0 16,-4 5-10-16,1-5-2 0,2 3-21 0,1-3 10 15,0 2 1-15,0-2-14 0,0 3 3 16,2-1 0-16,-1 2-2 0,-1-2-14 0,2 3 3 15,-2 0 6-15,-7 1-3 0,18 0 5 0,-11 2-3 16,6 2 0-16,-3-2 1 0,-3 4-6 0,0-2 0 16,4 3 5-16,-5 1-4 0,1-1 9 15,0 1-2-15,-3 2 0 0,2 0 0 0,-5 5 0 16,2-7-13-16,-3 7 13 0,0-5 0 0,0 5-18 16,-3-5 13-16,-1 1-83 0,1 2-24 15,-1-5-9-15,0 2-66 0,-2-2-64 0,2 1-181 16,-2-1-398-16,-1-7 144 0,0 4 10 0,7-5 65 15</inkml:trace>
  <inkml:trace contextRef="#ctx0" brushRef="#br0" timeOffset="67941.78">17942 9125 970 0,'0'-7'284'0,"-4"1"-39"0,4 2-14 15,0-3-21-15,0 0-26 0,4 0-7 16,0 1-39-16,2-3 13 0,-2-2-21 0,6 1-19 16,3 0 1-16,-2-5-30 0,3 5 13 0,2-5-16 15,-1 5 77-15,4-3-28 0,-1 3-28 16,-2-2-18-16,5 0-8 0,-3 1-33 0,2 3-25 16,1-2-47-16,-1-2-72 0,3 3-124 0,1 1-534 15,1-2 29-15,-1 2 72 0,3-2 71 0,0 2 80 16</inkml:trace>
  <inkml:trace contextRef="#ctx0" brushRef="#br0" timeOffset="68843.81">25021 7129 550 0,'0'0'246'0,"-3"-4"-21"16,3 4-13-16,-2-6-17 0,2 6-3 15,-5-2-3-15,5 2-33 0,0 0-7 0,-3-6 7 0,3 6-20 16,0 0-8-16,0 0-21 0,-3-2 1 16,3 2-6-16,0 0-7 0,0 0 2 0,0 0-25 15,0 0-65-15,0 0 9 0,12 19 9 16,-11-11-27-16,6 6 76 0,-3-3 8 0,5 3-3 16,-2 3-15-16,0 0 5 0,2 2-7 0,-1 2-11 15,-1-1 3-15,4 3-18 0,-1 4-1 0,3 3-45 16,-2-1-31-16,2 1-56 0,1-2-154 0,3 18-522 15,0-4 44-15,-4-12 91 0,-2-1 65 16,-4-5 33-16</inkml:trace>
  <inkml:trace contextRef="#ctx0" brushRef="#br0" timeOffset="69324.38">25398 7890 755 0,'0'0'258'16,"0"0"-20"-16,0 0-36 0,0 17-10 0,3-9-18 16,-3-2-20-16,0 5 56 0,3 0-16 15,-2-1-25-15,-1 3-23 0,3-3-15 0,-3 0-11 16,3 4-5-16,-3-6-15 0,0 3-15 0,3-2-3 15,-1-1-1-15,-2-1-9 0,1 1-3 0,-1-1-12 16,1 0-11-16,-1-4 2 0,0 4 3 0,0-1 1 16,0-6 7-16,3 5-6 0,-3-5-2 15,4 7 1-15,-4-7-9 0,0 0 13 0,0 0-15 16,13-3-2-16,-13 3-14 0,10-5 4 0,-2 3-1 16,-8 2-10-16,13-5-3 0,-6 3 8 15,4 2-8-15,-4-1 19 0,4 1-24 0,-3 0 8 16,3 0 0-16,-1 0-8 0,0 1-2 15,4 1 2-15,-4 2-2 0,1-1 2 0,2 3 0 16,-3-1-5-16,1 0 13 0,-1 4-3 0,-3-1 3 16,4 0 11-16,-5 2-17 0,1 0 9 15,-1 2-6-15,-2-2-5 0,-1 0 11 0,1 3-6 0,-3-3 6 16,-1 5-14-16,-1-3-1 0,-6 3 9 16,3 0-33-16,-2 1-8 0,-1-3-66 0,0 1-59 15,-6 3-138-15,6-4-581 0,-3-1 63 0,-1-4 93 16,-2-1 67-16,2-3 81 0,1-1 54 15</inkml:trace>
  <inkml:trace contextRef="#ctx0" brushRef="#br0" timeOffset="69574.81">25350 7931 1062 0,'0'-12'368'0,"0"4"-25"0,0-2-41 15,0 2-25-15,3-2-24 0,0 1-22 0,1-4-27 16,8 3-19-16,-4 0-11 0,2-3-28 16,1 3 0-16,4 0-26 0,-2-2-2 0,3 2-19 15,2 0-1-15,-2 2-19 0,2-2-5 0,2 1-2 16,-6 0-8-16,3 1-23 0,-3 1-15 0,3 0-42 16,-4 0-56-16,-6 4-32 0,4-2-86 15,-4 2 6-15,2-1-113 0,-8 2-486 0,-1 2 25 16,0 0 90-16,0 0 61 0,-14-9 54 0</inkml:trace>
  <inkml:trace contextRef="#ctx0" brushRef="#br0" timeOffset="74941.06">16370 1705 87 0,'3'3'20'0,"0"2"8"15,1 1 11-15,-1 0-11 0,3 1 2 16,-2 0 1-16,2 2 0 0,-1 0 7 0,1 0 11 15,1 0 0-15,0 2-19 0,0 1 39 16,3 1-10-16,-3-3 5 0,3 5 21 0,1-3-14 16,-1 3 4-16,4-2 1 0,-4 2 4 0,3 0 17 15,1 0-36-15,-1 0-4 0,-1 0-6 0,1 0 5 16,0 2-12-16,4-2-1 0,-3 3 8 16,0-1-7-16,2 0-11 0,-1 0 11 0,1-1-8 15,2 4 10-15,2 0-13 0,-3 1-10 16,1-1-8-16,1 1 14 0,2 2-6 0,-3-4-13 15,2 2 21-15,1 1-19 0,-1-1 16 0,0 1-20 16,1 0 20-16,0 1-5 0,-4-4-5 16,6 2-5-16,-2 1-5 0,-1-1 5 0,1-1-3 15,0-2 23-15,-1 4-18 0,1-3 3 0,0 0 3 16,1 0 7-16,-1-1 64 0,0 1-10 0,2-1 0 16,-2 0-21-16,0-1 1 0,3 1-14 15,-7-3-1-15,1-1 6 0,1 1-12 0,2 2-8 16,0-2 11-16,-5 1-3 0,2-1-5 15,-1 0-13-15,3-1-5 0,-6 1 0 0,6 1 0 16,-5-3-1-16,1 4-1 0,2-3 4 0,-2-2-4 16,-1 2-4-16,1 0 9 0,-2-3-16 0,0 2 8 15,6-1 5-15,-6 2-13 0,3-2 13 16,-3 1-8-16,3-1 5 0,-1 1-9 0,2-1 9 16,-1 1 0-16,0-1-7 0,1 1 2 0,-2 1 3 15,2 0 7-15,1-1 6 0,-4 0-16 16,1-1 1-16,2 1 9 0,-2 2-5 0,-1-1-10 15,1-1 6-15,2 1-9 0,-5-2 11 16,4 3-8-16,-3 1 5 0,3-1 6 0,-4 0-3 16,2-2-6-16,-2 1 9 0,1 1-9 0,-1-3-2 15,2 3 1-15,-2-3-68 0,1 1-2 0,2 2 10 16,-1-3-2-16,-2 5 25 0,0-4 3 0,2 3-13 16,1 1 23-16,-2-1-5 0,0-2-2 15,0 3 12-15,-1-2 10 0,1 3-4 0,-1 2-1 16,1-4-2-16,0-2-3 0,-1 3-2 15,4-2 9-15,-3 2 1 0,0-2-2 0,2-1-4 16,-1 3 11-16,1-5-5 0,-1 3 0 0,-2-1-5 16,4-1 5-16,0 1 2 0,-3-2 6 0,3 1-16 15,-3 2 18-15,3-4 5 0,-3 3-10 16,2-2 0-16,-1 1 3 0,-2-1-3 0,4 1 15 16,-3 4-15-16,0-5-2 0,2 2 9 0,-2 1-14 15,-3-4 7-15,3 3 0 0,-1-1 7 16,4 2-7-16,-3-1 3 0,-4-3 10 0,4 3-3 15,-1-3 10-15,1 3-27 0,0-3 4 0,-4 3 11 16,4-2-13-16,-1 2 10 0,1 2 3 16,-1-4-19-16,-2 1 9 0,2-2-11 0,-3 0 21 15,5 4-8-15,-2 0 15 0,-2 0-18 0,2-3 75 16,0 3-8-16,1-1-8 0,-3-3-12 0,3 2 0 16,-1-3-1-16,-3 2-7 0,7 1 2 0,-4-3 6 15,-1 0-8-15,1 3-11 0,1-4-4 16,-1 1-3-16,2 4-11 0,1-3 4 0,-2 2 12 15,0-4 0-15,-1 2-8 0,4-1-7 16,-4 3-3-16,5-1 2 0,-5 1 9 0,1-4-1 16,-1 1-7-16,-1 3-6 0,1-3 9 0,1 0 1 15,-1 0 6-15,-3 3-15 0,4-4-1 16,-1 2 4-16,-1 2-9 0,-2-2-7 0,3-3 10 16,-2 6 13-16,-1-4-8 0,3 1-3 0,-2-1-2 15,-1 1 10-15,0 0-2 0,1-3-10 0,1 3 4 16,0 1 3-16,-2-4-5 0,-1 3 5 0,2-1 6 15,-1 2-6-15,0-3-3 0,1-1-9 16,-1 3-1-16,0-3 13 0,1 2-5 0,-1 1 0 16,0-2-5-16,1 0 15 0,-1 0 3 15,0-1-16-15,0 1-7 0,3 1 10 0,-3 0 0 16,2 1 3-16,-3-1-6 0,1-1 8 0,4 1-7 16,-4 0-6-16,0 3 18 0,4-5-12 0,-3 3-3 15,0-3 2-15,2 3 6 0,0 1-1 0,1-1-17 16,-1-2 17-16,-2 4-4 0,6-1-1 15,-3 0-4-15,2 0-4 0,-4-2 11 0,4 3-5 16,-2-3 8-16,0 4-8 0,3-4 7 0,-4 1 6 16,0 2-6-16,2-4 11 0,1 5-10 15,-1-4 2-15,1 1 0 0,-2 2 5 0,0-3-7 16,0 0-1-16,2 4-4 0,-1-5 2 0,-2 2 5 16,1-2-10-16,-1 3 0 0,5 0 0 15,-5-4 7-15,5 6-4 0,-2-3 2 0,1 3-3 16,-3-4 6-16,3 5 2 0,0-5-10 0,1 5 7 15,-2-4 1-15,2 4 4 0,-2 0 6 0,1-3-10 16,-2 2-19-16,1-3 22 0,-1 3 4 16,1-3-10-16,-3 2-5 0,2-3 5 0,-2 0 7 15,-2 1 4-15,2 1-9 0,1-3 1 0,-1 1-6 16,-3 0-5-16,5 2 14 0,-5-2-1 0,4 0-5 16,-4-1-3-16,3 3-2 0,-2-2 2 15,2 0 9-15,-3 1-4 0,4 2 1 0,-1-2-8 16,1 2 5-16,-3-4 5 0,3 2-5 15,-4 2 2-15,3-2 1 0,1-1-3 0,-1 2 0 16,1-2 8-16,-3 0-14 0,2-1 4 0,1 4-6 16,-1-4 21-16,1 1-10 0,-4 0-1 0,4 1 3 15,-3-1 3-15,2 1-16 0,1 2 6 0,-1-4-1 16,-2 2-5-16,2-1 8 0,-3 1 8 16,5-1-8-16,-5 1 0 0,4-3-5 0,-1 4 18 15,-3-1-8-15,4-3-5 0,-1 3 2 0,1-3 6 16,-3 2-3-16,-1 1-5 0,4-1 3 15,-1 1-1-15,1-3 1 0,-1 6-3 0,-3-5 2 16,5 0 4-16,-5 1-9 0,4 0 6 0,-4 2 2 16,3-3-5-16,-2 0-3 0,2 1 13 15,-2-2-10-15,2 2 3 0,-3-2 0 0,4 1-3 16,-1 1-13-16,-2-1 10 0,3 1 3 0,-4-1 8 16,4 0-18-16,-1-1 4 0,-2 2 12 15,2-2-1-15,0 4 5 0,-2-1-2 0,3-3-6 16,-3 0-4-16,2 1 12 0,-3-1-20 15,1 1 17-15,2 0-14 0,-3-1 9 0,1 2 1 0,2-3-11 16,1 2 11-16,-4 0-6 0,0-1 8 0,1 2 0 16,2-2-10-16,-3 4 13 0,1-3-16 15,-1 0 8-15,4-1 5 0,-4 0-2 0,0 1-1 16,1-1 1-16,-1 0-6 0,0 1 11 0,1-1-5 16,2 1-3-16,-3 0 0 0,1-1 0 15,-1 2 7-15,0-2 1 0,1 6-13 0,1-5 7 16,-1 0-4-16,0 1-6 0,-1-2 13 15,4 4-7-15,-1-3-1 0,-3 1-2 0,1-2 8 16,2 2-1-16,1-2-2 0,-4 2 0 0,3-2 0 16,1 0-2-16,-3 1 12 0,3-1 0 0,-4 2-10 15,3-3-2-15,1 1-1 0,-1 2 6 0,1-2-1 16,-3-1-4-16,-1 3-6 0,4-3 8 0,-1 1-3 16,-2-1 3-16,2 1 0 0,-3 0 3 15,1-1-1-15,-1-2 6 0,0 2-8 0,1-1 3 16,-1 1-6-16,0-2 1 0,1 0 12 15,-2 3 0-15,1-2-5 0,1-3-2 0,-4 4-8 16,3-3 10-16,1 2-5 0,-5 0 2 0,4-1 6 16,-3 0 2-16,4 1-10 0,-1-2 0 15,-1 2 3-15,-1-2-6 0,-1 1 1 0,3 3 4 0,0-2 6 16,0-2 0-16,-3 3-11 0,3 1-2 16,1-2 13-16,-4-2-8 0,3 3 0 0,0-1-6 15,-3-2-6-15,0 3 24 0,2 0-9 0,-1-3 2 16,-1 3-2-16,0-1-11 0,3 2 8 15,-3-5 8-15,0 3-16 0,-1 1 8 0,1-4-5 16,0 4 2-16,0-1 1 0,0-2-6 0,-1 2 0 16,-2 1 14-16,2-3-9 0,2 2 8 15,-1 1-10-15,-1-4 2 0,1 6 9 0,3-2 6 16,-3 0-4-16,0 0 0 0,-1-2-6 0,2 2-2 16,-4 1 5-16,5-1-2 0,-2 1-3 15,-1-2 0-15,2 0 5 0,-1 1-8 0,-1 0 3 16,-2 0 3-16,6 0 2 0,-6-3-2 0,3 3 2 15,-1 0-15-15,-2-5 12 0,2 4 1 0,2-2-11 16,-2 2 13-16,-2-1-5 0,2-3 5 0,-2 5 0 16,3-5-2-16,0 4 0 0,-1-3-14 15,-2 3 9-15,2-4 2 0,-2 4 7 0,6-2-1 16,-6 2-14-16,3-4 8 0,-1 4 10 0,2 2-10 16,-2-1 10-16,1-3-7 0,0 3-1 15,-1 0-9-15,2 0 2 0,0-3 15 0,-3 2-10 16,1-2-5-16,-2 1 7 0,4 1 1 0,-2-3-6 15,-2 3 3-15,2-4-7 0,0 4 9 16,-1-4-7-16,1 1 10 0,-2 1-7 0,2-1-1 16,-2 2-2-16,3-3 2 0,0 4 14 0,-1-4-14 15,-2 0 6-15,3 3 4 0,-1-3-12 0,2-1 3 16,-1 4 4-16,-1-4-9 0,0 1 1 0,2 3 12 16,-4-4 6-16,-4-1-12 0,13 4 5 15,-6-1-2-15,0-2-11 0,0 2 21 16,-1 1-13-16,1-2 0 0,0-2-5 0,0 2-3 0,0 3 13 15,2-4 1-15,-2 0-6 0,-7-1 12 16,14 2-17-16,-7 2 10 0,-3-3-7 0,6-1-8 16,-3 2 17-16,0-1-12 0,3-1 5 0,-3 0-8 15,3 4 11-15,-3-3-3 0,2-1 5 16,-9 0 0-16,15 1-2 0,-5-1-11 0,-10 0 8 16,14 0-2-16,-7 0 14 0,3-1-7 15,-10 1 6-15,14-1-11 0,-5-3 10 0,-9 4 3 0,14 0-3 16,-6-1 5-16,-2-1-2 0,1-2-8 15,2 3 8-15,-1-2 5 0,-1 2-92 0,0-5 30 16,2 4-2-16,-1-4 10 0,2-1 3 0,-3 4 13 16,2-4 7-16,-1 0 5 0,-1 4 6 0,3-5-11 15,0 0 5-15,-3 1 8 0,0 0-15 16,3-3-1-16,1 2 11 0,-2-2-2 0,-2 1 17 16,4-4-8-16,-1 3 1 0,-3 0 12 15,4 1-10-15,-2-4 1 0,-2 2 9 0,3 1-20 16,1-2 15-16,-1 0-13 0,0-1 9 0,-2 1-1 0,4-1 7 15,-5 0 9-15,4-2-6 0,-1 1-4 16,0 2 4-16,-2-3-2 0,2-1-3 0,0 1 5 16,-1 2-2-16,-1-2 31 0,2-3-32 15,0 1-12-15,1-2 21 0,-1 1-26 0,-4 1 0 16,2 2 17-16,-1-2-6 0,2-1-6 0,1-1 0 16,-2 0-3-16,-1-1 6 0,2 2-1 0,-2-1-2 15,1-3 13-15,-1 4-13 0,2 1 0 16,-2-2 0-16,1-3-5 0,-2 5 10 0,-2 0 0 15,2-1-2-15,1 2-3 0,0-2 7 0,-3-1 6 16,2-1-15-16,1 3-11 0,-4 0 15 16,5-1-4-16,-5-2 7 0,3 2 0 0,-2-3 3 15,2-1-8-15,-2-2 2 0,-1 4 1 0,2-4 2 16,1-1-8-16,1 0 11 0,-4 0-3 16,3 0 8-16,-2 0-8 0,4 0-10 0,-2 0 10 0,-2 0 0 15,2 0-2-15,-2 0 4 0,2 0-7 16,1-1-5-16,-3-2 8 0,2 3-6 0,-5-2 6 15,5 2-6-15,-2 0 1 0,0-1-3 0,3 0 10 16,-4 1-8-16,3-6 11 0,-2 4-13 16,-1 1 15-16,0-1-7 0,2-3 2 0,-2 4 5 15,0-7-8-15,1 3-4 0,-1 4-3 0,0-2 5 16,0-2-5-16,-2 2 5 0,2-3-8 16,-3 4 23-16,0-4-15 0,3 3 3 0,-3-2-1 15,0 2-2-15,0-3 6 0,3 4-9 0,-3-7 13 16,3 4-5-16,-2 1-2 0,0-2 2 0,-1 3-8 15,0-3-2-15,3 2 8 0,-3 0-1 0,0-1-4 16,0 1-1-16,3-5 8 0,-3-3-2 16,3 2 5-16,-3 0-11 0,0 5 11 0,1 1-11 15,-1-1 6-15,0 4 12 0,0-2-17 0,0 3 9 16,0-3-7-16,0 3 8 0,3-1 0 16,-3 1-11-16,3 0 1 0,-3 0-4 0,3 4 14 15,-2-3-5-15,-1-1-1 0,3-1-2 0,0 1 3 16,1 0 2-16,-3 0 0 0,2-4-8 15,0 4 6-15,-3 0-6 0,5-1-17 0,-3 1 23 16,-2-2-3-16,3 2 2 0,0-1-2 0,-3 1-2 16,4 0 2-16,-4 0 2 0,3-1-4 15,1 1 7-15,-1-3-3 0,-2 3-2 0,2-2 0 0,0 0 0 16,1-6 0-16,-1 7-5 0,0-4 5 16,2-2 5-16,-2-2 0 0,3 5-2 0,-2-4-3 15,-1 2 0-15,3 4-13 0,-5 2 18 0,5-3 0 16,-1 1-5-16,-2 1 0 0,5 0 3 0,-6 1 7 15,4 0-7-15,1 0-3 0,1 0-8 16,-2 1 16-16,1-1-6 0,-1 0-7 0,-2 0 8 16,3 1 2-16,0-1-8 0,-1 0-4 0,1 0 7 15,-3 0-6-15,6 2 9 0,-6-2 5 16,2-2-11-16,1-1 6 0,1 2-6 0,1 1-7 16,-2 0 2-16,0-5 3 0,3 1 8 15,-3-2-1-15,3 0 3 0,-3 0-7 0,3 2-8 16,-3-2 22-16,0 1-19 0,0-2 12 0,0 2-5 15,0 0 0-15,-4 3 0 0,4-2 15 0,-1-3-5 16,2 0-10-16,-1 2-5 0,-1 0 15 0,1 0-7 16,2 5 7-16,-7 0-10 0,4 0-7 15,1 2 12-15,-1-2-16 0,-2 0 6 0,4 0 0 16,-5 0-5-16,5 0 13 0,-3 3-3 0,2-1 7 16,-4-2-9-16,8-5-1 0,-4 5 1 15,-1 2 9-15,0 1-4 0,-1-2 4 0,2 1 1 16,-1 1-13-16,-2-1 2 0,2 2 1 0,2-1 7 15,-5 0-2-15,4-1-6 0,-1 3 0 0,-2-2-4 16,2 1 12-16,-1-1 3 0,-2 0-3 0,4-2 8 16,-1 2-21-16,-1-2 10 0,0 1-9 15,2 1 12-15,-3 0 0 0,2 2 0 0,-2-3-7 16,3 4 2-16,0-2 10 0,-2 3-13 0,0 1-2 16,-2-1-5-16,1 1 5 0,2 0 5 0,-2-1-5 15,3 0 10-15,-3 1-10 0,2 1 5 16,-1-1 12-16,-3 1-9 0,4 1-8 0,-1 1 10 15,-2-1 8-15,3 2-16 0,-5-1 3 0,5 4-7 16,-2-3 7-16,-1 3 7 0,0-3-9 0,3 1-1 16,-4 0 3-16,1 0 3 0,0 1 2 15,1 0-3-15,2 0-4 0,-3 0-3 0,-2-1 7 16,6 0 8-16,-3-2-7 0,-1 1-6 0,3 1-2 16,-2-1 0-16,-1 1 0 0,3 0 3 0,-1 0 7 15,-2 0 10-15,1 2-10 0,2 0-7 0,-2-2 7 16,-1 1-10-16,3 2 10 0,-1-2-10 15,-2 1 2-15,3 0 0 0,-5 0-4 0,5-1 2 16,-2 0 0-16,-1 1 7 0,4 0-12 0,-3-1 18 16,-1 0-3-16,2 3-13 0,-3-2 8 0,1 2-3 15,0-2 11-15,0 1-8 0,-2 0-18 16,2 1 5-16,1 2-2 0,-1-1-34 0,-2 1 3 16,2 0-46-16,-3 0-107 0,0 2-191 0,0 4-441 15,0 0 98-15,-7-4 63 0,7 4 68 0,-18 0 65 16</inkml:trace>
  <inkml:trace contextRef="#ctx0" brushRef="#br0" timeOffset="82472.89">23227 7546 726 0,'0'0'210'0,"0"0"-18"0,0 0-23 15,-1-5-38-15,1 5 2 0,0 0-15 0,0 0-19 16,0 0-11-16,0 0-4 0,0 0-17 0,0 0-1 16,0 0 3-16,0 0-2 0,0 0 2 0,0 17-21 15,0-9-1-15,1 0 9 0,-1 0-7 16,0 2 2-16,0 1-5 0,3 1 18 0,-3-1-13 16,3 3-8-16,0-1 9 0,2 2-4 0,-2-2-9 15,0-1-50-15,-2 2-9 0,5-3-6 16,-3 3 11-16,0-3-11 0,1-1-2 0,0 2 21 15,-4-2 4-15,4-2-10 0,-4 2 16 16,3-3-21-16,0-1 18 0,-3-2 20 0,3 2 11 0,-2-1 5 16,-1-5 2-16,0 7-12 0,0-7-3 15,0 0 5-15,0 0 0 0,0 0-15 0,0 0 10 16,0 0-13-16,0 0 8 0,-14-17-8 16,7 9-22-16,0-1 24 0,4 0-6 0,-4-2-1 15,-1-5-3-15,2 2 3 0,-4 2 8 0,3-2-18 16,1-1 5-16,-2 5 3 0,2-5-3 15,-1 5 7-15,3 0 1 0,-2 2 2 0,1 1 3 16,-1-3-3-16,3 5-10 0,0-2 8 0,2 4-26 16,-2-4 3-16,0 3 10 0,3 4-13 0,-3-6 7 15,3 6 19-15,0 0-21 0,0 0 8 16,0 0 8-16,0 0-6 0,6 17-12 0,-2-9 22 16,-1 1 9-16,0 0-19 0,3 4-17 0,-1-2 25 15,-2-1-20-15,4 5 27 0,-1-1-12 16,-2-3 3-16,3 4-6 0,0-4-2 0,-1 2 5 15,-2-2 8-15,2-3-6 0,-2 2-4 0,-1-2 30 16,2 1-28-16,-2-4 5 0,0 3 5 16,0-5 1-16,-2 3 76 0,2 0 7 0,-3-6-9 15,3 4-19-15,-3-4 4 0,0 0-12 0,0 0-11 16,0 0 1-16,0 0 3 0,0-16-17 16,0 12 12-16,-3-4-16 0,0-3-4 0,2 1-3 0,-2-1-5 15,-3-4-5-15,1-1 5 0,2 3 2 16,-1-3-7-16,-2 1 0 0,3-2 2 0,-4 2 0 15,4 0-12-15,-2 3 5 0,-1-3-3 0,3 5-5 16,-1-3 2-16,1 3 6 0,-1 2 13 16,1-1-16-16,0 0-3 0,-1 2-2 0,4 0 0 15,-4 4 3-15,4-5-3 0,-3 2-3 16,3 6-4-16,-3-7-11 0,3 4 5 0,0 3-3 16,0 0 1-16,0 0 0 0,0 0 22 0,0 0-17 0,0 0 3 15,9 15 7-15,-8-7-8 0,6 1 3 16,-3 0 0-16,-1 2 5 0,4 3-8 0,-4-2 8 15,4 2-3-15,0 0 6 0,-4-2-6 16,4 1 8-16,-4-2 1 0,1-1-12 0,-1 2 4 16,3-3 10-16,-4-1-1 0,1-4-4 0,0 4 7 15,0-1 0-15,-2-1-2 0,2-2 15 16,-3 3-8-16,0-7-2 0,3 3 8 0,-3-3-6 16,0 0-2-16,0 0 0 0,0 0-3 0,0 0 0 15,0 0-2-15,-18-18 5 0,12 11-3 16,2 1 0-16,-2-6 3 0,-1 3-5 0,1 0-1 15,1-1-7-15,-1 0 16 0,2-2-9 0,-2 2 1 16,2 0 7-16,-2 2-15 0,2-1 3 0,0 0-3 16,1 2-3-16,0 0 3 0,0 0 0 15,3 3-5-15,-4 0 3 0,4 4-9 0,-3-9 9 16,3 9-6-16,-3-3-7 0,3 3-6 0,0 0 14 16,0 0-4-16,0 0 16 0,10 13-20 15,-7-6 10-15,0 3-8 0,3 1 11 0,-1 0 7 16,-2-1-18-16,1 2 18 0,2-2-5 0,-2 0 5 15,-1 1-2-15,3 1 4 0,-1-2-19 16,-2 0 4-16,0-2 5 0,1 2 3 0,-1-3 0 0,0 1 3 16,0-1 0-16,-2-1 7 0,-1-2-3 15,3 1 1-15,0-2-3 0,-3-3 3 0,0 7-6 16,0-7-7-16,0 0-5 0,0 0-3 0,0 0-2 16,0 0-3-16,-13-19-25 15,10 11 9-15,-1-2-22 0,1-3 0 0,-4-2-19 0,3 3-9 16,-2-4 15-16,-1 1-28 0,3-1-11 0,-2 3-63 15,1 0-116-15,2-1-466 0,0 3 70 16,0 1 69-16,0 2 73 0</inkml:trace>
  <inkml:trace contextRef="#ctx0" brushRef="#br0" timeOffset="83227.95">23070 8278 737 0,'0'0'281'0,"-10"13"-25"0,10-5-15 0,0-1-26 16,3 3-15-16,-3 0-24 0,3 1-2 0,0 2-23 15,-2 3-7-15,2-6-93 0,3 7-5 0,-1-2-8 16,1-2 6-16,-2 1-11 0,2 1 3 16,1-3-3-16,1 1-2 0,-2-1-6 0,0 0 11 15,1-4-15-15,-3 1 9 0,6 0 4 0,-3-3-11 16,0-2 13-16,2 1 2 0,-1-2-7 15,-1-3 71-15,-7 0-7 0,13-3-13 0,-2-4-5 16,-4 2-13-16,-1-2-6 0,1 1-9 0,-4-6 5 16,5 0-6-16,-5-4-7 0,-3-1-5 0,0 0-8 15,-3-6-10-15,0 1 8 0,-2 1 5 16,-2-3-6-16,-2 4-7 0,2-3 0 16,-1 5-3-16,-1-3 11 0,-1 3 17 0,-1 7-14 0,1-3-1 15,0 6-8-15,-1-3 16 0,1 3 0 16,-3 2-8-16,2-1-7 0,-2 4 9 0,1 3-14 15,-1-1-1-15,0 2 3 0,-1 1 2 0,1-1-9 16,2 6-6-16,1 0 15 0,0 0-10 0,3 1-10 16,-3-2 3-16,3 5-3 0,3-2 10 15,1 0 3-15,0 2-5 0,6-1-8 0,-3 1 20 16,4 0-17-16,-1-3 12 0,4 2-2 0,3 0-10 16,0 0-9-16,4-4-1 0,0 0-16 15,2 1-13-15,-1-1-3 0,4-2-9 0,-1-2-60 16,-1 1-35-16,0 0-26 0,1-3-95 0,1 0-102 15,-1 0-394-15,-5 0 33 0,4 0 82 16,-3 0 49-16,-3-2 45 0</inkml:trace>
  <inkml:trace contextRef="#ctx0" brushRef="#br0" timeOffset="83439.77">23359 8357 627 0,'0'0'227'0,"0"11"-6"15,2-4-29-15,-2 0-8 0,3 2-8 0,0 0 42 16,1 2-13-16,-1 3-13 0,0-2-18 0,1 2-15 16,2 3-14-16,1-2-17 0,-3 2-15 15,2-2-5-15,1 1-14 0,-3 3-27 0,7 0-11 16,-8-1-12-16,6 2-83 0,-2-3-40 0,1-1-59 16,-2-3-154-16,1 3-440 0,-3 0 59 0,2-1 53 15,0-7 57-15</inkml:trace>
  <inkml:trace contextRef="#ctx0" brushRef="#br0" timeOffset="84056.36">23490 8466 1008 0,'3'-8'300'16,"-3"8"-34"-16,0 0-33 0,10-8-21 0,-6 7 1 16,4-5-39-16,1 0-8 0,1 2-35 0,4-3 7 15,-3 0-26-15,2 4-14 0,4-5-50 16,-4 1-12-16,2 5-61 0,-5-4-47 0,4 3-66 16,-4-1-203-16,0 1-381 0,1 2 98 0,-5 0 30 15,1-2 69-15</inkml:trace>
  <inkml:trace contextRef="#ctx0" brushRef="#br0" timeOffset="84323.56">23620 8562 547 0,'-3'6'233'15,"3"-6"-5"-15,0 0-26 0,0 0-23 0,0 0 3 16,0 0-15-16,0 0-29 0,19 0-8 0,-19 0-9 15,15-6-14-15,-6 4-7 0,-2 0-10 16,4 0-16-16,-1-3-13 0,-3 4 8 0,4-5-7 16,-5 5 4-16,1-1-9 0,0 1-4 0,0-3-17 15,-7 4-3-15,7-3-10 0,-1 2-17 16,-6 1-14-16,7-4-5 0,-7 4-25 0,8-2-26 16,-8 2-23-16,6-1-36 0,-6 1-79 0,0 0-44 15,3-1-151-15,-3 1-238 0,4-3 80 0,-4 3 51 16</inkml:trace>
  <inkml:trace contextRef="#ctx0" brushRef="#br0" timeOffset="84939.39">23937 8200 788 0,'1'-7'256'0,"-1"4"-18"0,3-4-31 16,0 0-17-16,2 6-9 0,-2-6-32 0,5 5-16 15,-3-3-20-15,2 5-11 0,0-1 0 0,-7 1-4 16,17 1 4-16,-8-1-35 0,2 7 9 15,-4-1-19-15,0-2 9 0,1 4-7 0,1-1-5 16,-5 3-8-16,-1 3-13 0,0-3 0 0,-3 4-2 16,0-3 10-16,-3 3-13 0,3-3 6 15,-4 3-6-15,-2-4 0 0,3 1-5 0,-2-1 15 16,-1 1-7-16,3-2 0 0,-1-1 5 0,1-1 2 16,0-3 57-16,2 4-8 0,-2-7 2 0,0 5-7 15,3-6-8-15,-3 6-4 0,3-6-6 16,0 0-11-16,0 0-4 0,0 0 0 0,0 0-24 15,0 0 3-15,0 0 11 0,0 0-19 0,26-7-2 16,-21 4 0-16,6 3 8 0,-11 0 2 16,15 0-10-16,-4 3 0 0,-1-2-8 0,0 0 3 15,1 1-6-15,-1 3 9 0,0-2-9 0,3 4 6 16,-6-4-10-16,0 2 20 0,1 2-5 16,-2 3-75-16,-2-3 14 0,-4 1 22 0,0 2-7 15,-1-2-8-15,-5 2 6 0,1 0 22 0,-1 1 3 16,-4 0 0-16,0-3 2 0,-1-1 6 0,-2 3 12 15,-1-3 0-15,4 0-2 0,-3-2-8 0,2 1-2 16,4-3 15-16,-3 1 0 0,2-1 10 16,-1 1-20-16,2-3-1 0,3 2 6 0,-2 1-21 15,6-4 19-15,-11 3-19 0,11-3-5 0,-6 3-33 16,2 0-36-16,4-3-20 0,0 0-31 16,-6 1-41-16,6-1-52 0,-1 3-227 0,1-3-330 15,0 0 61-15,0 0 57 0,0 0 66 0</inkml:trace>
  <inkml:trace contextRef="#ctx0" brushRef="#br0" timeOffset="87606.39">23128 7411 294 0,'0'0'133'0,"0"0"-18"16,9-8-10-16,-9 8-26 0,0 0-7 0,0 0-36 15,0 0-18-15,0 0-36 0,0 0-20 16,0 0-19-16,0 0-117 0,1-3-276 0</inkml:trace>
  <inkml:trace contextRef="#ctx0" brushRef="#br0" timeOffset="87822.39">23162 7390 593 0,'0'0'162'15,"0"0"-9"-15,0 0-22 0,0 0-21 0,0 0-10 16,0 0 10-16,0 0-26 0,0 0-4 16,0 0-45-16,0 0-17 0,0 0-43 0,-21 6-37 15,21-6-30-15,-7 4-259 0,1-3-191 0,5 1 45 16</inkml:trace>
  <inkml:trace contextRef="#ctx0" brushRef="#br0" timeOffset="88156.84">22868 7453 197 0,'0'0'71'15,"-8"0"-53"-15,8 0 21 0,0 0-9 0,-9 1-12 16,9-1-15-16,0 0-62 0,-10 3-18 0,2-2-84 16</inkml:trace>
  <inkml:trace contextRef="#ctx0" brushRef="#br0" timeOffset="88322.89">22749 7469 499 0,'-11'0'186'0,"11"0"-40"0,0 0-51 15,-7 5-80-15,7-5-66 0,-7 1-161 16,1-1-298-16</inkml:trace>
  <inkml:trace contextRef="#ctx0" brushRef="#br0" timeOffset="88523.63">22598 7442 499 0,'0'0'192'0,"0"0"-21"0,0 0-20 16,-5-1-23-16,5 1-20 0,0 0-9 0,0 0-45 15,0 0-41-15,0 0-39 0,0 0-89 0,0 0-23 16,-19 1-213-16,19-1-145 0</inkml:trace>
  <inkml:trace contextRef="#ctx0" brushRef="#br0" timeOffset="88705.82">22530 7457 540 0,'0'0'217'0,"-11"-4"-27"0,11 4-16 16,0 0-13-16,0 0-13 0,0 0-38 0,0 0-7 16,-10 0-8-16,10 0-34 0,0 0-33 0,0 0-30 15,-7 4-60-15,7-4-40 0,-10 1-177 16,9 2-295-16,1-3 47 0</inkml:trace>
  <inkml:trace contextRef="#ctx0" brushRef="#br0" timeOffset="88855.9">22392 7482 514 0,'0'0'148'0,"0"0"-22"16,-9-3-1-16,9 3-17 0,0 0-34 15,0 0-46-15,0 0-56 0,-14 3-31 0,14-3-110 16,-7 1-330-16</inkml:trace>
  <inkml:trace contextRef="#ctx0" brushRef="#br0" timeOffset="89022.84">22180 7492 204 0,'0'0'28'0,"-9"1"-89"16</inkml:trace>
  <inkml:trace contextRef="#ctx0" brushRef="#br0" timeOffset="89388.93">21644 7541 222 0,'-6'1'67'0,"6"-1"-44"0,-12 1-28 15,3-1-62-15,9 0-22 0</inkml:trace>
  <inkml:trace contextRef="#ctx0" brushRef="#br0" timeOffset="89588.81">21405 7567 447 0,'-13'0'131'15,"13"0"-18"-15,-8 1-26 0,8-1 18 0,-10 3-26 16,3 1-25-16,7-4-29 0,-14 3-53 15,8-2-77-15,-1 3-317 0</inkml:trace>
  <inkml:trace contextRef="#ctx0" brushRef="#br0" timeOffset="89939.59">20964 7686 348 0,'-8'4'146'0,"8"-4"-24"0,0 0-1 0,0 0 2 15,0 0 63-15,-10 0 4 0,10 0 2 0,0 0-13 16,0 0-10-16,0 0-21 0,0 0-9 16,-10-4-9-16,10 4-79 0,0 0 21 0,0 0-26 15,0 0 16-15,-6-3 4 0,6 3-4 0,0 0-16 16,0 0-11-16,0 0-29 0,0 0-1 0,0 0-51 16,0 0-6-16,0 0-27 0,0 0-8 15,0 0-33-15,10-8-95 0,-7 7-195 0,4-2-214 16,1 1 63-16</inkml:trace>
  <inkml:trace contextRef="#ctx0" brushRef="#br0" timeOffset="90756.36">23138 7392 419 0,'0'0'192'0,"0"0"-18"15,0 0 6-15,0 0-17 0,0 0-7 0,0 0-7 16,0 0-13-16,0 0-11 0,3 8-20 15,-3-8-15-15,4 4-1 0,-4-4-12 0,3 7-8 16,-2-1-5-16,2 2-33 0,-3-4-26 16,3 7-97-16,0-1-395 0,-2-2-135 0,2 5 49 15</inkml:trace>
  <inkml:trace contextRef="#ctx0" brushRef="#br0" timeOffset="92305.06">23076 9019 565 0,'-7'-1'220'16,"7"1"-10"-16,-13 0-13 0,13 0-10 0,-17 0-8 15,13 1 1-15,4-1-24 0,0 0 51 16,-13 0-10-16,13 0-2 0,0 0-14 0,-14 0-9 15,14 0-19-15,0 0-17 0,0 0-10 0,-7-1-24 16,7 1 16-16,0 0-16 0,0 0-5 16,0 0-17-16,0 0-6 0,0 0 10 0,0 0-7 15,0 0-10-15,28-7 2 0,-15 4-10 0,8 1-8 16,0-3-5-16,2-2-74 0,7 4 0 16,5-6 7-16,0 2-2 0,19-8 10 0,-3 4 8 0,4-3-2 15,3 3-4-15,-4-5 19 0,5 5-5 16,-1-1-9-16,-3 1 6 0,-1-1 0 0,-6 0 3 15,-3 5-3-15,-8-3 5 0,-3 2-7 0,0 1-1 16,-6 0 6-16,-1 2-1 0,-2-1-15 16,-1-1-2-16,-8 4 12 0,2-2-4 0,-5 2-24 15,-3-1 0-15,4 2-17 0,-7 1-32 0,1 1-20 16,-8 0-76-16,0 0-55 0,0 0-424 16,0 0-64-16,0 0 23 0,-21 10 74 0,6-4 66 15</inkml:trace>
  <inkml:trace contextRef="#ctx0" brushRef="#br0" timeOffset="104037.58">3133 12818 478 0,'-3'-4'279'0,"-4"-2"-28"16,6-1-23-16,-2-3-13 0,-1 6-8 16,1-6-23-16,0 4-4 0,-1 0-22 0,1-3-4 15,0 1-3-15,0 1-72 0,-1-1-10 0,3 1 26 16,-2 2-18-16,3-2 5 0,-3-1-3 0,0 3 11 15,2-3 2-15,-2 4 46 0,3-2-25 16,0 6 5-16,-3-8-21 0,3 4-8 0,0 4-4 16,-4-7-16-16,2 2 3 0,2 5-11 15,0 0-10-15,0-4-20 0,0 4 7 0,0 0 6 16,0 0-8-16,0 0-6 0,0 0 4 0,19 10-9 16,-11-4 9-16,1 0-9 0,1 1-2 0,2 5-2 15,4 0 4-15,-3-4 3 0,5 7-10 16,0-3-5-16,1 3-5 0,2-5 10 0,-3 5-13 15,5 2 10-15,-2-3-10 0,2-1 8 0,-2 1-3 16,0 0-15-16,0-3-25 0,1 4-17 0,-1-5-24 16,-3 4-73-16,1-3-14 0,-1-1-57 15,0-3-182-15,-2 1-409 0,-1-2 81 0,-3-2 57 16,-1-3 67-16,-1-1 53 0</inkml:trace>
  <inkml:trace contextRef="#ctx0" brushRef="#br0" timeOffset="104321.95">3594 12556 701 0,'0'0'230'16,"-13"8"-15"-16,9 0 0 0,-2 3-15 0,2 2 5 15,-3 3-29-15,0 5-7 0,1 4-15 16,2 0-13-16,-3 6-13 0,-2-2-13 0,4 4-10 15,-4-1-3-15,5 0 62 0,-2 0-18 0,5 1 0 16,-5-1-8-16,2-1-25 0,3 1-8 16,-2-5-1-16,0 2-24 0,3-2-11 0,0 2 3 15,0-2-14-15,-3-1 1 0,6-1-15 0,-3-6 2 16,0 3-18-16,3-3-18 0,-3-3-22 16,3 1-24-16,-2 0-23 0,1-3-46 0,3-2-67 15,-2-4-14-15,1 1-114 0,3-1-458 16,-1-4 16-16,2-3 92 0,-8-1 69 0,16-6 51 0</inkml:trace>
  <inkml:trace contextRef="#ctx0" brushRef="#br0" timeOffset="104605.03">4004 12950 837 0,'7'-3'289'0,"-7"3"-36"16,3-4-25-16,-3 4 0 0,8-2-23 15,-8 2-34-15,10-2 1 0,-3-4-29 0,3 6-18 16,4-3 1-16,-4-1 55 0,7 0-17 0,-4-2-25 16,2 5-19-16,2-6-2 0,0 5-8 15,-1-3-18-15,-1 1-10 0,-2 0-34 0,4 2-45 16,-6 0-31-16,3 0-29 0,-2-1-22 0,-1 2-57 15,0 1-97-15,-2 0-97 0,-2 1-399 16,-1 5 58-16,-1-5 34 0,-2 4 66 0</inkml:trace>
  <inkml:trace contextRef="#ctx0" brushRef="#br0" timeOffset="104888.13">4152 13130 752 0,'0'0'195'0,"-3"3"-14"0,3-3 70 16,-1 6-23-16,1-6-28 0,0 0-3 0,0 0-13 16,0 0-15-16,1 7 0 0,-1-7-28 15,9 1 7-15,-9-1-20 0,10 0-77 0,-10 0 18 16,15-4-5-16,-15 4 0 0,16-2 8 0,-2 2-21 16,-4-1 13-16,4-2-30 0,-4-1 9 15,0 4-7-15,1-2-8 0,-4 1 8 0,3-2-13 16,-10 3 0-16,14-1-3 0,-14 1-12 0,10 0 0 15,-10 0-1-15,6-1-27 0,-6 1-11 0,0 0-33 16,0 0-23-16,11 2-15 0,-11-2-41 0,4 6-67 16,-1-6-123-16,-3 8-394 0,0-6 74 15,-3 5 41-15,3-1 62 0</inkml:trace>
  <inkml:trace contextRef="#ctx0" brushRef="#br0" timeOffset="107570.93">5345 12408 662 0,'0'-7'272'0,"0"-1"-24"0,0 8-89 16,0-10 15-16,0 4-15 0,-4 2 4 16,4 4-12-16,0-7-12 0,0 7-27 0,-3-8 11 15,3 8-5-15,-1-6-11 0,1 6-27 16,-3-2-1-16,3 2-10 0,0 0-15 0,0 0 5 16,0 0-3-16,-19 9-2 0,11-2 58 0,1 3-9 15,0 3-16-15,-2-1 2 0,-3 3-19 16,3 3-1-16,2 3-8 0,-1-3-2 0,-1 5-3 15,5-3-12-15,-3 4 7 16,4-2-13-16,0-1 3 0,-1 2-5 0,4-4-3 0,4-1-4 0,-1 3-4 16,0-1 1-16,4 4-8 0,0-2 12 15,0-4-14-15,4 0-1 0,1-1-2 0,0 0 5 16,4-2 2-16,1-3-17 0,0 2-3 0,1-4 0 16,1-2 20-16,-1-1-14 0,3-1-4 15,-5-3 3-15,2-2 16 0,-2-2-11 0,5-1 5 16,-7-3-2-16,6 2-8 0,-6-4 13 15,0-3 5-15,-1-1-5 0,2-4-5 0,-3-1-8 0,-3-1-5 16,0-4 3-16,-2 1-9 0,-1-2-4 16,-6-3 8-16,1 5-1 0,-2-3-2 0,-2-2 10 15,0 1-20-15,-4-1 2 0,0 6-2 0,-4-5 20 16,2 5 0-16,-1-2 8 0,-1 3-16 16,-2 0 6-16,-1 1-3 0,3 2 5 0,-1 3-3 15,0-1-2-15,-1 5-2 0,3-2-6 0,-4 3 5 16,1-1-2-16,2 4 0 0,-3-1 0 15,1 5 3-15,2-1-1 0,-2 2 0 0,-1-1-9 16,1 5-1-16,2 0 5 0,-3 2 8 0,4 1 3 16,-3 1-16-16,3-1 13 0,3 0-8 0,-1 2 11 15,1 1-24-15,1-2-4 0,3 1-16 16,2 0 5-16,-1 0-20 0,2-3-8 0,2 3-23 16,2-1-46-16,2 1-19 0,5-1-45 0,-1 1-202 15,3-2-392-15,5-4 103 0,3 4 58 16,-4-3 59-16</inkml:trace>
  <inkml:trace contextRef="#ctx0" brushRef="#br0" timeOffset="107937.65">6038 12647 747 0,'0'0'223'0,"0"0"-13"0,0 0-19 16,0 0-24-16,0-17-24 0,0 17-10 0,4-4-2 15,-4 4-13-15,6-1-11 0,-6 1-12 0,12-7 10 16,-6 5-5-16,4 1-18 0,1-5 7 15,-1 5-10-15,0-5-9 0,4 2 4 0,-1-1-23 16,1 3 0-16,-1-5-10 0,-2 4 5 0,3-2-7 16,-1 1-6-16,1-2 3 0,-4 5 2 15,0-2-20-15,1-1-15 0,-1 2 17 0,-3-2-51 16,3 3-22-16,-6 0-34 0,-4 1-87 0,10-3-26 16,-10 3-23-16,3-1-163 0,-3 1-288 0,0 0 83 15,0 0 41-15</inkml:trace>
  <inkml:trace contextRef="#ctx0" brushRef="#br0" timeOffset="108153.93">6026 12383 673 0,'-11'8'228'0,"10"-3"40"0,1 0-12 0,0 2-23 16,0 3-2-16,0 5-11 0,3-2-36 15,2 0-10-15,-2 5-10 0,1 2-26 0,2-1-7 16,1 6-19-16,-1-4-2 0,-1 1-18 0,2 2 1 16,2-2-24-16,-2-1-23 0,1 0-26 15,2-2-53-15,0-1-67 0,3 3-117 0,-2-3-518 16,2-1 21-16,1-6 123 0,-4 3 22 0</inkml:trace>
  <inkml:trace contextRef="#ctx0" brushRef="#br0" timeOffset="109204.01">6805 12158 813 0,'-4'-8'213'0,"-2"-1"2"0,5 1-26 0,-3 2-4 16,1 1-19-16,3-1-30 0,-3-1 4 15,3 3-1-15,0-3-22 0,0 0-19 0,0 0-21 16,3 3 7-16,0-3 3 0,1 0-20 0,0 2-16 16,2 0-5-16,1-1 0 0,-1-1 8 0,2 4-19 15,2-3 9-15,-3 5-3 0,4-2-8 0,-1-1-7 16,0 4 2-16,4 0-10 0,-1 0-5 15,0 0 0-15,-2 7 4 0,3-1 9 0,3 1-13 16,-4-1 0-16,-2 7-13 0,2-3 7 0,-3 1-2 16,-2 1 1-16,2-1 4 0,-4 5 3 15,-5-5-3-15,2 1 0 0,0-1-5 0,-3 3 0 16,0-3 0-16,0 2-5 0,-3-2 8 16,0-3-3-16,2 3 13 0,-2-2 8 0,0 2-19 15,-1-3 1-15,1-2 0 0,0-1-3 0,0 4 0 16,1-4 5-16,-1-2 70 0,3 3-6 15,0-6 8-15,-3 4-23 0,3-4-3 0,0 0-15 16,0 0 2-16,0 0-4 0,0 0-1 0,0 0-7 16,0 0-18-16,0 0-11 0,0 0 11 0,11-13 0 15,-8 9-3-15,1 1-5 0,-4 3-20 16,9-7 15-16,-6 6-3 0,1-3 1 0,-4 4-1 16,11-3 3-16,-11 3-2 0,13 0-1 0,-13 0-5 15,14 0 16-15,-7 3-8 0,3 1 0 16,0-3-3-16,1 6 16 0,-2-3-15 0,2 2 2 15,3 2-3-15,-4 2 1 0,1 0 4 0,-1 1 1 16,0 0-6-16,0 2 8 0,-3-1 8 0,0 1-5 16,-1-1 2-16,-2 3 8 0,-1-4-5 0,1 3-6 15,-4 0 1-15,0-1 0 0,-7 2-3 16,3-3 10-16,-2 2 8 0,-1 1-2 16,-4-5-11-16,1 5 0 0,0-5 24 0,-4 1-6 0,-2-1-3 15,1-1 19-15,2-3-26 0,-4 0 10 16,3 0-5-16,0-4 8 0,-2-2-3 0,1 2 2 15,-1-4-81-15,1 2 5 0,-1-7 13 16,2 3-3-16,0-3 13 0,-3-1 0 0,4-2-5 16,0 1-3-16,1-3 3 0,0 4 18 0,5-2-18 15,-4-1 7-15,4 2 1 0,1 2-29 0,2-2 5 16,-2 1-27-16,1 0-1 0,5 2-20 0,0-2 13 16,0-1-11-16,5 2-25 0,-2 0-41 15,3 2-98-15,4-1-117 0,2-2-371 0,1 1 105 16,3 2 22-16,-2-2 65 0</inkml:trace>
  <inkml:trace contextRef="#ctx0" brushRef="#br0" timeOffset="109553.42">7420 11958 598 0,'3'-7'231'15,"-3"7"-24"-15,0-4-17 0,0 4-16 0,0 0-13 16,0 0-5-16,0 0-28 0,21 11 23 0,-14-3-28 16,2 1 7-16,2-1-27 0,-1 5 4 15,0-1-7-15,4 3-13 0,-1 1 3 0,2-3-21 16,1 3-5-16,-2 0 61 0,0 1-4 0,3-2-9 15,-3 2-2-15,6 1-23 0,-6-3-5 16,3 2-7-16,0-3-17 0,1 0 6 0,-2 1-7 16,1-1 4-16,-3-2-17 0,0 1-9 0,-1-5-1 15,1 2-9-15,-4-2-30 0,-3 2-8 16,4-3-33-16,-4 1-46 0,-1-2-15 0,0-2-62 16,1 3-67-16,-2-4-189 0,1 2-296 0,-6-5 37 15,0 0 36-15,0 0 88 0</inkml:trace>
  <inkml:trace contextRef="#ctx0" brushRef="#br0" timeOffset="109953.4">7755 11880 665 0,'-4'-4'197'0,"4"4"-18"16,-7-4-12-16,7 4-29 0,-10 0-2 0,10 0-3 16,-13 4-18-16,5 3 8 0,-1-1-6 0,1 2-12 15,-1 3 18-15,1-1-23 0,-2 5-15 0,0 3-11 16,-1 4 10-16,1 1 3 0,0 3-18 16,-1 0 8-16,1 2-13 0,1 1 10 0,-2-1-15 15,4-2 67-15,-3 5-9 0,3-5-9 0,0 5-1 16,0-5-7-16,1 2-13 0,-1-3-5 0,4 0 0 15,-4 0-5-15,3-1-5 0,1-6-16 16,0 3 0-16,2-4 1 0,-2 0-14 0,3-3-5 16,-3-1 3-16,0-1 11 0,2-2-6 15,1 1-5-15,-3-3-11 0,3 1 9 0,-4-3-9 16,4 0 9-16,0-2-11 0,-3 5 0 0,3-9 3 16,-1 8-3-16,1-4-25 0,0-4-39 0,0 4-79 15,-3-2-305-15,3-2-453 0,0 0 69 0,0 0 103 16,0 0 63-16,-16-6 75 0</inkml:trace>
  <inkml:trace contextRef="#ctx0" brushRef="#br0" timeOffset="142383.19">3393 14383 215 0,'-1'-7'107'0,"1"1"11"0,-3 0-3 0,0 0 13 16,3-1-8-16,-3 1 26 0,2 0-18 0,-2 0 18 15,3-1-33-15,-3 2 91 0,-2 0-14 0,3-3-1 16,1 5-22-16,-2-3-9 0,3 6-9 15,-3-8-26-15,2 4-16 0,1 4-2 0,-3-6-15 16,3 6-24-16,0 0 3 0,0-5-17 0,0 5 6 16,0 0-11-16,0 0 4 0,0 0 2 15,25 11 14-15,-15-7-21 0,4 4-5 0,2 1 3 16,-2-1-9-16,6 2 4 0,-2 1-11 16,1-1 0-16,2 1 0 0,0 1 6 0,1-1-6 15,0-1-10-15,0 0 7 0,1 3 11 16,-3-4-18-16,4 1 0 0,-3-2-8 0,-4 2 3 15,1-3-8-15,-2 1-38 0,1 0-24 0,-3 1-32 16,3-5-49-16,-7 0-44 0,4 2-174 0,-4-4-368 16,-3 0 35-16,1-2 54 0,-8 0 75 0</inkml:trace>
  <inkml:trace contextRef="#ctx0" brushRef="#br0" timeOffset="142649.94">3858 14166 478 0,'-1'-2'190'0,"1"2"-27"0,0 0-19 15,0 0-9-15,0 0-7 0,-3 19-7 0,0-4 4 16,3 2-30-16,-1 1 23 0,1 5-29 0,0 2-4 16,0 2-32-16,0-1 27 0,1 6-16 15,2 3-5-15,-3-3 69 0,3 5 0 0,-3-4-21 16,3-2-7-16,1 5-5 0,0-5-11 15,0-3-2-15,2-2-10 0,-2 0-13 0,2-1-6 16,0 0 1-16,2-2-3 0,2-3-23 16,-3 2 11-16,0-3-24 0,4-1-23 0,-2-5-61 15,1-1-89-15,4-4-564 0,-4 0 20 0,2-3 86 16,-3-4 63-16</inkml:trace>
  <inkml:trace contextRef="#ctx0" brushRef="#br0" timeOffset="142916.54">4521 14364 867 0,'3'-6'300'0,"-3"6"-16"0,7-5-31 15,-1 1-20-15,2 0-23 0,2-1-31 16,0-2-12-16,4 0-11 0,-1 2-28 0,5-2-5 16,-2 1-21-16,2-1-33 0,-2-3-41 15,5 8-61-15,-3-4-72 0,-2 3-205 0,5-1-404 16,-4 0 41-16,0-2 59 0,-6 6 81 0</inkml:trace>
  <inkml:trace contextRef="#ctx0" brushRef="#br0" timeOffset="143133.44">4780 14572 826 0,'0'0'274'0,"0"0"-23"0,0 0-31 16,0 0-18-16,0 0-25 0,0-14-18 0,0 14-8 15,12-11-28-15,-3 4-8 0,1 0-28 16,1-3-13-16,3 2-36 0,3-2-25 0,-1 1-33 16,2 0-65-16,-1-2-127 0,4 1-418 15,2 2 8-15,-3-3 36 0,1 1 56 0</inkml:trace>
  <inkml:trace contextRef="#ctx0" brushRef="#br0" timeOffset="143750.1">5392 13943 803 0,'0'-4'254'0,"0"-2"-39"0,1-1-13 16,1 2-33-16,2 0-5 0,-1-2-24 15,2 6-9-15,2-4 5 0,-1 3-31 0,1-1-21 16,3 2 13-16,-10 1-20 0,13 2-18 0,-5 0 2 16,-2 3-7-16,2 1-8 0,-2 3 3 15,-2-2-18-15,-1 4-1 0,0-1-4 0,-3 0 7 16,0 4-17-16,0-3 14 0,-4 3 4 0,1 0-17 16,0-3 17-16,-3 3-19 0,2-3 3 0,0-1-8 15,0 0 13-15,1 0-12 0,0-1 17 16,-1-5-13-16,2 4 6 0,1-1-9 0,1-4 4 15,-3 3-9-15,3-6 6 0,0 0 10 0,0 0-13 16,0 0-15-16,0 0 5 0,13 0 13 16,-13 0-8-16,11-7 0 0,-4 7-12 0,-1-3-4 15,1-1 17-15,-1 2-9 0,3 0-10 0,0 1 8 16,-9 1 0-16,17 0 2 0,-9 1-4 16,4 1 7-16,0 0-11 0,0 3 6 0,2-3 0 15,0 6 3-15,-1-1-1 0,-1 3-5 0,1-2 14 16,1 2-12-16,-1 5 19 0,-3 2-8 15,-2-3 0-15,1 1-5 0,-2-1 3 0,-4 1-6 16,1 0 11-16,-1-3 5 0,-3 3 0 0,-3-1 7 16,0-3-4-16,-1 3 4 15,-2-3-2-15,-1 3 13 0,-4-3-6 0,4-3 14 0,-2-1-6 16,-2 0-5-16,1-3 3 0,0 3 15 16,3-3-15-16,-7-2-6 0,4-1 6 0,-1-1-8 0,1 0-15 15,0-2 10-15,-1-3-11 0,1 3-4 16,1-4-13-16,1-1-16 0,-2 3-5 0,3-2-46 15,1-1-7-15,2 3-59 0,1-2-26 16,3-2-69-16,0 1-85 0,3 3-399 0,-2-5 77 16,5 0 26-16,0 0 79 0</inkml:trace>
  <inkml:trace contextRef="#ctx0" brushRef="#br0" timeOffset="144033.44">5956 13808 698 0,'4'-2'243'16,"-4"2"-30"-16,11-3-19 0,-2 3-9 0,-9 0-29 16,24 3-5-16,-10-1-10 0,6 6-26 15,-2-1-2-15,2 1-1 0,4 1-12 0,-3 2-21 16,3 2 3-16,2-1-2 0,-1 3-11 0,2-1-13 15,-3-1-2-15,0 2-8 0,-3 3 5 16,3-1-13-16,-1 4 6 0,-3-4-16 0,1 3 8 16,-3-5 2-16,-2 2-38 0,-2 3-18 0,0-1-15 15,-3 0-80-15,2 2 19 0,-3-2-19 0,-4-4-163 16,5 1-372-16,-4-2 1 0,-3-3 63 16,2-1 44-16</inkml:trace>
  <inkml:trace contextRef="#ctx0" brushRef="#br0" timeOffset="144332.75">6359 13721 793 0,'0'0'292'0,"0"-5"-26"0,0 5-28 16,0 0-15-16,0 0-16 0,0 0-23 0,-10 17-17 15,10-9-3-15,-6 9-13 0,3-1-85 16,-1 6-2-16,-2-2-5 0,1 5-15 0,-1 0 2 16,-1-1 5-16,0 1-10 0,1 0 5 0,-2 0-5 15,1 0 2-15,1 0-9 0,-4 1-4 0,2-1 11 16,2 0-28-16,-1 0 15 0,-2-1-5 16,4-2 8-16,-5 0-13 0,3 2-16 0,-2 1-22 15,-3 0-57-15,3 0-53 0,-1-2-170 16,-5 4-442-16,-1-2 58 0,-1 0 73 15,-1-5 78-15</inkml:trace>
  <inkml:trace contextRef="#ctx0" brushRef="#br0" timeOffset="144882.44">4216 15495 657 0,'0'0'279'0,"0"0"-12"15,0 0-29-15,21-12-11 0,-10 3 55 0,5 1-39 16,2-4-12-16,9-4-9 0,13-6-30 0,5 1-8 16,3-3-25-16,4 1-18 0,2-2-5 15,12-7-21-15,5 4 8 0,0-2-16 0,8-4-25 16,1 5 0-16,4-4-21 0,1 2-2 0,1-1 0 15,3 3-8-15,0-1 6 0,1-1-16 16,2 3 2-16,3-2-7 0,1 1 5 0,-1-2-13 16,1 6 0-16,-4-1-7 0,-3-2-16 0,-3 0 10 15,-5 8-2-15,-4-3 13 0,-13 5-19 16,-5 3 11-16,-4-2-2 0,-2 2-80 0,-5-2 12 16,-10 7 1-16,-10 1 8 0,-1 2 9 0,-3-3-1 15,-4 2 9-15,-2 1 11 0,-2 0 7 0,1 1 3 16,-6 0-5-16,2 0-8 0,-3 3 15 15,0-3-7-15,-2 4 5 0,-2-4-21 0,-2 6-35 16,2-2-3-16,-2 0-90 0,-4 2-92 0,0 0-422 16,0 0-77-16,0 0 52 0,0 0 55 0,-20 10 75 15</inkml:trace>
  <inkml:trace contextRef="#ctx0" brushRef="#br0" timeOffset="162914.01">17641 13924 84 0,'-17'41'13'0,"-3"2"28"0,-4 2 7 15,0 3-45-15,2 2 7 0,3 2-20 0,-2 0 15 16,3-2-41-16,2-2-97 0</inkml:trace>
  <inkml:trace contextRef="#ctx0" brushRef="#br0" timeOffset="163197.64">19781 14451 491 0,'61'-10'171'0,"8"2"-43"0,0 3-10 16,2-1-13-16,1 0-23 0,3 6-10 0,-7-1-26 15,1 2-49-15,-5 4-219 0,5 0-331 0</inkml:trace>
  <inkml:trace contextRef="#ctx0" brushRef="#br0" timeOffset="164813.57">18414 16801 514 0,'21'-5'161'0,"1"1"-30"0,-4 0-3 16,3 1 0-16,-4-1-18 0,3 0-10 16,5 0-18-16,1-2 20 0,2 1-25 0,-1-1 7 15,7 1-7-15,4-4 2 0,-3 4-10 0,2-2-15 16,4 0-13-16,10-5 10 0,4 3-7 15,-1-1-16-15,1-1 10 0,0 4-9 0,0-1 4 16,3 0-5-16,0 1-5 0,-1-2-2 0,2 4-1 16,-1-2-17-16,0 0 17 0,0 0-10 0,1 1 21 15,-1-2-21-15,0 1-7 0,3-2 2 16,-2 2 3-16,2-1-3 0,1 2 10 0,-2-3-10 16,6 1-7-16,-4-2 20 0,2 2-8 15,-2-5 3-15,0 4-3 0,-1-1-2 0,1-2 7 16,2 0 54-16,-2 3 5 0,0-2-2 0,-1-1-16 15,1 3-2-15,-1-1 2 0,-2-1-10 16,2 1-7-16,1-1 4 0,-4 1-12 0,3 0-3 16,-3 0 0-16,0-2-10 0,0 3 3 0,0 0-1 15,1-1-2-15,-1 1 5 0,0-1 5 0,0 3-10 16,3-1-2-16,-2 0 7 0,6-1 0 16,-1 0-11-16,1 0-9 0,-3-1 10 0,0 4 0 15,-1-3 2-15,1-1-2 0,-1 4-8 0,1 0-67 16,-1-1 6-16,-2-1 15 0,-1 1-5 15,0 0-8-15,3 2 18 0,-3-3 8 0,0 1-2 16,0 0 7-16,0 0 10 0,-9 3-8 16,5-3 1-16,-6 0 7 0,-7 0 0 0,14 1-7 15,2-1 17-15,-2-5-10 0,-10 7 3 0,-1-1 8 16,10-2-6-16,-2-3-10 0,3 0 23 0,0 2 0 16,-4-2-7-16,4 3 2 0,0-3-3 0,-1 3-2 15,-3-4 10-15,1 5 10 0,-4-2 19 16,3-1-24-16,5 0-10 0,-6 0 13 0,4 0 7 15,-2-2 6-15,3 3 2 0,2-1-10 0,-3 0 10 16,1 0 3-16,0-2 10 0,3 1-26 16,-2 0 29-16,-2 1-19 0,1-1 1 0,3 1 5 15,-3-2 2-15,-1 3-8 0,-3 0-4 0,4-1 2 16,0 0-8-16,-3 1 8 0,2-1 11 0,3 0-11 16,-2 2 5-16,0-1-5 0,-4 0-5 0,-2 2 12 15,8 0-4-15,-12 1-5 0,-1-1-9 16,-3 2 11-16,0-2 0 0,1 4-2 0,-2-4 2 15,1-1 10-15,1 4-20 0,-2-2 2 0,-2-2 72 16,4 1-23-16,-2 0 6 0,1 4 1 16,0-5-9-16,-3 1 2 0,2 0-11 0,-5 2-12 15,6-1 3-15,-6-1-16 0,-3 3 10 16,-6-2-4-16,1 3-16 0,-10-1-39 0,4 1-10 16,-8-2-43-16,-2 5-102 0,-5-4-134 0,-4 4-507 15,-2 0 44-15,-19-3 113 0,2 0 58 0,-10-4 49 16</inkml:trace>
  <inkml:trace contextRef="#ctx0" brushRef="#br0" timeOffset="166215.51">20947 12646 373 0,'3'-5'138'0,"-3"5"-15"16,0 0-10-16,0 0-13 0,0 0 79 15,11 0-2-15,-11 0-32 0,9 6-1 16,-9-6-3-16,7 11-6 0,-3-4-9 0,-1 0-6 16,4 4-25-16,-3-3 10 0,2 9-6 0,-2-3-6 15,2 3-17-15,-2-1-1 0,6 4-11 0,-6-2 7 16,3 5-12-16,2 0-10 0,-5 0-3 0,6 2 10 16,-3 4-17-16,0 1-4 0,-1 0-1 0,2 2-73 15,-1 1 6-15,-1 2-8 0,1-2 18 16,1 5 8-16,1 8-6 0,-2 2 14 0,3 2-4 15,-2-1 9-15,1-2-6 0,1-1-2 16,-2 2 10-16,-1-8-3 0,-1-5-7 0,4 10 13 16,1 2-9-16,-4 1 4 0,3-3-6 0,-4-3 1 15,5 3 9-15,-4-7-2 0,-1 1-2 16,1 7 7-16,4 2-13 0,-4-1 18 0,3-2 3 16,-3-3-3-16,0 8 3 0,0-11 0 0,2 7 2 15,2 2-5-15,-4 1-7 0,0-2 12 0,2-1-10 16,2 4 3-16,-1-3 8 0,0-1-11 0,-2 2 10 15,2 0-7-15,3 1-6 0,-2-4 6 16,-1 5 2-16,4-1-5 0,-4-2 11 0,0-1-4 16,4 1-12-16,-4-1 6 0,3 1 6 15,-2 2-14-15,-1 0 12 0,4 0 5 0,-4-3-7 16,0 4-3-16,4 0 0 0,-4 0 8 0,0 0-8 16,1 0-2-16,-1-1 10 0,3-1-16 15,-5 0 0-15,2-1 21 0,0 1-23 0,1 0 3 16,-1-3-1-16,0 2 8 0,1-1 8 0,2 3 0 15,-4-3-11-15,3 3 11 0,-2 0 3 0,3-1-9 16,-3 2 3-16,1-2 6 0,3 1-19 0,-4-2-2 16,3-1 10-16,1 1 6 0,-4-1-6 15,4 0 0-15,-4 2-5 0,3-3-8 0,1 1 16 16,-3-1-1-16,3 1-4 0,-1-1 0 16,4-1-9-16,-6 1 9 0,2 0-3 0,1-3-3 15,2 0 6-15,-4-7 2 0,0-4 5 0,0 0-2 16,-2 0-3-16,0 1 3 0,4 1-8 15,-4-2 0-15,0 0 2 0,7 11-7 0,-7-7 8 16,4-5 2-16,-1 1 3 0,-3 0-3 0,4-4-3 0,-3 4 19 16,3-2 4-16,-4-2 4 0,3 3-24 15,1-5 0-15,-4 0-3 0,4 0 11 0,-4-3-8 16,0-1 11-16,-2-2 2 0,1 0-8 0,-2 0 3 16,0-4 4-16,1 1-6 0,1-2 2 15,-5 1-21-15,5 0-10 0,-5-3-10 0,0 1-34 16,0-3-17-16,-4 3-5 0,3-3-157 0,-3 4-463 15,-3-3 13-15,2-1 61 0,-6-3 90 16</inkml:trace>
  <inkml:trace contextRef="#ctx0" brushRef="#br0" timeOffset="167597.01">19026 16530 949 0,'0'6'284'16,"0"0"-33"-16,0 3-18 0,3 2-18 0,0 0-41 16,1 4 3-16,2 2-31 0,-2 1 56 0,6 1-20 15,-3 4-31-15,0-1-54 0,4 2-15 16,-2 0-57-16,-2 3-60 0,3 2-83 0,-2 0-251 15,2 0-373-15,0 1 89 0,0-3 77 0,-3-2 21 16</inkml:trace>
  <inkml:trace contextRef="#ctx0" brushRef="#br0" timeOffset="167880.93">19022 17481 796 0,'0'0'343'0,"0"0"-21"16,-3 5-25-16,3-5-23 0,0 0-28 0,0 0-26 15,0 0-18-15,0 0-102 0,0 0-3 0,0 0-15 16,0 0 2-16,16 0-7 0,-16 0-8 0,15-6-5 15,-5 3-7-15,0-1-16 0,4 1-29 16,-4-2-24-16,7 0-60 0,-3 0-41 0,-1-2-115 16,4 2-178-16,1-1-309 0,-2 2 63 15,2-2 86-15,-2-1 39 0</inkml:trace>
  <inkml:trace contextRef="#ctx0" brushRef="#br0" timeOffset="168280.5">19439 17287 847 0,'0'0'274'0,"0"0"-29"16,-13 12-22-16,12-5-16 0,-2-2-20 16,3 2-18-16,-3 1-25 0,3 1-9 0,-4-1-9 15,4 1-14-15,-3 0-2 0,2 1-20 0,1 0-11 16,0-1 1-16,0-1-11 0,0-1 0 15,-3 0-15-15,3-1-8 0,0 0-8 0,0 0 6 16,3-1-11-16,-3-5 77 0,0 7-10 0,1-3 0 16,-1-4-3-16,7 3-23 0,-7-3 8 0,7 5-23 15,-7-5 5-15,10 2-16 0,-4-2 11 16,2 2-18-16,-2 0 5 0,4 0-12 0,0 1 4 16,1 0-5-16,-1 2-5 0,4 2-4 0,0 0 9 15,-1 2-10-15,1-1 15 0,-1-1-92 16,1 3 8-16,-4-1 3 0,0-1 10 0,1 3-3 15,-4 1 8-15,0 0 12 0,-4-2-7 0,4 2 3 16,-7-1 2-16,0 0 8 0,0 2 2 0,0-2-28 16,-7-1-15-16,4 0-16 0,-1 0-89 15,-2-5-166-15,-1 2-492 0,-1-3 82 0,-1-2 56 16,2-2 77-16,-3-3 90 0</inkml:trace>
  <inkml:trace contextRef="#ctx0" brushRef="#br0" timeOffset="168480.13">19347 17313 1011 0,'-1'-8'386'0,"2"-2"-43"15,-1 0-41-15,6-2-71 0,-1 0-27 0,4-1-25 16,-2 0-15-16,7-4-18 0,0 3 0 16,-1-2-15-16,4 2-11 0,1 1-38 0,2 1 2 15,-3 1-15-15,0 2-33 0,4 0-46 0,-4 1-39 16,3 2-66-16,-2 1-97 0,-2 2-234 15,8-3-296-15,3 1 87 0,-2 1 35 0,-1-3 75 16</inkml:trace>
  <inkml:trace contextRef="#ctx0" brushRef="#br0" timeOffset="169346.7">24679 15654 975 0,'0'0'261'16,"-3"-6"-21"-16,3 6-25 0,-3-7-35 0,3 7-9 16,0 0-22-16,0 0-4 0,0 0-6 0,0 0-14 15,0 0 1-15,3 21-32 0,-3-10-2 16,3-1-10-16,0 3-2 0,-2 3-6 0,3 1-13 16,-1 0-4-16,1 2 2 0,2 3-11 0,-2-1-25 15,2 2-25-15,1 1-34 0,0 4-21 0,0 1-70 16,3 0-30-16,1 1-68 0,-1-2-108 15,0-1-383-15,1 3 76 0,-1-3 59 0</inkml:trace>
  <inkml:trace contextRef="#ctx0" brushRef="#br0" timeOffset="169746.48">24893 16555 647 0,'0'0'330'0,"-5"5"-23"0,2-2-20 0,3-3-26 15,-7 4-18-15,7-4-25 0,-3 6-23 16,3-6-11-16,-4 6-18 0,4-6-25 0,-7 4-5 16,4-1-16-16,3-3 5 0,-1 6-22 0,-2-2-16 15,3-4 10-15,-3 6-25 0,0-2 15 0,3-4-26 16,0 10-2-16,0-6-13 0,0-4 16 16,0 11-11-16,0-7-5 0,0 2 13 0,3-1-26 15,0 0-2-15,0 0-6 0,1 1-2 0,-1-1 8 16,2 2-62-16,1 0 6 0,1 0 2 15,2 1 10-15,-1 1 18 0,2 1-10 0,0-1-8 16,-3 3 21-16,4-3 28 0,-1 1-34 0,0 1-7 16,0-1-3-16,-3-1 65 0,0-2 4 15,-1 3-2-15,2-1-13 0,-1 0-13 0,-1 0 26 16,0-1-23-16,-2 1 15 0,3 0-15 0,-3-1-10 16,-1 2 2-16,0-2-3 0,-2 2-9 15,-1 0 20-15,0 0-18 0,-1 0 2 0,-2 0-7 16,-3 1 2-16,2 3-53 0,-4-3 10 0,2 1-47 15,-4-1-42-15,-1-3-29 0,4-1-80 0,-3-1-109 16,1-1-512-16,-2-4 82 0,1 2 68 16,3-2 52-16,7-1 100 0</inkml:trace>
  <inkml:trace contextRef="#ctx0" brushRef="#br0" timeOffset="170012.95">24826 16567 860 0,'1'-5'335'0,"-1"-1"-41"0,3 1-28 0,0-1-10 16,4-2-30-16,0 1-9 0,0-2-12 0,0 1-36 16,4 0-15-16,2-2-3 0,0 0-31 15,4-1 3-15,-4 2-21 0,-1 0-15 0,1 1 0 16,1-2-20-16,-4 3-6 0,0 0 11 0,1 3-34 15,-4-3 1-15,2 2-9 0,-5 1-65 0,3 1-45 16,-4 0-68-16,-2-3-183 0,-1 6-472 0,0-2 99 16,0 2 49-16,0 0 63 0,-18-7 80 15</inkml:trace>
  <inkml:trace contextRef="#ctx0" brushRef="#br0" timeOffset="172530.74">18014 13248 752 0,'0'0'230'0,"-4"-5"-25"16,4 5-21-16,0 0-22 0,0 0-24 15,0 0-10-15,0 0 0 0,0 0-8 0,0 0-7 16,0 0-3-16,0 0-13 0,0 0-5 0,0 0 1 16,0 0-14-16,0 0-5 0,0 0-5 15,14 15 3-15,-8-11-82 0,2 0 2 0,-2 1 21 16,1 0-34-16,3 0 19 0,-2-3 7 15,5 6-3-15,-3-1 1 0,4 1 0 0,-1-2-9 16,2-2-4-16,1 6 13 0,2-3-11 0,-5 1 26 16,7 1-18-16,-2-1 3 0,-1 0-1 15,4 2 1-15,2-3 7 0,-2 1-8 0,2 2 1 16,-1-2 0-16,1 1 9 0,1-1-1 0,0-1-1 16,0 1 0-16,0 1-15 0,-4-3 13 0,4 0-8 15,0 0 2-15,-4 2 6 0,4-1-11 0,-6-1 6 16,6 1-1-16,-7-2 1 0,3 2 2 15,-3 0 21-15,4-1-24 0,-3-1-4 0,1 2 4 16,-1 1-4-16,2-2 14 0,0 0-14 16,-2-1 12-16,-1 3-18 0,3-2 8 0,-3-2 16 15,4 3-8-15,0 0-16 0,-1-4 8 0,3 5 2 16,-5-3 4-16,6 3 6 0,-7-6-7 0,4 7-15 16,-2-4-5-16,-1-2 5 0,0 5 15 0,1-2 2 15,-1-2-9-15,-2 3 15 0,2-3-11 16,-1 0 14-16,0 3-16 0,4 0 2 15,-4-4 3-15,3 4-7 0,-3-4 14 0,4 3-12 0,0 0 3 16,-2-3 7-16,2 4-7 0,-3-4-3 16,2 5 5-16,1-3 0 0,-1-2 0 0,0 4-10 15,-2-2-5-15,3 0 10 0,-2 2 0 0,2-3 2 16,0 0 9-16,-1 4-11 0,1-2 0 16,-1-3 0-16,-3 4 10 0,4-6-2 0,-1 6-11 15,1-2 3-15,-1 0 10 0,0-1-15 0,1 0 79 16,0-2-12-16,-1 4-11 0,1-2-5 15,0 1 8-15,-1-1-11 0,4 0-7 0,-3-2-10 16,-1 3-1-16,3 0-4 0,1 0 2 0,-2-1 10 16,-3 0-15-16,6 1 3 0,-2 0-9 15,-1-1 4-15,1-1 4 0,-2 4-15 0,2-6 11 16,-3 5 2-16,4 0 7 0,1-1-15 0,-1-1-2 16,0 0-3-16,-1 2 11 0,-2-2-14 15,0 0 3-15,-1-1 0 0,4 1 0 0,-3 0 3 16,0-2-3-16,2 4-7 0,1-4 4 0,-3 3-4 15,-1-3 4-15,1-2-2 0,-1 4-15 0,0-2 12 16,1 0 14-16,3-2-9 0,-4 0-4 0,1 0 7 16,3 0 2-16,-3 0 1 0,2 0-16 15,-2 0 8-15,0 0 0 0,-1 0 11 0,0 0-9 16,1 0 3-16,-4 0-10 0,4 0 0 0,-5 0 10 16,2 0 0-16,-1 0-10 0,0 0 5 15,3 0 0-15,-3 0 0 0,1 2 3 0,-2-2-1 16,2 0-4-16,2 0-1 0,-3 0 8 0,1 0 8 15,1 3-8-15,2-3 0 0,-3 0-2 0,-1 0-1 16,3 0 9-16,1 0-9 0,-1-3 6 16,1 3 5-16,0-2-8 0,-1 2-8 0,4 0 3 15,-3-1 13-15,1 0-18 0,0-1 10 16,1-1 5-16,-1 2-5 0,-3 1-2 0,6 0 2 0,-5 0 8 16,3-2-5-16,-2-1-11 0,3 3 6 15,-3-2-3-15,2 2 7 0,-2 2 1 0,0-2 0 16,2-2-13-16,-2 4 12 0,0-4 3 0,3 2 1 15,-1 0-14-15,-2 2 6 0,0-2-1 16,2 2 3-16,-2-2-10 0,0 0 5 0,-1 0 10 16,1 0-22-16,2 0 17 0,-6-2 0 0,4 2-3 15,0 0-4-15,3 0 10 0,-4-2-14 16,4 2 4-16,-3 0 2 0,2-2 8 0,-2 1-3 16,3-1 0-16,0-1-8 0,-4 3 14 0,4-2-1 15,-3 2-8-15,-1 0 6 0,1-1-8 16,0-2-5-16,3 0 7 0,-4 2 1 0,4 1 5 0,-3 0 7 15,-1-2-12-15,3 2-57 0,-2-1-8 16,3-1 16-16,-3 2 23 0,3 0-15 0,-3-2-3 16,2 2 10-16,1 0 13 0,-3 0 8 15,2-2-21-15,-2 2 8 0,2-1-7 0,-2 0 17 16,1 0 5-16,1-2-7 0,0 1-6 0,-1 2 21 16,1-1-2-16,1 0 7 0,0-1-13 15,-3-1 8-15,2 2 0 0,-2 1 5 0,3 0-10 16,-3-2 3-16,2-1-1 0,-2 1 3 0,0 2 8 15,-1-2-8-15,3 0 5 0,-2 1 8 0,-1-2-11 16,1 1 11-16,3 2 0 0,-7-1-8 0,7 0 0 16,-3-1-5-16,0-1 18 0,-1 3-10 0,0-1-6 15,1 1-2-15,-1 0 3 0,1 0-3 16,0 0 2-16,2-2 11 0,-5 2-21 0,5-1 16 16,-6 1-8-16,4 0 10 0,0-2-10 15,-4 0-5-15,0 2 8 0,0 0-6 0,0 0 8 16,-1-2 3-16,-1 2-13 0,1-1-3 0,-1 1 13 15,-2-1-7-15,1 0 12 0,-1-2-2 0,2 1 2 16,-2 2-2-16,-3 0-3 0,4 0 0 16,-4-1-10-16,3 0 10 0,-2-1 13 0,-1-1 0 15,4 2 12-15,-4 1-17 0,3-2-5 0,-2 1 7 16,-1-1-2-16,0 0 5 0,4-1 0 0,-4 2-5 16,0-3-3-16,1 2 3 0,2 2-11 15,-2-2 9-15,-1 0-6 0,0-1 2 0,1 2 9 16,-1-1-9-16,0 1-4 0,0-3 2 0,-3 4 5 15,0-2-5-15,3 0 11 0,-2 1-14 16,3-2-9-16,-6 1 9 0,-5 2 1 0,14 0-1 16,-7 0-7-16,-7 0 13 0,7-1-26 0,-7 1-26 15,9-1-14-15,-9 1-73 0,0 0-5 0,0 7-347 16,0-7-306-16,-16 7 93 0,5-4 43 16,-2-1 85-16</inkml:trace>
  <inkml:trace contextRef="#ctx0" brushRef="#br0" timeOffset="181295.34">23960 13766 314 0,'-5'-4'131'0,"5"4"-1"0,0 0 4 16,0 0-17-16,0 0-19 0,0 0-6 16,0 0-26-16,0 0 1 0,-3-4-6 0,3 4-10 15,0 0 1-15,0 0 4 0,0 0 0 16,0 0-7-16,0 0-11 0,0 0 11 0,0 0-11 16,0 0-17-16,0 0 4 0,0 0 9 0,0 0-11 15,0 0-3-15,0 0-12 0,0 0-24 16,-18 6-9-16,18-6-26 0,0 0 2 0,-6 2 11 15,6-2-3-15,0 0-21 0,-4 5 11 0,4-5 10 16,0 0-5-16,0 0-38 0,-6 2 4 0,6-2 1 16,0 0 40-16,-5 3 1 0,5-3-16 15,0 0 26-15,-6 4-10 0,6-4 15 0,0 0 0 16,-7 3 33-16,7-3 0 0,-6 0-10 16,6 0-33-16,-7 4-59 0,7-4-80 0,-8 4-304 0</inkml:trace>
  <inkml:trace contextRef="#ctx0" brushRef="#br0" timeOffset="183328.12">23761 13858 606 0,'3'-2'197'16,"-3"2"-18"-16,7-5-10 0,-7 5-10 0,9-2-21 15,-5 0-23-15,-4 2-7 0,11-1 7 0,-11 1 3 16,9-5-11-16,-5 5-14 0,-4 0 9 0,10-4-7 15,-3 1-1-15,-7 3 4 0,14-1-14 16,-8 1-10-16,2-2-66 0,-1 1 0 0,2-1-8 16,-2 0 15-16,4 2-2 0,-4-2-5 0,3 1 4 15,4-1-1-15,-4-1-1 0,0 1 0 16,4 2 8-16,-4-1 8 0,3-2-9 0,1 0 9 16,-1 2-5-16,1 1 2 0,0 0-11 15,0-2-1-15,-1 2-1 0,2-1 79 0,-2-1-4 16,4 0-13-16,-3 2 4 0,3 0-17 0,-4 0 8 15,5-2-8-15,-2 2-8 0,2-1-15 0,-1 1 0 16,3-1 2-16,-6 1-12 0,6-1 9 0,-2 1-14 16,-2-3 4-16,2 6 9 0,-1-3-11 15,3 0-3-15,1 0-7 0,-4 1 15 0,4 0-10 16,-1 0 0-16,0 1-8 0,-2-2 3 0,2 4 0 16,1-3 7-16,-1 1-4 0,-3-1-3 15,4 4-3-15,0-3 0 0,-2 0-5 0,2 2 10 16,0 0-4-16,-1 0 1 0,-2-1-6 0,6 1 4 15,-4 0-2-15,4 1-1 0,-3 0-7 0,1 0 10 16,-1-3 3-16,0 5-13 0,-1-4 5 16,1 5-2-16,0-1-6 0,-1-3 8 0,0 0 1 15,-2 4-4-15,-1-4 3 0,7 2-5 0,-4 1-13 16,-3-1 11-16,7 3 2 0,-6-3-3 0,5-2 3 16,-2 6 5-16,3-3 3 0,0 0-3 15,-1-1 6-15,1-1-4 0,0 2-9 0,-2 0 2 16,1 0 2-16,1 1 1 0,-3-1-1 15,3-1-4-15,-1 2 12 0,1-1-7 0,-3 1 2 16,3-1-3-16,-1 0-4 0,-2 0 7 0,3-1-5 16,2 4 10-16,-4-1-13 0,1 0 14 0,2-2-1 15,-1 2-7-15,-4-3-3 0,7 4 0 0,-6-4 0 16,6 1 7-16,-6 3-2 0,3-3 0 16,0 1-7-16,0 4 7 0,3-3 5 0,-4 1-2 15,1 1-8-15,-2-3 8 0,2 0-1 0,-1 1-7 16,1-1-5-16,0 2 10 0,-3-3 3 15,2 1-3-15,-2 2 0 0,0-3 0 0,-1 1 6 16,4-1 6-16,-3 1-9 0,0 0-8 0,0-1-2 16,-2 0 4-16,5 2 8 0,-4 0 11 0,1 0 4 15,0-2-9-15,2-3-6 0,-2 6 3 16,3-3-3-16,0-1 0 0,-4 0 11 0,-2-2-8 16,5 0 7-16,-3 1-5 0,-2-1-9 0,3 0 4 15,-1 1 10-15,0-2-12 0,1 1 5 16,-4 1 0-16,1-1-3 0,3 0 10 0,-2-4 3 15,-5 7-12-15,6-4-6 0,-2 2-69 0,0-3 10 16,-2 4 0-16,1-4 11 0,0 4 7 0,-1-4-3 16,-1 4 16-16,3-3-2 0,-2 1 2 15,4 0 5-15,-6 0 10 0,4-1-2 0,-2 0 2 16,2 2 6-16,-5-3-9 0,4-1 6 0,0 4 5 16,0-3 18-16,-3 2-20 0,6-2 2 0,-2 2 2 15,-1-2 3-15,0 3-2 0,3-4-13 16,0 4 17-16,1-3-7 0,-4 4-15 0,4-2 23 15,0 3-1-15,-1-6 1 0,1 5-5 0,1-5 7 16,-1 6 3-16,-3-4-8 0,2 1 2 16,1-1-4-16,0 1-18 0,1 0 15 0,-7-4 0 15,6 5-5-15,-8-5-3 0,5 2 5 0,-2-1 16 16,2 1-3-16,-2-2-7 0,2 0 5 0,3 4 15 16,-5-4-16-16,2 0 1 0,2 0 12 15,3 0-17-15,-2-1 69 0,2 1-11 0,-5-3-5 16,3 3 6-16,-1-2-8 0,1 1-3 0,-1-1-5 15,-3 1-15-15,4-3 7 0,-3 3-7 0,-2-2 22 16,1 0-17-16,-3 2 0 0,3-2-23 16,-3-1 2-16,3 1 11 0,0 0 5 0,0-1-8 15,0 0 0-15,0 0-5 0,0-1-8 0,0 0-3 16,1-2 17-16,-2 3-14 0,2 0 3 0,-2-3-11 16,2 1-2-16,-2-2 3 0,2 2 4 15,-1-3 1-15,0 2-8 0,0 0 10 0,0-4-2 16,1 3 5-16,-2-1-13 0,2-5 7 0,0 6-1 15,-2-4-9-15,0-1 6 0,2 2 7 16,-1-3 13-16,-3 1 8 0,3-1-34 0,0-1 13 16,0 2-2-16,-3-1 7 0,3-1-20 0,3-1 3 15,-2-1 4-15,-2 4 6 0,5-7-3 0,0 3 10 16,-1 0 6-16,0 1-26 0,1-2 0 16,-1 0 15-16,-2 2-10 0,-1-1 15 0,0-6-2 15,0 8-8-15,-3-2 5 0,3-1-5 0,-2 1-5 16,-2 1 6-16,0-2-12 0,4 0-1 0,-7-1 2 15,6-1-3-15,-4 3-5 0,1-1 13 0,1-2 0 16,-1 0-8-16,2-4 14 0,-2 6 4 16,-3-2 5-16,7-5-23 0,-4 0 11 0,1 1 7 15,0-2-15-15,0-2 10 0,3 1-25 0,-3 2 25 16,-1 0-10-16,5-1 15 0,-5 0-15 16,4-4 28-16,-3 5-20 0,0-1 7 0,3-1-8 15,0-3 14-15,0-6-14 0,5-3-2 0,-7 9-2 16,6-8-3-16,-7 5 20 0,-1 4-15 0,1-1 10 15,0-2 3-15,2-6 5 0,-2 6-5 16,-2 1-1-16,-1 3 1 0,-3-1-5 0,2-6 2 16,1 6-15-16,-4-3 8 0,3-1 12 0,-4 0 13 15,5-1-23-15,-4 1-5 0,1 1 3 16,-3 0-6-16,3-1 6 0,-2-1 15 0,1 1-5 16,-1 1 7-16,1 2 0 0,1-4-2 0,1 2-2 15,-5-1-6-15,6 0-15 0,-3-1 10 0,0 0-10 16,-1-3 2-16,-2 3 3 0,3-1-2 0,0 0-16 15,-3-2 26-15,-1 3-3 0,0 1-8 16,2-2 6-16,-3 2 4 0,1 1 1 0,2-3 0 16,-2 9 2-16,-3-5-8 0,0 5 6 0,3-6 8 15,-3 4-11-15,3-3 5 0,-1 5-10 0,-1-6 13 16,0 6-6-16,-1-6-9 0,0 6 7 16,3-3 0-16,-3 1-8 0,0-1 9 0,3-2 1 15,-3 4 4-15,3-3-9 0,-3 5 8 0,1-3-15 16,-1 2 21-16,0-3-19 0,0 4-7 15,0-2 12-15,0 1 3 0,-1 0 6 0,1-2-19 0,-3 1 0 16,3 1 3-16,0 1 3 0,-3 0-3 0,3 1 2 16,-3-1-2-16,3 2 10 0,-1 1 3 15,0 1-6-15,-1-3 1 0,-1 2-1 0,0 1 11 16,3 1-18-16,0-2 5 0,-1 3 20 0,1-3-25 16,-2 3 0-16,4 0 18 0,-2-2-13 15,0 5-10-15,0-5 5 0,1 0 7 0,-1 3-4 16,0 0-1-16,0-3 11 0,3 3 2 0,-3 5-5 15,0-1-10-15,0-2 13 0,0 2-11 16,0 2 6-16,0-1-6 0,0 2-5 0,0 0 11 16,0 2 0-16,0-3-6 0,0 4 11 0,0 1-6 15,0 1-7-15,0 0 5 0,0-2-18 16,0 1 8-16,-3 3-36 0,3 4-16 0,0-12-53 16,0 9-20-16,-3-3-73 0,-2 5-94 0,0 1-629 15,-6 1 42-15,-1 3 119 0,-7 1 68 0,-2-5 60 16,-5 7 71-16</inkml:trace>
  <inkml:trace contextRef="#ctx0" brushRef="#br0" timeOffset="185644.84">23709 12121 391 0,'0'5'120'0,"0"2"11"16,3-4-29-16,-3 2 1 0,0 5-9 16,3-3 1-16,-2 0-13 0,2 0-15 0,-3 2-6 15,3 0-15-15,1-1-10 0,0 2-3 16,-1-2-10-16,2 3-5 0,-3 1-31 0,4-1 3 16,-2-2-36-16,2 5 21 0,-1-3-6 0,1 5 3 15,-2-5-21-15,2 4 3 0,1-2 10 0,-1 0 36 16,2 1-33-16,-2 1 20 0,1 0 0 15,-3 1 13-15,2-2-7 0,2 1-11 0,-2 3 15 16,1-1 57-16,-1-2-36 0,-1 3 23 16,1-1 5-16,-2 0 10 0,4 2 8 0,-3-4-10 15,-2-1 7-15,2 4 6 0,1-1-6 0,-2-2 100 16,-1 2-17-16,0 0-19 0,1-2-4 16,-1 0-6-16,0-2-15 0,3 2-1 0,-4-2-9 15,1-1 0-15,-3 2-9 0,3 1-19 0,1-1 7 16,-1 0-23-16,0 1 5 0,1-2-12 15,-1 3-34-15,0 1 0 0,2-2-31 0,1 2-15 16,-1 1-5-16,-3-3-46 0,4 3 5 0,-2-1-15 16,3 0 7-16,-3 2 0 0,-1-1 13 0,4-1 13 15,-4 1-15-15,5-2 15 0,-5 0 20 16,0 1 18-16,3-1 24 0,-2-3 14 0,-1 2 1 16,1-1 7-16,-1-3 26 0,0 2 5 15,0-1 11-15,-1-2-3 0,4 3 15 0,-6-3 0 16,6 0-3-16,-5 3-7 0,2-2 5 0,3-2-5 15,-2 3 0-15,-1 0-21 0,1-4 6 0,0 3 4 16,-1 2-22-16,1-2 7 0,-1 0-5 16,0 2-25-16,2 1-16 0,-3-2 6 0,1 2-14 15,1-3-15-15,0 4 13 0,-1-3-18 0,0 1 5 16,1-1 8-16,-1 1-20 0,3-1 2 16,-5 0-3-16,6-1 11 0,-1 4-83 0,-2 0 39 15,2-3 29-15,-2 3 6 0,-1-5 9 0,5 5 15 16,-2-7 8-16,-2 4 15 0,-1 0 7 15,3-2 19-15,-2-1 5 0,-1 3 5 0,2-2 4 16,1-1 9-16,-3-1-5 0,1 2-9 0,-1-2 17 16,0 2-9-16,1-2 1 0,-4 1-14 0,7 1 4 15,-5 1-4-15,0-3 14 0,1 3-98 0,0-3-25 16,-3 6 30-16,4-3 13 0,-1-1-28 16,0 3 13-16,1-3 18 0,-1 3-21 0,1-2-7 15,0-1-1-15,-1 6-68 16,5 0 22-16,-3-3 6 0,-2 0 12 0,0-1 3 0,2 1 21 15,-2 1 7-15,1-3-3 0,2 3 26 0,-2-3 16 16,2 1 7-16,0 0 29 0,-4-1 40 0,4-3-56 16,-2 4 23-16,2 0 18 0,-2-4 5 0,-1 2-15 15,4 3 12-15,-3-3-15 0,-1-1 8 16,3 4 13-16,-2-1 7 0,-1-2-30 0,0 3-6 16,-2-3 1-16,6 4 9 0,-7-3 24 15,4-1-10-15,-1 4 12 0,0-3-2 0,0-3-13 16,-2 5-13-16,2-2-3 0,0-3 1 0,0 4-5 15,-1 0 12-15,0-3-10 0,-2 1-31 0,0 3-7 16,4-2 12-16,-1 1-10 0,-3-1 1 16,0-1 19-16,3 4-22 0,-2-3 12 0,-1-1-15 15,3 3 11-15,-3-1-16 0,3-1 5 16,-3 1-56-16,3-2 15 0,-2 4 8 0,2-4-6 0,-3 3 6 16,3-3-13-16,0 0 13 0,-2 4-46 15,-1-3-26-15,4-1 0 0,-4 1-23 0,3 0 21 16,-3-1 12-16,3-2 13 0,-1 2 23 15,-1 1-12-15,-1-3 63 0,1 1 21 0,2-4 10 16,-3 6 21-16,3-5 20 0,0 1 92 0,-2 1-38 16,-1-1-11-16,0 0 1 0,0 0-29 0,3-3 11 15,-3 6-5-15,0-3-3 0,3-1-3 16,-3 0-2-16,0 0 5 0,4 1-23 0,-3 0 18 16,-1 0-13-16,0 1-8 0,3-5-2 0,-3 5 2 15,0-1-7-15,0 0-3 0,3 0 3 16,-3-3-18-16,0 4 12 0,3 1-7 0,-2-2 5 15,2-1-5-15,-3 3-7 0,3-1-24 0,-3 3-5 16,3-2 10-16,0-1-12 0,-2 5-14 16,2-2-12-16,1-2-33 0,-4 1-44 0,4 2-36 15,-1 0-465-15,0 3 84 0</inkml:trace>
  <inkml:trace contextRef="#ctx0" brushRef="#br0" timeOffset="185885.21">24598 15262 540 0,'0'8'197'0,"3"1"0"15,0-1-18-15,-2 3-23 0,2-1-25 16,0 3 12-16,1-1-7 0,-1 3-8 0,0-1-21 16,4 3-10-16,-3-1-12 0,3 4-11 0,-1-2-10 15,5 5 8-15,-4-3-3 0,1 2 0 16,0 0-10-16,3 4-21 0,-1 1 3 0,3 1 23 15,-5 0-7-15,2-1 1 0,0 0-24 0,1 2-11 16,-2-1-16-16,-2-2-12 0,4-1-36 16,-1 0-151-16,0 4 18 0,1-7-36 0,-1-1-427 15,0 2 36-15,0-3 35 0</inkml:trace>
  <inkml:trace contextRef="#ctx0" brushRef="#br0" timeOffset="188145.02">17839 12380 627 0,'0'0'202'0,"-3"3"-20"0,3-3 2 0,-3 6-13 16,3-6-14-16,-1 8-6 0,1-4-93 16,0 3 24-16,1 1-33 0,-1 1-3 0,3-1-2 15,-3 6-16-15,3-3 15 0,0 7-4 0,0-3-9 16,2 3-48-16,-2 6-10 0,1-2-20 0,2 0 17 15,1 2-38-15,-1 1 12 0,-1 0-9 16,1 0 7-16,1 0-31 0,0 0 29 0,-1-1 18 16,2-1 14-16,-5 2-22 0,4-1-8 15,-1-3 39-15,1 2 2 0,0 1 28 0,-3-5 5 16,2 5 1-16,-2-6 25 0,2-3 7 0,-2 2 11 16,0 1 0-16,3-3 5 0,-4 2 5 15,3-3 8-15,-2 1-15 0,-1-1-1 0,0 0 8 16,2-2 3-16,1 2-21 0,-2-4-5 0,-1 3 26 15,0-2-21-15,1-2 13 0,-1 3-21 0,0 0 11 16,2-4-10-16,1 3-9 0,-3 2 12 16,1-2-19-16,2 2 2 0,1-1 1 0,0 3 2 15,-3 0-15-15,3 0-7 0,2 1-17 0,-1 3-24 16,2 0-9-16,0-3-17 0,-3 7 0 16,4-4-24-16,1 3 1 0,-5-4 18 0,4 2-9 15,-4 2 12-15,0-3-9 0,-1 3 13 16,2-2-5-16,-2-3 13 0,-2 2 13 0,-1 0-8 15,3-2 16-15,-5 1 4 0,2-1 18 0,1 1 6 16,-1-3 15-16,1 2-10 0,-1-2 27 0,0 2-1 16,1-1 14-16,-1 0-7 0,0-4 0 0,1 5 13 15,0-2-18-15,-1 0 79 0,1-3-5 16,2 3-13-16,-3 0 11 0,1 1-13 0,2-2-11 16,-1-1-12-16,-2 4-6 0,4-3-7 0,-4 3 0 15,3-1-8-15,-2 0-5 0,3 2-10 16,-3-1 0-16,2 0-5 0,-2 1-13 0,5 0-3 0,-1 6 0 15,-1-2-30-15,-1-1 5 0,1 2-3 16,0 0-13-16,0-2 6 0,0 2-19 0,0 0 9 16,2-3-21-16,-1 4-77 0,-2 1 5 15,-2 0 20-15,3-3 11 0,-1 1 13 0,2 0-6 16,-2-1 11-16,1 1 2 0,0-3 8 0,0 5 21 16,0-2 15-16,0-4 2 0,-1 3 19 15,5-4 4-15,-4-1 8 0,-1-1 18 0,1-1 10 16,-1-2 6-16,2 4-1 0,-1-3 13 0,-1 1-10 15,1-4 8-15,1 4 10 0,1-5 5 16,-5 7 5-16,2-9 10 0,1 7 3 0,1-5-2 16,1 3-6-16,-5-3-3 0,3-1 9 0,0 1 9 15,-3-2 6-15,2 5-16 0,1-4-12 0,-1 1 5 16,-2 0-1-16,3-2-4 0,0 5-11 0,0-1-5 16,2 1-5-16,-4-1-5 0,4 1 0 15,-2-1-12-15,0 5 4 0,0-4-10 0,0-1 0 16,-1 4-8-16,1 0 6 0,-3-1-8 0,6 0-6 15,-6-2-20-15,3 5-17 0,2 2-34 16,-1 0 20-16,-1 1 1 0,3 0 4 0,-1-3-9 16,-1 4 4-16,-1-4-25 0,3 4-3 0,1-2 8 15,-2 1 16-15,-2-2-14 0,3-1-2 16,-2 2 5-16,1-1-2 0,-2-3 12 0,0 0 3 16,0 1-46-16,0-1 15 0,0 0 18 0,-4-1 11 15,4-1 2-15,0 1 5 0,-3-4 23 0,2 4 10 16,-3-5 11-16,1 3 10 0,2-2-1 15,-1-2 1-15,1 3 10 0,-3-2 39 0,1 0-9 16,-1 0-1-16,0-2-9 0,1 1-10 0,-1 3 13 16,1-3-7-16,0 0-3 0,-1 1 15 0,0-2-2 15,0 2-19-15,-2 0-4 0,2-3-3 16,0 6 10-16,0-3-12 0,1 0-11 0,0 4 8 16,-1-3-18-16,1 3 7 0,-1-3-14 0,0 4-32 15,1 2 11-15,-1-3-10 0,0-2-1 0,1 4-17 16,0-2-18-16,-1-1-52 0,4 3 9 15,-4 0 9-15,0 0 8 0,1-1 16 0,-1 0-1 16,0 0 4-16,2-2-22 0,-2-1 3 16,4 1 3-16,-4 1 2 0,3-3 47 0,-2 2-78 0,-1 0 24 15,2 3 20-15,-2-2 3 0,3-1 45 16,-2 0 14-16,-1-1 30 0,3 0 5 0,-2 0 16 16,0-2 20-16,-1 2 1 0,1-1 14 15,2 0-15-15,-2 0 11 0,2-1 12 0,-2 1 3 16,3 1 20-16,-3-1-2 0,2 0-8 0,-3-1 0 15,1 2-23-15,2 1 2 0,2-1-14 0,-1 2 6 16,-1-2-9-16,1 4-5 0,0-2-6 16,-3-2-30-16,2 2-42 0,1-2-22 0,-1 1-128 15,-2-1-510-15,4 2 31 0,-2 1 80 0,-2 0 60 16</inkml:trace>
  <inkml:trace contextRef="#ctx0" brushRef="#br0" timeOffset="214424.96">9813 9428 1021 0,'0'0'317'0,"0"0"-10"0,-8-2-17 16,8 2-34-16,0 0-11 0,0 0-35 0,0 0-5 15,-6-1-31-15,6 1-15 0,0 0-18 16,0 0-19-16,0 0-12 0,0 0-10 0,0 0 8 16,17-9-24-16,-7 4 1 0,3 2-19 0,2-4-7 15,5 0 3-15,1-1-14 0,3 0 1 0,0-1-3 16,0 2-15-16,-1 1 7 0,-2-1-2 15,3 1-11-15,-3-2 4 0,-4 1-14 0,3 3-5 16,-3-2-2-16,0 3-23 0,-3-4-11 0,0 5-20 16,-1-3 0-16,-3 4-49 0,1-2-28 15,-4 0-35-15,2 2-22 0,-9 1-6 0,14-2-37 16,-14 2-25-16,7-1-67 0,-7 1-315 0,3-3-53 16,-3 3 63-16,0 0 77 0</inkml:trace>
  <inkml:trace contextRef="#ctx0" brushRef="#br0" timeOffset="214692.26">10141 9224 632 0,'-4'-6'261'0,"1"3"-15"0,3-4-88 15,-4 2-2-15,4 5-10 0,-2-9-20 16,2 9-6-16,3-8-18 0,0 4-4 0,0-2-6 16,1 5-5-16,2-2-21 0,2-1 27 0,-2 4-40 15,-6 0-1-15,17 0-6 0,-9 4 5 0,2-1-10 16,4 0 7-16,-5 2-12 0,1 3-13 15,0 0-10-15,1 0 36 0,-4 3-26 0,0-4 5 16,-1 3 59-16,-1-1 2 0,-2 4-9 0,0-2 7 16,-3 4-15-16,-3 1-14 0,-1 0 1 15,-3 0-13-15,0 0-2 0,-3 3 5 0,1-2-29 16,1 1-25-16,-2-1-16 0,3-2-61 0,-4 1-38 16,5-5-64-16,-1 3-154 0,4-5-363 15,0 1 22-15,2-4 78 0,1-4 61 0</inkml:trace>
  <inkml:trace contextRef="#ctx0" brushRef="#br0" timeOffset="-214588.03">10466 9103 680 0,'0'0'215'0,"0"0"-30"0,13 9-16 0,-13-3-26 15,6 2-7-15,-1 2 20 0,-2 1-54 16,4 0 13-16,-1 5-17 0,1-4-14 0,-2 3 1 16,4 2-9-16,-5-3-19 0,5 1-19 15,-2 0-12-15,4-1-34 0,-1 3-53 0,-3-4-47 16,7-1-79-16,-4-2-327 0,4 2-98 0,-1-3 59 16</inkml:trace>
  <inkml:trace contextRef="#ctx0" brushRef="#br0" timeOffset="-213922.22">10763 9136 729 0,'0'0'264'0,"-4"-3"-21"0,4 3-18 16,0 0-18-16,-10 10-7 0,7-4-34 16,0 1-12-16,0 2-6 0,2 0-20 0,1 0-15 15,0 1-8-15,0-2-5 0,1 3-82 0,2 1-11 16,3-4 4-16,1 3 9 0,-1-4-2 0,2 1-8 15,2 0 6-15,3-5 9 0,-2 4-7 16,2-2-2-16,-2-3-1 0,2 1-7 0,-2-2 4 16,3 2 14-16,-7-3 0 0,2-3-1 15,2 2-7-15,-4-2-3 0,-1-2 3 0,-2 2-10 16,-1-4 20-16,0-3-23 0,-2 2 18 0,3-5-15 16,-8 1 10-16,3-2-5 0,-2 0-8 0,3-2 13 15,-3 0 0-15,-1 0 2 0,1-1 1 16,3 3 9-16,-3-4-19 0,3 5 7 0,0 1 7 15,-3-2-9-15,6 3 7 0,-3-2-13 0,0 2-5 16,3 3 5-16,0-2-12 0,1 2-9 16,-1 2 14-16,1 3-3 0,3-1-3 0,0 3 3 15,-7 1-5-15,16 1-8 0,-5 5 19 0,-4-2-4 16,6 0 1-16,-2 5-1 0,2 0 3 16,-2 3-5-16,2-2 3 0,-3 0 58 0,4 0 11 15,-4 3-11-15,4-4 3 0,-3 1-15 0,1-2-8 16,-1 1-8-16,-1-1 11 0,0-1-6 15,1-1-12-15,-1-4 2 0,0 1-10 0,1 1 2 16,2-4 3-16,1 0-2 0,-4-5-6 0,1 2 6 16,3-4 7-16,-1 0-3 0,1-3-7 0,-4-1 3 15,0-3 2-15,-3-1 0 0,0-2-13 16,-3 1 11-16,-4-1 9 0,0-2-17 0,-1-2-61 16,-5 0 1-16,-5 0 1 0,1 1 5 0,0 1 0 15,-4-2 18-15,0 6 16 0,0 1-3 16,-5 0-8-16,1 6 15 0,0 1-5 0,2 0 6 15,-2 4-1-15,-2 2 3 0,3-3 3 0,0 7-6 16,0-2-2-16,-1 0-3 0,2 2 8 0,-2 2-2 16,5-3-1-16,-1 5-7 0,1-4 8 0,3 2-4 15,-1 3-4-15,4-2-5 0,0 0-11 16,1-1-25-16,3 5-16 0,3-4 16 0,0-2-28 16,3 3-23-16,3 1-34 0,1-1-46 15,3 0-25-15,1-3-167 0,2 3-325 0,1 1 29 16,0 2 78-16,0-2 50 0</inkml:trace>
  <inkml:trace contextRef="#ctx0" brushRef="#br0" timeOffset="-212904.69">9823 11143 732 0,'-3'-3'189'16,"-1"-1"-12"-16,4 4 2 0,-10-4-36 15,10 4-15-15,-10-1-13 0,10 1-12 0,-11 3-11 16,5 4 3-16,-5 0-21 0,4 3-8 0,-2 0 26 16,1 4-28-16,1 1-2 0,1-1-21 15,2 1 13-15,1 2-3 0,-3-2-10 0,4 3-21 16,2-4 16-16,2 1 0 0,4-2 7 0,-3 2 11 16,4-1-33-16,-1-3 7 0,5 3-5 0,-1-4 0 15,1 1 0-15,2-3-15 0,1-1 4 0,0-4 9 16,2 2-6-16,-4-3 8 0,1-2-5 15,0 0 15-15,1-2-15 0,-1-3-2 0,-2 2 12 16,2-7-13-16,-3-2 3 0,1 2-13 0,-1-5 11 16,-3-2-1-16,-4-1 0 0,0 0-2 15,-3-4-8-15,0-3 0 0,-3 0-2 0,-3 0 7 16,-1-4-5-16,0 5 67 0,-4-1 5 0,1 6 0 16,-2-2-6-16,0 3-20 0,-1 1 8 0,-4 2 13 15,3 3-26-15,-3 0 0 0,0 4-2 16,0 4-3-16,0-2-3 0,0 5 3 0,3 1-21 15,0 1 3-15,1-1-12 0,-1 7 4 16,1 1-2-16,3 0 15 0,5 0-10 0,-1 3 2 16,2 1-2-16,1-1-2 0,3-1 2 0,0 5 0 15,4-5-8-15,5 7 0 0,-1-4-2 16,2-1 4-16,3 1-1 0,1-1-11 0,3-4 7 16,4 6 14-16,-1-6-6 0,1 1-2 0,3-2-21 15,0-3-27-15,0 1-6 0,0-2-39 16,-4-3-45-16,4 4-62 0,0-8-120 0,-1 4-464 0,-2 0 24 15,3 0 97-15,-6-3 74 0,2-2 51 16</inkml:trace>
  <inkml:trace contextRef="#ctx0" brushRef="#br0" timeOffset="-212521.92">10223 11190 721 0,'-4'7'233'0,"1"1"-23"0,-3-2-13 16,1 5-30-16,2 0-4 0,0-1-6 15,-1 4-17-15,1-3-19 0,3 3-9 0,-3-2-2 16,3 2-5-16,0 0-13 0,0-3-20 16,3 3 0-16,-3-3-1 0,4 3-17 0,2-3-5 15,2-1-72-15,1 3 0 0,-2-4 5 0,0-2 10 16,4-3 1-16,2 3-4 0,0-6 11 16,1 4-13-16,0-5 13 0,0-3 0 0,-1 0 3 15,1 1 7-15,-1-6 1 0,-3 1-6 0,1-3-3 16,-4-3 26-16,0 2 6 0,-4-3-22 0,-3-3 11 15,0 0-2-15,-3 1-13 0,-4-5 4 16,0 0 81-16,-4 2-17 0,-2-2 9 0,3 3-13 16,-4 1 7-16,1 0-10 0,-4 6-13 0,6-1 3 15,-3 2 0-15,-2 3-13 0,1 4-13 16,-1-4 3-16,-1 6-8 0,6 1 8 0,-2 0-15 16,-1 0 9-16,1 6-9 0,2-2-16 15,1-3-20-15,3 6-26 0,-2-1-16 0,4 2-45 16,2-4-44-16,3 3-95 0,0 0-501 0,6 0 25 15,-1-4 83-15,1 1 58 0,4-3 54 0</inkml:trace>
  <inkml:trace contextRef="#ctx0" brushRef="#br0" timeOffset="-212372.07">10558 11118 660 0,'7'-2'182'0,"-1"-3"-42"16,1 3-27-16,4 1-49 0,-4 1-79 0,3 0-88 16,3 0-229-16,-3 0-209 0</inkml:trace>
  <inkml:trace contextRef="#ctx0" brushRef="#br0" timeOffset="-212221.82">10647 11247 450 0,'-3'4'184'0,"3"-4"-12"0,0 0-24 0,0 0 60 16,0 0-22-16,6 7-4 0,-6-7-31 0,13-1-13 15,-13 1-38-15,21-6-79 0,-7 6-139 16,3-3-484-16,0-2-4 0,0 2 71 0</inkml:trace>
  <inkml:trace contextRef="#ctx0" brushRef="#br0" timeOffset="-211621.66">11115 10718 785 0,'3'-9'210'0,"1"7"-20"15,-1-4-11-15,4 2-33 0,3 0-8 0,0-3-10 16,0 3-21-16,5-2-17 0,1-1-3 0,-2 6-31 16,0-4-35-16,0 0-31 0,-4 3-16 15,0-3-87-15,1 5-30 0,-5 0-31 0,-6 0-3 16,10-1-94-16,-10 1 30 0,0 0 32 0,0 0 68 16,0 0 26-16,0 0 33 0,0 0 79 0,-30 1 8 15,23 3 44-15,-3-2-1 0,3-1 27 16,-4 0-6-16,2 3-10 0,2 1 25 0,-4-4 3 15,4 6 0-15,-3-1 8 0,4 2 0 0,-2 1 4 16,2 0 1-16,2 1-8 0,1 5 8 16,-1 3-2-16,1-1-6 0,3-1-3 0,-3 7 62 15,3-4-12-15,3 6 1 0,-3 0-1 16,3 4-24-16,1-4-8 0,2 0-7 0,-2 0 2 16,2-4-12-16,-1 4-8 0,1-1-16 0,1-5 6 15,0 5-8-15,3-8 3 0,0 5-19 0,0-8 9 16,1 2-11-16,-1-5-3 0,0 3 3 15,4-4 3-15,0-1-11 0,3-1-4 0,-3-4-42 16,6 0-53-16,-3 0-62 0,0-3-195 0,4-5-455 16,-4 3 74-16,3-4 70 0,-6-4 45 0</inkml:trace>
  <inkml:trace contextRef="#ctx0" brushRef="#br0" timeOffset="-211438.76">11470 10959 962 0,'-3'-1'282'0,"3"1"-42"0,0 0 6 15,7-9-34-15,-3 3-25 0,6 3-23 0,-1-4-31 16,6 0-48-16,1 0-39 0,2 2-80 16,3-8-158-16,2 5-445 0,1 1-8 0,-3-3 79 15</inkml:trace>
  <inkml:trace contextRef="#ctx0" brushRef="#br0" timeOffset="-211071.87">11782 10683 622 0,'-8'3'261'0,"2"4"-23"0,-1-1-16 15,1 1-27-15,2 0-8 0,-3 2-21 0,3 0-12 16,4 0-11-16,-3 0-23 0,0-1-15 15,0 3 5-15,2-4-23 0,1 1-5 0,0 0-7 16,0-2-4-16,0-2-7 0,0 3 3 16,0 0-78-16,4-4-14 0,-4 3 27 0,6-4-25 15,-6-2 18-15,11 4 0 0,-4-4 3 16,-7 0-1-16,13 0 1 0,-6 0-9 0,4-4 19 16,-11 4-8-16,16 0-8 0,-5 0 16 0,-1 4-11 0,0-2 14 15,1-1-16-15,2 2 12 0,-3 2-12 16,1-2 23-16,-1 4 0 0,0-1-13 0,1 1 72 15,-1-2 2-15,-4 2 1 0,2 3-24 16,-2-2 10-16,-2 4-7 0,-1-2 0 0,-3 0-15 16,-3 0 4-16,0 3-4 0,-1-4-3 0,-3 5 0 15,0-3-21-15,0-1-28 0,-3 3-15 16,-1-1-51-16,-2-4-46 0,3-1-149 0,-1 0-489 16,2-4 34-16,-1 2 102 0,2-3 51 0</inkml:trace>
  <inkml:trace contextRef="#ctx0" brushRef="#br0" timeOffset="-210905.18">11809 10590 865 0,'10'-14'276'0,"-3"6"-28"0,0-2-27 0,-1 3-91 0,2 0-22 15,-1 4-14-15,2-2-19 0,2 2-63 16,-1 3-58-16,-3-1-133 0,7 2-463 0,-4 0 66 15,3 5 46-15</inkml:trace>
  <inkml:trace contextRef="#ctx0" brushRef="#br0" timeOffset="-210705.53">12195 10908 637 0,'-3'14'194'0,"0"-3"-14"0,3 5-19 15,-3-6-20-15,3 7-21 0,-1 0-25 0,1-3-54 16,0 3-72-16,0 0-169 0,1 0-394 0,2 1 85 16</inkml:trace>
  <inkml:trace contextRef="#ctx0" brushRef="#br0" timeOffset="-210255.81">12475 10590 793 0,'0'0'225'0,"0"-7"-23"16,0 7-22-16,0 0-32 0,0-7-10 0,0 7-7 15,0 0-18-15,0-4 2 0,0 4-10 16,0 0-23-16,0 0 2 0,4-6-15 0,-4 6-5 16,0 0-5-16,3-5 20 0,-3 5-43 0,0 0 10 15,8-3 0-15,-8 3 0 0,0 0-5 0,0 0-10 16,10 0-8-16,-10 0-2 0,0 0 2 15,0 0 0-15,13 3-5 0,-6-1-1 0,-7-2 4 16,7 2-8-16,-7-2 7 0,13 0-4 16,-13 0 2-16,15-4 10 0,-6 2-3 0,1 1-12 15,1-2 5-15,-1-1-10 0,0 2 7 0,1-4 0 16,2 3 8-16,-3-4-12 0,1 4-9 0,2-2-4 16,-2-2 14-16,-1 4 4 0,0-4 4 15,1 0-12-15,-1 3 0 0,-3 0 2 0,3-3-15 16,0 3 12-16,-6-2-47 0,2 5-45 0,-2-2-12 15,-4 3-11-15,6-4-84 0,-6 4-56 0,0 0-174 16,0 0-246-16,0 0 69 0,-16 8 41 16</inkml:trace>
  <inkml:trace contextRef="#ctx0" brushRef="#br0" timeOffset="-209888.82">12513 10601 360 0,'-3'5'167'0,"-1"-2"-26"0,-2 6 15 15,2-1-23-15,1-1 82 0,0 1-28 0,-2 0-6 16,2 0-14-16,0 0-14 0,3-1-14 0,-3 1-9 16,3-2-7-16,-1 1-8 0,1 1-12 15,0-1-11-15,0 0-15 0,1-4 4 0,-1 4-9 16,0-2-13-16,3-2 18 0,-3-3-18 0,3 8 0 16,0-6-3-16,-3-2-5 0,8 4 3 15,-8-4-8-15,13 0-21 0,-6 0 11 0,-7 0-13 16,17-3-2-16,-7 3-1 0,1-1-2 0,-1 1-2 15,0 0 9-15,1 0-4 0,2 1-14 16,-3 2 14-16,4 0-8 0,-3-2-3 0,3 5 3 16,-4-2-77-16,3 3 5 0,-2-1 2 15,-1 0 29-15,-1 0 3 0,-1 1 2 0,-1 1 15 16,-1-1 75-16,-2 3-6 0,-1-2 6 0,-3 0-9 16,-3 1-1-16,-1 3-11 0,1-2 2 0,-7 0-7 15,-1-1-5-15,1 1-5 0,0 2-5 0,-4-3-1 16,4 0-15-16,-4-1 1 0,1-1-50 15,-1-2-17-15,4 2-54 0,0-7-98 0,3 5-577 16,-1-4 40-16,2-3 59 0,6 2 77 16,-10-12 56-16</inkml:trace>
  <inkml:trace contextRef="#ctx0" brushRef="#br0" timeOffset="-209605.35">13005 10307 652 0,'14'15'202'0,"0"-1"-4"0,-3 3-32 16,2 2-15-16,-3 2-18 0,4 2 8 16,-1 1-16-16,1 2-15 0,-4 1-7 0,-3-2-9 15,-1-2-17-15,-5 2 8 0,3-1-1 0,-4 1-5 16,-5-2-4-16,2 0-6 0,-6-1-3 0,2 2 1 15,-7 1-21-15,3-6-2 0,-2 6 7 16,-1-7-15-16,1 2 2 0,-1-2-7 0,0-1-24 16,-3-2-42-16,4-3-55 0,2-2-112 0,1 1-525 15,0-7 89-15,3 2 34 0,-3-6 57 16</inkml:trace>
  <inkml:trace contextRef="#ctx0" brushRef="#br0" timeOffset="-209389.03">13378 10526 709 0,'20'-7'222'16,"-2"-1"1"-16,-1 3-34 0,3 0-2 15,-6-2-23-15,3 4-36 0,-3-2-33 0,3 1-36 16,-4-2-54-16,1 6-28 0,-4-4-26 0,0 0-87 15,-2 4-91-15,-1-5-99 0,-1 1-157 0,-3 3-22 16</inkml:trace>
  <inkml:trace contextRef="#ctx0" brushRef="#br0" timeOffset="-209188.82">13570 10424 394 0,'-3'-6'204'0,"3"6"9"0,-8-5-6 16,5 1-7-16,3 4-13 0,-4-6-36 0,4 6-16 16,0-3-9-16,0 3-6 0,0 0-10 0,0 0-2 15,0 0-8-15,0 0-6 0,0 0-53 16,0 0-31-16,0 0 16 0,21 6-8 0,-17-3 13 15,2 6-8-15,1-3 10 0,-1 2 3 0,-1 0 2 16,1 3-4-16,-2-3 6 0,2 5 7 0,-3-2-19 16,-2 0 2-16,2 2 4 0,0-1-4 15,-3 1-4-15,0-1 12 0,-3 2-20 0,0 0 13 16,2-3-44-16,-5 5-28 0,3-4-48 16,-1 1-101-16,-5-4-171 0,7 1-343 0,2-2 80 0,-3-1 63 15</inkml:trace>
  <inkml:trace contextRef="#ctx0" brushRef="#br0" timeOffset="-208972.56">13802 10283 683 0,'6'8'235'0,"2"1"-7"0,-4-1-18 15,5 6-28-15,-5-2-13 0,5 5-23 16,-4 0-13-16,5-1-8 0,-4 6-2 0,1-2-26 16,1 1-25-16,-2 0-18 0,1 2-36 0,-1-1-39 15,1-2-33-15,-2-2-84 0,1-1-102 16,1-3-403-16,2 1 19 0,-1-4 84 0</inkml:trace>
  <inkml:trace contextRef="#ctx0" brushRef="#br0" timeOffset="-208422.22">14027 10393 570 0,'0'0'226'16,"0"0"-32"-16,0 0-15 0,0 0-5 0,11 15-20 16,-7-10 2-16,2 0-31 0,1 2-4 0,3-6-6 15,-3 6-8-15,3-4-22 0,-3 1-8 0,4-1 0 16,-2-3-6-16,-2 4 9 0,1-2-11 15,-8-2 7-15,13-2-14 0,-6-1 2 0,-7 3-15 16,10-6 4-16,-6 1-9 0,-1-2-19 16,0-1 19-16,-3-2-3 0,0-1 71 0,0-3-22 15,-3-1-11-15,3-3-7 0,-3-1-10 0,3-3 4 16,-3 4-10-16,2-4-10 0,1 4-7 16,0-1-6-16,0 2 0 0,1-1-2 0,2 2-8 15,0 1 10-15,1 0-4 0,2 4-9 16,-2-1 1-16,2 2 4 0,1 3-22 0,0 2 2 0,0 0 8 15,0 3-11-15,3 2 3 0,0 0-5 16,0 2 11-16,1 3-6 0,2 2-3 0,1 2-4 16,-3 1 12-16,2 1-5 0,1 2 3 0,2-1-11 15,-1 3 1-15,-2 1 12 0,1-7-8 16,-4 5 1-16,3-3 5 0,1-1 4 0,-4 0-17 16,1 0 18-16,-1-1-23 0,0-3 33 0,1 0-8 15,-4 1-51-15,3-5 6 0,0 4-1 16,-3-6 16-16,3 0-3 0,-10 0-3 0,13-6 11 15,-2 1 15-15,-4-1 46 0,0-2 0 0,-1-3 8 16,-2-1-15-16,0 1-8 0,-4-4 7 0,0-1 1 16,0 6-6-16,-3-6 1 0,-2 1-16 0,-1 3 7 15,-1-1-14-15,-6 2 2 0,-2 1 5 16,-5 1-3-16,-4 2-2 0,-3 1-8 0,-4 3-28 16,-3 0-35-16,-8 6-47 0,-2-1-62 0,-17 2-132 15,3 4-548-15,-1 0 54 0,1-1 122 16,-3 0 52-16,-1 0 66 0</inkml:trace>
  <inkml:trace contextRef="#ctx0" brushRef="#br0" timeOffset="-206355.72">10482 13193 1039 0,'-6'-2'289'0,"6"2"-20"0,-4-2-39 16,4 2-10-16,0 0-23 0,0 0-12 0,-6 12-27 15,9-5-2-15,-3 1-20 0,3 6-3 0,1-3-18 16,-1 6-7-16,0 1-11 0,2-1-5 0,1 4-17 15,-3-2-6-15,4 6 5 0,0-2-28 16,-1-1-13-16,2 1-22 0,-1-1-35 0,6 1-37 16,-2-3-39-16,2-3-51 0,1 1-112 0,3-3-505 15,0 2 94-15,-4-9 50 0,2-1 35 16</inkml:trace>
  <inkml:trace contextRef="#ctx0" brushRef="#br0" timeOffset="-206003.55">10787 13351 790 0,'-14'7'203'0,"11"0"-9"15,0 0-20-15,-1 1-10 0,3 2-18 0,1-2-10 16,1 2-24-16,3 3-4 0,-1-1-3 16,4-2-11-16,-1 5-17 0,1-7-5 0,4 4-21 15,2-1 16-15,-3-4-26 0,4-2-3 16,-1 2 6-16,-1-7-16 0,4 1 2 0,-2-1-1 0,-1-1-24 15,2-1 23-15,1-4-15 0,-2-3 33 16,-1 1-26-16,-2 0-2 0,-1-5 10 0,-3 1-12 16,0-5-11-16,-4 0 20 0,-3 1 3 0,-3-1-7 15,3-4 5-15,-7 0 63 0,1-2-7 16,-2 5 15-16,-2-1-22 0,-3 2 1 0,-1 1 4 16,3 2-6-16,-6 5-15 0,1 0-3 0,1 1 3 15,-4 5-10-15,1-1-11 0,5 1 0 16,-5 3 1-16,5 2-16 0,-1-1-10 0,1 3-18 15,2-1-54-15,4 3 2 0,3-2-30 0,1 3-43 16,6-2-62-16,-2 2-343 0,5-3-225 0,2 2 81 16,2-2 96-16,0-3 25 0</inkml:trace>
  <inkml:trace contextRef="#ctx0" brushRef="#br0" timeOffset="-205671.72">11139 13214 734 0,'-3'7'277'0,"-1"2"-21"0,4-2-21 0,0 3-17 15,0 1-29-15,0-3-10 0,4 3-15 16,-1 1-16-16,1-1-17 0,2-2-8 0,4 4-5 16,1-2-31-16,-1-3-8 0,0-1-2 0,4 1-11 15,-1-5 6-15,1 2-13 0,0-3-5 0,0-2 2 16,0 0 0-16,-1 0 3 0,1-1-20 15,-1-5 7-15,-2 3-16 0,-1-2 6 0,-3-5 13 16,3 2-16-16,-6 1 3 0,-1-4-8 0,0-3-2 16,-6 2-11-16,0-4 8 0,-5 1-2 0,2-2-11 15,-4 1 3-15,-1-1 10 0,1 0-13 16,-3 7 0-16,-2-5-12 0,5 7 12 0,-3-2-3 16,-4 3-19-16,4-1-29 0,1 6-23 0,2-3-36 15,0 4-54-15,-3-2-122 0,6 4-492 16,0-1 36-16,0-1 82 0,7 1 74 0,-10-4 64 15</inkml:trace>
  <inkml:trace contextRef="#ctx0" brushRef="#br0" timeOffset="-205472.06">11580 13083 824 0,'24'0'268'0,"0"1"-24"15,-4 4-19-15,1-3-25 0,0 0 48 0,2 5-25 16,1-2-19-16,3-1-30 0,-2 5-30 0,2-1-37 16,1 5-43-16,2-2-36 0,-3 3-115 0,-6-2 21 15,-1 1-172-15,-3-2-466 0,1-3 36 16,-5 0 97-16,-2-2 49 0</inkml:trace>
  <inkml:trace contextRef="#ctx0" brushRef="#br0" timeOffset="-205256.25">11853 13027 747 0,'-14'0'287'0,"14"0"-26"16,-13 7-8-16,3 0-25 0,2 2-21 0,2 0-92 16,-1 8 1-16,-3-2-11 0,0 2-11 15,3 6-12-15,0-2-10 0,-2 3 2 0,4 0-7 16,-2-1-8-16,4 1-13 0,-3 0-31 0,5-2-36 15,-2 1-37-15,3 0-68 0,3-4 14 16,-2 6-362-16,5-7-184 0,-2-3 41 0,2-1 77 16</inkml:trace>
  <inkml:trace contextRef="#ctx0" brushRef="#br0" timeOffset="-205022.52">12041 12971 944 0,'1'5'320'16,"2"0"-31"-16,3 3-30 0,-5 1-29 0,6 1-17 16,0 0-14-16,-1 5-32 0,1 2-19 15,-1-2-25-15,2 1-13 0,-1 3-36 0,3-3-38 16,-4 1-18-16,2 2-69 0,2-5-41 0,0 3-116 15,1 0-393-15,2-5-98 0,-6-2 92 0,4-5 47 16</inkml:trace>
  <inkml:trace contextRef="#ctx0" brushRef="#br0" timeOffset="-204488.77">12284 13025 913 0,'-3'6'218'0,"3"0"-8"0,0 0-41 16,0 2-11-16,3 3-4 0,-2-1-11 16,5 1-17-16,0-3-32 0,2 3 19 0,-1 2-23 15,3-3-8-15,4-2 5 0,-4 0-26 16,0-2 0-16,1-2-2 0,-1 1-10 0,-1-3-5 16,2 2 2-16,-4-4-13 0,-7 0 8 0,13-4 0 15,-6 2-5-15,-3-3-16 0,-1-3 8 0,1-1 0 16,-4 1-10-16,-3-4 5 0,2-4 3 15,-2-1-3-15,-1 0-5 0,0-4 0 0,-2 4-5 16,3-4-3-16,-4-1 5 0,4 3 16 0,0-2-13 16,2 4 0-16,1-1-5 0,0 1 7 15,1 2-12-15,2 4 5 0,3-3-3 0,-2 4-10 16,5 2 7-16,-1 0 4 0,2 1-14 16,0 5 21-16,1 1-23 0,2 1 5 0,-3 1 15 15,4 4-4-15,0-1-11 0,3 2-6 0,-4 0 9 16,2 3-16-16,1-3 16 0,-2 4 4 0,0-4-1 15,0 3-12-15,2-2-6 0,-1 0 12 16,-2 2 2-16,0-3-17 0,-2-3 17 16,2 3-2-16,-2-5 0 0,2 1 16 0,-6 1-1 0,4-3 16 15,-4-5-6-15,2 4-4 0,-2-6-16 16,1 0 15-16,-2-3 6 0,-2 2-3 0,-1-7-2 16,-3 3-9-16,0-7 9 0,0-2-3 0,-3 3-11 15,-4-4 11-15,-1 4-13 0,-2-3 1 16,0 0 60-16,-4 6 19 0,-2 3-21 0,-5 0-6 15,-3 6-4-15,1 1-36 0,-5 5-2 0,-2 5-22 16,-5 4-14-16,-13 9-44 0,0 6-41 0,1 5-43 16,-5 11-85-16,1 3-415 0,3 6-120 0,4 7 110 15,2-4 49-15,1 5 61 0</inkml:trace>
  <inkml:trace contextRef="#ctx0" brushRef="#br0" timeOffset="-203972.54">10879 14931 780 0,'0'0'300'16,"0"0"-16"-16,0 9-21 0,0-9-35 0,3 8-8 16,-3-2-17-16,3-1-22 0,2 7-22 15,-2-2-16-15,0 0-4 0,1 7 12 0,2-4-28 16,-2 3-93-16,-1 1 1 0,5-1 7 0,-5 2 1 15,4 2-21-15,2 5-8 0,-5-3 10 16,3-1-32-16,0-1 1 0,0 0-40 0,2-2-21 16,-5 2-38-16,3-4-38 0,0 0-67 0,-3-1-154 15,2-1-337-15,0-5 66 0,2 0 72 16</inkml:trace>
  <inkml:trace contextRef="#ctx0" brushRef="#br0" timeOffset="-203472.57">11057 15045 773 0,'0'0'263'0,"0"0"-35"0,0 0-23 15,0 0-16-15,0 0-15 0,0 0-18 0,6 18-5 16,-2-11-23-16,-4-1-10 0,7 2-10 15,-6 3-11-15,5-2-8 0,-3-1-7 0,4 1-5 16,-3 1-5-16,2-1-8 0,2-1-72 0,-2 2-5 16,1-2 6-16,3 2 2 0,0-3 2 0,0 1 6 15,-3-1 12-15,4-1 3 0,-4-2 0 0,3 0-5 16,1 0 2-16,-1-4 21 0,3 0-23 16,-2 0-1-16,-1-3-9 0,3-1 10 0,-2 1-8 15,-1-2 3-15,0-1-3 0,1-5 10 0,-1 3 3 16,-1-2-10-16,-4 2 7 0,1-4-7 15,-3-1 7-15,-2-4-15 0,2 5 18 0,-6-4-23 16,2 0 23-16,-2-1-5 0,0 0 2 16,-5 1 13-16,2 2-2 0,-1-3 4 0,0 6-4 15,-4-3 69-15,2 6 2 0,-1-3-13 0,-1 1-25 16,1 3 13-16,0 1-8 0,-4 3-15 0,4-2-1 16,-3 4-2-16,2 1 3 0,1 1-18 15,0-1-6-15,-1 6 6 0,1-2-8 0,3 3 3 16,0 1-9-16,0 2 4 0,1-2-16 0,2 5 0 15,1-2 11-15,3 2-16 0,0-1 0 16,0 1-26-16,3-1-23 0,0 0-12 0,4 1-26 16,0 0-44-16,1-1-38 0,4 0-94 0,-2-1-498 15,5-1 35-15,-5-3 65 0,4 0 62 16,-4-4 69-16</inkml:trace>
  <inkml:trace contextRef="#ctx0" brushRef="#br0" timeOffset="-202455.19">11515 14784 639 0,'0'0'223'0,"0"0"0"0,-14 7-39 15,10-1 0-15,4 1-25 0,0-2-16 16,0 6-7-16,0 0-13 0,0-1-5 0,1 7-16 16,2-3-12-16,4 4-14 0,-3-3 12 0,2 1-27 15,4-3 8-15,-2 4-20 0,-1-2-1 16,3-1-2-16,0-3 3 0,4 2-3 0,-4-4-20 0,4 0 4 16,-1-1 4-16,1-5-1 0,-1 2-10 15,1-3 5-15,0-2-18 0,-1-2 8 0,1-3-15 16,0 1 10-16,-3-4 2 0,2-1-2 0,-6-2-11 15,3-2 4-15,-6-1-14 0,2-1 8 16,-6 2 0-16,0 0 10 0,-3-4 0 0,-3 2 6 16,1 1 12-16,-2 0 0 0,-3 0 5 15,0 4-7-15,-3 1-1 0,2 0 14 0,-3 1-14 16,-2 1-2-16,-2 5 8 0,5-3-5 0,-4 4-1 16,6 1-4-16,-6 0-1 0,4 0 3 15,3 0-5-15,-1 1-15 0,4 2 12 0,0 0-7 16,1-2 5-16,6-1-8 0,-8 6 3 0,8-6-11 15,0 4 8-15,0-4 5 0,0 0 6 0,0 0-6 16,21-2 3-16,-11-1-3 0,5-2-2 16,1-3 4-16,1 1-14 0,0-3 4 0,4 0-14 15,0-5 12-15,-2 5-6 0,2-5 78 0,0 5-13 16,-1-5-8-16,1 4 0 0,-3-3-10 16,-2 6-7-16,1-1-14 0,-3 5 11 0,0-1-18 15,-1 2-1-15,-3 0 4 0,1 3-19 0,-4 3 6 16,2 1 2-16,-1 1-8 0,-1 0 14 0,-1 2 7 15,1 1-8-15,-3 5 0 0,3-3 10 16,-1-1-2-16,-2 1 3 0,2 2-16 0,-2 1-2 16,3-5 9-16,0 7 6 0,0-5-7 0,2 0 1 15,-5-2-4-15,4-1-13 0,1 3 5 16,-2-3 0-16,0-3-3 0,3 0 11 0,0-4-3 16,-3 4-7-16,0-4-4 0,-7 0 14 0,11-4-8 15,-5 1 15-15,-2-2-17 0,-1-2 7 16,0 1-18-16,-3-6 3 0,0 1 2 0,0-3 3 15,-3-3 5-15,-4 0-10 0,1 1 18 0,-1-8-24 16,0 10 21-16,3-5 16 0,-3 2-11 16,1 4 8-16,2-2 5 0,-3 0-10 0,4 5 10 15,-1-5 5-15,4 7-10 0,-3-2-21 0,3-1 11 16,0 4 7-16,0-1-17 0,3 1 17 0,1 0-12 16,3 0 12-16,0 3-15 0,3 2-2 0,0-2 4 15,1 3-2-15,-1 2-2 0,4-1-4 16,-1 4 1-16,4 0 10 0,0 2 3 0,1 1-8 15,-2 2-13-15,2-2 1 0,1 4 17 0,-1-2-10 16,0-1 10-16,-2 2 0 0,2-2 5 16,-5 1-13-16,4-2 6 0,-7-1-6 0,1-1 6 15,2 0 10-15,-3-3 5 0,1-1-5 0,-1 2-1 16,0-3-9-16,0-3 12 0,1 2 1 0,-4-3 2 16,3-2-26-16,-3-1 16 0,0-1 4 15,-1-2 4-15,-5-1-3 0,2-2-1 0,-3 1-12 16,0 1 21-16,-3-3-14 0,2 3 9 0,-5-3-16 15,-1 3 15-15,0 0-15 0,-3 1 8 16,3 2-16-16,-4 1 13 0,-2 1-7 0,0 5-16 16,-2 1-13-16,-5 6-25 0,-3 2-44 0,2 3-38 15,-4 5-67-15,-9 11-171 0,4 5-454 16,9-7 55-16,-6 8 79 0,6-4 76 0,4-3 60 16</inkml:trace>
  <inkml:trace contextRef="#ctx0" brushRef="#br0" timeOffset="-202206.6">11570 15480 821 0,'-8'3'248'0,"5"1"-22"16,3-4-29-16,3 11-10 0,-3-4-29 0,0 1-22 16,0 3-11-16,1 2-12 0,3 6-49 0,-4 1-23 15,-4 0-44-15,3 5-50 0,1-1-91 16,-3 2-503-16,3 2 45 0,-3-1 44 0</inkml:trace>
  <inkml:trace contextRef="#ctx0" brushRef="#br0" timeOffset="-201804.56">11039 16186 762 0,'25'-19'318'0,"2"3"-34"0,1-2-36 0,15-7-20 16,6-2-23-16,16-6-13 0,6-4-29 0,2-1-1 16,4-4-27-16,0 2-7 0,4-6-10 15,4-1-26-15,4 0-15 0,1 1 2 0,29-5-17 16,-26 9-6-16,-1 3-7 0,0 3-11 0,-10 5-22 15,-4 4 1-15,-9 2-14 0,-14 4-13 0,-10 4 23 16,-14 7-13-16,-1 0 12 0,-7-3-4 16,-2 4 18-16,0 1 20 0,-5 0 0 0,2-1 15 15,-5 1-4-15,1 0-4 0,-4 4 14 0,0-1-13 16,-2-3 12-16,-1 7-27 0,-1-3-6 0,1 1-33 16,-4 0 0-16,-3 3-44 0,0 0-35 15,0 0-136-15,3 8-594 0,-9 2 41 0,2-3 95 16,-2 3 61-16,-4-2 47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5:33:57.2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8805 2301 404 0,'0'0'141'0,"0"0"10"0,-4 3-23 15,4-3 13-15,0 0-16 0,0 7-12 0,-3-2-11 16,3-5-2-16,0 10-6 0,0-3-6 0,0 1-17 16,0 3-2-16,0 0-2 0,3 3-24 15,-3 0 1-15,0-1-8 0,0 4 5 0,3 1 5 16,-3 1-18-16,3-1 5 0,-2 1 8 15,2-1-15-15,-3 2-6 0,3 0 1 0,-3 0 15 16,3 1-13-16,-3-1 5 0,1 2-3 0,-1 3 9 16,3 0-6-16,-3 0-92 0,0 2 2 15,0-2 19-15,0 3-14 0,4 0 42 0,-4-1-18 16,0 2 5-16,0-2-6 0,0 2 45 0,3 0-42 16,-3-1 21-16,0 3-6 0,0 2-9 0,1 1 22 15,2-4-22-15,-3 0 12 0,3 5 10 16,-3-2 3-16,0 4-5 0,0-3 10 0,3 1-12 15,-3-1-9-15,0 4 9 0,0-4 7 16,1 1-6-16,2 0 14 0,-3 0-3 0,0 1 3 16,3-1-8-16,-3 1 10 0,0 1-7 0,3-2 17 15,-3 1-7-15,0 2-8 0,0-2 8 0,0 3 5 16,1-3 5-16,1 3-13 0,3-5 3 0,-5 4 2 16,3-2-2-16,0-2-10 0,1 1 4 15,-1 0-2-15,0 0 3 0,1 1 2 0,2-2 3 16,-5 1-5-16,3 0-1 0,-1 3-1 15,1-1 1-15,-1 2 16 0,0 1-12 0,0-5-6 16,0 2 43-16,1 0-45 0,-1-3 7 0,1 4 13 16,-4-2-8-16,4 0-2 0,-4 2 3 15,3-4 2-15,0 2 2 0,-2-1-12 0,2 1 15 16,0-1-8-16,0 1 16 0,-2-3-8 0,2 3 0 16,0 1-13-16,1-1 0 0,-1 1 11 0,1-2-6 15,2 1 11-15,-5 3-19 0,5-3 6 16,-3-3-2-16,0 2-4 0,2-2 1 0,-1 1-3 15,-1-1 10-15,3-1-10 0,-3-3 6 0,1 0 76 16,-1 1-21-16,0 1-2 0,2 1-5 16,-2 0-10-16,0-1-1 0,-2 2-2 0,2-1-5 15,0-4 6-15,1 5-7 0,-1 0-1 16,0 0-16-16,0 0 0 0,1 1 13 0,-3 0-8 0,2-1-8 16,0 2-4-16,0 3-3 0,-3-4-3 15,1 0 0-15,2-1 5 0,-3-4-12 0,0 9 10 16,0-4 2-16,0 1-7 0,0-3-1 0,0 1 11 15,-3 2 0-15,2 3 3 0,1-4-14 16,-3 2 4-16,3 1 7 0,-3-1-8 0,0 1 15 16,2 2-9-16,-3 1-1 0,1-4 3 0,-3 3-5 15,5-3 7-15,-5 3-7 0,3-3-3 16,2 3 1-16,-2-3-1 0,0 3 5 0,-2-3-2 16,2 4-10-16,0-1 17 0,0-1-7 0,-1 1 5 15,4-2 2-15,-3 2 3 0,-1 1-5 0,1 10-8 16,0-5 21-16,3-6-15 0,-4-2-14 15,1 2 21-15,2 0-5 0,1-2-5 0,0 2 7 16,-3-1-81-16,3 1 23 0,0 1 4 0,0 11-4 16,0-9 12-16,0-3 8 0,0-3 0 0,0 2 16 15,3-1 4-15,-3-4 4 0,3 7-6 16,-2-5 2-16,3-1 3 0,-1-1 8 0,0-2-18 16,-2-4 10-16,2 3-5 0,0-3-5 0,-3-2 13 15,3 0-6-15,1 0 3 0,-4-2-10 16,3-1 13-16,-3 0-3 0,3-4-15 0,-3 1-1 15,0 0-24-15,0-6-14 0,0 4-28 0,0-2-30 16,-3-1-29-16,0-4-84 0,-1 0-551 0,-2-2 88 16,0-1 33-16,-3-4 66 0</inkml:trace>
  <inkml:trace contextRef="#ctx0" brushRef="#br0" timeOffset="1482.51">6343 7504 685 0,'-3'-3'228'15,"3"3"-31"-15,0 0 1 0,0 0-30 0,0 0-4 16,13-5-13-16,-7 2-15 0,-6 3-21 16,15-1 5-16,-6-1-17 0,2-2-11 0,0 3-13 15,2-1 11-15,1 2-29 0,2-1 6 16,-2-2-8-16,3 2-95 0,4 1 21 0,0 0-19 16,-1-2 16-16,4 2 0 0,4-1 8 0,2 0 5 15,1-2-8-15,0 1-12 0,3 1 25 0,0 1-18 16,7-1 23-16,0 0-13 0,0 0 11 15,4-3-31-15,-1 3 33 0,1-1-18 0,-1 1 46 16,0-3-33-16,1 4-13 0,-1-3 19 0,1 3-9 16,-1-4 18-16,1 2-10 0,-1 1 62 15,4 0 10-15,17 1-18 0,-4-2-8 0,-6-2-5 16,10 4-5-16,-3-3-10 0,3 2 7 16,-1-2-2-16,1 2-3 0,-3-1-5 0,0 1-7 15,5 0 9-15,-5-4-14 0,6 3-1 0,-6 2-5 16,3-6 8-16,0 6-2 0,-3-3-3 0,0 2-1 15,2-3-1-15,-2 1 4 0,3-1-2 0,-3 1 7 16,2 1 1-16,-2-3-9 0,2 2-17 16,1-1 13-16,0 1-13 0,4 2 15 0,-1-5 5 15,0 4-12-15,1 0-3 0,3-3-3 0,-3 2 11 16,2-1-3-16,-3 4-2 0,4-3 2 16,-7-1-2-16,0 1 7 0,0 2-3 0,0-1-9 15,0-3-1-15,3 3 3 0,1-2 11 0,2 1-9 16,-2 2-2-16,2-5 0 0,-2 4 13 15,-1-4-11-15,0 3-12 0,-3 2 3 0,0-3 14 0,4 1 3 16,-4 2-76-16,0-4-8 0,3 3 23 16,1 0-6-16,6-2 14 0,-3 1 12 0,2-2 0 15,-1 2 3-15,1-3-5 0,-5 3 5 0,3-5 2 16,-4 3 11-16,4 2-3 0,-3-4 2 16,3 0 1-16,2 3 15 0,5-3-2 0,-4 1 22 15,1 2-30-15,-1-2-3 0,0 0 16 0,0-1-1 16,-4 2 8-16,2-2-12 0,-2 1-1 15,-2-3 16-15,6 1-18 0,0 1 18 0,17-1-16 16,-16 2 16-16,-4-2 7 0,17-3-7 16,-15 5 0-16,-1-2-10 0,1 1 12 0,1-2-18 15,11-4 16-15,-10 6-5 0,10-4 7 0,-9 4 3 16,12-4 5-16,0 3-5 0,-14-1-8 0,-2 1-7 16,-2 0 10-16,4-1 7 0,-2 1-15 0,15-2 3 15,-16 3-6-15,0-2 11 0,3 0 5 16,14-2-2-16,-4 0-4 0,-13 4 4 0,0-4-3 15,-1 3 7-15,2-1-12 0,1-1 7 0,12-4-7 16,-14 5 22-16,3 1 9 0,10-7-26 16,-13 7-3-16,10-3 8 0,-7 3-3 0,-3 0 21 15,0-1-21-15,-3-1 1 0,2-1 9 0,0 3-7 16,-4-2 5-16,1 0-10 0,0 1 18 16,0 1-13-16,-3-1 15 0,4 1-2 0,-7 0-8 0,2 0 2 15,-5 1-14-15,-9 4-6 0,-8-3 15 0,-1 3-12 16,-1-1-16-16,-9 1-46 15,-3-1-38-15,2 2-64 0,-9 0-154 0,-5 2-463 0,-1-1 85 16,-6-2 33-16,-5 1 66 0</inkml:trace>
  <inkml:trace contextRef="#ctx0" brushRef="#br0" timeOffset="4799.46">9218 2014 575 0,'0'0'195'0,"0"0"-21"0,0 0-10 0,0 0-11 15,0 0-22-15,0 0 2 0,0 0-15 16,0 0-13-16,0 0-8 0,0 0-2 0,0 0-16 15,14 17 6-15,-11-10-14 0,0 1-84 0,1 4-10 16,2 0 11-16,-3 1 14 0,2 4-12 16,1-1 23-16,-2 1-21 0,-1 2 8 0,1 4 28 15,2-2-15-15,-2 3-3 0,3 1 13 16,-1 0-20-16,-2 0 7 0,2 1 3 0,1 5 2 16,1 0-10-16,-2-1-7 0,1-1 27 0,-1 0-14 15,2 3 19-15,-1-2-19 0,0 0-6 0,-1-5 5 16,5 3-5-16,-1 0 0 0,0-1 23 15,1 2 39-15,-1-2 2 0,3-1 0 0,1 0-5 16,-1 1-2-16,1-2-14 0,0 2 6 16,3-2-8-16,-4 2-2 0,2-1 2 0,-2 1-21 0,0-1 8 15,2 4-4-15,6 4-4 0,-2-2-4 16,-4-4 4-16,1 0-12 0,1 0-3 0,0 9 11 16,7 1 2-16,-9-7-3 0,1-5 8 0,1 2-4 15,3 10-9-15,-5-5-10 0,1-6 13 16,-2 2-5-16,6 10-1 0,-5-6-9 0,1-2 15 15,-2-4-13-15,-1 4-2 0,1-3 15 0,0 2-16 16,3 8 6-16,-4-5-1 0,2-3-1 0,1 10 9 16,-4-6-10-16,0-6-10 0,-2 3 13 15,1-2-6-15,-1 0 3 0,0 0 0 0,4 1 8 16,-4-2-5-16,-3 2 2 0,4-1-5 16,-1 1 6-16,0 2-4 0,1-4-7 0,-2 0 5 15,1 0-5-15,1-1 0 0,-4 0-5 0,3 2 10 16,0 0-2-16,1 0 2 0,-1-1 0 15,-3-2 8-15,6 5-13 0,-3 0-5 0,0-2 7 16,1 1 1-16,2-2-1 0,-2 0 9 0,-1 0-1 16,0-1-10-16,1 0 3 0,2 2 9 0,-2-4-4 15,3 0-11-15,-4 1 1 0,4-1-1 0,2 2 11 16,-2 0-5-16,-3 1-1 0,2-3 8 16,1 1-12-16,2-2 7 0,-1 1-5 0,-2 0 10 15,1-3-5-15,-1 2-2 0,2 0-1 0,1-2 4 16,-2 3-6-16,0-1-11 0,-1-4 16 15,4 5 6-15,-3-2-11 0,3 2 7 0,-4 0 6 16,2 0-10-16,1-2 4 0,-1-1-12 0,1 2 15 16,1-2-12-16,-3-1 12 0,3-1 3 15,-4-2-16-15,5 2 8 0,-5 1-2 0,2-4-11 16,1 1 24-16,1 0-21 0,1 4 10 0,-5-5 13 16,5 2-16-16,-2 2 3 0,2-2-5 0,-2 2 8 15,2-1-5-15,-1-1-1 0,0-1 6 16,-4 1-3-16,8 0 10 0,-3 0-12 0,1-1-8 15,-1-1 7-15,-1-2 11 0,3 2-10 16,-2-2-8-16,2 3 2 0,-2-3 6 0,1 0 2 16,5 1-8-16,0 2 11 0,1-1-1 0,-1 0 6 15,-1-1-13-15,4 1 5 0,-2 0-10 0,2-1 5 16,0 0 10-16,1 0-7 0,-1-2-8 16,-3 1 13-16,3 0-11 0,0 1 16 0,-2-1-18 15,2-3 15-15,-3 4-7 0,-4-5-9 0,4 2 14 16,1 1-8-16,-2-3-5 0,-3-1 0 0,4 3 5 15,-3-3-13-15,-1 1 21 0,4 2-11 16,-3-1 16-16,-1-2-10 0,1 3 2 0,3-3-10 16,-3 4-3-16,-1-3-10 0,7 3 28 0,-3-4-12 15,0 1 4-15,-4 2-10 0,4-5 11 16,-2 3 5-16,1-1-11 0,-2 2-10 0,3-3 16 16,0-1 10-16,0 0-6 0,-1 1-9 0,1-1 7 15,0 0-13-15,0-1 11 0,0-1-6 16,0 2 1-16,-3-1 9 0,3-1-4 0,-1 1 7 15,-2 0-7-15,3-2 4 0,-7 2 4 0,6-1-4 16,-5-3-2-16,-1 3-10 0,3-2 3 0,-2 2 7 16,2-3-8-16,-3 2 11 0,0 0-3 15,1-2-20-15,-2 0 10 0,5 2 10 0,-4-3-3 16,0 0 6-16,0 2 2 0,0-3-7 16,1 0-1-16,-2 3 6 0,-2-2-3 0,3-1-2 15,0-1 7-15,-3 2-7 0,6-2-3 0,-5 1 10 16,1 2-8-16,2-3-7 0,-2 2-2 0,-1-2 4 15,4 0 18-15,-4 0-7 0,1 0-3 0,-1-2 3 16,1 2-6-16,2 0 1 0,2-3-3 16,-6 2 10-16,6 1-7 0,0 0 4 0,-2-2 1 15,3 1 0-15,-2-1-1 0,-1-2-4 0,2 2 0 16,1 1 12-16,0-4-10 0,-1 3 3 16,3-3-3-16,-1 2 3 0,5 0 7 0,-3-3-10 15,2 2-8-15,2 0 6 0,-4-2-6 0,4 3-2 16,-1-3-66-16,1 3 4 0,2-4 13 15,-2 1-5-15,3 3 21 0,-1-5-8 0,4 2 2 0,0 2 16 16,-3 0 10-16,6-3 3 0,-2 3-5 16,-1-4-3-16,7 2 0 0,-7 1 23 0,4-2-11 15,-1 0-2-15,0-2-2 0,-2 2 7 16,3-1 14-16,-4 1-1 0,3-2-18 0,-6 1 3 16,3 0 7-16,-3-2 6 0,3 2-8 0,-9-1 7 15,2 1-4-15,0 0 7 0,-3-2-5 16,0 2 2-16,0-2 6 0,0-1-8 0,0 1 25 15,-1-1-17-15,-2-1 5 0,3 0-5 0,-3-1-3 16,2 0 0-16,-2-2-3 0,3-1 9 0,-4 1-4 16,1-1 6-16,0-1 8 0,-2 3-3 0,2-7-11 15,0 4 16-15,-1-2-13 0,4 1 6 16,-3-3 4-16,0 2-4 0,-1-4-1 0,1 4 6 16,3-3-1-16,-4 3 3 0,4-5-8 0,-3 0-12 15,-1 4 12-15,10-11-20 0,-6 5 18 16,-3 3-10-16,0-2-14 0,-1 2 6 0,1-2 3 15,-1 0 9-15,-3 0 6 0,4 0 0 0,-5-2-3 16,2 2-5-16,-1-1 0 0,4-9 8 16,3-2 8-16,-8 8-9 0,-1-1 1 0,1 4 10 15,2-11-2-15,2 5-24 0,-7 2 13 0,2 1 1 16,4-10-1-16,2 3 72 0,-10 3-13 0,6 4 0 16,-4 1-18-16,5-10 0 0,-2 7-7 15,-2 1-6-15,0 3-7 0,0-4-8 0,2 3 10 16,2-12-12-16,-2 1 10 0,-1 4-13 0,-2 6 5 15,4-11 0-15,-6 5-6 0,3 3 7 0,-4-1 4 16,0 2-5-16,1 1-8 0,-1-1 6 16,3-2-11-16,-3 2-8 0,0-1-7 0,-3 3 8 15,4-4 4-15,-1 1-1 0,0 0-4 0,-3-1 8 16,3-1-10-16,0 1 16 0,4-10-9 16,-4 4 1-16,-3 9-8 0,0-5 0 0,4 0 3 15,-2 2 7-15,-2-1-5 0,0 1 3 0,7-12-6 16,-7 7 6-16,2 4 0 0,2 0-13 15,-4 0-3-15,3-10 0 0,1 5-2 0,-4 7 12 16,-1-1 4-16,4 4-6 0,-2-5 0 0,-2 1 2 16,1 1 1-16,0 0 4 0,0-1 1 0,0 1 7 15,2 0-9-15,-5 1 9 0,3 0-13 0,0 0 1 16,0-1 0-16,-1 2 7 0,-2-1-8 0,2 5 11 16,-1-1-5-16,1 1-3 0,-2-1-2 15,-1 1-3-15,3-1 25 0,-2 1-22 0,-1-1 2 16,2 2-5-16,-2-2 0 0,3 0 31 0,-3 1-31 15,-2-1 7-15,5 1 1 0,-6-3-13 16,4 0 0-16,-1-3 17 0,1-2-4 0,-1 0 5 16,-2 0-8-16,2 1-2 0,0 4 2 15,0-4 10-15,-3-2 0 0,1 2-7 0,2 5-3 16,-3-1-2-16,3-1-1 0,-3 1 1 0,0 1-1 16,3-2 9-16,-3 3-9 0,0-1 11 0,3 0-8 15,-3 1 5-15,0 1 3 0,-3-1 10 16,3 0-7-16,0 1 4 0,0-1-10 0,-3 2-15 15,3-1-10-15,0 1 12 0,-3-1-12 0,3 1 35 16,-3 0-2-16,3-1 5 0,0 1 3 0,0 3 2 16,-1-3-15-16,1 0-16 0,0 4-4 0,0 0 12 15,0-2 10-15,0 2 11 0,0 0-13 16,0 0 7-16,0-1-15 0,0 1-2 0,1 2 12 16,-1-2-5-16,3 0-10 0,0 1-7 0,-3 0 2 15,3 2-6-15,-3-1 9 0,0 0-11 0,0 1 8 16,3 0 12-16,-3 0-17 0,1 2 20 15,-1-1-12-15,0 0 17 0,4 2-17 0,-4 1 7 16,0 0-3-16,0 0-7 0,0 1 0 0,3 0-10 16,-3 0 12-16,0 1-15 0,0-1 11 0,0 1-27 15,-3 2-22-15,3-1-13 0,0 1-56 16,-4 1-47-16,0-1-127 0,1 4-590 0,-4-1 16 16,-3 1 126-16,-10 0 79 0,-5-1 33 0,-8-3 82 15</inkml:trace>
  <inkml:trace contextRef="#ctx0" brushRef="#br0" timeOffset="6181.96">8780 2323 596 0,'0'-4'210'0,"0"4"-11"0,0 0-19 16,0 0-27-16,0 0-25 0,0 0-20 0,0 0-3 16,0 0-3-16,0 0-15 0,0 0-23 0,0 0 15 15,-6 14-20-15,5-6 16 0,-2 3-27 16,0 0 14-16,-1 4-14 0,0 1 9 0,1 0 9 16,-3-1-40-16,2 1 17 0,1-1-10 0,-4 0-27 15,4 0 24-15,-2-1-2 0,2-1-2 0,-3-3 2 16,3 2 0-16,2-2-5 0,-2-2-20 15,0 2 15-15,0-3 2 0,2 0 1 0,-2-1-6 16,3-1 85-16,-4 1-3 0,4-6 1 0,0 4-11 16,0-4-3-16,0 0-7 0,0 0-3 15,0 0-15-15,0 0-5 0,-4-15-3 0,4 7-5 16,0-4-8-16,0 0-7 0,1-1 10 0,2-5-3 16,-3 0-15-16,4-1 1 0,-1 2-7 15,-3-3-1-15,4 2-3 0,-1 1-6 0,0 1 1 16,1 0 0-16,2 1 4 0,-3 4-14 15,-2 0-8-15,3 2 5 0,2 1 2 0,-2 0-7 16,2 4 2-16,1-1 3 0,0 3 5 0,0 2 13 16,-7 0-6-16,20 5-7 0,-6 0 8 0,-1 0-16 15,2 5 8-15,2 1-2 0,3 1 4 0,1 3-17 16,-4 2-21-16,4 1-38 0,2 4-136 16,-6 0-92-16,-2 1-476 0,-2-5 48 0,1 1 93 15,-7-6 74-15</inkml:trace>
  <inkml:trace contextRef="#ctx0" brushRef="#br0" timeOffset="6983.42">6928 2588 606 0,'-7'-3'231'0,"7"3"-6"15,0 0-31-15,0 0-12 0,-3-4-18 0,3 4-21 16,0 0 3-16,0 0-18 0,13-10-23 16,-7 5-5-16,5-1-11 0,2-1-14 0,1-1 4 15,3 1-2-15,1-4-13 0,2 1-13 0,4 1 3 16,-4-1-6-16,0 1 4 0,1 1-19 0,-3 2-5 16,-2-2-5-16,-2 4-18 0,-3-1-25 15,-1-1-24-15,0 4-30 0,-3 0 2 0,-4 0 3 16,-3 2-2-16,0 0-11 0,0 0 15 0,0 0 18 15,0 0 3-15,0 0 21 0,-33 4-1 16,21-2 3-16,-1 0 10 0,0 2 11 0,-1-1 4 16,1 0 6-16,1 2-11 0,0-3-9 0,2 3 9 15,2 0 6-15,-2 2 17 0,3-1-15 16,1 1 16-16,3 2-8 0,1 2 4 0,2 1 1 16,4 0 13-16,3 4-10 0,3 0 7 15,4 3-3-15,3 1-2 0,4 0 5 0,-2 0-10 16,3 0-2-16,2-1 9 0,0 0-2 0,-5 3 3 15,2-2-3-15,0-1-8 0,-7-3 14 0,3 1-14 16,-7-2 5-16,0 3-4 0,1-5 9 16,-8 3 11-16,1-3 5 0,-1 0-8 0,-6 1 3 15,2-3 10-15,-5 3 5 0,-5-3 3 16,1 3-8-16,-3-3-10 0,-2 1 0 0,-1-4 2 16,-2 1-4-16,1-3 65 0,-3 1-6 0,-1-3-11 15,2 0-6-15,1 0-24 0,-3-2-27 0,4-2-17 16,0 0-47-16,3-1-53 0,0 0-51 0,4-5-123 15,1 1-479-15,4 1 33 0,5-3 67 16,0 0 64-16</inkml:trace>
  <inkml:trace contextRef="#ctx0" brushRef="#br0" timeOffset="7248.49">7440 2528 826 0,'-11'14'249'0,"9"-6"-27"0,1 2-4 15,1 1-8-15,0 1-82 0,0 3-8 0,0 1-15 16,1 1-3-16,1 2-2 0,2-2-13 0,-1 2-5 16,2-2 69-16,1 3-25 0,1 2-4 15,-1-3-19-15,1 0-24 0,0-1 6 0,1 1-9 16,1-4-14-16,-2 1-42 0,1-1-27 0,1-2-37 15,-2-1-71-15,4-1-69 0,-4 0-159 16,6-3-356-16,-3-2 33 0,0-2 67 0,0-2 36 16</inkml:trace>
  <inkml:trace contextRef="#ctx0" brushRef="#br0" timeOffset="7681.99">7611 2654 780 0,'-13'9'220'0,"13"-2"-10"0,0-1-31 0,-3 3-12 16,3 1-19-16,0 1 60 0,3-1-16 15,-3 1-34-15,3 0-12 0,0-1 5 0,1 2-18 16,2-1-23-16,-2-3-15 0,3 1-80 0,0-1-2 16,0 0 10-16,2 1-7 0,2-3 17 0,-1-2-15 15,0 1 5-15,1-2-3 0,-1-1 6 16,3-2 0-16,-2 0-9 0,-4-2 6 0,3-1-7 15,0 0 7-15,0-2-5 0,-3-2-3 0,-3 0 3 16,3-1-13-16,-7-2-20 0,3-1 7 16,-6-2-10-16,-4 0 23 0,3-3-10 0,-3 0 0 15,-2-2 3-15,-2 2-4 0,4 1 14 16,-3 3 7-16,-1-1 1 0,-2 3-1 0,3 0-5 16,-1 1-7-16,1 3 15 0,0-1-5 0,0 4 10 15,0-1-8-15,3 3-10 0,0 1-2 0,7 0 2 16,-17 3 13-16,10 1-11 0,1 0 1 0,5 0 10 15,-6 0-8-15,4 2 18 0,2 0-17 16,1-1-14-16,0 2 11 0,0-7 2 0,1 8-10 16,2-3 8-16,4-2 2 0,-3 1 3 0,3 1 2 15,2-5-12-15,2 3-26 0,2-2-11 16,0 1-22-16,2-2-34 0,1-2-48 0,-1 1-49 16,1-4-97-16,2 2-415 0,0-2 26 0,-2 0 82 15,-2-1 41-15</inkml:trace>
  <inkml:trace contextRef="#ctx0" brushRef="#br0" timeOffset="7948.52">7765 2325 540 0,'10'1'204'15,"-10"-1"-19"-15,20 10-14 0,-5-2-10 0,2 2-2 16,3 6-3-16,5 2-30 0,1 0-14 0,12 9 4 15,-4 1-9-15,0 2-7 0,0 0-8 16,-3 1-8-16,0 2-2 0,-4 1 11 0,-2-2-6 16,-2 3 48-16,-6-4-2 0,-4-2-10 0,-2 0-10 15,-4 4-3-15,-3-2-15 0,-4 5 2 16,-1-3-18-16,-5 4-7 0,-1 9-26 0,-10 1-38 16,3 1-13-16,-3-1-54 0,-4-1-77 15,-5 1-148-15,5-2-484 0,0 1 51 0,4-7 75 16,-4 0 56-16</inkml:trace>
  <inkml:trace contextRef="#ctx0" brushRef="#br0" timeOffset="9315.49">16817 6684 670 0,'0'0'238'0,"-10"-2"-30"0,10 2-29 0,0 0-10 15,0 0-16-15,0 0-4 0,0 0-14 0,0 0-4 16,0 0-16-16,0 0 3 0,27-7-18 16,-17 7 2-16,1-4-10 0,3 2-87 0,6 0 0 15,0-4 18-15,5 4 3 0,2-4 12 16,4 3-7-16,0-5 59 0,6 2-16 0,3 2 0 15,-2-2-2-15,17-3 2 0,3 1-20 0,3-1 7 16,1 1-7-16,0 0-5 0,3 0-3 16,3-1 0-16,4 1-5 0,-4-1 2 0,0 1-7 15,1 0-3-15,-3-1-15 0,2 0 11 0,-4 0-12 16,4 0 12-16,-2-1-14 0,2 4 0 0,1-5-2 16,-1 1-5-16,-6 2 5 0,2-1-3 15,-2 1 10-15,-4 0 1 0,-3-2-6 0,-8 3-2 16,-9 3 5-16,3-3-10 0,-6-1-3 0,2 2-3 15,-3-1 16-15,-7 3-10 0,1-2-1 16,-1 0-4-16,-6 3 12 0,-4-3-4 0,3 3-1 16,-6 0-5-16,3-1-2 0,-7 2 2 0,4-2 0 15,-4 2 2-15,-3 1-12 0,0 0-20 16,0-1 2-16,-7 2-39 0,13-3-35 0,-13 3-34 16,4-1-27-16,-4 1-103 0,0 0-223 0,0 0-243 15,0 0 74-15,0 0 57 0,0 0 56 0</inkml:trace>
  <inkml:trace contextRef="#ctx0" brushRef="#br0" timeOffset="9681.83">18834 6084 639 0,'1'-5'215'15,"5"4"-2"-15,1-2-42 0,2 1-20 0,2 0 3 16,0 2-29-16,6 2-9 0,0 1-14 16,3 0-12-16,0 4 2 0,5 0-10 0,-1 3-13 15,6 0 0-15,-2 3-10 0,2-1-11 0,-5 3-7 16,2 1 5-16,-4 0-10 0,1 0-13 16,-6 0 3-16,-1-1-1 0,0 1-14 0,-4-1 12 15,-2 1-18-15,-4-1 3 0,-1 2 20 0,-2 0-21 16,-4 1 9-16,-3-1 78 0,-1 4 4 15,-2-2-1-15,-5 1-5 0,1 0-15 0,-8 3-11 16,2-3-12-16,-2 3 8 0,5-7-9 0,-5 1-9 16,2 0-6-16,1-1 3 0,-1 0-7 0,2-3-22 15,1 1-30-15,3-3-20 0,-1 2-29 16,1-2-37-16,0-1-71 0,2-2-111 0,2 3-446 16,2-2 30-16,1 0 111 0,0-5 46 0</inkml:trace>
  <inkml:trace contextRef="#ctx0" brushRef="#br0" timeOffset="11398.74">19408 6782 821 0,'-3'-7'269'0,"3"1"-113"0,0 6 3 16,-3-4-11-16,3 4-15 0,0 0-5 15,0-8-23-15,0 8 3 0,0 0-24 0,-1-6-7 16,1 6-3-16,0 0-7 0,0 0-8 0,0 0 0 15,0 0-8-15,0 0-3 0,-13 15-4 16,9-6-11-16,1 0 11 0,-1 3 4 0,1 3-32 16,3 0 22-16,-3 1-5 0,0 2-2 0,2-2 2 15,2 1-7-15,-1 1 2 0,3 0-5 0,0 1 16 16,0-1-32-16,4-2 14 0,-3-2-11 0,3 1 10 16,0 0-17-16,2 0 12 0,2-3-15 15,-4 1 8-15,3-3 15 0,1-1-13 0,-1-2 3 16,0 0 5-16,1-5-8 0,-1 0-2 15,3-2-3-15,-2 0 3 0,2-3-1 0,-3-3 24 16,4-2-23-16,-1 0-1 0,-2-3 9 0,-1-3 7 16,-3-3-8-16,4-2-10 0,-5-4 6 15,-2 0-14-15,-1-2-5 0,-3-2 6 0,0 1 2 16,-3 0 0-16,2-1 2 0,-5-2 3 0,-2 4-7 16,2 4-3-16,-4-3 74 0,0 2 8 0,-1 3-8 15,1 3-13-15,-4-1-2 0,1 1 7 16,3 6-7-16,-5-3-18 0,2 4 7 0,-1 3-12 15,1 2 8-15,-1-2-11 0,0 6 0 0,4 0-8 16,-4 0 3-16,4 1 3 0,0 4-3 16,-1-1-15-16,2 1 10 0,5 3-1 0,-2 0-11 15,1 0-6-15,2 0 5 0,0 2-8 0,3-2 8 16,0 2 0-16,0 3-7 0,3-4 2 16,0 2 8-16,2-1 4 0,1 3-4 0,1-4-5 15,3 1-3-15,1 2 5 0,-1-2-3 0,3-1 8 16,4-2-2-16,-4 0-3 0,2-2 0 15,1 1-15-15,2 0 0 0,2-3-28 0,-3 2-3 16,1-3-11-16,1 1-32 0,-1 1-8 0,0-1-44 16,1-2-48-16,-4 4-59 0,1-4-341 0,2 1-145 15,-5 4 89-15,4-5 59 0,-6 1 43 0</inkml:trace>
  <inkml:trace contextRef="#ctx0" brushRef="#br0" timeOffset="14514.94">13409 6559 409 0,'4'4'141'0,"-1"2"-8"0,0 1-20 0,1 1-3 16,2 0-8-16,-5 0 0 0,5-1-30 15,-3-1 5-15,5 2-8 0,-5-1 10 0,0 0-17 16,1 0-1-16,-1-3-2 0,0 1-13 0,-2 1-2 15,2-2 25-15,0 1-3 0,0-3 9 0,-3-2-1 16,5 8 13-16,-5-8-18 0,3 6 3 16,-3-6-6-16,0 0-12 0,0 0 0 0,0 0-1 15,0 0-7-15,0 0-2 0,0 0-3 0,0 0-10 16,0 0-19-16,-8-22 22 0,5 15-4 16,0 0-14-16,-1-3 12 0,1 2-8 0,-3-3-12 15,2 3 13-15,-2-5-9 0,1 3-4 16,2-1 2-16,-3 2 8 0,2-3-8 0,1 4 14 15,-1 0-9-15,-2 2 0 0,2-1-17 0,3 1-11 16,-2 3 5-16,0-3-12 0,3 6 15 0,-3-3 2 16,3 3-2-16,0 0 7 0,0 0-7 15,0 0-2-15,6 16 14 0,-3-10 1 0,2 6-11 16,-2-3 3-16,1 2-2 0,2 3 7 0,1-1 0 16,-1 2-7-16,2-1 7 0,-2 3 8 15,1-5-13-15,-3 1 12 0,2 1-4 0,-1-3 0 16,1-3-1-16,-3 1 11 0,0-1 10 15,1 0 16-15,-1-2 12 0,0-1-5 0,-2-1-10 16,-1-4 11-16,3 4-6 0,-3-4-5 0,0 0-11 16,0 0 1-16,0 0 13 0,0 0-16 0,-7-18 2 15,1 10-99-15,2-1 18 0,-2 0 5 16,-2-4 5-16,1 1 3 0,-2-2-3 0,2-1 7 16,-4 0-6-16,1-5-7 0,-3 1 6 0,2 1 8 15,1-4 0-15,0 3 7 0,-1-3 29 0,-2 3-8 16,5 1-13-16,-1 3 8 0,2 0-8 15,3 4 7-15,-2 2-14 0,1 0 4 0,2 2 3 16,0 1-2-16,3 4 10 0,0 2-3 0,0 0 5 16,0 0-33-16,0 0-51 0,17 15-97 15,-10-4-502-15,3 7 69 0,1 3 46 0</inkml:trace>
  <inkml:trace contextRef="#ctx0" brushRef="#br0" timeOffset="27763.07">1430 1057 780 0,'0'0'330'0,"-10"-4"-22"16,10 4-42-16,-7-1-13 0,7 1-28 0,-14 0-22 15,14 0-19-15,-13 1-23 0,7 1-15 16,-1 0-13-16,-1 1-10 0,-1 0-5 0,1 3-16 15,-2-2-7-15,3 3-5 0,-6 1-21 0,-1 2 0 16,1 5 2-16,-2 0 6 0,-1 3-23 16,-2 6 2-16,1 2 16 0,-7 10-26 0,0 3 0 15,4 1-5-15,0 1-3 0,5-1 1 0,2-5-3 16,3-4-13-16,-1 0 7 0,5 1-4 0,2-7 0 16,1 4-1-16,3-4 1 0,3 0 5 15,1-4-19-15,2 3 9 0,5-5-1 0,2 2-4 16,1-5 17-16,3 0-10 0,4-3 0 0,-1-2 3 15,4-2-11-15,0-3-5 0,1-1-28 16,-2-3-12-16,0-1 4 0,1-2-28 0,-2 1-12 16,-2-5-16-16,1 2-5 0,-1-2 5 0,-7-1 5 15,2-2-2-15,-6 0 2 0,1 0 8 16,-7 1 20-16,2-1 18 0,-2-1 8 0,-3 1 13 16,-3 1 31-16,-2-3-3 0,2 2-3 0,-3 0 31 15,-1-2-15-15,0 3 10 0,0-3 7 0,0 3 9 16,1 0-1-16,-1 0-20 0,4 0 25 15,-4 2-15-15,6-1-15 0,-2 2-5 0,-1 0-9 16,2-2 1-16,2 6 3 0,0-9-6 0,3 3-10 16,3-1 0-16,2 2 6 0,1 1-4 15,-1-2-2-15,5 3 6 0,1 0-11 0,3 1 0 16,-3 2-11-16,6 1 6 0,0 3-2 16,-2 0 4-16,3 3 11 0,2 5-13 0,-3 1 5 15,-2 2-8-15,2 5 8 0,1 2 5 0,-8 0-2 0,1-1-1 16,-4-1-2-16,-3 2 3 0,1 0 4 15,-2-1-14-15,-3-2 7 0,0 0-31 0,1 0-23 16,-1-2-56-16,-3-1-118 0,0 1-15 16,1-4-568-16,2-1 33 0,1-2 102 0,-4-3 59 15,0-2 74-15</inkml:trace>
  <inkml:trace contextRef="#ctx0" brushRef="#br0" timeOffset="28130.67">1824 1541 844 0,'11'14'269'16,"-2"0"-28"-16,-2-1-26 0,0-1-16 0,3 0-25 16,-3-1-23-16,0 0-5 0,0 0-13 15,0 0-15-15,0-1-8 0,-1-1-15 0,-2-2-8 16,2 0 2-16,-3-1 11 0,1 0 15 0,0-1-2 15,-1-2-3-15,-3-3-20 0,0 0-13 0,0 0-1 16,0 0-1-16,-14-15-14 0,7 7 6 16,-2-2 2-16,2-4 0 0,-7-4 8 0,3 0-21 15,-3-6 5-15,1 4-68 0,3-1 2 0,-4-3 79 16,4 3-8-16,-1-1 1 0,2 3-1 16,5-2-9-16,-3 5-1 0,4-2-10 0,-1 4 5 15,4 0-10-15,1-1-10 0,2 2-13 0,3-1-26 16,4 1-20-16,1 1-23 0,6 0-18 15,0 1 5-15,3 1-57 0,2 2-47 0,4 1-88 16,-1 2-400-16,3 2-109 0,-2-3 38 0,1 2 87 16,-3 2 67-16,-2-1 66 0</inkml:trace>
  <inkml:trace contextRef="#ctx0" brushRef="#br0" timeOffset="29146.69">2340 1226 806 0,'-7'6'312'0,"-3"4"-15"16,3 0-36-16,0 1-25 0,-3 3-24 15,2-2-25-15,-2 4-18 0,4-1-26 16,-1 0 3-16,4 1-18 0,-4-3-5 0,3 3-23 16,4-2 0-16,-3-1-19 0,3 0-6 0,0-2-11 15,3 0-8-15,-3-1-48 0,3-1 2 0,1-1 3 16,3-2-3-16,-3-3 0 0,2 1-10 0,1-4 3 15,-7 0 2-15,14-1-10 0,-8-3-5 0,1 0 7 16,0-3 13-16,0-1-12 0,0 0-14 16,-4-4 21-16,1 1 1 0,-1-3 6 0,0-1 1 15,-2 3 8-15,1-3 27 0,-1 5 3 0,2-1 19 16,-3 0-17-16,0 4-14 0,0 0-1 16,4-1-17-16,-4 2-11 0,0 2 5 0,0 4 1 15,0 0-1-15,0 0-5 0,0 0 5 16,0 0-4-16,7 18-1 0,-4-10 0 0,0 3-7 15,1-2 4-15,2 1 9 0,2 3 7 0,-1-1-8 16,3 1-5-16,-1-3 8 0,3 0-13 0,1 1 13 16,4-2-2-16,-3-2-11 0,3-2 15 15,3 0 14-15,0-2-19 0,2-1 8 0,2-4-5 16,2 1-5-16,1-4-11 0,4-2-2 0,-6 0 16 16,2-2-16-16,-3-2 7 0,0 1-7 0,-4-1 8 15,-3-3-5-15,-3-1-14 0,0-1 11 16,-7 2-7-16,-1-1 9 0,-2 2 3 0,-1 0 0 15,0 1 8-15,-3 1 0 0,-3 1-13 16,0 4 3-16,-1-2 2 0,-2 3-5 0,-1 2 10 16,-4 3-2-16,11 0-11 0,-23 6-7 0,9 0 28 15,1 1-18-15,1 4 5 0,3 0-8 0,-1-1-73 16,-1 5 12-16,4-1 0 0,0-1 15 0,4 1 5 16,-3 0 21-16,6 0-15 0,-4-2 10 15,4 1-3-15,4-2 13 0,-1 0-7 0,1 0 7 16,5-3 2-16,-2 1 4 0,4-1 1 0,2-4 1 15,1 0 2-15,-1-2-17 0,1 0 12 16,3-4 5-16,-3 0 3 0,3-2-15 0,-3-2 20 16,0-2-13-16,-1-1 18 0,-3-3-23 0,0-1-8 15,-3-1-4-15,-3-3-11 0,3-1 10 16,-7-4-2-16,-4-3-3 0,0-2 3 0,-5-5-3 16,2-1 10-16,-7-12 13 0,-2 3 6 0,4 8 4 15,-1 5 13-15,6 6 11 0,-4 3 2 0,2-1 3 16,2 2 4-16,0 6-4 0,0-1 0 15,3 4-14-15,-2 1-7 0,0 2 6 0,5 4-4 16,-5 2-7-16,6 1 8 0,0 0 2 0,-4 15 6 16,0-5-6-16,4 4 3 0,4 0 5 15,-3 3-1-15,5 2 4 0,-2 2-6 0,5-1-2 16,-2 4 13-16,4 1-8 0,2 0 5 0,1-1-5 16,-1 1-18-16,0-6 10 0,5 3 0 15,-3-1 11-15,1-4-9 0,1-1 9 0,0 0-8 0,-2-2-18 16,1-5-8-16,1-1 15 0,-3 0-25 15,3-6-5-15,-3 2 5 16,3-6-23-16,-4 0-10 0,2 0-6 0,1-4-2 0,-2-1-10 16,-4-3-21-16,0-1 3 0,-2-3 10 0,1 0 21 15,-5-2 10-15,2 1 28 0,-3 0 20 0,1 2 29 16,-1 3 12-16,1-2 8 0,0 3-15 16,-4 2-11-16,3-1-12 0,-3 2 0 0,3 2 12 15,-3 4 1-15,0 0-1 0,0 0 11 0,0 0-18 16,0 0 25-16,13 13-18 0,-9-5-12 15,0 0 15-15,-1 2-7 0,1-2 9 0,-1 4-15 16,1-2 6-16,2 2-3 0,-2 1-39 0,3-3-38 16,-1 2-54-16,-2 0-273 0,3-2-390 0,-1-2 87 15,2-1 82-15,-5-6 65 0</inkml:trace>
  <inkml:trace contextRef="#ctx0" brushRef="#br0" timeOffset="29279.78">3187 1013 657 0,'0'0'82'0,"-7"6"-243"0,7-6-356 0</inkml:trace>
  <inkml:trace contextRef="#ctx0" brushRef="#br0" timeOffset="30262.87">3444 1182 852 0,'10'-6'328'0,"-7"1"-24"0,-3 5-15 0,3-8-25 0,-2 2-21 16,2 0-30-16,1-1-3 0,-3-1-11 16,2-1-32-16,-4 2-14 0,1-2-12 0,0 0 10 15,-2 2-102-15,1 0 15 0,1 1-3 16,-4 1 0-16,4 5-12 0,-4-7 5 0,4 7-16 15,-6-3 3-15,6 3-15 0,0 0-1 0,-21 11-2 16,15-4-5-16,2 2 5 0,-3-1-2 0,4 3 2 16,-3-1-8-16,3 2 13 0,1-1-7 15,-1 1 12-15,3 1-15 0,-3 1-3 0,6-3-4 16,0 4 1-16,-1-5 6 0,1 2-10 0,3 1 7 16,1-3-4-16,-1-2 4 0,5-1-20 0,-1 3-8 15,0-3-5-15,4-4-30 0,0-2-11 16,0-1-31-16,0 0-15 0,3-1-18 0,0-4-20 15,0 0-52-15,-1-1-61 0,-2-2 3 0,0-1-39 16,-4-1 103-16,4 1 66 0,-4 1 28 16,1 0 49-16,-4 1 5 0,2 1 16 0,-2 1 14 15,-2 2 14-15,4 1 25 0,-5 2 16 0,-4 0 4 16,13 3 1-16,-10 1 12 0,5 2-4 0,-2 2 9 16,1 1-4-16,-4 0-16 0,4 2 10 15,-3 0 0-15,0-1 11 0,-1 2-21 16,0 0 5-16,0-1 3 0,0-1 0 0,-2 0 4 0,2-4 6 15,0 3 8-15,-3-4 23 0,0 2 15 16,1 0-5-16,1-4-62 0,-2-3 6 0,0 0-8 16,0 0 2-16,0 0-7 0,0 0-13 0,0 0-5 15,0 0 0-15,-6-24 8 0,6 13-24 16,0-1 1-16,-3-3 10 0,3-4 2 0,0 0-10 16,3-2 5-16,-3 0-17 0,0 3 14 0,3 1 4 15,-2 1-9-15,2-1-4 0,1 5 9 0,-1 2-9 16,-3 0-11-16,4 2 5 0,-1 2 1 15,3 2-4-15,-2 3 6 0,-4 1 5 0,10 3 11 16,-3 0-19-16,0 2 8 0,3 2-8 0,-3 0 16 16,3 1 2-16,-3 1-5 0,3 0 3 0,1 1-8 15,-1 0 0-15,-1 0 8 0,0 1 2 16,0-4-10-16,1 2 13 0,1-2-1 0,-4-1-4 16,3 1-3-16,0-2 11 0,0-2-29 0,0 1 13 15,1-2-5-15,2-2-11 0,-2 0-12 0,3-3-3 16,-1 0 3-16,1 0-54 0,-4-2 11 15,3-4-21-15,-2 1-11 0,-1-3-15 0,-3-2 8 16,3 1-10-16,-6-4-28 0,0-1 12 16,-1-2 8-16,0-3 18 0,-3-3 30 0,-3 4 24 15,2-4 33-15,-2 3 49 0,3 1 12 0,-3 3 24 16,0 2 9-16,0-1 21 0,2 4-7 0,-3 2-1 16,4 0 3-16,-3 0-12 0,0 2-1 15,2 2-13-15,1 2-15 0,0 0-2 0,0 5-1 16,0 0 16-16,0 0-23 0,0 0 5 0,0 0-3 15,0 0 6-15,0 0-8 0,0 22 5 16,0-14 0-16,0 6-6 0,1-3-14 0,2 3 5 16,-3-3-3-16,3 3-5 0,-3-1 10 0,4 0 0 15,-3-1 5-15,1 3-20 0,-1-3 5 0,2 1-3 16,0 2 11-16,-2-1-1 0,2 0-12 16,0 1 3-16,1 0 1 0,2 0 17 0,-2 1-11 15,0-1 0-15,2-1 10 0,0 0-10 0,1-1 3 16,1 0-11-16,-5-3 8 0,4 2 8 0,-1-1-16 15,-2-4-2-15,3 2-44 0,0 0-25 16,-1-5-57-16,1 0-79 0,-6-1-74 0,5-1-561 16,1 1 82-16,-6-2 42 0,-1-1 104 0,0 0 38 15</inkml:trace>
  <inkml:trace contextRef="#ctx0" brushRef="#br0" timeOffset="30496.94">3943 1058 1082 0,'0'0'400'0,"0"0"-50"0,0 0-17 16,0 0 2-16,0 0-43 0,0 0-26 0,0 0-23 16,17-14-15-16,-7 8-31 0,1-1-15 0,6-1-23 15,-4 2-16-15,2-1-2 0,1-1-21 16,-2 2-25-16,-1-1-3 0,1 1-41 0,-4 3-51 15,1-2-158-15,-1 0-37 0,0 1-63 0,-3 2-631 16,-3 1 104-16,-4 1 60 0,0 0 65 16,0 0 81-16</inkml:trace>
  <inkml:trace contextRef="#ctx0" brushRef="#br0" timeOffset="31332.35">5235 814 862 0,'-9'18'271'0,"1"0"-17"16,4 1-19-16,1 0-22 0,-3-1-24 0,2 3-20 16,1-2-13-16,-3 4-10 0,5-4-5 0,-3 1-28 15,1 0-1-15,-1-2-12 0,4 0-26 16,-6 0 8-16,2-4-5 0,4 1-8 0,-3-3 0 15,0 0-12-15,-1-3 9 0,4-1-10 0,-4-2-58 16,1-1-8-16,0-1-6 0,3-4 14 16,0 0-9-16,-10 0 6 0,10 0-7 0,-7-7 12 15,4 2 0-15,-1-2 7 0,3 1-2 0,-2 2-10 16,3-3 3-16,-3 2 2 0,0 0-3 16,3 5-12-16,-1-7-1 0,1 7 9 0,0 0 2 0,0 0-6 15,0 0 4-15,0 0 14 0,15 14-19 16,-8-7 9-16,2-1 0 0,1-1-12 0,1 2 12 15,2 1 9-15,1-2 12 0,3-2-11 16,0 3 1-16,0-3 2 0,1 0-5 0,2-2 13 16,0-1 5-16,-2 1-5 0,-2-4 5 0,2 1 13 15,-1-4-18-15,3 0 8 0,-5-2 4 16,-2 2 1-16,0-4 10 0,-5-2-21 0,1-2 3 16,-2 0 8-16,-6-5 2 0,1 1 3 15,-5-2-20-15,0-5 2 0,-10-4-3 0,-1 0 10 16,-7-12-4-16,-3 4-3 0,-3-1-10 0,-4 2 4 15,0 0 11-15,0 3 54 0,4 3 5 0,0 7-18 16,3 3 0-16,4 1 3 0,-1 5-14 16,4-1 11-16,0 3-5 0,0 2 0 0,3 0-3 15,0 3-15-15,4 1-7 0,-3 2 1 0,2 3-11 16,1 0 11-16,10 0-22 0,-14 6-13 0,7-2-28 16,3 3-26-16,1 1-2 0,3 0-29 15,0 3-68-15,4 1-75 0,2 0-215 0,5 3-412 16,2 0 108-16,-2-3 43 0,2 3 74 0,5-2 75 15</inkml:trace>
  <inkml:trace contextRef="#ctx0" brushRef="#br0" timeOffset="33245.92">5608 1071 716 0,'7'-8'366'0,"0"1"-43"0,-1-3-16 15,1 0-20-15,0-1-29 0,-1-1-22 0,-1-3-11 16,1 0-13-16,-5 1-35 0,5-3-8 0,-3 1-21 16,-3 0-15-16,0 2 8 0,0 0-41 0,0 0-74 15,0 3 20-15,0 0-18 0,-3 3-8 16,3-1 6-16,0 3-6 0,-6 1 1 0,6 5 5 16,-7-2-3-16,7 2 0 0,-14 6-16 0,10 0-2 15,-5 2 8-15,5 4 3 0,-4 1-4 16,5 2-7-16,0 0 6 0,-1 1-4 0,4-1-4 15,0 1 2-15,1-1 5 0,2 2 6 16,3-2-21-16,-2 0-6 0,4-2 6 0,1 0 10 16,1-3-5-16,1 1 5 0,-1-2 6 0,3-2-4 15,1-2-7-15,-1-1 11 0,2 0-9 0,1-4 6 16,-2 0-8-16,0-3 2 0,4 0 9 0,-2-2-11 16,1-1-8-16,-3-3 16 0,0 0-3 15,-1-4-15-15,-6 2-39 0,4-3 3 0,-5 1-16 16,-3-4 3-16,-2 0-7 0,2-1 2 0,-6 1 8 15,2-1 7-15,-2 1 5 0,0 2 1 16,3 3 15-16,-6-1-5 0,5 2 10 0,1 2-11 16,-3 0 4-16,-1 2-1 0,4 0 10 0,0 7 1 15,4-6-16-15,-4 6 28 0,0 0-2 16,0 0 2-16,0 0-12 0,23 12-1 0,-12-5 14 16,-1 2-3-16,3 2-6 0,1 3 26 0,0 1-28 15,3-1 11-15,-4 3 4 0,2-2 8 0,-2 2 0 16,-2 0 6-16,-1-3 2 0,-4-1-26 15,1 1 28-15,-4-2-2 0,-2 0-3 0,-2 0 11 16,1-2 7-16,-6 0-5 0,2 1-10 0,-6-3-11 16,4-2 8-16,-5 0 11 0,1-1-6 15,0-2-5-15,-4 0 6 0,4-3-1 0,-1-2-5 16,-2 1 3-16,3-2 5 0,-1 0-8 0,1-1 1 16,0 0-11-16,-1 0 2 0,5 2 1 0,-1 0-1 15,1-1-7-15,2 1-8 0,4 2 6 16,-7-1 17-16,7 1-13 0,0 0 3 0,0 0 0 15,0 0-15-15,0 0 15 0,14 8-8 16,-8-4 8-16,4-3-2 0,1 0-6 0,-1 0 18 0,3-1-5 16,1-1 3-16,0 1 5 15,3-2 5-15,0-2 0 0,1 2 0 0,2-4-6 0,-3 0 1 16,0 0 8-16,0-1-11 0,4-4 5 16,-3-1 1-16,1 4-1 0,-2-5-10 0,0-2 5 15,-3 0-2-15,0-2 0 0,3 0 2 0,-4-3 0 16,-2 0-5-16,0 0-5 0,1 0 3 0,-1 0 5 15,-1 1-8-15,0 2 15 0,-2 2-23 16,-1 1-2-16,2 4 0 0,-2 1 2 0,-1 2 0 16,2 0-9-16,-1 4 4 0,-1 0-3 0,1 2-2 15,1 2 8-15,-1 0 0 0,2 1 5 0,-2 1-3 16,0 0 3-16,3 2-10 0,-3-1 12 16,-3 1-5-16,3 0-4 0,0-1 12 0,-1 1-13 15,-3-3 10-15,1 3-2 0,2 0-5 0,-5-3 10 16,6 1-3-16,-4 0 9 0,-3-3-4 15,1 3-2-15,-1-3-15 0,0 0 2 0,0 0 8 16,0 0 0-16,-12-9 10 0,6 6-8 0,-1-2-2 16,-2-1-3-16,0 0 1 0,0-1 12 15,-1 1 0-15,-1 0-2 0,4 0 4 0,-3-1 11 16,-1 3-8-16,1 0-15 0,0 2 5 0,-1 2 8 16,-1 2 0-16,2 2-6 0,-4 4 11 15,3 1 2-15,1 0 8 0,-1 5 3 0,2 0-8 16,2 5 0-16,-4-2 7 0,8 1-7 0,-1 0 8 15,1 0-6-15,3 2 11 0,0-1-10 0,3-2 4 16,1 1-9-16,-1 0-4 0,5-3 14 16,-1 2-8-16,5-1 0 0,0-1 10 0,0-3-10 15,3-2 0-15,-2 0 2 0,1-1 1 0,3-1-11 16,-1-3 0-16,2 0 8 0,-1-2 0 0,0-3-8 16,0 0 16-16,0-2-11 0,4-2-12 15,-5 0 15-15,2-3-5 0,0 0-11 0,1-2 6 16,-1-2-8-16,-1-3 5 0,0 0-13 0,-4-2 13 15,1 1-5-15,-4-3-10 0,2 1 10 16,-2-1-13-16,-1-1 3 0,-2 4 13 0,0 0-6 16,-3 2-10-16,-1 0 8 0,0 2 3 0,0 1-6 15,-2 0 13-15,2 1-10 0,-3 2-8 16,0 0 13-16,0 7-20 0,-6-7 25 0,6 7-13 16,-7 0 11-16,7 0-8 0,-11 7-6 0,4 0-2 15,1 0 13-15,2 2-10 0,1 1 8 0,-3 0-3 16,4 4-1-16,2-1-1 0,-3 0 7 0,6 1 7 15,-3-1 1-15,5-1-5 0,1 1 4 16,-2 0-2-16,5-1-12 0,-2-2 25 0,4 0-11 16,-1-2-1-16,4-1 4 0,-1 0 8 0,5-4-13 15,-5 0-5-15,5-1-5 0,-2-4-16 16,2 1 19-16,-2-2-29 0,2-2-5 0,3-2-5 16,-2-2 10-16,-1-1 8 0,-1-3-38 15,0 1-3-15,0-1 23 0,0 0 0 0,-4 2-15 16,-2 3 7-16,0-2 0 0,-2 5-7 0,2 2 23 15,-4-2-6-15,-1 5-7 0,1 0 13 0,1 5 2 16,1-1 11-16,-2 4-1 0,-3 0 4 0,2 3 4 16,1 1 8-16,-3 1 5 0,2 0-11 15,-2 0-1-15,-1-2 9 0,0 2 8 0,1-2 8 16,0 0 2-16,-4-2-2 0,3-1 31 0,-3 0 17 16,0-1-2-16,1 0 2 0,-1-2 6 15,3-2-3-15,-3-3 0 0,0 0-10 0,0 0-6 16,0 0-9-16,0 0-3 0,0 0 4 15,-11-19-6-15,8 7-9 0,2 0 1 0,-2-6 2 0,0-1-10 16,3-1-13-16,-3-4-2 0,2 1 9 16,1 2-1-16,0 1-16 0,1 1 2 0,2 1 3 15,-3 5-10-15,0-1 2 0,3 4-7 0,-3 0 12 16,3 4-12-16,1 2 5 0,3 1-1 16,-7 3 4-16,0 0 7 0,17 10-3 0,-6-3 3 15,-4 3-5-15,6 1 2 0,-3 1 1 0,1 5 15 16,2-1-1-16,4-1-6 0,-4 0-9 15,2 0 8-15,1-1 3 0,-2-1 2 0,0-1-12 16,0-2 12-16,-4-2-13 0,3 0 11 0,1-1 5 16,-3-2-3-16,2-2 8 0,1-1-5 0,-4-2-3 15,4-3 10-15,-4-1-20 0,4-1 5 16,-4-2 8-16,0-4 0 0,1-1-18 0,-4-1-13 16,-1-3 8-16,-2-3-13 0,2-3 15 0,-2-2-10 15,-8-3-20-15,4-2 15 0,-3 2-13 0,-1-6 26 16,1 0 2-16,-3 7 3 0,2 1 7 15,-3 1 21-15,3 2 11 0,-2 5-14 0,3 3-2 16,2 0-5-16,-2 3 0 0,0 2-8 16,-1 3 0-16,1 4 3 0,3 2-11 0,0 0 26 15,0 0-10-15,-8 20-3 0,5-7 6 0,3 2 14 16,3 2-14-16,-2 4-6 0,6 1 13 0,-4 1-5 16,4 2 2-16,-3 0-17 0,5 0 15 15,-4-1-5-15,4-1-16 0,-2-2 29 0,3 0-11 16,-2-1-2-16,1-1-8 0,1-4 13 15,-2-1-26-15,-1-2-48 0,-1-4-29 0,1-1-66 0,0-3-220 16,3-3-471-16,-6-1 82 0,-4 0 64 16,10-8 58-16,-10 1 70 0</inkml:trace>
  <inkml:trace contextRef="#ctx0" brushRef="#br0" timeOffset="33429.51">7402 694 1064 0,'-9'-2'410'0,"9"2"-42"0,0 0-4 16,-1-4-44-16,1 4-13 0,0 0-51 0,13-10-18 16,-5 7-23-16,2-1-41 0,0 0-20 0,4 0-44 15,-4 1-18-15,4-1-56 0,-4 1-69 16,3 2-90-16,-5-1-59 0,-1 3-630 0,0 0 37 16,-4 2 97-16,-3-3 74 0,0 0 56 0</inkml:trace>
  <inkml:trace contextRef="#ctx0" brushRef="#br0" timeOffset="34479.51">1123 2277 755 0,'0'0'258'0,"0"0"-53"15,17 6 12-15,-17-6-12 0,18-4-18 0,-5 2-5 16,4-2-23-16,3 1 4 0,4-3 68 16,3 0-42-16,5 0-10 0,4-1-35 0,2-2-75 0,13-2-10 15,2 0 12-15,1 0-9 0,4 0 2 16,3-1-13-16,4 1-8 0,-3-2 1 0,3 1-18 15,0 1 17-15,0-3-7 0,0 0 18 16,3-2-16-16,-3 4-20 0,3-2 23 0,11-3-21 16,3 1 16-16,0 0 0 0,3 2-18 0,1 0 18 15,-5-1-5-15,2 0-6 0,-12 3-2 16,12-4 0-16,3 2 0 0,-1 0-7 0,4-3-4 16,-4 4 1-16,0-1 0 0,1 0 8 0,0-1 19 15,0 1-19-15,-1 1-1 0,-3-1-14 16,-11 1 4-16,-3 1-3 0,1-1 6 0,16-2-5 15,-3 1-3-15,4-3 18 0,-7 3-15 0,-8 1-6 16,-2 1 6-16,13-5 0 0,-17 3 4 0,3 1 9 16,14-4-11-16,0 1 0 0,0 1-7 0,-2-1 0 15,4 0-1-15,-2 3-4 0,-10 1 7 16,11-2 2-16,-12 2 4 0,14-1-9 0,1-1 1 16,3-1 56-16,3 2 2 0,-3-1-10 15,1 2 0-15,2-1-10 0,0 0 0 0,-4 3 0 16,4 0-5-16,0-1-3 0,1 0-7 0,2 3-6 15,2-2-2-15,-1 2-10 0,-1-2 15 16,-2 2-10-16,-1-1 12 0,-20 3 1 0,6-3-5 16,11 1 2-16,-17 1 5 0,3 1-18 0,14-5 16 15,-17 4-8-15,-1 0-8 0,-2-1 10 0,-1 1 1 16,-3 0 2-16,-4 0-13 0,-3 2 0 0,-12 0 3 16,-6 0 0-16,-9 2-8 0,-3 0 10 15,-1-1-25-15,-6 3-5 0,-4-2-62 0,0 0-72 16,-4 2-60-16,-6-1-191 0,3-1-514 0,-3 2 113 15,-3-1 44-15,2 0 112 0,-2 0 48 16,3-1 80-16</inkml:trace>
  <inkml:trace contextRef="#ctx0" brushRef="#br0" timeOffset="34579.51">8359 1136 921 0,'0'0'356'0,"5"-4"-26"0,-5 4-38 0,0 0-36 16,9-2-39-16,-9 2-71 0,0 0-31 0,0 0-81 15,0 0-444-15,0 0-291 0,0 0 51 0,-23 16 89 16</inkml:trace>
  <inkml:trace contextRef="#ctx0" brushRef="#br0" timeOffset="35678.75">1454 10443 982 0,'0'8'318'0,"0"6"-37"0,3-3-25 0,-2 6-10 16,6 1-28-16,-4 2-14 0,4 0-24 0,-3 4-27 16,5-2-7-16,-1 0-3 0,-2 2-30 15,4 1-5-15,-6-2-83 0,6-1-17 0,-3 1-16 16,0-1-58-16,0 2-14 0,3-1-150 0,-3-2-303 16,3-4-165-16,-4-2 50 0,2-5 54 0</inkml:trace>
  <inkml:trace contextRef="#ctx0" brushRef="#br0" timeOffset="35945.49">1642 10341 645 0,'17'3'263'16,"-7"4"-25"-16,4 0-13 0,3 3-25 0,1 5-13 15,6 3-10-15,-1-1-14 0,2 3-1 16,8 10-9-16,-2-4-32 0,-6 2-6 0,-2-7-10 16,-6 4 0-16,-2 1-18 0,0-1-8 0,-6 5-7 15,-3-5 17-15,-6 1-14 0,-4 6-6 0,-10 12-13 16,-2-2-15-16,-8 1 0 0,0-3-26 16,-1 3-17-16,-8-4-34 0,5 0-49 0,-3-3-94 15,1-1-159-15,2-3-409 0,4-7 84 16,4-7 31-16,2-4 81 0</inkml:trace>
  <inkml:trace contextRef="#ctx0" brushRef="#br0" timeOffset="39345.68">2812 10251 1054 0,'-8'-8'310'0,"-1"3"-26"16,2 0-18-16,-1 4-20 0,-1 0-41 0,2-2-8 15,7 3-33-15,-17 4-8 0,10-2-28 16,-3 7 0-16,-1-1-8 0,1 2-20 0,0 5-8 16,-1 2-5-16,1 1-15 0,3 4 4 0,1 2-9 15,-1 2-11-15,3-1-7 0,1 3-6 0,3 1-12 16,0-1 15-16,3-3 0 0,3 0-7 0,3 6-6 15,3-5-5-15,3-2 3 0,1-5-18 16,2 3 7-16,2-4-7 0,0-4 10 0,1-2-8 16,-1-2-15-16,1 2 16 0,0-5 7 0,-4-2 0 15,3-4-5-15,-6 2-11 0,3-3 6 16,4-4 3-16,-5 1-1 0,2-4-2 0,-4-1-8 16,6-4-5-16,-7-2-16 0,5-3 16 15,-5 0 3-15,1-4-3 0,-4 3 3 0,3-1-9 16,-2 0 4-16,0 0-16 0,-1 5-3 0,0 0 11 15,0 3-10-15,-4 0-19 0,3 3 9 0,0 4-11 16,-2-2 5-16,-1 6-8 0,5 0 9 16,-11 0 6-16,11 4 1 0,-2-1-10 0,2 0 15 15,-5 4 13-15,1 0-6 0,0-1 14 0,-1 1-14 16,2-2 6-16,-1 3-10 0,-1-1 7 0,-3-2 8 16,1 0 2-16,-1 1-2 0,-1-4 23 15,1 4 10-15,-3-6 5 0,3 6-7 0,-3-6 12 16,0 0 1-16,0 0-24 0,0 0 13 15,0 0-5-15,0 0 5 0,0 0-7 0,-21-12 7 16,14 5-2-16,-2 3-6 0,1-3 3 0,-2 0-2 16,0 3 2-16,-1 0-3 0,2-1-15 0,1 0 5 15,-3 4-7-15,2 1 10 0,9 0-8 0,-21 2 13 16,14 7-18-16,-6-2 2 0,2 1-9 16,1 3 4-16,0 3 3 0,2-3 13 0,2 3-13 15,-1 0-13-15,4-3 16 0,0 0 2 16,3 1-13-16,0 0 6 0,0-4-1 0,3 0 6 15,0 1-19-15,1-1 9 0,2-1-1 0,2-2 5 16,2 0 1-16,-3-5 2 0,2 1 10 0,2-1-2 16,-1-1-8-16,0-1-3 0,1-3 13 15,-4 2-7-15,3-4 15 0,0-1-13 0,-2-1-5 16,1 1 20-16,-5 0-25 0,3-3 0 0,-4-2 10 16,1 3 0-16,-1 2 6 0,0 0 2 15,-2-1-8-15,1 5-10 0,-1-1-11 0,2-2-2 16,-3 7 8-16,0 0 5 0,0 0-3 0,0 0 1 15,0 0-11-15,0 0 18 0,11 15 0 0,-7-8 10 16,2-3-13-16,0 3 6 0,-2 0-6 16,2 0-4-16,2-4 12 0,-1 4-16 0,2-2 14 15,2-2 2-15,-1-2 3 0,0 3-8 16,1-2 0-16,-1-2 2 0,3-4-7 0,-2 1 5 16,2 0-5-16,1-3 3 0,0-2-9 0,-1-1-7 15,-2-1 3-15,-1-3-11 0,0 3 6 0,1-6-11 16,-5 1-12-16,-2 2-11 0,2-6 0 0,-6 1 1 15,0 0 12-15,0-1-5 0,-6-6 10 16,2 0 5-16,-5-5-5 0,1 1 18 0,-5 0-5 16,3-1 13-16,-5 0 7 0,3 3-7 0,0-1 28 15,2 7 10-15,0 2 5 0,1 0 14 16,1 6-22-16,1 0-9 0,4 3-19 0,-4 3 23 16,4 5-12-16,0 0-5 0,3 2 9 0,0 0-6 15,0 0 11-15,3 22-6 0,1-7-1 16,5 7 0-16,-5-2-7 0,10 5 2 0,-4 5-8 15,0-3 24-15,4-1-21 0,-1 3 15 0,2-1-5 16,1-1 3-16,-1-2 5 0,1 0-8 0,1-2-2 16,0-3 5-16,-3 0 0 0,-1-7-3 15,1 2-2-15,-3 0-6 0,1-6 11 0,0 1-3 16,1-3-5-16,-3-2 16 0,0-2-14 0,0-3 9 16,2-2-1-16,1-3 8 0,-4-2-15 15,6-1-8-15,-5-2 2 0,3-1 6 0,-2-3-3 16,2 3-2-16,-2-3 7 0,2 1-13 0,-3 1-9 15,1 2 9-15,-1 0-5 0,0 1-2 0,1 2-10 16,-1 0 4-16,-4 0 9 0,5 6 4 0,-4-2 3 16,3-1-8-16,-3 4 8 0,1 0-7 15,-8 0-11-15,16 0 15 0,-10 0 3 0,-6 0-2 16,14 0 2-16,-14 0-13 0,10 0 13 16,-10 0 0-16,10 0 0 0,-10 0 13 0,8 1 2 15,-8-1-2-15,0 0-5 0,0 0-1 0,0 0 1 16,6-1 2-16,-6 1-5 0,0 0-7 15,0 0 2-15,-6-11 12 0,6 11-14 0,-11-7 15 16,8 4-11-16,-3-1 19 0,2 2-16 0,4 2-5 16,-14-7 0-16,7 6-8 0,7 1 16 0,-13 1 2 15,6 3 3-15,-3 1-13 0,3 2-3 0,0 0 1 16,0 4-3-16,-3 2 15 0,3-1-8 16,3 4 4-16,1 1 14 0,0 0-5 0,3-2-4 15,0 2-4-15,0 1 14 0,3-3-8 16,1 2-3-16,2-1-2 0,4 1-6 0,4 1 19 15,-3-1-11-15,6-5 10 0,-1-1-17 0,5-2 5 16,-3-3 7-16,1-1-13 0,2-1 4 0,0-3 4 16,-1-2-5-16,4-3-15 0,-3 0-1 15,2-2 6-15,-2-2-13 0,-3-3 21 0,-1-3-16 16,-3 1 3-16,-1-6-16 0,1 1-2 0,-7-1-10 16,2-4 10-16,-5-2-1 0,-1 0 6 0,-3 4 18 15,3-1-10-15,-3 4 5 0,-3-3 5 16,3 3 5-16,0 5 15 0,0 1-7 0,0 2-8 15,0 0-5-15,0 3 2 0,0 1 0 16,0 6 6-16,0 0-6 0,0 0 9 0,0 0 4 16,0 0-5-16,0 0 0 0,0 26 0 0,0-14-5 15,3 0 10-15,1-2-5 0,0 5 6 0,2-5-14 16,1 5 8-16,0-5 6 0,4 5-11 0,-2-7-3 16,1 2 6-16,2-2-3 0,1-1 5 15,1 0 5-15,-4-2-13 0,3-2 6 0,1-1-3 16,0-4-10-16,0-1 7 0,2-2 3 0,-1 2-8 15,-2-5 6-15,1-1-1 0,-1-3-20 16,-3 4 5-16,-2-7 3 0,-1 2-11 0,-1-1 14 16,-2-4-14-16,-1 4 18 0,0 2 1 0,0-1 7 15,-2 2 10-15,2 4-5 0,-2-1-13 16,-1-1 3-16,0 6 10 0,0 3 3 0,0 0-3 16,0 0 8-16,0 0-3 0,0 0-10 0,-12 10 10 15,9-2-10-15,3-1 5 0,0 2 1 0,0 0 4 16,1 0-5-16,1 1-2 0,2 0 7 15,-1 0 8-15,2 1-13 0,1-3 0 0,-2 1 5 16,5-1-5-16,-2-1-2 0,4-4 10 0,-1 4-3 16,4-5-5-16,-1-1-8 0,0-1 16 15,2 0-13-15,1-1-5 0,-2-4-10 0,3 0-1 16,-3-2 6-16,0-1-3 0,0-1-7 0,-4 0-8 16,-1-3 12-16,2-1-14 0,-4-4-9 0,-3 0-12 15,2-2 8-15,-6-2-14 0,3 1 11 16,-6-5 3-16,3-3 7 0,-3 1 3 0,-4-6 12 15,1-1 6-15,2 0 4 0,-7-15-4 0,1 14 20 16,4 2 8-16,-5 6 8 0,4 3 14 0,0 0 24 16,1 6 3-16,-1 3-16 0,0-2-13 15,3 9-7-15,1-1-8 0,-3 2-6 0,2 6 9 16,4 1 2-16,-6 10-8 0,2-2-2 0,3 2 5 16,1 5-5-16,0 2 7 0,1 6 1 15,3-1-1-15,2 1 13 0,1 9 1 0,0-3-14 16,4 0-4-16,1 1 17 0,-1-2-15 15,6 3-3-15,-4-3-12 0,1-3 4 0,0 0 4 16,3-2 12-16,-4-6-39 0,2 1 19 0,-2-1 15 16,1-2 7-16,-4-5-4 0,0-2-8 0,4-1-3 15,-4 0-5-15,3-4-3 0,2-5-2 0,-2 1-12 16,1-6-6-16,3 0 10 0,0-1-28 16,-3-4-58-16,6-1 1 0,-2-4 6 0,-2 6 8 15,2-3 10-15,-1-1 0 0,3 4 7 0,-6 1 6 16,3 1 7-16,-4 0 8 0,2 3-5 15,-2-1 8-15,-3 5 15 0,1 1-18 0,-1-4 5 16,1 5 11-16,-2 0-6 0,-9 0 8 0,17 0-3 16,-10 5 8-16,0-5-2 0,-7 0-8 0,13 2 7 15,-9-1 14-15,-4-1-4 0,10 2 6 16,-10-2 3-16,7 4 22 0,-7-4-2 0,7 1-3 16,-7-1-4-16,0 0 1 0,0 0 1 0,0 0 8 15,0 0-9-15,0 0 4 0,-14-15-11 16,8 14-2-16,-2 0 14 0,2-4-9 0,-4 4-10 15,10 1 4-15,-18 0-4 0,5 1 12 0,2 6-3 16,-2-1-17-16,-1 3 10 0,0 1 0 0,2-2 8 16,0 9 5-16,2-5-1 0,0 1-9 15,3 4 0-15,0-4 20 0,1-1-16 0,5 3 11 16,-2-4-2-16,3 3 7 0,1-4-5 0,1 4-6 16,2-3-1-16,0-3 1 0,2 0 1 15,1 1 0-15,3-2-3 0,0-4 0 0,1 1-7 16,-1-3 10-16,3-1-3 0,-1-1-5 0,1-3 0 15,1 2 6-15,-4-5-6 0,3-1 0 0,-2-2-3 16,-1 2 6-16,-1-3-3 0,0-3 21 16,0 3-19-16,-2 1-4 0,-1-1 7 0,-1 3-10 15,1-1 5-15,-5 5-25 0,2-3-6 0,0 2 11 16,-3 5 12-16,4-2-4 0,-4 2-16 16,0 0 10-16,0 0 10 0,10 12 3 0,-3-7 18 15,-4 1-23-15,0-4 5 0,1 5 0 0,2-2 0 16,1 0 13-16,0 2-11 0,0-4-4 15,0 2-1-15,3-2-2 0,-2 1 10 0,1-3 0 16,1-1-2-16,-10 0 0 0,21-5 7 0,-8 2-15 16,-1-4 5-16,1-1 0 0,0 1 12 0,-2-3-12 15,2 2 3-15,-2-7-18 0,-4 3 7 0,2-4-7 16,-1-1 12-16,-4-3-10 0,2 0-12 16,-3-5-11-16,-3 0 0 0,3-2 3 0,-3-3 7 15,-3-5 6-15,0 2-9 0,-1-2 1 0,1 2 23 16,0 2-8-16,-2 5 11 0,2 2 20 15,0 5 7-15,-3 1-2 0,5 4-12 0,-2 2-4 16,0 3 1-16,0 5-5 0,2 1 9 16,1 3-7-16,0 0 1 0,-11 13-1 0,9 0 13 15,1-1 2-15,2 3-7 0,-1 3 7 0,3 3-2 16,0 0-5-16,4 2 5 0,-3 1-8 0,2 1 1 16,1 0 1-16,0-1 4 0,3-1 4 0,0-2 3 15,0 4-2-15,1-2-9 0,-1-6-1 0,4 3 4 16,-3 1 3-16,1-5 0 0,3-3-8 15,-2 2 5-15,1-7 3 0,3 0 11 0,-3-1-4 16,3-5-17-16,0-2 10 0,3 0-13 16,1-2-3-16,-4-3-4 0,6-3 61 0,-2-1-13 15,-3-2-18-15,-1 2 0 0,0-7-18 0,-4 1-12 16,-2-2-1-16,-1 0-2 0,-6 1-5 0,2 4 10 16,-6-1 5-16,3 1 8 0,-3 0 0 15,0 4-6-15,0 3-7 0,-3 0 5 0,-3 3-10 0,2 2 13 16,4 0-5-16,-17 4 17 0,10 1-5 15,-3 5 8-15,-1-2-2 0,4 7-11 0,1-5 18 16,-1 7 3-16,4-2-3 0,-1 1 0 16,1-4 0-16,2 3-5 0,1-1 1 0,1-3-17 15,2 4 3-15,1-5 13 0,2 2 6 0,1 0-9 16,0-4-7-16,1 2 13 0,1-4-6 16,4-2-12-16,2 1-8 0,-2-4-26 0,1-1-5 15,-1 0-76-15,-2-2-44 0,-1 1-210 0,0-5-514 16,-3-1 45-16,0-3 139 0,-6-1 54 15,-2-3 81-15,-6-1 34 0</inkml:trace>
  <inkml:trace contextRef="#ctx0" brushRef="#br0" timeOffset="39545.08">5389 10049 1100 0,'0'0'364'15,"-13"0"-90"-15,13 0-8 0,0 0-21 0,0 0-17 16,0 0-23-16,0 0-23 0,0 0-3 0,0 0-31 16,16-17-4-16,-2 11-24 0,3-2-18 0,1-2-30 15,2 2-64-15,4-2-41 0,6-4-57 0,-8 6-107 16,5-2-371-16,-4 1-152 0,1 0 39 16,0-3 75-16,-3 3 58 0</inkml:trace>
  <inkml:trace contextRef="#ctx0" brushRef="#br0" timeOffset="39828.51">6906 9551 816 0,'0'0'297'0,"11"17"-39"0,-10-4-17 15,2 0-18-15,0 6-21 0,1 1-15 16,2 5-23-16,1 0-29 0,0 7-4 0,0-3-21 16,-1 3 0-16,1-1-5 0,4 0-51 0,-4 0-18 15,0 1-49-15,2-5-148 0,-4-2-239 16,4-2-347-16,-5 1 117 0,2-8 36 0</inkml:trace>
  <inkml:trace contextRef="#ctx0" brushRef="#br0" timeOffset="40578.22">6798 9901 995 0,'0'0'300'16,"3"-8"-21"-16,1 6-34 0,5-5-12 0,2 4-38 15,6-4-18-15,0 1-6 0,6-4-15 16,-1 3-15-16,5-1-16 0,3-2-20 0,1 1 3 16,0 0-13-16,0-3-14 0,-7 3-27 0,3 1 5 15,-6-2-21-15,2 2 6 0,-2-2-1 16,-7 3-14-16,0-1-29 0,-1-2 5 0,-3 1-15 16,-3-2 17-16,-3-1-12 0,-1 2-15 0,0-3 17 15,-6 3-7-15,3-5 10 0,-3 3 2 0,-1-1 14 16,1 3-9-16,-1-1-12 0,0 1 3 15,1 3-6-15,0 0 0 0,3 2 8 16,0 5-23-16,0 0 13 0,0 0 13 0,-10 15-8 0,10-7-1 16,0 9 14-16,0-2-3 0,3 3 8 15,-2 5 7-15,5 0 4 0,-3 4-9 0,1-2-13 16,3 0 11-16,-3-2 3 0,2-2-1 0,-3 4 3 16,1-9-3-16,2 1 8 0,-5 0-7 15,2-2 14-15,4 1-1 0,-6-7-6 0,2 1 15 16,0-2 13-16,0-3-2 0,-3-3 15 0,0-2-23 15,7 1 18-15,-7-1-21 0,6-8 0 0,-1 1-4 16,-2-1-6-16,1-2 5 0,2 2-10 0,-3-2-8 16,1 1 1-16,2 1-11 0,-1 0 5 15,1 1-7-15,1 0-1 0,-1 6-2 16,-2-2 3-16,4 1-1 0,1 0-4 0,-9 2-6 0,17 4 13 16,-9-3 0-16,2 1 3 0,2-1 0 15,-1 5 12-15,0-5-12 0,2 1-3 0,-2 2-5 16,2-3 13-16,1-1-3 0,-1 1 3 0,1-1 2 15,0-1 1-15,0 0-9 0,2-5 6 16,-5 6-13-16,6-7 18 0,-4 4-15 0,1-5 14 16,-3 1-11-16,2 0 4 0,-3-2-2 0,0 0-6 15,-2-1 1-15,-2 0-1 0,-2-2-2 0,-1 3 3 16,0 0 4-16,1 1-9 0,-4 0-13 16,0 1 12-16,0 4 8 0,0 3-18 0,-4-7-2 15,4 7-3-15,0 0 13 0,-21 10 0 0,12 2 10 16,2-1-5-16,-3 3-5 0,2-3-8 0,2 6 26 15,-1-2-11-15,4 1-9 0,0-2 14 16,3-1 9-16,-3 2-9 0,6-5 16 0,-3 5-10 16,3-5 10-16,0 2 5 0,1-1-5 0,3-3 8 15,6 3-23-15,-6-4 0 0,6-1 4 16,2-3 4-16,1 4-16 0,-2-5-5 0,-3 4-13 16,3-4-54-16,-1-2-51 0,-3 0-59 15,-2 5-156-15,1-3-547 0,-6-2 104 0,-3 0 82 0,0 0 52 16,0 0 68-16</inkml:trace>
  <inkml:trace contextRef="#ctx0" brushRef="#br0" timeOffset="41544.51">8773 9611 780 0,'-6'-8'300'0,"-2"5"-21"15,2-3-26-15,-1 3-28 0,1 0-25 16,2 1-21-16,4 2-10 0,-17 4-18 0,7-1-20 15,-1 4-21-15,1 1 2 0,-3 2-17 0,2 3-13 16,-2 0-3-16,3 4-12 0,2 0-3 16,1-1-8-16,1 1-12 0,-1-2-1 0,4 2-7 15,-1-4 2-15,3-1-2 0,2 1-2 0,3-1-6 16,-4-4-13-16,6-1 11 0,-2 3-16 0,3-6 3 16,2 0-6-16,2-4 1 0,-1 2-10 0,0-4-14 15,4 1 3-15,-1-6-5 0,-1 4-2 0,1-5 7 16,1 1-2-16,-1-2-6 0,-3-1 6 15,1-2-5-15,-1 1 17 0,-3 2-2 0,3-4-3 16,-6 3 6-16,3 2-11 0,-1 0-3 16,0 1 1-16,-2 4 10 0,3 0-16 0,0 0 6 15,-7 3 10-15,14 7-10 0,-1 3 17 0,-3 4-9 16,5 4 4-16,1 7 18 0,-1 0-2 16,1 0 2-16,1 6-7 0,-6-4 8 0,6 4 1 15,-7-2-6-15,3 3 4 0,-2-3-2 0,-1 0 12 16,-4-2-14-16,-2-2 9 0,3-2 1 15,-7 1-3-15,0-6 10 0,-4 2-18 0,1-2 3 16,-4-2 2-16,0-2 3 0,-2-1 0 0,-5-4 5 16,3 1 0-16,-3-4 8 0,-2-4-11 0,1 3-4 15,2-5 1-15,-7-5 4 0,3 4-1 0,-1-6 1 16,2 0 5-16,2-3-3 0,-3 2 5 16,-1-7-13-16,6 5 3 0,1-2 13 0,4-1-16 15,-3-2-10-15,3 3 0 0,3-3 8 0,4-3 5 16,0 3-21-16,3-2 9 0,5-3 6 15,-1-3-4-15,6-3 5 0,4 0-8 0,7-8 3 16,4 0-8-16,-1 3 20 0,3 0-10 16,-5 6-5-16,-2 7-7 0,-1-2-11 0,0 1-28 0,-4 6-36 15,-1 0-12-15,0-2-47 0,-3 5-46 16,-4 0-20-16,3 3-77 0,-2-3-95 0,-4 2-296 16,0 1-14-16,-1 3 73 0,-2 0 68 0</inkml:trace>
  <inkml:trace contextRef="#ctx0" brushRef="#br0" timeOffset="42879.32">9167 9607 660 0,'0'0'197'16,"0"0"0"-16,0 0 0 0,0 0 11 0,0 0-96 15,6 11 26-15,-2-4 6 0,-1 1-27 0,1 3-9 16,6 3-1-16,-3 2-12 0,-1-2 2 0,4-1-2 16,-2 8-5-16,2-2 4 0,0-2 50 15,-3 0-11-15,3-1-18 0,-3-1 0 0,0-3-10 16,-1 3-5-16,-2-5-15 0,3 0-21 0,-4 0 20 15,-2-1 6-15,5-3-11 0,-3 0 18 16,-3 1-23-16,1-5 1 0,-1-2-11 0,0 0-3 16,0 0-10-16,0 0 6 0,0 0-6 0,0 0-15 15,-20-17 5-15,15 9 2 0,-1-4-12 16,-1-3 0-16,0-1-11 0,1-1 8 0,-2-3 0 16,5 0-5-16,-3 3-2 0,5-1-16 15,-2 3 8-15,3-2-8 0,0 4-10 0,3-1 5 0,1-3-67 16,5 3 8-16,-1-1-2 0,2 5 22 15,4-7-9-15,6 9 9 0,1-3-4 0,-1 3 12 16,4-1 6-16,3 1-4 0,4 2 1 0,-3 2-2 16,3 0-4-16,6 1 9 0,-3-1-14 15,-3 1-4-15,3 2-3 0,-4 0 2 0,-2-4 6 16,-4 5-13-16,0 0 7 0,-7 0 13 0,1-1-2 16,-1 1 13-16,-4-1-3 0,-3 1 12 0,-2-2 1 15,-1-1 5-15,-1 2-5 0,-6 1 2 0,7-2 16 16,-7 2-16-16,0 0 0 0,0 0 6 15,0 0-6-15,0 0 6 0,0 0-3 0,-28 9 2 16,18-3 0-16,-3 3 9 0,-5 2-17 0,1 1 4 16,3 1 7-16,0 4-3 0,-2 0 6 15,3-1-6-15,2 5 0 0,-2-2 3 0,2-2 0 16,4 1 8-16,0-1-21 0,1-2 26 0,3 3-8 16,2-4-10-16,1-3 15 0,0-1-15 15,1 1 16-15,5-2 1 0,-2-2-14 0,5-2 7 16,2-1-8-16,-1-1-9 0,3-4-1 15,1-1 5-15,0-2-2 0,3-1 0 0,-3-1 2 16,3-1 0-16,-3-2-7 0,3-4 15 0,-4 3-18 16,1-7 15-16,-4 7 1 0,3-7-3 0,-2-1-6 15,-4 3-1-15,-3-1 27 0,2-1-20 0,1 2-5 16,-3 4 17-16,2-2-7 0,-2 5 5 16,-1-2-25-16,0 8 7 0,1-4 11 0,0 6 4 15,-4 0 11-15,7 0-3 0,-7 0 3 0,9 7 7 16,-5-4 1-16,3 4-8 0,3 1 33 15,-3 0-31-15,0-1 8 0,4 3-13 0,2-2 11 16,-3 2-3-16,4-3-10 0,-1 1 17 0,2-1-10 16,1-4 6-16,5 2-18 0,-4-3 14 0,7-2 14 15,0 0-18-15,6-2-5 0,1-4-16 16,3 2 3-16,3-2-16 0,-2-3 1 0,0-1 5 16,-6-2-19-16,2 1-9 0,-3-3-21 0,-4 3 2 15,-6-4-2-15,-2-2-18 0,-2 2-15 0,-7-2 18 16,-4 1-1-16,1 0 14 0,-1 4 40 15,-6-2-15-15,2 3 29 0,-5 1-1 0,2 2 2 16,-7 1 9-16,2 1 7 0,2 5 10 0,-7 5 1 16,0-1-3-16,1 4-3 0,-1 2 13 15,1 1 8-15,-1 1-6 0,4 2-9 0,0-1-11 16,2 2 15-16,1 1-2 0,1-3 10 0,0 1-12 16,5-3-6-16,1 2 0 0,-3 0 3 0,6-4 5 15,1 2 5-15,-1-3-10 0,4-1 7 0,2-4-7 16,2 3-16-16,-1-2 16 0,4-3-5 15,-4-1-11-15,1-3-12 0,3 0 7 0,-1-2 0 16,1-2 3-16,-4-2-5 0,0 1-8 16,1-7-25-16,-1 1-1 0,-4-4-2 0,1-4-20 15,-4 0-1-15,-1-2 11 0,-2 0 2 0,0-3-2 16,-2 0 27-16,-1-4 12 0,-3-7-22 0,2 4 16 16,-2-3 8-16,-1 3 15 0,2 2 20 15,-4-1 14-15,2 8-1 0,1 1 8 0,2 6 23 16,-4 3-28-16,5 1 17 0,0 5-19 15,-1 2-4-15,1 2-2 0,3 6 3 0,0 0 5 16,0 0-10-16,0 24-8 0,3-12 7 0,-2 7 1 16,5 0 12-16,-2 5-12 0,3-1 2 0,-3 2 5 15,2 0-5-15,1 0 8 0,2 4-15 0,-1 1 22 16,2-3-15-16,-3 0-7 0,7-2 22 16,-4-2-15-16,3 0 19 0,-2-4-9 0,2-1-20 15,-2 0 13-15,2-3-14 0,-3-4 4 16,1 2-8-16,2-5 7 0,-3-1 6 0,2-4 2 15,0 3-8-15,0-5-4 0,1-2-11 0,0-1 13 16,-2-2-21-16,2-3 8 0,-2-3 6 0,-1 2-6 16,0-3 0-16,1-2-3 0,-4 2 6 15,-1 3-3-15,1-2-2 0,-4 2 4 0,4 0-7 16,-3 2-2-16,-1 0-3 0,0 2 2 0,-3 4-2 16,7-1 3-16,-7 1 7 0,0 0 0 0,7 11-15 15,-4-5 7-15,2 1 8 0,1 2 5 0,-3 0-10 16,1 0 13-16,2 1 3 0,-3-2-16 15,5 2 12-15,-4 1-12 0,2-2-15 0,-2 1-31 16,2-1-44-16,0-2-50 0,-1 2-183 0,1-1-494 16,1-6 119-16,-3 4 19 0,2-5 70 15,-6-1 61-15</inkml:trace>
  <inkml:trace contextRef="#ctx0" brushRef="#br0" timeOffset="43011.8">10848 9197 419 0,'0'0'87'0,"0"0"-89"0,11 13-244 15</inkml:trace>
  <inkml:trace contextRef="#ctx0" brushRef="#br0" timeOffset="43861.7">11063 9433 716 0,'0'0'289'0,"0"0"-15"0,0 0-28 16,15-7-26-16,-12 6-7 0,0-5-42 0,1 3-12 16,-1-3-13-16,1-1-5 0,-1 1 2 15,0-1-20-15,1-2-6 0,-4 2-12 0,0-2-5 16,0 0 0-16,-4 0-13 0,4 2-5 0,0-1 8 16,-4 1-21-16,1 0 2 0,0 4-4 0,3 3-8 15,-7-3-11-15,7 3 1 0,-14 7-3 0,7 0 5 16,1 2-10-16,-1-1 3 0,1 5 4 15,1-1 6-15,2 3-3 0,-3 1-79 0,5-4 10 16,1 2 11-16,0 1-4 0,1-4 6 16,2 6 8-16,0-7-3 0,0 5 0 0,5-2 5 15,-4-1 10-15,5-4-2 0,-2-1-13 0,4 1 10 16,-1-5-17-16,3 3-14 0,1-5-17 16,3-1 2-16,0-1-2 0,1-2-1 0,-2-1-7 15,2-3-18-15,-2-1-5 0,-1 2 10 0,4-4 3 16,-4 4 5-16,1 0 5 0,-2-1 0 0,0 0-1 15,-3 3 6-15,2 3-5 0,-3 1 3 16,-2 0 12-16,1 2 13 0,1 1-18 0,-3 4 16 16,0 0-1-16,0 1 16 0,-4 0 0 0,4 1-10 15,-4-1 20-15,0 2 5 0,-2-2-17 0,3-1 22 16,-4 1-2-16,3 0 23 0,-3-4-1 0,0 3 4 16,0-1 15-16,0-3 2 0,0-3 23 15,-3 7-28-15,3-7 6 0,-5 5-1 0,5-5-10 16,0 0-15-16,0 0 15 0,0 0-5 0,-9-16-3 15,6 8-2-15,2-2-18 0,1-2-8 16,0-1-7-16,0-3-1 0,0-3 1 0,0 0 2 16,4 0-18-16,-1-2 13 0,0 3-10 0,0 1 2 15,5 0 3-15,-5 7-13 0,4-3 5 0,-3 4 3 16,2 5 0-16,2-1-10 0,-2 3 14 16,-6 2-1-16,0 0 4 0,20 10 1 0,-9-4 4 15,-4 2 6-15,3 3-6 0,4-3 4 0,-4 6-9 16,4-4 3-16,-4 2 8 0,3 1-1 15,1-3 6-15,-1 2-5 0,-1-1 5 0,1-1-6 16,0-3-2-16,1 1 16 0,0 0-8 0,0-5-1 16,-1 2-6-16,1-4 9 0,0-1 3 15,-1 0-8-15,1-6 3 0,-1 5-11 0,-2-6-9 16,2-1-1-16,-2-2-20 0,-1 0-3 0,-3-4-23 16,-1 1-7-16,-2-3 2 0,0-5 5 0,-1 2-17 15,-3-5 14-15,-3-2-7 0,-2 0 18 16,-1-5 5-16,0-1 6 0,-1 3 17 0,0 4 18 15,0 1 15-15,3 3 3 0,-2 6 8 0,2 1-16 16,1 3-13-16,0 1 13 0,-1 6 3 0,0-1 3 16,4 5-1-16,0 0-2 0,-7 13 15 15,7-4-3-15,0 2 14 0,0 4 10 0,4 3-16 16,-1 6-2-16,5-1 4 0,-2 1 6 16,1-2 8-16,3 7-8 0,1-2-23 0,-1-2-8 15,-1 1 13-15,2-2 0 0,-1-2-8 0,0-4 16 16,4 0-3-16,-7 3-23 0,3-3-33 0,1-2-72 15,-4-4 8-15,-1-4-133 0,1 1-622 16,-3-1 115-16,0-4 48 0,-1-1 52 0,-3-3 56 16</inkml:trace>
  <inkml:trace contextRef="#ctx0" brushRef="#br0" timeOffset="44111.82">11587 9351 1226 0,'0'0'330'16,"-10"-1"-26"-16,10 1-35 0,0 0-13 0,0-7-15 16,0 7-31-16,9-7-29 0,-2 3-9 0,7-2-19 15,-3-2 4-15,6 1-29 0,-1 2-11 16,2-4-17-16,-1 2-13 0,0-1 5 0,1 1-20 16,1-2-5-16,-4 1-6 0,1 0-7 0,-2 1 2 15,-3 1-20-15,1 2-11 0,-1-3-7 0,-4 6-53 16,0-6-32-16,0 7-56 0,0-6-51 15,-4 5-90-15,-3 1-555 0,0 0 77 0,0 0 43 16,0 0 59-16,0 0 77 0</inkml:trace>
  <inkml:trace contextRef="#ctx0" brushRef="#br0" timeOffset="44961.68">12941 9168 790 0,'-4'4'256'16,"1"2"-23"-16,-1 3-15 0,-2 4-8 15,2-1-26-15,0 2-25 0,-2 3 5 0,6-2-13 16,0 2-26-16,0-2 11 0,0-2-11 16,3 2-25-16,4 2-8 0,-3-2 3 0,2-3-21 15,4 1-10-15,-3-2 10 0,4 0-17 0,2-2-9 16,-2-4-7-16,2 2 8 0,0-7-8 16,2 4 5-16,-2-4-13 0,1-3 11 0,0 2-21 15,0-2 10-15,-4-4 5 0,-1 0-4 0,2 0-9 16,-4-1-4-16,-4-2-6 0,1 2 3 15,-4-7-10-15,0 3 12 0,-4-4-12 0,-2-1 7 0,-5-4-7 16,4 2 0-16,-3 1 2 16,0 1-3-16,-1 3-4 0,1 2-3 0,1 2 3 0,1 4 7 15,-2-2-13-15,0 6-15 0,2 2 13 0,-2 0 0 16,1 2 5-16,2 2 10 0,-1 2 1 16,5 1-11-16,-3-1-6 0,5-1 6 0,1 2 0 15,0 0 3-15,4 1 5 0,-1 0-8 0,4 0 10 16,1-6-18-16,4 5 26 0,3-4-20 15,-2 1 7-15,8-3 0 0,-1 1 0 0,1-4 5 16,3-2 0-16,3 0-4 0,1-3 6 0,-2 0-12 16,1-1 0-16,-2-2 5 0,-1 0-12 0,-3-5 2 15,-2 5-3-15,-1-6-10 0,-5-1 5 16,1-1 8-16,-4 0-26 0,-3-3-2 0,-4 3 10 16,-2 0-8-16,-1-4 6 0,-1 3 4 15,-5-4-2-15,2 7 18 0,-2-1-2 0,2 5-4 0,-3-1-12 16,4 3 10-16,-1 3-4 0,-2 6 6 15,2 1 4-15,4 0 4 0,-11 11 16 0,8 2-8 16,0 4 13-16,3 2 2 0,0 6 9 16,6 8-1-16,-1 0 0 0,5 17 8 0,0 0-13 15,4 2 0-15,-1 2 5 0,5-3 5 0,-2 1-2 16,5 0-11-16,3 11 16 0,-4-12-20 0,1 4 4 16,0-5 3-16,-2-5-8 0,-1 3-12 15,0-9-36-15,-5-9-34 0,-3-4-68 0,-4-2-93 16,2-9-556-16,-2 1 55 0,-5-8 30 0,2-2 67 15,-6-3 56-15</inkml:trace>
  <inkml:trace contextRef="#ctx0" brushRef="#br0" timeOffset="45144.7">13183 9611 1075 0,'-3'-4'291'0,"3"4"-22"0,0-8-21 0,3 2-38 16,1-2-18-16,5 1-7 0,2-3-32 15,3 2-4-15,7-2-16 0,2-2-13 0,5-1-10 0,3-2-25 16,0 2-27-16,12-8-37 0,-8 7-47 16,-1 2-56-16,11-6-92 0,-1 1-432 0,-2-1-85 15,1-3 17-15,1 2 78 0</inkml:trace>
  <inkml:trace contextRef="#ctx0" brushRef="#br0" timeOffset="45377.93">14396 8651 798 0,'5'11'338'0,"-2"3"-39"0,0 3-9 0,0 2-22 15,1 2-14-15,2 4-39 0,1 0-23 16,1 3-15-16,2 4-3 0,0-6-23 0,0 5-18 15,0 0-13-15,-3-2-28 0,4 1-25 0,-1-2-60 16,0-2-58-16,1-2-105 0,-1-2-335 0,-1-2-234 16,-2-5 32-16,1 0 73 0,-5-5 42 15</inkml:trace>
  <inkml:trace contextRef="#ctx0" brushRef="#br0" timeOffset="46095.04">14342 9061 921 0,'-3'-8'363'0,"3"5"-35"0,0 3-36 0,7-10-16 16,0 3-32-16,2 0-17 0,5-1-32 0,0 1-13 15,7-3-26-15,-1 2-13 0,0-3-7 16,1 1-29-16,3-2-4 0,4 2-83 0,-5-5-12 16,1 5-6-16,-3 0-4 0,-1-4-8 0,1 3-11 15,-1-3 11-15,-6 3-8 0,3-4-10 0,-4 1 15 16,-2 2 3-16,-4-4-3 0,0 1-15 15,-1-2 12-15,-3 1-1 0,-3-1 6 0,1 0 14 16,-1-1 10-16,-1 3-11 0,1 0 14 0,-3 3 14 16,3-1 4-16,0 3-14 0,0 0-17 15,-3 3-3-15,6 3-3 0,-3 4 6 0,0-4 2 16,0 4 0-16,0 0 8 0,11 15 7 16,-4-4-7-16,-1 6-3 0,4 5 0 0,-2-2-2 15,2 3 13-15,0 4-11 0,1 2 18 0,-5-1-15 16,4 2-3-16,0-2 18 0,-2-3-15 15,1 0-16-15,-5-3 8 0,3-2-7 0,0-4 12 0,-4 1 0 16,1-2-2-16,-1-5 18 0,0 3 4 0,1-4 6 16,-1-5-3-16,0 2 11 0,0-5-8 15,-3-1 2-15,0 0 1 0,0 0-4 0,15-14-4 16,-9 5-5-16,-2 5-3 0,2-5-3 16,2 1-2-16,-1 1-2 0,-1 0-6 0,1 0 3 15,4 2 2-15,-4-1-7 0,5 0-1 0,-1 5-7 16,0-5 5-16,2 2-7 0,4 3-1 15,-3-5 8-15,3 5 1 0,1-5 9 0,1 3-2 16,-1-2-3-16,-2 1-7 0,2-3 2 0,-2 0 7 16,2 1-4-16,-1 1-10 0,-3-2 7 0,3-2-3 15,-4 1 11-15,-2 0-5 0,3-1-8 16,-7 0 10-16,5 1 0 0,-4-1 3 0,-4 0-8 16,2-3-5-16,-3 4 3 0,-2-2-3 0,2 2 2 15,-6 1-4-15,3 2 2 0,-1-1-5 0,-2 0-1 16,3 6 6-16,-13-1-2 0,13 1-1 15,-18 8 1-15,8 2 2 0,-1 3 0 0,2-1 0 16,-1 2-8-16,2 2 21 0,1 1-5 0,4 0-1 16,-3 1-12-16,5 1 18 0,1 0 25 15,0-1-40-15,4-1 32 0,2 0-12 0,1 0 8 16,4-2-8-16,-4-2 0 0,6 2 13 0,-2-7-16 16,2 3-7-16,4-1-1 0,-6-4-9 0,3 1 2 15,-1-2-21-15,0-2-99 0,-2 1-34 16,-4-1-166-16,2-2-565 0,-5-1 109 0,-4 0 57 15,0 0 64-15,0 0 56 0</inkml:trace>
  <inkml:trace contextRef="#ctx0" brushRef="#br0" timeOffset="47630.42">16851 8594 857 0,'-13'16'320'0,"2"0"-26"0,1 1-33 15,3 0-20-15,1 1-26 0,-2 4-5 0,2 3-23 16,5-3-26-16,-2 3-12 0,3-4-16 15,3 2-8-15,-2 1-10 0,2-3-2 0,5 1-8 16,1-2-18-16,-2 2-5 0,3-4 0 0,4-3-13 16,0-1-13-16,3-3 3 0,-1-3-5 15,-1 0-21-15,4-6-5 0,-1 0 5 0,-1 1 6 16,-3-6-8-16,3 1-1 0,-3-2 4 0,3 0-6 16,-4-6-3-16,0 2-4 0,-1-2-1 15,-3-2 8-15,1 2-15 0,-2-1 8 0,-1 4-6 16,-1-2-2-16,1 1 2 0,-4 1-15 0,1 5 5 15,0-3-5-15,-4 5-10 0,7-1 0 16,-7 1 15-16,9 7-8 0,-6-1 8 0,1-1 3 0,3 3-8 16,-3-1 8-16,2 3 5 0,1-2-16 15,4 1 13-15,-4-1-12 0,2 0 9 0,-2-1-1 16,4 0-1-16,-1 1 5 0,0-6-5 16,4 4-8-16,-1-5 19 0,1 0-14 0,-3-1 11 15,6-1-5-15,-7 0 0 0,3-5-1 0,-2 3-2 16,-1-4 8-16,0 0-5 0,-2-1-6 15,-2-2-2-15,-3 2 6 0,-2-2-1 0,-1-4-3 16,-4 0-81-16,-2-1 2 0,-5 0 8 0,1-2 18 16,-3-1-6-16,-2 2 11 0,-5 1 21 0,6 0-11 15,-6 5 10-15,6 1 3 0,-3 2 0 0,0 1 3 16,-1 5-1-16,2 1 6 0,-2 0 2 16,5 1 5-16,-4 5 1 0,3 0-3 0,0-1 17 15,1 2-17-15,5 1-5 0,-1 1 22 0,5-1 1 16,1 0-5-16,0 1-1 0,6-1 1 15,-3-2-6-15,6-2 1 0,-2 3 2 0,4-1 5 16,4-4-3-16,-1 2-2 0,3-4 0 0,-1 0 10 16,5-3-17-16,-2 2 12 0,5-2-15 0,-3-4-1 15,5 0 9-15,-6 0-11 0,3-2 0 16,-3 0-5-16,1-1 0 0,-5 0 24 0,2-3-17 16,-6 1-12-16,1-1-2 0,-3 1 9 0,4-1 4 15,-4-2-4-15,-1 5 3 0,-2-2 3 0,2 3 5 16,-2-1 0-16,0 1-13 0,2 5-3 15,-2-4 11-15,-1 3-5 0,3 2-6 0,-6 3 1 16,11 0 20-16,-11 0-8 0,17 4 1 16,-6 2 9-16,2 2-10 0,0 2 8 0,1 3-2 15,0-2 7-15,3 4 3 0,0 3-3 0,0-3 8 16,-3 1-1-16,3 1-6 0,-4-1 9 0,2 2 8 16,-2-2-13-16,-2 1 8 0,-5-1-8 15,1-3 18-15,-4 1-12 0,-2 1 9 0,-1-3-2 16,-4 3 6-16,-2-5 1 0,-1 5-17 0,-1-2 8 15,-2-1 2-15,-3-4 5 0,-1 6 18 16,1-7-10-16,-1 2-6 0,3-4-4 0,-2 2 15 0,2-6 8 16,1 5-11-16,0-6-15 0,0 1 8 15,3-1-3-15,7 0-5 0,-13 2 0 0,13-2 0 16,-11-2-8-16,11 2 3 0,0 0 3 16,0 0-8-16,-4-2 7 0,4 2-7 0,0 0-3 15,18-6 16-15,-8 0-6 0,0 2-4 0,4-1-14 16,3 1 8-16,3-2-10 0,1-4 13 15,2 2-5-15,8-5-1 0,-3 2-1 0,2 1 12 16,1-5-16-16,-3 5 3 0,2-5-7 0,-2 1-6 16,-1 2 8-16,-6-1-8 0,-1 1-7 0,-2-2-6 15,-2 0-12-15,-1-1 10 0,1 1-5 0,-5-4-26 16,-1 1 6-16,0-1-4 0,-3-4 11 16,-3 5-2-16,-1-2-1 0,0-2-2 0,-3 1-2 15,-3-5 14-15,0-4 4 0,-4 0 4 0,-1-3 6 16,-1 6 9-16,2 1 6 0,3 1 13 15,-6 6 2-15,6 1 0 0,-2 1-10 0,2 3 3 16,1 2 5-16,0 3-16 0,-1 8 3 0,4-2 7 16,0 2 1-16,0 0 7 0,-7 16 3 15,7-5 5-15,3 3-5 0,1 3 17 0,0 2-6 16,2 6 9-16,-2 0-15 0,5 0 12 0,2 6-1 16,-1-5 1-16,0 2 4 0,1-5-6 0,2 4-8 15,-3-4 8-15,2 1-10 0,1-6 3 16,-2 0-3-16,-1-3 0 0,-1 2 5 0,2-7-13 15,-1 3 3-15,-3-5-11 0,-1-1-32 0,5-5-55 16,-7 2-74-16,2-6-109 0,-6 2-608 0,7-2 95 16,-4-5 78-16,-6 0 55 0,-1-2 75 15</inkml:trace>
  <inkml:trace contextRef="#ctx0" brushRef="#br0" timeOffset="47843.95">17679 8668 1197 0,'0'0'359'0,"-7"0"-83"16,7 0 21-16,0 0-43 0,-11-3-29 16,11 3-18-16,0 0-43 0,0 0 7 0,18-14-12 15,-5 7-18-15,7 3-16 0,-2-5-4 0,5 2-14 16,1-1-10-16,1-1-12 0,-1 2-8 16,3 0-6-16,-4-3-19 0,-2 3-6 0,0 2-13 15,-4 0-18-15,0-1-22 0,-3 2-88 0,0 1-46 16,-1 1-151-16,-6 1-524 0,3 1 66 0,-6 0 51 15,-4 0 59-15,0 0 90 0</inkml:trace>
  <inkml:trace contextRef="#ctx0" brushRef="#br0" timeOffset="48326.98">19511 8078 703 0,'-20'-2'218'16,"5"1"-11"-16,2 1 54 0,3 0-12 16,-4 1-21-16,4 1-11 0,-4 3-22 0,1 3-16 15,2 1-13-15,-3 1-10 0,4 5-7 16,0 3 9-16,-1 4-22 0,2-1 10 0,5 4-8 15,-2 4-25-15,6-1 33 0,0 0-28 0,3 8-3 16,3-2 2-16,1 0-12 0,7 9-5 0,0-1 5 16,3-1-31-16,-3-6 6 0,-1-3-21 0,1-6-3 15,2 5-10-15,-1-6-5 0,-2 1-15 16,1-1-29-16,-4-4-71 0,0 0-44 0,-2-4-69 16,-2-1-163-16,1-1-495 0,-4-5 44 0,-3-1 84 15,-3-3 100-15,0-4 44 0,-4 2 68 16</inkml:trace>
  <inkml:trace contextRef="#ctx0" brushRef="#br0" timeOffset="48843.97">19186 8718 813 0,'0'-6'282'0,"3"-3"-13"15,4-1-36-15,1 0-21 0,2-1-20 0,6-3-15 0,5-1-6 16,3-3-22-16,4 0-8 0,-1 2-13 0,14-7-8 15,-10 4-5-15,-1 2-28 0,-2 3 8 16,-1-3-21-16,0 6 0 0,-7-1-5 0,-2 2-12 16,-2 2-4-16,-1 1-4 0,-5 3-11 0,1-2-7 15,-1 3-10-15,-4-1-1 0,1 3 8 16,-7 1-5-16,14 2-2 0,-11 4-8 0,4 0 2 16,-4 2-7-16,1 1 7 0,3 1 5 0,-3 1-7 15,2 3 13-15,-3 1-21 0,4-5 0 0,0 7 8 16,0-4-3-16,0-1 5 0,0 1-12 15,2-1-6-15,2-2 14 0,-4 2 2 0,3-2-6 16,1-2-4-16,-1-1 2 0,0-4 10 0,1 1-7 16,2-1-3-16,-3-3 0 0,1 0-10 15,-1-1 23-15,0-5 2 0,0 3-20 0,-3-4 6 16,3-1-4-16,-2-2 16 0,-2-4-15 0,-2 3 7 16,-1-4-8-16,0-2 3 0,-3-1 1 15,3-1 4-15,-3 1-8 0,0 2 9 0,0 4-1 16,-3-3 18-16,3 4-7 0,0-2-1 0,-3 3-5 15,3 2-2-15,0 2 5 0,0 2-3 16,0 4-2-16,0 0 3 0,0 0 7 0,0 0 0 0,0 0-18 16,0 23 0-16,3-13 5 0,0 0 0 0,-3 1 1 15,4 2-4-15,3-1 11 0,-3 1-13 16,5-1-10-16,-5 2 13 0,6 0 2 0,-3-4-12 16,3 1-1-16,0 2-48 0,4-5-26 0,-4 1-13 15,5-1-22-15,-2-6-65 0,0 5-94 16,1-4-249-16,0 1-230 0,0-4 26 0,-1-3 102 15,-2 1 36-15</inkml:trace>
  <inkml:trace contextRef="#ctx0" brushRef="#br0" timeOffset="49194.63">20150 8382 796 0,'0'8'225'0,"0"2"-15"0,3 1-34 16,0 3-4-16,-1 4-3 0,1-3 48 15,0 3-9-15,0-1-24 0,1 1-10 0,-1 2-13 16,0-5-25-16,1 1-6 0,-1-2-4 0,0 3-11 16,-3-9-18-16,4 6 6 0,-3-5-1 0,-1-1-63 15,0-3-1-15,0 1 13 0,0-2 5 0,0-4-15 16,0 0 0-16,0 0-2 0,0 0 2 16,0 0-21-16,-11-22 6 0,7 12-6 0,1-6-9 15,0-2 9-15,0-3-15 0,2-2 5 0,1 4 1 16,0-5-4-16,0 5 3 0,1-3-7 15,2 5 0-15,0-1-1 0,0 1-7 0,1 6 15 16,2-3-10-16,2 6 3 0,-1 1 5 0,2 3-3 16,2 0 2-16,2 2-7 0,-2 7 5 15,3-1 8-15,2 4-10 0,-1-1 4 0,1 1-7 16,1 3 6-16,0 3 6 0,0 2-12 0,-2-4-25 16,1 3-49-16,2 0-42 0,-2 0-60 0,-1-3-144 15,1 3-492-15,2-4 96 0,-5-2 48 0,4-1 66 16</inkml:trace>
  <inkml:trace contextRef="#ctx0" brushRef="#br0" timeOffset="49629.14">20725 8275 847 0,'0'0'333'16,"-18"1"-6"-16,14 6-20 0,-5 3-28 15,2-2-18-15,-1 7-28 0,-1-3-25 0,5 3-14 16,-2 3-9-16,2-1-22 0,4 4 1 0,-3-4-28 16,3 0-16-16,0 1-2 0,3-1-80 0,-3 0 1 15,4-2 2-15,5 1-3 0,-5-1 0 0,7-3-15 16,-1-4 18-16,3 2-2 0,4-2-8 16,-3-1-14-16,7-1-29 0,0-3 9 0,1-3-46 15,0-2-15-15,2-3-12 0,3 2-37 16,-3-4-33-16,-1-3-13 0,2-2-53 0,-5-1 2 15,-3-2-20-15,0-3-6 0,-7-1 11 0,1-4 92 16,-4-2 28-16,-1 0 28 0,-5-2 23 0,-1-3 47 16,0 3 48-16,-4-4 28 0,1 6 23 15,0 0 33-15,-1 0 3 0,0 7 23 0,1 0-25 16,2 4-16-16,-2 2-15 0,0 5-8 0,3 1-13 16,0 6-5-16,0 0 18 0,0 0-10 0,0 0 5 15,3 25-8-15,1-11-15 0,-1 3-3 0,8 2 3 16,-4 3-3-16,2-1-5 0,-1 3 3 15,2 2-13-15,3 0 3 0,-2 2-14 0,-1-8-58 16,0 6-46-16,1-4-67 0,-1-2-312 0,-3 1-335 16,3-8 63-16,-6 0 60 0,2-3 53 15,-6-2 82-15</inkml:trace>
  <inkml:trace contextRef="#ctx0" brushRef="#br0" timeOffset="50544.15">20875 8374 962 0,'-3'-6'335'16,"3"6"-45"-16,3-10-14 0,3 3-33 0,-2 2-28 15,3-1-18-15,7-2-10 0,-1-3-23 0,4 2-21 16,0-2-20-16,4 3-15 0,3-4-1 16,-4 0-17-16,4 1-8 0,-3 2-3 0,3-3-15 15,-1 1 0-15,-2 3-10 0,0 0-8 0,-4 1-13 16,0 4 0-16,0-3 3 0,-3 5 0 0,-1 1-13 15,1 0 3-15,-1 1-8 0,-2 5 2 16,-1 2 11-16,0 2-21 0,1 0 18 0,-1 5-12 16,-3-2 7-16,-1 0-3 0,2 3-5 0,2 0-7 15,-4 1 5-15,1-2 5 0,1 2-5 16,-2 1-1-16,1-4-7 0,0 0-12 0,-1 0-19 16,2 0-25-16,2-5-8 0,-4 1-23 0,1-3-2 15,4 0 15-15,-4-3 7 0,2 0-4 16,2-3 9-16,-1-1 4 0,-10 0-6 0,18-6 15 15,-9 2 14-15,-2-3-4 0,3-5 21 0,-2 0 13 16,-2-2 8-16,-2-1 7 0,-1 2 6 0,0-2 28 16,1 4 17-16,-1-2 6 0,-3 2-6 15,4 3-20-15,-1 1-5 0,-3 4-2 0,0 3 2 16,1-5-3-16,-1 5-2 0,0 0-3 0,0 0 1 16,0 16 1-16,0-9-4 0,0 3-3 15,3 0 3-15,0 2 2 0,1-2-10 0,-1 0-2 16,3-1-1-16,-2 3 3 0,3-2-13 0,-3-1 19 15,5-1-14-15,-2 0 13 0,1-3 5 16,-1 0 1-16,2 1-4 0,-5-5-7 0,6 2-7 16,-6-2 4-16,-4-1-4 0,0 0 4 0,16-4-2 15,-12-1-3-15,-1 1 6 0,-3-4-13 0,4-2 4 16,-8-3-1-16,4-4 7 0,-3-1-6 0,0 0 6 16,-1-4-13-16,-2-2 0 0,2 4-61 15,1-3 23-15,0 5 0 0,3 3-8 0,-1-3-11 16,1 3 22-16,0 4 12 0,1-3-15 0,2 4 2 15,3 3 0-15,-2-3 13 0,6 8 3 16,0-1-8-16,0 3 2 0,1 4 9 0,0-1 12 16,2 5 0-16,4 0-11 0,-4 2 6 0,2 4 0 15,1 2 0-15,-2 0-3 0,0 2 8 16,-4 0-2-16,1-1 2 0,-1-1-8 0,-1 1 11 16,-1-2-14-16,-2-2 9 0,-2 1-1 0,-1-5 6 15,1 3 2-15,-1-3 10 0,3 0-22 0,-5-5 45 16,3 1-18-16,-4 2 6 0,0-7 2 0,0 0-5 15,0 0 3-15,0 0-1 0,0 0-2 16,0 0-7-16,-8-29-1 0,8 17 6 0,-3-9-6 16,3 1-5-16,0-1 6 0,0-4-9 0,0 0-14 15,3 3 7-15,1 0 5 0,0 4-5 0,-1 1-8 16,0 2 6-16,1 0-1 0,2 5-15 16,1 2 3-16,1 4 10 0,-2-1 5 0,4 5-3 15,0 5 0-15,1-1-2 0,2 4 5 0,1 0-10 16,0 2 18-16,0 5-6 0,2 0 14 15,-1 0 7-15,-2 0 2 0,4 1-12 0,-3-2-5 16,-1 3-3-16,1-2-3 0,-1 2 11 0,-2-2-5 16,-1-4-6-16,0 0-14 0,-2 3-42 0,-2-4-41 15,1 3-94-15,-4-5-131 0,0 1-548 16,-2-4 90-16,-2 0 61 0,-5-3 67 0,-1 1 77 16</inkml:trace>
  <inkml:trace contextRef="#ctx0" brushRef="#br0" timeOffset="50711.01">21380 7694 1003 0,'-3'-1'430'0,"0"-2"-67"15,3 3-48-15,0 0-113 0,0 0-48 0,0 0-54 16,0 0-98-16,-3 10-201 0,6-2-508 0,-3 2 78 15,-3-2 50-15</inkml:trace>
  <inkml:trace contextRef="#ctx0" brushRef="#br0" timeOffset="52513.36">5433 11039 837 0,'-3'-5'348'0,"3"5"-34"0,-4-3-24 0,4 3-22 15,-9-5-37-15,9 5-31 0,-7 0-24 0,7 0 1 16,-17 7-21-16,7-1-23 0,-1 3-5 15,-3 7-13-15,1 1-15 0,-7 3-8 0,2 9 0 16,-6 7-10-16,1-1 23 0,5 5-13 16,2-9-25-16,4-2-6 0,-1-4-4 0,4 6 1 15,0-4-4-15,3-3-92 0,2 1 20 0,2-7 3 16,2 4-1-16,3-2-4 0,3-5-3 16,-2 0 10-16,4 1 3 0,1-4 10 0,4-5-5 15,1 3-8-15,3-2 10 0,1-4 3 0,6-1 16 16,-1-3-14-16,1 0-20 0,4-7-7 0,2 4-14 15,-2-2-22-15,6-5-19 0,-3 2-27 16,-1-3-3-16,1-2-49 0,-7 5-20 0,-2-2-36 16,0-2-5-16,-4-1 7 0,3 2 75 0,-8 0-8 15,0 1 36-15,1 2 31 0,-4-2 20 0,1-1 15 16,-4 3 60-16,0-1 22 0,2 2 42 16,-5 2 12-16,0 1-18 0,-1-2 3 0,0 4 5 15,-3 2 0-15,0 0-13 0,0 0 18 0,4 10-21 16,-4-3 11-16,0 3 2 0,0 0-4 15,-3 3-14-15,3 2 0 0,0-2-2 0,0 4-5 16,3-2-5-16,-3 2-1 0,3-2-9 0,1 2-1 16,-1-6-5-16,3 4-7 0,-1-5-6 15,2 0-7-15,-1 1 21 0,1-3-4 0,0-4 9 16,3 3-14-16,0-5 9 0,0-2-4 0,1 0 4 16,2 0-6-16,-2-3-3 0,-1-3 1 0,3 3 2 15,-2-6-10-15,2 2 8 0,-6-3-9 16,4-2-1-16,-5 0 9 0,-2-3-4 0,-1 0-1 15,0-3-7-15,-3 0 3 0,-3-1-14 0,0-4 8 16,-3 1 11-16,-1 1-14 0,2 0 11 16,-4 5-7-16,2 3 19 0,-3 1-7 0,-1 1-10 15,-2 4 3-15,2 0 1 0,-5 7 1 0,1 0-2 16,-1 5-1-16,-2 3 11 0,1 1-11 16,-3 2-7-16,6 2-1 0,-3-1 6 0,7 1 3 15,-1-2-16-15,4 0 7 0,1 1 3 0,3-2 1 16,2 0 2-16,1-2-11 0,4 5 6 0,-1-6-3 15,3-2 5-15,3 2-7 0,3-4-1 0,-1 1-9 16,6-3-1-16,-1-1 0 0,5-1-12 16,0-3 20-16,-1 1-11 0,7-4-4 0,-6 2-3 15,3-2 8-15,-3-1 0 0,2-2-8 16,-5 0-13-16,2 0 8 0,-6-2-5 0,-1-1-8 16,-1 3 18-16,0-5-5 0,-5 5 3 0,4-1-9 15,-7 0 12-15,2 1 1 0,0 2-7 16,-2 4-13-16,3 0-10 0,-3 0 23 0,2-1-10 0,-2 4 5 15,-4 1 2-15,13 7 1 0,-2-4 4 16,2 5 6-16,1 0 17 0,0 6-9 0,3-1-9 16,-1 2-2-16,2 2 13 0,-1-2 5 0,0 0 0 15,0 2 8-15,-3 1-3 0,0-4 10 16,-1 3 14-16,-3-5-4 0,-3 5 8 0,1-5 14 16,-2 1-12-16,-5-5 4 0,-1 6-9 0,-1-3 4 15,-2 2 7-15,-5-4-8 0,-1 1 3 16,-1 0-3-16,-2-2-20 0,-1-1 20 0,0-1 0 15,-1-2-7-15,-2-4-8 0,1 3-16 0,2-3-19 16,-2-3-50-16,2 1-17 0,-4-6-21 0,4 1-100 16,2-1-97-16,4-2-453 0,0-5-8 15,4-2 87-15,3-1 110 0,0 0 24 0</inkml:trace>
  <inkml:trace contextRef="#ctx0" brushRef="#br0" timeOffset="52777.48">6422 11041 637 0,'7'25'269'0,"-1"0"-34"15,-2-1-15-15,2-5-25 0,-2 8-3 0,3-2 2 16,0 5-12-16,2-2-13 0,1 3-13 16,-2-5-15-16,2-1-3 0,-3-1-23 0,3-2 6 15,0-1-32-15,0-3-9 0,1 2-1 16,-1-5-5-16,-3-3-15 0,4 1-8 0,-4-1-7 15,2-5 84-15,1-1-18 0,1-1-3 0,2-5-32 16,-3 4-11-16,2-3-36 0,1-6-28 0,1 4-64 16,-1-6-87-16,-2 4-267 0,2-6-360 0,-6 0 51 15,2-4 67-15,-4 4 53 0,-2-2 62 16</inkml:trace>
  <inkml:trace contextRef="#ctx0" brushRef="#br0" timeOffset="52962.03">6401 11331 813 0,'0'0'264'15,"-6"1"-21"-15,6-1-35 0,0 0-19 0,0 0-15 16,0 0 8-16,0 0-36 0,19-7-5 16,-5 1-34-16,3 3-17 0,4-4-42 0,6 3-40 15,7-7-54-15,0 6-44 0,4-8-99 0,13 5-308 16,4-5-127-16,-1 1 45 0,1 1 49 15</inkml:trace>
  <inkml:trace contextRef="#ctx0" brushRef="#br0" timeOffset="53244.85">7632 10743 798 0,'-7'4'325'0,"-3"0"-36"0,3 3-12 15,0 3-21-15,1 4-23 0,-2 3-5 0,4 3-24 16,-2 5-4-16,3 6-5 0,2-1-19 0,1 8-22 16,4-5-21-16,-1 7-10 0,0-5-13 15,4 15-3-15,1 0-9 0,1-3-9 0,2-2-79 16,0-7 6-16,-1-5-16 0,0-4-16 0,3 1-48 15,1 2-43-15,-3-4-49 0,2 3-146 16,0-5-489-16,1-1 74 0,-4-7 39 0,-3-4 76 16,-3-3 57-16</inkml:trace>
  <inkml:trace contextRef="#ctx0" brushRef="#br0" timeOffset="53746.68">7457 11446 885 0,'-3'-5'397'0,"3"-3"-54"16,-3 1-26-16,6 0-25 0,0-1-33 16,1-2-21-16,6-1-28 0,3-4-31 0,5-2-8 15,2 0-12-15,4-1-31 0,0 0-3 0,4-3-20 16,12-2-5-16,-2 3-15 0,-4 2-6 0,-7 3-7 16,4 5-3-16,-7 1-3 0,-3 0-15 15,-1 2-4-15,-2 2-19 0,-2 3 8 0,-2 1-8 16,-1 2-5-16,-2 1-8 0,-1 5-2 0,0 0 10 15,-2 4-3-15,-1-3 1 0,2 7-3 0,-2-1-16 16,-3-1 9-16,3 2 4 0,0-1-10 16,2-2 8-16,-5 4 2 0,7-2-2 0,-5-2 2 15,4 1-7-15,1-2 0 0,-1-2-8 0,0 0 7 16,4-1-7-16,-4 0-2 0,3-1 4 16,-1-4-14-16,1 1 12 0,1-2 0 0,-1-2 2 15,1-3-12-15,-1-1 5 0,-3 1 15 0,1-6-5 16,-1-3-5-16,-3 1-2 0,0-4 2 15,0-2 5-15,-3-1-10 0,-1 1 5 0,0-5 0 16,-3 4 2-16,0 0 11 0,0 3 13 0,-3 2-8 16,3 1-8-16,0-1 15 0,-3 2-4 0,2 3-3 15,-2 3-8-15,3 0-5 0,0 5 5 16,0 0-2-16,0 0 2 0,0 0 1 0,-14 10 6 16,11-3-4-16,2 1-8 0,1 0 16 0,0 2-11 15,1 2 23-15,2 0-25 0,0-4 5 0,1 5 0 16,3-1-6-16,3-2-14 0,0 1-39 15,1-1-36-15,2-1-31 0,4 0-71 0,0-2-175 16,4 0-496-16,0-3 29 0,-1-4 106 0,0 1 70 16,1-2 69-16,-4 1 62 0</inkml:trace>
  <inkml:trace contextRef="#ctx0" brushRef="#br0" timeOffset="54093.05">8544 11151 813 0,'0'13'292'0,"4"-1"-18"0,-4 3-36 16,0 2-2-16,0 1-19 0,3-1-20 16,-3 1-15-16,0 2-5 0,4-1-26 0,-4-3-13 15,3 1-2-15,-3-3-13 0,0-3-13 0,3 3-8 16,-3-4 0-16,1 1 11 0,-1-4-70 16,0 1 19-16,0-7-16 0,0-1 0 0,0 0-5 15,-4 6-3-15,4-6 1 0,0 0-3 0,-6-18-3 16,5 7-13-16,1-3-9 0,0-3 1 15,-3-5-12-15,3-3 0 0,3 0-7 16,-3-1 9-16,4 0 1 0,-1 2-6 0,1 0-7 0,5 5 2 16,-5-1 16-16,3 7-23 0,-4 0 4 15,4 2 4-15,0 4 4 0,-1 0 1 0,5 4-11 0,-4 2 8 16,-7 1 2-16,18 4 1 0,-8 1-1 16,3 3 11-16,-3 2-8 0,0 0 2 0,1 4-12 15,0-3-21-15,2 6-48 0,1-2-21 0,-1 0-53 16,-3 1-139-16,4-4-417 0,0 3 0 15,0-5 46-15,-1-3 79 0,1-1 57 0</inkml:trace>
  <inkml:trace contextRef="#ctx0" brushRef="#br0" timeOffset="54360.25">9013 10934 801 0,'-11'7'358'16,"1"-1"-120"-16,-3 4 3 0,2 1-24 0,1 2-22 16,-4 0-8-16,7 2 2 0,-2 2-33 0,5 0 11 15,-2-1-29-15,5 1 0 0,1 4-25 0,0-4-8 16,0-1-8-16,4-2 3 0,2 1-3 16,-2 1-23-16,3-2-2 0,3-2-16 0,0-2 1 15,3-2-4-15,1-1-32 0,0 0 7 0,3-1-61 16,0-2-24-16,0-4-17 0,-3 0-41 0,6-4-49 15,1-2-84-15,-7 3-292 0,6-5-157 16,-3-3 22-16,0 0 78 0,-3-6 37 0</inkml:trace>
  <inkml:trace contextRef="#ctx0" brushRef="#br0" timeOffset="54543.51">9252 10718 734 0,'-1'8'261'15,"1"4"-20"-15,0 1 61 0,0 4-21 0,0-1-30 16,5 8-97-16,-2 1-11 0,0-1-17 16,-2 1 2-16,5-1-26 0,-2 1-2 0,2 0-13 15,-2 0-5-15,6-1-41 0,-6-3-21 0,2 4-89 16,1-1-102-16,0-5-569 0,0 2 64 0,-1-6 54 16,-2-5 74-16</inkml:trace>
  <inkml:trace contextRef="#ctx0" brushRef="#br0" timeOffset="54843.09">9146 11089 944 0,'-3'-7'374'0,"6"1"-49"0,-3-2-28 16,3 1-31-16,0-3-15 0,8 2-39 0,-1-3-12 15,1-2-16-15,3 3-23 0,5 1-10 16,2-2-17-16,-3-2-86 0,2 5-9 0,1-2-11 15,-1 1 13-15,-3 3-21 0,0-3 3 0,0 6-2 16,0-2 9-16,-6 3-17 0,6 0-5 0,-7 4-3 16,3-1 8-16,-2 0-8 0,-1 6-18 15,0 3 18-15,1-2-2 0,-5 5 12 0,-2-3 8 16,2 2-23-16,-2 3-2 0,3-1 4 0,-4 1-7 16,1-2 15-16,2 2 3 0,-5 0-3 0,2 2-20 15,0-2-28-15,0-2-57 0,2 2-69 16,-2-1-204-16,4-2-444 0,-1 1 116 0,1-5 56 15,-1-2 62-15</inkml:trace>
  <inkml:trace contextRef="#ctx0" brushRef="#br0" timeOffset="55459.71">9762 11043 967 0,'0'8'312'0,"0"5"-20"15,3-1-23-15,-3-2-18 0,3 4-34 16,1 0-4-16,3-2-29 0,0 2-20 0,2-3-11 16,-2 2-9-16,4-4-16 0,-5 0-5 0,1-1-16 15,0-4-7-15,-1 3 5 0,2-2-21 0,-5-3-9 16,1-1-6-16,-4-1-8 0,0 0 1 16,0 0-6-16,9-8 3 0,-11 0-11 0,1-1 4 15,-2 0-14-15,0-8-5 0,-4 2 3 0,-1-6-15 16,-1-3 7-16,2 2-3 0,-3-7 9 15,2 0-1-15,-1 5 5 0,5 2-12 0,1 0-6 16,-1 2 16-16,1 1-18 0,3 5 0 0,3-1 0 16,-3 1 2-16,4 4 1 0,2 1-6 15,1 1-22-15,1 1 17 0,1 5-13 0,2 1 8 16,3 2 1-16,2 0 6 0,-2 6-4 0,3 0 5 16,-2 2-11-16,1 3-4 0,1 2-1 0,0 3 8 15,-3-2 6-15,-1 2-6 0,-1 1-5 16,0-2-3-16,-2 1 1 0,-3-2 7 0,1-3 5 15,-2 5-15-15,-2-4-3 0,2-2 13 0,-3-2 0 16,-3 1 1-16,1 1-4 0,3-7 11 16,-4 3 5-16,0-7-5 0,-5 3-3 0,5-3-5 15,0 0 3-15,0 0-6 0,0 0 3 0,-12-19 13 16,11 8-23-16,-2-6-3 0,0-4-9 16,0 3-4-16,2 0 3 0,1-4-2 0,0 3-6 15,4-4 13-15,-1 5 0 0,0 3 1 0,4-2 7 16,-4 5-13-16,5-2 2 0,-2 4 1 15,1 2 0-15,0 2 15 0,-1 2 10 0,5 1 0 0,-4 3 0 16,6 5-2-16,-2-3-3 0,-1 8 10 16,3 1-2-16,1 3-5 0,-1 1-16 0,-1 2 13 15,1 5 16-15,4-3-24 0,-4 3 11 0,2 2 7 16,-2-3-7-16,4 4 7 0,-7-4-30 16,0 0-18-16,4 4-82 0,-4-4-19 0,-3-3-201 15,4 0-548-15,-1-4 59 0,3-5 99 16,-2-1 70-16,-1-5 72 0,3 2 32 0</inkml:trace>
  <inkml:trace contextRef="#ctx0" brushRef="#br0" timeOffset="55693.62">10961 10884 1052 0,'0'0'358'0,"0"0"-36"0,0 0-25 0,21-3-28 15,-14-2-39-15,3 5-7 0,0 0-21 16,7-1-28-16,-4-2-17 0,8 0-29 0,0 2-31 16,-1-1-74-16,-2 1-62 0,-1 0-89 0,-1-2-127 15,2 1-539-15,-2 2 105 0,-4 0 37 16,1-1 78-16</inkml:trace>
  <inkml:trace contextRef="#ctx0" brushRef="#br0" timeOffset="55877.53">10992 11131 1011 0,'-3'5'286'0,"3"-5"60"15,0 0-49-15,0 0-21 0,0 0-40 16,10 5-11-16,-10-5-20 0,17-5-13 0,-4 3-28 15,2 0-8-15,-2-4-31 0,5 3-5 16,-2-2-89-16,1-2-57 0,-3 2-112 0,0-1-438 16,-1-1-174-16,-6 0 54 0,-1-3 69 0,-6 2 72 15</inkml:trace>
  <inkml:trace contextRef="#ctx0" brushRef="#br0" timeOffset="57793.49">12820 10283 673 0,'0'0'289'15,"0"0"0"-15,0 0-28 0,0 18-10 16,1-10-18-16,-1 5-23 0,3-2-16 0,1 7-7 15,0-1-31-15,2 6 11 0,-3-1-29 0,1-1-18 16,2 3-2-16,-2 1-15 0,3 0-11 0,-4-1-8 16,1 1-2-16,2-2-15 0,-2-2-6 15,2 4-38-15,-5-1-36 0,6-2-46 0,-4-1-76 16,-2 1-111-16,5-4-417 0,-6 0-59 0,3-1 44 16,-3-2 69-16,-3-1 66 0</inkml:trace>
  <inkml:trace contextRef="#ctx0" brushRef="#br0" timeOffset="58042.78">12647 10997 885 0,'0'0'333'0,"0"0"-21"15,0 0 3-15,0 0-59 0,0 0-13 0,0 0-23 16,23-13-74-16,-6 5-15 0,4 1-19 15,3-3-4-15,6 1-24 0,5-2-2 0,10-3 10 16,6-3-15-16,0 2-8 0,3-2-5 0,1 6-7 16,-3-3-4-16,2 6-4 0,-9-1-36 0,-11 5-44 15,-3 0-66-15,0 4-70 0,-7 0-48 16,-4 0-122-16,0 6-393 0,-6-2 31 0,-3 3 118 16,-8 1 51-16</inkml:trace>
  <inkml:trace contextRef="#ctx0" brushRef="#br0" timeOffset="58526.93">12356 11536 701 0,'0'-10'307'16,"0"0"-23"-16,3 2-82 0,0-3-10 0,2 3-20 15,1-5-19-15,1 5-4 0,3-1-16 16,1 1-13-16,-1 3-10 0,3-1-12 0,-2 0-6 16,-1 5-13-16,4 1 0 0,-1 0-20 0,-3 0-2 15,4 1-4-15,-1 6-9 0,-2-1-1 16,-4 2-4-16,0 1 15 0,-1 0-24 0,-2 2 1 16,-4 3-3-16,0-1-7 0,-3 6-1 0,-1-2 6 15,-3 4 63-15,-3 0 1 0,-7 1-18 16,0 0-14-16,0-4 14 0,-1 3-16 0,2-4-4 15,-2-5 1-15,2 3-14 0,1-6-6 0,2-1 16 16,-1-1-6-16,4-4-10 0,-3 0 3 0,2-3-5 16,1-3-10-16,0-1-1 0,2-4 0 15,2-1-4-15,0-2 2 0,5 1-5 0,-2 2-1 16,3-5 4-16,3 1-1 0,-2 2-10 0,2 0 11 16,3 1 4-16,-2 1-7 0,3 0-8 0,3 3 5 15,-3 1 6-15,3-2-6 0,4 6 3 0,-1 1 12 16,1 4-12-16,0-1-8 0,3 4 0 15,0-1 11-15,3 3-11 0,-2 5 10 0,-1-2-12 16,0 5 7-16,3-1 0 0,-3 0-5 0,-3 1-30 16,3-1-14-16,-4 1-63 0,2-2-36 15,-2 0-154-15,1 2-535 0,-1-3 41 16,1 0 95-16,-4-6 72 0,0-3 48 0</inkml:trace>
  <inkml:trace contextRef="#ctx0" brushRef="#br0" timeOffset="59159.49">12859 11400 691 0,'0'8'263'0,"3"2"-43"0,1-2 1 15,-4 7-22-15,3-5-30 0,0 7 3 0,0-1 38 16,1 1-29-16,-1 3-14 0,0-2-9 15,-3 1-12-15,1-1-10 0,3-1-21 0,-4-2-10 16,0 0-8-16,0-2-30 0,0-1 10 0,3-2-1 16,-3 0-9-16,0-3 5 0,-3-1-6 15,3-4-9-15,0-2-6 0,0 0-13 0,0 0-2 16,0 0 7-16,-15-12-12 0,9 2 0 0,3-1-3 16,-4-6 0-16,3 2 3 0,0 2-8 0,1-2 8 15,0 0-1-15,-1 1 9 0,4 3-11 16,-3 0-15-16,3-2 7 0,0 5-7 0,0 1 7 15,3 2-14-15,1 0 9 0,-4 5-10 0,10-3 18 16,-10 3-10-16,17 3 5 0,-10 4-10 16,4 0-14-16,-1 0 1 0,3 4 13 0,1-1 0 15,-1-2-13-15,5 6 10 0,-2-3 10 0,2 3 3 16,-2-3-16-16,-1-1-2 0,-2 0 3 16,1-1 5-16,-4-3 2 0,0 1 0 0,1 0 8 15,-1-6-8-15,-3 4 13 0,3-3-7 0,-3-4-11 16,3-3 18-16,-4 4-13 0,5-6 8 0,-4-2-10 15,0 1 7-15,0-4-15 0,3-5 0 0,-3-4 15 16,-1 1-7-16,-2-5 5 0,2-5-8 16,-4 5-2-16,1-4 4 0,0 0 6 0,0 4-3 15,1 0-10-15,-4 7-2 0,3 0-6 0,0 2 11 16,-3 1-8-16,3 7-1 0,-2 1 6 16,2 4 3-16,1 3-11 0,-4 0 6 0,10 10 4 15,-3 3 1-15,-1-1 7 0,5 4-2 0,-4 6-11 16,0-2 8-16,2 5-10 0,2 4 5 15,-1-1 3-15,-3-2 2 0,4 5-8 0,-1-3 1 16,0-3-3-16,0 4 5 0,1-3-31 0,-1-3-7 16,0-1-29-16,0-1-38 0,-3-2-46 0,4-2-125 15,2-1-423-15,-6-6-118 0,4 0 139 16,2-4 43-16,-7-6 59 0,4 0 64 0</inkml:trace>
  <inkml:trace contextRef="#ctx0" brushRef="#br0" timeOffset="60043.17">14223 10043 634 0,'0'0'292'16,"0"0"-38"-16,0 0-37 0,0 0-10 15,0 0-7-15,20-5-26 0,-3 3-15 0,-4 2-13 16,8-3-8-16,0 2-5 0,3-3-20 0,-1 2 56 16,5 0-13-16,2-4-15 0,-2 4-8 0,3-3-18 15,-1 2-23-15,-2-4-8 0,-1 6-7 16,1-5-10-16,-8 5-8 0,0-2-8 0,-2-1 0 16,-5 1-2-16,1 3-13 0,-7-2-21 0,0-1 3 15,-1 1-8-15,-6 2-18 0,0-4 11 16,0 4-6-16,0 0 6 0,-13-4 7 0,2 4 6 15,-2 0-1-15,0 1-20 0,-8 2 5 0,0 1 0 16,1-2 5-16,-7 3-13 0,0 2 13 16,2-3-17-16,-2 3 14 0,-1 1-4 0,1 1-1 15,4-1 13-15,-2 2 3 0,2 1-10 16,2-1-3-16,4 1 2 0,0 2 6 0,6-1 2 0,2-2 13 16,-2 5-13-16,4 0 3 0,4 2 0 15,3-4 0-15,0 5 5 0,6 0-16 0,1 1 6 16,4 1 7-16,-1 0 1 0,7 3-9 0,0-3 6 15,4 5 0-15,-1-4 5 0,1 0-8 16,3 4 3-16,3 1 12 0,4 6-19 0,-7-8-1 16,-4 0-8-16,-2-4 18 0,1 4-2 0,-1-1-13 15,-1 4 8-15,0-2-13 0,-3 0 12 16,-4 0 1-16,0 6 2 0,1-4-61 0,-8 5 10 16,0 0-2-16,-2 2 9 0,-2 0 11 0,-2 1 3 15,0 3-1-15,-1-1 21 0,0 0 0 0,-3 9-2 16,-2 4-1-16,-2-1 8 0,4-9 1 15,0-7-4-15,1 1 6 0,-1 0 25 0,-3-2-28 16,3 1 8-16,0 0-10 0,1-4 7 0,1 4-5 16,-1-3 5-16,2-3-2 0,1-2-6 0,0 0 19 15,3-7-21-15,0 3 18 0,0 0-13 16,0-5-3-16,3 5 6 0,0-5-5 0,1-3 4 16,2 3-4-16,-1-7 0 0,4 3 17 0,1-7-7 15,1 2 2-15,2 0-12 0,1-4-1 0,7-3 16 16,-1 3-2-16,-3-3-4 0,7 0 6 15,-3-3 3-15,3 0-21 0,-4-3 13 0,7 5-6 16,-3-6 19-16,-3 6-29 0,-1-3-2 0,1 1 13 16,-4 0-49-16,3-1-15 0,-5 1-37 15,-2 1-24-15,0-3-65 0,-2 5-28 0,-4 0-130 16,-1 0-477-16,-2 0 105 0,-4 0 37 0,0 0 78 16,0 0 47-16</inkml:trace>
  <inkml:trace contextRef="#ctx0" brushRef="#br0" timeOffset="60708.82">15573 10115 435 0,'-7'3'176'0,"0"5"-2"0,4 4 8 0,-4 3 61 15,0 7-18-15,4 3-12 0,-5 6-11 0,5 4-20 16,0 2-5-16,-1 18-9 0,4 0-4 16,1 1-15-16,5 1-1 0,1 0-20 0,0 3-79 15,3-2-13-15,3 2-1 0,5 10 6 0,3-1-2 16,2-3-14-16,1-6-2 0,0-5 11 16,0-4-9-16,1-1-4 0,1-2-8 0,1-2 5 15,-2-3-16-15,5-3-35 0,-2-1-31 0,0-4-44 16,2-3-84-16,-3-7-517 0,-2-6 31 0,-5-2 51 15,1-3 48-15</inkml:trace>
  <inkml:trace contextRef="#ctx0" brushRef="#br0" timeOffset="61926.28">15973 10401 655 0,'-14'15'238'0,"4"0"-26"0,3-2 6 16,0 6-52-16,3-1 1 0,-2 2-27 15,6 5-6-15,0-4-14 0,0 4-8 0,3 2-7 16,1-2-2-16,3-2-9 0,3 2-22 15,-3-4 2-15,3 4-7 0,4-7 2 0,-4 3-18 16,7-3-10-16,-3-3 67 0,3-4-6 0,-1 3-5 16,2-7-12-16,-1-3-19 0,0 3 3 15,0-6 8-15,-3 4-13 0,-1-5-7 0,1-3-4 16,0 1-7-16,0 1-2 0,-4-1 5 0,0-3-14 16,1 3 6-16,-2-4-12 0,-2 2-6 0,1-2-3 15,1-1-2-15,-5-1 13 0,3 1-3 0,-1-3 3 16,-2 2-8-16,0-2-6 0,2 1 1 15,-5-4 16-15,2 2-11 0,-3-3 0 0,0 3-3 16,0-5 11-16,0 4-11 0,-3-4-7 16,2 1 3-16,-2-1-1 0,0-1-2 0,-5 2-6 15,5-2 4-15,-4 4-6 0,1-3-3 0,-1 1 1 16,-1 1-8-16,-1-3 12 0,2 4-4 0,-3 1 0 16,2-3 7-16,-1 5-8 0,-1-1 3 0,2-1 6 15,-2 2-4-15,3 1-12 0,-2 1 5 16,-2 4-7-16,4 0 4 0,-3-3 11 0,2 4-11 15,-2 1 3-15,0-3 3 0,0 5 2 0,3 0 3 16,7 0 9-16,-20 5-9 0,12-2-3 16,-1 4-5-16,-1-1 13 0,-1 3-10 0,1 3 2 15,3-4 0-15,0 7 5 0,-3-3-5 0,6 3 11 16,-2 0-16-16,2 2 10 0,-2-1-3 16,6-2-7-16,-4-1 11 0,3 0-11 0,1-1 10 15,0 0-10-15,1 1 8 0,3-5 4 16,-1 2-6-16,1-3 6 0,2 1 1 0,1-2-5 15,4-2-3-15,-1 0-2 0,3-3 7 0,1 1 5 16,2-5-15-16,2 1 13 0,3-3-13 0,-5 3-18 16,5-3 3-16,-4 1-24 0,4 0-30 0,-4 1-18 15,0-3-3-15,0 5-45 0,-4 0-42 16,2 0-102-16,-5 0-194 0,3 1-316 0,1 1 78 16,-4 0 71-16,-3 0 77 0</inkml:trace>
  <inkml:trace contextRef="#ctx0" brushRef="#br0" timeOffset="62242.78">16469 10743 872 0,'0'0'305'0,"0"0"-13"0,0 0-18 0,0 0-26 15,-3 23-23-15,6-14-17 0,-3 2-24 0,3 3-79 16,0 1-13-16,0 1-13 0,-2 0-5 16,2 1-15-16,3 0-2 0,-5 1-1 0,6-1-10 15,-4 0 5-15,1 1-15 0,2-1 2 0,-2-3-17 16,2-2-16-16,-1 2-38 0,1 2-41 15,-2-7-44-15,-1 2-82 0,3 0-268 0,1-7-213 16,-2 5 36-16,4-9 69 0,-5 0 61 0</inkml:trace>
  <inkml:trace contextRef="#ctx0" brushRef="#br0" timeOffset="62492.73">16647 10369 819 0,'13'6'348'0,"-3"-3"-28"16,4 5-29-16,-1-1-29 0,8 6-9 0,0-1-38 16,2 3-18-16,5 3-5 0,-1-1-28 0,10 8-8 15,2 0-25-15,-8-5-6 0,3 3-10 0,-4-1-30 16,-6-4-1-16,0-1-43 15,-3 1-28-15,3 2-49 0,-8-7-33 0,2 1-97 0,-2 2-106 16,-2-7-496-16,-4 1 34 0,1-2 68 0,-1-1 90 16</inkml:trace>
  <inkml:trace contextRef="#ctx0" brushRef="#br0" timeOffset="62775.48">17070 10215 824 0,'-10'0'307'0,"10"0"-13"16,-7 10-35-16,4-2-26 0,-2 2-11 0,-4 4-25 15,5 1-10-15,-5 4-13 0,-2 1-25 16,4 1-11-16,-3 0-15 0,-1 7-13 0,-2-2-13 15,3-1-2-15,-4 0-11 0,1 1-4 0,3-1-14 16,-4 0-4-16,3 0-6 0,1-1-12 0,0-1-9 16,3-2-42-16,0 4-42 0,-3-1-51 0,6 0-120 15,1 1-550-15,0-6 25 0,3 3 74 16,0-4 59-16,0 0 54 0</inkml:trace>
  <inkml:trace contextRef="#ctx0" brushRef="#br0" timeOffset="63176.78">17244 11068 1013 0,'0'0'320'15,"7"-4"-31"-15,-4-2-94 0,4-1-6 16,0 0-25-16,-3 2-10 0,6-3-21 0,-4-1 0 15,2-2-18-15,-1 1-2 0,-1 0-21 0,-2-5 5 16,2 4-7-16,-1-3-1 0,-2-3-7 16,-3 5-2-16,0-3-9 0,0 1-12 0,0 1 13 15,0-1-16-15,-3-1-2 0,3 7-3 0,-2-3 0 16,-1 3 0-16,3 0-10 0,-3 0 3 16,3 5-13-16,-3-1 2 0,3 4 3 0,0 0-8 15,0 0-3-15,0 0-1 0,0 0-4 0,-10 14 6 16,10-7-11-16,3 2 0 0,-3 1-7 0,3 0 5 15,1 3-8-15,-1-1 3 0,3 2-1 16,-1-3-4-16,1 6-1 0,4-5 14 0,-3 1-14 16,7-5-4-16,-4 6-1 0,4-4-15 0,-4-2-18 15,7 0-35-15,-3-2-52 0,2-2-64 0,-1 0-143 16,-2-3-474-16,4-2 108 0,-3-3 15 16,0-4 69-16,-1 1 72 0</inkml:trace>
  <inkml:trace contextRef="#ctx0" brushRef="#br0" timeOffset="63326.09">17395 10447 1036 0,'0'0'269'0,"-6"-4"-39"16,6 4-43-16,-1-7-23 0,1 7-67 0,0 0-99 15,0 0-162-15,13 2-448 0,-13-2 0 16,11 2 98-16</inkml:trace>
  <inkml:trace contextRef="#ctx0" brushRef="#br0" timeOffset="63559.08">17771 10558 931 0,'0'0'272'0,"0"0"-24"0,7 1-25 16,-7-1-6-16,14-1-33 0,-4 1-12 0,0-1-13 15,4 0-21-15,-1-4-31 0,5 4-25 0,1-2-18 16,-1-1-107-16,0 2-44 0,1-3-182 16,-1 2-409-16,2 0 50 0,-3-1 63 0,1-4 61 15</inkml:trace>
  <inkml:trace contextRef="#ctx0" brushRef="#br0" timeOffset="63992.77">18085 10083 790 0,'0'0'323'0,"0"0"-24"0,14 18-22 15,-10-11-16-15,2 3-31 0,4-2-94 0,1 4 0 16,2 0-21-16,-3-3-5 0,5 7-13 0,1-3-12 16,2 0-11-16,-1-1 0 0,-4 1-5 15,5-1-2-15,-5-3-16 0,5 0-5 0,-5 0-5 16,4-5 0-16,-3 3-33 0,-4-1-24 16,4-4-14-16,-1 0-4 0,1 2-27 0,-4-4-11 15,0-2-10-15,-2-2-12 0,1 2 14 0,-5-4-4 16,3-2-1-16,-4 1 6 0,0-3 5 15,-3-1 12-15,0-3-4 0,0 1 22 0,-3 0 13 0,3-3 21 16,-3 0 28-16,2 5 36 0,-2-2 5 16,0 2 23-16,3 3-5 0,-3 1-6 0,3-3-17 15,-1 3-11-15,-2 6 1 0,3 1 5 0,-3-6 7 16,3 6-7-16,0 0 7 0,-7 14 5 16,6-4-12-16,1 0 5 0,-3 5-6 0,0 3 1 15,0 2-3-15,3 0 8 0,0 5-16 0,-1 0 6 16,-2 0 9-16,3 0-1 0,0 6-22 15,0-2-27-15,0 1-29 0,3 4-53 0,1-2-54 16,-1 1-156-16,5-4-474 0,1 2 87 0,-2-7 26 16,0-4 66-16</inkml:trace>
  <inkml:trace contextRef="#ctx0" brushRef="#br0" timeOffset="64325.74">18673 10808 703 0,'3'-7'267'0,"5"-1"-19"16,-2-2-18-16,-2 1-17 0,3-6-34 0,-1 3 5 15,2-2-15-15,-2-1-23 0,1-2-15 0,-4 0-14 16,4 1-17-16,-3-1 0 0,0 0-8 0,-1 2 5 16,-3 4-20-16,3 0 84 0,0-2 3 0,-3 5-20 15,0 0-32-15,1-1-2 0,-1 6-7 16,0 3-11-16,-1-6-5 0,1 6-3 0,0 0-20 15,0 0-10-15,0 0 0 0,-9 11-13 16,8-4 20-16,-2 1-25 0,3-1-3 0,0 3 13 16,0-2-10-16,3 2-13 0,-2 3-5 0,2-4 18 15,0 1-5-15,0 2-11 0,4-2 8 0,-1 0-10 16,-1-2-2-16,5 0-6 0,-3 1-54 16,3-3-4-16,4-1-37 0,-4 2-58 15,4-3-77-15,-4 0-274 0,7-4-325 0,-4 4 48 16,-2-8 78-16,3 4 68 0,-4-4 75 0</inkml:trace>
  <inkml:trace contextRef="#ctx0" brushRef="#br0" timeOffset="64476.23">18752 10251 816 0,'-3'-2'333'0,"0"-4"-47"0,3 6-37 16,-4-5-60-16,4 5-51 0,0-5-56 0,0 5-92 15,0 0-133-15,0 0-479 0,0 0-3 0,10 0 90 16</inkml:trace>
  <inkml:trace contextRef="#ctx0" brushRef="#br0" timeOffset="64809.09">18857 9800 716 0,'18'7'243'0,"-8"1"-12"0,1 3-34 16,2 4 5-16,1 2-30 0,3 6 68 0,1-1-17 15,-2 6-11-15,5 9-12 0,3 1-21 0,-4 0-66 16,-2 2-29-16,1 4-7 0,-1-3 13 15,-1 5-11-15,-3-3-5 0,-1 0-10 0,-2 3 0 16,-1 0 5-16,0-7-5 0,-3-5-13 0,-3 1-4 16,-1 0 1-16,0 3 3 0,0-4-10 15,-2 1-2-15,2-2-6 0,-3-2-5 0,0-4-15 16,0 4-8-16,0-3-46 0,0-3-61 16,0 0-47-16,0-2-55 0,-3-5-216 0,3-1-353 0,0-7 79 15,-1-2 46-15,1-1 78 0</inkml:trace>
  <inkml:trace contextRef="#ctx0" brushRef="#br0" timeOffset="65291.95">19193 9583 931 0,'6'-5'272'0,"-1"3"-16"16,1 1-31-16,1 0-13 0,-7 1-20 16,21 2-2-16,-8 4-39 0,1 2-8 0,-1 1-5 15,1 0-12-15,0 1-11 0,-1 5-23 0,1 2-18 16,-4 1 8-16,-3-4-18 0,1 4-2 0,-5 0 7 16,-3-3-10-16,-3 3-8 0,-2 3-13 15,2-3 16-15,-4 0-18 0,-3 0 15 0,0-1-5 16,3-4-20-16,-3-1-6 0,0-2 11 0,2 2 2 15,-2-8 5-15,4 3-12 0,-1 0 5 16,-1 0 7-16,2-4-10 0,2 1 0 0,-2 0-7 16,0-4 20-16,6 0-8 0,-8 7-10 0,5-6-2 15,3-1-6-15,-4 6 3 0,4-6-10 0,0 0 10 16,0 0 2-16,0 0-12 0,0 0-6 0,0 0 6 16,0 0 10-16,31-7-3 0,-17 5 1 15,-1-3 4-15,5-2-2 0,-1 4-3 0,3-5 11 16,0 1-11-16,4 0 6 0,1 3 2 0,-1-4 0 15,0 1-8-15,-4 0 13 0,1 0-2 16,-5 3-16-16,2-2 11 0,-5 5-14 0,1-2-2 16,-4-1-22-16,1 2-17 0,-4 2 1 0,-7 0-23 15,9 2-42-15,-8 5-58 0,-2-4-74 0,-5 9-351 16,-4-1-218-16,-5 3 70 0,-5-3 81 16,-11 6 62-16,-13 5 64 0</inkml:trace>
  <inkml:trace contextRef="#ctx0" brushRef="#br0" timeOffset="66142.05">14229 12114 901 0,'0'0'261'0,"0"-8"-39"0,0 8-22 0,0 0-11 16,0 0-22-16,0 0-14 0,0 0-7 16,0 0-8-16,0 0-17 0,4 20-3 0,-1-10-1 15,-3 2-25-15,0-1-2 0,3 5-8 0,0-1-5 16,-2 1 5-16,3-1-8 0,-1 3-23 0,1-2-5 15,-1 0 10-15,3 2-7 0,-2-2 66 16,-1 0-25-16,4-1-36 0,-3 0-19 0,2 0-65 16,1-1-50-16,0-3-104 0,0-1-338 0,0-3-249 15,-1 1 111-15,1-8 43 0,-4 0 59 16</inkml:trace>
  <inkml:trace contextRef="#ctx0" brushRef="#br0" timeOffset="66293.28">14291 11840 685 0,'-3'-6'226'0,"3"6"-37"0,3-4-53 16,-3 4-41-16,7-4-85 0,-7 4-171 16,11-1-410-16,-2 2 54 0</inkml:trace>
  <inkml:trace contextRef="#ctx0" brushRef="#br0" timeOffset="66509.13">14530 12134 732 0,'0'0'281'0,"0"0"-30"0,17-8-28 16,-14 4-13-16,5-2-34 0,-1 1-22 15,2 2-21-15,2-4-41 0,2 2-48 0,-3-1-37 16,1-1-63-16,-1 4-121 0,0-1-222 0,1 1-249 16,-1-2 78-16</inkml:trace>
  <inkml:trace contextRef="#ctx0" brushRef="#br0" timeOffset="66725.3">14602 12308 890 0,'0'0'315'0,"0"3"-31"0,0-3-30 0,0 0-29 15,0 0-2-15,0 0-19 0,0 0-24 16,0 0-14-16,17-2-18 0,-17 2-12 0,14-4-18 16,-5-1-31-16,2 1-21 0,3-2-12 0,0-1-28 15,2 0-60-15,-1-3-50 0,1 2-70 16,-1 1-76-16,1-4-77 0,1-3-361 0,-3 4 46 15,-3-5 25-15,2-3 60 0</inkml:trace>
  <inkml:trace contextRef="#ctx0" brushRef="#br0" timeOffset="66858.95">14882 12001 655 0,'3'-4'271'0,"-3"-2"-23"0,0 6 1 0,0 0-27 16,0 0-7-16,0 0-74 0,0 0-21 0,4 18 11 16,-4-6-16-16,4 0-7 0,-1 1-14 15,0 0-12-15,1 4 0 0,-1 3-5 0,0-2-21 16,4 1-2-16,-3 3-23 0,3-1-57 0,-1 0-107 15,-2-2-218-15,2 6-350 0,-2-5 51 0,-1-1 61 16</inkml:trace>
  <inkml:trace contextRef="#ctx0" brushRef="#br0" timeOffset="68041.73">14032 9593 808 0,'-1'-7'287'0,"1"7"-21"16,0 0-25-16,0 0-21 0,0 0-25 0,0 0 4 15,10 15-27-15,-3-6-3 0,-1 3-23 0,2-1-6 16,-1 6-4-16,0-2-23 0,2 2-19 16,2 2-2-16,-4-1-2 0,0 3-11 0,2-4-2 15,-4 0-10-15,1 0-16 0,1-1 8 0,-1-1-3 16,-2-2-7-16,-1 1 2 0,1-5-18 16,0 1 1-16,-1 0 6 0,0 0-9 0,-2-5 13 15,2 3-11-15,0-2 31 0,-3-4-31 0,0-2 13 16,3 7-10-16,-3-7-8 0,0 0 11 15,0 0-16-15,0 0 2 0,0 0-2 0,-10-22 0 0,7 14 13 16,0-2-31-16,-1-5 6 0,0 1-1 16,-2-2 5-16,2-2 3 0,4 2-3 0,-3-3-7 15,0 4 2-15,3 1 11 0,0 0-6 16,0 3-7-16,0-2-16 0,3 3 13 0,0 3-10 16,1 3 0-16,-1-1 3 0,4 3 4 0,-7 2 3 15,14 0-2-15,-4 5-3 0,1 0 0 16,-2-1-5-16,2 0 10 0,3 3-5 0,-1 3 5 15,1-3-13-15,-1 0 6 0,-3-1 12 0,4-1-10 16,-7 3 8-16,3-3 2 0,1-1 0 0,-4 2 3 16,-1-4 2-16,1 2-22 0,0-2-4 15,0-1 11-15,-7-1 5 0,13 0 6 0,-13 0-11 16,11-7-3-16,-4 5 6 0,-1-6-1 0,1 3-2 16,-3-1 5-16,3-3-2 0,-1-1-6 15,-2 0 8-15,2-5 1 0,-2 3-4 0,-1-3 11 16,1-1-18-16,0-1 10 0,-1 0-10 0,1-1 5 15,-1 1 13-15,3 2-6 0,-6 2 4 0,4 1-11 16,-4 2-8-16,3 1-2 0,1 3-1 0,-1 4 19 16,-3 2-16-16,0 0-4 0,10 9-1 15,-6 1 10-15,2 3 8 0,-2 3 0 0,0 3 6 16,3 1-9-16,-1 4 8 0,1-1 3 16,-1 2-2-16,-1 0 14 0,1-2-7 0,1-3-10 15,0 3 17-15,-4-6-22 0,4 0 12 0,-3-1-20 16,2-2 18-16,-5-1-3 0,2-3 11 0,3 3-11 15,-5-4-13-15,5 1 8 0,-6-3 8 16,4 0-8-16,-1-1 11 0,-2-1-11 0,-1 3-28 16,3-3-18-16,-3-2-49 0,0-3-28 0,3 9-71 15,-3-5-139-15,0 0-532 0,0 2 62 16,0-6 91-16,0 6 80 0,0-6 41 0,-3 6 74 16</inkml:trace>
  <inkml:trace contextRef="#ctx0" brushRef="#br0" timeOffset="71358.07">1315 11933 831 0,'0'0'267'16,"-4"0"4"-16,4 0-43 0,0 0-11 0,0 0-27 16,0 0 15-16,0 0-88 0,0 0-2 0,0 0-20 15,0 0-3-15,23-7-7 0,-11 4-3 16,1-4 64-16,4 5-13 0,3-4-13 0,1-1-18 16,3-1-4-16,3 1-14 0,-4 2-15 0,2-3-10 15,2 1-38-15,-3-1-34 0,-7 6-10 0,3-3-67 16,-2 2-74-16,-5 1-30 0,-3-1-57 15,1 1-194-15,-4 2-254 0,-7 0 64 0,0 0 67 16,0 0 51-16</inkml:trace>
  <inkml:trace contextRef="#ctx0" brushRef="#br0" timeOffset="71608.72">1509 11891 609 0,'0'0'189'0,"-7"7"-12"0,7-4-21 15,0-3 0-15,3 15-13 0,1-5-4 0,3 3-6 16,3-1-21-16,1 3 4 0,5 5 9 15,2 2-23-15,2 0-20 0,0-1 0 0,1 0-3 16,0 0 3-16,-1 2-10 0,0-3-8 0,-1 2 3 16,0-3-14-16,-4 4 4 0,-2-7 4 15,-3 2 3-15,0 0 5 0,-3-4-71 0,-7 3-6 0,3-2 0 16,-6 2 19-16,-3-1-4 0,2-1 6 16,-7 4 0-16,-2-4-8 0,-1-2 8 0,0 2 10 15,-3-1 61-15,1-3-17 0,1-3-13 16,2 1-16-16,0-3-48 0,1-4-39 0,3-1-56 15,-1-1-135-15,2-1-467 0,2-2 21 0,2-2 64 16,1-4 44-16</inkml:trace>
  <inkml:trace contextRef="#ctx0" brushRef="#br0" timeOffset="71842.05">1885 11850 749 0,'0'11'264'0,"0"4"-36"0,0 2-18 15,0 6-23-15,3 2-3 0,-3 2-20 0,1 3-16 16,2 3-4-16,1 1-19 0,2-1-10 0,-2 2-15 16,2-2-8-16,-2 2-25 0,6-3-19 0,0 0-48 15,1 0-23-15,3-3-38 0,-1 1-75 16,4-3-71-16,-4-2-128 0,2-7-303 0,1-3 47 15,-2-4 56-15</inkml:trace>
  <inkml:trace contextRef="#ctx0" brushRef="#br0" timeOffset="72292.06">2241 12073 734 0,'-18'10'318'15,"15"-2"-29"-15,0 2-28 0,0 3-28 0,2-1-31 16,-2 2-13-16,3 1-17 0,0-4-11 0,3 6-79 16,0 1-18-16,1-3-2 0,2 2-9 0,2-4-19 15,-1-1 17-15,-1 2-18 0,4-3 13 16,1-1-8-16,-4-1 57 0,3-2-5 0,1 0-3 16,-2-5 5-16,1 2-15 0,1-4-16 0,-1 0 8 15,0-4 3-15,1 2 5 0,-4-6-26 16,0 2 0-16,-1-3-2 0,-2-1 10 0,-1-2-13 15,1-1-18-15,-8-6 5 0,0-4-7 0,-2-2 4 16,-1 0 1-16,-3-1-8 0,-4 0 3 16,1 2 2-16,-2 5 5 0,3 0 13 0,0 3-12 15,-1 5-14-15,0 1 11 0,-1 0-11 0,-3 3 8 16,-1 2-2-16,2 3-16 0,2 2 21 0,-4 5-3 16,5-1 3-16,-4 2-18 0,4 2 2 0,3 0 0 15,2 1-2-15,1 1 10 0,1-1-10 16,5 0 7-16,1 3-9 0,4 0-4 0,-1-4 16 15,4 2-7-15,0-3-11 0,3 1 13 0,3 2-5 16,5-3-6-16,-4 0-7 0,7-4-23 16,-1 2-23-16,4-3-31 0,-4-1-53 0,4-1-83 15,0 0-142-15,0-3-452 0,0-2 34 0,0 3 62 16,-4-6 78-16,-3 0 52 0</inkml:trace>
  <inkml:trace contextRef="#ctx0" brushRef="#br0" timeOffset="72558.02">2534 11872 627 0,'18'19'256'16,"-5"4"-16"-16,2-4-25 0,1 3-15 15,1-1-24-15,4 4-7 0,-4 0-15 0,0 1-8 16,0-2-3-16,0 1-15 0,-6 0 3 0,-1-4-19 15,0-2 1-15,-3 4-3 0,-1-4 16 0,-5-1 42 16,1-1-14-16,-2-2-8 0,-2 3-21 16,1-3-9-16,-2 2-14 0,0-2-12 0,-1-2 7 15,-2-1-15-15,1-2-11 0,2-2-14 0,-3 2-19 16,3-2-43-16,2-1-74 0,-5-5-142 16,3 2-595-16,3-4 28 0,0 0 96 0,0 0 58 15,-1-20 58-15</inkml:trace>
  <inkml:trace contextRef="#ctx0" brushRef="#br0" timeOffset="72774.48">3315 11883 970 0,'0'0'384'0,"6"-3"-121"0,-6 3-7 15,4-4-15-15,-4 4-26 0,9-5-18 0,-1 0-41 16,-1 4-13-16,5-5 1 0,3 3-32 0,-2-2 4 16,5 0-40-16,-1 0-35 0,0-2-59 15,2 6-76-15,2-6-101 0,-3 6-478 0,2-2-8 16,-6-1 41-16,0 2 64 0</inkml:trace>
  <inkml:trace contextRef="#ctx0" brushRef="#br0" timeOffset="73042">3438 12122 1133 0,'-1'4'372'0,"1"-4"-22"0,0 0-27 0,0 0-39 16,0 0-18-16,0 0-23 0,0 0-12 0,0 0-39 15,24-8-3-15,-13 4-25 0,2-2-26 0,1 0 8 16,0 1-21-16,3-1-15 0,-4-2-15 15,0 1-10-15,2 3-3 0,-2-2-3 0,1 1-10 16,-4 2-5-16,-3-3-33 0,3 5-36 0,-3-2-13 16,-3 1 0-16,-4 2-28 0,9-3-11 15,-9 3-30-15,0 0-30 0,3 8-50 0,-5-3-281 16,1 0-389-16,-8 2 85 0,1 1 86 0,-5-1 52 16,-1 1 69-16</inkml:trace>
  <inkml:trace contextRef="#ctx0" brushRef="#br0" timeOffset="84406.74">4870 14349 575 0,'0'0'198'15,"0"0"-35"-15,-4-3 9 0,4 3-1 0,0 0-12 16,-3-5 74-16,3 5-21 0,-4-4-7 0,4 4 3 16,-3-4-40-16,3 4-4 0,-3-7-2 0,-1 3-75 15,4 4-18-15,-1-8-3 0,-2 2-2 0,3 1 8 16,0 5-18-16,0-12-3 0,3 10-8 15,-3-4 6-15,1-1-13 0,-1 7-8 0,10-10 3 16,-6 10-16-16,2-2 6 0,1 0 17 0,-7 2-23 16,18 4-7-16,-2 1 0 0,-2 2 2 15,7 6-5-15,-1 1-5 0,4 2 21 0,1 4-6 16,8 5-5-16,-2 6-5 0,0-2-2 16,-7-2-6-16,-4-2 1 0,-2 0 2 0,-2 2 0 15,1 1 5-15,-6-3 2 0,-1 4-9 0,-3-7 7 16,-3 3 8-16,-1-1-16 0,-3 1 3 0,-3-3 10 15,2 2 8-15,-8-4-12 0,0 2-1 16,0-2 10-16,-1-3 0 0,-5-1 3 0,2 0-7 16,-4-5 1-16,4 0 1 0,-2-3-10 0,2-2 20 15,-4-3-8-15,3-1 6 0,1-3-1 16,-1-3-20-16,-2 0 8 0,4-2-1 0,-1-2 11 16,-1-2-15-16,4 0 12 0,0-2 1 15,0 1-1-15,3-3-5 0,3 3 3 0,1 0-13 0,0-3 72 16,3 0-6-16,3 3-17 0,-3-3 10 15,6 0-11-15,1 1-7 0,4 1-7 16,-1 1-1-16,3 0-5 0,5 0-41 0,0-2-20 0,1 5-34 16,-1 4-48-16,1-2-51 0,2-1-82 15,-3 6-239-15,2-5-304 0,0 5 98 0,-1 1 63 16,-3-2 62-16,-2 0 43 0</inkml:trace>
  <inkml:trace contextRef="#ctx0" brushRef="#br0" timeOffset="84989.56">5460 14309 1105 0,'0'0'310'0,"8"-8"-21"16,-4 2-33-16,5-2-7 0,4 1-34 0,2-2-26 15,1 2-2-15,2-4-34 0,6-1-86 0,-4 4 12 16,1-1-22-16,3 1-14 0,-3 0-7 16,-1-1-10-16,0 1-26 0,-3 4-29 0,-3 0-14 15,-1-1-29-15,-2 1-5 0,-1 2-15 0,0-2 8 16,-2 2 25-16,-8 2-3 0,6 0 6 15,-6 0 10-15,0 0-8 0,0 0 8 0,0 0 8 16,0 0 17-16,-14 10 3 0,7-6 24 0,1-1-9 16,0-2 6-16,2 5-1 0,-4-5-2 15,2 6 10-15,2 1 1 0,1 0-4 0,0 0 11 16,-1 3 5-16,2 2 11 0,4-1-6 0,-1 6 8 16,2 1 2-16,3 1-10 0,1-1 23 15,0 5-28-15,4 1 3 0,-2 0 2 0,6 0-2 16,-5 0-1-16,3 0 1 0,-5 0-6 0,2-2 11 15,-1-1 10-15,-2 1-8 0,0-1-5 16,-3 0 1-16,-1-2 4 0,-2-2 10 0,-1 3-4 16,-1-2-6-16,-6 3 0 0,0-2 11 0,-3-2-6 15,-3 3-7-15,-2-4 2 0,2-4-2 0,-4 4-3 16,0-5 3-16,-3-1-6 0,6-2-2 16,-3-2 13-16,-1-2-2 0,1-2-4 0,3 0-17 15,-2-3 13-15,2 0-29 0,1 0-28 0,3-2-27 16,-1-1-19-16,4-2-61 0,0 2-54 15,4-2-93-15,0-2-60 0,6 3-356 0,0-5 76 16,4 1 16-16,-1-2 84 0</inkml:trace>
  <inkml:trace contextRef="#ctx0" brushRef="#br0" timeOffset="85290.74">6018 14180 558 0,'0'0'217'0,"-4"-4"-27"16,4 4-1-16,0 0-2 0,-10 15-8 16,10-5-20-16,-3 5 10 0,0 2-21 0,3 5-20 15,0-1-13-15,0 4 3 0,0 5-16 0,0-3 6 16,3 6 79-16,1 4-18 0,2 0-26 15,-2-3-7-15,6 13-26 0,0-2 0 0,0-7-13 16,-2-9-2-16,2 4-16 0,0-3-20 0,4-2-21 16,-1-1-32-16,1 1-17 0,0-6-40 15,3 1-51-15,-3-6-62 0,3-2-95 0,-1-5-498 16,-3 0 68-16,2-3 34 0,2-7 71 0,-6 0 72 16</inkml:trace>
  <inkml:trace contextRef="#ctx0" brushRef="#br0" timeOffset="85739.9">6361 14430 872 0,'0'0'302'16,"-18"9"-41"-16,15-3-17 0,0 0-24 16,2 2-21-16,1 4 1 0,-3 0-39 0,6 0-7 15,-3 1-13-15,4 0-100 0,2 0 10 0,-3 4-8 16,4-2 11-16,1-1-18 0,1-3 5 15,-1 3-10-15,2-3 4 0,0-1-9 0,0-2 0 16,1-1-8-16,-1 0 17 0,3-4-6 0,-2 1-1 16,-1-3-8-16,0-2 1 0,-2-3-14 15,2 0 1-15,-1-2 0 0,-2-2-16 0,0-1-2 16,-3-1-11-16,-1-3-4 0,0-1-6 0,-3-3-2 16,-3-4-16-16,-4 0 36 0,0-2-10 15,-3 1 13-15,0 1 0 0,-4 0-8 0,4 2 23 16,-7 2-5-16,3 2 15 0,-3 1-2 15,0 3 8-15,0 2-1 0,3 2 3 0,-3 3 0 16,0 0-2-16,0 4-9 0,3 4 17 0,-3-1-11 16,4 2 2-16,-2 1-2 0,2 5-8 0,3-1 18 15,0 0 11-15,6-2-16 0,-2 2-5 0,5 3 15 16,1-4-2-16,1 2-13 0,5-1 2 16,-2-2-5-16,6 3 14 0,0-1-9 0,0-1-5 15,4-2 3-15,0 0 3 0,6-2-8 16,-6 1-24-16,3-4-19 0,3 3-39 0,-3-4-49 15,1 0-64-15,-1-2-133 0,0 0-440 0,0-4 87 16,0 3 43-16,-3-4 65 0</inkml:trace>
  <inkml:trace contextRef="#ctx0" brushRef="#br0" timeOffset="85991.15">6593 14033 788 0,'9'6'315'0,"2"3"-93"0,2 1-7 15,5 6-20-15,2 3-8 0,-2 6-13 0,12 12-23 16,-5-2-3-16,-3 1-12 0,2 4 2 16,-3-1-23-16,-7-5 3 0,-3-3-18 0,-5 2-10 15,1 1 56-15,-7 1-6 0,0 1-17 16,-4-3-18-16,-5 2-5 0,-3 11-26 0,-4-3-18 15,-2 0-53-15,-1-4-52 0,-6-2-66 0,-5 2-164 16,2-4-525-16,-5-3 85 0,-2-6 56 0,-2-1 67 16,-5-7 58-16</inkml:trace>
  <inkml:trace contextRef="#ctx0" brushRef="#br0" timeOffset="86422.74">4948 15473 709 0,'-3'3'286'16,"3"-3"-20"-16,0 0-10 0,0 0-28 0,10 5-69 15,-10-5-13-15,24-2-8 0,-4-1-10 16,7-3 5-16,11-2-2 0,17-6-21 0,6-3 18 16,15-6-26-16,5 1-5 0,5-3-2 15,-4-3-18-15,11 3 5 0,6 0 51 0,3-3-5 16,4 2-26-16,-3-2 1 0,-4 3-14 0,4 3-2 16,-4-2-13-16,-4 2 1 0,1 1-14 0,-4 0 1 15,-6 3-19-15,-8 1 6 0,-16 2-13 0,-4 4 2 16,-6-3-2-16,-12 6-3 0,-12 4-2 15,-1-2-13-15,-9-1 12 0,1 6-14 0,-5-2 9 16,0-1-7-16,-4 2 8 0,-2 1-1 16,1-3-7-16,-9 4-12 0,7 0-30 0,-7 0-27 15,0 0-38-15,0 0-42 0,-17 7-48 0,3 1-174 16,-2 0-497-16,1 1 92 0,-5-1 85 0,-4 2 46 16,0-3 66-16</inkml:trace>
  <inkml:trace contextRef="#ctx0" brushRef="#br0" timeOffset="87375.19">5075 15933 811 0,'3'-7'281'0,"0"2"-17"16,0-3-36-16,4 1-5 0,1 2-37 15,2 2-11-15,3 1-19 0,1 1-5 0,3 1-21 16,0 3-12-16,4 0-13 0,2 6-5 0,8 2-16 16,-4 1 6-16,1 3-24 0,0 0-2 15,2 2 0-15,-6 1-2 0,0 1-24 0,-3 4 11 16,-1-2-21-16,-3-1-8 0,-6 3 16 0,-2-3-13 16,-2 2 13-16,-4-1-15 0,-3 0-3 15,-2-1-1-15,-2 3 17 0,-2-3-4 16,-1 0 1-16,-7-3 0 0,3 0 0 0,-1-1 4 0,-3-4-1 15,2 0-1-15,-2-5 3 0,2-3-3 16,-1 0 3-16,-2-3-8 0,2-2 8 0,0-4-3 16,-3-2-12-16,3-1-1 0,0-3 8 15,1-5-92-15,0 1 16 0,2-2 12 0,4-1-3 16,0 1 9-16,4 0 2 0,0-1 20 0,3-1 8 16,3 1-13-16,0 0 8 0,4 2 13 0,0-3-21 15,0 4 10-15,6 0-20 0,1 0 18 0,3 1-2 16,0 1-19-16,4 2-43 0,0 2-28 15,3 1-57-15,-1 0-99 0,4 1-218 0,1 0-246 16,-1 3 54-16,1-3 54 0,-4 0 35 16</inkml:trace>
  <inkml:trace contextRef="#ctx0" brushRef="#br0" timeOffset="87906.56">5895 15699 826 0,'-3'-1'264'0,"3"1"-31"15,0 0-3-15,0 0-30 0,-10 15-23 16,9-5-3-16,-2 0-11 0,0 2-1 0,0 1-27 16,3 2-20-16,0-1-2 0,3 4-8 0,-3-3-13 15,0 1-12-15,3-1 4 0,3 1-10 0,-2 0-15 16,2-1-5-16,2 0-3 0,2-2-5 15,-3 1-10-15,3-5 2 0,0 3 14 0,0-3-14 16,2-3 5-16,0-1-14 0,2 1 27 0,-3-3-28 16,2-2-10-16,1-2 5 0,-1-2 3 15,-2-1-14-15,0 0 6 0,2-4 13 0,-2-2-8 16,-2-3-2-16,1 0-16 0,-3-5 5 16,-3 2 5-16,-3-4-20 0,-1 1 5 0,-1-6 8 15,-3 1 0-15,-3-1-6 0,-2-2 1 0,-1-1-6 16,-4 3-2-16,0 0 2 0,0 8 6 0,1-1-6 15,-1 1 1-15,0 2 4 0,0 5-9 0,1 2 14 16,-1 1-7-16,0 3-5 0,1 0 8 16,-1 4 2-16,1 4 5 0,-1 0-7 0,3 3 2 15,-2 3-5-15,2 2 10 0,1-1-15 16,1 4 15-16,1 0 11 0,4 0-16 0,-2 0 0 16,6 0-10-16,-3 2 13 0,6-2 17 15,-3-2-12-15,3 2-10 0,1 0-6 0,2-1 13 0,5-3 13 16,-1-1-13-16,0 0 1 0,7 0-9 15,1-4 11-15,-2 0-5 0,5 0-1 0,-1-4-1 16,1 0-9-16,0 2-7 0,3-3 5 0,-4-1-36 16,4 2-31-16,-3-4-28 0,-4 1-35 15,3 0-75-15,1-2-121 0,-8 1-321 0,5 1-52 16,-5-3 41-16,1 1 66 0,3-3 62 16</inkml:trace>
  <inkml:trace contextRef="#ctx0" brushRef="#br0" timeOffset="88256.54">6422 15713 675 0,'0'10'259'0,"3"-2"-3"0,0 6 41 0,1-1-18 15,2 5-34-15,-2 4-7 0,7 1-20 0,-5 2-8 16,4 2-13-16,0 1-23 0,1 2-20 15,-1 0-78-15,0 0-19 0,1 0 7 0,-1 0 0 16,0-1-8-16,1-1-15 0,-1 0 5 0,-1-3-2 16,2 1-6-16,-1 2 8 0,-3-5-2 15,-1 0-1-15,2-3-2 0,-4-2-10 0,2 0-3 16,-2-4 8-16,2 3-11 0,-1-4-4 0,-2-1-13 16,0-4 12-16,1 3 16 0,-1-4-21 15,0 0 24-15,0 0-19 0,-3 0 1 0,3-1-4 16,-2-1 14-16,2-1-21 0,-3 1 8 0,0-5-18 15,3 6-15-15,-3-6-23 0,4 5-21 16,-4-5-28-16,1 4-54 0,-1-4-169 0,3 1-496 16,-3-1 74-16,0 0 53 0,0 0 73 0,0 0 63 15</inkml:trace>
  <inkml:trace contextRef="#ctx0" brushRef="#br0" timeOffset="89056.27">8137 14451 790 0,'-3'4'333'0,"3"-4"-85"0,0 0-25 0,0 0-21 15,0 0 11-15,0 0-21 0,0 0-13 0,14 3-23 16,-14-3-7-16,17-7-9 0,-3 4-22 16,-1 0-10-16,5-1-1 0,-2 0-17 0,2 0-8 15,-2 1-21-15,2-1-23 0,-2 2-22 16,-1 0-21-16,-2 1-72 0,4 0-48 0,-6 1-93 16,-2 0-153-16,5 1-364 0,-4 0 80 0,-3 1 61 15,-2 0 59-15</inkml:trace>
  <inkml:trace contextRef="#ctx0" brushRef="#br0" timeOffset="89306.77">8302 14639 770 0,'-4'6'274'0,"4"-6"28"0,0 4-87 0,0-4-31 0,7 6 13 15,-7-6-18-15,11 1 62 0,-2-1-11 16,6-1-35-16,1 0-11 0,2-2-25 0,3-1-5 15,5-2-37-15,-5 5 4 0,0-2-19 0,-1-1 3 16,3 1-8-16,-5-1-17 0,-4 2 1 16,3 0-19-16,-7 1-6 0,4-4-5 0,-4 5-20 15,0-1-5-15,-3 0-16 0,3 1-28 0,-10 0-28 16,13-5-41-16,-6 5-64 0,-7 0-90 16,8 0-217-16,-8 0-312 0,7 3 40 0,-7-3 85 15,0 0 56-15</inkml:trace>
  <inkml:trace contextRef="#ctx0" brushRef="#br0" timeOffset="90556.1">10558 13647 586 0,'0'9'284'0,"0"1"-13"16,3 4-17-16,1-1-9 0,-1 3-22 0,3 3-85 15,-2 1-5-15,3 0-12 0,0 3-9 0,0 1-12 16,-1 0-15-16,2-5-1 0,-1 6-12 0,2-3-3 16,-2-1-13-16,1 2-2 0,-1 0-18 15,2-4 2-15,-2 4-30 0,0-4-13 0,0 1-62 16,-3-5-40-16,5 1-103 0,-5 1-138 16,-1-2-341-16,4 0 52 0,-6-5 76 0</inkml:trace>
  <inkml:trace contextRef="#ctx0" brushRef="#br0" timeOffset="90822.75">10421 14401 908 0,'0'0'269'0,"-3"7"-18"15,3-7-23-15,0 0 12 0,0 0-30 0,0 0-82 16,0 0-13-16,17 0-2 0,-4 0-13 16,5-7 0-16,6 2-8 0,-1-2-10 0,8-6 2 15,0 3-7-15,3 0-11 0,1-5-7 0,-1 5 5 16,0 0-10-16,3-3-8 0,-6 6-15 16,-3-3-44-16,2 6-20 0,-6 0-52 0,-1-1-43 15,-5 3-41-15,0 2-81 0,-5 2-411 0,-3 3 29 16,-2-1 20-16,-2 4 69 0</inkml:trace>
  <inkml:trace contextRef="#ctx0" brushRef="#br0" timeOffset="91406.57">10219 14987 790 0,'-6'-4'310'0,"-2"1"-21"0,5-4-20 16,-3 0-31-16,2 3-36 0,1 0 1 0,0-3-27 15,2 1 1-15,-2-1-31 0,3 2-23 16,0-2 2-16,0 1-12 0,3 1-16 0,1-2-64 16,-1 4-17-16,1-3 4 0,2 3-12 0,2 2-1 15,1-3-4-15,-9 4 12 0,20 5-12 0,-9-2 5 16,2 3 10-16,2 1-13 0,-2 3-3 15,1 1 16-15,0 3 5 0,0 1-28 0,-1 2 18 16,-7-5-8-16,1 5 10 0,-2 1-12 0,-2 1 2 16,-3-1 13-16,0 2 5 0,-3-4-20 15,-2 1 2-15,2 0 79 0,-4-1-5 0,1 0-15 16,-1-1-2-16,-4-4 12 0,1 3-25 0,0-4 12 16,-4-1-15-16,4 0 13 0,-1-4-10 15,-2-2-6-15,3 2-4 0,-4-3 2 0,4-2 5 16,0 0-10-16,-1-2 2 0,1-3-10 0,0 4-10 15,2-5 10-15,-1 5-7 0,2-6 2 0,0 4-3 16,3-4-2-16,-2 4-5 0,5-2 2 16,-2 1 11-16,3 4-8 0,3-13-11 0,-2 10 11 15,2-2-10-15,4 2 5 0,0-1-6 0,-3 1 1 16,5 2 5-16,2 0-10 0,-1 0-3 16,3 2-3-16,1 0 6 0,-3 1 4 0,6 4 1 15,-1-3-3-15,-1 2-8 0,-2 2-7 0,4-1 18 16,-6 1 0-16,3 1 2 0,-1 2-10 15,-3-3 0-15,4 1-8 0,-4 5 11 0,0-4-6 0,-2 1-5 16,2 0 6-16,-1-2-37 0,-2 2-27 16,1 0-31-16,1-5-24 0,-2 5-73 0,4-3-108 15,-4 0-494-15,3-1 18 0,-1-3 79 0,2-1 87 16,-1-4 44-16</inkml:trace>
  <inkml:trace contextRef="#ctx0" brushRef="#br0" timeOffset="92155.61">10705 14755 642 0,'0'0'282'0,"0"0"-32"0,13 15-6 16,-6-6-27-16,-4 1-4 0,5 2-24 0,2 3-10 15,0 3-20-15,1 4-16 0,-4-2 3 0,3 3-23 16,3 0-18-16,-6 0 2 0,0-2-20 16,3 0 11-16,-3 0-29 0,0-3-8 0,-1-3 1 15,1 0-11-15,-4-5 5 0,1 3 11 0,0-4-11 16,-1 0-12-16,1 0-1 0,-1-3 1 16,0-2-1-16,-3 2-2 0,0-6 0 0,0 0-10 15,0 0-16-15,0 0 11 0,0 0-3 0,-20-18-3 16,16 4-7-16,-6-5-10 0,-4-4 4 15,4-2-2-15,-3-2 3 0,-1 1 7 0,4-3 8 16,0 3-20-16,-1 2 5 0,4 3 12 16,1-1-12-16,-1 4 0 0,3 2 71 0,0 1-18 0,-2 5-2 15,3-3-5-15,2 3-5 0,2 3-1 16,2 4-12-16,0-2-3 0,-3 5 8 0,14 0-18 16,-4 5 13-16,0 1-15 0,4 2 2 0,-3 2 0 15,6 0 0-15,-1 1 2 0,2 4-17 16,-2-2 2-16,2-1 16 0,-2 3-13 0,-1 0-6 15,1-3-2-15,2 2-5 0,-5-3 13 0,1-3 5 16,-4 2-8-16,4-2-4 0,-7-1 11 16,3 0-4-16,-3-4-10 0,3 1-3 0,-3-4 13 15,-7 0 2-15,14-6-7 0,-4 2-3 0,-3-7 8 16,0 1-16-16,-1-2-10 0,2-4 6 0,-5-4-1 16,0-1-7-16,-2-4 7 0,2-1-8 15,-3 1 19-15,0-3-16 0,0 3 3 0,0 5-5 16,0-3 12-16,-3 6 6 0,3-1 2 0,0 3-3 15,-1 3-4-15,1-1-1 0,0 6 11 16,0-3-6-16,0 8 6 0,0 2 0 0,0 0-1 16,0 0 4-16,0 0-11 0,10 19 2 0,-6-3-2 15,3 6 8-15,0 3-8 0,3 3 18 16,-3 6-10-16,4-1 4 0,5 10-1 0,1 4 4 16,0-5 3-16,-3 1 5 0,-1-8-31 0,-1-5 34 15,0-2-1-15,-1 3 11 0,3-5-10 0,-4-1-8 16,4 0 5-16,-4-1 0 0,0-6-13 0,0-2 3 15,-6 0-5-15,3-5 2 0,-1 1 0 16,-2-2 5-16,2-4-4 0,-2-2-14 0,-3 0-56 16,-1-4-33-16,6 1-67 0,-6-1-22 0,0 0-155 15,-6-14-524-15,5 6 39 0,-6-2 78 16,0-5 83-16,-3-2 63 0,-1-3 65 0</inkml:trace>
  <inkml:trace contextRef="#ctx0" brushRef="#br0" timeOffset="93522.75">11771 13414 729 0,'-3'-5'276'0,"3"5"-20"0,0 0-20 0,0 0-19 15,0 0-4-15,0 0-16 0,0 0-15 0,28 6-24 16,-15-7-68-16,4 1 0 0,4-5-14 0,2 4 4 16,5-1-29-16,10-3 3 0,0 1-11 15,5-2 1-15,15-2-16 0,-2 1 8 0,2-1 2 16,-11 5-28-16,-5-4 3 0,-2 4-28 15,-5-4 2-15,-5 2-15 0,-2 3 5 0,-8 0-5 16,0-3 15-16,-5 4-8 0,-2-1-7 0,-2-3-8 16,-4 4 13-16,-1-2 26 0,-6 3-26 0,0-6 5 15,0 6 3-15,-10-4-3 0,-1 1 13 0,-2 3-11 16,-5 0 19-16,-2 3-3 16,-4-1-26-16,-3 0 3 0,-1 4-5 0,-9-1 23 0,3 2-8 15,0 2 0-15,0 3 24 0,-1-1 1 16,1 1 6-16,3 0 8 0,0 1-1 0,0 0 6 15,4 4-8-15,4-4 5 0,-1 3 6 0,6-2-4 16,5 0-2-16,-1-3 1 0,4 2-4 16,3-1 9-16,0 1-9 0,4-2-4 0,3-3 4 15,0 5 6-15,3-3-3 0,1 0 10 0,3 0-9 16,3 3-1-16,4-4 0 0,2 1-2 0,5-2-11 16,0 2-2-16,2 1 20 0,4-5-2 15,4 6-16-15,3-2 31 0,1-1-23 0,-1 1-7 16,1 3 1-16,12 4-6 0,-2-1-4 0,-8-3 16 15,4 8-7-15,-7-5-9 0,-7 1 6 16,-3 1-3-16,1 0 1 0,-5 4-6 0,-3-1 0 16,-3 2 5-16,-1 0 3 0,-6-2-3 0,-3 2-5 15,3 4 8-15,-4 1 0 0,-6 0-13 16,-1 6 18-16,-3-1 13 0,-3 9-3 0,-7 3-15 16,0-2 2-16,-4-2 10 0,-3-2-7 0,1 1 59 15,-4 2 0-15,3-4-3 0,2-1-5 0,-2 1-7 16,11-8-6-16,0-1-12 0,-1-3 4 15,4 1-2-15,3-4-10 0,-1 0-8 16,2-1 16-16,-1-1-11 0,4-2 3 0,0-2-13 0,3 1-3 16,0-3-7-16,0-1 13 0,3-3-6 15,0-1-4-15,1 1 9 0,5-2-7 0,-1-1 10 16,2-4-10-16,7 1-2 0,0-3-9 0,4-2-7 16,2-3 18-16,5-1 3 0,-1-3-9 15,7-3-9-15,0 2 10 0,1-3 2 0,-1-3 6 16,0 5-19-16,0-1 14 0,-6-3-6 0,-1 3-5 15,1 3-31-15,-5 3-40 0,-5-2-11 0,2 4-38 16,-6 0 15-16,-1-2-66 0,-2 8-44 0,-5-1-174 16,1 4-438-16,0-3 49 0,-3 3 95 15,-4 3 76-15,0 1 44 0</inkml:trace>
  <inkml:trace contextRef="#ctx0" brushRef="#br0" timeOffset="93855.6">12315 15479 711 0,'0'0'230'0,"-10"0"11"0,10 0-26 0,0 0-10 16,-4 8-18-16,1-4-29 0,3 3 4 0,0 1 4 16,0 1-28-16,3 2-2 0,1 0 10 0,-4 1-26 15,3 4-2-15,1-1-8 0,2 1-13 16,-2-1-23-16,2 0 13 0,-2 0-20 0,3 2 2 16,-3-1 0-16,2-2-20 0,1 2 2 15,0-4-10-15,3 2-3 0,0-3-40 0,-3 2 7 16,4-4-20-16,-1 1-31 0,0-4-26 0,0-4-51 15,1 0-143-15,2-2-302 0,-2-2-141 0,-2 0 46 16,-2-6 64-16,1-2 74 0</inkml:trace>
  <inkml:trace contextRef="#ctx0" brushRef="#br0" timeOffset="94022.13">12263 15130 742 0,'-3'-7'286'0,"0"0"-35"0,0 6-31 0,3 1-15 16,3-7-28-16,-3 7-36 0,6-4-24 0,-6 4-63 16,12-3-74-16,-3 1-131 0,1 4-517 0,4 1 71 15,-3-2 49-15</inkml:trace>
  <inkml:trace contextRef="#ctx0" brushRef="#br0" timeOffset="94271.83">12547 15376 819 0,'0'0'312'16,"-3"5"49"-16,3-5-46 0,0 0-11 0,0 0-40 15,0 0 7-15,0 0-56 0,0 0-13 0,27-8-7 16,-20 1-41-16,7 6 2 0,-4-6-23 15,7 4-18-15,-6-4-20 0,6 0-29 0,-1 4-53 16,-4-2-46-16,1 3-54 0,0 0-21 0,1-1-50 16,-4 3-55-16,1-2-120 0,-1 4-391 0,-3 2 23 15,2-1 79-15,-4 2 61 0</inkml:trace>
  <inkml:trace contextRef="#ctx0" brushRef="#br0" timeOffset="94456.32">12722 15524 511 0,'-4'6'228'0,"1"-3"-26"0,0 1-10 16,3-4-25-16,-4 8 68 0,4-8-15 16,-3 4-17-16,3-4 4 0,0 0-18 0,0 7-12 15,0-7-13-15,0 0-82 0,13 0-3 0,-13 0-2 16,14-2-21-16,-4-1 6 0,0 0-6 16,1-4-5-16,3 6-18 0,-1-3-30 0,5-2-36 15,-2 0-85-15,2 2-187 0,2-1-445 0,-3 1 90 16,1-2 99-16,1-1 32 0</inkml:trace>
  <inkml:trace contextRef="#ctx0" brushRef="#br0" timeOffset="94647.67">13139 15331 918 0,'3'9'343'0,"-3"2"-41"15,4 0-33-15,-4 1-15 0,6 5-29 0,-2 0-15 16,-1 1-18-16,5 4-36 0,-2-4-41 16,1 7-56-16,-1-1-80 0,1-1-19 0,1 0-111 15,-2-3-551-15,1-3 16 0,0-7 90 0,3-2 33 16</inkml:trace>
  <inkml:trace contextRef="#ctx0" brushRef="#br0" timeOffset="95605.07">11874 12608 934 0,'4'25'289'0,"-1"-17"-28"0,0 9-15 15,1 0-18-15,5-1-36 0,-1 2-23 16,-1 3-8-16,3-1-5 0,-3-4-102 0,6 5-6 16,-6-2-2-16,3-2 6 0,-2 0-9 15,-2-2-7-15,1-2-3 0,-1 2-7 0,-2-1 12 16,-1-3-10-16,1-1-2 0,0-1 5 0,-1 1 15 16,0-6-13-16,-3 5-5 0,0-4 3 15,0-5-5-15,0 3-1 0,0-3-12 0,0 0 13 16,0 0 2-16,-14-11-5 0,8 3-10 0,2-5 7 15,-2 1-2-15,2-6-8 0,-2-5-5 0,-2 1 18 16,2-2-10-16,2-1-3 0,1 3 6 16,0 1-3-16,2 3 2 0,-2 2-5 0,3 0 0 15,-3 5-12-15,6 3 22 0,-3 1-20 0,3 1-5 16,1 5 3-16,-4 1-1 0,0 0 16 16,16 7-11-16,-5 0 4 0,-1 0-9 0,0 2 16 15,4 1-11-15,-3 1 6 0,3 1-11 16,-1-1-7-16,1-3 15 0,-1 5-12 0,0-3 22 15,-2-1-23-15,0-1 8 0,-2 0 8 0,2-2 10 16,-4-2-23-16,0 3 10 0,3-3 5 16,-6 2-12-16,2-6 14 0,1 1 17 0,-7-1-27 0,0 0 11 15,14-1 0-15,-11-6-8 0,-2-1 2 16,2-1 1-16,-3 0 5 0,3-7-16 0,-6 4 14 16,3-5-6-16,-3-4 2 0,2-1 4 15,-2 1-4-15,-4-4 62 0,6 2-20 0,-2 2 15 16,-3 0-10-16,5 3-8 0,-2 1 5 0,0 3 3 15,3 3-18-15,-3 1-13 0,0 2 20 0,3 3-25 16,0 5 18-16,0 0-5 0,0 0-6 0,0 0-2 16,9 25-2-16,-6-9-3 0,1 5 12 15,3 0-6-15,0 3-14 0,3-1 8 0,-3 5 5 16,3-2-13-16,1 3 18 0,2-2-10 0,-2-2-5 16,2 0-6-16,0 0 11 0,1 1-2 15,-1-2-19-15,2 1-7 0,1 0-39 16,-2 0-25-16,0 0-51 0,3-2-93 0,-4-2-330 0,5 3-276 15,-2-7 87-15,-4-1 97 0,-2-2 41 16,0-4 49-16</inkml:trace>
  <inkml:trace contextRef="#ctx0" brushRef="#br0" timeOffset="97705.63">13439 13641 606 0,'-3'-4'318'16,"3"-2"-39"-16,-3 0-8 0,0-3-15 16,2 1-33-16,1 1-24 0,0-3-7 0,1 3-18 15,2 1-18-15,3-4-12 0,-3 6-19 0,5-2-7 16,-4 1-21-16,5 3 0 0,-2 1-17 0,4 1-3 16,-1 3-24-16,3 2 9 0,1 1-8 15,-1 2-8-15,-1 3-8 0,1-3-7 0,1 9 7 16,-1-2-66-16,-3 2-3 0,1 1 0 0,-4 0 16 15,-1 4-8-15,-3-4 8 0,-2 5-11 16,-1-4 8-16,-1 3 5 0,-2-1 6 0,-3 2-6 16,2-1 3-16,-5-2 5 0,1-3-1 0,-2 1 4 15,3-3-1-15,-4 0-7 0,1-5 2 0,0 4 16 16,-1-5-5-16,-1-1 12 0,2-2-10 16,-1-1-5-16,1-5 23 0,0 1-20 15,2-2-1-15,-2-1 1 0,0-3-3 0,2-3-10 0,2 2 20 16,0-1 5-16,2-2-7 0,4-3-8 15,-3 6 2-15,3 0-4 0,0-1 4 0,3 0-2 16,0 0-5-16,1 3 5 0,2-2 0 0,2 6 3 16,-1-2-3-16,3 2 5 0,-10 0-8 15,23 2 9-15,-12 0 4 0,6 6-15 0,-1-3 12 16,2 3-4-16,-2-1 0 0,-1 2-9 16,1 0-6-16,-1 0-17 0,1 1-40 0,-2-2-33 15,0 0-41-15,0 1-90 0,2-1-336 0,-1 0-142 16,-2-1 99-16,-2-5 34 0,2-1 73 0</inkml:trace>
  <inkml:trace contextRef="#ctx0" brushRef="#br0" timeOffset="98121.97">14100 13150 665 0,'-7'8'215'16,"0"6"-5"-16,3 4-26 0,1 4 6 0,-1 5 4 15,1 0-27-15,6 12 1 0,-3-3-16 16,4 16 1-16,-1 2-20 0,8-4-15 0,-4 1 0 16,6 1-13-16,4-4-8 0,-3 1-5 0,6-3-20 15,1 2 5-15,2-2-16 0,1 0-5 0,1-5 3 16,-1 0-10-16,-1-5 5 0,4 2-24 15,-2-6-27-15,-4-6-19 0,-1-5-63 0,0 2-36 16,1-6-98-16,-4-1-25 0,0-3-494 0,-3-7 80 16,3-1 71-16,-4-5 38 0</inkml:trace>
  <inkml:trace contextRef="#ctx0" brushRef="#br0" timeOffset="98638.09">14612 13383 655 0,'0'0'233'0,"-13"10"-5"0,12-2-13 16,-2 3-29-16,0 2-6 0,3 3-14 0,-3 2-18 16,2 4 3-16,1-2-23 0,1 2-18 0,-1 3 1 15,3-1-24-15,3 1 2 0,-2-1-25 0,2-4 8 16,2 4-8-16,-1-5 59 0,3 2 2 0,-1-3-22 15,6-1 4-15,-5-6-23 0,1 2-14 16,2-5-4-16,0 0-2 0,1-5-8 0,-1 1 1 16,2-4-9-16,-2-3 4 0,1 2-11 15,-1-6-6-15,1-3-1 0,-3 2 1 0,-2-4-4 16,2-3-8-16,-4-4-7 0,0-2-4 0,-4-4-1 16,0 0-11-16,-3 0 5 0,-3-2-3 15,-1-6-12-15,-5 0 2 0,-5 1 14 0,4 0-9 16,-5 4-7-16,2 2 5 0,-4 1-1 0,0 1 9 15,-4 1 10-15,5 8-16 0,-2 2 11 0,2-1 5 16,-2 6 2-16,5 2-12 0,-5 4 12 16,5 2 3-16,-1 0 8 0,1 5 7 0,-2-1-8 15,5 5-7-15,0 6 5 0,0-5 8 0,3 6 5 16,0 3 10-16,4 0-10 0,3 0-26 0,0 4 16 16,4-3 2-16,2 4-5 0,1-1 5 15,4-3-13-15,2 2 6 0,0 1-1 0,5-3-2 16,2 3 3-16,0-4-14 0,1-2 9 0,-3-2 4 15,5 0-15-15,1-4-25 0,-3 1-29 16,-1-3-35-16,4-3-39 0,0 2-102 0,-3-1-264 16,-1-3-348-16,1-1 130 0,-4-3 24 0,-4 0 58 15,0-3 67-15</inkml:trace>
  <inkml:trace contextRef="#ctx0" brushRef="#br0" timeOffset="98988.27">15070 13575 527 0,'0'0'187'0,"0"0"-24"0,0 0 6 0,0 0 8 16,3 12 82-16,-3-12-37 0,-3 11 1 0,3-1-5 15,0-2-16-15,3 6-33 0,1-1 0 16,0 3-93-16,2 3-4 0,-2 1 7 0,3 3 1 16,3-3-6-16,0 5-7 0,0-2-3 0,1 3 0 15,-1-1-24-15,3-6 1 0,-2 5 3 0,-1-2 5 16,0-4-21-16,1 0-5 0,-4-1-21 15,2 1-43-15,-2-4-51 0,4-1-56 0,-4-1-88 16,-1-3-514-16,1 0 82 0,0-5 64 0,-3-2 44 16</inkml:trace>
  <inkml:trace contextRef="#ctx0" brushRef="#br0" timeOffset="99254.95">15402 13152 1011 0,'17'14'312'0,"0"1"-23"16,1-3-15-16,5 3-28 0,-2 2-34 15,6-1-7-15,0 1-26 0,11 8-18 0,-4 0-7 16,4 0-16-16,-4-2-23 0,-3-3-20 0,-4-3-31 15,-3 4-46-15,0-4-33 0,-3 0-65 0,3 0-104 16,-8-1-208-16,-1-6-350 0,-2 2 69 16,-3-6 69-16,-3 1 56 0</inkml:trace>
  <inkml:trace contextRef="#ctx0" brushRef="#br0" timeOffset="99489.33">15713 13031 742 0,'-3'8'243'0,"2"1"5"16,-5 5 42-16,-1 1-14 0,4 5-28 0,-2-1-5 16,-1 6-30-16,-1 6-29 0,-2-2-5 15,5 3-20-15,-7 1-10 0,5 1-16 0,-1-1-21 16,0 0-9-16,-3 2-29 0,6-3-46 0,-3 1-36 15,4 2-76-15,0-8-95 0,3 3-297 0,0-5-264 16,0 0 44-16,0-5 76 0,3-1 47 16</inkml:trace>
  <inkml:trace contextRef="#ctx0" brushRef="#br0" timeOffset="99839.24">15911 13839 819 0,'4'-5'286'0,"3"4"-20"16,2-6-7-16,-1 2-57 0,2-2-5 0,0-1-15 16,1-2-21-16,-1 1-10 0,0-2-18 0,1-1-15 15,-5-3-5-15,1-1-6 0,-1-1-17 16,1-2 0-16,-3 0-32 0,-1-4 6 0,-2-1-5 16,-1 1 8-16,0 4-21 0,-1-2 10 0,-2 4-2 15,3 0-5-15,-4 6-14 0,4-3-4 16,0 5-3-16,-3 0-7 0,0 2-3 0,2 6 2 15,1 1 1-15,0 0-1 0,0 0 1 0,0 0 4 16,-6 14-2-16,6-5 0 0,3 1-2 0,-3 2-3 16,3 1-3-16,1-1-2 0,3 1 5 15,-3 2-5-15,2 0-6 0,1-2 14 0,3 1-11 16,-2-3-8-16,1 5 6 0,1-7-8 0,4 4-5 16,-3-2-31-16,3-3-35 0,2 0-55 15,-2-1-66-15,3-5-130 0,-3 4-462 0,-1-5 73 16,1-2 61-16,-3-4 81 0,2 2 42 15</inkml:trace>
  <inkml:trace contextRef="#ctx0" brushRef="#br0" timeOffset="99971.74">16130 13227 701 0,'0'0'197'16,"-3"-2"-31"-16,3 2-17 0,0 0-90 0,0 0-116 15,0 0-480-15,0 0 10 0</inkml:trace>
  <inkml:trace contextRef="#ctx0" brushRef="#br0" timeOffset="100221.74">16499 13339 1085 0,'7'1'330'0,"-7"-1"-38"16,10-1-23-16,-10 1-31 0,21-6-21 0,-8 6-22 16,1-3-24-16,3-1-10 0,1 0-35 15,5-2-36-15,-6 4-57 0,4-4-41 0,0 4-69 16,-2-3-161-16,-1 1-481 0,3-2 25 0,-5 2 80 15,-1 0 76-15</inkml:trace>
  <inkml:trace contextRef="#ctx0" brushRef="#br0" timeOffset="100671.75">16780 12930 747 0,'0'0'312'0,"6"16"-23"16,-3-10-20-16,1 1-97 0,2 5-11 0,-1-2-15 16,1 0-28-16,4 4-1 0,-3-3-12 15,1 4-18-15,1-5-2 0,-2 1-3 0,0-1 0 16,0 0-21-16,-3 1-7 0,2-4-6 0,1 0 80 16,-1-2-5-16,-1 1-2 0,-2 0-11 15,4-4-3-15,-1-2-17 0,1 5-11 0,-7-5-2 16,18-5 0-16,-9 4-6 0,5-5-4 0,-3-1-8 15,-1 1-8-15,4-6-7 0,-4 3-6 16,0-2-7-16,0-3-8 0,0-3-5 0,-6 0 2 16,2 2 1-16,-1-3 2 0,-2 0-18 0,0-1-3 15,-3 0 16-15,0 4 0 0,0 1 13 0,0-1 0 16,0 4 2-16,0 1-2 0,-3 0-16 16,3 4 5-16,0 1 6 0,0 5-11 0,0 0 11 15,0 0-16-15,0 0 3 0,-11 17-5 0,11-4 40 16,-3 0-27-16,6 5 9 0,-3 5-1 15,0-2-9-15,0 6 6 0,3 1-54 0,2 5-8 16,-2 1 8-16,0 0-3 0,1 3 10 0,2-4 9 16,1 3 1-16,-1-3 4 0,2 1-24 0,-1-1-10 15,-1 2-44-15,1-2-66 0,1-1-102 16,-2 1-348-16,1 2-183 0,-1-5 50 0,1-8 66 16,1-2 81-16,-5-4 70 0</inkml:trace>
  <inkml:trace contextRef="#ctx0" brushRef="#br0" timeOffset="100988.09">17303 13668 954 0,'3'-4'338'16,"3"-5"-41"-16,-2 1-23 0,-1-2-23 15,5-1-29-15,-5 1-4 0,1-5-23 0,2 3-21 16,-2-4-21-16,2 1-22 0,-3-2 7 0,1 2-7 15,-3-3-19-15,2 7-2 0,0-3 3 16,-3 4-88-16,3 1 1 0,-3 0 10 0,1 1 0 16,-1 2 5-16,0-2-16 0,0 8-2 0,0-5 5 15,0 5-4-15,0 0 1 0,0 0 3 0,0 0-2 16,0 0-8-16,-4 23-3 0,4-16 3 16,3 1-8-16,-2 2 11 0,-1 3-1 0,3-4-4 15,3 1 4-15,-2 0-15 0,3 2 8 0,-3-2 7 16,2 0-22-16,4-2 2 0,1 0-62 15,-4 1-65-15,3-3-45 0,0-3-179 0,4 4-470 16,-1-7 91-16,-2 2 62 0,-1-4 74 0,0 2 54 16</inkml:trace>
  <inkml:trace contextRef="#ctx0" brushRef="#br0" timeOffset="101121.8">17426 13202 837 0,'-7'-1'179'16,"7"1"-136"-16,-4-1-570 0,4 1 2 0</inkml:trace>
  <inkml:trace contextRef="#ctx0" brushRef="#br0" timeOffset="101491.13">17445 12483 883 0,'11'6'309'0,"0"3"-17"0,6 2-23 16,3 7-13-16,4 5-18 0,7 10-26 0,0 0-20 15,-1 3-5-15,4 3-3 0,0 1-27 0,0 0-9 16,-3 4-7-16,0-1-11 0,0 1 1 16,4 12-36-16,-9-6 2 0,-1 0-15 0,-4 0 2 15,2 0-4-15,-6 4-27 0,-3-1 17 0,-1-2-6 16,-3 4-3-16,-5-3-20 0,1 0 23 16,-9-11-10-16,3-2-19 0,-3-4-1 0,-2-2 2 15,-1 2-6-15,-1-3 14 0,0-4-31 0,-3 2 7 16,3-5-5-16,0-2 1 0,-2-3-47 15,-2-3-41-15,7 1-15 0,-6-5-82 0,0-3-227 16,0-3-464-16,0-5 46 0,0-1 107 0,-1-2 57 16,1-4 61-16</inkml:trace>
  <inkml:trace contextRef="#ctx0" brushRef="#br0" timeOffset="102154.58">18349 12643 783 0,'7'13'269'16,"6"-1"-42"-16,4 4-30 0,7 6-2 0,0-2-16 15,10 9-18-15,-3-1-25 0,4-3-8 16,-1 1-13-16,0 2-12 0,-7-7-6 0,-3 1-8 0,-1-4-32 16,1 0-24-16,-3 3-25 0,3-2-29 15,-4 0-84-15,-2-4-99 0,-8 0-162 0,7-4-315 16,-4 0 64-16,-6-4 59 0</inkml:trace>
  <inkml:trace contextRef="#ctx0" brushRef="#br0" timeOffset="102404.54">18735 12627 711 0,'0'0'284'16,"0"0"-18"-16,0 0-4 0,0 0-14 0,-14 14-26 15,8-5-91-15,2 3-6 0,-3 2 6 16,0 1-29-16,1 9 3 0,-4-2-15 0,2-1 12 15,-5 5-25-15,3 2-10 0,-1-1 2 0,-2 0-10 16,2-2-11-16,1 5 11 0,0-1-18 16,3-3-18-16,-4 4-36 0,5-5-33 0,3 0-51 15,-1 0-57-15,1-1-173 0,0-3-385 0,6 0 65 16,-3-2 48-16,3-2 76 0</inkml:trace>
  <inkml:trace contextRef="#ctx0" brushRef="#br0" timeOffset="102804.63">18882 13440 637 0,'14'-7'276'0,"-8"5"-15"0,-2-3-17 0,3 0-22 16,-1-1-32-16,5-3 55 0,-4 0-27 0,3-4-21 15,4 4-25-15,-4-4-9 0,0 1-17 0,1-5-77 16,-1 0-10-16,-1-3 3 0,-1 0-16 15,-1 0-15-15,-1-3 7 0,-2-2-10 0,-1 0 3 16,-3 1-3-16,3 5-8 0,-3-5 6 0,0 8 20 16,0-1 0-16,0 0-5 0,0 3 13 15,0 3-29-15,-3 0 14 0,3-1 15 0,-3 6-24 16,3 0 1-16,0 1 2 0,0 5-5 0,0 0 6 16,0 0-9-16,0 0-7 0,0 0 3 15,-10 17-1-15,10-8 3 0,0 5-2 0,3 0 7 16,-3-1-18-16,3 6-2 0,-3 0 2 0,4-2 11 15,-1 1 4-15,4 5-15 0,0-4-7 0,0 0 12 16,-1 0-4-16,4 0 4 0,-2-3-2 0,2-4-1 16,0 3 17-16,1-2-19 0,2-1 3 15,-3-4 2-15,4 3-10 0,2-4-5 0,-1 0-18 16,1 2-36-16,-5-4-53 0,3-2-65 0,0-3-158 16,-4 0-479-16,3 0 82 0,-2-2 31 15,-5-4 69-15,-2-4 82 0</inkml:trace>
  <inkml:trace contextRef="#ctx0" brushRef="#br0" timeOffset="102988.21">19094 12726 1154 0,'0'0'351'0,"-4"-8"-29"0,4 8-35 16,0 0-44-16,0 0-66 0,0 0-75 0,0 0-130 15,0 0-676-15,7 16 49 0,-4-7 56 16,-6 3 71-16</inkml:trace>
  <inkml:trace contextRef="#ctx0" brushRef="#br0" timeOffset="106020.62">10264 14837 353 0,'0'0'135'0,"-1"-4"1"0,1 4-36 16,0 0 5-16,0 0 23 0,0 0-31 15,0 0 13-15,0 0-2 0,0 0-3 0,0 0 84 16,-9 15-12-16,6-8-6 0,2 0-4 0,-2 3-14 16,0 1-10-16,3 4 3 0,-5 2-25 0,5 1 4 15,-3 3 6-15,0 4-19 0,0 0-91 16,2 2 25-16,-2 0-10 0,3 3 5 15,-3 4 2-15,3 2-2 0,0 1 79 0,-3 1-7 16,3 2-26-16,-1-2 8 0,2 2-6 0,2 0-14 16,-3 0 1-16,0-5-4 0,3 7-28 0,0-9 12 15,-2 5-10-15,5-5 20 0,-3 0-25 0,-1-5 0 16,1-3 0-16,0-7 0 0,0 4 0 16,-3-4-13-16,4-1-5 0,-4-4 11 0,3-1-4 15,-3-2-9-15,0 2-8 0,3-3 15 0,-3-2 20 16,0-1-9-16,3 3-3 0,-3-4-11 15,0 0-7-15,0-5-2 0,0 6 7 0,0-6-8 16,0 0-25-16,-3 6-29 0,3-6-20 0,0 0-56 16,-3 3-61-16,3-3-242 0,-3 4-434 15,3-4 76-15,0 0 65 0,0 0 71 0,0 0 77 0</inkml:trace>
  <inkml:trace contextRef="#ctx0" brushRef="#br0" timeOffset="107055.08">13682 13459 622 0,'0'0'271'0,"0"0"-33"16,0 0-15-16,-13 7-1 0,9-5-30 0,1 5 3 0,-1 1-19 15,0 0-12-15,-2 6-5 0,0-3 7 16,2 6-17-16,-3 6-8 0,0-3-98 0,0 5 26 16,1 0-15-16,-1 7 15 0,-1 0-13 0,-1 1 60 15,2 2-4-15,0-2-7 0,-4 2-5 16,5-2-3-16,-4-1-10 0,3 3-2 0,-1-3-16 16,-1-1 18-16,2-4-21 0,0 3-4 15,0-8-1-15,0 1-7 0,1-2-10 0,2-3 9 16,1-5-7-16,-5 2-5 0,5-2-7 0,0-3 9 15,0 0-15-15,2-3 0 0,-2 1-7 0,0 0 7 16,3-4 8-16,-3 2-11 0,2 1-7 16,-2-4 5-16,3-3-10 0,0 7-8 0,0-7-5 15,-3 6-33-15,3-6-16 0,0 0-40 0,-5 4-95 16,2 0-203-16,3-1-470 0,-6 1 76 0,2 0 87 16,-5 2 70-16,-3 0 53 0</inkml:trace>
  <inkml:trace contextRef="#ctx0" brushRef="#br0" timeOffset="116219.59">10319 15326 33 0</inkml:trace>
  <inkml:trace contextRef="#ctx0" brushRef="#br0" timeOffset="123985.49">20611 13031 934 0,'-6'-5'353'0,"6"5"-25"0,-3-4-26 15,3 4-34-15,0-6-27 0,0 6-26 0,6-8-15 16,0 2-31-16,2 2-13 0,2-3-21 0,4 5-7 16,0-4 0-16,5-1-25 0,-1 3-8 15,3-2-26-15,-1 4-21 0,1-4-25 0,0 4-46 0,-2-2-56 16,2 3-59-16,-4 1-100 0,-3 0-502 15,3 0 18-15,-4 1 51 0,-6 2 67 0,0-2 59 16</inkml:trace>
  <inkml:trace contextRef="#ctx0" brushRef="#br0" timeOffset="124203.12">20715 13183 591 0,'0'0'210'0,"-5"6"0"15,5-6 5-15,-3 2 74 0,3-2-33 16,0 0-28-16,11 7-6 0,-4-7-91 0,-7 0-19 16,24-2-9-16,-11-1-19 0,1 1 6 0,3 2-11 15,0-2 1-15,0-3-22 0,0 4-1 0,-3 1-9 16,3-2-35-16,-7-2-10 0,4 4-44 16,-4-1-21-16,-3 1-17 0,2 0-62 0,-1 0-110 15,-4 1-412-15,-1 3 36 0,-3-4 18 0,0 0 64 16</inkml:trace>
  <inkml:trace contextRef="#ctx0" brushRef="#br0" timeOffset="125052.05">22345 12222 447 0,'0'0'182'0,"0"-6"-23"16,0 6-23-16,0 0-6 0,0 0-15 16,0 0-5-16,0 0-20 0,0 0 2 0,0 0-18 15,0 17 11-15,0-9 71 0,0 3-15 0,0 3-13 16,0 0 0-16,0 2-11 0,3 3-86 0,-2-1 5 15,-1 1-3-15,3 2 1 0,0 4-11 16,0-1 7-16,-2 1-7 0,2-1-10 0,0 1 5 16,1-3 10-16,-1 3 0 0,1-2-5 0,-1 2-2 15,0-4-19-15,1 0-7 0,-4-2-31 16,3 1-43-16,1-1-72 0,-4-2-179 0,3 1-338 16,0-3 66-16,-3-4 60 0</inkml:trace>
  <inkml:trace contextRef="#ctx0" brushRef="#br0" timeOffset="125352.79">22103 13058 739 0,'-8'1'266'0,"8"-1"-20"15,0 0-31-15,0 0-2 0,0 0-9 16,0 0-76-16,0 0-18 0,0 0 6 0,35-1-19 16,-18-2 3-16,3-1-13 0,5-1-8 0,5 0-7 15,-3-2 5-15,11-1-1 0,0 0-12 16,13-2-10-16,3-1 8 0,1 1-6 0,-3-1-13 16,4 1-9-16,-12 2 9 0,-5 1-12 0,-1 2-8 15,-7 0 3-15,-5 1 2 0,-1 0-3 0,-4 1-58 16,-5 0-3-16,-2 2 3 0,-7 1-36 15,-7 0-52-15,7 7-99 0,-9-6-437 0,-6 6-14 16,-2 3 51-16,-8-3 68 0</inkml:trace>
  <inkml:trace contextRef="#ctx0" brushRef="#br0" timeOffset="125835.28">22171 13551 1023 0,'3'-8'282'0,"-3"8"-41"0,0-2-9 16,0 2-24-16,0 0-24 0,0 0-2 15,0 0-18-15,10 10-18 0,-7-3-8 0,1 1 0 16,-3 2-18-16,2 4-20 0,0-3-3 0,0 4-10 16,1 2-7-16,-1 0-21 0,0-1 10 0,0 1-3 15,-2 3-20-15,2-1-64 0,-3 0-7 0,4 4 2 16,-4-4-13-16,4 1-23 0,-4 0-38 16,3-2-23-16,-3 0-57 0,3 1-2 0,0-6-34 15,-2 1-30-15,2-3-46 0,-3-3-195 16,3-1-128-16,-3-4 47 0,0-3 50 0</inkml:trace>
  <inkml:trace contextRef="#ctx0" brushRef="#br0" timeOffset="126301.77">22081 13593 752 0,'-3'-10'307'0,"3"-1"-5"0,0 3-41 0,0 2-15 16,3-1-28-16,-2 4-24 0,-1 3-30 15,9-5-5-15,-9 5-19 0,12 4-22 0,-3 0 0 16,5 3-3-16,-3 1-7 0,2 2-11 15,4 3-10-15,0-1-18 0,0 3-5 0,-3 0-2 16,6 1-4-16,-6-1-91 0,6 1 18 0,-2-3-3 16,-2 4 8-16,-1-4-3 0,1-1-10 0,2 2 20 15,-2-3 3-15,-2-3-15 0,0 2 79 0,-3-3-3 16,2-1-10-16,-3-4 6 0,4-2-19 16,-4 0 3-16,0 0 8 0,4-4-13 0,-4-2 2 15,1-4-12-15,-1-3-3 0,-3-2 7 16,3-4-9-16,-3-4 2 0,0-2 0 0,-4-1 2 15,1-3-7-15,-1-1 3 0,-3 4-16 0,3-2 18 16,-3 0 0-16,0 8-8 0,0-3-12 16,0 5 20-16,0 1-3 0,0 2 9 0,0 2-17 15,-3 1 6-15,6 2-15 0,-3 2 5 0,3 1-3 16,-3 7-13-16,0 0 18 0,0 0-5 0,0 0 6 16,18 23 1-16,-12-9-9 0,1 6 7 15,4 3-7-15,-1 3 2 0,0 3 0 0,7 1 5 16,-7-2 3-16,8 14-8 0,-5-9 3 0,5 7 5 15,-2-6-1-15,2 6-6 0,-5-7-1 0,4-6 2 16,-4 2 11-16,-1-2-13 0,-2-4 1 16,0-2-9-16,3-1 8 0,-6-2 8 0,0-5-23 15,1 2-24-15,-2-5-19 0,-2 3-1 0,2-5-82 16,-6-4-294-16,6 2-422 0,-2-5 81 16,-4-1 103-16,0 0 51 0,0-23 75 0</inkml:trace>
  <inkml:trace contextRef="#ctx0" brushRef="#br0" timeOffset="127535.36">23527 12072 719 0,'0'0'243'0,"0"0"-15"15,0 0-21-15,-3 4-12 0,3-4-21 0,0 0-21 16,0 0-2-16,0 0-5 0,13 4 10 16,-13-4-17-16,18-4-6 0,-2 4-18 0,2-3-5 15,6-2-18-15,4 3 5 0,6-6-10 0,3 5-5 16,1-2-10-16,2-4-16 0,-1 4 13 0,4 2-7 16,-2-4-19-16,1 4-71 0,-4-2-8 0,2 3 8 15,-6 0 5-15,-6-3-18 0,3 4-5 16,-7-1-13-16,-3 1 5 0,-2-3 16 0,-4 4-8 15,-2 0-5-15,-2-1-11 0,-5-2-9 16,-6 3 12-16,4-6 5 0,-4 6 0 0,0 0 11 16,0 0 25-16,-21-5-31 0,7 3 8 15,-3 2 5-15,-3 0 19 0,-1-1-1 0,-6 2-11 16,1 1 17-16,-6 2-14 0,1-3 6 0,0 4 7 16,-3-1 15-16,3 1-2 0,-3-1 11 0,0 3 17 15,0 3 18-15,3-3-23 0,4 1-5 0,2 2 10 16,2 0 0-16,2 1 8 0,1 0-21 15,6-3-4-15,-3 2 12 0,7 3 5 0,-1-4-5 16,5 1-3-16,2 0-7 0,1 2 0 0,3-1 2 16,3-1 6-16,4-2-6 0,1 5 13 15,2-2-12-15,3-1 14 0,4 5-12 0,0-7 5 16,4 6-7-16,3-4 4 0,0 0 3 16,6-2-23-16,1 5 18 0,-3-3-5 0,3 0-18 0,-2 0 15 15,-4-3 10-15,5 6-12 0,-5-1-5 16,-1-4 2-16,-3 3-8 0,-2 3 16 0,-1-3-16 15,-2 3 14-15,-2 3 7 0,-3 2-13 0,-2 1 0 16,-5-1 13-16,0 2-21 0,-1 0 13 16,-6 4-4-16,3 0 6 0,-8 6-12 0,-1-4 0 15,-1 7 23-15,-1-4-12 0,-6 8 4 0,0-5-7 16,-3 7 4-16,-4-4-9 0,0 1 5 16,-4-1-3-16,1-3 20 0,-1 0-22 0,2 3 2 15,-2-4 5-15,4-2 8 0,6-5 3 0,-1 0 2 16,1 0 0-16,-3-2 0 0,5-2-3 15,2 4-2-15,0 0 5 0,4-7-7 0,0 3 2 16,3-4-3-16,3 0 3 0,-2-1-5 0,6-4 7 16,0 4-15-16,3-2 8 0,1-2-3 15,2 1 6-15,8-2 17 0,0-3-20 0,8 0-8 0,1 1 26 16,3-4-8-16,5-2-13 0,4-3 18 16,6 1-13-16,3-2-2 0,17-2-5 0,1-1 66 15,2-1-5-15,1-1-7 0,-3-1-4 16,3 0-4-16,-3-1-15 0,-4 2-1 0,-1 0 3 15,-11 0 0-15,-9 2-5 0,-6-1-6 0,-4 3-1 16,-3-3-4-16,-4 4-12 0,-2-1 5 16,-2 1-8-16,-2-1-15 0,-4 4-18 0,-6-1-44 15,-4-1-45-15,3 6-78 0,-6 0-252 0,-4 2-378 16,-6 3 86-16,-4 2 58 0,-4-1 57 16,-6 4 71-16</inkml:trace>
  <inkml:trace contextRef="#ctx0" brushRef="#br0" timeOffset="128035.43">23903 14116 849 0,'-3'-8'284'0,"3"8"-28"0,0 0-15 16,0 0-18-16,0 0-21 0,0 0-10 0,0 0-31 15,3 23 3-15,-3-13-23 0,1 0-8 0,2 5-15 16,-3 2-8-16,3-2-8 0,3 3-7 16,-4-1-13-16,1 1-6 0,0-3 6 0,1 3-18 15,2-1 3-15,-2 2-13 0,2-6 2 0,-1 2-2 16,-2-1-13-16,5-3-3 0,-6-1-7 15,4-2 10-15,-2 2-13 0,3-3 5 0,-3 0-17 16,5-6-6-16,-2-1-13 0,-7 0-7 0,18 0-41 16,-8-7-23-16,1-1-65 0,1-3-152 0,-5-3-500 15,3-4 56-15,-2-3 80 0,-1-2 48 16,-4-4 57-16</inkml:trace>
  <inkml:trace contextRef="#ctx0" brushRef="#br0" timeOffset="128169.6">23948 13793 924 0,'0'0'284'0,"-7"-4"-33"0,4-1-26 0,3 5-31 15,0 0-4-15,0 0-19 0,0 0-38 0,0 0-25 16,10-6-65-16,-10 6-76 0,12 2-156 16,-7-1-472-16,2 1 47 0,3-1 41 0</inkml:trace>
  <inkml:trace contextRef="#ctx0" brushRef="#br0" timeOffset="128436.11">24106 14064 1054 0,'0'0'254'0,"0"2"-19"0,0-2-12 0,0 0-29 15,0 0-25-15,0 0-13 0,13 0-12 16,-13 0-9-16,14-1-17 0,-4-2 2 0,0-1-17 16,1 1 55-16,-1-1-14 0,3 0-16 0,-2-2-5 15,2 5-26-15,1-2-15 0,-4-1-23 0,0 4-36 16,4-3-44-16,-7-1-63 0,3 4-67 0,-3-2-136 16,4 4-455-16,-5 0 15 0,1 0 102 15,-7-2 49-15</inkml:trace>
  <inkml:trace contextRef="#ctx0" brushRef="#br0" timeOffset="128651.99">24263 14190 918 0,'-3'1'272'16,"3"-1"-47"-16,-1 5-20 0,1-5-16 0,0 0-15 15,0 0-15-15,-3 5-3 0,3-5-23 0,0 0-10 16,0 0 10-16,0 0-25 0,0 0-8 15,10 2 58-15,-10-2-9 0,13 0-14 0,-2 0-12 16,-11 0-31-16,20-2-17 0,-6 0-50 16,0 2-38-16,3-1-79 0,-1 0-113 0,-1 1-532 15,5-1 21-15,0-4 68 0,-2 3 44 0,-1-4 69 16</inkml:trace>
  <inkml:trace contextRef="#ctx0" brushRef="#br0" timeOffset="128835.66">24679 13872 685 0,'0'0'264'15,"0"0"-18"-15,-3 18-21 0,0-10-18 0,3 3-12 16,0 3-29-16,0 2-15 0,0 1 0 16,3 1-23-16,-3 1-2 0,3 4-19 0,0 2-22 15,-2 0-26-15,6 0-44 0,-4 0-64 0,1 2-86 16,-1-2-106-16,7 5-463 0,-4-6 77 15,-4-5 41-15</inkml:trace>
  <inkml:trace contextRef="#ctx0" brushRef="#br0" timeOffset="129918.16">23630 11393 742 0,'0'0'261'0,"-3"25"-26"16,3-17-27-16,0 9-4 0,3-2-17 0,0 2-23 15,2 1-8-15,-2 0-25 0,3 2-67 0,-2 0-36 16,-1 0 16-16,0-1-27 0,1-1 6 0,-1-1-5 16,4-1 3-16,-6 1-1 0,2-4 3 15,-3-1 0-15,3-2 3 0,-3 2 12 0,3-3 21 16,-2-2 8-16,-1-2-8 0,0 2-16 15,0-7 19-15,0 0-9 0,0 0-4 0,0 0-11 16,0 0 6-16,0 0-6 0,-7-24-17 0,7 15 2 16,-3-7 8-16,3 0-3 0,-1-1-8 0,-3-4-4 15,4-1 1-15,0 0-4 0,4-3 5 0,-3 3 5 16,2 1 0-16,-3 3 8 0,3 1-5 16,0 2-11-16,-2 2 3 0,2 1 7 0,3 3-12 15,-2 8 8-15,3-2-11 0,-3-1 5 16,-4 4-7-16,16 7 2 0,-8-1 6 0,2-2-21 15,0 4 15-15,4 2-8 0,-4 0 21 0,3-1-28 16,-2 1 8-16,2 0-13 0,-3-2 20 16,1 2-10-16,-1-2 2 0,-3-1-2 0,3-1 11 15,-3-2-9-15,0 4-2 0,-1-4 13 0,-1-1-5 16,1 0 4-16,-2 0 9 0,-4-3-8 0,10 0 5 16,-10 0-8-16,12-6-2 0,-7-2-1 0,-2 1 9 15,4-3-6-15,-4-5-13 0,1 2 16 16,2-6-5-16,-1 1 2 0,-2-4 8 0,0-2-8 15,3-1-12-15,-5 0-1 0,2-3 3 16,0 3 3-16,0 4-11 0,-2-1 10 0,-1 5 9 16,3 1-19-16,1 4-10 0,-4-1 10 15,0 6 3-15,4 4 3 0,-4 3 12 0,0 0-15 16,0 0 13-16,0 0-8 0,6 23 2 0,-3-7 6 16,-2 2 2-16,2 0-5 0,-3 4 5 0,6-1-7 15,-3 4-11-15,-1 0 11 0,1 0 4 0,3-1 4 16,-2-1-1-16,-1 1-10 0,1 0 69 15,2-2-5-15,-1 3-3 0,1 0-4 0,0-4-19 16,-2-2 6-16,3 3-1 0,-4-5-4 0,5 0-9 16,-2-5-2-16,1 5-22 0,1-2-19 0,-3-1-79 15,3-2-67-15,1 4-210 0,-2-5-445 16,0 0 44-16,3-3 79 0,-6-4 61 0,-1 1 75 16</inkml:trace>
  <inkml:trace contextRef="#ctx0" brushRef="#br0" timeOffset="130835.12">25565 12276 895 0,'-3'-8'315'0,"3"8"-49"0,-1-3-12 0,1 3-26 16,0 0-29-16,-9-1-12 0,9 1-10 0,0 0-21 15,-15 9-15-15,9-1-18 0,-1 1-95 0,0 2 2 16,-3 3-4-16,3 1 10 0,0 3 5 16,-3 2-10-16,6 3-3 0,-2 1-5 0,6-5-5 15,-4 5-6-15,4-1 12 0,3-3 4 16,-2 4-8-16,5-2-5 0,-2-3-4 0,7 2-1 16,-2-3-2-16,1-1 2 0,1-6 3 0,-1 3-6 15,0-3-2-15,4-4 6 0,-4-4-9 16,4 2 9-16,-2-2-19 0,-4-3 23 0,6-3 1 15,-3-4-4-15,0-1 1 0,1 1-3 0,-2-5 3 16,-3-5-3-16,1-3 1 0,-2 1-14 0,-2-6 11 16,-4 1 5-16,0-2-16 0,0 1 16 15,-2-2-3-15,-6 1-2 0,0-3-3 0,1 0-5 16,-2 7 8-16,-1-2-14 0,-1 6 12 0,-2 0-4 16,-2 1 6-16,2 2-11 0,-1 4 21 15,1 0-10-15,1 5 0 0,-7 1 2 0,6 2-3 16,-2 2-4-16,-1 2-3 0,2 2 0 0,3-1-8 15,-6 4 6-15,7 2 7 0,0-1-3 0,2 1 16 16,-1 1-10-16,6 1-3 0,-1-2 0 0,4 2 5 16,0 2 6-16,3-2-1 0,-2 0-20 15,8 1 13-15,-2 0 2 0,4 0-7 0,2-3 2 16,3 2-5-16,-4-3 7 0,9 1-9 16,-2-1 7-16,2 0 15 0,0-4-17 0,-1 4-26 15,1-6-28-15,0 4-59 0,3-1-62 0,-4-3-120 16,4 3-478-16,-3-1 61 0,1-3 87 15,-4 1 48-15</inkml:trace>
  <inkml:trace contextRef="#ctx0" brushRef="#br0" timeOffset="131057.51">25924 12441 862 0,'0'10'269'16,"-3"-3"-13"-16,3 1-26 0,0 7-12 0,-3-3-24 15,6 3-14-15,-3 4-9 0,0 2-15 16,3-1-13-16,0 3-15 0,-2 1-12 0,-1 0-9 16,3-1-10-16,0-2-15 0,0 1 0 0,-2-2-13 15,2-2-2-15,0 3-11 0,3-2-10 0,-4-2-35 16,4-1-42-16,1-1-51 0,-1-3-125 0,-2 3-234 16,6-7-281-16,-3 2 67 0,0-6 56 15,0-1 49-15</inkml:trace>
  <inkml:trace contextRef="#ctx0" brushRef="#br0" timeOffset="131302.24">26239 12140 849 0,'17'11'264'15,"0"4"-18"-15,0-4-31 0,-1 3-5 16,2 1-29-16,2 1-19 0,4 3-9 0,-3-1-17 16,3 6-6-16,-4-2-12 0,4-1-23 0,-3 0-8 15,-1 3-10-15,-1-4-31 0,-3 5-26 16,1-4-40-16,-3-2-57 0,-1-2-51 0,-3 0-82 16,4-6-463-16,-7 3 41 0,2-6 35 0,-5-4 57 15</inkml:trace>
  <inkml:trace contextRef="#ctx0" brushRef="#br0" timeOffset="131535.13">26561 12041 998 0,'-15'10'294'0,"9"-3"-23"16,2 1-15-16,-3 3-25 0,3 3-6 0,-2 3-28 15,-1-2-5-15,1 3-31 0,-5 5-20 16,4-3-87-16,-3 4 15 0,-1 2-20 0,1 4-13 16,0-3-8-16,3 0 2 0,-3 2-24 0,3 0-42 15,1-4-28-15,2 1-54 0,1 2-128 16,-1-3-481-16,4-4 69 0,0 0 59 0,4-2 47 16</inkml:trace>
  <inkml:trace contextRef="#ctx0" brushRef="#br0" timeOffset="131900.57">26617 12916 1062 0,'0'0'330'16,"12"0"-38"-16,-12 0-16 0,13-1-27 0,-5-2-104 16,1-1-1-16,-2-3-16 0,3 2-5 15,1-4-16-15,-1-2-15 0,-1-1-18 0,-2-4 11 16,1-2-24-16,2-4-2 0,-2-3 0 0,-3 0-18 15,1 0 10-15,-4 0-15 0,1 0 10 16,0 0-7-16,0 7-4 0,-2 0 65 0,-1 2-10 16,3 1-3-16,-3 7-21 0,0-2-2 0,0 3 3 15,0 3-16-15,0 4-5 0,0 0-5 16,0 0 10-16,0 0-12 0,0 0-9 0,-3 19 1 16,3-9 5-16,0 4 0 0,3-3-16 0,-3 4-4 15,3 1 12-15,1-1-10 0,-1-1 0 0,4 1 2 16,-3 2-2-16,2-4 3 0,-2-1-11 15,2 2 0-15,5-3-5 0,-4-3 8 0,3 3-8 16,-1-4-18-16,-1 0-23 0,5-1-35 0,0-2-62 16,-3-3-54-16,-2 2-266 0,6-6-377 15,-1-1 88-15,-3-3 59 0,-2-3 66 0,2-5 69 16</inkml:trace>
  <inkml:trace contextRef="#ctx0" brushRef="#br0" timeOffset="132050.96">26826 12261 657 0,'-9'-3'241'0,"9"3"-36"0,0 0-31 16,-4-2-33-16,4 2-49 0,0 0-97 16,0 0-149-16,0 0-453 0,0 0 70 0</inkml:trace>
  <inkml:trace contextRef="#ctx0" brushRef="#br0" timeOffset="132602">27387 12401 806 0,'0'0'233'0,"0"0"-16"0,0 0-14 0,-7-8-24 16,7 8-18-16,0 0-5 0,26-3-13 0,-18 0-12 15,7-1-18-15,-2 2-16 0,4-3 0 16,0 1-10-16,2-2 0 0,-4 4-20 0,6-4-1 16,-5 4-14-16,-1-3-1 0,-2 2-3 0,1 1-22 15,-4-3-3-15,0 5-20 0,1-2-44 0,-2-1-41 16,-2 0-131-16,-3 3-468 0,-4 0 26 15,7-6 46-15,-7 6 71 0</inkml:trace>
  <inkml:trace contextRef="#ctx0" brushRef="#br0" timeOffset="133050.56">27636 11936 888 0,'0'0'304'16,"0"0"-22"-16,18 7-31 0,-10 1-11 0,4-1-20 15,-1 3-104-15,2 5 7 0,4-2-24 16,-3-1-14-16,6 5-8 0,-6-1-8 0,6-1 5 16,-2 0-25-16,-2-3 12 0,-1 5-2 0,1-3-8 15,-2-3-15-15,-4-3-5 0,2 2 7 0,-1-1 3 16,-3-2-8-16,-1 0 6 0,4-2-9 0,-2-1-7 15,-2-3 3-15,0-1-6 0,-7 0 1 16,14-3-6-16,-7-4-4 0,1 0 1 0,-3-1 1 16,2-2-5-16,-3-5-3 0,-1-2 3 0,1-1-3 15,-1 0 2-15,-3 0-12 0,3-4 0 16,0 5 3-16,-2-1 7 0,-1 1-3 0,3 2 11 16,-3 4 2-16,0-3-17 0,4 7 2 15,-4-1 0-15,0 7 8 0,0 1-3 0,0 0 0 16,0 0-3-16,0 0 16 0,-4 25 3 0,4-10 4 15,-3 3-2-15,3 0 13 0,0 6-13 0,-1 2-2 16,1-1 7-16,1 4-18 0,-1-1 85 16,0-2-16-16,0 6-12 0,3-5-8 0,-3 7-21 15,4 0-17-15,1 1-32 0,-3-1-86 0,6 0-100 16,-3-1-535-16,6 0-44 0,-4-5 85 0,-1-5 72 16,1-3 50-16</inkml:trace>
  <inkml:trace contextRef="#ctx0" brushRef="#br0" timeOffset="133385.1">28251 12684 977 0,'1'-4'346'0,"2"-3"-108"0,1-1-21 16,0-1-7-16,-1-1-30 0,3-2-14 0,-2 3-15 15,2-7-13-15,-2 4-20 0,0-2-13 0,2-3-5 16,-5 3-8-16,2-1-10 0,0 3-3 15,-3-1 8-15,3 2-18 0,-3 0-2 0,0 1 63 16,0 2-17-16,-3 1-11 0,3 0-7 0,-3 0-18 16,0 4 2-16,3 3-7 0,-4-7-6 15,4 7-4-15,0 0-8 0,0 0-8 0,-14 9-5 16,10-4 5-16,3-1-8 0,-1 3 6 0,-1 3-9 16,3-3 1-16,3 3-8 0,-1 2 1 15,0-3-19-15,1 2 23 0,3-3-7 0,-1 2-8 16,2-1 0-16,3 4 2 0,3-3-5 0,-3-2 1 15,1 0-16-15,3-1-10 0,-1 1-42 16,1-6-24-16,-1 4-22 0,-1-4-30 0,1-2-59 16,-3 0-133-16,4 0-504 0,-4-2 49 0,-1-4 68 15,-2-1 111-15,-2-3 38 0</inkml:trace>
  <inkml:trace contextRef="#ctx0" brushRef="#br0" timeOffset="133517.84">28396 12155 924 0,'0'0'220'16,"-7"-4"-56"-16,7 4-124 0,0 0-464 0,-5 7-129 15</inkml:trace>
  <inkml:trace contextRef="#ctx0" brushRef="#br0" timeOffset="133818.19">28635 11816 949 0,'13'15'320'0,"-2"1"-8"16,-1 1-22-16,3 2-34 0,-2 3 2 0,-1 6-33 15,11 10-15-15,-5 2 0 0,-1 0-26 0,-2 2-35 16,-3-2-6-16,1 4 16 0,-1 5-103 16,-1 1-2-16,-4 0 0 0,-5 7-8 0,0-1 5 15,-4-2-5-15,-3 3-7 0,0 1 7 0,-6-2-3 16,-5-4-22-16,-5-2-37 0,3 0-32 16,-4 0-45-16,-4-7-35 0,-1 3-56 0,-14 4-197 15,-2-4-441-15,1-13 111 0,-17 1 42 0,6-11 91 16</inkml:trace>
  <inkml:trace contextRef="#ctx0" brushRef="#br0" timeOffset="134433.84">25093 12201 622 0,'0'0'263'0,"0"0"-12"0,0 0-16 0,-6 21-12 15,6-10-77-15,-4 4-5 0,0 3-8 0,1 7-20 16,-4 6-1-16,4 5-7 0,-2 14 0 0,-4 6-5 15,6-2 7-15,2 5-12 0,1-2-21 16,0 2 8-16,1 3 0 0,6-1-18 16,0-1 62-16,3 1-16 0,4-1 0 0,5 9-8 0,9-5-20 15,3-3 0-15,3-1-8 0,7-5-15 16,3-3-23-16,8-2-21 0,2-7-25 0,12-3-72 16,-1-5-84-16,3-3-618 0,10-7 29 0,-12-8 105 15,6-9 51-15,-1-8 67 0</inkml:trace>
  <inkml:trace contextRef="#ctx0" brushRef="#br0" timeOffset="135117.24">29011 11926 732 0,'10'14'304'0,"4"-3"-17"0,3 6-29 16,5 6-4-16,7 7-29 0,-1 0-20 0,5 2-13 16,-2 1-13-16,-3-1-23 0,3 3-77 15,0-3-17-15,-4-1-21 0,3 3 7 0,-5-5 9 16,-2 2-6-16,1 1-15 0,-3-6-5 15,-4-1-42-15,0-2-48 0,-4-3-35 0,1-2-70 16,-4 0-100-16,0-2-437 0,-2-1 46 0,-1-7 56 16,-4-2 48-16</inkml:trace>
  <inkml:trace contextRef="#ctx0" brushRef="#br0" timeOffset="135391.13">29408 11998 739 0,'0'0'279'0,"0"0"-15"16,0 0-16-16,-18 17-7 0,15-10-39 0,-4 4-10 16,2 3-8-16,-3 3-22 0,0 2-4 15,0 3-14-15,-2-1-16 0,-2 1-11 0,1 3-17 16,-2 2 0-16,-1-1-92 0,1 3 7 0,-1-1-10 15,4-2 21-15,-4 5-11 0,4-5-5 16,0 4 1-16,-1-1 6 0,4-2-32 0,1 1-13 16,2-3-36-16,-2 3-36 0,5-3-97 0,-2 0-430 15,3-6-59-15,0 4 51 0,3-7 75 16</inkml:trace>
  <inkml:trace contextRef="#ctx0" brushRef="#br0" timeOffset="135820.67">29563 12914 788 0,'2'-6'240'15,"4"0"-9"-15,-2 0-37 0,3-1 6 0,0-2-41 16,-1-3-13-16,1 2-13 0,-2-7-10 15,1 3-8-15,0-4-20 0,-2-2-8 0,-1-4-3 16,1-1-10-16,-4-1-7 0,3-4-11 16,-3 4-7-16,-3 1 68 0,3 0-1 0,0 4 14 15,-1 0 1-15,-2 3-21 0,0 1-13 0,3 2 8 16,-3 4 3-16,2-3-16 0,-2 6-10 0,0 1-16 16,-1 3 8-16,4-2-10 0,0 6-5 0,0 0-5 15,0 0-3-15,-11 14-7 0,8-5-1 0,0 3-17 16,3 2 10-16,0 2-6 0,0 3-4 15,0-3 7-15,3 7-10 0,0-4-12 0,-2 0 6 16,5 4 1-16,-2-7-5 0,3 8 10 16,0-6-13-16,0 1-10 0,6 0 16 0,-3-3-3 15,0-2 2-15,1-3-18 0,2 2 11 0,-2-5-5 16,6 0 4-16,-1 2-2 0,2-3-28 16,0 1-30-16,0-6-55 0,1 3-61 0,-2-2-169 15,2-3-501-15,-4-1 38 0,2-8 107 0,-4 1 57 16,-1-9 63-16</inkml:trace>
  <inkml:trace contextRef="#ctx0" brushRef="#br0" timeOffset="136001.15">29828 12343 796 0,'0'0'286'0,"-7"-4"-17"15,7 4-21-15,-1-6-35 0,1 6-14 16,0 0-25-16,-3-6-17 0,3 6-9 0,0 0-15 15,0 0-10-15,0 0-38 0,0 0-11 0,0 0-59 16,0 0-76-16,-9 14-159 0,9-4-507 0,-4-3 79 16,1 1 67-16,0-1 56 0</inkml:trace>
  <inkml:trace contextRef="#ctx0" brushRef="#br0" timeOffset="168614.6">9420 2731 99 0,'0'0'16'0,"0"0"9"16,0 0 6-16,0 0-44 0,0 0 29 0,0 0-1 15,0 0 5-15,0 0 1 0,0 0 2 0,0 0-26 16,0 0 37-16,0 0-24 0,0 0 18 15,0 0 13-15,0 0 8 0,0 0-19 0,0 0 24 16,0 0-5-16,0 0 4 0,0 0 11 0,0 0-7 16,0 0 12-16,0 0 18 0,0 0 8 0,0 0-8 15,0 0-8-15,0 0 0 0,0 0-20 16,0 0 26-16,0 0-24 0,0 0 8 0,0 0-18 16,0 0-2-16,0 0 7 0,0 0-10 0,0 0-15 15,0 0-3-15,0 0-17 0,0 0 9 16,0 0 3-16,0 0-10 0,0 0 2 0,0 0-15 15,0 0-10-15,0 0-59 0,0 0-39 0,0 0-38 16,0 0-360-16,0 0-42 0</inkml:trace>
  <inkml:trace contextRef="#ctx0" brushRef="#br0" timeOffset="169279.84">9385 2742 473 0,'0'0'184'15,"0"0"-7"-15,0 0-8 0,0 0-23 0,0 0-11 16,0 0-7-16,0 0-20 0,0 0-3 0,0 0-8 15,0-4-23-15,0 4-4 0,0 0-14 16,0 0-2-16,0 0-11 0,0 0 8 0,0 0-25 16,0 0 12-16,0 0-10 0,0 0-33 15,7 13-5-15,-7-13-54 0,0 7-38 0,0-7-60 16,0 5-160-16,3 1-262 0,-3-6 39 0</inkml:trace>
  <inkml:trace contextRef="#ctx0" brushRef="#br0" timeOffset="169546.54">9447 2763 473 0,'0'0'220'0,"0"0"-33"0,0 0-10 0,0 0-16 15,0 0-31-15,3-5-2 0,-3 5-17 16,0 0-4-16,0 0-15 0,0 0-5 0,0 0-10 16,0 0-3-16,0 0-7 0,0 0-11 0,-6 17-28 15,6-13-5-15,0-4-36 0,0 10-45 16,0-3-81-16,0-2-45 0,0 2-417 0,0 1 27 16,0-1 55-16</inkml:trace>
  <inkml:trace contextRef="#ctx0" brushRef="#br0" timeOffset="169713.74">9491 3083 483 0,'0'5'179'0,"3"1"-22"0,-3-6-27 16,4 8-40-16,-4-2-44 0,4-1-67 0,-1 1-78 15,1 0-319-15,2 0-83 0</inkml:trace>
  <inkml:trace contextRef="#ctx0" brushRef="#br0" timeOffset="169863.59">9567 3351 294 0,'0'0'54'0,"0"8"-90"0,-5-4-123 16</inkml:trace>
  <inkml:trace contextRef="#ctx0" brushRef="#br0" timeOffset="170014.22">9587 3478 522 0,'0'0'220'0,"0"0"-36"16,0 0-41-16,0 0-84 0,0 0-176 0,0 0-429 15</inkml:trace>
  <inkml:trace contextRef="#ctx0" brushRef="#br0" timeOffset="170416.18">9365 2766 801 0,'0'0'238'0,"0"0"-28"0,0 0-13 15,0 0-18-15,0 0-13 0,0 0-15 0,0 0-10 16,0 0-26-16,0 0-10 0,0 0-77 16,0 0-12-16,0 0-9 0,6 17 6 0,-6-12 5 15,0 1-36-15,1 0-20 0,1 2-139 0,-1-3-89 16,3 3-382-16,-1 0 42 0,1 1 58 0</inkml:trace>
  <inkml:trace contextRef="#ctx0" brushRef="#br0" timeOffset="170597.65">9481 3020 657 0,'0'0'190'0,"0"7"-26"16,3-1-8-16,-3-6-13 0,1 9-12 0,2-5 7 15,0 3-31-15,-3 0-17 0,3 0-11 16,-3 1 19-16,1-2-75 0,2 1-13 0,1 1-56 15,-4 2-85-15,3-2-132 0,-2 3-349 0,-1-3 69 16</inkml:trace>
  <inkml:trace contextRef="#ctx0" brushRef="#br0" timeOffset="170980.37">9549 3294 778 0,'1'7'238'15,"-1"-7"-36"-15,0 8-10 0,0-8-21 0,2 5-7 16,-2 0-26-16,0-5 1 0,1 7-24 0,-1-7-3 16,3 8-17-16,-3-4-13 0,0 0-3 0,0-4-7 15,3 10-28-15,-3-6-21 0,0 1-28 16,3 1-13-16,-3-2-16 0,2 2-22 0,1 1 7 16,0-3-22-16,-3 3-16 0,3-1-26 15,-2 2 11-15,2-3 4 0,0 2 14 0,-3-2 30 16,3 3 23-16,-3-4 29 0,1 0 17 0,2 0 11 15,-3-4 10-15,0 10 23 0,3-6 17 0,-3-4 4 16,0 7 4-16,0-3 13 0,0-4 1 16,4 6-80-16,-4-6 7 0,0 7 16 0,0-7 3 15,0 5-1-15,0-5-2 0,0 7-2 0,0-7-11 16,0 6 0-16,0-6 0 0,-4 7 3 16,4-7 7-16,0 5 1 0,0-5 53 0,0 7-3 15,0-7-17-15,0 7-5 0,0-7-6 16,0 10-35-16,0-6-44 0,0 0-41 0,4 0-36 15,-4 2-64-15,0-1-86 0,3 1-331 0,-2-2-100 16,2 2 56-16,0 1 57 0</inkml:trace>
  <inkml:trace contextRef="#ctx0" brushRef="#br0" timeOffset="171313.65">9618 3675 511 0,'3'4'233'0,"-3"-4"-25"16,0 6-21-16,0-6-8 0,0 0-15 0,0 7-19 15,0-7-11-15,0 8-24 0,0-5-8 0,0-3-10 16,-3 10-2-16,2-6-11 0,1-4-7 16,0 11-16-16,0-4-28 0,0 0-12 0,-3 1-39 15,3 1-18-15,0-4-8 0,0 2-66 0,0 3 15 16,0-2-8-16,0-1 29 0,0 3-23 16,3-3 22-16,-3 1 14 0,0 0-6 0,0-1 16 15,1 0 38-15,-1 1 18 0,0 0 28 0,0-4 34 16,3 3-14-16,-3-2 16 0,0 1 8 15,0-1 15-15,0 1-8 0,0-6 6 0,0 9-1 16,4-4 11-16,-4-1-13 0,0-4 0 0,0 8-6 16,0-1-17-16,0-4-5 0,3 3 0 15,-3 1-6-15,0-3 1 0,0 2-8 0,1 2 3 16,2-1-9-16,0 2-37 0,-3 0-16 16,3-1-54-16,-2 1-89 0,2 0-80 0,0 2-429 15,3-1 45-15,-5 1 62 0</inkml:trace>
  <inkml:trace contextRef="#ctx0" brushRef="#br0" timeOffset="171496.65">9721 4242 765 0,'0'0'248'0,"0"8"-81"0,0-8-29 15,0 6-5-15,0-1-28 0,0 1-3 0,0-6 1 16,3 11-24-16,-3-5-20 0,3 1-41 15,-2-2-16-15,1 2-55 0,2 1-55 0,-1 2-161 16,0-2 44-16,-2 4-366 0,2-3 94 16</inkml:trace>
  <inkml:trace contextRef="#ctx0" brushRef="#br0" timeOffset="171680.15">9810 4559 752 0,'0'0'218'0,"-4"7"-11"15,3-5 8-15,1-2-28 0,0 10-11 0,0-4 4 16,0-6-19-16,0 8-13 0,-3-4-12 0,3 1-11 16,0 3-12-16,0-6-21 0,0 5-5 15,0 0-18-15,0-1-12 0,0 1-52 0,3 1-10 16,-3-1-41-16,1 3-118 0,3 2-44 0,-4-2-119 16,3 1-328-16,0-1 53 0,-2 1 47 15</inkml:trace>
  <inkml:trace contextRef="#ctx0" brushRef="#br0" timeOffset="172046.83">9857 4901 532 0,'0'0'246'0,"3"8"-47"0,-3-8 6 0,0 0-31 16,-3 4-7-16,3-4-22 0,0 7-24 0,0-7 2 15,-3 6-11-15,3-6-25 0,0 8-2 0,-3-6-6 16,3-2-23-16,-1 14-33 0,1-11-5 15,0 4-23-15,-3 0-20 0,3 1-42 0,0-1-30 16,0-1-90-16,0 6-59 0,0-5 11 16,0 2 4-16,0-3-7 0,0 4 21 0,3-1 102 15,-3-3 71-15,0 4 21 0,0-4 31 0,0 3 22 16,1-2 68-16,-1 0 14 0,3 0 16 0,-3 1-7 16,0 0 24-16,0-4-19 0,0 1 12 15,0 2-18-15,0-3-2 0,0 2 8 16,0 0-16-16,0-6 2 0,3 9-20 0,-3-6-7 0,0 4 4 15,0-1-1-15,0-6-19 0,3 9-5 16,-3-5-8-16,0 3-2 0,0-1-6 0,1 2-12 16,-1-1-18-16,2-1-31 0,-2 6-51 15,1-2-18-15,2 1-64 0,-3 2-33 0,0-1 41 16,-3 2-341-16,3 1-99 0,0-4 15 0,3 4 48 16</inkml:trace>
  <inkml:trace contextRef="#ctx0" brushRef="#br0" timeOffset="172196.93">9891 5525 604 0,'0'9'202'0,"0"-7"-8"0,0-2-9 15,0 6-19-15,0-6-15 0,3 8-18 0,-3-5-15 16,0-3-5-16,0 10-26 0,0-6-6 16,0 4-40-16,-3-5-43 0,6 5-95 0,-3-2-147 15,0 2-370-15,0 1 46 0,0-2 43 0</inkml:trace>
  <inkml:trace contextRef="#ctx0" brushRef="#br0" timeOffset="172363.36">9928 5867 724 0,'0'0'235'0,"0"6"-45"15,0-6-62-15,-3 9-59 0,3-5-84 16,-3 1-136-16,3 0-402 0,0 2 48 0</inkml:trace>
  <inkml:trace contextRef="#ctx0" brushRef="#br0" timeOffset="172564.27">9933 6060 675 0,'0'7'274'0,"0"-7"5"16,-4 4-107-16,4-4 2 0,0 7-39 15,0-7-2-15,-1 8-20 0,1-2 0 0,0-6-19 16,0 11-9-16,0-5-3 0,0-2-67 0,0 2-43 16,0 1-41-16,0 1-67 0,0 0-179 15,0 0-307-15,0 1 54 0,0 0 51 0</inkml:trace>
  <inkml:trace contextRef="#ctx0" brushRef="#br0" timeOffset="172747.06">9940 6425 1113 0,'0'0'246'0,"0"7"-29"16,0-7-20-16,-1 4-10 0,2 2-38 0,-1-6-6 15,0 8-25-15,0-4-24 0,3 2-19 0,-3-6-52 16,0 8-54-16,0-1-92 0,0 0-130 0,3-3-431 16,-3 4 90-16,3 1 19 0</inkml:trace>
  <inkml:trace contextRef="#ctx0" brushRef="#br0" timeOffset="172963.09">9983 6726 1021 0,'-3'6'338'0,"3"-6"-108"0,0 9-10 15,0-6-28-15,0 4-8 0,0-1-27 0,0-2-19 16,0 3-23-16,3 1-23 0,-3 0-20 16,0-1-29-16,0 2-53 0,0 0-8 0,1-1-41 15,-1 0-20-15,3 1-69 0,-3 1-137 0,0 3-127 16,3-2-210-16,-3 0 215 0,0 2-128 15</inkml:trace>
  <inkml:trace contextRef="#ctx0" brushRef="#br0" timeOffset="173279.84">10001 7150 924 0,'0'0'286'0,"0"7"-37"0,0-7-27 0,0 8-7 16,0-8-30-16,3 9-17 0,-3-7-19 0,0 4-6 16,0-6-38-16,3 9 0 0,-3-6-2 0,1 3-22 15,-1-2-1-15,3 2-14 0,0 1 1 0,-3-3-1 16,3 3-17-16,-2-2-3 0,2 2-15 0,0-4 0 16,-3 4-6-16,4-4 6 0,-4-3-8 15,4 8-8-15,-4-3-2 0,0-5 0 0,3 3 10 16,-3-3 5-16,3 7-2 0,-3-7-3 0,1 3 7 15,-1-3-53-15,3 6-5 0,-3-6 13 16,0 0-11-16,3 6 21 0,-3-6-10 0,0 0-3 16,0 0 3-16,0 0-1 0,3 3-27 0,-3-3-26 15,0 0-105-15,0 0-231 0,0 0-350 16,0 0 97-16,3 2 62 0,-3-2 53 0</inkml:trace>
  <inkml:trace contextRef="#ctx0" brushRef="#br0" timeOffset="177929.31">25641 964 563 0,'0'0'176'0,"0"0"-17"16,-1-4-26-16,1 4 3 0,0 0-29 0,0 0-20 15,0 0-7-15,0 0-14 0,-4-5 1 0,4 5-16 16,0 0 0-16,0 0-28 0,0 0 10 0,0 0 8 16,0 0-23-16,0 0 8 0,0 0-8 15,0 0-11-15,0 0 24 0,0 0-10 0,0 0-1 16,0 0 8-16,0 0-10 0,0 0 5 15,0 0-10-15,0 0 5 0,0 0-18 0,0 0 8 16,0 0 4-16,0 0 6 0,0 0-5 16,0 0 18-16,0 0 10 0,0 0-8 0,0 0-5 0,0 0 11 15,0 0 9-15,0 0 80 0,0 0-18 16,0 0-5-16,0 0-7 0,0 0-6 0,-6-4-3 16,6 4-27-16,0 0 12 0,0 0 0 0,0 0-12 15,0 0-3-15,0 0-19 0,0 0 19 16,0 0-10-16,0 0-26 0,0 0 21 0,0 0-11 15,0 0 8-15,0 0-8 0,0 0-15 0,0 0-3 16,0 0 3-16,0 0-5 0,0 0-5 16,0 0 2-16,0 0 13 0,0 0-26 0,0 0-9 15,0 0-19-15,0 0-28 0,0 0-38 0,0 0-70 16,0 0-122-16,-13 9-451 0,12-6 65 16,1-3 53-16,-3 4 53 0</inkml:trace>
  <inkml:trace contextRef="#ctx0" brushRef="#br0" timeOffset="178763.22">25506 973 806 0,'0'0'286'0,"-13"2"-17"15,13-2-28-15,-17 2-34 0,10 1-10 0,-1-1-28 16,-4 4-20-16,2-3 4 0,3 2-25 16,-4 1-13-16,4 0-15 0,-2 0-2 0,2 0-22 15,-1 1 1-15,2-1-13 0,2-1-15 0,1 2 2 16,0-2-5-16,2 0-18 0,1 0 3 16,0-5-8-16,4 10 13 0,-1-5-6 0,4 0 11 15,1-2-7-15,2 2-9 0,2-1 1 0,0 0-6 16,1 1-4-16,4 1 7 0,-3 0-13 0,6 0 0 15,-3 1 11-15,1-1-8 0,2 3-11 16,-3 1 3-16,1 0 5 0,1 2-2 0,-1 0 0 16,-5-2 7-16,-2 2-12 0,-1-2 15 15,0 1-80-15,-2 2 16 0,-2-3 8 0,0 2-3 16,-5-2 20-16,-2 2 9 0,-2-1 4 0,-3 1 13 16,-2 1 3-16,-2-2-13 0,-3 1 22 15,-1-3 1-15,1 1-10 0,-2-2-3 0,-1-1 85 0,2 0-16 16,0-1 0-16,0-2-2 15,1-1-16-15,0-1 0 0,2-2-22 0,-2-2-16 16,2-1-31-16,4-3-33 0,0-2-54 0,4-2-77 0,0-4-140 16,9-1-446-16,-2 0 31 0,10-5 67 15,-4 1 71-15,6-6 72 0</inkml:trace>
  <inkml:trace contextRef="#ctx0" brushRef="#br0" timeOffset="178963.06">25938 856 844 0,'0'7'241'0,"3"5"5"0,-3 1-34 15,3 1-25-15,1 4-16 0,-1 0-15 16,1 4-15-16,-1 0-20 0,4 2-6 0,-1 0-15 16,-2 1 2-16,5-2 57 0,-4 2-6 0,2 0-35 15,3-2-54-15,-3 1-82 0,3-3-123 16,-3 3-557-16,4-5-9 0,-5-1 70 0,1-4 53 15</inkml:trace>
  <inkml:trace contextRef="#ctx0" brushRef="#br0" timeOffset="179396.66">25883 1195 1026 0,'0'0'358'0,"-7"-3"-33"0,7 3-33 16,-4-3-36-16,4 3-33 0,0 0-21 0,0 0-13 0,0 0-17 16,0 0-13-16,0 0-21 0,0 0-13 15,0 0-2-15,22-1-18 0,-9-1-20 0,1-1-9 16,-1 1-76-16,5-1 0 0,1-2 16 16,-1 1-11-16,3-2-5 0,2-1 13 0,1-1 2 15,0-1-10-15,0 1-2 0,-2-2 2 16,-3 0 5-16,2 0-5 0,-1-2 0 0,-1 0 8 15,-7-1-8-15,2 2 8 0,-4 0 5 0,-1 0-13 16,-1-1 8-16,-4 3-11 0,-1 0-4 0,3 0-3 16,-5 3 10-16,-1 0-3 0,0 1-2 15,0 5 3-15,-4-6-3 0,4 6-3 0,-10-2-4 16,10 2 9-16,-17 8-4 0,10-2 12 0,1 1-5 16,-2 1-7-16,3 3-6 0,-3 2-5 0,1-1 10 15,4 2 11-15,-1 1-5 0,0-1-6 0,4-1 3 16,0 1 10-16,5 1-15 0,-2-1 10 15,6 1 6-15,1-3-1 0,2 3-18 0,7 0 8 16,-1-5-7-16,3 2-19 0,2-3-25 0,1-1-44 16,4-2-51-16,-1-1-66 0,-3-4-185 15,1 1-338-15,-3-2 21 0,-1-3 84 0,0 0 67 16</inkml:trace>
  <inkml:trace contextRef="#ctx0" brushRef="#br0" timeOffset="179830.59">26614 1028 934 0,'-6'14'307'16,"6"-4"-43"-16,0 1-14 0,3 3-37 16,-3 4-3-16,0 1-26 0,5 5-76 0,-3 4-19 15,1 4-9-15,5 1-6 0,-2 0-15 16,1 1 0-16,1 0-6 0,1-2 1 0,-2 0-3 16,-1 0-5-16,1-3-12 0,1-3-6 0,-2-3-3 15,-2-2-25-15,-1-4-12 0,3-3 1 0,-5-2-4 16,2-5-29-16,-3-2-58 0,0-5-26 0,0 0-5 15,0 0 10-15,0 0 5 0,-14-31 34 16,1 10 20-16,2-7 8 0,-9-10 35 0,0-1-5 16,2-3 47-16,-1 1 15 0,-2 0 15 15,6 1 23-15,2 6 13 0,3 7 0 0,2-2-5 16,-1 4 3-16,5 2 4 0,-2 5-7 0,3-1-13 16,3 2-20-16,0 3 0 0,3 1-3 15,0 2 0-15,2 1-13 0,0 3 10 0,2 3-14 16,4 1 1-16,-1 3-7 0,2 0 3 0,0 4-11 15,-2 1 19-15,4 2-24 0,-1 2 10 0,1 1 11 16,-4 1-5-16,0 2-8 0,-3 1-18 16,2-2 17-16,-7 3 7 0,1-1 6 0,0 0-9 15,-3-1-14-15,-3 2 22 0,0-1-6 0,1 3 0 16,-3-4-8-16,-1 1 0 0,-2-2 65 16,1 1 2-16,0-1-24 0,-3-3-27 0,3-1-21 15,3-1-89-15,-5-3-228 0,5-2-489 0,-3-2 25 16,7 0 103-16,-7-8 72 0,4-1 56 15</inkml:trace>
  <inkml:trace contextRef="#ctx0" brushRef="#br0" timeOffset="180212.16">27024 896 1023 0,'-3'-2'356'0,"0"-1"-51"0,3 3-26 16,-10 0-18-16,10 0-28 0,-13 9-28 15,5-2-16-15,1 5-15 0,-3 0-20 0,2 1-24 16,-1 1-12-16,2 1-8 0,1 1-10 0,-1 0-5 16,2-1-8-16,2 0-11 0,0-2-17 15,0 0-8-15,3-1 6 0,0 0-1 0,0-1-12 16,3 0-1-16,4-2 8 0,0-2-2 0,0-2-13 15,3 0 0-15,4-2-1 0,-1-3 6 16,2-1-15-16,4-2-8 0,-4-2 0 0,4-1 5 16,-4-2 10-16,1-3-12 0,2-2 4 0,-8-1-4 15,1 0-6-15,0-1 5 0,-6 1-12 0,1 1 20 16,-5 1-15-16,-1 0-5 0,0 0 7 16,-4 4 3-16,-2-1-13 0,-4 3-12 0,-5 1-14 15,-1 3-43-15,-1 2-79 0,-5 3-118 0,-1 4-599 16,-4 1 33-16,-4 4 120 0,-3 0 73 15,3 0 70-15,-17 6 29 0</inkml:trace>
  <inkml:trace contextRef="#ctx0" brushRef="#br0" timeOffset="180513.16">25675 1913 1059 0,'-4'6'361'16,"0"-4"-38"-16,4-2-34 0,-3 4-28 0,3-4-20 15,0 0-19-15,8 5-9 0,-8-5-24 16,22 0-12-16,-1-2-11 0,7-1-15 0,6-2-25 16,21-5-85-16,3-4-6 0,7 1 4 15,13-4-14-15,7-3 1 0,1 4 2 0,0-1 11 16,-1-2 4-16,0 1-10 0,-2 3-2 0,2-1-8 15,-3 2 3-15,-13 4-3 0,-4 0-21 0,-3 1-7 16,-6 2-28-16,-11 0-39 0,-10 4-125 0,-11 3-276 16,-3-2-329-16,-5 2 58 0,-9-1 111 15,-1 0 57-15,-6 1 41 0</inkml:trace>
  <inkml:trace contextRef="#ctx0" brushRef="#br0" timeOffset="180829.57">25924 2114 1059 0,'-6'3'305'0,"1"-1"-29"16,5-2-30-16,-6 2-18 0,6-2-11 0,0 0-25 15,24-5-23-15,-3 0-5 0,12-3-15 0,15-6-16 16,10 1-13-16,7-2-15 0,18-7 2 0,2 3-22 15,-3 0-1-15,0 1 3 0,4 1-5 0,1 1-25 16,-7-1-9-16,-8 5 14 0,-7 2-9 16,0 1-6-16,-2-1-19 0,-6 3 23 0,-13 0-8 15,-4 4-2-15,-12-1 8 0,-1-1-16 0,-3 2-7 16,-6 3 20-16,1-3-23 0,-4 0-5 16,-2 2 5-16,-3 0 5 0,-2 1-7 0,-2 0-39 15,-6 0-44-15,0 0-148 0,0 0-596 0,0 0-11 16,-27 6 67-16,14-7 144 0,0-2 12 15,-5 1 72-15</inkml:trace>
  <inkml:trace contextRef="#ctx0" brushRef="#br0" timeOffset="181512.83">28632 923 906 0,'-8'-3'361'0,"2"0"-39"0,-1 2-30 15,-3-1-23-15,10 2-29 0,-21 2-30 0,11 3 0 0,-4 1-21 16,1 3-30-16,-1 1-13 0,0 4-15 16,0 1-9-16,1 1-11 0,3 0-7 0,-4 0-22 15,4 2-7-15,3-3 1 0,0 0-4 0,3 2-8 16,1-2-18-16,0-1 0 0,3 1 3 0,3-1-11 16,-3-2 3-16,6 3-8 0,-1-2-2 15,5 1-3-15,0-1 11 0,1-5-11 0,5 2 10 16,2-3-7-16,-2 1-72 0,5-3 3 15,3 0-6-15,2-4-12 0,-4 0-16 0,2-2-15 16,3-1-36-16,1-2-53 0,-4-1-226 0,6-3-397 16,-3-3 44-16,-3-3 92 0,0-3 54 0,-6-3 79 15</inkml:trace>
  <inkml:trace contextRef="#ctx0" brushRef="#br0" timeOffset="182978.93">28847 702 962 0,'0'0'284'16,"-7"11"-23"-16,7-4-13 0,0 4-30 0,0 3-11 16,4 4-22-16,-1 2-14 0,0 5-17 15,1 2-16-15,4 4-8 0,-3-1-17 0,6 2-16 16,-5-2 3-16,1 1-20 0,0 0-9 0,2-1-4 16,-4-5-1-16,1-2-7 0,-2 0 5 0,2-2-23 15,-2-3-2-15,0-2-4 0,1-1 17 16,-4-4-14-16,0 0 8 0,2-1 31 0,0-2-8 15,-3-3-5-15,0-5-18 0,0 0 5 0,0 0-18 16,0 0 3-16,0 0-8 0,-3-26 1 0,3 12 1 16,-3-2 6-16,3-1-10 0,0-1 2 15,0-1-10-15,0 4 10 0,3 0-10 0,-3 2-3 16,0 1-4-16,3 1-11 0,0 1 5 0,-2 2-5 16,2 2-5-16,0 3 7 0,1 1 8 0,-4 2-12 15,0 0 7-15,24 7 5 0,-13-3-10 16,-1 2 5-16,0 3-12 0,4 0 9 0,-1-2 3 15,1 2-15-15,1 1 10 0,-3-2 0 0,2 0 5 16,-1 0-5-16,4-1 8 0,-3-2-3 16,5-1-8-16,-4 0 6 0,2-2 7 0,-3-2-2 15,6 0 0-15,-5-3-3 0,3-1-8 0,-5-1 3 16,3-1-5-16,-2-1 15 0,-4 2-2 0,0 0-11 16,-3 2 11-16,3-1-13 0,-3 2 2 15,0-3-2-15,-4 4 5 0,-3 1-5 0,11 0 3 16,-11 0-14-16,7 8 26 0,-4-2-15 0,3 0 3 15,-5 2 2-15,2-1 2 0,2 2-4 0,-2 0 2 16,3 0-5-16,-3-1-3 0,1 0 0 0,2-1 6 16,-2 1 9-16,3-1 1 0,-3 0-11 15,2-2 1-15,-2-2 2 0,2 1 2 0,1-1 4 16,0-2 6-16,-7-1-12 0,12-1 0 0,-12 1 11 16,10-5-1-16,-8 0 0 15,2-1-7-15,-1-2-6 0,-3-3 6 0,0-1-1 0,-3-1 11 16,-3-4-8-16,-2-2 5 0,-2 1-4 0,-1-1 4 15,1 0 3-15,0 2-1 0,3 2 1 16,-2 2-8-16,1-2 3 0,1 5 0 0,1-1 2 16,1 3-8-16,-1 0 6 0,4 0-18 0,-3 1 0 15,2 2 15-15,3 0 0 0,0-1-5 0,3 1-3 16,2 0 11-16,0-1-11 0,3 2-2 0,2-1-2 16,1 0 2-16,1 0 7 0,-1 1-2 15,-1 1-18-15,4 3 18 0,-1-2-13 0,-2 2 1 16,2 2 4-16,0 2 0 0,0 2 6 0,-1 3-3 15,1 1-8-15,-2 1 15 0,-1 2-7 0,1 1 5 16,1 2 3-16,-2-2-6 0,0 1-2 16,-2 2 8-16,2-2 2 0,-2-1 10 15,2 1-12-15,-1-3-11 0,-2 1 0 0,4-1 1 0,-1 0 7 16,-3-3 5-16,4-1-8 0,-2-2 8 16,-2 0-5-16,4-1 3 0,-4-3 2 0,3-2-2 15,0 0-11-15,-10 0 0 0,14-4-7 0,-6 0-8 16,-6-4 10-16,1-3-15 0,-3-2 5 0,0-4 13 15,-4-1-16-15,-5-2 18 0,2-1 3 16,-7-1-3-16,1-1 11 0,0 4 7 0,-2 1-10 16,-2 3-2-16,5 2 9 0,-4 1 9 0,0 0-11 15,1 7 3-15,-1 0-6 0,2 1 1 0,2 4 2 16,0 0-5-16,-2 3 2 0,1 0 6 0,2 3 0 16,4-2-1-16,-2 3-7 0,2 1 3 15,4-1 2-15,0 0 5 0,-2-1-10 0,5 2 0 16,3-1 5-16,-1-2 1 0,1 3-9 15,6-3 11-15,-2-1-6 0,7-1 6 0,-2-1-3 16,0-1 18-16,5-1-15 0,0-3-3 0,4 0-5 16,1-3 8-16,1 0-1 0,0-2 9 0,1-3-11 15,0 0-5-15,-3-1 0 0,-1-2-8 16,1 0-5-16,-5-3 11 0,1 3-6 0,-6-2 3 16,3 0 2-16,-4 4 1 0,-1-1 9 0,-1 1 1 15,-1 4-13-15,1-1 0 0,-6 2-11 16,6 1 1-16,-5 3 5 0,-3 3 0 0,9-2-3 15,-9 2 5-15,7 10 0 0,0-2 3 0,2 4-2 16,-4 1 4-16,5 7-5 0,0 0 8 0,1 2 3 16,-2 2-3-16,2 1 3 0,-1-1 2 0,-3-2-3 15,0 2-4-15,-1-1 17 0,-1-2-12 16,-2 0-9-16,-3-2 9 0,-3 0-6 0,0-3 3 16,-5 1 8-16,1-2 2 0,-1-1 1 0,-2-3-6 15,-1-1 15-15,0-2-7 0,0-1 2 16,1-3-4-16,3-3-4 0,-7-1 1 0,4-2-3 15,0-1 5-15,2 0-7 0,1-2 5 0,-2-1 2 16,5 0 3-16,-2-1-6 0,2 1 6 0,3-1-10 16,2-1 12-16,3-1-18 0,2 1 1 15,1-4 4-15,3 0 4 0,4 1-6 0,3-1 7 16,2-2-2-16,-4 0 1 0,9-3-1 0,0 1 2 16,-3-1-2-16,2 0-12 0,-5 3 12 0,2 1 3 15,-3-3 4-15,1 1-9 0,-5 2-1 16,1 1 1-16,-4 1 5 0,-3 0 15 0,4 3-16 15,-5 1-7-15,1 0-7 0,1 1-3 0,-6 1 10 16,5 4-6-16,-7 1 4 0,0 0-1 0,0 0 8 16,2 14-7-16,-4-2 4 0,-2 0-4 15,1 1-3-15,2 2-6 0,-2 3 11 0,0-2-7 16,3 2 4-16,0-1 6 0,0 2-1 0,5-2 3 16,-3 1 3-16,5-1-8 0,-3 0-5 15,4-1-31-15,0 1-20 0,3-4-39 0,-1 0-43 16,0-1-105-16,4-3-308 0,1 0-291 0,1-5 100 15,-3 0 74-15,4-1 51 0,-6-2 72 0</inkml:trace>
  <inkml:trace contextRef="#ctx0" brushRef="#br0" timeOffset="184395.39">30896 655 1167 0,'-8'-3'335'0,"8"3"-41"0,-12 0-27 15,-1 4-24-15,3 0-21 0,-1 2-37 0,-2 1-11 16,2 2-23-16,-2 0 8 0,0 1-24 16,6 0-27-16,-3 2 4 0,3 1-22 0,2-1-6 15,0 3 6-15,5-3-23 0,0 2-14 0,5 3 9 16,0 0-19-16,2 2 8 0,7 0-17 0,-1 0 4 15,4-3-5-15,-3 5 3 0,7 0 0 0,-2-2-10 16,-4-3-11-16,5 0 11 0,-6 1-16 16,-1-2 3-16,1 0 7 0,-4-3 3 0,1 3-10 15,-1-5 0-15,-3 3 0 0,-1-3-1 16,-1-1-1-16,-2-1 1 0,-3 0-1 0,0 1 4 16,0-3 3-16,-3 0 5 0,3-2 18 0,-5 1-5 15,2-1-26-15,3-4 13 0,-10 2-3 16,10-2 4-16,0 0-1 0,-15-6 2 0,9 1-4 0,3 0 7 15,-1-3-10-15,1 1-8 0,3-2 8 0,0-1-8 16,3-2-2-16,1-2 7 16,2-3-10-16,2 3-2 0,2-4 10 0,0 2 2 0,4 0-20 15,1-1 13-15,-2 1-8 0,0 2 2 16,0 2 1-16,-2 1 2 0,2 1 0 0,1 0-5 16,-4 1-10-16,-3 4-11 0,4-2 16 0,-4 6-8 15,2-1-2-15,-2 2 5 0,-7 0 10 0,11 6 0 16,-5 0-5-16,-2 3 2 0,2 1 8 15,-5-1-10-15,2 1 13 0,0 0-24 0,4 2 4 16,-6-1 9-16,2 0 16 0,3 0-21 0,-5-1 11 16,5 0 2-16,-2 0 8 0,-1-1-16 0,4-1 0 15,-3-1 3-15,-1-2 0 0,3 1-7 16,-2-2 7-16,2-1-3 0,-1 0-2 0,-5-3 5 16,7 0 8-16,-7 0-11 0,0 0 3 0,13-6-2 15,-13 1-1-15,0-2-10 0,0 7 11 16,0-12-6-16,-3 6 5 0,3-3 3 0,-4 4 3 15,-2-3-23-15,2 1 25 0,-3 0-13 0,0-1 16 16,0 2-6-16,-2-1 14 0,1 1 7 0,-2 0-18 16,5 1 2-16,-4-1 14 0,-1 0-6 15,6 0 8-15,-2 1-15 0,2 0 10 0,-2 0 5 16,3 1-18-16,1-2 13 0,-1-1 2 0,0 1-7 16,3-2-10-16,3 2 17 0,1-2-17 0,0 1-6 15,1-1 19-15,0 1-14 0,2-1 1 16,-1 1 2-16,5 2-5 0,-4 0-3 0,6 1 3 15,-2 0 5-15,-1 2-10 0,4 2-5 0,-1 0 8 16,0 2-4-16,2 1 4 0,1 3 4 16,1 1 4-16,-3 2-6 0,0 1-6 0,3 3 12 15,-3-1-6-15,-1 1 0 0,-2 1 10 16,-1-1-8-16,-3 2 1 0,2-3 2 0,-4 1 0 0,-2-1 3 16,1-1-13-16,-4-1 5 0,3 0 2 0,-3-2 16 15,0-1-20-15,0 2 7 0,0-3-5 16,-3 0 2-16,3-6 1 0,-1 8-1 0,1-8 6 15,-6 2 2-15,6-2-12 0,0 0-3 0,-8-13 5 16,5 5-8-16,0-3 0 0,3-2-10 16,0 0 13-16,-1-5-10 0,1 5 5 0,1-4 2 15,-1 6-2-15,3-3-26 0,0 3 33 0,1-1-15 16,0 2 8-16,2 2-3 0,-2-1-7 0,-1 4 5 16,4 2 2-16,2 0 8 0,-4 1-3 15,-5 2-5-15,16 5 11 0,-8-1 2 0,2 2 7 16,-3 1-7-16,2 1 0 0,-1-1 3 0,-4 1-16 15,5 0 21-15,-5 1-19 0,2-3 1 16,-1 1 13-16,-2-1 2 0,0 1-15 0,0-3 17 16,1 1-2-16,-4 0 19 0,3-2-4 0,-3-3-2 15,4 6 15-15,-4-6-15 0,0 0 3 0,0 0-14 16,0 0 9-16,6-12-11 0,-6 5 13 16,4-4-18-16,-2-1 7 0,-1-1-4 0,3-3-16 15,-1 0 16-15,1 1-6 0,-1 1 3 0,3 2-8 16,-2 1 8-16,0 1-5 0,1 0-5 15,-3 3-5-15,4 0 7 0,-2 3-2 0,2 0-6 16,-2 4 11-16,-4 0 10 0,17 0-15 0,-10 1 5 16,4 2 2-16,-1 1-2 0,0 1 0 0,4 0 0 15,-4-1 10-15,3 0 0 0,-2 2-5 16,2-1 3-16,4 0-3 0,-3-3 8 0,0 2-11 0,2-2 11 16,-1-1 2-16,1-1-13 0,-1 0 11 15,1-1 7-15,2-2-12 0,-5 0 5 0,4-2-11 16,-3-1 8-16,0-1-7 0,-1 0 4 0,1-4 11 15,-4 1-16-15,-3-1 1 0,0-3-8 16,0 1 7-16,-1 1 6 0,-5 2-1 0,2 0-15 16,-3 2 1-16,0 1-1 0,-3 2 10 0,3 5 3 15,-7-4 5-15,7 4-5 0,-17 4 6 16,7 2 4-16,-1 2-5 0,4 3 10 0,0 3-5 16,1 1 8-16,1 1-15 0,-1 3 5 0,3-1 15 15,3 0-23-15,3 3-3 0,3 1 16 16,-1 2-3-16,2-4-10 0,2-1 10 0,2 0-2 15,1-2 10-15,0-3-13 0,2 0 18 0,-1-3-10 16,1-2 2-16,2-3-22 0,-1 0-57 0,-5-3-62 16,0-1-230-16,1-2-534 0,-3-1 35 15,-8 1 97-15,2-8 85 0,-6-1 76 0,-6-5 47 16</inkml:trace>
  <inkml:trace contextRef="#ctx0" brushRef="#br0" timeOffset="185261.84">28556 1983 711 0,'-3'-5'243'0,"3"5"-38"0,0 0-3 16,0 0-12-16,0 0-19 0,0 0-22 0,0 0-21 15,9 22 2-15,-4-12-20 0,2 3-15 0,2 2 69 16,-2 3-13-16,4 1-21 0,-4-2-12 0,3 2-13 16,0 0-8-16,-3-1-15 0,3-3-5 15,-3 0-3-15,0-1-15 0,-3-1 5 0,2-2-15 16,0-1 7-16,-2 0 18 0,1-2-20 16,-3-1 30-16,2 0 4 0,-4-2-12 0,0-2-7 15,0-3 11-15,0 0-11 0,0 0-15 0,0 0-6 16,0 0 1-16,-15-14-6 0,9 6 6 15,-1-3-11-15,-3-2-4 0,0-2-6 0,3-1-3 0,-4-2 16 16,1 3-15-16,2-3 23 0,-1 3-14 16,-1 0-6-16,3 2-4 0,1-2-15 0,-1 1 14 15,3 3 14-15,2 0 3 0,-3 0-10 0,2-1 4 16,3 2-19-16,0 0 9 0,0 0-2 0,3 0 0 16,3-1-7-16,-1 1 2 0,5 0 2 15,0 1-7-15,4-1-8 0,-1 2 8 0,5 1-13 16,1-1 2-16,-1 3-17 0,3 0-8 0,-4 1-5 15,3 1-41-15,-3 0-31 0,3 3-23 16,-6-2-48-16,3 2-32 0,-3 2-132 0,0-1-410 16,-1 1-66-16,-2 1 104 0,-1-1 55 0,0 0 55 15</inkml:trace>
  <inkml:trace contextRef="#ctx0" brushRef="#br0" timeOffset="185684.34">29040 1902 847 0,'0'0'350'0,"5"-2"-35"0,-5 2-31 0,0 0-12 16,0 0-32-16,0 0-30 0,0 0-18 15,-7 14-15-15,1-5-75 0,-2 1-25 0,2 3-5 16,-4 2 4-16,3 1-1 0,-4 2-16 0,4 0-6 16,-2 2-14-16,2-3-1 0,2-1 6 15,-1 1-6-15,3 0-7 0,1-1-11 0,-3 1 3 16,5-4 8-16,3-1-8 0,-1 0 10 0,0-1-15 15,4-3 0-15,-2-1-3 0,7 0-7 0,-2-2 8 16,3-2 12-16,0-1-23 0,-1-4 0 16,3 1 10-16,-1-3 1 0,-3-4-16 0,4-1 10 15,-4-2-13-15,1-1 14 0,-4-2-1 16,-1-2-10-16,-3-1 13 0,-2-1-19 0,-1 0 24 16,3 4 5-16,-6 0-15 0,3 1 20 0,0 2-2 15,0 0-3-15,0 2 2 0,0 1-14 0,-1 3 2 16,-2 2-11-16,3 3 1 0,0 0 9 15,0 0-4-15,0 0-3 0,-13 15-10 0,9-9 20 16,4 3-12-16,-1-1 15 0,1 3-23 0,0 1 5 16,1-1 8-16,6 2-8 0,-3-1-6 0,2 2 12 15,4-1-9-15,1-1-18 0,-1-1 4 16,7-1-22-16,-3 1-25 0,3-4-100 0,0-1-53 16,4-2-70-16,-5-1-284 0,2-3-168 0,-2-3 81 15,2-1 59-15,-5-2 59 0</inkml:trace>
  <inkml:trace contextRef="#ctx0" brushRef="#br0" timeOffset="186012.04">29414 1956 847 0,'0'0'274'15,"0"0"-18"-15,0 0-21 0,0 0-22 0,0 25-27 16,0-15-24-16,0 2-70 0,-3 1-23 0,3 1-3 16,3 0-12-16,-3 0-3 0,0-1-7 15,0-1 5-15,-3 1-1 0,3-1-27 0,0-4 12 16,0 1 28-16,0-3-2 0,0 1 28 15,0 0 16-15,0-2-21 0,0-5-16 0,-3 5 21 0,3-5-20 16,0 0-8-16,0 0 71 0,-7-16-20 16,4 7 0-16,2-2-10 0,-3-5-28 0,1 1 7 15,3-4-17-15,-3 0 4 0,3 0-12 0,0 1 2 16,0 0-12-16,3 4-6 0,-3 0-2 16,3 2-10-16,1 2 2 0,-3 1-23 0,5 3 20 15,-2 1 1-15,2 3-6 0,-6 2-12 0,16 3 8 16,-8 2-6-16,-1 2 10 0,7 1-12 15,-1 4 0-15,1 1-21 0,0 1-20 0,4 2-29 16,-2 2-12-16,1-2-46 0,-3 0-39 0,7 3-79 16,-5-3-146-16,5-2-417 0,-1-1 81 0,-1-5 63 15,-3 1 58-15,2-4 64 0</inkml:trace>
  <inkml:trace contextRef="#ctx0" brushRef="#br0" timeOffset="186429.07">29897 1898 970 0,'-4'-2'330'0,"4"2"-23"0,-14 0-23 16,14 0-36-16,-14 6-97 0,1 3 3 0,3 0-8 15,-1 2-18-15,0 2-26 0,-1-1 1 0,2 5-14 16,-1-1-9-16,4 1-11 0,2-2-13 0,-3 2 8 16,4-3-13-16,0 1-2 0,4-1 2 15,-3-1-7-15,3-2-14 0,3 0 1 0,0 0 0 16,-2-3 5-16,6-1-6 0,-1-3 1 0,1 0 0 15,0-3-11-15,4-1-7 0,-1-3-5 16,0-1-3-16,4-4-15 0,-4-2-6 0,4-2-9 16,-7-1-4-16,3-5 17 0,-4-2-4 0,-2-4-2 15,0 1 3-15,-4-4 0 0,0-1 10 16,0-2-6-16,-4-5 4 0,2 0-1 0,-3 0 3 16,1 1 12-16,-2 6 19 0,3 2-11 0,1 2 29 15,-3 5-16-15,1 1-5 0,1 4 0 0,3 1-13 16,-4 2 6-16,4 7-6 0,0 4-2 15,0 0-1-15,0 0 4 0,0 0-4 0,-6 25 14 16,9-8-21-16,-3 2 13 0,3 1-11 0,0 5 13 16,-2 1-9-16,6 2-1 0,-1 2 2 15,1 0-7-15,0 1-38 0,0-1 7 0,4 0-30 16,1-1-34-16,0-3-97 0,1-6-192 0,4 3-381 16,0-7 89-16,1-5 34 0,-2-1 73 15</inkml:trace>
  <inkml:trace contextRef="#ctx0" brushRef="#br0" timeOffset="187228.84">30259 1902 1054 0,'0'0'300'16,"-7"17"-32"-16,6-10-27 0,-2 0-11 16,0 4-35-16,0-2-93 0,3 1 3 0,-1 2-10 15,1-2-13-15,0 0-13 0,0 0 3 0,1 1-14 16,2-1-4-16,-3-3-3 0,6 2 1 15,-2-1-4-15,0-2-4 0,2-2 7 0,-2-1-10 16,3-2-8-16,-1 1 13 0,-6-2-12 0,0 0-1 16,15-6-18-16,-9 1 3 0,-1-2 10 0,-4-2-20 15,0 0 2-15,-2-1 8 0,0-2-18 16,-4 2 21-16,2 0 2 0,-1-1 0 0,-6-2 7 16,3 1-9-16,3 1 30 0,-5-2-5 0,2 2 3 15,-1 0 4-15,-1 1-6 0,5 2-9 16,-2-2-2-16,2 3-8 0,0-1 8 0,1 1-3 15,1 1-2-15,2 0-6 0,0 0-14 0,1 0 9 16,-1 6-2-16,8-6-8 0,-4 5 3 0,-4 1-21 16,13 1 16-16,-13-1 2 0,19 7-5 15,-11-1-2-15,2 3-3 0,1 1-8 0,-1 3 11 16,0-2-3-16,1 3-10 0,-1 0 76 0,3 2-4 16,-5 0-6-16,2 0-13 0,-1-3 11 15,-1 4-15-15,-1-4-4 0,-1 0-1 0,-2 0-9 16,-1-2-2-16,0-1-5 0,1 0-2 0,-4-4 4 15,4 1 11-15,-4-1-11 0,3-2 3 0,-3-4 5 16,0 0 1-16,0 0-14 0,0 0 0 16,0 0-7-16,-11-12 7 0,5 1-10 0,5-1-2 15,-2-1-6-15,0-3 11 0,-3 1-8 0,6 1 3 16,-1-1 7-16,1 2-13 0,0-1 1 16,0 4-6-16,0 0 0 0,1 0 3 0,2 4-2 15,0-2-9-15,0 4 9 0,1 1-1 0,-4 3-2 16,10 0 10-16,-10 0-16 0,11 5 21 0,-2 1-7 15,-2 1-3-15,1 1 7 0,0 1-2 0,-3-1-7 16,1 0-1-16,-2 2 3 0,2 0 0 0,-1-1 2 16,-2-1 6-16,0 0-8 0,0-1 2 15,-2 0 3-15,-1-2 8 0,3 1 15 0,0-2-16 16,-3-4 6-16,0 7-5 0,0-7 12 0,0 0-7 16,0 0 8-16,0 0-3 0,0 0-13 15,-13-14 0-15,10 7-5 0,0-4 10 0,-2-3 0 16,-1-3 1-16,6 1-9 0,-2-2-4 0,2 1 9 15,-2-1 11-15,2 1-18 0,-3 3 3 16,3 2 2-16,0 1-8 0,0 0 8 0,0 2 1 16,3 2-17-16,0 3-1 0,-2 0 14 0,-1 4-12 15,11 0 10-15,-11 0 0 0,13 8 2 0,-4-1 1 16,2 3-8-16,-1 1 13 0,2 2-11 16,0 2 3-16,-1 0-8 0,3 2 8 0,-1 1 11 15,-3 1-4-15,4 0-30 0,2 4-49 0,-4-1-32 16,1-4-78-16,0 3-207 0,4-2-466 0,-2-3 51 15,1-2 92-15,-1-5 78 0,-2-1 65 16,0-5 60-16</inkml:trace>
  <inkml:trace contextRef="#ctx0" brushRef="#br0" timeOffset="187961.83">31106 1666 957 0,'2'10'297'0,"0"2"-49"15,-2 1-10-15,3 3-25 0,2 2-16 0,-3 0-28 16,2 0-11-16,2 2-30 0,-2 2 8 0,5-2-23 16,-5 0-11-16,4-2 5 0,0-1-20 15,-3 0-7-15,2-3-16 0,-1 0 5 0,2-2-18 16,0-1 57-16,-3-4-1 0,2 1-10 0,0-2 6 15,-3-2-16-15,2-2-8 0,-6-2-7 16,15-2-13-16,-9-2-3 0,-1-2-5 0,-3-1-2 16,1-2-13-16,0-4-13 0,-3-1 18 0,0-3-5 15,-3 0-1-15,3-2 4 0,-3 0 12 0,2 1-18 16,-2 1 0-16,0 2 8 0,-1 3-18 16,3-1 8-16,0 2 13 0,-1 1-14 0,-1 0 4 15,3 1-11-15,3 0 2 0,-1 2-2 0,0-2 8 16,7 3-5-16,-4-2-8 0,5 2-8 0,4-2 0 15,-1 2 3-15,2 0 0 0,1 0 2 16,2 0-5-16,3 0-7 0,-2 1 15 0,2 0-11 16,-1 1 11-16,1-2 0 0,0 1-10 0,-1 0 2 15,0 0-5-15,-2 2 0 0,0-1 6 0,-2 1-6 16,-6-2-5-16,3 3-10 0,-5 1-8 16,2-1-3-16,-10 2 21 0,10 2 3 0,-7 1-1 15,1 2-9-15,-4 3 1 0,-4 2 1 0,1 0 5 16,-4 4-10-16,2 1 15 0,-3 0-2 15,0 1-1-15,1-1-4 0,1 1 2 0,1-2 2 16,-3 3-2-16,3-3-5 0,2 1 5 0,0-2 3 16,2-1-3-16,0 1 0 0,-1-4-5 0,2 2-6 15,2-3 4-15,0 1 9 0,1-3 16 0,4-1-20 16,-3-1 2-16,3-1-8 0,2-2 0 16,-2-1 1-16,-7 0 9 0,18-5-2 0,-8 0 0 15,0-2-13-15,-3-4 6 0,3-1 7 16,-3-3-5-16,2-3-8 0,-4-1 0 0,1-4 3 15,-2 7 5-15,-1-3-13 0,0 4 18 0,1 1 7 16,-3 3-1-16,-1 0-9 0,3-1-7 16,0 6-1-16,-3 0 9 0,2 3-11 0,-2 3 5 15,0 0 3-15,0 0 0 0,0 0 8 0,0 0-1 16,2 20-20-16,1-10 13 0,-3-2 10 16,5 2-2-16,-3-2 2 0,1 4-41 0,4-2-28 15,-3 0-23-15,-1 0-59 0,4-2-122 0,1 1-582 16,1 0 31-16,-2-3 89 0,1 0 67 0,-3-4 82 15,2-2 38-15</inkml:trace>
  <inkml:trace contextRef="#ctx0" brushRef="#br0" timeOffset="188578.66">31824 1396 606 0,'0'12'266'0,"3"1"-15"0,0 4-23 16,-1 3-21-16,1 3-12 0,0 2-24 0,3 1-17 16,-2 5-21-16,3-5-8 0,0 5-4 15,-3-6-11-15,6 5-13 0,-4-5-12 0,1-2 9 16,3 0-14-16,-1-2-16 0,-1-2 0 0,0 0-8 16,1-5-5-16,0-2-2 0,-4-1 5 15,3 0-6-15,2-4-15 0,-4-3-4 0,4-1-9 16,1-1-5-16,-4-4-9 0,3-2-1 0,0-3-23 15,-3-3 15-15,0-1-25 0,-1-5-3 16,-2-7 21-16,3 2-21 0,-3-3 13 0,-1-2 1 16,0 1 6-16,3 0-7 0,-5 5 39 0,2 0-6 15,-3 4 18-15,3 0-4 0,0 4-11 16,-2 1 5-16,-1 2 0 0,1 1 0 0,-1 5-13 16,0 3 0-16,0 0 11 0,0 0-9 0,0 0 9 15,0 17 7-15,0-6-18 0,0 2 21 16,3 0-13-16,-3 4-10 0,3 0 12 0,0 1-5 15,-2-1 3-15,5 1 5 0,-3 0-20 0,1-2 5 16,-1 0 15-16,4-1-8 0,-3-1 6 0,2 0-9 16,-2-2-4-16,3-2 0 0,2-3-1 15,-4 1-12-15,4-3 5 0,-2-2 0 0,1-1-5 16,-1-2-10-16,-7 0-11 0,16-6 3 0,-8-1-23 16,0-2 10-16,-3-4-2 0,2-4 10 15,-1-1 7-15,-1 0 1 0,-2 0-3 0,0-1 2 16,3 1 24-16,-5 2 20 0,2 1 13 0,0 3-1 15,-1 1-17-15,-1 2 3 0,0 1-6 0,-1 2 1 16,0 2 4-16,0 4 3 0,0 0-5 16,0 0 0-16,0 0-5 0,0 0-8 0,-1 21 10 15,1-11-5-15,0 2-10 0,0-1 13 16,1 3 8-16,-1-1-19 0,3 2 3 0,-3-2 3 16,6 2 5-16,-5 0-21 0,0 0-17 0,5-1-14 15,-3-1-91-15,-2-1-83 0,5-1-547 0,-1-2 38 16,1-1 64-16,1-4 70 0,-4-1 47 15</inkml:trace>
  <inkml:trace contextRef="#ctx0" brushRef="#br0" timeOffset="188962.05">32504 1795 1172 0,'6'-6'333'0,"-4"2"-16"0,4-1-41 16,-3-2-22-16,1 1-31 0,1-1-24 0,-3-1-20 15,5 1-5-15,-3-3-20 0,2 1-16 0,-1 0-15 16,-3-2-10-16,4 0-8 0,-3-1-16 16,-2 0-2-16,3 2-76 0,-1-1 1 0,-1 0-7 15,-1 4 18-15,-1-2-2 0,1 2-11 16,-1 1-2-16,0 1 0 0,0 5 4 0,-1-9-4 16,1 9 0-16,-6-1 20 0,6 1-13 0,0 0-5 15,-14 8 6-15,7-1-6 0,1 0 3 16,-2 3-8-16,4 1 15 0,-2 2-4 0,2 0-8 15,-2 3 2-15,3-1-8 0,3-2 19 0,-1 0-19 16,1 5 3-16,0-4 6 0,1 0-16 0,-1 0 10 16,6 0 0-16,-3-2-5 0,1 0 13 0,3 0-1 15,3-1 11-15,2-2-17 0,-2 0 1 16,3-3 1-16,0-1 0 0,4-1 20 0,-3-1-18 16,3-3-2-16,-1 0 4 0,-1-1-17 0,3-3-25 15,-2 1-19-15,-1-3-46 0,-3 0-43 16,-5 0-133-16,3 0-520 0,-5 1 31 0,-2-1 74 15,-3-1 53-15,-3 0 88 0</inkml:trace>
  <inkml:trace contextRef="#ctx0" brushRef="#br0" timeOffset="191077.83">28686 2846 1072 0,'-2'-5'299'0,"2"5"-30"0,0 0-31 16,0 0-30-16,0 0-11 0,0 0-21 0,0 0-22 16,-15 17-11-16,12-6 1 0,0-2-32 0,-1 2 3 15,4 2-12-15,-4-2-14 0,4 3-9 0,0-2-21 16,0 1 7-16,4-1-12 0,-1 0-3 15,-2 0-12-15,2 0 1 0,5-2-4 0,-6 0 0 16,7-3-3-16,-1 1 11 0,2-2-8 0,-3-1-3 16,7-1-2-16,-4-2-1 0,3-2 1 0,-2 0-15 15,2-2 22-15,0-2-18 0,-5 2 3 16,2-4 3-16,-3 1-3 0,3-3-10 0,-6-3 7 16,2 3-9-16,-5-3-1 0,-1-1-8 0,0-1 16 15,0-1-10-15,-4-1 18 0,-2 1-29 16,4 1 8-16,-7 3 5 0,5 1-4 0,-2 0-4 15,-1 1-2-15,-1 1 15 0,-2 5-17 0,1 0-6 16,2 2 11-16,7 0-11 0,-18 4 6 16,9 3-1-16,2-2-2 0,3 1 7 0,0 1-2 15,1 1-5-15,3-1 5 0,3 1-7 0,2-1 4 16,1 0 8-16,1-2 0 0,3-1-7 0,1 0 4 16,2 0-4-16,3-3-1 0,-1-1 13 0,4 0 8 15,-1-1-20-15,3-3-1 0,3-3 8 16,3 1 6-16,-3-2-6 0,0-1 0 0,0-1-5 15,0 0 13-15,-4-1-6 0,-2 1 1 16,-1-4-5-16,0-1-9 0,-7 5 14 0,0-5-10 16,-3 2 7-16,-3-1-13 0,-4-1 11 0,0 2 2 15,0-1 0-15,-1 1 8 0,-2 2-11 0,0 2 6 16,0 0-16-16,2 1 11 0,-2 2-3 0,0 4-3 16,3 2-2-16,0 0 8 0,-15 8-1 15,12 1-2-15,0 3-2 0,0 3 4 0,3 5-7 16,0 1 0-16,6 6 2 0,1 5 6 0,7 13 12 15,0-1-7-15,3 0 0 0,-1 4-6 16,2-1 3-16,-1 0 0 0,0-2 13 0,0 0-13 16,3-2-5-16,-5 0 3 0,-2-7 2 0,-3-2 3 15,1-5-6-15,-1 3 9 0,-2-1 4 16,-3-6-7-16,1 0 7 0,-4-1-2 0,1-7-11 16,0 1-20-16,-3-3-38 0,0-5-100 0,0-2-487 15,-3-1-196-15,0-7 94 0,3 0 77 0,0 0 82 16,-21-19 38-16</inkml:trace>
  <inkml:trace contextRef="#ctx0" brushRef="#br0" timeOffset="191261.97">29072 3292 1098 0,'-3'-4'337'15,"3"4"-37"-15,0 0-108 0,0 0 13 0,-3-4-26 0,3 4-26 16,9-9-4-16,-2 5-19 0,4 0-4 15,2-4-16-15,2 1-31 0,1 0 11 0,2 0-18 16,1-3-11-16,-1 2-66 0,3-1-26 16,-1 2-117-16,-1-1-231 0,-1 0-358 0,6-1 74 15,-3 1 61-15,3-2 52 0</inkml:trace>
  <inkml:trace contextRef="#ctx0" brushRef="#br0" timeOffset="191828.53">30023 2746 1133 0,'0'0'305'0,"0"0"-23"0,0 0-11 0,0 0-30 15,-10 17-29-15,6-9-89 0,2 4-16 16,-3-1-2-16,2 3-23 0,1-2-15 0,0 1 2 15,-1 0 3-15,3 1-8 0,3 1-3 0,-1-1-7 16,3 0-6-16,1 0-4 0,-1 0 12 0,5-3-12 16,0 0-19-16,1-1 9 0,2-2 7 15,0 0-8-15,5 1 0 0,-1-5-10 0,-3-1 3 16,8 2-1-16,-10-5 11 0,8 0-13 16,-6-4-7-16,3 0-11 0,-1 0 10 0,-1-5 0 15,1 1 75-15,-2-3-6 0,-3-3-9 0,-1 1-9 16,0-4-12-16,-3 1-5 0,-1-5 2 0,-2 0-13 15,-4-1 6-15,0 0-3 0,0 2-18 16,-3-4 5-16,1 0-10 0,-3 6 15 0,-1 1-2 16,-1 1-16-16,1 0 6 0,-4 4 2 0,0 3-13 15,-6 1 3-15,0 2-3 0,3 4-5 0,-5 2 10 16,0 3-4-16,-3 4-1 0,0 2 3 16,-1 1-6-16,1 2 4 0,4 1 1 0,0 1-6 15,7-3-9-15,0 3 16 0,2-1-11 16,2 0-2-16,6-1-5 0,-1 0 10 0,2-1-5 15,2-1 5-15,3 0 1 0,2 0-1 0,2-1 5 16,3-2-2-16,3-1-3 0,-4 0-3 16,8-2 6-16,-2 1 2 0,-1-4 0 0,3 1-10 15,-3-2-2-15,1 0 7 0,2-2-5 0,-3 1 8 16,3-1-19-16,-3-1-6 0,1-1-19 0,-5 2-33 16,3-2-41-16,-4 1-67 0,1-3-161 0,-2 5-507 15,-1-2 49-15,0 1 90 0,-6-3 71 16,4 2 74-16</inkml:trace>
  <inkml:trace contextRef="#ctx0" brushRef="#br0" timeOffset="203443.63">30832 2828 913 0,'0'0'261'0,"0"0"-46"15,0 0-2-15,0 0-19 0,0 0-17 0,0 0-21 16,0 0-20-16,0 0-13 0,0 0-11 0,28-7-14 16,-18 5-6-16,4-1-10 0,-1 0-11 15,2 1-9-15,-2-1-14 0,4 1-27 0,-3-1-29 16,3 1-15-16,-3-1-41 0,0 1-51 0,2 1-80 16,-3-2-109-16,-2 3-364 0,-1 0 51 0,-3 0 33 15</inkml:trace>
  <inkml:trace contextRef="#ctx0" brushRef="#br0" timeOffset="203659.68">30844 3004 568 0,'-2'4'307'0,"2"-4"-23"0,0 0-20 0,0 0-6 0,0 0-20 15,12 3-82-15,-12-3-15 0,19-1-15 16,-6-1 4-16,-1 0-33 0,5-1-4 0,0 1-9 16,0 1-2-16,4-3-18 0,-4 2-18 15,0-1-36-15,-2 1-28 0,-2 1-61 0,3-2-93 16,0 1-147-16,-4 0-370 0,1-1 85 0,-2 1 36 16</inkml:trace>
  <inkml:trace contextRef="#ctx0" brushRef="#br0" timeOffset="204109.68">31387 2821 757 0,'0'7'254'0,"0"1"-101"0,0-2 14 0,3 3-16 16,-3 0-16-16,3 0-4 0,-3 0-21 0,4 1-23 15,0 2 8-15,-1-4 2 0,4 3-18 16,-1-3 3-16,-2 3-13 0,6-4-7 0,-3 0-1 16,3 1 21-16,0-4-15 0,1 2-1 15,2-1-4-15,1-3 2 0,-1 0-3 0,-2-2-12 16,3 0 7-16,2-1-10 0,-1-1 13 16,-2-3-16-16,1 3 16 0,1-4-20 0,-3-3-1 0,0 1 11 15,-4 0-11-15,0-5-7 0,-2 1 2 16,-5-1 8-16,2-4-5 0,-3 3-11 0,-3-4 6 15,2 2-8-15,-2-3 0 0,-4 1 23 0,0-2-5 16,2 5-10-16,-3-2 15 0,-3 2-13 16,4 1 1-16,-1 1 1 0,-4 3-19 0,-2-1 9 15,4 3-12-15,-4 0 3 0,4 4-4 0,-3 1 11 16,-1 1-5-16,2 4-7 0,-4 1-1 16,3 3-5-16,-2 1 69 0,2 0-2 0,2 5-13 15,-2-1-13-15,3 2-5 0,0-1-3 0,3 3 6 16,4 2-14-16,2-2-25 0,1 3-28 15,1-1-33-15,5 3-59 0,2 0-208 0,2 2-511 0,9-1 46 16,-7 2 86-16,4-6 90 0,1-1 36 16</inkml:trace>
  <inkml:trace contextRef="#ctx0" brushRef="#br0" timeOffset="211846.1">31510 2914 813 0,'3'-6'241'16,"0"0"-16"-16,1 0-20 0,0-2-23 0,2-2-8 15,-2 2-15-15,-1-1-19 0,3-1-12 0,-2-3-18 16,3 1 1-16,-6-1-1 0,5 0-18 0,-2-4-5 15,-1 1-3-15,3 0-15 0,-5 0-2 16,2-3-1-16,4 3-17 0,-4 1 20 0,-2-1 3 16,2 3-16-16,-3 2 6 0,3 1-11 15,-1 0 0-15,-2 1-2 0,1 1-3 0,0 2-13 16,-1 0-2-16,0 6 7 0,0-5-25 0,0 5 12 16,0 0-7-16,0 0-2 0,0 22-3 0,0-10-3 15,-1 1 13-15,1 7-8 0,0-2-2 16,0 2-10-16,-1 1 2 0,2 6 5 15,-1-1-13-15,0 0 11 0,1 3 5 0,2-1-8 0,0 2 3 16,0-3 10-16,1 1-11 0,0-3-7 16,2 0 0-16,-2 0 10 0,2-3-4 0,-2-1-4 15,2-2 6-15,-1-6 0 0,1 2 2 0,-5-2-8 16,5-2 16-16,-3 0-8 0,1-3-4 16,-4-1-6-16,3 1 12 0,0-2 1 0,1-2 3 15,-3 1 4-15,-1-5-15 0,6 5 5 0,-6-5-22 16,4 3-52-16,-4-3-246 0,0 0-525 0,3 2 106 15,-3-2 58-15,0 0 65 0,0 0 63 16</inkml:trace>
  <inkml:trace contextRef="#ctx0" brushRef="#br0" timeOffset="-214053.55">31519 2785 529 0,'0'0'177'15,"0"0"-21"-15,0 0 72 0,0 0-18 0,0 0-16 16,0 0-22-16,0 0-6 0,0 0-20 15,0 0-5-15,5 3-16 0,-5-3-12 0,0 0 2 0,0 0-20 16,0 0-3-16,0 0 3 0,0 0-3 16,0 0-10-16,0 0-11 0,0 0-4 0,0 0 2 15,0 0 0-15,7 1-82 0,-7-1 1 16,0 0-4-16,0 0-12 0,12 0 13 0,-12 0 17 16,0 0-2-16,12-1-5 0,-12 1 3 15,10-2-1-15,-4 1-10 0,-6 1 8 0,14-4 0 16,-10 1 18-16,4 1-13 0,-3-3 13 0,0 1-6 15,0 0-7-15,-1-1 8 0,2-2 0 0,-2 0 10 16,1-1 0-16,-3-2-3 0,1 0 8 0,0 0-21 16,0-2 22-16,-2-1 1 0,-1 2 6 15,4-1 10-15,-4 0-3 0,3-1 11 0,-3 3-3 16,0 0 5-16,2 1-10 0,-2 1-5 16,0 3 2-16,0-1-2 0,1-1 0 0,-1 2-10 15,0 5-11-15,0-7 8 0,0 7-5 0,0 0-10 16,0 0 9-16,0 0-9 0,0 0 2 0,-6 26 6 15,6-12-3-15,0 0-1 0,0 4-7 0,0 2-7 16,0-1 10-16,3 2-1 0,-1 6-7 16,-1-1 3-16,0 1 2 0,-1-1-8 0,3 3 11 15,0-2-3-15,0 1 3 0,-1-2-6 0,0 2 4 16,-2-1-9-16,3-2 8 0,3 0 0 16,-5-2 8-16,0-2-10 0,2-1 2 0,-3-2-3 15,5 0 3-15,-4-4 11 0,0-1-14 16,-1-1 11-16,3 0-8 0,-3-3-5 0,0 0 5 15,3-2 3-15,-1 0-3 0,-2 0-2 0,1-2 7 16,-1 1-8-16,0-6-4 0,1 7 7 0,-1-7 0 16,-1 7-5-16,1-7 3 0,0 0-8 0,0 0 2 15,-3 2 0-15,3-2 1 0,0 0-6 16,0 0 8-16,-10 2 3 0,10-2-1 0,-8 0-4 16,-2 1 4-16,10-1-4 0,-19 3 7 15,8-1-3-15,-2-1-4 0,2 0 4 0,-2 3 6 16,1-2-5-16,-1 0-1 0,0 3 6 0,-1-4 0 15,1 0-1-15,3 1-9 0,-1 2 20 16,4-2-6-16,-1-1-1 0,-4 0 1 0,8 3 1 16,-3-4 0-16,7 0 2 0,-10 2-2 0,10-2 3 15,-10 1 73-15,10-1-15 0,0 0 8 0,0 0-7 16,0 0-14-16,0 0-10 0,20-7 0 16,-9 3-7-16,6 0 7 0,4 1-7 0,2-3 4 15,5 2-14-15,-1-4-4 0,3 2-2 0,4-1 3 16,-2-1-8-16,2 1-2 0,-4 2-6 0,-5-2 11 15,2 1-11-15,0 2-7 0,-6 0 4 16,-4 0 4-16,2-2-6 0,-7 4-7 0,2-3 9 16,-4 4-17-16,0-2 10 0,1 2-7 15,-3-2 7-15,-3 3 0 0,-5 0-10 0,0 0 5 16,0 0 5-16,0 0 8 0,0 0-5 0,0 0-6 16,-35 8 3-16,15-3-2 0,-4-2-11 0,1 2 3 15,0-3 2-15,-1 1 11 0,1 2-5 0,2-3-6 16,1 2-2-16,0-1 8 0,7 0-11 15,1 0 5-15,-2-2 6 0,2 2-3 0,1-3 10 16,4 1 3-16,-2 2-3 0,9-3-7 0,-10 2-1 16,10-2-7-16,0 0 0 0,0 0-8 15,0 0-12-15,0 0 4 0,0 0-25 0,0 0-15 16,20-15-29-16,-9 13-48 0,-3-4-47 16,-3 2-114-16,2 0-505 0,-1 0-15 0,1-3 92 15,-6 0 77-15,2 0 46 0,-3-2 46 0</inkml:trace>
  <inkml:trace contextRef="#ctx0" brushRef="#br0" timeOffset="-213270.14">31510 2883 947 0,'-7'-2'358'0,"7"2"-30"0,0 0-19 0,0 0-35 15,-3-4-41-15,3 4-3 0,0 0-27 16,0 0-6-16,0 0-31 0,0 0-5 0,8-8-20 16,-6 3-23-16,-2 5-11 0,9-4-9 15,-4 2-6-15,1-3-13 0,-2 0-7 0,2 2-6 16,-2-3 9-16,6 2-14 0,-6-3-10 0,3 0-5 16,-1 2-2-16,-2-3-13 0,2 0 7 0,1 0 6 15,-3-1-9-15,2-1-4 0,-2 0-8 16,1-1 3-16,-3-2 4 0,5 0-17 0,-4-2 10 15,1 0 0-15,-1 0-5 0,0 0-13 0,0 2 6 16,-2 1 7-16,-1 0 5 0,3 3-18 16,-3-1-3-16,3 2 3 0,-3 1 24 0,2 0-40 15,-2 2 9-15,1 0 4 0,-1 5-9 0,0 0 9 16,0 0-7-16,0 0 15 0,0 0-7 0,-3 18-11 16,3-3 16-16,0-1-11 0,2 2 8 15,-2 3-2-15,1 2 0 0,0 2-1 0,3 4-12 16,2 2 5-16,-2 0 5 0,2 3-11 0,1 1 4 15,1 1-3-15,0-2 4 0,0-1 4 16,-4-1 7-16,8 0 0 0,-7-5-5 0,2 0 8 16,1 0-8-16,-3-3-13 0,2 1 16 0,-3-4-6 15,-1-3 11-15,3 2-8 0,-2-6 10 0,-4 1-5 16,5-2 3-16,-3-2-3 0,-2 1 5 16,4 1 0-16,-1-7-7 0,-1 3-3 0,-2-1-3 15,0-2 8-15,0-4 3 0,-5 8 5 0,1-3-16 16,0-4 16-16,-2 2-10 0,-1-2 4 0,0 2 4 15,-3-3-4-15,0 2-4 0,0-1 5 16,2 0-1-16,-2-1-7 0,0 4-2 0,-4-3 2 16,4 0 7-16,0 1-2 0,1 0-2 15,0-2-6-15,0 3 11 0,2-3-16 0,7 0 14 16,-17 2-9-16,13 0 11 0,4-2 17 0,-10 0-17 16,10 0 12-16,-10 4-20 0,10-4 6 0,-7 0-17 15,7 0 19-15,0 0 15 0,0 0-10 0,0 0 10 16,0 0-3-16,31-11-7 0,-14 7 0 15,3-2 10-15,4 2-13 0,3-3 11 0,-2 0 2 16,2 0-3-16,-1 3-12 0,-1-2-8 0,-1-1 0 16,0 3 0-16,-4-1 2 0,-2-1-4 15,-1 3 12-15,-1 1-12 0,-5-3 2 0,3 3 7 16,-4 0 1-16,-1-2 18 0,-1 3-26 0,-1-2 2 16,-1 3-4-16,-6 0 12 0,7-4-18 15,-7 4-35-15,0 0-39 0,0 0-121 0,0 0-347 16,-37 7-366-16,13-2 97 0,-7-4 69 0,-7 1 107 15,-9-1 52-15,-18-1 53 0</inkml:trace>
  <inkml:trace contextRef="#ctx0" brushRef="#br0" timeOffset="-211471.58">9933 7861 749 0,'0'0'251'0,"0"0"-18"0,3-11-38 15,-3 5-19-15,0 6-7 0,3-8-18 16,1 5 0-16,-1-2-35 0,0 1-11 0,-2-2-6 16,2-2-1-16,0 4-14 0,0-2-17 15,0-1 4-15,-3 0-2 0,5 2-5 0,-5-1 13 16,3-1 3-16,-3 0-9 0,0 7-4 0,0-8-8 15,0 4 79-15,0-2-13 0,0 6-7 16,-3-8-18-16,3 8 5 0,0-7-28 0,0 7-6 0,-3-3-9 16,3 3-16-16,0 0 5 0,0 0-7 15,0 0-4-15,0 0-6 0,-2 15 4 0,2-9-5 16,0 6-4-16,5-2-4 0,-2 5 1 0,0 1-8 16,1 1 2-16,2 0-2 0,-2 1 3 15,2 2-9-15,-1 2-4 0,4-4 5 0,-5 4 0 16,2-4-11-16,1-1 8 0,-2 1 6 15,1-3-3-15,-3 3-6 0,1-1 1 0,2-3 2 16,-6 1-5-16,3-4-5 0,-2 3 3 0,3-4 10 16,-4 0-1-16,0-1-4 0,0 0-5 15,-4-1 2-15,3 2 0 0,-5 0 5 0,2-5 3 16,1 3-16-16,-3-1 24 0,-2 2-13 0,1-1-3 16,-3-2 5-16,1-2-5 0,1 3 13 0,-2 1 13 15,0-2-11-15,-1-4 6 0,1 5 2 16,1 0 13-16,2-4-3 0,-4 3-4 0,7-4 19 15,-5 0-17-15,5 2 3 0,1-1-9 0,3-3-4 16,-11 5-18-16,8-2 17 0,3-3-10 16,0 0 3-16,0 0 11 0,0 0-24 0,0 0 10 15,0 0 6-15,0 0 9 0,24-10-17 0,-11 8-5 16,1-4 12-16,3-1-12 0,0-1-8 16,-3 1-67-16,6 0 11 0,-6 1 10 0,3-2-3 15,1 1 11-15,-5 0 10 0,0 0 2 0,1 4 3 16,-7-2 10-16,3 2-2 0,1-1-11 0,-5 1 16 15,1 1-5-15,-3-3-13 0,2 4-3 0,-6 1-15 16,11-2 10-16,-8 0-59 0,-3 2-28 16,0 0-10-16,0 0-92 0,7 1-121 0,-7-1-508 15,3 3 109-15,-3-3 28 0,0 0 72 0,0 0 82 16</inkml:trace>
  <inkml:trace contextRef="#ctx0" brushRef="#br0" timeOffset="-208838.85">9405 2753 327 0,'0'0'100'0,"0"0"5"0,0 0-26 15,0 0-22-15,0 0-47 0,0 0-46 16,0 0-56-16,0 0 30 0,0 0-130 0</inkml:trace>
  <inkml:trace contextRef="#ctx0" brushRef="#br0" timeOffset="-198273.65">9119 2185 337 0,'0'0'128'0,"0"0"3"16,0 0-26-16,0 0 15 0,0 0-17 0,0 0-11 16,0 0-10-16,0 0 0 0,0 0-13 15,0 0 5-15,0 0-8 0,0 0-9 0,0 0-16 16,0 0 15-16,0 0-5 0,0 0 5 15,0 0 8-15,0 0-10 0,0 0-5 0,0 0 0 16,0 0-19-16,0 0 6 0,0 0-5 0,0 0-3 16,0 0 0-16,0 0-7 0,0 0 4 0,0 0-12 15,0 0-5-15,0 0 2 0,0 0-10 16,0 0-10-16,0 0-3 0,-4 9-8 0,4-9 9 16,0 0-11-16,0 0 5 0,0 0-8 0,0 0 18 15,0 0-2-15,0 0 0 0,0 0 0 16,0 6 2-16,0-6 5 0,0 0 14 0,0 0-1 15,0 0 0-15,0 0 0 0,0 0-2 0,0 0-5 16,0 0 4-16,0 0 1 0,0 0-11 16,0 0 24-16,0 0-3 0,0 0 10 0,3 8-5 15,-3-8 0-15,0 0 3 0,1 5 7 0,-1-5-5 16,3 4 5-16,-3-4-5 0,3 6-7 16,0-2-1-16,-3 2-7 0,1-1 3 0,3-1-1 15,-1 0 13-15,0 2-7 0,-2 0-11 16,2-1-5-16,0 2-8 0,0-1 3 0,0 1-5 15,1-1 8-15,-1 1-11 0,1-1 0 0,-3 0 6 16,2 0 4-16,0 1 4 0,0 0-22 0,1-2 11 16,-1 3-13-16,0-3-25 0,-2 3-19 15,2-1 21-15,0-1-30 0,1 0-11 0,-1 0-28 16,1 3 17-16,-1-5-11 0,0 2 14 16,1-1-12-16,-1 0 22 0,0 1 14 0,-2 0-11 15,2-3 33-15,1 2 11 0,-1 0 10 0,-3-5 18 16,4 6-3-16,-1-1 18 0,-3-5 6 15,3 6 12-15,-2-3 5 0,-1-3-2 0,3 5 23 16,-3-5-6-16,3 5-2 0,0-1 21 0,-3-4-16 16,3 4-7-16,2 1 15 0,-5-5-13 0,3 7-13 15,0-4 3-15,1 0 2 0,-1 2-5 16,-3-5 16-16,4 7-28 0,-1-4 2 0,0 3 0 16,0-3-5-16,1 1-1 0,0 0 1 15,-4 1-7-15,3-2-6 0,0 3 5 0,1-3-10 16,-4-3-13-16,6 7-2 0,-5-4-29 0,2 0-45 15,4-1-106-15,-6 1-391 0,5-1 38 0,-3 1 29 16</inkml:trace>
  <inkml:trace contextRef="#ctx0" brushRef="#br0" timeOffset="-198023.61">9392 2595 447 0,'0'0'177'0,"0"0"-11"0,0 0-22 16,3 6-6-16,-3-6-15 0,0 0-5 0,0 0-13 15,1 5-16-15,-1-5-9 0,3 4 4 0,-3-4-2 16,6 4-16-16,-6-4-2 0,1 7-12 0,3-3-17 16,-1-1-14-16,0 2-8 0,-2 0-29 0,1-1-2 15,2 0-53-15,-1 1-6 0,0 2-5 16,-2-4-20-16,2 3-8 0,4-2-54 0,-6 1-238 15,2 0-92-15</inkml:trace>
  <inkml:trace contextRef="#ctx0" brushRef="#br0" timeOffset="-197819.47">9502 2758 414 0,'0'0'200'0,"0"0"-11"0,0 0-22 0,0 0-6 15,0 0-23-15,6 3-10 0,-6-3-18 0,0 0 0 16,0 0-18-16,4 3-7 0,-4-3-11 0,0 0 3 16,6 5-13-16,-6-5-13 0,4 2 3 15,-1 2-8-15,-3-4-13 0,4 4-17 16,-4-4-11-16,7 7-13 0,-4-5-38 0,-2 2-33 0,-1-4-37 16,6 6-109-16,-3-2-361 0,-2 0 23 15,-1-4 56-15</inkml:trace>
  <inkml:trace contextRef="#ctx0" brushRef="#br0" timeOffset="-197106.45">9300 2571 319 0,'0'0'116'0,"6"8"-4"0,-6-4-4 16,4 1-11-16,-1-2-5 0,-3 2-10 0,4 0-10 15,0 0-11-15,-1 2 6 0,0-1-1 16,-2 0 1-16,5 0-18 0,0 1 73 0,-2 1-22 16,0 2 0-16,3-3-10 0,-4 1-16 0,1 2-15 15,2 0 0-15,-2-1-16 0,3-1-2 16,-1 3-28-16,-2-2-31 0,-1 1 0 0,0-2 3 16,1 0-6-16,2 1 1 0,-5-1 9 15,6 0-6-15,-4 1-19 0,1-2 10 0,-1 0 13 16,0-1-5-16,0 0 0 0,1 0-2 0,-1 0 0 15,1 1 7-15,-4-2 8 0,4-1 2 0,-1 2-12 16,0-1 10-16,1 0 20 0,-1 0-2 0,0-1 2 16,-3-4 6-16,3 9 2 0,1-6-3 15,0 1 24-15,-1 1-9 0,-3-1 14 0,4 0 5 16,-4-4-11-16,6 6 3 0,-6-6-5 16,4 6 8-16,-1-3-3 0,0 0-15 0,1 2 7 15,-4-5-10-15,7 6-5 0,-4-4 3 0,-3-2 2 16,7 6-5-16,-4-3 0 0,1 0-2 0,-1 2-6 15,1 1-15-15,3-5-13 0,-4 4-23 16,1 0-20-16,2 0-44 0,-5-1-20 0,5 1-49 16,-3-1-118-16,2 3-140 0,1-2 122 15,-3 0-191-15</inkml:trace>
  <inkml:trace contextRef="#ctx0" brushRef="#br0" timeOffset="-196939.72">9607 3050 355 0,'0'0'154'0,"0"4"-3"0,1 0 10 16,-1-4-12-16,3 5-1 0,-3-5-12 15,3 6-8-15,-3-6-3 0,0 6-2 0,0-6-10 16,3 4-11-16,-3-4 6 0,4 7-14 16,-4-7-12-16,4 6-18 0,-4-2 0 0,3 0-2 15,-3-4-9-15,4 8-4 0,-1-3-29 0,0 1-4 16,-2 0-42-16,1 0-28 0,2 1-38 16,-4 0-166-16,6 1-369 0,-6 0 25 0,5 0 44 15</inkml:trace>
  <inkml:trace contextRef="#ctx0" brushRef="#br0" timeOffset="-196539.7">9706 3334 496 0,'0'0'243'15,"0"0"-30"-15,0 0-29 0,4 4-23 0,-4-4 3 16,3 4-15-16,-3-4-21 0,3 4-18 0,-3-4 0 15,8 6-13-15,-5-4-15 0,-2 3-5 16,-1-5-21-16,6 8-2 0,-3-4-21 0,1 2-7 16,3-2-34-16,-4 3-28 0,1-3-20 0,-1 4-36 15,0-4-16-15,1 2-7 0,2 1-8 16,-3 1-36-16,2-4-12 0,1 3 10 0,-2-1 53 16,-1-2-7-16,0 2 25 0,1 1 31 0,2-3 47 15,-5 3-6-15,3-2 13 0,2-1 30 16,-6 2 16-16,3 1 31 0,1-4-3 0,-1 3 31 15,-3-1-6-15,3 0 6 0,-2 1 8 16,-1-6-16-16,3 9 3 0,-3-4 17 0,3-1-4 16,-3-4-19-16,3 8 4 0,-3-5-6 0,0-3-8 15,5 10-87-15,-5-5 21 0,3-2-3 0,-3 4-2 16,3-2-11-16,1 0 14 0,-1 0-19 0,-3 1 23 16,4 2-15-16,-1 1 11 0,3-4-27 15,-2 6-17-15,0-2 0 0,-1 2-67 0,1-2-113 16,2 4-419-16,-3-2 54 0,1 0 45 15</inkml:trace>
  <inkml:trace contextRef="#ctx0" brushRef="#br0" timeOffset="-196307.01">9977 3938 767 0,'3'4'205'15,"0"0"-23"-15,-3 3-21 0,4 0-15 0,-1 0-8 16,2 1-5-16,1 2-17 0,0 0-19 0,-2-1 0 16,2 4-7-16,1-1-8 0,-2 2-11 0,4 2-9 15,-5 0-1-15,5 0 65 0,-4-1-6 0,5 5-13 16,-4-1-17-16,1-2-18 0,-3 0-29 16,3 0-43-16,-1 4-54 0,1-2-115 0,0 4-271 15,-1-4-248-15,-1-2 30 0,1-1 79 16</inkml:trace>
  <inkml:trace contextRef="#ctx0" brushRef="#br0" timeOffset="-195023.49">9344 2788 276 0,'0'0'72'0,"0"0"15"0,0 0-16 16,0 0-12-16,0 0-18 0,0 0 3 15,0 0 4-15,0 0-4 0,0 0 7 0,0 0-18 16,0 0 6-16,0 0-1 0,0 0-7 0,0 0-13 15,0 0 0-15,0 0 10 0,0 0-61 0,0 0-479 16</inkml:trace>
  <inkml:trace contextRef="#ctx0" brushRef="#br0" timeOffset="-193920.5">9399 2754 355 0,'0'0'133'0,"0"0"24"0,0 0-17 16,0 0 6-16,0 0-8 0,0 0-27 0,0 0 9 16,0 0-20-16,0 0-13 0,0 0 0 15,0 0-3-15,0 0-10 0,0 0-7 0,0 0-6 16,0 0 6-16,0 0-24 0,0 0-4 16,-3 9-11-16,3-9-2 0,3 6 2 0,-3-6 0 0,3 6-13 15,0-3 6-15,-3-3-8 0,5 10 10 16,-2-7-3-16,0 2 6 0,0 1-16 0,1 0 21 15,-1 0-24-15,1 1 4 0,2 1 4 0,-2 1 10 16,0-1-32-16,2 0 7 0,-2 1 18 16,-1-1-11-16,3 2-17 0,2 0 5 0,-5-1-5 15,4-1 0-15,-4 1-3 0,4 1 0 16,-3-1 5-16,3 0-10 0,-1-1-7 0,-2 2 25 16,2-2-8-16,1 2-2 0,-4-2 2 15,2 3-7-15,1-3 15 0,-2 0-21 0,2 1 11 0,-3-3 5 16,4 2 0-16,-4-1 2 0,5 0 16 15,-5 1 8-15,1-2-9 0,2 2 17 0,-2-2-14 16,-1-1-2-16,2 0 10 0,1 0 2 16,-3 1 9-16,1 0-1 0,-1-1-2 0,0-1-3 15,1 4-3-15,3-5 4 0,-4 2 6 0,1 0-6 16,-1 1 6-16,0 0-9 0,4-3 2 0,-4 2-2 16,1 1-1-16,3 0-7 0,0 0 0 0,-1-1 8 15,1 2-21-15,-1-1 0 0,2 0-15 16,-1 3-13-16,0-5 5 0,-1 3-18 0,2-1-15 15,-1 2-8-15,2 0-13 0,-5 0 3 16,3-2 10-16,0 1-7 0,-1 1 17 0,-2-1 6 16,2 1-11-16,-3 0 20 0,2-2-1 0,-2 3-9 15,0-5 39-15,1 4-3 0,-1-2 21 16,0 1 10-16,-2-2 16 0,2 2 2 0,0-2-3 16,-3 0 11-16,3 0 4 0,-3 1 6 0,1-2-15 15,3 1 4-15,-1-2-4 0,-3 3 4 0,0-6 6 16,3 9-26-16,-2-3-7 0,1-3 17 15,-1 3 3-15,2-2-13 0,-3 3-5 0,3-2-5 16,0 1 0-16,-2-1-31 0,2 2-17 16,0 0-9-16,0 2-25 0,2-5-46 0,-2 4-18 15,0 2-28-15,-2-2-8 0,2-1 11 0,3 3 9 16,-5-3 34-16,2 1 16 0,0 0 7 0,0-1 25 16,1 0 11-16,-4 1 25 0,4 0 31 15,-4-4 13-15,3 3 18 0,-3 0 5 0,3 0 8 16,-3 1-3-16,0-4 23 0,1 3 10 0,-1 0-4 15,3 0 1-15,-3-3 14 0,3 2-6 16,-3 2-12-16,0-4 2 0,3 2 1 0,-3 0-1 16,4-1-8-16,-4 0-4 0,4 1-3 15,-1-2-8-15,-2 3-2 0,2 0-21 0,0 0 5 0,0 1-2 16,1-2-3-16,-1 5-21 0,3-3 4 16,-5 2-37-16,6-2-23 0,-4 1-22 15,1 2-3-15,-1-3-80 0,1 5-43 0,-1-4-103 16,3 2-329-16,-3 2 45 0,-1-4 54 0</inkml:trace>
  <inkml:trace contextRef="#ctx0" brushRef="#br0" timeOffset="-193407.34">10024 4056 460 0,'4'7'136'15,"0"1"-13"-15,-4-1-8 0,3 0-23 16,0 0-13-16,0 2 3 0,-2-1-41 0,2 0 36 15,0 0-18-15,0 1 0 0,2-1-13 0,-2 0 0 16,0 1-59-16,1 0 11 0,-1 1-21 0,1-2-8 16,-1 2 33-16,0 3-27 0,0-5-24 15,2 3 29-15,-2-1-16 0,3 2-2 0,-5-2 12 16,2 0-5-16,3 1 39 0,-5 0-29 0,2 0 27 16,0-1 1-16,0 2 14 0,-1-2 2 15,1 0 0-15,0-2 28 0,0 2 10 0,-3-2-15 16,3 2-7-16,1 0 81 0,-4-1-5 15,3 0 3-15,0-5-3 0,1 4-12 0,-1 2-6 16,1-3-10-16,0 5-10 0,-1-3-3 0,0 0 0 16,1 1-10-16,2 0-5 0,-3 2-10 0,1-3 2 15,3 4-10-15,0 0 2 0,-4-1-7 16,4 2-13-16,-3 1-5 0,6 0-26 0,-6-2-35 16,2 4-41-16,1-2-19 0,-1 2-63 15,-1-2-31-15,1 1-26 0,1 0-5 0,-1 0 28 16,-2-4 37-16,-1 3 14 0,5 1 54 0,-5-5 67 15,0 1 18-15,1-2 31 0,-1 1 35 0,1-1 23 16,-1 2 11-16,0-3 12 0,4-1 11 16,-6 0-3-16,2 2-5 0,0-3 0 0,0 2-72 15,1-1 5-15,-1-1-22 0,0-1 22 0,-2 1 16 16,6 0 2-16,-4 2 1 0,-2-1-14 16,2 0 3-16,3-1 67 0,-3 1-11 0,1 1-25 15,-1-2 7-15,5 2-12 0,-5 0-23 16,4-1-54-16,-1 2-26 0,-2 3-79 0,2-4-279 15,2 2-261-15,-2 0 17 0,-2 3 63 0</inkml:trace>
  <inkml:trace contextRef="#ctx0" brushRef="#br0" timeOffset="-193207.02">10518 5357 629 0,'0'0'205'0,"0"6"-13"15,-2-1-18-15,2-5-18 0,0 10-7 0,0-6-11 16,0-4-15-16,2 10-8 0,1-6 3 0,0 3-39 16,0 0-20-16,0 0-23 0,-3-2-13 15,4 2-85-15,2 0-48 0,-2 3-136 0,3 1-376 16,-3-1 49-16,2 1 46 0</inkml:trace>
  <inkml:trace contextRef="#ctx0" brushRef="#br0" timeOffset="-191990.02">10651 5711 680 0,'0'0'251'0,"0"6"38"0,0-6-20 15,0 6-36-15,0-6-20 0,0 0-11 16,3 6-26-16,-3-1-22 0,0-5-11 0,0 7-20 16,0-7-25-16,3 7-14 0,-3-2-25 15,3 1-11-15,0-4-19 0,-3 4-11 0,4 0-18 0,-1-1-13 16,1 1 0-16,0 1-13 0,-1 0-27 15,1-1 4-15,2 1 0 0,-3 3-2 0,1-3 13 16,-1 1-11-16,4 1 13 0,-6-1 11 16,5 0 2-16,-3-2-5 0,-2 3 12 0,5 0 8 15,-3-2-2-15,-2 1 18 0,2-4 7 0,1 3 19 16,-1-1-14-16,-3 0 16 0,4-1 10 16,-4 1 5-16,3-2 13 0,0 3 8 0,-3-2-3 15,3-2 5-15,-3-3-7 0,4 8 20 0,-4-2-28 16,3-2 15-16,-3 1-15 0,3 1-6 0,-2-2 11 15,3 2-2-15,-4-2-6 0,3 1-2 16,0 3-13-16,-3-4 2 0,4 3 9 0,-1-1-6 16,0 2-21-16,-2 0 3 0,5 0 3 0,-3 1-8 15,1-1-10-15,0 1 13 0,-1 0-3 16,1-1-5-16,2 2-8 0,-3-2-5 0,1 4-8 16,-1-3 8-16,2 0 1 0,-2 0-6 0,3 0-21 15,-3-1 3-15,1 0 3 0,2-1-11 16,-5 2-2-16,2-4-5 0,1 2 10 0,0 1-5 15,-1-2-1-15,0 2-1 0,0-4 12 0,1 3 2 16,-1-1-7-16,-3-2 16 0,3 1 4 0,0 1-2 16,-2-2 15-16,3 2-2 0,-1-4 12 15,-3-2-9-15,3 9 17 0,-2-5 3 0,2-1 12 16,-3-3-10-16,3 7 1 0,0-3-16 0,-3 0 22 16,0-4 4-16,4 9-8 0,-1-8-3 15,-3-1-12-15,3 7 9 0,-2-5-9 0,3 4 17 16,-1-3-17-16,-3-3-1 0,3 8-66 0,0-2-3 15,1 0 1-15,-1-1 4 0,0 1 1 16,1-2 7-16,-1 2 0 0,1 3 3 0,0-3-3 16,2-2-18-16,-3 4-2 0,1 0 2 0,2-1-25 15,-2 3-8-15,3-2-54 0,-3 1 10 0,2 3-9 16,-2-2 1-16,2-2 6 0,-2 2 0 0,3-2 15 16,-4 2 26-16,4-2-10 0,-4-1 15 15,1 1 15-15,2 1 13 0,-5-1-10 0,6-2 46 16,-4 2 5-16,-2-5 16 0,2 3 22 0,0-2 8 15,0 1 8-15,0 2 15 0,-3-7 11 16,4 9-8-16,-1-7 2 0,1 3 21 0,-4-5-11 16,4 9 6-16,-1-6 2 0,-3 3-5 0,3-4-5 15,1 4 8-15,-1-2 2 0,0 3-10 16,-2-1 0-16,2-4-13 0,0 5 3 0,1 0 8 16,-1-3-16-16,1 3-3 0,-1 0 1 0,0 1-16 15,1 1 3-15,-1-1-11 0,0 2 13 16,-2-2-5-16,6 4-5 0,-4-1-5 0,0-3-2 15,1 3-3-15,-1 1 7 0,1-2-2 0,-1 1 0 16,3 3-3-16,-1-4-10 0,-2 1 8 0,0 2-8 16,1-3-12-16,-1 3-9 0,3-2 1 0,-2 3-8 15,3-4-21-15,-3 2 19 0,-1 1-21 16,1-2-11-16,2 3 4 0,1-2 12 0,-4 2 0 16,2 2 10-16,1-7 10 0,-3 2 1 15,4 2-6-15,-4-4 6 0,0 1 5 0,5 0-1 16,-5 1-4-16,1-2-1 0,2 0 6 0,-3 0 7 15,4-1-2-15,-4 1 13 0,5 0-6 0,-5-1 11 16,4 2-8-16,-4-2 10 0,1 0 3 0,2 1-8 16,-1-2-5-16,1 1 2 0,-2 2 3 0,5-2-2 15,-5-1 5-15,3 3-11 0,3 2-10 16,-6-3-2-16,2 0 5 0,1 1-6 0,4 0 6 16,-5 3 20-16,1-3-15 0,-1 0-8 0,2 4-10 15,-1-3 16-15,-1 3-6 0,1 2-2 16,-3-3 4-16,3 1-24 0,-1 3-19 0,1-2-10 15,3 1 18-15,-2 1-13 0,-1 0 0 16,5-1-36-16,-1 1 3 0,-1 0-10 0,0 0-21 16,1-2-3-16,-4-3-12 0,3 4 0 0,1-2 0 15,-4-2 5-15,2 1 15 0,-2-4-13 0,1 1 16 16,-2 0 23-16,1-2 0 0,-4 0 18 16,4-1 15-16,0 0-3 0,-4 3 27 0,1-7 14 15,2 2 16-15,-5 2 46 0,5-4 2 0,-3 4 24 16,1-7-3-16,0 6 18 0,-1-4-10 0,-2 0-3 15,2 2 15-15,0-1 3 0,-3-3-38 0,3 5-42 16,0-4-48-16,-3-1-69 0,0 0-179 16,0 0-5-16,0 0-228 0</inkml:trace>
  <inkml:trace contextRef="#ctx0" brushRef="#br0" timeOffset="-171309.35">10807 13312 130 0,'11'-21'31'0,"-1"5"-3"15,-3-1-13-15,-4 5-12 0,-3-1-11 16,0 3-25-16,-3-1 2 0,-4 0 6 0,0-1 25 16,-3-1 17-16,0 1 24 0,-4-1 13 0,-3 2 28 15,0-2-15-15,0 2 25 0,-4 3-10 16,1 1 18-16,3-3-8 0,-4 9-8 0,0-2-10 15,1-1-4-15,-4 5 1 0,3 4-9 0,-6-3-14 16,4 8 73-16,-2-3-6 0,1 6-8 0,-3-1-17 16,3 3-16-16,1 2-13 0,-1 1 3 15,2 0-2-15,3-1-8 0,-2 5-13 0,3 0-3 16,-2-1-10-16,0 4 3 0,2 0-11 16,-8 8-15-16,-2 2-25 0,1-2-31 0,-4 5-110 15,0-2-441-15,-3 2 8 0,-1-4 72 0</inkml:trace>
  <inkml:trace contextRef="#ctx0" brushRef="#br0" timeOffset="-155544.35">4018 14081 345 0,'0'-5'154'0,"0"5"-26"0,-4-10 0 15,4 9-29-15,0 1 1 0,-3-7-13 0,3 7 11 16,-3-5-14-16,3 5 1 0,-3-4-4 0,3 4-9 15,0 0-18-15,-4-6 2 0,4 6 11 16,0 0-31-16,0 0 22 0,0 0-42 0,0 0 9 16,0 0 21-16,0 0-12 0,0 21-9 0,1-14-9 15,1 2 37-15,-1 1-35 0,2 3-2 16,0 2 4-16,0 1-4 0,1 5 9 0,0 0-15 16,0 2 3-16,2 1 3 0,-2 1 9 0,5 0-4 15,-1 5 4-15,-1 0 1 0,3 3-11 16,-1-1 75-16,5 11-6 0,0 0-17 0,0 3 4 15,-1-3-14-15,1 0-6 0,-1 0-2 16,-2 6-1-16,3-6 1 0,2 5 2 0,-4 0 0 16,4 0-2-16,-5-2-3 0,2 3 0 0,1-2-5 15,0-1-5-15,-1 4-8 0,1 1-5 0,-1-1 5 16,1 2-12-16,-3-2 4 0,3 1 6 0,-1 2 7 16,0-2-10-16,1-1-10 0,-1 0-6 15,1 0 11-15,0 4-2 0,3-3 9 0,-4-1-2 16,2 0-5-16,-2-1-2 0,1-2 7 15,0 3-13-15,3 0-2 0,-4-1 2 0,0 0 15 16,2-1 1-16,1 0-13 0,-1 2 7 16,1-1-12-16,-2-3 7 0,0 0 6 0,3 0 2 15,-4-4 0-15,5-1 2 0,-5 5-2 0,1-10 13 16,-4-3-20-16,0-3 2 0,8 11-3 0,-8-3 5 16,1-7 11-16,2 12-8 0,1-1-5 0,-4-7 8 15,0-3-16-15,1 0 13 0,-5-1-20 16,4-2 14-16,-3-1-11 0,1-3 6 0,1 0 11 15,-2-2-23-15,0 2 13 0,0-1-3 0,3-2-2 16,-3 0 0-16,-1 0-13 0,2-1 25 16,-4-1-17-16,5-1 9 0,-5-1-6 0,2-1-4 15,-2-2 3-15,3 0 8 0,-3-3-15 16,2 3 2-16,-3-7-18 0,0 3-34 0,1-2-29 0,-1-2-12 16,-2-2-40-16,-1-1-274 0,3-1-366 15,-3-3 49-15,0 0 86 0,-7-22 47 0,-3-6 72 16</inkml:trace>
  <inkml:trace contextRef="#ctx0" brushRef="#br0" timeOffset="-150412.47">3974 13939 383 0,'17'-9'136'0,"-4"1"-3"15,1 1-5-15,0 0-31 0,-1 0 6 0,5 3-1 16,-2-3-22-16,2 0 76 0,0 0-18 0,1 2-20 16,5-2-13-16,1-1-13 0,2 0 5 15,0 1-20-15,4-3-3 0,3 1-5 0,0-1-12 16,0-1-1-16,4 1-5 0,-1 2 8 15,-2-4-18-15,2 0 2 0,1 4-2 0,-4-3-7 16,0 1-4-16,0-2 1 0,-3 2-13 0,0 3-3 16,0-3 8-16,0 2 3 0,2-1-16 0,-2 0-10 15,3 2 16-15,1-3-6 0,-1 2 0 16,0 1-10-16,1-3 13 0,5 2 0 0,-5-1-19 16,16-6 9-16,0 5 2 0,-9 1 11 15,-2 1-9-15,8-5-9 0,-4 3-1 0,5-5 8 16,-8 5-15-16,-4 2 13 0,1-3 7 0,10-3 3 15,-4 3-19-15,4-3 6 0,3 2 3 0,-3-1-11 16,3 1 6-16,1-1 9 0,-2 2-17 16,-5 1 10-16,-7 1 0 0,13-3 0 0,0 2 0 15,-6 0 3-15,3-3-3 0,3 1 0 0,-6 0-3 16,-8 4 6-16,10-4-1 0,-4 0-2 16,-6 1-2-16,10 0-3 0,-5-3 5 0,-2 6-5 15,8-7-1-15,0 5-1 0,3-7-14 0,-3 7 31 16,-3 0-12-16,-8 1 4 0,15-3 11 15,-2-1-10-15,-5 2 15 0,-7 1-23 0,13 2 7 16,-10-3 1-16,-4 3 2 0,1-1 5 0,0-3-5 16,-4 3-5-16,4 1 8 0,-4-2-3 0,3 2 0 15,12-7-18-15,-6 5 13 0,-4 3-2 16,11-5 12-16,-4 4-15 0,7-2 2 0,-8 1 3 16,-4 3 3-16,14-4-1 0,0 1-2 15,-8 2 6-15,-5 0 1 0,-2 0-22 0,15-1 17 16,0 1 6-16,-1-3 2 0,-2 2-2 0,-4 1-5 15,6-1-8-15,4-1 2 0,-13 2-5 0,10 1 3 16,-7-1 10-16,-7 1-2 0,16-2 2 16,-1-1-5-16,2 1 0 0,-14 1 5 0,-2 2 0 15,1-1-15-15,12-3 25 0,-10 3 6 0,9-3-16 16,-6 1 8-16,6 1-6 0,-5-1-4 16,6 2 7-16,3-1-10 0,0-1 0 0,-1 2 8 15,2-2 5-15,-1 1-11 0,3-3 19 0,-6 8-3 16,3-6 2-16,-2 2-5 0,-9-3 1 15,-2 7-1-15,9-7 6 0,-9 1-3 0,9 0-16 16,-6 2 3-16,7-2 3 0,0-1 5 0,3 1-11 16,-11 5 16-16,-6-2 0 0,17-4-8 0,-10 8 1 15,-4-2 1-15,-2-1-4 0,2 2 5 16,-3-2-11-16,0 3 11 0,3-2-3 0,-2 2 1 16,-4-3-1-16,2 2 3 0,1 0-8 15,1 0 0-15,-2-2 5 0,1 2-10 0,1-2 5 16,-1 3 0-16,3-2-2 0,0-2 2 0,0 3 3 15,-2 1 7-15,2-2-12 0,1 0 4 0,-4 2-4 16,3 1-8-16,-3 0 0 0,-3 0 15 16,-4 0-2-16,3 0 2 0,-3 0-8 0,2 0 6 15,-2 0-5-15,0 0 7 0,0 0-8 0,-3 0-7 16,3 0 5-16,0 0 13 0,0 0-90 16,-3 0 6-16,3-2 7 0,0 2 15 0,1 0 23 15,2 0-20-15,-3 0 11 0,3 0 4 0,-2-1 3 16,6-2-6-16,0 3-1 0,-4-1 24 15,-3 1-1-15,8 0-11 0,-4-3 15 0,-1 2-5 0,-3 0-2 16,0-4 4-16,0 5 1 0,0 0 5 16,1-2-5-16,-1 0 5 0,0-2 5 0,0 4-13 15,4-3-5-15,-1-1 3 0,2 1 17 16,-2 1-12-16,1-3 10 0,2 3-13 0,-1-4 8 16,1 6 5-16,1-3 8 0,1-1-13 0,1 1 0 15,-2 1 7-15,1-3-15 0,-4 3 13 16,5-3-5-16,-4 2 13 0,1-2-11 0,-2 2 19 15,2-2 9-15,-1 3-22 0,-2-5-3 16,1 4-16-16,2-2 11 0,-1 2 3 0,1-2 7 0,-2 3-5 16,2-5-10-16,-1 6 15 0,1-2 0 15,1-1-5-15,-2 0-3 0,5-2 8 0,-4 6-5 16,2-2 8-16,2-4-26 0,-3 3 31 0,0-1-23 16,0-1 43-16,-3 0-38 0,6-2 13 15,-6 3-16-15,2-1 10 0,-1-2 1 0,2 3 17 16,-1-2-22-16,-2-1 2 0,3 2-8 15,0 0 11-15,0-2-11 0,0 3-15 0,0-1 26 16,0-2 2-16,1 3 2 0,1-2-4 0,12-2-3 16,-10-1 8-16,-4 2-6 0,0 3-2 15,14-10-2-15,-11 7-1 0,-6 0 3 0,0 1 3 16,2-4 4-16,12 0-14 0,-11 0 17 0,13 2-10 16,-10-2 0-16,-5 2-5 0,-2 1 2 0,14-5 11 15,-6 2 2-15,-5 1-2 0,12-2 0 0,-4 3-8 16,6-3 0-16,-5-2 12 0,5 4-14 15,-6-2 2-15,-3 2 0 0,-5 1-3 0,12-6 11 16,-11 7-13-16,-1-3-21 0,9 0 34 16,2-3-26-16,3 3 8 0,-9 2 15 0,6-3 5 0,1-2-13 15,3 3 1-15,0 2 4 0,2-4 6 16,-2-1-3-16,3 5 0 0,0-3 16 0,-3-2-24 16,0 3 1-16,-1 2 12 0,0-2 0 0,-2 1-15 15,-8 0 3-15,8-5 12 0,-8 6 5 16,11-3-12-16,-4 0-16 0,3 1 8 0,1-2 2 15,0-1-4-15,3 5 14 0,-3-4-17 16,-1-1 7-16,4 3 11 0,-3-2-3 0,0-1 21 16,0 5-16-16,-4-3-7 0,1-2-26 0,2 5 12 15,-3-4 19-15,1-1-11 0,6 3 1 16,-3 0 2-16,6-2-8 0,-3 2 6 0,1 0 2 0,-2-1 5 16,1-1-13-16,-3 2 18 0,0-1-15 15,0-2 8-15,-4 5-8 0,4-3 10 0,-1 1-10 16,-2-2 0-16,2 2 10 0,1 0-3 0,-3-2 1 15,3 2-13-15,2 0 12 0,1 0-2 16,0-3 3-16,0 3 2 0,1-1-3 0,-1-2 11 16,0 2-5-16,0-3-3 0,1 5-8 0,-2-5-2 15,-2 3-2-15,3 0 12 0,3-2-3 16,-2 1-2-16,5-1 18 0,-2 1-10 0,3-1 2 16,0 3-2-16,-1-5-6 0,-2 5 14 15,0 0-3-15,-1-3-6 0,4 3-9 0,-4-1 12 0,1-2-13 16,-1 5 6-16,1 0-6 0,-1-2 16 15,1 0 5-15,0 2-21 0,3 0 14 0,-7-1-4 16,3 2 4-16,-2-1-9 0,-1 1 8 0,0 0-4 16,0 3 6-16,-3-4 63 0,-7 2-6 15,10 2-8-15,0-3-7 0,-10 0-11 0,10 4 11 16,-1-3-18-16,-1 0 5 0,-5 2-10 0,10-2-3 16,-13 3-3-16,-3-1-2 0,-1 0-2 15,11-2 2-15,-7 1-5 0,-4 1 2 0,-3-2 3 16,4 5-5-16,13-6-10 0,-10 4 0 0,-3-4-1 15,-1 5 11-15,14-3-2 0,0-3-9 0,-6 6 1 16,-8-3 5-16,17 2-8 0,0-4-3 16,-5 0-7-16,-5 6 16 0,-7-3-4 0,0-2 3 15,-2 3-7-15,5-1 5 0,8-4-8 0,6 5 5 16,-12-3-8-16,-5 4 3 0,17-4 3 0,-3 4-3 16,-9-4 8-16,-5 6-6 0,17-4-2 15,-9-2 0-15,-8 5 3 0,0-1 4 0,19-2 1 16,-13 2-3-16,-2-3-13 0,11 4 8 0,-6-2 3 15,9-1 2-15,-1 1-5 0,-2 0 0 16,3-1-5-16,-4 2 5 0,6-3 3 0,-5 4-3 0,2-2-3 16,-9 2-2-16,-5-4 10 0,2 4 3 15,-2 1 4-15,14-2-9 0,-9-3-3 16,-7 5 3-16,2 0-1 0,15-2-7 0,-8-3 5 16,-9 5 8-16,20-1-19 0,-11-1 11 0,8 0 3 15,0-1 0-15,2 0-3 0,-2 3-8 0,-10-1 13 16,9-5-10-16,1 6 5 0,-11-1 2 0,-4-2-12 15,12-1 15-15,2 4-2 0,-9-3-6 16,-5 1 6-16,15-2-6 0,-1 3 8 0,1-1 6 16,-9-3-14-16,7 5 8 0,1-2 0 0,-9 0 6 15,-5-1-14-15,1 2-10 0,-3 1 11 16,3 0 7-16,-1-2 3 0,12-1-6 0,-4 1-7 16,-7 0 8-16,15 1 2 0,0 0-3 0,-1-1-2 15,-1-2 0-15,1 4 3 0,2-2 4 0,-2-3-9 16,0 4 7-16,-1 1-2 0,-10-2-3 15,-3 1 2-15,-1-3-2 0,0 2 0 0,-1 1 10 16,2 1-10-16,0-2 3 0,10 1-6 0,-4-3 3 16,-8 4 0-16,-2 0-10 0,4-1 13 0,16 0-3 15,-2-1 0-15,-11-2-8 0,-3 4 8 16,2 0-5-16,-4 0 5 0,2-2-10 0,14 1 12 16,-12-1-4-16,-2 0 4 0,-1 0-4 15,-1 1 2-15,1 1 0 0,-2-2-3 0,2 1-7 16,0-3 10-16,-3 3 8 0,1-2-1 0,-1 0-12 15,2 2 13-15,-2 1-1 0,1-3-1 16,-2-1-9-16,-4 2-2 0,-5 1-10 0,4 0 9 16,-7-1 12-16,3-2-17 0,-3 4 4 0,-3-2 7 15,4-3 0-15,-6 4 7 0,-3-1-9 0,4-1 4 16,-6-1-7-16,5 3 13 0,-5-1-11 0,3 1 6 16,-2-3-1-16,0 4-4 0,-1-1-3 0,0 0 12 15,-3-1-4-15,1 2-6 0,-4-3 9 16,2 6-4-16,0-3-2 0,-1 2-5 0,-1-1 0 15,-2 0 7-15,5-1-4 0,-2 4 7 16,0-2-10-16,-1-1 7 0,5 2-2 0,-6 2 3 16,4-2-6-16,-1 3-9 0,0-5 12 0,3 6 5 15,-3 0-5-15,1-3 2 0,4 3-4 16,-4 0 2-16,3 3 5 0,3-2 0 0,-1 0-2 16,-2 5-11-16,3-2 3 0,-3-1 0 0,2 4-1 15,1 1 4-15,0-1 4 0,-2 5-4 0,0-2-1 16,0 4 3-16,1-3-5 0,-3 5 5 0,1 1 8 15,-3 0-13-15,11 10 2 0,-11-7 6 16,8 10-8-16,-4-2 0 0,-5-6 7 0,7 9-2 16,-3-2 3-16,3 3 2 0,1-3-3 0,-3 2-9 15,1-1 9-15,-2 0 8 0,3 1 1 16,-1-5 2-16,0 7-16 0,-1-5 3 0,0 7 8 16,1-2 4-16,-1-2-4 0,0 0-3 0,-1 4 5 15,2-3-2-15,-2 2 2 0,2 0-17 16,-1 3 20-16,-1-2-1 0,-1 1-7 0,-2-3 1 15,3 2-9-15,-1 0 3 0,0-2 3 0,-6 0 9 16,6-2 11-16,-6 3 13 0,3 1-31 0,-1-2 6 16,-1 3 1-16,-2 3-7 0,4-4 3 0,-3 2 0 15,0-1 0-15,-4 3 12 0,6-1-5 16,-5-2-10-16,-1 4 11 0,-2-11-8 0,-1-3 2 16,3 4 5-16,-2-3-2 0,1 11 5 0,1 2-3 15,-3-7-7-15,4 6-8 0,-5-4 2 16,-2-9 14-16,2 5 4 0,-2-1-12 0,2-4 2 15,0 6 0-15,-1-3 3 0,1 13 0 0,-2-9-3 16,-1-4 0-16,1 3 6 0,-1-4-8 16,1 0-3-16,-1-2 0 0,-2 0 8 0,-1 2-8 15,3-6-5-15,0-1 5 0,-3 3 0 0,0-4-10 16,0-2 10-16,-3 2-3 0,3-2-4 0,-3 0 7 16,-1-2 0-16,0 2-2 0,0-1 7 0,-2-5-7 15,-1 5 2-15,0-6-5 0,-6 3 0 0,3-2 15 16,0-2-5-16,-3 3-5 0,-2-5 0 15,-3 1-7-15,-5 3 10 0,2-4-3 16,-6 0 0-16,0 1-5 0,-4-1 8 0,0-3-3 0,-3 2-5 16,3-1 15-16,-1 0 5 0,-2-3-2 15,-16 5-18-15,13 0 6 0,4-5 1 0,-14 7-14 16,6-4 17-16,-7 0 3 0,1 4-1 0,-4-3-9 16,0-1-6-16,-4 0 11 0,-6 1 0 0,2-3-1 15,-3 4-12-15,-5-5 13 0,2 5-11 16,3-1-4-16,-4-3 12 0,-2-1-15 0,0 5 10 15,-14 0 5-15,-3-3 2 0,1 3-1 0,-3-4-1 16,4 4-3-16,12-5 1 0,2 3 2 0,-16 2 0 16,17-3 0-16,-21 3-77 0,3 0 8 15,2-3 8-15,-3 5-3 0,-2-2 21 0,-1-1-6 16,1 0 6-16,-2 1 12 0,2-1-4 0,-3-3 12 16,3 2-10-16,-6-2-1 0,2 0 11 15,-3 2 6-15,-2-3-6 0,-2-1 20 0,4 5-14 16,-3-3 6-16,3 1-6 0,1 1 1 0,2-5 9 15,-2 9 2-15,-1-5 0 0,-2 1-5 16,-2-1 0-16,4 1 5 0,-3 0-11 0,4-1 1 16,-1 3 2-16,3-1 6 0,-5 0-1 0,1 0 8 15,-2 0-5-15,0-2-7 0,3 5-1 0,-5-4 0 16,8-1 3-16,-3 3 3 0,7-1-6 0,-3 0 3 16,-4-2 13-16,7 1-6 0,-3-1-2 15,0 1-2-15,-1 1 4 0,-3-3-4 0,4 3-4 16,0-3 4-16,3 3 10 0,-7-3-14 0,3 3 4 15,-2-3-8-15,1 3 7 0,-6-3 1 16,4 3 2-16,3-5-11 0,-5 3 1 0,2 0 0 16,-7-2 0-16,1 5 4 0,-1-5 1 0,-3 2 16 15,3 1-14-15,-3-5 3 0,4 5 0 16,0-1 0-16,-2 1-3 0,-4-1 1 0,1 1-6 16,1-1 8-16,1 2-2 0,-2 1 4 0,-1-2-12 15,1 2 5-15,-2 0 5 0,-4 2 0 0,-3-1 13 16,3 1-6-16,0 1-12 0,0-1 0 15,4 1 3-15,-4 2-9 0,3-1 11 0,-2-1-2 16,-1 0 2-16,3 2-3 0,1-1 8 0,0-1-15 16,3 0 5-16,-4-1-5 0,1 1 7 0,0 1 13 15,6-2-7-15,-6 1 0 0,6-2-3 0,1 1 0 16,3 0 5-16,-4-2-5 0,4 1-8 16,-6-1 11-16,1 1-3 0,-1-2 12 0,6 4-14 15,-4-4 4-15,4 3 1 0,6-1-1 0,-6-1 1 16,1 0-6-16,1 1-4 0,-2 2 7 15,0-4-5-15,3 3 7 0,1-2 1 0,2 2-8 16,1-2 2-16,0 1-5 0,3-3 11 0,-4 1 2 16,-2 1-13-16,3-1 3 0,2-1 10 0,-2-1-2 15,4 1 5-15,5-1-11 0,-2 1-2 16,0-1 20-16,13-1-15 0,-17-1-2 0,0 4-1 16,0-3 3-16,3 0-2 0,-3 3 4 15,1-3 3-15,6 3-2 0,-4-3-11 0,-3 3 13 0,4-3-2 16,-1 2-11-16,1-2 11 0,-4 2-13 15,0-4 20-15,0 4-5 0,0-2 5 0,0 0-7 16,0-1-8-16,0 2-3 0,1-1 5 0,-1-1 16 16,0 0-8-16,-3 1-2 0,0 0-3 15,0 1 7-15,2-1 1 0,1-1 2 0,0 4-15 16,0-3-2-16,0 0 9 0,2 3 1 0,-3-3 2 16,1 2 0-16,-3-1-13 0,0 2 8 15,0-3-2-15,3 3-1 0,3-3 8 0,15 1-10 16,-15 0 0-16,-3-1-3 0,3 2 3 0,-3-2 10 15,-3 1-15-15,0-1 13 0,4 1-1 0,2 0 3 16,13-4-7-16,2 3-1 0,-15 2-10 0,1-1 13 16,0 1-5-16,-4-1 8 0,0 2-6 15,3 1 3-15,-3-1 13 0,4-1-15 0,3 1 4 16,11-3-7-16,1 1-5 0,-14 2 5 0,15-1 0 16,-13 2 7-16,-3-1 3 0,2 0-7 0,12-3 7 15,-12 3-5-15,12-2-3 0,3 0-2 16,-1-1 5-16,0-2 8 0,5 3-6 0,-4-2-7 15,0 0 5-15,2 0 3 0,-3 1 2 0,-2-1 3 16,-1-1-6-16,-13 1-10 0,13 1 11 16,0-1-8-16,1 1 2 0,5-1-2 0,-5-2 3 15,2 2-1-15,4 0 3 0,0-1 0 0,0 1 18 16,1-1-13-16,2-2-5 0,0 2-2 0,1 0-6 16,0-2 3-16,5 0 5 0,-2 1-8 15,-3-1 0-15,2 2 8 0,-2-3-5 0,3 2 5 16,0 0-10-16,0-1 10 0,-3 1 8 15,3-1-8-15,-1 0 5 0,1-1-5 0,0 1-3 0,-3 1 11 16,2 1-8-16,-2 1-3 0,3-1 9 16,3 0-12-16,0 0-4 0,0-1-5 0,8 0 10 15,9-3-3-15,-3 2 5 0,0-2 1 0,0 1-1 16,-14 1-2-16,7 0 3 0,8-2-3 16,-2 0-6-16,-16 3 4 0,0-1-1 0,10-2 0 15,4 0-2-15,-11 2-8 0,7-1 3 0,4-3 4 16,2 3 6-16,-1-3-2 0,5 1-16 15,-7 0 18-15,4 1 66 0,-2-2-5 0,1 0-10 16,1 1 3-16,-1-1-13 0,2 2 7 0,-1-3-7 16,-1 3 3-16,2-2-19 0,-1 1 3 0,-1 1-13 15,1-2 11-15,1 1-6 0,2-3 3 0,-3 4 0 16,3-3-10-16,-2 1 12 0,2-1-12 16,3 1 0-16,4-1-8 0,-3-2 12 0,3 3-12 15,-2 0 8-15,2-2 5 0,3-1-16 0,-5 1 6 16,2-1 7-16,3 0-5 0,0 0 0 15,2 0-2-15,-4 0-1 0,-1 0 6 0,3-1-13 16,-3 1 10-16,4-1 3 0,-1-1-3 0,-2 1-5 16,2-1 2-16,-2 1 1 0,6-1 0 15,-4-1-9-15,1-1 6 0,3 1 0 0,-3-2 6 16,6 3 4-16,-3-1-5 0,4 0-8 0,-4-2-7 16,-1-1 15-16,5 2-10 0,-4-2 18 0,4 2-18 15,-4-2-8-15,4 1 16 0,-1 1-9 0,0 0 6 16,1-1-10-16,-1 2 3 0,0-1 12 15,2 0-3-15,1-1 3 0,-3 3 0 0,5-2-5 16,-2 0 6-16,2 1-1 0,1 0-8 16,2-1 3-16,-1 2 3 0,1-1-3 0,3 1 0 15,-1 0 2-15,-2-3-7 0,2 4 3 0,4-1 7 16,-3-1 0-16,3 1 8 0,-3-1-16 0,3 0 11 16,1-1-1-16,2 3-4 0,-3-2-6 15,0-1 6-15,3 2-8 0,1-1 7 0,-3-1-4 16,3 1 2-16,-1 0-3 0,1 0-2 0,3-1 10 15,-5 1-10-15,5-2 5 0,-3 1-5 0,3 4 13 16,-3-6-13-16,3 3 5 0,0 3-11 0,-3-7 11 16,3 4 0-16,0 3 8 0,-1-8-5 15,1 4 2-15,0 0-10 0,0-2 7 0,0 1-7 16,-2 0 5-16,2-2 0 0,0 2 3 0,0-3-6 16,-1 1 3-16,1-2-26 0,0 0-27 15,0-3-39-15,0 1-172 0,1-3-486 0,1 0-13 16,2-5 90-16,-1-5 61 0,0-4 54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5:39:24.91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5345 7985 463 0,'20'-2'133'0,"-2"2"-13"0,1 0-2 16,-5 0-16-16,3 0 1 0,-3-1-9 0,-1 1-19 15,5 0 4-15,-4 0-5 0,6 0-15 16,-6 0 15-16,6 0-12 0,1 0-14 0,-1-1 16 16,4 1-2-16,-3-3-3 0,3 1 18 0,-1 1-1 15,5 0 73-15,2-4-16 0,-2 4-5 0,3-2-21 16,3-1 1-16,-3 1-8 0,2 1-13 16,9-2 0-16,-5 2-10 0,1-4-11 15,4 5 3-15,-2-2-7 0,1-2-9 0,1 3-12 16,-2-3 3-16,1 2-3 0,4 2-10 0,-1-5 2 15,14 3 8-15,-9-1-13 0,8 0-8 0,-8 0-2 16,12 1-2-16,-10-3-4 0,11 5 1 0,-1-6-2 16,1 4-1-16,0 1 3 0,2-4-6 15,1 2 1-15,-3 1 2 0,-1 1 0 0,1-3-4 16,-12 2-1-16,12 1 10 0,-1-1-10 16,5 0-2-16,-1-3 12 0,3 5-7 0,0-2 10 15,4-2-6-15,0 3 4 0,0 1-16 0,-1-3 0 16,5 4 5-16,-4-3-5 0,6 2 8 0,-3-2-11 15,1 1 6-15,-5 1-1 0,4 1 6 0,1-7 5 16,-1 7-6-16,-2-3 6 0,4 3-10 16,-1-2 2-16,-1-1-5 0,4 0-5 0,-1 2 5 15,1-4 5-15,2 4-10 0,2 1 2 0,16-3 11 16,-17-1-21-16,-2 4 13 0,1-1 5 16,1-1 3-16,-4 2-6 0,1-2-2 0,3-1 0 15,14 1 0-15,3 1 5 0,-3 0 8 16,3-4 0-16,-17 4 5 0,-4 1-18 0,19-7-8 0,-16 6 8 15,18-1-5-15,-2-3 3 0,1 5 7 16,1-3 8-16,0-1-13 0,4 1 12 0,-10 1 4 16,-12 1-9-16,2-3-9 0,12 1-8 0,-15 2 17 15,18-3-2-15,4 1-10 0,-3-3 8 16,2 5 4-16,0-2-1 0,-5-2 1 0,-3 2 4 16,-11-1-6-16,-1 1 5 0,15-4-10 0,4 4 13 15,2-2 5-15,-3-2-3 0,4 4 3 16,-7-4-5-16,3 4-1 0,-1-4-4 0,1 2-5 15,0 1 15-15,5-2-6 0,-2-1-4 0,4 3 15 16,-4-2-8-16,-2-1-4 0,2 6 14 0,1-7-12 16,2 1 5-16,-5 4 3 0,6-5-11 0,-1 2 5 15,-1 2 11-15,1-3-8 0,2 1-6 16,-5-2-12-16,4 5 11 0,3-4 12 0,-3-1-16 16,4 1 9-16,-1 3 2 0,0-3-8 0,-3 0 10 15,0 0-4-15,0 3-85 0,1-3 12 16,1-1 1-16,2 2 7 0,3-1 16 0,-1 3 5 15,-5-4 2-15,2 1 6 0,-3 0-1 16,0-3 1-16,7 3-1 0,-7 0 9 0,7 2-1 16,-4-3 8-16,0 0-11 0,-6 1 14 0,0-1-3 15,-1 0 0-15,1 1 7 0,6 0-2 16,-3 1 0-16,-3-1 10 0,-1 0-12 0,1 0 12 16,0 3 54-16,-4-4 15 0,3 1-20 0,0 0 8 15,4 4-19-15,-3-4 6 0,6 0-18 0,-6 2 5 16,3 1-3-16,-3-2-68 0,2-1 9 0,2 3-4 15,2-2 14-15,3 5-1 0,-6-1-1 0,1-3 2 16,-2 4 1-16,5-2 10 0,-1-1-30 16,4 1 24-16,0 2 6 0,3-2-7 0,-3 0 17 15,0 3-10-15,-1-1 10 0,-2 0-12 0,3 0-1 16,-1-3 13-16,4 4-10 0,-5-1 18 16,-3-1-8-16,-1 2-17 0,-2 2 17 0,-2-2-2 15,0 1-19-15,-4-1 32 0,3 0-16 0,-2 0 0 16,-19 4 3-16,2-3 0 0,-5 0-16 0,-3-1 5 15,0 1 1-15,-2 2 2 0,-2 0-3 16,-3-2-12-16,0 0-6 0,-3-1-35 0,-2 2-67 16,-12-2-66-16,-6 0-126 0,-1 0-484 0,-4 1 26 15,-2-1 108-15,-11-1 56 0,0 1 48 0</inkml:trace>
  <inkml:trace contextRef="#ctx0" brushRef="#br0" timeOffset="1933.02">6856 1063 468 0,'0'19'192'16,"-3"0"10"-16,3-1-30 0,0-1-1 0,-4 2-92 16,4 1-22-16,-1 5 17 0,1 2-20 0,0 2 20 15,-3 1-7-15,3 5 20 0,0 4-26 16,0-1-5-16,0 2-12 0,-3 16 7 0,0-4-15 16,3 3 15-16,0 0-7 0,3-3 7 15,-3 3-5-15,0-2 0 0,0 2 64 0,3 1-13 16,-3 0 1-16,0-1-11 0,3 3 2 0,-3 1-10 15,1 0-2-15,6 2-2 0,-7 0-12 16,3-1 1-16,-3 0-7 0,3-2-1 0,-2-1-2 0,2 1-11 16,-3 1-7-16,0-2 5 0,-3-1-5 15,6 1 15-15,-3-1-15 0,-3 1-5 0,3 1-1 16,0 1 4-16,3-1-9 0,-3 5 9 0,0-1-9 16,0 1-68-16,3-1 4 0,0 3 16 15,-2 1-15-15,5-1 17 0,-6-1 9 0,5 1-6 16,-2 0 5-16,3 0 13 0,-2 0-13 15,-1-3 3-15,1 1-8 0,-1-1 3 0,3 2 12 16,2 3 11-16,-2 9-11 0,1-11 18 0,-3 1 6 16,6-3-3-16,-6 1 7 0,5-1-9 0,-2 15 2 15,0-15-8-15,-3 1-7 0,2 1 7 0,1 1-8 16,-3 13 6-16,-1-14 0 0,3 3-1 0,-1-1 1 16,1 13-5-16,-2-14 9 0,-1 1-4 15,0 0 7-15,-2-1-2 0,5 1 0 0,-3-1 8 16,2 1-11-16,1 0 18 0,-2-1-10 15,5 12 2-15,-2 4-9 0,0-4 6 0,0-12-9 16,-4 3 2-16,4 8-2 0,-4-10 0 0,5 12 7 16,-1 0 3-16,-4-12-5 0,0 2-3 15,1 12 8-15,-1 0-8 0,0-12-2 0,-2-2 7 16,1 2-4-16,-1-3 9 0,3 18-12 0,-1-16 7 16,-3 3-7-16,3 11-3 0,-2-15 13 15,-1 2-8-15,0-1 13 0,3 15-18 0,-3 2 10 0,3-13 1 16,-3-4-8-16,3 14-1 0,-3-10-2 15,1-4 6-15,2 0-9 0,-3 2 11 0,3 12 0 16,0 1 2-16,-3-13-2 0,0-1 0 0,0 0 5 16,0 15-3-16,0-12 5 0,-3-3 1 15,3 13-11-15,0-9 8 0,0-4-13 0,0-2 3 16,-3 1 5-16,3 4-1 0,0-4 1 16,0 1-8-16,0 2-2 0,0-3 10 0,0 0 10 15,0 1-5-15,0 0-8 0,-4-2-5 0,1-3 13 16,3-1-18-16,-3 2 15 0,3-5-17 0,0 0 17 15,-3-2 3-15,3-1 3 0,0-1-6 0,0-12 0 16,0-2-2-16,-1-2-8 0,1 1 18 16,-3-4-5-16,3 2-5 0,0-3-16 0,0 2 14 15,-3-4-4-15,3-3 11 0,0-2-8 0,-4 0-2 16,3-1 2-16,1-3-10 0,-3 0-10 16,3-6 18-16,-3 5-24 0,0-3-71 0,-1-3-51 15,1 0-90-15,-4 0-319 0,0-3-260 0,0 2 47 16,-2-8 84-16,2 0 72 0,3-8 51 15</inkml:trace>
  <inkml:trace contextRef="#ctx0" brushRef="#br0" timeOffset="5349.46">8056 623 394 0,'0'0'123'0,"0"0"12"0,-4-4-25 15,4 4-30-15,0 0 12 0,0 0-8 0,0 0 11 16,0-6-8-16,0 6-8 0,0 0-4 16,0 0-6-16,0 0-16 0,0 0-6 0,0 0 6 15,0 0-2-15,0 0 3 0,0 0-10 0,0 0-3 16,0 0-8-16,0 0-2 0,7 18 2 15,-7-10-10-15,4-1 5 0,-1 4-10 0,0-2 3 16,1 2-11-16,2 1 10 0,-3 2 1 0,2 2 7 16,1-2-18-16,-2 3 41 0,2 0-40 0,-3 1-1 15,4 3 5-15,-2 0 6 0,1 2-6 16,-2-2 0-16,2 2 3 0,0-1 5 0,2 1 23 16,-4 1-30-16,5-1-6 0,-5 1 21 15,2-1-13-15,-2 2-13 0,4-1-5 0,-2 2 18 16,0-1-6-16,1 5 1 0,1-5-10 0,-5 3 35 15,4 1-28-15,-1 2 8 0,4-1 5 0,-2 0-7 16,-2 1 7-16,1-2-8 0,3 2-2 16,-3 0 0-16,3 0 0 0,-3 1 2 0,4 0-5 15,-4-2 0-15,2 1 6 0,1 1-6 0,1-1-2 16,-4 0-8-16,3-1 12 0,1 1 9 16,-4-2-11-16,3 1 11 0,4 0-1 0,-7 0-10 15,5 1 83-15,-1 0-17 0,6 8-12 0,-3-5-7 16,-1-4-1-16,2 0 3 0,1 8-13 15,2 2-5-15,-5-7 5 0,1-4-5 0,3 11-16 16,-3-7 11-16,-4-3-5 0,3 0 7 0,1 2-9 16,-4-3-4-16,4 0 6 0,3 13-3 15,-3-9 0-15,-1-3-12 0,-3-3-11 0,5 3 10 16,-2-2-2-16,1-1 0 0,-1 1-3 0,2 1-8 16,1-3 11-16,-2 4-5 0,0-2 5 15,3 1-1-15,-3-2-9 0,9 9 5 0,-6-6 5 16,-3-3-3-16,3 1-3 0,-3-1 1 0,0 1 7 15,3-1-7-15,2 11 10 0,-4-6-3 0,1-4 1 16,-4-1-1-16,4 2-2 0,-2-1 0 0,-1-2 0 16,1 3 7-16,0-1-7 0,0 3-3 15,-1-2-10-15,1 0 5 0,6 7 5 0,1 4 3 16,-1-2-10-16,-3-6 12 0,-6-6-12 16,6 2 4-16,-1-2-4 0,-1 2 5 0,-2 1 2 15,4-4-5-15,-3 2-5 0,3-1 0 0,-3 2 0 16,3 0-3-16,-3-3 14 0,3 1-4 15,0 2 1-15,0-3-13 0,1 0 13 0,1 3-6 16,-1-6 1-16,-1 3-1 0,0 0 8 0,0-2-2 16,3 0-18-16,-2-1 33 0,-1 0-28 0,3 1 13 15,-3 1-14-15,1-6 9 0,2 5-3 0,0-3 13 16,-3 3-16-16,3-4 13 0,1 3-12 16,-3-1 7-16,12 11-13 0,-10-4 8 0,1-3-2 15,4 5 4-15,2 4 1 0,-3-8 7 0,-8-2-10 16,5-1 13-16,-4 1-5 0,0 1-6 15,3-1 6-15,-2-2 0 0,0 1 4 0,-2 1-4 16,5 0-8-16,-5-4 15 0,2 4-10 0,-2-2-2 16,2-1 2-16,3 1-71 0,-5 2 14 0,5-3 11 15,0 1-12-15,-5 2 14 0,5-5 9 16,-1 3-14-16,1-1 18 0,0 3 9 0,0-2-9 16,-2-1 8-16,3 2 0 0,8 8 0 0,-2-1 13 15,-1-2 3-15,1 0 4 0,-2-3-4 16,2 4 2-16,-1-4 5 0,-6-4-10 0,3 1 12 15,-1 0-7-15,-2-1 10 0,3 2 1 0,0-3-16 16,-1 3-1-16,-2-4 14 0,3 3-13 16,0-2-3-16,-3 1 6 0,2-2 4 0,-1-1-9 15,0 4 12-15,3-5 0 0,-1 1-5 0,0 0 13 16,0 0-8-16,-1-1 5 0,1 4-2 16,1-5-1-16,-1 1-1 0,3 0 9 0,0 0-13 15,0-1 6-15,-2 2-8 0,2-2 10 0,0 1-7 16,1 1-3-16,9 6-3 0,0 0 14 0,-2 1-6 15,-5-6 5-15,-2-2-7 0,6 6 7 0,-3-3 5 16,-1-1-12-16,-5-1 9 0,12 7 1 16,-6-6-5-16,-7 0 5 0,3 0-21 0,1-1 16 15,-1 0-3-15,1 0 10 0,-1 0-15 16,-1-1 0-16,13 6 5 0,-8-1-12 0,-1-6 12 16,5 5 8-16,-1-5-13 0,0 0 12 0,6 2-1 15,5 4-1-15,-1-5 0 0,1 2 3 16,-1 2-16-16,1-3 14 0,0 3 1 0,3 0-7 15,-1-2-2-15,-2 4 7 0,-1-6-10 0,0 3 0 16,-2-3 11-16,-5-2-9 0,-6-1 3 0,3-2-7 16,11 7 2-16,-5-6 2 0,4 4 1 0,-5-3-6 15,8 1 8-15,1-1 3 0,0 0-8 16,0 1 5-16,-1 1 3 0,2-4-6 0,1 2 1 16,-8-3 2-16,5 3-8 0,2-3 9 0,-8 2 4 15,-3-4-8-15,-1 0 9 0,14 0-11 16,-6 1-3-16,-5-2-2 0,-2-1 5 0,17 3 3 15,-7-3 4-15,-10 0-4 0,20 1-3 0,-4 1-5 16,0-1 17-16,1 0-14 0,-6-4-3 0,-8 2 5 16,2 0 5-16,13-1 3 0,-5-1-6 15,-7 0 1-15,1 1 2 0,13-3-3 0,-7 2 9 16,10-2-11-16,-9-2 0 0,-4 0-6 0,14 0 6 16,3 0 8-16,-1-1-3 0,1-4 6 15,-3 3-11-15,0-4 0 0,2 1 15 0,-2 0-15 16,-1-2 0-16,1 3 5 0,-4-3 0 0,4 0-2 15,-1 0 2-15,-2-1-3 0,2-1-4 0,0 1 2 16,1 0 7-16,-1-3 1 0,1 1-3 16,0-1-2-16,-1-1 2 0,0-1 13 0,1 1-21 15,-4-4-10-15,1 2 6 0,2 1 2 0,-4-3 5 16,2 0-8-16,-1-1 8 0,3 1-8 16,-2-1 8-16,2 0-7 0,1 0 4 0,-1-5 8 15,1 4-7-15,-1 0-14 0,-2-1 9 16,-1-1 9-16,0 1 16 0,0-2-23 0,-1 2 0 0,-2 0 7 15,4-3 11-15,-4 3-5 0,3-5-8 0,0 2 13 16,10-5 2-16,3 0-7 0,-5 0-6 16,3-2 9-16,-16 4-9 0,12-3 11 0,1-5-3 15,-15 8 3-15,1-1-3 0,2-4-20 0,5-2 18 16,-9 6-3-16,12-10-8 0,-11 10 21 16,14-6 3-16,-3-2-19 0,2 1 1 0,-2 1 17 15,-1 0-20-15,-9 5 10 0,-1-1 8 16,10-4-7-16,-2 0-11 0,-1-5 0 0,-7 7 0 0,-6-1 2 15,13-8 8-15,-3 1 6 0,0-3-9 16,0 1-1-16,1 0 17 0,-1 2-31 0,-3-2 13 16,-5 8 23-16,8-8-25 0,0-1-3 0,-3 1 7 15,-5 8 11-15,-5-5 3 0,12-1-16 16,-9 1 23-16,-4 3-31 0,10-7 11 0,-3 0 2 16,-4 5-15-16,1-7 16 0,6 0-9 0,-4-4 8 15,1 3 1-15,-7 6 4 0,7-5 0 16,-10 6-22-16,10-8 7 0,-7 9 0 0,-3 1-13 15,-1-4 23-15,1 3 3 0,0-4-5 0,-1 0-6 16,-3-1 6-16,0-2 5 0,0 3-1 0,0-2 6 16,1 1-13-16,-4-2-2 0,3 1 10 0,0 2-18 15,-3-2 5-15,0-1-8 0,0 1 16 16,-1-2-1-16,1 2 1 0,0 1 0 0,0-1-16 16,-4 0-5-16,1 1 21 0,2 0-13 0,-3 1 10 15,3 0-5-15,-2 2-10 0,-1-2 22 16,1 0-6-16,2-1-4 0,-2 4-4 0,-1-3 12 15,1 2-10-15,0 0 2 0,-1 0 1 0,-1 0 5 16,-1-2 2-16,2 1 3 0,-3 3-13 16,3 1 7-16,-6-5-4 0,3 5 7 0,0-2-10 15,-3 1 3-15,-2 5-6 0,-4 5 3 0,5-13-2 16,0 2 4-16,-2 4 3 0,-5 5-2 0,5-11-3 16,-2 5 5-16,-2 3 0 0,-1 3 13 15,-2-2-13-15,3 1-2 0,-1 0-11 0,1-1 5 16,0-12 1-16,0 9-1 0,-1 3 8 0,-3 0-7 15,4 3 4-15,-4-2 1 0,4 0 2 0,-4 2-7 16,0-1 7-16,4 1-5 0,-1-1 10 16,-1 0 0-16,-2-1-5 0,3 2-5 0,-2-1 3 15,2 0 4-15,-3-2-9 0,4 2 7 0,-1-1-10 16,1 1 0-16,-1 1 5 0,-1 1-5 0,1-2 20 16,0 2-12-16,1-1-3 0,-1 2 0 15,-1 0 2-15,1-1 3 0,1 2-7 0,-4-1-6 16,0 6 5-16,4-3 3 0,-4 4-2 0,-3-1-6 15,4 0 11-15,-2 4-11 0,-2 1 8 16,0-3 0-16,3 3-8 0,-6 2 3 0,3-2 13 16,2 3-11-16,-5-1 6 0,3 2 5 0,-3 0-21 15,-1 2 13-15,3-1 10 0,-2 1 0 16,-1 0-5-16,1 1-5 0,0 0-7 0,-1 2 14 0,0-1-9 16,1-1-1-16,-1 3-2 0,-3-1 8 15,3 1-3-15,0 0-3 0,-2-1-4 0,-1 5 9 16,6-5-40-16,-6 5-54 0,0-7-88 15,4 6-91-15,-4 1-264 0,0 0-328 0,7 0 106 0,-7 0 63 16,0 0 90-16,0 0 51 0</inkml:trace>
  <inkml:trace contextRef="#ctx0" brushRef="#br0" timeOffset="6883.34">6832 1055 680 0,'0'0'292'0,"0"0"-28"0,-4-5-13 16,4 5-34-16,0 0-32 0,0 0-14 15,0 0-7-15,0 0-28 0,-17 10 2 0,11-4-20 16,2 1-11-16,-3 2-5 0,0 3-7 0,0 1 2 16,-3 1-17-16,-1 3-11 0,1 0-5 0,-2 1 10 15,1 3-25-15,1-2 2 0,0 0-5 16,-1 0-5-16,4 0-3 0,0-1-4 15,-2-1-1-15,4-2-15 0,-2-2 10 0,4 2-15 0,0-2-11 16,-1-3-30-16,1 1-33 0,3-2-21 16,0-2-15-16,3 0-37 0,1-1-73 0,-1-4-87 15,4 1-413-15,0-3 26 0,-7 0 64 0,14-6 65 16</inkml:trace>
  <inkml:trace contextRef="#ctx0" brushRef="#br0" timeOffset="7082.42">6783 1046 494 0,'0'0'194'16,"4"-5"-28"-16,3 3-4 0,-7 2-6 15,14 0-15-15,-5 5-3 0,6 1-15 0,1 1 2 16,2 3-2-16,6 1-13 0,-1 5-13 0,5-2-2 16,-1 4-18-16,7 7-3 0,2 0-13 15,-3 1 3-15,1 2-10 0,-6 0 61 0,2 2-38 0,-6-5-74 16,-4-3-136-16,-2 0-553 0,-1 1 28 15,-7-5 77-15,0-2 79 0</inkml:trace>
  <inkml:trace contextRef="#ctx0" brushRef="#br0" timeOffset="7733.25">3925 1773 550 0,'8'-6'205'0,"-1"-1"56"0,9-2-16 0,-1-3-35 16,5 0-2-16,0-2-96 0,5-1-9 0,5 0-6 15,-3 1 3-15,1-2-29 0,-1 2 9 0,1 2-19 16,-5 1-7-16,1 1 0 0,-3 0-26 15,-5 2 13-15,2 2-8 0,-5 0-10 0,-2 1-2 16,-1 1-21-16,0 0-5 0,-6 2 22 16,3-1-27-16,-7 3 18 0,0 0-8 0,0 0 13 15,0 0-24-15,0 0 19 0,0 0-5 0,-14 12 4 16,10-9-2-16,-2 1 24 0,2 0-17 0,1 3-4 16,0 0-5-16,-1 1-1 0,3 3 6 15,1 1 2-15,5 1 5 0,-2 4-4 0,4-2 4 16,0 6 23-16,3 0-9 0,7 4-24 0,-3-2 15 15,6 1-17-15,-2-1 20 0,1 1-13 16,-1 1 3-16,-2-1-3 0,2-2 5 0,-5 1 3 16,-1-3-2-16,0-2-14 0,-5 1 24 15,0-2-11-15,-3 0 11 0,-4 1-11 0,0-2 82 16,-6 2-4-16,1-4-22 0,-5 1 19 0,-3 0-11 16,-2 0-15-16,-1-1-5 0,-4-3 3 0,2-1-9 15,1-2 6-15,-4-1-5 0,5-2-21 16,-2-2 11-16,2-1-19 0,-2-2-14 0,1 0-14 15,4-3-15-15,0-1-46 0,1-1-49 0,2-1-66 16,4-3-66-16,-2 0-132 0,8-1-355 16,0-2 41-16,4-1 84 0,-3-2 57 0</inkml:trace>
  <inkml:trace contextRef="#ctx0" brushRef="#br0" timeOffset="7966.19">4568 1506 778 0,'0'0'250'16,"0"0"-19"-16,0 0-14 0,0 0-22 0,-3 17-11 15,3-4-12-15,0 1-14 0,0 5-1 16,0 1-11-16,3 4-18 0,0 2-11 0,2 1-12 16,1-1-10-16,1 3 2 0,-3 2-12 0,5-2-21 15,2 1-54-15,-1-2-18 0,0-1-2 0,1-1-3 16,2-1-25-16,-2-3-19 0,3 2-27 15,-1-4-47-15,1-2-48 0,-1-3-118 0,4-1-391 16,0-3 63-16,-2-4 60 0</inkml:trace>
  <inkml:trace contextRef="#ctx0" brushRef="#br0" timeOffset="8416.67">4869 1706 806 0,'-6'8'263'0,"2"3"-27"0,-2 2-8 16,1 1-29-16,-1 1-22 0,3 1-11 0,0 1-7 15,3 0-23-15,0 1-6 0,6-2-20 16,-3 2-74-16,0-2 0 0,5 0-10 0,-1-3 9 16,3 1-6-16,4-3-4 0,-4 1 6 0,3-3-3 15,4-2 51-15,1-3-2 0,-2 1-10 0,2-4-1 16,-2 0 3-16,2-3-2 0,-4-3-13 15,3 0-6-15,-1-3-2 0,-1 0 3 0,-2-6-16 16,-2 1-2-16,-4-2 0 0,-1-4 0 0,-3 0-11 16,-3-3-7-16,-6-3 12 0,-1-4-19 0,-4-1 4 15,1 4-8-15,-3-1 19 0,-1 2-11 16,-2 2 5-16,1 5 6 0,2 0-3 0,-4 4 5 16,3 1-5-16,-4 4 7 0,2 1-2 0,-2 3 16 15,5 4-19-15,-4 1 3 0,0 3 3 16,3-1-3-16,1 4-8 0,-1 1-4 0,1 1 6 15,5 2-4-15,1-2-5 0,1 2-3 16,5 0 16-16,-2 0-1 0,3 0 0 0,3 0 4 16,1-1-9-16,3-1 8 0,4 0-3 0,1-1 1 15,3 0-3-15,1-3-3 0,-1 1-15 0,4-4-28 16,2 0-16-16,3-1-30 0,-4-1-64 0,4-3-69 16,-3 1-172-16,3-3-430 0,-1-1 90 0,-2-4 71 15,-8 2 65-15,-1-1 50 0</inkml:trace>
  <inkml:trace contextRef="#ctx0" brushRef="#br0" timeOffset="8716.79">4941 1242 844 0,'0'0'231'0,"7"-6"-6"0,-7 6-23 0,10 0-33 15,1 2-90-15,3-1 1 0,2 5-4 0,8 4 14 16,4-1-21-16,5 7-7 0,9 2 14 15,5 5-12-15,-2 2 5 0,3 0 1 0,0 5-6 16,-7-1 7-16,3 2-4 0,-3 2 2 16,-3 1 0-16,-4 1-23 0,-6 3 13 0,-1-1 15 0,-7 1-17 15,-6-4 12-15,-7-5-16 0,-1 3-1 16,-5-3-6-16,-2 4 69 0,-8 1-8 0,-4 12-4 16,-5-1-11-16,-6-2-3 0,0 0-22 0,-3 1-11 15,-1-1 3-15,1-3-13 0,-4 2-2 16,4-1-29-16,-1-1-38 0,1-3-41 0,3 1-43 15,7-7-98-15,3-5-225 0,0 0-366 0,5-5 100 16,1 0 74-16,5-4 48 0</inkml:trace>
  <inkml:trace contextRef="#ctx0" brushRef="#br0" timeOffset="10414.94">23654 7235 494 0,'0'0'189'0,"-7"-2"0"15,7 2-17-15,0 0-11 0,-6-4-15 0,6 4-13 16,0 0-13-16,0 0 3 0,0 0-25 0,-3-3-6 16,3 3-5-16,0 0-8 0,0 0 8 15,0 0-36-15,0 0 21 0,0 0-8 0,16-5 3 16,-9 3-3-16,4 0-11 0,2 2-7 0,0-2-2 15,8-3-8-15,0 4 5 0,3-5 0 0,7 3 0 16,1-3-6-16,4 4-1 0,4-4-6 16,-2 4-5-16,7-4-79 0,16 2 4 0,1-3 4 15,0 1-1-15,2 4 16 0,1-4 2 16,0 2 0-16,3-3 3 0,-3 1 13 0,4 2 7 16,-1-3 3-16,-3 1 3 0,0 3 7 0,3-3-3 15,-3-1-7-15,7 3 20 0,-3-3 1 0,2 1-6 16,1-1 13-16,0 3 5 0,3-3-5 15,-3 5 0-15,0-4 0 0,-1 0-2 0,2 2-6 16,-2-2 6-16,1 3-11 0,0-3 5 0,2 0-12 16,-1 2 7-16,-1-4-5 0,-1 2 8 0,2 4-5 15,-5-6 17-15,0 1-7 0,-3-1-13 16,0 1 13-16,-1 3-10 0,-2-4 2 0,2 0-2 16,-2-1 12-16,4 1 3 0,-1 0 0 15,0-1 3-15,3-1-16 0,-3-2 16 0,3 1-8 16,-3-2 10-16,4 2 0 0,-6 2-5 0,-3 0 5 15,-3-5 3-15,1 6-5 0,-10 1-3 16,-7 2 79-16,-3-1-23 0,3 0-7 0,-6 2-8 16,-1-2-5-16,-2 4-5 0,-3 0-1 0,-3-3-22 15,-4 4 2-15,-5-1-17 0,4-2-4 0,-8 4-9 16,3-3-36-16,-5 3-49 0,-4-4-97 0,-3 1-228 16,3 2-366-16,-4 0 87 0,-3 1 46 15,0 0 74-15</inkml:trace>
  <inkml:trace contextRef="#ctx0" brushRef="#br0" timeOffset="10715.41">27753 6528 693 0,'0'0'279'0,"14"-2"-38"0,-7 2-19 15,2 2-9-15,4 2-24 0,-2 0-17 0,3 2-8 16,0 2-29-16,1 1-4 0,-2 0-18 16,0 5-3-16,4-2-16 0,-4 4 4 0,-2 2-22 0,2 2 9 15,-3-1 15-15,-3 5-3 0,1-4-10 16,-5 5-8-16,0 0-10 0,-3 4 8 0,-3-4-3 16,0 0-7-16,-5 1 0 0,1 1-6 0,-2 1-5 15,-1-1-15-15,-4 0 8 0,4-2-77 16,-3 0-21-16,1-6-10 0,2 3-25 0,-2-3-39 15,3-1-13-15,0-3-99 0,1 1-223 0,5-6-292 16,0 0 89-16,3-3 39 0,0-1 69 16</inkml:trace>
  <inkml:trace contextRef="#ctx0" brushRef="#br0" timeOffset="11199.03">28255 6791 696 0,'0'0'279'0,"-3"18"-44"16,2-10 3-16,-2 3-18 0,0 2-25 0,3-1-16 15,-3 2-20-15,3 1-16 0,0 3-15 16,3-2 5-16,0 2-23 0,1-4-2 0,-1 4-19 16,5-6-12-16,3 3 3 0,-3 1 58 0,5-6-10 15,-5 3-13-15,8-3 0 0,-4-1-20 0,4-1-3 16,1-2-13-16,-3-4-7 0,4 0-5 15,-5 0-11-15,6-4-5 0,-3 0-5 0,2-4-10 16,-2-2 2-16,-3-2 6 0,1-4-16 0,-1-4-5 16,-3-1 3-16,-2-6-3 0,-1-2-23 15,-4-2 0-15,-3 3 10 0,0 1-15 0,-3-1 15 16,-1 3 0-16,-6 2 8 0,-1-1-5 0,-2 5-10 16,-4 2 9-16,-1 4 11 0,-5 1-15 15,-1 2 10-15,-3 4-15 0,5 1 9 0,-1 3 4 16,-1 3-1-16,-3 1 3 0,3 0-3 0,7 3 1 15,-1 1 7-15,1 1-8 0,7 0-10 0,0 1 3 16,3 2 10-16,0-3-10 0,7 0 17 16,0 0 1-16,8-1-6 0,1 1-12 0,2-2-8 15,9 1 10-15,-3-4 5 0,7 3-2 0,4-1 0 16,-4-4 0-16,3 4-8 0,-1-3 21 0,-8-2 2 16,3 2-13-16,0-1-23 0,-3-2-2 15,-5 1-33-15,0 0-37 0,-3-1-73 0,-1 0-93 16,-9 0-199-16,0 0-390 0,0 0 70 0,0 0 102 15,0 0 18-15,-43-8 74 0</inkml:trace>
  <inkml:trace contextRef="#ctx0" brushRef="#br0" timeOffset="24430.56">8220 1471 104 0,'0'0'44'0,"0"0"-3"0,0-5-15 15,0 5 4-15,0 0-2 0,-3-3-20 0,3 3 25 0,0 0-25 16,0 0 0-16,-1-7-6 0,1 7 16 16,0 0-15-16,0 0 10 0,0-6-16 0,0 6-5 15,0 0-40-15,1-6-32 0,-1 6-9 0,3-6 9 16</inkml:trace>
  <inkml:trace contextRef="#ctx0" brushRef="#br0" timeOffset="24564.77">8226 1410 232 0,'0'0'100'15,"0"0"-15"-15,0 0 2 0,0 0-13 0,0 0 10 16,0-8-12-16,0 8-18 0,0 0-16 0,0 0 19 16,0 0-27-16,0 0-2 0,0 0-17 15,0 0-4-15,0 0-40 0,0 0 36 0,0 0-55 16,0 0-45-16,0 0-41 0,0 0 5 0,0 0-44 15</inkml:trace>
  <inkml:trace contextRef="#ctx0" brushRef="#br0" timeOffset="24813.71">8241 1483 279 0,'0'6'87'0,"0"-6"-13"0,0 7 0 0,0-1 8 15,3-1-28-15,-3 1 5 0,0 1-13 0,0-1-3 16,0 1-12-16,0 1 10 0,3-1-16 16,-3 2-12-16,0 1-20 0,3-1-1 0,-3 1-41 15,4 0 8-15,-4 0-5 0,3 0-102 0,0-5-34 16,-3 7-240-16</inkml:trace>
  <inkml:trace contextRef="#ctx0" brushRef="#br0" timeOffset="24981.21">8309 1861 291 0,'3'8'77'0,"-3"-2"10"0,0 0-15 15,0 1-6-15,0 0-14 0,3 1-9 0,-3 0-22 16,1 1-9-16,1 1-42 0,-1 2-22 16,2-1-24-16,-3 2-60 0</inkml:trace>
  <inkml:trace contextRef="#ctx0" brushRef="#br0" timeOffset="25181.4">8349 2289 191 0,'0'0'62'15,"0"6"-6"-15,0-6 16 0,0 6-21 0,0-6 0 16,0 7-17-16,0-7 7 0,0 6-24 0,0-1-11 16,0-5-1-16,0 9-77 0,0-4-12 15,0 1-62-15,-3 1 5 0</inkml:trace>
  <inkml:trace contextRef="#ctx0" brushRef="#br0" timeOffset="25314.23">8322 2566 299 0,'3'7'69'0,"-3"1"18"0,3 0-28 0,-2 3 15 15,3 0-25-15,-1-1-18 0,0 2-19 0,1 1-32 16,-1-1-39-16,1 1-182 0,2-3 21 0</inkml:trace>
  <inkml:trace contextRef="#ctx0" brushRef="#br0" timeOffset="25497.22">8487 3058 232 0,'3'8'26'15,"-3"1"-13"-15,3-3-82 0,0 1-57 0</inkml:trace>
  <inkml:trace contextRef="#ctx0" brushRef="#br0" timeOffset="26063.97">8555 3370 552 0,'0'5'172'0,"0"-5"-16"0,0 10-10 16,0-3-8-16,3-3-12 0,-3 3-27 0,0 1-9 15,3-2-16-15,-2 3-48 0,2 0-80 16,-3 1-2-16,3-1-6 0,-3 4-86 0,3-4-62 15,-2 3 10-15,2 0 31 0,-3-3 6 16,4 0 29-16,-4 1 27 0,3 0 46 0,-3 2 27 16,0-3 24-16,0-1 20 0,0 0 59 15,0-2 29-15,0 1 14 0,0 1 9 0,-3-2 7 0,3 1 5 16,0 1 7-16,-4-4-4 0,4 2 7 16,0 1-17-16,-3-3 10 0,2 3-88 0,2-2 3 15,-2 1 1-15,1 1 1 0,0 0-2 0,0-1 29 16,0 2 66-16,-3 0-8 0,3 0-13 15,0 1-17-15,0-4-13 0,3 6-1 0,-3-2-12 16,0 0-8-16,4 1-4 0,-4 1-4 0,4 2-33 16,-4-1-2-16,3 2-16 0,0 0-25 0,1 3-31 15,-1-1-15-15,0-3-34 0,1 3-40 16,-1 0 12-16,1 0-87 0,0-1-25 0,-1 0 28 16,0-2 25-16,-2 0 18 0,2 1 39 0,0-2 43 15,-3-1 57-15,3 2 22 0,-3-4 21 16,0 3 21-16,1-4 33 0,1 5 7 0,-1-5 1 15,-1 3 4-15,0-4 11 0,0 1 5 16,3 0-8-16,-3 1-7 0,0-1-3 0,0 0 3 16,0 0-21-16,0 0 23 0,0 0-10 0,3 1 12 15,-3-1 4-15,0 0-19 0,4 2-10 0,-4 0-10 16,1 1 5-16,2 0-15 0,0 0-14 0,-3 2-27 16,3-1-10-16,1 2-29 0,-4 0-69 15,6 1-31-15,-6 5-91 0,1-2-83 0,2 1-363 16,0-1 21-16,1 3 91 0</inkml:trace>
  <inkml:trace contextRef="#ctx0" brushRef="#br0" timeOffset="26230.26">8722 4788 673 0,'0'8'212'0,"0"-1"-22"0,0 1-24 16,-3 2-25-16,6 1 10 0,-3-1-87 0,0 1-8 15,0 3 11-15,0-2-29 0,3 4-69 16,0 0 16-16,-3 1-67 0,5-2-49 0,-2 3-178 16,0-1-270-16,1 5 39 0</inkml:trace>
  <inkml:trace contextRef="#ctx0" brushRef="#br0" timeOffset="26414.04">8770 5461 614 0,'-3'6'251'0,"3"-1"-90"0,0 1-5 16,-3 0-18-16,2-2-20 0,-2 4-8 0,2-1-5 15,-2-1-15-15,3 2-6 0,-3-3-2 0,3 5-10 16,0-4-8-16,0 6-41 0,-3-2-10 0,2 0-44 16,1 4-49-16,-3-3-50 0,3 1-223 0,0 2-226 15,0 1 13-15</inkml:trace>
  <inkml:trace contextRef="#ctx0" brushRef="#br0" timeOffset="26781.69">8760 6020 540 0,'-1'6'156'15,"1"2"-10"-15,0-4-8 0,-3 2 3 0,3 1 2 16,0 1-41-16,0 0-7 0,0 0-8 15,-3 1-15-15,3 0-21 0,0 1-8 0,0 3-4 16,0-3-26-16,0 0-39 0,0 4-20 0,0-3 23 16,0 3-28-16,0-4-59 0,0 5 56 0,3-4-69 15,-3 3-5-15,0-3 8 0,3 3 15 16,-3-4-13-16,0 3 11 0,0-1 35 0,1 1 18 16,2-2 54-16,-2-1 3 0,-1 3 53 0,3-3 5 15,-3 1 29-15,0-3 7 0,3 0 21 16,-3 1-5-16,0 1-8 0,0-2 12 0,0 0-19 15,0-1 76-15,0 5 0 0,3-6-13 16,-3 3-23-16,0 3-15 0,-3-1-18 0,3 1-3 16,0-1 1-16,0-1-24 0,0 3 1 0,0-2-24 15,0 3-23-15,-3-3-7 0,3 5-24 16,0-2-43-16,0-1-69 0,3 5-43 0,-6 1 9 16,3 0-519-16,0 0 18 0,0 2 46 0</inkml:trace>
  <inkml:trace contextRef="#ctx0" brushRef="#br0" timeOffset="27247.32">8835 7503 877 0,'0'0'259'0,"0"5"-18"0,0-5-31 16,0 0-19-16,0 0-32 0,0 8-15 0,0-8-19 15,0 3-20-15,3 3 5 0,-3-6-26 16,0 4-2-16,1 0 3 0,-1-4-8 0,3 8-11 16,-3-5-15-16,3 3-12 0,-3-6 7 0,0 8-3 15,0-1 6-15,3-4-16 0,-3 4 13 0,0-3-2 16,0 2-1-16,0 1-7 0,1 0-3 0,-1-7-2 15,0 9-5-15,0-2-1 0,0-4-9 16,0 3-3-16,0-6-16 0,0 8-30 0,0-5-57 16,0-3-110-16,-1 8-578 0,1-5 90 0,0 1 45 15,0-4 75-15</inkml:trace>
  <inkml:trace contextRef="#ctx0" brushRef="#br0" timeOffset="28397.5">8842 8100 837 0,'0'0'273'0,"0"0"-37"16,0 0-19-16,6-9-25 0,-6 9-17 0,0-8-19 16,1 1-13-16,1 5-12 0,-1-4-14 0,-1-4-9 15,0 3-6-15,4 0-20 0,-4-1-8 16,0 3 1-16,0-1-1 0,0-1-13 0,0 0-2 15,0 7 3-15,-4-10-14 0,4 10 6 0,0-7-5 16,0 7-11-16,0-4 0 0,0 4-2 16,0 0-8-16,0 0-2 0,0 0-6 0,0 0 3 15,0 0-7-15,0 26 9 0,4-16-14 0,-1 7-6 16,-3 1 8-16,3-1-1 0,1 5 4 16,-1-1-6-16,1 2-5 0,2 1 8 0,-3 1 0 15,2-2-3-15,1 1-5 0,-2-4 8 0,2 1-18 16,-3-2 20-16,1-1-12 0,-1-3 7 0,-3 1 0 15,4-4-2-15,-3 1 2 0,-1-4-5 16,3 1 8-16,-3-2 5 0,0 1-8 0,0-1-2 16,0-1 15-16,-3-4-16 0,2 2 17 0,1 2-7 15,0-7-1-15,-7 9-6 0,7-8 16 0,0-1 2 16,-4 7 8-16,4-7-16 0,-3 4 16 16,3-4-34-16,-3 7 24 0,3-7-8 0,0 0 2 15,-3 3 14-15,3-3-19 0,0 0 29 16,0 0-16-16,0 0-8 0,0 0-7 0,-1 5 0 15,1-5 0-15,0 0 15 0,0 0-13 0,0 0 1 16,0 0 1-16,0 0-9 0,17-1 13 16,-17 1-19-16,14-6-7 0,-14 6-18 0,10-1-67 15,-3 1-12-15,0-2-62 0,0 2-48 0,0-4-116 0,-1 4-488 16,-6 0 112-16,11 3 25 0,-11-3 70 16,0 0 61-16</inkml:trace>
  <inkml:trace contextRef="#ctx0" brushRef="#br0" timeOffset="29647.36">7970 1011 125 0,'0'0'-5'0,"-6"-3"-39"16,6 3-27-16</inkml:trace>
  <inkml:trace contextRef="#ctx0" brushRef="#br0" timeOffset="30379.89">8017 983 43 0,'1'5'20'0,"-1"-5"21"0,0 0-28 0,3 4 38 15,-3-4-4-15,0 0 4 0,4 4-8 0,-4-4-4 16,0 0-6-16,3 6-13 0,-3-6 9 16,0 0-12-16,0 6 22 0,0-6-29 0,4 5 8 15,-4-5 46-15,0 7-49 0,0-7 3 0,3 5 3 16,-3-5-8-16,0 6-13 0,0-6 28 15,3 7-5-15,-3-7-8 0,0 6-15 0,1-4 3 16,2 3 12-16,-3-5-18 0,0 6-4 0,3-2 22 16,-3-4 8-16,0 6-18 0,3-2-18 15,-3-4 21-15,3 6 13 0,-2-2-11 0,-1-4-8 16,4 7 14-16,-1-4-37 0,0 2 32 0,-3-5-6 16,4 6 13-16,-1-2-3 0,0 0-12 15,-3-4 7-15,4 7-18 0,-4-3-5 0,3 0 21 16,0-1 0-16,-3-3-24 0,5 10 19 15,-2-7 7-15,-3-3-7 0,3 7-16 0,-2-2 23 16,2-1-2-16,0 0-26 0,-3-4-3 16,6 9 21-16,-6-6 3 0,4 1-18 0,-4-4-32 0,3 6-55 15,1-1-59-15,-4-5 5 0,4 4-23 16</inkml:trace>
  <inkml:trace contextRef="#ctx0" brushRef="#br0" timeOffset="30496.65">8158 1225 102 0,'0'0'23'0,"0"0"-18"15,0 0-79-15</inkml:trace>
  <inkml:trace contextRef="#ctx0" brushRef="#br0" timeOffset="30729.74">8182 1207 122 0,'0'0'36'0,"0"0"-5"15,0 0-3-15,0 0-2 0,0 0-1 0,0 0 1 16,0 0-26-16,0 0 2 0,0 0-48 16,0 0-48-16</inkml:trace>
  <inkml:trace contextRef="#ctx0" brushRef="#br0" timeOffset="31196.55">8161 1246 166 0,'0'0'61'16,"0"6"29"-16,0-6-21 0,0 0-20 0,-3 5-3 15,3-5-3-15,0 0 8 0,0 6-17 16,0-6 7-16,3 6-3 0,-3-6-17 0,1 6 17 16,2-3-15-16,-3 2 8 0,0-5-13 0,3 9-11 15,0-6 29-15,-2 2-18 0,2 0 3 16,1-2 9-16,-1 2-7 0,-3-1-18 0,0-4 6 16,3 9 1-16,1-5 14 0,-4 1-23 15,0-5 12-15,3 7-7 0,0-3 2 0,-3 1-13 16,0-5 19-16,4 9-24 0,-4-6 31 0,3 1-13 15,-3-4 8-15,3 10-5 0,-3-6-8 0,1 0 3 16,3 0-6-16,-4-4 11 0,3 9-3 16,-3-5-2-16,3 0 5 0,-3-4 2 0,4 8-12 15,-4-3 7-15,3-3-20 0,0 3 33 16,-3 0-10-16,3-1 10 0,1 0-11 0,-1 1-1 16,-3-1-19-16,5 1 13 0,-2 0 5 15,0 0 3-15,1 1-28 0,-1-4-18 0,0 4-19 16,1-2 11-16,2 1-69 0,-2 0 16 0,0-1-52 15,2 1-67-15,-3-2-30 0,1 1-79 0</inkml:trace>
  <inkml:trace contextRef="#ctx0" brushRef="#br0" timeOffset="31396.25">8343 1571 243 0,'3'5'89'0,"-3"-5"26"0,0 5-10 16,0-5 5-16,3 7-10 0,-3-7-8 15,0 4-12-15,0-4-19 0,0 6-15 0,0-6-2 16,1 8 7-16,2-4-15 0,0 0 61 0,-3 2-66 16,3-1-13-16,1 1-26 0,0 1-28 0,-1 0-18 15,1 1-79-15,2 2 41 0,-3-3-120 16,4 1-29-16,-2 2 47 0,1-3 12 0,0 0 49 16</inkml:trace>
  <inkml:trace contextRef="#ctx0" brushRef="#br0" timeOffset="31530.45">8482 1813 271 0,'1'4'64'0,"-1"-4"51"0,4 8-46 16,-4-5 13-16,3 2-21 0,-3-5 21 0,3 8-15 15,-3-4-11-15,0-4-22 0,3 8 6 16,-2-4-4-16,2 2-18 0,-3-2-48 0,0-4-96 16,3 10-388-16</inkml:trace>
  <inkml:trace contextRef="#ctx0" brushRef="#br0" timeOffset="35329.05">8042 1023 66 0,'0'0'72'0,"0"0"2"15,0 0 10-15,0 0 1 0,0 0 2 0,0 0-13 16,0 0-5-16,0 0 8 0,0 0-3 16,0 21-10-16,3-17 3 0,-3 3-3 0,3-1-18 15,-2 0 20-15,6 2-14 0,-4 0-14 0,1 1 3 16,2 1 0-16,-2-1 0 0,2 1-8 16,2 1 21-16,-2 2-23 0,1-1 4 0,-1 1-4 15,1-1 18-15,1 2-16 0,-2 0 69 0,1-1 6 16,-3 2-3-16,6 0-5 0,-6 2-13 15,5-2-13-15,-5 0 5 0,2-1-12 0,2 2-16 16,-2-1 8-16,1 0-3 0,0-2-4 16,-1 2-14-16,2-1-2 0,-1 0-8 0,-1 0 5 15,1 0-7-15,0-1-13 0,-3 1 20 0,2 1-13 16,1-1 3-16,-3-1-2 0,2 1-3 0,-1 0-11 16,1-3-1-16,0 0 19 0,-2 1-9 0,-1-1 1 15,1-1-11-15,-1 1 11 0,4-1-6 16,-6 0 12-16,5 1-10 0,-3-3-1 0,1 2-7 15,-1-2 13-15,3 1-5 0,-1-1-13 16,-2-1 10-16,0 1 3 0,1-1-8 0,-1 0-2 16,0-1 12-16,1-1-5 0,-1 1 6 0,0 0-16 15,-2-1-8-15,3 1 21 0,-1-2-10 0,0 3-3 16,0-4 12-16,-2 2 4 0,2-1-11 16,0 0 10-16,-3-4-15 0,3 9 16 0,-2-7-19 15,2 2 6-15,-3-4-1 0,3 6 3 16,1-2-5-16,-4-4-7 0,1 5 4 0,-1-5 0 15,3 5 9-15,-3-5-4 0,3 4-7 0,-3-4 13 16,3 4-6-16,-3-4 1 0,3 5-1 16,-3-5 6-16,0 0-23 0,4 4 22 0,-4-4 1 0,3 4 2 15,-3-4-7-15,3 4-3 0,-3-4-5 16,0 0 15-16,1 7-5 0,-1-7 0 0,3 3-7 16,-3-3-6-16,4 4 5 0,-4-4 8 15,0 0 1-15,3 6-6 0,-3-6 7 0,0 0-17 16,4 5 13-16,-4-5-1 0,3 4-2 0,-3-4-2 15,0 0-1-15,3 6 3 0,-3-6-10 0,0 5 15 16,0-5-5-16,1 6 5 0,2-2-10 16,-3-4 5-16,0 7 8 0,3-3-1 0,-3 0-14 15,3 1 9-15,-3-5 1 0,0 10-3 16,1-5 7-16,2 0-9 0,1 0 12 0,-4 2-7 16,3-2-11-16,0 1 0 0,-2-2 8 0,2 3 5 15,0-2-10-15,0 1-59 0,-3-1 5 16,1 2 8-16,2-2-20 0,0 1 17 0,0 0 13 15,-3 0 2-15,5-1 6 0,-2 2 2 16,0-3-12-16,-3 2 20 0,3 1 25 0,1-2-27 0,-1-1 12 16,0 3-7-16,-3-2 12 0,4 0-7 15,-1 0-1-15,-3 0 9 0,4 0-6 0,-3 1 8 16,2 0 5-16,0-1 0 0,0 2-6 0,-3-2 14 16,4 0-8-16,-4 0-10 0,3-1 12 15,0 3 4-15,-2-2-4 0,1 2 6 0,2-2-11 16,-4 1 8-16,4-2-2 0,-1 1 0 0,-2 0-1 15,2 0-4-15,0 1 4 0,0-4 77 16,-3 4-4-16,4-2-29 0,-1 1 15 0,0-2 6 16,-2 2-19-16,2-1-14 0,-3 1 14 0,4 0-2 15,-1 0-15-15,0-1-5 0,-2 0-3 0,2 1 13 16,0 0-29-16,0 0 14 0,-2 0-1 16,2 0-15-16,0 1 21 0,0 0-26 0,-2-1 20 15,3 1-4-15,-1 0-1 0,0-2-2 16,-2 3-5-16,2-2-1 0,0 0 1 0,-3 2 5 15,3-2 5-15,-2 1-18 0,1 0 2 0,-1 0 8 16,2-1-10-16,-3 0 6 0,3 0-4 16,1 0 8-16,-4 0-5 0,4 2-5 0,-4-2 6 15,3 1-4-15,-3 0 1 0,3 2-3 0,-3-3 5 16,4 3-8-16,-4-1 8 0,3 3 3 0,0-2-5 16,-2 4-1-16,2-4-2 0,-3 1 3 15,3-1-3-15,1 1-8 0,-3 0 8 0,1 0 0 16,2 0 0-16,-4-2-8 0,3 2 13 0,0 1-7 15,-2-2 2-15,2 2-5 0,0-2 5 16,0 2-3-16,1-2 3 0,-4 1 5 0,4 1-5 16,-1-4 3-16,-2 3-6 0,2 1 11 0,0-1-3 15,0 0-5-15,0 1-8 0,1-1 14 16,-1-1-9-16,0 2-2 0,2-2 7 0,-2 2 4 0,0 0-9 16,-2-1 13-16,2 1-7 0,0 0 5 15,0-1-8-15,-2 1-3 0,2-1 0 0,0 1 14 16,0-1-11-16,-2 0 2 0,3 0-9 15,-1-2 12-15,0 2-8 0,0-2 3 0,-3-1-10 16,4 1 5-16,-4 0-6 0,3 1 19 0,0-2-3 16,-3 0-12-16,4 0 4 0,-4 3 3 15,3-3 0-15,1 1-3 0,-4 0 9 0,4-1 1 16,-1 1-2-16,-3 3-2 0,3-3-3 0,-2 1 0 16,5 0-8-16,-6-1-12 0,3 1 17 0,0-1 3 15,1 0 3-15,0-1-3 0,-1 1 2 0,-2 0 3 16,2 1-2-16,0-2-3 0,0 2 5 15,1-2-7-15,-1 1 7 0,0-1-10 0,0 0 5 16,2 2-6-16,-2-3 17 0,0 3-9 16,1-1 1-16,-1 3-3 0,0-3 13 0,1 1-6 15,-1 0 11-15,1 1-2 0,0 0-6 0,2 0-2 16,-3 3-1-16,1-4-12 0,-1 1 3 16,0 1 4-16,1 1 6 0,3 1-8 0,-3-3 5 15,-1 1 0-15,0 0 3 0,-2 0-6 0,2 2 6 16,3-2 2-16,-5 0-15 0,2 3 8 0,0-3 9 15,1 0-9-15,-1 3 2 0,1-1 8 0,-1 1 0 16,0-2 5-16,-2 3-8 0,2 0-8 16,0-1-9-16,1 2 9 0,-1-3 1 0,4 2 4 15,-4 1-1-15,1-5 9 0,-1 1-15 16,0 2 8-16,1-1-16 0,-1 1 5 0,1-2 6 16,3 3 0-16,-4-2-1 0,0 1 3 0,4-2-7 15,-4 3 7-15,1-3-8 0,-1 0 6 16,1 1-1-16,0 1 6 0,-1 2-3 0,1-2-5 0,-1-1 5 15,0 1 5-15,0-1 1 0,1 2-6 16,-1-3 0-16,1 3-13 0,-1 1 6 0,1-2 4 16,-1 2 9-16,0-1-11 0,1 3 7 0,-1-5 1 15,1 5-11-15,3-2-2 0,-4-1 3 16,0 3 9-16,1-1-2 0,2 0-2 0,-5-1-3 16,2 0 10-16,3 5-2 0,-5-7 0 15,6 4-11-15,-4-2 0 0,-2 0 6 0,2 1 7 16,3-5-10-16,-5 4-2 0,2 1 7 0,0-4 3 15,0 1-11-15,1-1 3 0,-4 1 0 16,4-2 0-16,-4 3 8 0,3-5-19 0,0 2 6 16,-3 2 5-16,1-2 0 0,2 2 5 0,0-3-10 15,-3 0 5-15,3 0 3 0,-3 3 5 0,4-4-8 16,-4 1-3-16,3-2 3 0,1 2-3 0,-4 3 3 16,3-5 6-16,-2 1 4 0,2 0-5 15,-3-2-13-15,3 1 24 0,-3 1-22 0,3-2 14 16,-3-2-8-16,1 3 5 0,-1-1 0 15,3-1-17-15,-3 2 17 0,3-4-5 0,-3 2 2 16,3 1-12-16,-3-3 13 0,0 1 2 0,1 0 5 16,2 0-2-16,1 1-6 0,-4-2-4 15,3 3-1-15,-3-1 21 0,1-4-5 0,2 4-13 0,0-1 2 16,0 1 16-16,-3 0-10 0,3-2-13 16,-2 1 18-16,2 2-6 0,-3-3 11 0,3 3-5 15,0-1 7-15,-3-1-20 0,1 1 8 0,3 1 2 16,-1 0 8-16,0-2-10 0,-3 4 7 15,4 1 3-15,-1-4-18 0,0 3 0 0,1 2-2 16,-1-3-1-16,0 2 11 0,2 0-3 0,-2-1 3 16,3 4-6-16,-5-4 1 0,5 1-8 15,-3 4 23-15,1-5-8 0,-1 2 0 0,2-2-10 16,1 4 0-16,-3-4 0 0,1 1 3 0,2 1 4 16,-3 1-4-16,1-3 10 0,3 1-65 0,-3 0 4 15,-1 2-16-15,1-3 15 0,2 2-2 16,-2-2 20-16,3 3-7 0,-1-3 17 0,-2 2 3 15,2-2-12-15,-2 3 2 0,2-2 7 0,-1-1 1 16,1 1-1-16,-2 1 8 0,2 1 8 16,1-4 0-16,-4 3-5 0,5-3-3 0,-5 3 5 15,4 1 3-15,-1-3-5 0,-3 1 31 0,5 0-32 16,-5 2 1-16,4-3 13 0,-4-1-6 0,1 1-2 16,2 1-3-16,2 0 11 0,-4-2-3 15,2 1-3-15,0 3 8 0,1-3-5 0,-3-1 0 16,3 0 0-16,-3 2-2 0,2-2 7 0,1 2-10 15,-1-2 10-15,2 1 3 0,-2 0-14 16,-2 0 12-16,2 0 1 0,1 3-12 0,-2-4-3 16,4 3 6-16,-5-3 4 0,2 3-4 0,1 1 10 15,0-4-6-15,0 3 8 0,-1 2-10 16,1-4 0-16,1 2 3 0,-2 3 10 0,1-3-11 16,-3 3 6-16,5-4-5 0,-1 2 9 0,-2 0-12 15,1 0-5-15,0 1 13 0,-1-2 7 16,2 3-7-16,-2-5 2 0,1 5-5 0,0-3 0 15,0 3 1-15,-3-4 9 0,3 2-15 0,-1 1 13 16,1-1 5-16,0 1-6 0,0-1-9 0,0 1 0 16,-1-1-1-16,2 1 11 0,-2-1-13 0,1 1 0 15,-1-1 0-15,1 1 5 0,1-2-2 16,-2 2-6-16,1-1 8 0,-1-2 3 0,1 3-3 16,1-1 8-16,-2 0-8 0,1 1 5 0,0-1-12 15,0 1-1-15,0 0 8 0,-1-1 3 16,1 3-8-16,-3-2-5 0,3 0 7 0,0 0 3 15,-1 2-15-15,1-2 25 0,-1 1-17 0,2-2 2 16,-4 2 13-16,2 1-6 0,1-4 16 0,-4 6-25 16,4-3 7-16,0-2 5 0,-4 2-7 0,4 2-6 15,-3-2 1-15,2-1 4 0,2 2 8 16,-5 0-15-16,3-3 8 0,-2 2 5 0,2 1-6 16,-1-4 6-16,1 5-11 0,-2-4 8 15,2 1 0-15,-2-1 1 0,2 1 6 0,-3-3-12 16,5 3 3-16,-5-3-8 0,1 2 7 0,2 1 11 15,-2-2-20-15,-1-1-4 0,2 2 11 0,1-1-5 16,-3 1 18-16,1-1-13 0,-1-2-5 16,3 1 7-16,-2 3-4 0,-1-3 4 0,1 0 1 15,0 0-8-15,-1 1 10 0,1-1-5 0,-1-1 3 16,3 1-6-16,-3 0 6 0,1 1-1 0,0-1-2 16,0-1 0-16,2 1 5 0,-3 0-10 15,1 3 5-15,-1-5 3 0,1 1-8 0,0 1 10 16,2 0-5-16,-3 1-5 0,1-1 2 0,-1 1 8 15,0-3-2-15,1 6-8 0,-1-5 5 0,2 0 5 16,1 2-8-16,-3 1 1 16,1-2 2-16,-1 0 0 0,0 0 2 0,0 3-2 0,1-5 3 15,-1 1-3-15,1 1 2 0,0 0-9 0,2 1 1 16,-5-1 19-16,5-1-13 0,-3 1 0 16,1 0-7-16,-1 1 12 0,1-1 2 0,0-1-4 15,2 1 2-15,-3 2-10 0,1-1 15 0,-1-3-5 16,1 3-15-16,0 1 0 0,2-2 15 15,-2 0-5-15,2 1 10 0,-3 0-12 0,1-1 7 16,-1 1-5-16,2 1 7 0,-2-2 1 0,3 1-13 16,-2 1 2-16,-1-1 1 0,1-2-6 0,2 2 13 15,-3 1 3-15,2-2-11 0,1 0-4 16,-3 3 7-16,4-3 7 0,-4-2-12 0,1 3 8 16,3-3 7-16,-3 5-10 0,2-3 0 0,1-1-13 15,-4 1 11-15,4 3-3 0,0-4 10 0,0 1-8 16,-3 1 3-16,2 2-5 0,2-4 2 15,1 5 1-15,-2-2 10 0,0 3-14 0,1-6 6 16,1 7 8-16,-2-4-10 0,3 0 7 0,1 4-8 16,-1-5 3-16,-1 3-2 0,2-2-1 15,-4 2 6-15,3 1-6 0,1-2 6 0,-1 1 4 16,0 1-7-16,-2-3 10 0,2 2-7 0,2 2-6 16,-1 0 9-16,-1-3-4 0,-3 2-2 15,3 0 10-15,-2 1-15 0,1-4 0 0,-2 5 13 0,4-2-8 16,-1 2-10-16,0 1 10 0,1-3-11 15,-1 3 27-15,0-1-16 0,0 1 7 0,0 1 1 16,0-1-11-16,1 0 11 0,-1 2 5 0,0 2-5 16,4-4-6-16,-3 2 11 0,1-1-10 15,-1-1-6-15,3 5 13 0,0-4-12 0,-4 2 71 16,3-2-8-16,1 0 1 0,-4 2-19 0,1-3 6 16,-1 0 2-16,3 0-10 0,-2-1 0 15,-1 3-18-15,0-2 5 0,1-1-13 0,-1-2-43 16,-4-3-56-16,5 3-39 0,-4 1 8 0,0-4-110 15,-1 3-589-15,1 2 17 0,-3-2 91 16,-1-4 58-16,1 1 57 0</inkml:trace>
  <inkml:trace contextRef="#ctx0" brushRef="#br0" timeOffset="46611.38">8571 8793 616 0,'0'0'218'15,"0"0"-11"-15,0 0-10 0,0 0-28 0,0 0-2 16,0 0-37-16,0 0 8 0,0 0-27 16,0 0-14-16,-16-2-15 0,16 2-34 0,0 0 19 15,0 0 10-15,0 0-18 0,-4 10-1 0,4-3 1 16,-3 0-7-16,-1 0-4 0,4-1 14 15,-4 6-11-15,2-2 0 0,1 1-2 0,1 3 22 16,-3-2-2-16,3 2-20 0,0 3-5 16,0-2 4-16,0 3 3 0,0 5-7 0,3-6-13 0,-2 0 4 15,2 1-4-15,0 3-3 0,4-3 3 16,-3-2 15-16,2-3-18 0,1 4-2 0,0-3 10 16,0 1-8-16,0-4 3 0,0 3-1 0,2-4-7 15,-1-2-2-15,-1 2-3 0,2-4 12 16,2-2-17-16,-1 1-5 0,0-2 5 0,-3 1-1 15,4-4 4-15,-1 0 2 0,0-3 0 0,1-1 0 16,-2 2 0-16,2-4-8 0,-1-1 0 16,0-3-2-16,0 2-13 0,1-5 20 0,-4 1-15 15,0-1 5-15,-1 1 8 0,-1-3-5 0,1-1-6 16,-3-2 3-16,-2 2-2 0,-1-1-1 16,0-1-4-16,0 1 7 0,-1-1-10 0,-2 2 10 0,0-2-8 15,-1 2 8-15,-3 0-10 0,0 0 5 16,1 1-2-16,-1 3 2 0,-4-1 71 0,4 1-7 15,-2-1-15-15,2 3 5 0,-4 2-11 16,1 1 3-16,0 0-7 0,2 3-11 0,-5-2 3 16,3 4-8-16,-4-3 2 0,4 4 3 0,-1 1-7 15,-2 0-6-15,0 4-2 0,2-1 10 0,-2 0-10 16,2 2 2-16,-2 3-2 0,3 0 0 16,2-1 0-16,-2-1-8 0,0 6-3 0,3-4 9 15,3 3-1-15,-3-3-10 0,4 2 5 0,0 1 5 16,3-1 11-16,0 1-9 0,0-3 9 15,0 1-13-15,3 0 4 0,0 0-6 0,1-1 6 16,3-1 14-16,3 0-8 0,-3 0-8 0,0-3 3 16,4 1 0-16,-1-3-3 0,3-2-5 15,1 1 3-15,-4-1 2 0,4 0-10 0,-1-1 3 0,2 1 4 16,-2-2-2-16,0-2-2 0,1 0-1 0,-1 3-4 16,-1-3 12-16,0 1-2 0,-1 2-11 15,3-4 6-15,-4 4 12 0,-4-2-17 0,5-1-4 16,-4 1-9-16,-1 3 2 0,1-1-5 0,-2-3-35 15,1 2-4-15,-6 2-25 0,10-1-46 16,-10 1-30-16,6 0-52 0,-6 0-138 0,0 0-469 16,8 1 88-16,-8-1 25 0,0 0 105 0,3 6 48 15</inkml:trace>
  <inkml:trace contextRef="#ctx0" brushRef="#br0" timeOffset="51028.06">26423 1327 729 0,'-3'-4'264'0,"0"0"51"0,-1-1-31 16,4 5-39-16,-7-8-4 0,6 4-6 15,1-2-17-15,-3 1-21 0,3 5-30 0,-3-10-6 16,6 5-10-16,-3-1-33 0,3 0-1 0,-2 2-7 15,6 0-12-15,-3-1-14 0,2 0-7 16,4 1-5-16,-2 1-16 0,2 2-8 0,3 1-1 16,-2 3-4-16,5 1-10 0,2 1 3 0,0 2-10 15,1 3 5-15,-1 4-6 0,2 0-2 0,2 4 0 16,-3 2-10-16,1 0 2 0,-2 3-25 16,-2 1 10-16,1-1 18 0,-6 0-10 0,0 1-3 15,-2 0 0-15,-2-2-8 0,-2 1 8 0,-4-2-2 16,0 0 2-16,-1-1-7 0,-1-1 12 0,-5-1-2 15,3-1-8-15,-1-1 2 0,-2-1 3 16,-2-1 8-16,1-1 0 0,1-5 2 0,-4 2 1 16,2-3-6-16,-2 0-8 0,1-2 14 15,-2-4-9-15,4 1 16 0,-6-2-10 0,13 0 3 16,-18-3-1-16,5-1-7 0,2 0 10 0,1 0-11 16,3-3-4-16,-2 1 10 0,-2 1-19 15,4-2 12-15,0 1 4 0,-3 1-13 0,6-1 6 16,-2-1-1-16,2 0 1 0,-2 2-8 0,6-1-3 0,-3-2 18 15,3 2 6-15,0-1-11 0,0-1 0 16,6-2-5-16,0 1 0 0,-2 0 15 0,7 2-20 16,-1-2-18-16,0 0-10 0,1 2-13 15,2 0-18-15,0 1-33 0,1-2-39 0,-1 2-46 16,2-3-133-16,-2 5-488 0,1 0 27 0,0-1 87 16,0-1 113-16,-4 0 18 0</inkml:trace>
  <inkml:trace contextRef="#ctx0" brushRef="#br0" timeOffset="51561.07">26857 1246 1011 0,'0'-7'330'0,"3"4"-49"16,1-1-7-16,-1-1-33 0,5-1-26 15,1 1-23-15,1 0-18 0,2-1-23 0,4-1-10 16,2 3-11-16,-5-2-17 0,4 0-34 0,0 1-15 16,-3 1-28-16,-1 1-28 0,-3 0-31 15,1 0-13-15,-4 2-20 0,2-2-21 0,-4 1 15 16,-5 2 3-16,7-1 11 0,-7 1 9 0,0 0 4 15,0 0-1-15,0 0 2 0,0 9 11 0,0-9 6 16,0 0 14-16,-7 11 0 0,3-5 14 0,4 0-1 16,0 3 8-16,0 1 5 0,0 3 15 15,4 2-2-15,-1 1-13 0,4 3-5 0,0 1 5 16,2 2-10-16,2 0 12 0,-1 3-2 16,3-4-5-16,1 1 3 0,-3 0-11 0,0-2 11 15,2-1-11-15,-3 2 21 0,1-4-19 0,-1 2 4 16,-4-2-9-16,-2-3 14 0,0 3 2 15,-1-4-8-15,-6 0 11 0,3 0-11 0,-5 0 16 16,-4 2-5-16,-1-3-11 0,-1 0 23 0,1-1 11 16,-3-1-13-16,1-3 2 0,-1 1-10 0,-4-3-2 15,4 0 10-15,3-1 0 0,-4-1-11 16,4-2 3-16,-1 1 0 0,1-2-12 0,3 0-26 16,7 0-36-16,-17-3-36 0,10 3-64 0,3-3-161 15,-2 1-456-15,3 0 43 0,3 2 91 0,0 0 50 16,-5-6 72-16</inkml:trace>
  <inkml:trace contextRef="#ctx0" brushRef="#br0" timeOffset="51977.8">26651 1986 742 0,'0'0'284'0,"0"0"-36"16,0 0-28-16,0 0-17 0,0 0-6 15,0 0-31-15,28-5-7 0,-11 1-3 0,0-2-10 16,10-2 46-16,4-2-23 0,3 1-18 0,2-2-13 16,17-3 0-16,-4-2-15 0,6 1-18 15,-2 3 5-15,-1 0-25 0,-8 4-16 0,-5 0 0 16,-2 2-33-16,-6 2-26 0,-4 2-61 15,-1 1-49-15,-8 1-120 0,3 3-502 0,-6 0-38 16,-6 2 94-16,-2 1 52 0,-7 0 69 0</inkml:trace>
  <inkml:trace contextRef="#ctx0" brushRef="#br0" timeOffset="52411.06">26580 2303 767 0,'0'-5'287'16,"4"-1"-31"-16,-1 2-8 0,4-3-43 0,0 3-15 16,3 0-16-16,0 2-16 0,4 1-22 15,3 2-16-15,0 1 65 0,4 3-27 0,2 3-9 0,-2 2-11 16,7 8-18-16,-4 1-5 0,10 8-28 15,-10-4 6-15,-4 0-17 0,1 0-19 0,-8 2-14 16,4 2 6-16,-10-4 5 0,0 0-13 16,-3 0-8-16,-4-3 3 0,0-2-13 0,-8 4-3 15,5-4 6-15,-7 0 10 0,0-1-16 0,-1-1 3 16,-5-1 0-16,5-5 10 0,-2-1-2 16,-2-1 0-16,-1-1 5 0,2-2 0 0,0-3-3 15,-3-1 3-15,4-2-11 0,1-1 1 0,-4-4-1 16,6 0 14-16,-4-2-3 0,4-1 2 0,0 1 0 15,2-2 1-15,2 0-14 0,-1 0 1 16,4 0 0-16,0-2 4 0,3 1-9 0,3-2-8 16,0 1-1-16,4-2-4 0,0-1-5 0,5 3-26 15,-1-1-29-15,1 3-29 0,4-1-42 0,1 1-49 16,0 0-163-16,1 3-494 0,2-3 38 16,4 3 97-16,-3-1 54 0,1-2 85 0,-4 2 55 15</inkml:trace>
  <inkml:trace contextRef="#ctx0" brushRef="#br0" timeOffset="52910.66">27178 2471 975 0,'-3'21'286'16,"2"-5"-86"-16,1 1-23 0,0-4-24 15,0 1 3-15,1-2-20 0,-1 1-18 0,3-1 0 0,4 0-11 16,-3 0-5-16,2-2-7 0,1 0 2 15,-3-2-12-15,6-1-3 0,-3-1 7 0,3 0-4 16,4-2-8-16,-1-1-13 0,2-1 7 16,-2-2-22-16,7-5 2 0,-3 2-2 0,-2-2-11 15,1-5 3-15,2 2 15 0,-5-2-22 0,1-4-6 16,-1 0 5-16,-3-7-2 0,1 2 0 16,-6-3-6-16,-3-3 1 0,-2-2 2 0,-2 1-2 15,-6 1-9-15,4 0 4 0,-10-2 66 0,1 2 0 16,-1 2-3-16,1 5-12 0,-2 1 0 0,-1 0-88 15,-2 4 1-15,0 1 2 0,-4 4 16 16,4 2 10-16,1 0-13 0,-3 4-5 0,6 2 2 16,-6 2-5-16,2 2-4 0,2 2 17 0,-2 4-10 15,4-2 2-15,0 2 8 0,1 2-7 0,6-2 9 16,1 0-14-16,-1-1 4 0,3 2 6 16,4-1-14-16,0-2 16 0,0 0-10 0,8 1 16 15,1-3-17-15,1 0 6 0,2-2 3 16,4 0 0-16,2-2-1 0,1-2 11 0,2-2-11 15,0 0 4-15,-1-1-12 0,4 0 6 0,-3-1 3 16,-1-1 0-16,0-1-3 0,-2 2 7 0,-1-1 14 16,-3 2-21-16,-1 0 5 0,-3 0 0 15,1-1-10-15,-4 4 0 0,2-3-21 0,-2 1-12 16,-2 2-26-16,1-2-57 0,-6 2-50 0,7-2-70 16,-7 2-237-16,0 0-270 0,0 0 31 0,-1 7 101 15,1-7 47-15</inkml:trace>
  <inkml:trace contextRef="#ctx0" brushRef="#br0" timeOffset="63142.85">4248 13116 908 0,'-1'-8'302'0,"-2"2"-20"16,3 0-24-16,-3 0-32 0,0-1-1 0,2 0-28 15,-3 2-18-15,1-1 5 0,0-1-25 0,2 4-8 16,1 3-8-16,-3-8-2 0,3 2-20 15,0 6-19-15,-6-4-10 0,3 0-10 0,3 4-13 16,0 0 8-16,0 0 0 0,0 0-16 0,-12 10-12 16,9-1-6-16,0 5 6 0,-1 1-77 0,1 1 10 15,0 3-15-15,0-2 20 0,0 1-13 16,5 2-2-16,-2-2 25 0,1 1-12 0,5-1 2 16,-3-3 3-16,1 6-3 0,3-2 0 15,3-3-4-15,-3-1 9 0,3-1 3 0,1-1 7 16,-2-2-12-16,2-3 2 0,3 0-2 0,-1 1 15 15,-2-4-5-15,2-2 0 0,0-3 8 0,-1 0-5 16,1-5-1-16,1 2-2 0,2-6-2 16,-2 1 4-16,0 0 16 0,0-3-5 0,-4-5-8 15,3-1 0-15,-2 0 3 0,-4-4-13 0,-1 3 10 16,1-5 5-16,-7 4 0 0,3-2-2 0,-3 0-3 16,-3-4 13-16,-3-1-10 0,2 1-8 15,-2 0 0-15,-1 1 0 0,-1-1 7 0,-2 6-12 16,1-1 15-16,1 2-10 0,-2 5 5 0,0 0-2 15,-1 2 0-15,1 1-9 0,-3 3 12 16,-2 0 6-16,2 2-12 0,2 3 0 0,-5 2 11 16,6 0-4-16,-4 5-4 0,0 0 5 0,0 0 9 15,4 4-11-15,-4 1 12 0,4-1-18 16,3 5 2-16,1-3-2 0,-1 6-2 0,6-2 4 16,-2 2-10-16,3 1-2 0,3-3 13 0,2 2-14 15,1 1 9-15,1-3 4 0,3 2 1 0,1-4-6 16,2-1 3-16,2 2 0 0,1-3-5 0,1-3 3 15,0 1 9-15,4-3-1 0,0-4-6 16,1 2 0-16,3-4 0 0,-1-3-6 0,3 2-17 16,-6 1-33-16,9-3-18 0,-6-1-31 0,0 1-49 15,-3-2-48-15,-1 2-151 0,-2 2-392 16,2-5 26-16,-7 6 92 0,-2 0 64 0</inkml:trace>
  <inkml:trace contextRef="#ctx0" brushRef="#br0" timeOffset="63659.28">4725 13412 624 0,'1'11'259'0,"3"-1"-34"0,-4 4-20 0,3-2-21 15,0 2-10-15,0 2-15 0,1-4-21 16,-1 1-13-16,-2-2-12 0,2 1-16 0,0-1-5 16,0-1 3-16,-3 0-3 0,4-2-5 0,-3 3-25 15,2-5 22-15,-3 2 11 0,0-1 7 0,3-3-45 16,-3-4-24-16,0 6-10 0,0-6 10 15,0 0-10-15,-7 3-5 0,7-3 5 0,0 0 3 16,-11-15-6-16,5 5 3 0,0-3-10 0,2-4 5 16,-4 1 0-16,2-4-16 0,2-2 19 15,-2-3-16-15,2 6 8 0,1-4-5 0,0 3 2 16,3 0-3-16,-4 2 6 0,4 0-8 16,4 0 70-16,-4 1-17 0,3 3 4 0,-2 0-6 15,5 2-2-15,0-1-5 0,-2 4-3 0,3 3-10 16,3 2-8-16,-3-2-10 0,3 5 5 0,1 2-5 15,-1 3 12-15,-1-2-12 0,3 5 8 16,1 0-16-16,-3 1 10 0,4 2-9 0,-4 0-1 16,1 2 0-16,-1 1-7 0,-1 1 15 0,-1-2-3 15,2 3 0-15,-3 2-4 0,-1-3-27 0,1 1-22 16,0-1-39-16,0 1-48 0,-4 2-113 16,1-7-177-16,2 5-373 0,2-7 81 0,-5 2 49 15,1-3 90-15</inkml:trace>
  <inkml:trace contextRef="#ctx0" brushRef="#br0" timeOffset="64059.41">5051 13491 724 0,'6'-8'251'16,"-3"1"-93"-16,1-3-4 0,3 2-13 0,0 1-21 15,-4-3-2-15,4 0-26 0,-4-3 8 16,1 3-18-16,0-1 7 0,-1-3-14 0,-2 4-6 15,1-4 2-15,-4 3-7 0,2-4 8 0,-1 5 71 16,-2-4 6-16,-1 5-19 0,1-2-4 16,2-1-6-16,-5 3-5 0,3 0-84 0,-1 2 20 15,1 3-12-15,-1-3-6 0,1 5 0 0,-1-3-12 16,4 5-11-16,0 0 18 0,0 0-18 16,-17 7-2-16,10 3 10 0,4-3-10 0,-1 3 7 15,1 3 0-15,-1-3 6 0,1 4-14 0,3-3 1 16,0 6-5-16,0-4 9 0,0-1 1 15,3 3-8-15,1-1 11 0,-1 0-11 0,4 0 3 16,0-3 22-16,0 3-25 0,0-3 8 0,3-4-8 16,-3 3 3-16,3-2 12 0,1-1-9 0,2-3-9 15,-3 0 11-15,5-4 5 0,-2 0-5 16,4 0-16-16,-3 0-10 0,3-2-25 0,-4-4-13 16,2-1-13-16,1-1-85 0,-2 2-9 0,-4-5-124 15,-3 1-130-15,4 0-284 0,-2-5 71 0,-5 4 39 16,2-3 59-16</inkml:trace>
  <inkml:trace contextRef="#ctx0" brushRef="#br0" timeOffset="64726.46">5297 13191 893 0,'0'0'256'0,"0"-8"-103"0,0 8-25 0,-3-2 26 16,3 2-41-16,0 0 17 0,0 0 11 0,0 0-31 16,3 16-10-16,0-7 10 0,0 1-21 15,-2 1-9-15,2 3-14 0,4 0 9 0,-6-3-4 16,5 6-14-16,-2 0 14 0,2-2-20 0,0-3-2 15,-2 2 5-15,4 1-8 0,1-5-13 16,-2 4 3-16,-3-4-18 0,3-2 15 0,-1 0-5 16,1 0-5-16,-1-4 23 0,1 3-20 0,1-6 12 15,2-1-15-15,-3 0 21 0,-7 0-11 0,20-4-10 16,-13-2 0-16,3-2-2 0,-3 1 10 16,3-3-6-16,-3 0-12 0,-3 0-3 0,3-2 13 15,-1 4-5-15,-2-2-5 0,2 2-3 16,-2 1 0-16,-1 2-15 0,0-1-2 0,-2-1 19 15,3 7-14-15,-4 0-8 0,0 0 7 0,10 0-7 16,-10 0 5-16,6 7 5 0,-2-1-3 0,2-1 1 16,-1 3-4-16,1-1 9 0,0 3 5 15,1-3 2-15,-3 1-15 0,4 2 0 0,1-3 7 16,-2 1 3-16,-1-1-7 0,2 0 2 0,2-4 0 16,-3 4-5-16,2-4 15 0,2 1-5 15,-1-1 0-15,-3-2 5 0,4-1 1 0,-11 0-4 16,16-3 16-16,-9-2-15 0,4 2-3 15,-5-4-2-15,1 2-3 0,0-5 2 0,-3 1 9 16,-1 1-6-16,-3-3-3 0,0-3-4 0,0 2-3 16,-7-4-6-16,3 1-2 0,-2-2 11 0,-1 2-1 15,-3 4 14-15,2-3-11 0,-4 3 18 16,2 1-21-16,-2-2 23 0,-1 6-20 0,-1-1 16 16,4 2-9-16,0-2 4 0,-1 5-11 0,1 0 0 15,1-3 69-15,1 5-18 0,8 0 16 16,-10 0-6-16,10 0-20 0,-10 5-5 0,10-5-3 15,0 2-10-15,0-2-2 0,0 9 12 0,0-9-8 16,6 6 1-16,1-4-8 0,-3-1 5 0,3 2 3 16,-7-3 4-16,20-3-7 0,-6 2-12 15,-4-1-6-15,4-3-3 0,3 0 19 16,-4-1 2-16,5-1-8 0,-5 0-15 0,1-1 5 0,-1-1 16 16,-1 6-8-16,-2-5-1 0,-1 1-4 0,2 0 13 15,-7 3-6-15,5-3-7 0,-6 0-3 16,4 5-31-16,-3-4 6 0,-3 3-37 0,2-1-30 15,-3 4-28-15,0 0-26 0,3-5-74 16,-3 5-82-16,0 0-442 0,0 0-22 0,0 0 104 16,0 0 63-16,0 0 59 0</inkml:trace>
  <inkml:trace contextRef="#ctx0" brushRef="#br0" timeOffset="65276.59">6503 12883 1057 0,'0'0'243'0,"0"0"-18"0,0 0-10 0,0 0-23 16,0 0-15-16,0 0-29 0,0 0-10 16,0 0 3-16,0 0-15 0,0 0-14 0,0 0-9 15,18-10-22-15,-12 8 24 0,4-3-28 0,1 3-18 16,-1-4 13-16,0 3-3 0,1-2-15 15,-1 1 2-15,3-1-5 0,-2-2-12 0,-1 6-4 16,-3-6 60-16,3 4-10 0,-3 1-11 0,0-3-18 16,-1 5 3-16,-6 0-28 0,11-2-19 0,-11 2-22 15,10 0-38-15,-10 0-52 0,0 0-102 16,4 8-172-16,-4-4-417 0,-1 1 92 0,1-5 54 16,-6 10 44-16</inkml:trace>
  <inkml:trace contextRef="#ctx0" brushRef="#br0" timeOffset="65526.67">6472 13058 898 0,'-2'6'289'0,"2"-6"-28"0,0 0-84 0,6 2 0 15,-6-2-21-15,11 5-8 0,-5-3-5 0,4 0-15 16,0-1-2-16,1-1-21 0,2-1 59 15,1 1 5-15,0 0-26 0,3-2 5 0,-4 1-17 16,2 0-13-16,-2-4-29 0,0 5 3 0,-1 0 1 16,0 0-17-16,-1-1-12 0,-4 0-18 15,-7 1-28-15,13-2-56 0,-13 2-82 0,8 0-167 16,-8 0-489-16,0 0 16 0,-18 10 95 0,4-7 71 16,-6-1 72-16</inkml:trace>
  <inkml:trace contextRef="#ctx0" brushRef="#br0" timeOffset="67626.09">7713 12662 724 0,'-3'-6'233'0,"-1"0"-16"0,1-1-12 0,0 4-87 16,3-4 5-16,0 7-39 0,-7-7 21 0,4 3 5 15,0-2-5-15,3 6-8 0,-5-2 8 16,5 2-15-16,-6-6-11 0,6 6-15 0,0 0 0 16,0 0-7-16,-14 8-4 0,11-1-4 15,-4 3-5-15,3-2-14 0,-2 7 9 0,2 0-1 16,-2 3 13-16,2-1-17 0,1 4 12 0,-1 0-13 15,1-3 3-15,0 5-3 0,3-4-2 0,0 4 2 16,0-3 3-16,2 2-5 0,2 1-16 16,0-3 3-16,0 1 77 0,5 0-16 0,-5-3-10 15,2-3 8-15,5 2-26 0,-1 0 13 16,0-5-15-16,4-1-1 0,-3-1-12 0,3-2 2 16,2 1-4-16,-1-4-1 0,1-2 3 0,1-3-8 15,0 0 10-15,4 0-7 0,-5-3 0 0,5-2-6 16,-6-4-14-16,7 1 9 0,-4-2-4 0,-2-4 1 15,-1 3-11-15,-2-4 6 0,1-2 6 16,-4 2 0-16,-3-3-15 0,0-1 4 0,-3-4 19 16,-4 3-3-16,0-3-15 0,-3-3 2 0,2 0 5 15,-9-4-7-15,3 1 0 0,0 0 2 16,-4 2-13-16,-2 1 8 0,3 4 3 0,-1-2 0 16,1 6-8-16,-3-1-5 0,2 3 10 0,-2 0-10 15,2 2 7-15,1 3 1 0,-3 1 7 16,-1 1-5-16,4 4-71 0,0-2 9 0,-1 6 1 15,1 1 13-15,-4 0 7 0,4 1-10 0,0 6 20 16,-1-1-7-16,1 2 10 0,0 3 7 0,3-1-2 16,-3 4 3-16,3-3 2 0,3 4 3 0,-2 0 2 15,3 0-2-15,-1-2-3 0,3 3 18 16,1-1-5-16,0 0-2 0,1-2-6 0,6 3 13 16,-4 1-12-16,4-2-1 0,-1 0 8 15,5-5-5-15,-1 7 2 0,1-7 6 0,3 3 5 16,-1-3-16-16,5 1 8 0,-2-4 2 0,5 5-2 15,-5-6 8-15,5 1-13 0,0 0-3 16,-4 0-17-16,4-3-14 0,2 2-53 0,2 2-72 0,-2-3-151 16,4 0-424-16,-3 0 9 0,0-2 108 15,-4 3 46-15,1-5 59 0</inkml:trace>
  <inkml:trace contextRef="#ctx0" brushRef="#br0" timeOffset="68892.09">8353 12958 783 0,'-10'-3'284'0,"10"3"-20"0,0 0-29 0,-15 3-17 16,9-3-24-16,-1 7-10 0,-2-1-15 0,1-1-12 15,1 3-14-15,0 5-23 0,1-2-5 0,-1 3-74 16,0-2-2-16,3 5-3 0,-2-2-8 0,3 2-8 16,2 1 8-16,1-3-10 0,0 0 5 15,1 1-2-15,5-1 2 0,-3-1 0 0,1 0-13 16,6-3 8-16,0 2-10 0,0-4 7 16,1 1-2-16,2-3 5 0,-2-4 7 0,3 2-12 15,2-2 0-15,-2-2-5 0,-3-1 79 0,6-1-11 16,-7-2-12-16,4-2-12 0,-4 1 12 15,0-4-8-15,-3-2-13 0,3-3-2 0,-6 3-2 16,-1-5 2-16,-3 3-3 0,0-3-10 0,-3-1-7 16,-1-2-8-16,-7-3-11 0,2 3 8 0,-1-3 3 15,-4 2-8-15,3 2-7 0,-1 0 7 16,0 5-3-16,2-2-2 0,-3 6-2 0,3-1 15 16,0 1-8-16,-1 2 13 0,1 5-21 0,0-2 16 15,-1 3-11-15,1 2-2 0,3-1 3 16,-3 4-3-16,0 1 15 0,3-2-4 0,3 6 7 15,1-2-26-15,0 5 3 0,3-2 5 0,-3-3 10 16,6 6-10-16,0-3 3 0,0-1 2 16,1 3 0-16,6-4-3 0,-2 1 11 0,4-2-10 15,-2 1 4-15,2-3-12 0,4 0 21 0,1-2-11 16,-3-4 8-16,3 0-11 0,0 0 8 0,3-1-20 16,1-5 10-16,-1 2 8 0,1-5-8 15,0-3 7-15,-5 3 1 0,2-4-13 0,-4-2 18 16,0-1-5-16,-1-1 9 0,-3-6-6 0,-2 4 1 15,1-3-6-15,-6-5-12 0,1 1 9 16,-4-3-11-16,0 1 3 0,-4-4 0 0,-2-1 5 16,0 1 0-16,-2 5-5 0,4 2 0 0,-2 2-5 15,2 5 10-15,-2 1 0 0,2 0 0 16,-3 6 2-16,4-1-2 0,-1 2-5 0,1 3-3 0,0 2 6 16,3 0-16-16,0 5 8 0,0 0 15 15,0 0-3-15,-4 17-7 0,4-4 5 0,0-1 0 16,1 7 0-16,2 1 0 0,0 4 3 0,0-2-6 15,1 3 3-15,3-2-2 0,0 2 9 16,0 0-9-16,2 0-11 0,-1 0 16 0,2-2-6 16,0 2 11-16,4-5-1 15,-4 4-2-15,3-2 6 0,1-2-11 0,-3-4-8 0,3 1 18 16,-1 0 1-16,4-3-4 0,-4-3 1 0,2-3 7 16,-2 2-17-16,1-2 7 0,3-1-10 0,-4-1 2 15,2-4 13-15,-2-2-5 0,4 0 8 16,-4 0 0-16,1-2 0 0,0-4-3 0,0-1-10 15,-1-1 13-15,1-2-11 0,-4 2 1 0,0-3 10 16,-3-2-16-16,0 1 11 0,0-1-3 0,-4 2-8 16,1-3 6-16,-4 4 2 0,0 0 3 15,0 2-6-15,-3 0 1 0,2 1 0 0,-2 0 4 16,0 2-4-16,-4 0-1 0,7 5 9 0,-14 0-17 16,14 0 12-16,-13 9-14 0,2-4-2 15,4 2 2-15,-3 3 11 0,4 1-6 0,-2-3-7 16,2 3 5-16,2 2-1 0,1-2 4 0,0 2 7 15,2-4-5-15,1 2-5 0,0 2 2 16,0-2 8-16,4-3 6 0,-1 2-9 0,0-2-2 16,4-1 3-16,-3-1-3 0,6-2-13 0,-3 0 18 15,0-3 5-15,3-2-7 0,0-3 10 0,0 1 2 16,1-4-10-16,-4 0-2 0,3-1-1 0,-4-3 6 16,5-3-11-16,-7-3 6 0,2 1-18 15,-3-1-1-15,1-3-2 0,-4-3 13 0,0-2-15 16,-3-3 4-16,-1-6-7 0,-2 0 5 15,-1-2-2-15,-1 1 0 0,-2 6 7 0,1 0-3 16,1 2-4-16,-2 4 7 0,3 6 23 0,1 1-20 16,-2 0 8-16,1 5-1 0,1 3 8 0,2 1-5 15,-2 4 5-15,6 3-12 0,-8 1 12 0,8-1 10 16,-6 10-2-16,3 4-8 0,6-3 3 16,-3 6 2-16,3 2 8 0,0 4-11 0,2-1 6 15,2 2 3-15,2-4-6 0,1 10 0 0,1-5-2 16,-1 1-1-16,0-7 11 0,4 6-13 15,-1-2 8-15,-1-4-13 0,1-1 8 0,1 2-8 16,-1-4 8-16,-3-2-21 0,1 1 18 16,-1-5 8-16,0 4-41 0,1-4 15 0,-2-2-23 15,1-1-38-15,-2-4-67 0,2 2-153 0,0-2-510 16,1-3 18-16,-1-4 131 0,0-2 40 0,0-2 68 16</inkml:trace>
  <inkml:trace contextRef="#ctx0" brushRef="#br0" timeOffset="69363.09">9512 12668 1028 0,'0'0'326'0,"-7"3"-12"0,7-3-40 0,0 0-28 16,-10 1-28-16,10-1-21 0,0 0-21 0,0 0-7 16,0 0-18-16,0 0-15 0,0 0-8 15,0 0 0-15,0 0-21 0,0 0 1 0,0 0-24 16,0 0-2-16,0 0 0 0,33-6-2 0,-22 4-14 15,0-4 6-15,6 3-16 0,3-2 3 16,0-4-16-16,2 5 1 0,5-2-3 0,-4-2-10 16,1 1-1-16,3 0-4 0,-2 3 2 15,2-3-10-15,-4 0 15 0,1 0-10 0,-3 6-10 16,-1-6 10-16,-2 4-2 0,0-2-9 0,1 3-6 16,-5 0 6-16,-3-4-6 0,1 6 14 0,-1-2 3 15,-4-2-13-15,3 3 11 0,-5 0-3 0,-5 1-13 16,13-2 5-16,-7 1-7 0,-6 1-3 15,0 0 2-15,10-1 3 0,-10 1-10 0,0 0-31 16,0 0-53-16,0 0-39 0,0 0-85 0,-16 12-224 16,12-11-431-16,1 5 103 0,3-6 68 0,-8 1 114 15,8-1 12-15</inkml:trace>
  <inkml:trace contextRef="#ctx0" brushRef="#br0" timeOffset="70541.78">11128 12090 642 0,'0'0'225'0,"0"0"-7"0,0 0-13 15,0 0-13-15,0 0-24 0,-10 18-1 16,7-10-6-16,0 2-12 0,-4 5-16 0,0 2-8 16,3 0-17-16,-2-1 78 0,-1 4-27 0,0 2-21 15,-4 1 11-15,2-2-31 0,-1 7-13 16,-4-2 0-16,7-5-11 0,-7 7-2 0,4-7-2 16,0 1-6-16,-1 1-20 0,1-3-5 0,3 1 8 15,-3-2-8-15,-1 0-8 0,2-4-2 16,-1 0-11-16,2-4-2 0,1 4-6 0,-3-5 6 15,0 0 0-15,3-2 3 0,0-1 12 16,-2 3-28-16,1-5 15 0,1-2-15 0,-3 2 11 16,1-4-6-16,1-1 2 0,8 0-1 0,-20-6-9 15,9 3-2-15,1-3 2 0,0-3-9 0,-1 1 1 16,1-4-6-16,0-1 11 0,0 2-9 0,3-2 10 16,0 1-5-16,0-2-75 0,0 6 6 0,4-5 0 15,-1-1 5-15,1 3 15 0,3-1 8 16,0-1-1-16,0 2 6 0,0-1-2 0,3-1 7 15,1 2 8-15,3-3-6 0,-3 4 1 16,2 0 7-16,4 0-7 0,-3-2-11 0,0 4 14 16,3-2 4-16,-3 2-10 0,4 1 3 0,-1-3 7 15,-3 5-5-15,2 0 8 0,2 0 8 16,-4 0-11-16,3 0-2 0,-2 4 7 0,1 0 1 16,-2-2 2-16,3 3-6 0,-10 0 9 0,18 4 5 15,-6-3-3-15,-1 4-8 0,-1 0 3 0,0 2-5 16,1-1 3-16,-4 1 2 0,3 2 0 0,1 1 2 15,-1-2-10-15,0 2 6 0,1-2 7 16,-1 6-8-16,0-3 1 0,3-1 2 0,-3 3 0 16,0-2 15-16,1-2-20 0,-1 5 3 0,0-4 7 15,1 0-8-15,-1 5 8 0,0-7 0 16,1 3-2-16,-1 1 10 0,0-1-6 0,1-3 4 16,-1 2-9-16,0 2-2 0,0-3 5 0,0 0 5 15,0 1-7-15,1-2 2 0,-1-1 0 0,-3 1-15 16,4-2 5-16,-2-2 7 0,1 3-2 15,1-3 0-15,-4 2 8 0,3-2-5 0,-3 0 10 16,3-2-13-16,-3 3-6 0,0-3 9 0,-1-1-11 16,-6-1 11-16,15 0-3 0,-6 0 5 15,-9 0-15-15,12-3-13 0,-6-2-23 0,0 3-47 16,-2-2-65-16,-1 0-60 0,0 1-235 0,-2-1-317 16,2 0 43-16,-3 4 92 0,-3-8 54 0,3 8 84 15</inkml:trace>
  <inkml:trace contextRef="#ctx0" brushRef="#br0" timeOffset="71758.47">11998 11841 593 0,'-5'-2'192'0,"2"-4"-15"0,3 6-6 0,-3-3-27 15,3 3-1-15,-1-7-20 0,-2 2-13 16,3 5 13-16,0-4-16 0,0 4-2 0,0-8-7 16,0 8-29-16,0-8 66 0,0 3 6 0,0 5-23 15,4-4-8-15,-1-1-18 0,-3 5-7 16,11-4 2-16,-5 0-21 0,-6 4-12 0,11 0-5 15,-11 0-8-15,20 4 5 0,-7-1-8 0,2 3 6 16,-2-2-11-16,8 8 3 0,-1-1-11 16,1-1-9-16,6 10 12 0,-3-2-8 15,0 1-4-15,-1 3-6 0,8 6 15 0,-7-3-12 0,-3 0 3 16,-4-2-1-16,3 1 0 0,-9-2 6 16,3 1-3-16,-5-2-5 0,-2-1-1 0,-2 0 1 15,-2 0 5-15,-3-1-10 0,0-3 15 0,-4 2 2 16,-3-1 9-16,0-2-4 0,-2 3 1 0,-3 0-8 15,-1-4 5-15,0 3-7 0,-4-4 9 16,6-3-9-16,-9 0 10 0,6-1-70 0,-3-1 9 16,0-2 19-16,3-4 4 0,-3 3-6 0,3-4 8 15,1 0 7-15,-1-2 8 0,1 0-10 16,-1-4 13-16,3 3 0 0,1-4-13 0,-3 0 15 16,3 0-9-16,3 0 1 0,-1-3 3 0,1-1-2 15,1 0 8-15,3 0-4 0,-1-1 4 16,4-2-14-16,-3 2-9 0,3 0 9 0,3-3 6 15,-2 3-1-15,5-3 1 0,0-1-10 0,1 0 7 16,4 4-10-16,2-6 7 0,1 5-2 0,0-1-25 16,4-2-11-16,1 5-44 0,2 0-60 0,-4 1-93 15,4 0-233-15,3 1-266 0,3 0 41 16,-7-1 79-16,4 0 33 0</inkml:trace>
  <inkml:trace contextRef="#ctx0" brushRef="#br0" timeOffset="72259.07">12509 11809 665 0,'0'0'236'16,"0"0"-29"-16,1-8-18 0,-1 8-7 0,10-4-28 15,-3-1-9-15,0 3-24 0,3-4-6 16,1 5-10-16,-1-2-13 0,0-1-5 0,1 1-18 16,2-2 3-16,-4 4-18 0,-1 1-16 0,-1-2 6 15,0 1 2-15,2-2-11 0,-9 3-9 16,11-2 0-16,-11 2-3 0,10 5-3 0,-10-5 8 16,4 3-10-16,-1 2-13 0,-3-1 18 0,0 4-2 15,0 1-3-15,3 4-13 0,-3-1 21 16,0 3-14-16,4 3 9 0,-3 4-14 0,5 2 11 15,0 1-7-15,-2 1-6 0,3 2 2 16,3 2 4-16,0-3 1 0,-3 1-9 0,4-5-8 0,-4 1 10 16,2 1 5-16,1-3-12 0,-2-1 4 15,-1 0 3-15,-1-2 11 0,1-2-11 0,-4 1 13 16,1-3 56-16,-3 2-5 0,-1-4-5 0,-1-1 10 16,-3 5-2-16,1-3-11 0,-4-2 6 15,0-2-6-15,-2 1-9 0,-2-2-4 0,1-3-4 16,-4-2-6-16,4 2 11 0,-3-3 10 15,1-2-16-15,-1-1-4 0,-1 0-22 0,1-3 7 16,3 2 6-16,-1-5-9 0,1 6-14 0,0-4 1 16,-1 0-34-16,5 2-38 0,-1 1-46 0,1-3-82 15,2 4-192-15,4 0-412 0,-7-3 75 0,7 3 68 16,0 0 56-16,-7-7 80 0</inkml:trace>
  <inkml:trace contextRef="#ctx0" brushRef="#br0" timeOffset="72558.52">12195 12816 824 0,'0'0'248'15,"0"0"-7"-15,0 0-16 0,0 0-8 0,24-15-37 16,-10 5-19-16,10 2 0 0,3-4-18 16,7-1-17-16,7-8-8 0,7 0-16 0,-4 2 0 15,1-2-12-15,-4 3-6 0,4 0 60 0,-8 1-24 16,-6 6-5-16,0 0-23 0,0 0-25 16,-4 2-29-16,1 3-63 0,-5-3-72 0,-2 9-95 0,-8-1-172 15,4 2-378-15,-7-1 46 0,-2 6 107 16,-2-2 31-16</inkml:trace>
  <inkml:trace contextRef="#ctx0" brushRef="#br0" timeOffset="73008.77">12024 13134 793 0,'-3'-3'235'16,"3"-2"-27"-16,0 5-16 0,0-10-21 15,3 6-9-15,4 0-29 0,0 1-3 0,0-1-30 16,3 1 5-16,1 2-21 0,2 0 1 16,1 1-13-16,3 1-6 0,0 3-10 0,3 1 1 15,1 1-9-15,3 0 9 0,0 9-19 0,-1-2 1 16,1 0-6-16,-3 5 5 0,-4-2-2 0,0 3-3 15,-3 0 6-15,0-2-11 0,-4 1 3 0,-4 3-1 16,-1-3-4-16,-2 0-1 0,-3 0-12 16,-3-1 18-16,-2 1 20 0,-1-3-28 0,-1 2 5 15,-3-3 1-15,-1 1 14 0,-2-4-5 0,-1-1-2 16,1-2 0-16,-1 1-3 16,0-6 72-16,1 0-10 0,-1-1-3 0,0-4-7 0,0-1-6 15,1-2-10-15,3-2 3 0,-1 0-16 16,1-1-10-16,4-2-7 0,2 2 2 0,0-4-6 15,1-1 1-15,3 2-5 0,0-3-3 0,3 4-5 16,5-5-18-16,-2 4 3 0,4-2-26 0,1 5-26 16,2-2-53-16,5-4-44 0,2 3-107 0,4 3-412 15,0-2-121-15,4-4 64 0,-1 3 85 16,0-3 59-16,0 2 56 0</inkml:trace>
  <inkml:trace contextRef="#ctx0" brushRef="#br0" timeOffset="73442.1">12715 13014 780 0,'-14'13'243'0,"10"-6"-5"15,1 2-20-15,-3 4-26 0,5-3-13 0,-5 7 52 16,3 1-14-16,0-3-20 0,2 3-13 0,1 0-22 16,0 1-21-16,1-1-13 0,2-2-3 15,0 0-10-15,3-3-15 0,-2 3-21 0,3-2 6 16,0-3-6-16,3-3-15 0,-3 0 5 0,2 2-5 15,2-5-15-15,-1-3 7 0,0-2-5 16,1 0 1-16,-1-3-24 0,0-1 13 0,1-4-3 16,-1 2-5-16,-4-6-2 0,2-1-74 0,-5-2-4 15,-2-2-1-15,-1-4-1 0,-1 3 16 0,-6-7-5 16,-3-1 4-16,0 2 9 0,-1-1-1 16,-5 5 18-16,1 0 11 0,2 3-8 0,-4 5-11 15,0-1 14-15,-4 5 4 0,5 0-9 0,-2 4 14 16,1-1-1-16,0 4 9 0,4 1-5 15,-2 1-5-15,2 5 0 0,2-5 1 0,1 6-1 16,4 0 7-16,3-3 1 0,-1 3-5 0,7 2-8 16,-2-1 5-16,5-1 3 0,1-1 7 15,3-1-12-15,7 2 2 0,-3-1 0 0,6-4 10 16,-2-2-12-16,2 0-11 0,4-1 0 0,0-5-15 16,3 2-12-16,1-4-24 0,-5 1-10 0,1-2-54 15,4-6-72-15,-4 5-115 0,-3-5-463 0,-5 1 75 16,2-5 40-16,-5 0 77 0</inkml:trace>
  <inkml:trace contextRef="#ctx0" brushRef="#br0" timeOffset="74658.6">12995 11383 721 0,'0'0'236'0,"0"0"-31"15,4 15-1-15,-1-7-9 0,0 4-24 0,0 1-4 16,2 4-14-16,-2 3-84 0,0 2 13 0,1 3-15 16,-1 3 74-16,0 4-3 0,1 1-15 0,2 2-8 15,-1 15-10-15,1 0-10 0,-2 3-6 0,2-1 11 16,1 1-18-16,-4 2-3 0,5-2 1 15,-2 3 2-15,1-3-11 0,-1 4-9 0,2 1-1 16,-1 0-17-16,0 7 20 0,5 12-3 16,0-5-15-16,-3-11 5 0,1 3 3 0,5 7 10 15,1 3-31-15,-2-2-2 0,-1-11 0 0,2 8 17 16,-2-12-7-16,1 0-5 0,-1 2-8 16,5-1-2-16,-5 0 0 0,0-1 12 0,-1-4-18 15,1-1 19-15,-2-4-6 0,2-2 11 0,-3-2 9 16,1-7-27-16,-2-7-6 0,-2 1-4 0,1-6 2 15,-2 0 7-15,1-6-78 0,0 4 4 0,-1-6 0 16,-1 0 8-16,1-1 21 0,-2-6-6 16,-1 2-2-16,3-1 10 0,-5-3 0 0,2 1-2 15,0-3 10-15,0-2-13 0,-3 4-8 0,2-4-54 16,-2-4-2-16,3 5-87 0,-3-5-123 16,0 0-542-16,0 0 102 0,0 0 45 0,-18-7 65 15,8 2 69-15</inkml:trace>
  <inkml:trace contextRef="#ctx0" brushRef="#br0" timeOffset="76209.34">13645 13218 294 0,'0'0'133'0,"0"0"-18"0,0 0 8 0,0 0-13 15,0 0-8-15,0 0-17 0,0 0 2 0,0 0-18 16,0 0-15-16,0 0-3 0,0 0-5 0,0 0-33 15,0 0-8-15,0 0-56 0,0 0 5 16,-13 13-67-16,13-13 3 0,0 0-8 0,0 0-5 16,-1 2 31-16,1-2 26 0,0 0-34 0,0 0 5 15,0 0 67-15,0 0 33 0,0 0-13 16,0 0 47-16,0 0-16 0,0 0 38 0,0 0 6 16,0 0 15-16,0 0-8 0,0 0 41 15,0 0-2-15,0 0 20 0,0 0-10 0,0 0 15 16,-10-10 0-16,10 10 11 0,-1-5-8 0,1 5-6 15,0 0-68-15,0 0 2 0,0 0 5 0,-3-3 5 16,3 3-30-16,0 0 13 0,0 0-11 16,0 0-5-16,0 0 2 0,-13 10-12 0,13-5 5 15,-3 2-5-15,-2 3 0 0,5 1-3 0,-3-3-5 16,0 7 11-16,3-3-3 0,0 3-3 16,0 0-10-16,0 3 2 0,6-1-7 0,-4-2 11 15,1 2 4-15,3-1-15 0,1-1 7 16,3-2-9-16,1 1 4 0,-4-3 3 0,6 2-2 15,-2-2-11-15,2-4 3 0,-2-1-8 0,2-1 8 16,0-1-1-16,-2-1 14 0,-1-3-8 0,3-2-3 16,-2-3 8-16,-1 1-10 0,-3-2 5 0,3-2-10 15,-3-4 15-15,0-1-10 0,-4-2-1 16,0 0 1-16,-3-1 59 0,0-5-3 0,-3-4 0 16,-3 2-20-16,2 1 2 0,-3-2-10 0,-3 0 10 15,3 2-10-15,-3 2-3 0,-1 1-7 16,4 5 7-16,-2-1-12 0,-1 4 7 0,2 1-4 15,-2 3-9-15,3 0 3 0,-2 2 3 16,1 3-11-16,-2 2 3 0,3 6 2 0,-3-1 3 16,3 1-5-16,0 2-10 0,-2 3 7 0,4 2 3 15,2-2 10-15,-1 2-12 0,1-2-1 0,3 1-7 16,0 2 2-16,3-1 3 0,-3-2-5 0,4-2 2 16,3 4 0-16,-3-2-2 0,6 2 2 0,-1-3-5 15,2 0 5-15,0-1-12 0,3-1-8 16,2-2-26-16,-1-2-28 0,1 3-54 0,2-4-48 15,-2 2-162-15,5-4-445 0,-5 4 31 16,-1-4 89-16,1-1 64 0,-1-1 52 0</inkml:trace>
  <inkml:trace contextRef="#ctx0" brushRef="#br0" timeOffset="77391.23">14055 13331 885 0,'-4'6'277'15,"1"-2"-21"-15,0 5-24 0,-1-1-24 0,1 0-14 16,3 6-17-16,-3-3-6 0,3 1-30 0,0 1-8 16,0-1-15-16,3 1-3 0,-3 1-12 0,3-3-9 15,1 1-12-15,-1 0-7 0,3-2-9 16,-2-2 3-16,3 0-18 0,0 2 1 0,0-3-6 15,0-1 0-15,6-4-13 0,-3 0-2 16,-3 1 2-16,4-3 11 0,-11 0-9 0,17-6 1 16,-7 0-8-16,-3 2-10 0,0-4 23 0,-1-2-25 15,-2-1 17-15,-4-1-20 0,0-2 12 0,0-3-76 16,-4 0-8-16,-2-2 13 0,-1-2-3 16,-4 3 3-16,1 0 8 0,0 0 7 0,-1 4 6 15,2 2 73-15,-1-1-7 0,-1 5 0 0,4-1-2 16,-3 7-1-16,0-4-12 0,-1 6 9 15,1 0-4-15,10 0-8 0,-20 6 3 0,13-4-1 16,0 8 4-16,1-3-6 0,1 1 2 0,2-1-2 16,3 1-5-16,0 1 0 0,0-1-8 0,3 2 3 15,2-2 0-15,1 1-3 0,-2-1-2 16,2 0-16-16,4-1 3 0,1-2 13 0,-1 0 5 16,0-4-1-16,4 4 11 0,-4-4 0 0,4-2-5 15,-1-4 0-15,2 4-15 0,-2-6 10 0,0-1-1 16,2-2-9-16,-2 2 5 0,1-8 2 15,-1-2 5-15,-2 3-7 0,-4-3 0 0,3-1-6 16,-7-4-10-16,3 0 11 0,-5 1-18 16,-1-1-6-16,-1-2 13 0,-2-1-7 0,0-3 7 15,-1 2 3-15,-2 2-5 0,-1 0 2 0,0 0 6 16,3 5-16-16,-2 0 10 0,2 3 11 16,-2 5 2-16,3-2-5 0,-1 6-5 0,0-1 0 15,1 5 15-15,-1 0-5 0,4 4-10 0,0 0 2 16,0 0 24-16,-10 15-13 0,10-5-1 0,0 4-2 15,0 4 3-15,1 0-11 0,2 7 14 0,3 0-6 16,1 8 10-16,4-2-5 0,-1-1 8 16,4 11-7-16,3-1-4 0,-3-7 9 0,-1-3-1 15,4-3-5-15,-3 0-5 0,-1-2 3 0,4-2 0 16,-3 0 12-16,3-5-10 0,-3-2-15 16,0-3 5-16,-1 0 3 0,-2-4 2 0,2-2 8 15,-3-3-8-15,4 0 0 0,-4-4 8 0,4-4-11 16,-4 0 6-16,1-3-21 0,2-5 8 15,-3-1 8-15,-3-2-11 0,4-2-2 0,-4-4 0 16,-1 2-8-16,-2 2 15 0,-1 0 0 0,0 4 3 16,1-2-2-16,-4 0 2 0,0 7 0 0,1-3 0 15,-1 3-8-15,-1 0 6 0,1 3-3 0,-4 0 10 16,4 5 0-16,-6-5 0 0,6 5-15 16,0 0 12-16,-17 11 11 0,9-4-5 0,2 0-6 15,2 3 1-15,-5-2-1 0,5 4-2 0,-3 0 6 16,3-4-1-16,1 2-10 0,0 3 15 15,0-4-8-15,2 1-2 0,1-2 11 0,0 2-1 16,0-3-13-16,1 0 3 0,2-1 5 0,0-1-5 16,1-1 0-16,3-1 0 0,0-3 13 0,-7 0 3 15,13-3-11-15,-6-1 7 0,3-4-9 16,-3 2 10-16,3-5-8 0,-3 0 0 0,3-4-10 16,-6-2 0-16,2-1-23 0,-2-6 17 0,-1-1-7 15,-3 0-5-15,0 0 13 0,-3-4-8 16,0-3-7-16,-1-5 9 0,-2 2 1 0,-4-9 0 15,-1-4-1-15,1 12 6 0,3 4-5 0,-4 2 10 16,4 9 7-16,-2 0 8 0,2 1 6 16,-1 5-9-16,2 1 1 0,2 8 0 0,-2 0 2 15,-1 6-2-15,7 0 4 0,-11 7-4 0,5 2 5 16,2 1 7-16,1 7 1 0,0 1-11 16,3 3 5-16,3 4 6 0,0 1-8 0,1 6-3 15,2-4-10-15,1 5 10 0,4-6 3 0,-1 3-10 16,0-2 4-16,1 1 11 0,2-4-15 0,-2-4-1 15,2 0 3-15,0-2 1 0,1-1 9 16,-4-1-2-16,1-2-6 0,-1 0 11 0,0-5-41 16,-3 4-23-16,1-4-36 0,-2-2-43 0,0 0-113 15,-2-2-615-15,-1-2 45 0,0 1 111 0,-3-5 50 16,0 0 61-16,0 0 68 0</inkml:trace>
  <inkml:trace contextRef="#ctx0" brushRef="#br0" timeOffset="89790.18">11149 13166 596 0,'0'0'182'0,"0"0"-21"0,0 0-8 16,0 0-27-16,0 0-13 0,0 0-1 0,0 0-17 15,0 0-11-15,0 0-9 0,0 0-4 0,0 0 1 16,0 0 0-16,0 0-16 0,7 0 0 0,-7 0-15 15,0 0 3-15,0 0 2 0,0 0 2 16,0 0-22-16,0 0 12 0,11 0 1 0,-11 0 71 16,0 0 2-16,10 0-19 0,-10 0-4 0,0 0 11 15,13-2-26-15,-5 0-7 0,-2-2-3 0,1 4-3 16,0-3-4-16,3-1-4 0,0 0-4 16,0-2-8-16,-3 4 0 0,4-4-3 0,-4-1 3 15,2 2-10-15,2-1-3 0,-1-1 3 0,-3 0-13 16,4-3 0-16,-2 6-3 0,1-3 8 15,1-5-13-15,-1 3 6 0,-3 1-4 0,3-2 6 16,1 2-7-16,-1-4-4 0,-1-1 11 16,2 2-2-16,-1-3-1 0,-3 2-7 0,4-1-1 15,-1-4 3-15,0-1-12 0,1 0 10 0,-1 0 2 16,0-3-8-16,1 3-4 0,-1 0 12 0,-1-4-12 16,-1 4 9-16,2-1 3 0,-4-1 3 0,1 2-13 15,-3-1 10-15,3-4 1 0,-3 7-11 16,2-1 13-16,-3-2-8 0,0 1-3 15,-2-2 3-15,2 2 0 0,-3-3-12 0,0 0 14 0,3 3-1 16,-3-4-9-16,0 4-2 0,0-3 0 16,0 0 0-16,0-2 7 0,0 3-2 0,0-2 5 15,0 1-12-15,-3-1 17 0,3 0-13 0,-3-3 3 16,2 3-2-16,-2-1 7 0,0-2 5 16,0 2-5-16,0 5-5 0,2-2 0 0,-5-1 10 15,2 3-2-15,0 2 8 0,-2-1-16 0,2-1 5 16,-2 1 5-16,2 2 5 0,-6-2-10 0,3 2 3 15,0-2-5-15,0 4-1 0,-4-2-2 16,2 0-2-16,-1 0 14 0,-1 5 1 0,1-5 3 16,-3 3 1-16,2-2-9 0,1 0-3 0,-5 1 0 15,2-1 8-15,3 3-10 0,-1-3 4 16,-2 5 11-16,3-5-20 0,-4 4-3 0,4-1 12 16,-4-3 9-16,4 6-6 0,0-2-8 0,-1-1-7 15,1 0 13-15,-3 5-8 0,2-3 3 0,4 2-1 16,-3 1-2-16,0-1 5 0,3-1-2 15,-3 4-3-15,3-2-3 0,-6-1 1 0,6 4 4 16,-3-2 6-16,-1 3-8 0,1-3 3 0,-4 2-3 16,4 3 10-16,0-3-5 0,-4-1-5 15,4 4-3-15,-4 0-4 0,3 0 12 0,-2 0-10 16,-1 0 5-16,1 0 7 0,-4 4 1 0,6-3 2 16,-6 1-10-16,4-1-7 0,-1 1 7 15,0 2 0-15,-2-1-3 0,2 0-2 0,3-1 7 16,-3 1 4-16,-2 2-12 0,1-3 14 15,2 4-13-15,-1-2 15 0,1 0-10 0,3 0-2 16,-4 3-9-16,1-4 9 0,-2 4-6 0,5-2 3 16,-3 3 10-16,-1 0 0 0,0-1-10 0,0 2 13 15,1 0-13-15,-1 0 2 0,1 1 1 0,-2 0 12 16,-1 5-5-16,2-5-15 0,-3 5-6 16,0-1 14-16,3-2 7 0,0 4-2 0,1-2-1 15,0-2 6-15,-2 3-6 0,5 0 3 0,-4-5 3 16,4 7-3-16,0-2-5 0,-1-2-13 15,5 2 16-15,-4 0-3 0,4 0-13 0,-2 0 18 16,1 0-5-16,4 1 3 0,-4 0-1 0,4 0-2 16,-1 2-2-16,0 1 15 0,1-4-18 15,0 4 5-15,-1-2-8 0,4 0-2 0,0 0 7 16,0-1 3-16,0 2 0 0,0 0 0 0,1-1 0 16,2-1-10-16,-3 2 7 0,3 0 1 0,0 1-3 15,2-1 12-15,1-1-7 0,-3 2-5 16,1-3-5-16,2 1 7 0,-2 2 14 0,3 1-9 15,0-1-10-15,0 2 1 0,-1 0 7 0,5-3 5 16,-7-3-10-16,5 8 2 0,-2-4 3 0,1-1 5 16,1-1 0-16,-2-1-10 0,0 5 10 15,1-5-10-15,1-3 10 0,-2 4-7 0,0-2-3 16,3 2 10-16,-3-3-3 0,3 1-4 0,-3-1-1 16,3 1 3-16,0 0-2 0,-3-3 7 15,4 3-5-15,-1-2-3 0,0-1-4 0,-2-2 14 16,2 5-2-16,2-7 3 0,-5 7-5 0,4-5-6 15,-1 1 11-15,0 2-6 0,-2-3-4 0,1-2 4 16,1 2 9-16,1 2-9 0,-4-2 3 16,0 0-10-16,2-2 3 0,-1 0 2 0,-1 2 0 15,0-3-5-15,-1 1 7 0,5 3 1 0,-5-1 7 16,1-1-2-16,0 0-8 0,1 0 0 0,1-5 0 16,-2 5-6-16,-1-2 1 0,5 0-5 15,-4 3 8-15,0-3-1 0,2-1 11 0,-1-2-6 16,-1 3 1-16,-1-2-3 0,1-2 0 15,4 3 10-15,-5-4-7 0,1 4-26 0,0-5 30 16,4 2-4-16,-5-2-1 0,4 2 1 0,-3-2-1 16,1 1 1-16,1-2 5 0,1 0-13 15,-10 0 2-15,18 0-7 0,-8 0 7 0,-3 0 3 16,6-2 5-16,-3-2 6 0,1 3-17 0,-1-2 14 16,1-2 0-16,2 2-6 0,-3-4-9 0,1 4 12 15,2-2 0-15,-2-4 0 0,3 5-2 16,-4-2 12-16,0 0 0 0,4-3-17 0,-4 2-1 15,-3 3 1-15,3-3 17 0,-3 0-15 0,-1 3 5 16,1 0-2-16,0-2-3 0,-3 2-3 0,0 2 16 16,2-3-11-16,-3 3 1 0,-3 2-16 15,4-6-30-15,-4 6-37 0,6-6-42 0,-6 6-40 16,3-2-104-16,-2-1-59 0,-1 3-361 0,0 0-28 16,-1-6 82-16,1 6 51 0,0 0 76 0</inkml:trace>
  <inkml:trace contextRef="#ctx0" brushRef="#br0" timeOffset="90689.52">11078 12908 437 0,'-11'0'154'0,"11"0"15"0,0 0-34 15,-7 8-14-15,7-2 4 0,-3-1-25 0,0 1 7 16,2 2 9-16,-1 2-14 0,1 3 67 16,1-2-10-16,-3 3-11 0,3-1 6 0,3 1-24 15,-3 4-71-15,0 3-5 0,0-1-3 0,0-2-5 16,1 4-2-16,2 2-1 0,0-1-4 0,0-1-1 16,0 3 3-16,-2 0 0 0,2 0-3 15,0 0-7-15,1 3 0 0,0 0 10 0,-4-2-34 16,3-1 19-16,0 0 5 0,-2 2-13 0,2 1 12 15,0-2 1-15,-3 0-13 0,3 1 8 16,0-2-11-16,-2 0 5 0,2 1 6 0,1-1-6 16,-1-2-2-16,1 2 62 0,-4 2-11 0,3-2 8 15,0 0-11-15,-2 2-7 0,2 1-15 16,0-3 4-16,-3 2 1 0,3-2-11 0,-2 0-2 16,2 0 5-16,-3 0-21 0,4-5 11 0,-4 5-3 15,3 0-7-15,-3-2 4 0,1 4 1 16,1 0-13-16,-2 1 7 0,1-3 3 0,-1 0-7 15,3 0-4-15,-3 0 1 0,3 0-5 0,0-3 5 16,-3-3 0-16,1 3-19 0,2-2 22 0,-3-2 2 16,0 3-8-16,3-3 5 0,-3 0-20 15,0-1 10-15,3-1 3 0,-3 1-8 0,5-2 3 16,-5-1-3-16,0-1-3 0,0-1 3 0,3 1-3 16,-3-5 11-16,0 5-3 0,0-3 3 15,0-3-11-15,0 2 3 0,0-2 5 0,0-3-2 16,0 4 5-16,0-2 2 0,0-6-2 0,-3 9 2 15,3-7 8-15,0-2-13 0,-8 4 10 0,8-4-10 16,0 0 3-16,-17-5 0 0,7-2 7 16,3 0-17-16,-3 1 14 0,-4-6-7 0,4 3-5 15,0-1 6-15,-4-3-4 0,4 3-2 0,-3-1 10 16,2-3 1-16,1 6 4 0,0-3-20 0,-1 3 23 16,4-1-3-16,-2 1-10 0,5 2 11 15,-4-2-4-15,2 3 4 0,0 0 4 0,2-2 1 16,1 5-6-16,0-4 0 0,3 6-12 0,-5-7 15 15,2 4-18-15,3 3 2 0,0-7 9 16,3 0 4-16,-3 7 3 0,11-6-15 0,-7 1 2 16,5 2 10-16,2-2-7 0,-1-2-1 0,0 2-4 15,4-1 2-15,0 0 3 0,3-2-3 16,-1 1-10-16,2 2 5 0,-2-2-8 0,2-1 11 16,-1 1-6-16,0-1 13 0,1 4-12 0,-2 0 9 15,-2-3 4-15,0 3-11 0,-7-2 2 0,4 5-12 16,-2-2 0-16,-2-1-1 0,-1 4 6 15,2-2 0-15,-8 2 0 0,7-1-8 0,-7 1 16 16,0 0-1-16,9 7 9 0,-8-3-9 0,-1 2 11 16,-1 0-16-16,-1 0 6 0,-2 6 0 15,1-2-1-15,-4 0-2 0,-1 7 0 0,-1-4-2 16,2 0 9-16,-4 4-7 0,1 2-5 0,-3-2 5 16,2 2-33-16,-2 1-57 0,3 1-79 15,-5 4-230-15,6-2-451 0,2-2 59 0,-4 2 100 16,4-4 74-16,-3 3 82 0</inkml:trace>
  <inkml:trace contextRef="#ctx0" brushRef="#br0" timeOffset="91540.64">10472 14683 639 0,'0'0'226'0,"0"0"-11"0,0 0-23 15,0 0-5-15,-3 15-11 0,6-7 1 0,-2 2-11 16,2 0-7-16,3 5-21 0,-1 2-10 16,1 1-10-16,1 4 2 0,0 1-7 0,2 1-1 15,-1-3-22-15,-2 4 10 0,4 4-21 0,-3-1 13 16,1-4-12-16,-2 0-9 0,1 1-9 0,0-5 2 15,0 5-3-15,0-1-15 0,-1-1 0 16,-2-3-10-16,2 1-5 0,-2-3 2 0,0 0 0 16,-1 0-79-16,0-3-2 0,1-1-1 0,-1 0 11 15,0 0-3-15,-3-3 13 0,1 0 2 16,2-2-18-16,-3-1-37 0,3-1-37 0,-3-2-97 16,0 2-522-16,3-4 61 0,-3 0 49 0,0-3 48 15</inkml:trace>
  <inkml:trace contextRef="#ctx0" brushRef="#br0" timeOffset="92023.4">10855 15151 563 0,'8'-10'169'0,"1"2"-18"0,-2-1-18 0,-1 1-18 16,-1 0-2-16,1 1-16 0,-5 1-10 15,5-5-16-15,-3 3-7 0,-3-2 11 0,4 2-6 16,-4-1-21-16,0 1 9 0,0 0-16 0,-3 1 5 16,2-3-8-16,-2 3 6 0,0 4-3 0,-1-4 7 15,1 3 6-15,-4 0-8 0,3 1-2 16,4 3-16-16,-13-1 5 0,13 1 0 0,-14 3-2 15,7-2-18-15,0 5 18 0,-2 1 2 16,1-3 10-16,2 4-12 0,2 0 13 0,-2 1-9 16,2-1 1-16,1 5 0 0,-1-4-8 15,0 4 16-15,4-2-3 0,0 0 0 0,-3 0 59 16,6 2-11-16,-3-2 1 0,4 2-6 0,-4-1-12 16,4 0 2-16,-4 1-10 0,3-5-3 0,0 5 3 15,1-2-2-15,-1 0-11 0,0-4-10 16,1 5-8-16,-1-6 6 0,1 1-1 0,0 1-12 15,-1-1 7-15,0-4-7 0,1 4-75 16,2-3 11-16,-3 0 2 0,5 0 5 0,-1-1 18 16,-1-2-15-16,1 1-3 0,0-2-15 0,4 0-10 15,-2 0-11-15,1 0-48 0,1-2-13 0,2 1-51 16,-2-1-85-16,0-3-58 0,2 5-356 16,1-4 68-16,-1 0 11 0,1-3 75 0</inkml:trace>
  <inkml:trace contextRef="#ctx0" brushRef="#br0" timeOffset="92473.37">11187 15051 647 0,'-3'-6'284'0,"2"1"-20"0,-5-1-13 0,3 3-13 16,3 3-33-16,-11-7-13 0,7 6-11 0,4 1-17 15,-10 0-23-15,10 0-11 0,-17 7-2 16,7-4-5-16,3 5-18 0,0-1-10 0,-4 3-8 15,5 2 0-15,-1 1-10 0,1-1-11 16,-2 1-12-16,2 0 2 0,5-1-15 0,-2 1 5 16,0-1 3-16,3 1-16 0,0-1 8 0,0-4-20 15,3 6-85-15,0-4 15 0,1-2 8 0,-1 2 3 16,5-3-1-16,-1-1 16 0,2-1-15 16,2-1-8-16,-1-3 7 0,-3-1 6 0,3 0-3 15,1-2 3-15,-2-1 15 0,1-2-20 0,-2 0 5 16,-1-2 15-16,-1 2-8 0,-2-4-5 15,2-2 1-15,-2 1 9 0,-4-1-2 0,0-1 3 16,0 2-9-16,0 0 29 0,-4-1 6 0,4 0 1 16,0 3 3-16,-3 3-2 0,0-1-3 15,3-1 3-15,0 7-3 0,-3-3 0 0,3 3 11 16,0 0-1-16,0 0 13 0,0 0-2 0,0 0-14 16,-4 19 14-16,4-10-26 0,3-1 10 0,-3 2 6 15,3 1 14-15,1 0-27 0,-1 0 5 16,1 3-3-16,3-3 2 0,-4 3-7 0,1-4-28 15,6 5-20-15,-3-5-50 0,0 3-76 16,3-1-110-16,-4-4-433 0,2 0 62 0,2-1 56 16,-6-5 49-16</inkml:trace>
  <inkml:trace contextRef="#ctx0" brushRef="#br0" timeOffset="92873.4">11273 15056 604 0,'17'2'194'15,"-7"5"-27"-15,-3-2-9 0,6 1-22 16,1 1 0-16,-1 1-24 0,1 2-17 0,0-2 12 16,0 5 14-16,-1-2-39 0,1-3 5 15,-1 6-34-15,-3-3 9 0,1-1-14 0,-1 1 9 16,-6 0-1-16,2-3 77 0,2 1-2 0,-5-1-11 15,-3 0-15-15,3-2-18 0,-6 2-3 16,0-4-12-16,3 2-10 0,-4-3 4 0,-3 1 1 16,0-1-8-16,0-2-3 0,7-1 3 0,-14-1 0 15,4-2-6-15,1-1-1 0,2 1-78 0,-1-3 18 16,-1-2-12-16,2 1 12 0,0 2-5 16,3-8-7-16,0 5 7 0,-2-2 10 0,6-4-12 15,-3 2 10-15,3-2-10 0,3 3 10 16,0-3 7-16,0-3-7 0,1 5 20 0,3-4-15 15,0 2 0-15,0 2 16 0,-1-1-29 0,2 1 3 16,2 1-13-16,-4 1 10 0,1 2-33 16,4 1 0-16,-5-3-72 0,4 6-36 0,-3 0-79 15,1 0-181-15,-1-1-272 0,2 2 41 0,-2-2 69 16</inkml:trace>
  <inkml:trace contextRef="#ctx0" brushRef="#br0" timeOffset="93505.27">11587 14941 588 0,'3'13'256'0,"0"-9"-95"15,1 4-7-15,-4 2-11 0,4 1-12 16,2 0-16-16,-5 0-7 0,5 3-11 0,-2 1-10 16,2-2-3-16,1 1-4 0,-6 0-6 15,5-2-10-15,-3-2 0 0,-2 2-8 0,2-1-2 16,0-2 0-16,0-1-21 0,-3 2 26 0,0-3-5 15,4 1-24-15,-4-2 1 0,0 1 5 0,4-3 89 16,-4 0-9-16,0-4-14 0,0 0 3 16,0 0-21-16,0 0-2 0,0 0-15 0,0 0-6 15,0 0-2-15,-11-21-13 0,8 10-2 16,0-3-6-16,2-1 1 0,-2-3-14 0,3 1 6 16,0 0-8-16,-3 1 0 0,3-2 0 0,3 0 8 15,0 2-21-15,-2 0 0 0,2 0 3 16,3 1 0-16,-2 3-3 0,0-1-10 0,3 5 10 15,-4-2 3-15,4 2-8 0,-1 1-7 0,2 3-4 16,-1 2 19-16,2-2-18 0,-9 4 3 16,14 4-4-16,-7-1 6 0,0 4 11 0,0 0 1 15,-1 1 4-15,2 1-3 0,-2 0-11 0,-2 1 1 16,2 0 7-16,1 2-2 0,-3-2-1 0,3 1 1 16,-4-1-5-16,1-2 9 0,2 4-9 15,0-3-3-15,-1-1 10 0,-2 0-7 0,4 0 7 16,-4-4-15-16,4 3 2 0,-4-6-7 0,1 4 0 15,3-4 10-15,-7-1-3 0,13 0 1 0,-13 0-14 16,7-6 9-16,0-2-16 0,-3 1 0 16,-1-3 5-16,0 0 7 0,1-5-6 0,-4 7 4 15,3-4 20-15,-3-1-12 0,0 3-2 16,3-1 7-16,-3 4 0 0,0-2 2 0,0 3-10 16,0-1 1-16,0 7 7 0,0-7 13 15,0 7 7-15,0 0-12 0,0 0-6 0,0 0 21 0,0 0-7 16,3 15-6-16,-6-5 10 0,6-2-7 15,-3 3-5-15,0 0 0 0,0-1-3 0,4 3 0 16,-4-2 0-16,4 0 0 0,-1 0-5 0,-2-1 5 16,2 1-18-16,0-3-40 0,0 2-68 15,1-2-99-15,2-1-210 0,-2 1-328 0,3-2 55 16,0-5 70-16,-7-1 73 0</inkml:trace>
  <inkml:trace contextRef="#ctx0" brushRef="#br0" timeOffset="94392.65">12051 14970 455 0,'0'10'169'0,"1"-2"-3"16,2-1-25-16,-3-1-20 0,0 1-4 0,4-2-2 15,-4-2-22-15,0 4-4 0,0-1 19 0,0-6 73 16,0 5-1-16,0-5-19 0,0 0 3 15,0 0-21-15,0 0-28 0,0 0 3 0,0 0-16 16,0 0-4-16,-4-18-14 0,1 10 1 16,2-4-21-16,1-1-13 0,0 0-5 0,0-1-5 0,0-1 2 15,0 3-7-15,1-1-8 0,2 2 3 16,1-3-5-16,-4 6 2 0,3-1-13 0,1 1 6 16,-1 1-9-16,3 4-6 0,-2 1-4 0,2-1 16 15,-6 3-8-15,15 3 3 0,-9 1-3 16,4 0 6-16,-2 0-14 0,2 3 1 0,0 1 7 15,-2-1-7-15,1 0 7 0,1-1-13 16,1 1 8-16,-4 1 8 0,3-2-3 0,-1 1-2 16,-1-3 2-16,2 1 8 0,0-2 0 15,1 2-18-15,-1-4 10 0,-3 0 1 0,4-1-1 16,-1-2-8-16,2-3-2 0,-1 5-2 0,-1-8 12 16,0 4-15-16,1-5 8 0,-4-3-1 0,3 2-10 15,-4-4 14-15,2 2 1 0,-4-2-2 0,2 1-5 16,-3 1-5-16,0 0 13 0,-2-1 2 15,2 6-15-15,-3-3 18 0,3 2-13 0,-3 4-13 16,0-2 16-16,0 6-1 0,-3-7-2 16,3 7-8-16,0 0 19 0,0 0-1 0,-17 17-15 15,14-9 10-15,0 5 8 0,-1-1 0 0,4 9-6 16,-1 0-7-16,2 2 13 0,3 4 2 0,2 5-4 16,1 0-4-16,3 12-4 0,1 3 12 15,-1-2-5-15,3 2 3 0,-2-3-13 0,2 2 3 16,1-1-8-16,-4-6 10 0,-3-6 2 0,4 1 4 15,-5-1 4-15,4-1-10 0,-6-2 0 16,2-5-2-16,-2 4 5 0,-4-8-1 0,1 1-2 16,-2-4 3-16,1-1 0 0,-4 0 5 0,-2-3-8 15,-1-3 20-15,-3-2-2 0,-4-2-7 16,1-1-1-16,-2-5 3 0,2-1 5 0,-5-2 5 16,-1-4-20-16,-2-1 15 0,0-5-5 15,4-1-59-15,-3-2-5 0,-1-2 7 0,5 0-4 0,1 0 22 16,2-2 60-16,0-3-9 0,2 4 14 15,1 0-13-15,3-4-1 0,-1 4 9 0,5 1-16 16,0-1 0-16,0 0-10 0,3 4 10 16,3-3-8-16,0 2-10 0,1-2-20 0,3 4-47 15,3 0-27-15,-3 1-24 0,4 0-87 0,-1 1-76 16,3 3-308-16,1-2-158 0,-1 1 69 0,2-1 48 16,1 0 62-16</inkml:trace>
  <inkml:trace contextRef="#ctx0" brushRef="#br0" timeOffset="95322.54">12732 14687 767 0,'0'0'254'16,"0"0"-14"-16,0 0-40 0,0 0-26 0,14 14-10 15,-8-7-13-15,-2 1-5 0,2 2-23 16,2 1-11-16,-1 1-12 0,2 3 3 0,-2-3-14 16,1 3-7-16,-1 2-5 0,2 1-11 0,-2-3-2 15,1 2-5-15,-2 1 0 0,1-3-18 0,-4 2 3 16,1-2-1-16,-1 0 1 0,1-2-8 15,-4 1-1-15,3-3 1 0,-3 0-3 0,0-2 3 16,-3 0-5-16,3-1 0 0,-4-1-6 16,1-1 6-16,2 1 5 0,-5-6-5 0,2 3-6 15,-2-1-4-15,6-3 7 0,-14-1-3 0,7-5-4 16,-3 3-3-16,3-5 0 0,-4-2 2 0,2-2 1 16,2-1-3-16,-1-2-6 0,-1 0 1 15,5-2-5-15,-2 2 2 0,2-3-7 0,1 1 4 16,3 2-12-16,0-3 0 0,-4 6 8 0,8-5 2 15,-1 4-77-15,0-4 6 0,1 1 4 16,2 4 6-16,1-1 7 0,1 0 8 0,-2 1 8 16,4-1-3-16,0 1-2 0,4 1 2 15,-1 3 18-15,-1-2-5 0,4 1-15 0,1 1 22 16,-3 1-4-16,3 0 2 0,0 0 2 0,1 0 4 16,2 4-6-16,-3-2 2 0,4 1-7 0,-2-2-2 15,-1 5-1-15,-2-2-5 0,2-1 1 16,-3 4 7-16,1-3-11 0,-2 2-4 0,-1-2 2 15,-3 3 0-15,1-3 13 0,-1 2 8 0,-3 0 12 16,-1-4-2-16,-6 5-15 0,14 0 22 16,-10-1-20-16,-4 1 13 0,6-6 0 0,-6 6-5 15,0 0 0-15,0 0 2 0,0 0 11 0,0 0-3 16,0 0 5-16,0 0-10 0,0 0-1 0,-24 7-4 16,18-1 3-16,-4 2-6 0,0 1 10 15,-1 1 13-15,4 3 11 0,-3 1-21 0,0 1 31 16,3 0-13-16,0 2-8 0,1 1 0 0,-2-1-2 15,5 1-8-15,-1 1 15 0,4-5-2 16,-3 3 0-16,3-2 2 0,0 0-7 0,0-1-8 16,3-1 2-16,-2-5-12 0,2 6 18 0,4-6 15 15,-3 1-23-15,2-1 5 0,1-5-5 16,-1 2 0-16,2-2 0 0,2-3 2 0,-10 0 1 16,16-3-3-16,-5-2-10 0,-1 1 12 0,-3-3-9 15,4-2-4-15,-4 0 4 0,2-4-9 0,-5-2-2 16,2-2-5-16,-4-1 16 0,1 3-9 15,0-3-14-15,0 0 7 0,-3-1 7 0,0 6 1 16,0-4 10-16,0 7 2 0,0-1 6 0,0 0-8 16,-3 6-6-16,3-2-1 0,0 1 17 15,0 6-5-15,0 0 0 0,0 0 5 0,0 0-3 16,0 0 3-16,-3 17-2 0,6-9 30 0,0 2-28 16,-2 1-7-16,5-1 15 0,-3 1-16 0,0 2 1 15,1-1-4-15,3 0-6 0,0 1-40 16,-4-5-42-16,4 6-132 0,-3-4-357 15,3-1-44-15,-1 0 46 0,-2-2 53 0</inkml:trace>
  <inkml:trace contextRef="#ctx0" brushRef="#br0" timeOffset="95689.61">13364 14466 511 0,'4'17'151'0,"-1"-2"-2"15,0-4-1-15,-3 3-15 0,4 0-10 16,0-3 49-16,-4 0-3 0,3 4-16 0,-2 0-17 16,2 1 0-16,0-1-6 0,0-2-7 0,0 1 0 15,-2-2-10-15,2 3-29 0,0-2 8 16,0-1-10-16,-3 1-8 0,5-2-10 0,-5-1-10 16,3 3-3-16,0-1-7 0,-3-4-16 0,1 2-46 15,2-2-64-15,-3-1-105 0,3 3-348 0,0-3-146 16,-3 1 49-16,1-3 90 0</inkml:trace>
  <inkml:trace contextRef="#ctx0" brushRef="#br0" timeOffset="96092.47">13590 14821 483 0,'6'-5'174'0,"2"-2"-33"0,-5 3-13 0,4-4-20 16,-4 1 2-16,1-3-10 0,2 1 63 0,-2-3-19 15,-3 4 2-15,2-3-3 0,-3 0-13 16,3-2-2-16,-3 5 0 0,0-1-7 0,-3 1 7 16,3 0-23-16,0 4-6 0,-4-3-6 0,4 1 1 15,-7 5-2-15,7 1-22 0,-7-1-50 16,7 1-17-16,0 0 2 0,-16 8 15 0,8 0-10 15,1-1 11-15,4 3-1 0,-4-1-12 16,4 1 5-16,0 4 5 0,0-3-8 0,3 2 8 16,-2-1 5-16,2 1 3 0,0-1-6 0,2 1 11 15,-2-2-13-15,3 0-3 0,0 0-2 16,0-1 0-16,1 1-6 0,-1-3 29 0,0-1-18 16,4 1-13-16,-2-2 11 0,4-2 9 0,-2 0-12 15,3-1-5-15,-2-2 20 0,1 1-15 0,1-2-24 16,-10 0-7-16,18-3-33 0,-12 1-54 15,1-3-69-15,1 2-176 0,-2-2-398 0,-2-2 90 16,-1-3 44-16,-3 2 74 0</inkml:trace>
  <inkml:trace contextRef="#ctx0" brushRef="#br0" timeOffset="96455.11">13211 14521 517 0,'0'0'197'0,"0"0"-36"16,-10 0 59-16,10 0-2 0,0 0-19 16,-8 2-27-16,8-2-6 0,0 0-20 0,0 0 3 15,0 0-19-15,0 0-10 0,0 0-7 0,0 0-3 16,0 0-13-16,0 0-17 0,27-3-6 15,-19-1-5-15,2 3-2 0,0-5-3 0,4 5-13 16,-1-2-5-16,-3-1 2 0,5 1-12 0,-2 1-10 16,-2-3 10-16,2 4-6 0,-3-2-4 15,4-1-3-15,-4 4 10 0,-3-3-7 0,4-1-11 16,-2 2-2-16,-2 1 5 0,1-1 0 0,-8 2-21 16,10-5 14-16,-4 5 1 0,-6 0-14 15,7 0-11-15,-7 0-15 0,0 0-21 0,0 0-17 16,11 0-96-16,-11 6-165 0,0-6-415 0,-5 6 53 15,5-6 70-15,-9 6 63 0</inkml:trace>
  <inkml:trace contextRef="#ctx0" brushRef="#br0" timeOffset="132984.6">30512 2771 726 0,'0'0'297'0,"0"-7"-28"16,0 7-18-16,0 0-31 0,-3-6-36 16,3 6 6-16,0 0-19 0,0 0-94 0,-18 12-13 15,8-4-18-15,-1 5 3 0,-5 4-6 0,3 0 1 16,-8 4-8-16,0 3-11 0,0 0 14 0,-4 8 4 15,-7 0-17-15,4-2 12 0,1 2-17 16,2-7-1-16,4-3-4 0,-1-1 4 0,0 1-10 16,2-1 13-16,0-1-10 0,-1-1 2 0,4-4 1 15,0 0-9-15,6-5 9 0,-2 0-16 16,3-1 15-16,2 0 18 0,-1-2 14 0,2-2-9 16,3-2 5-16,-2 0-7 0,1 0-8 0,5-3-2 15,0 0-8-15,-9-13 10 0,9 5-2 16,0-2-6-16,0-1 8 0,6-5-7 0,-2 0-24 15,3-2 19-15,0 1-6 0,0-5 23 0,5 2-18 16,-1 0-12-16,-1 1-8 0,2 0 7 0,0 2-19 16,-2 0 17-16,2 4 0 0,-2 2 5 15,2 0-16-15,0 1 17 0,-2 6-9 0,0 0-2 16,4 2-3-16,-4 2 1 0,4 2 4 0,-1 2-10 16,5 4 11-16,-2 0 2 0,2 3-6 15,1 3 12-15,-1-1-14 0,3 4 13 0,-1 3-10 16,1-2 10-16,0 0-2 0,-2 1-6 0,-1 1-12 15,-2-3-21-15,-1-1-54 0,1 2-12 16,0-2-52-16,-4 1-79 0,5-5-117 0,-2 3-324 16,1-5 27-16,-3 0 63 0,1-3 80 0</inkml:trace>
  <inkml:trace contextRef="#ctx0" brushRef="#br0" timeOffset="133186.4">30799 3069 872 0,'3'-6'292'0,"3"1"-36"0,-2 1-20 0,3 0-29 16,0-1-18-16,3 1-12 0,1 1-36 0,-1 0-3 16,3-1-13-16,3 2-25 0,-4 0-54 15,2 1-61-15,2 0-90 0,-1 1-148 0,-2 0-439 16,1 0 42-16,-1 1 92 0</inkml:trace>
  <inkml:trace contextRef="#ctx0" brushRef="#br0" timeOffset="133468.16">30833 3300 660 0,'0'0'241'0,"0"0"-14"0,0 0-19 0,0 0-19 16,0 0-25-16,0 0-16 0,0 0-9 16,27-4-29-16,-14 2 2 0,0 0-9 0,-1-2-16 15,2 2-8-15,2 0-10 0,-1-1-5 0,1-1-5 16,0 2 2-16,-4-2 1 0,5 3-21 16,-7-2 5-16,3 0-10 0,-2 2-3 0,-1 1-18 15,-3-2 1-15,2 0-9 0,-4 2-25 0,-5 0-38 16,13 0 2-16,-13 0-4 0,0 0-12 15,11 0-86-15,-11 0-100 0,3 2-330 0,-3-2-23 16,0 0 38-16,0 0 49 0</inkml:trace>
  <inkml:trace contextRef="#ctx0" brushRef="#br0" timeOffset="138051.23">31622 2760 476 0,'-6'-2'156'0,"6"2"-5"0,0 0-13 0,0 0-15 15,0 0-5-15,-17 5 2 0,15 1-31 16,-6 1 19-16,0 0-26 0,-2 4 2 0,3 1 80 16,-2 1-8-16,-2 1-17 0,1 3-19 15,0 0-15-15,2-1 5 0,-2 1-10 0,4-3-23 16,-1 3 7-16,3-2-7 0,0 0 0 0,1 0-26 15,3-2 10-15,0 0-2 0,0-1-10 16,0 1-1-16,4-2-14 0,3 1 24 0,-1-4-11 16,3 3 4-16,-1-4-15 0,3 0-1 0,2-2 1 15,1 1 5-15,-3-4-8 0,5 2-4 0,0-4 14 16,-4 0-20-16,5 0-5 16,-1-4-5-16,-1 2 23 0,4-4-11 0,-4 1 3 0,-2-3-2 15,3 0-3-15,-5-1 3 0,1-3-13 16,0 1 7-16,-2-3-10 0,0 1-2 0,-5-3 10 15,1 0-8-15,-2 1 3 0,-1-1 7 16,-3 2-20-16,0 0 0 0,-3-1 5 0,0 1 8 16,2-3 13-16,-8 4-16 0,5 0-5 0,-4 1 18 15,-1-1-23-15,-1 1 18 0,-1 2-2 0,1 3-9 16,0-1 3-16,-1 2-2 0,-2 0 0 0,0 5-3 16,1 0 0-16,-1-1-2 0,-1 4-9 15,1 0 12-15,-1 0 1 0,1 2-4 0,2 0 2 16,-3 3-92-16,1-1 15 0,-1 2 24 15,1 1-6-15,3 0 5 0,-1 2-2 0,1 0 18 16,0-1-18-16,-1 2 20 0,5 1 16 0,-1-1-16 16,4 0 10-16,-1 0 1 0,0 0 2 0,1-2 5 15,3 1 3-15,0 1-8 0,0-1 5 0,3-2-7 16,1 2 2-16,0 0-10 0,-1-1-26 16,3 0-18-16,-2-1-28 0,3 0-63 0,5-1-76 15,-2 4-134-15,1-3-308 0,1-1 41 0,1 0 92 16</inkml:trace>
  <inkml:trace contextRef="#ctx0" brushRef="#br0" timeOffset="138817.67">32012 2896 440 0,'0'5'102'0,"0"-5"-7"16,0 10-6-16,0-7-12 0,0-3-8 0,0 11 31 16,0-11-15-16,0 6-1 0,0-2 24 0,0-4-29 15,0 6 18-15,0-6 11 0,0 0 7 16,0 5 8-16,0-5 82 0,0 0-3 0,0 6-26 15,0-6-7-15,0 0-18 0,0 0-5 16,0 0-15-16,0 0-93 0,0 0-2 0,0 0-3 16,0 0 6-16,0 0 2 0,0 0-11 0,0 0 1 15,0-17 0-15,0 17-6 0,0 0-9 0,0-8-3 16,0 8 4-16,0 0-6 0,-3-6-16 16,3 6-3-16,0 0-10 0,0-4-28 0,0 4 13 15,0 0-13-15,0 0-18 0,0 0-36 0,0 0-87 16,0 0-130-16,0 0-385 0,0 0 72 15,0 0 42-15,0 0 53 0</inkml:trace>
  <inkml:trace contextRef="#ctx0" brushRef="#br0" timeOffset="139117.7">32269 2717 465 0,'0'0'197'0,"0"0"-7"0,3 16 2 0,-1-7-31 16,-1 2 82-16,0 6-20 0,2-2-23 0,0 2-6 16,2 1-20-16,-3 0-15 0,2 2-13 15,1-1-8-15,0 4-13 0,0-2-14 0,-3 3-4 16,4-3-12-16,-2 1 2 0,0-4-20 15,2 1-8-15,-3 0-13 0,-2 0 6 0,2-1-3 16,0 1-26-16,-1-2-46 0,-4 1-51 16,-1-1-177-16,0 1-521 0,-1-2 50 0,-6-1 64 15,0-3 73-15,-1-4 52 0</inkml:trace>
  <inkml:trace contextRef="#ctx0" brushRef="#br0" timeOffset="139717.67">30494 3742 714 0,'0'0'256'0,"0"0"-21"0,-6 0-12 0,6 0-29 15,0 0-12-15,0 0-3 0,0 0-2 0,0 0-8 16,0 0-98-16,27-3 6 0,-11 2-10 0,4-2 2 16,5-1 8-16,6 0 2 0,7-3-10 15,20-3 5-15,4 1-15 0,4-3 5 0,0 2-7 16,20-2 63-16,3 1-15 0,2 0-10 0,0 0-1 15,8-2-12-15,-1 2 3 0,-2 2-3 16,-1 0-13-16,-5-2 2 0,-13 5-9 0,12-6-11 16,-19 8-2-16,3-4-14 0,-3 0 4 0,-1 3-1 15,-5-4-7-15,-2 5 2 0,-13-1-5 0,-9 2-12 16,-2-1 2-16,-4 2-6 0,-4 1 1 16,-2 0 13-16,-4-4-11 0,0 4 3 0,-4 0-5 15,-3 0-5-15,-3 1-6 0,0-1 3 0,-1 1-20 16,-2 0-16-16,-4 0-20 0,0 1 0 0,-7-1-13 15,13 3-64-15,-9 2-51 0,-4-1-116 16,-4 0-299-16,2 4-135 0,-3-6 51 0,2 5 66 16,-1 1 51-16,1-5 469 0,3-3 151 0,-6 6 74 15,6-6 18-15,-4 3 0 0,4-3 8 16,0 0 7-16,-7 5 90 0,7-5-15 0,0 0-6 16,0 0-12-16,0 0-3 0,0 0-94 0,0 0-9 15,0 0-7-15,-1-16-7 0,1 16-1 0,0-5-17 16,0 5-42-16,0 0-51 0,-3-4-84 15,3 4-161-15,-7 0-464 0,-2 0 64 0,9 0 54 16,-16 0 70-16</inkml:trace>
  <inkml:trace contextRef="#ctx0" brushRef="#br0" timeOffset="151866.71">9748 7621 204 0,'3'10'67'15,"-3"-1"-8"-15,1 0 0 0,2-1-13 16,-3 1 15-16,3-1-17 0,-3 0-26 0,3 0-34 15,-3-2 26-15,1 1-12 0,2 0-60 0,-3 1 14 16,3-1-14-16,-3-1-9 0,3-2-9 16,-3 4 42-16,1-7 7 0,1 5-12 0,3 0 12 15,-5-6-2-15,3 5-3 0</inkml:trace>
  <inkml:trace contextRef="#ctx0" brushRef="#br0" timeOffset="152732.71">9789 7790 107 0,'0'0'44'15,"3"4"48"-15,-3-4 2 0,0 0 14 0,3 5-11 16,-3-5 23-16,0 0-4 0,0 0-4 0,0 0-12 15,0 0-10-15,0 0 7 0,0 0-2 16,-3-21-16-16,3 21 13 0,0-9 8 0,-3 5 13 16,3-3 12-16,0 2-2 0,0 5 13 15,-3-9-6-15,2 6-63 0,1 3 2 0,-3-8-13 16,3 3-5-16,0 5 11 0,-3-4-3 16,3 4 17-16,0-6-30 0,0 6-15 0,0 0-3 15,-4-7-2-15,4 7-11 0,0 0 19 0,0 0-22 16,0 0 19-16,0 0-5 0,0 0 4 0,0 0-1 15,10 17-6-15,-6-10-11 0,-1 1 4 16,0 2 14-16,1 3 65 0,2-4-3 0,-5 2-15 16,6 3-8-16,-3 1-5 0,-1-2 26 0,3 3-72 15,-3 0-5-15,1-1-3 0,-1-4 5 0,0 3 0 16,-1-3 9-16,1 2-22 0,0-4 11 16,-3 1 0-16,3-3 2 0,-2 0-2 0,2-3 15 15,-3 3-15-15,3 0 0 0,-3-1-11 0,3-4 6 16,-3-2-1-16,0 8-7 0,0-8 6 0,0 0 4 15,0 0-8-15,0 0 11 0,0 0-13 16,0 0 8-16,-13-20-11 0,10 14 1 0,-2-6-6 16,-4 2 3-16,2-5-3 0,0 2 8 0,1-2 0 15,-2-2 8-15,1 2-5 0,1 0-1 16,-1 2 3-16,0-2 13 0,3 0-23 0,-2 1-3 16,2 3-7-16,1 1 10 0,0-4-5 0,-1 6 10 15,1-2-8-15,-1 0-2 0,0 2 17 16,4 1-7-16,-3-1 0 0,0 1-5 0,3 0 3 15,-3 4 2-15,2-4 7 0,-1 3-9 0,2 4-3 16,-1-8 10-16,1 8-13 0,0-6 11 0,-3-1-8 16,3 7 12-16,0 0-12 0,0-8 5 15,0 8-8-15,-3-3 3 0,3 3 8 0,0-6-6 16,0 6 6-16,0 0-1 0,0 0 4 0,-5-3-1 16,5 3-3-16,0 0 8 0,0 0-7 0,0-8 5 15,0 8-8-15,0 0 2 0,-3-8 11 16,3 4-13-16,0 4-2 0,0-10-6 0,-3 2 0 15,0 1 18-15,2-3-10 0,-2-1-2 0,0-3-1 16,-1-1 3-16,-2-3-7 0,-1 1 4 16,3-1 8-16,-3 1-5 0,4 1 3 0,-4 0 7 15,4 1-13-15,-5 3-2 0,5 3 5 0,0 0 3 16,-1 0 2-16,1-2-5 0,0 6 0 0,3-2-13 16,-3 1 16-16,3 6-16 0,0 0 15 15,0 0-7-15,0 0 5 0,0 0 11 0,10 21 1 16,-1-10 9-16,2 7-6 0,-1 0-5 0,0 4-2 15,4 3 0-15,0 0 10 0,0 2-16 16,-1-2 11-16,1 4 0 0,-3-4-3 0,2 1-5 0,1-1 13 16,-1 0-2-16,-2-1-4 0,-1-5-4 15,0 4 0-15,-2-4-1 0,1-1 1 0,1 2-10 16,-3-5 9-16,1 0 3 0,-2-1 13 16,1-3-2-16,-1 4-8 0,-2-5 69 0,3 3-11 15,-4-5 4-15,1 1-14 0,-1-1-12 0,0-4 7 16,-2 3-18-16,2-1 11 0,0-1-18 0,-3-1-16 15,3-1-66-15,-2 2-62 0,-1-2-102 16,4 4-514-16,-4-6-106 0,3 5 131 0,-3-6 59 16,-3 7 57-16,3-7 70 0</inkml:trace>
  <inkml:trace contextRef="#ctx0" brushRef="#br0" timeOffset="153933.07">9724 8644 739 0,'0'0'305'15,"0"0"-21"-15,-6-1-31 0,6 1-40 16,0 0-16-16,0 0-20 0,-8 8-19 0,8-1-17 16,-3 1-3-16,2 1-15 0,1 1-18 0,-3 4-13 15,3-1 5-15,0 1-9 0,0 3 1 0,0 0-10 16,3-1-20-16,-2 5 8 0,2-2-8 16,0-2-5-16,2 1-3 0,1 0-5 0,-3 0 0 15,4 3-10-15,-1-4 7 0,2 1-10 0,-1-4 1 16,3 1-16-16,-3-2 5 0,3 2 5 15,0-4 0-15,-3 2-10 0,0-5 0 0,3 1 7 16,-3-3-7-16,0-2 8 0,2 2 0 0,-1-3-3 16,-1-3-11-16,-7 0 4 0,13-2-1 15,-5-3-2-15,-2 1 7 0,1-5-4 0,-1 0 9 0,-2-4-17 16,3 2 0-16,-6-3-1 0,2-3 4 16,0 1 1-16,-3-1-1 0,0-1-9 0,-3 1 3 15,0 0-2-15,2-2 2 0,-6 0 3 16,3 2-3-16,1-1 0 0,-4 1-10 0,-2-2 7 15,1 3 3-15,1 0-12 0,1 1 9 0,-4-1 6 16,2 4-5-16,1-2 4 0,-2 4 4 16,2 2-6-16,0 1 0 0,0-3 0 0,3 3 0 15,-5 3 5-15,2 0-15 0,-1 1 3 0,2 3-1 16,-4-3 6-16,10 3 2 0,-15 6-5 0,6-5-8 16,2 5 21-16,1 0-13 0,-2 0 7 15,4 1-1-15,-2 0-1 0,2 4-5 0,1-1-3 16,3 0-7-16,-3-1 18 0,3 0-19 0,0-1 11 15,3 2 11-15,0-2-14 0,-2 1 16 16,2-1-5-16,3-1-6 0,-2 1 8 0,2-1-7 16,-1-4-8-16,2 4 7 0,2-4 3 0,-2 1 8 15,4-3-10-15,-4 1-6 0,3 0 1 0,3 1-6 16,-3-2-10-16,0-1-28 0,1 2-13 16,-1-2-46-16,-3 1-41 0,4 2-79 0,-5 0-108 15,4 3-453-15,-3-2 31 0,1 1 118 16,-2-1 51-16,1 3 61 0</inkml:trace>
  <inkml:trace contextRef="#ctx0" brushRef="#br0" timeOffset="154466.6">10014 9243 655 0,'0'7'251'0,"3"-1"-29"0,-3 0-25 16,1 1-10-16,2 2-23 0,0 0-21 16,1 1-96-16,-4-1 4 0,4 0-3 0,-4 0-9 15,3-2 4-15,-3-1 6 0,3 1-16 0,-3 0-5 16,0 2 3-16,1-1-8 0,-1-2-2 0,0-2 7 15,0 1 10-15,0-5 11 0,2 10-3 16,-2-6-5-16,0-4 5 0,0 0-10 0,0 0 0 16,0 0-6-16,0 0 14 0,0 0-26 0,0 0-3 15,-9-15-10-15,9 5 8 0,-4-2-18 16,4 1-11-16,-4-6 11 0,4 3 18 0,-3-4-15 16,3 4-4-16,-3 0 6 0,2 0 3 0,1-1 15 15,0 4-18-15,0-3 13 0,0 4-11 16,0 1 6-16,0-4 7 0,0 5-10 0,1-1 13 15,2 2-13-15,-3 2 6 0,0-2-19 0,3 0 23 16,1 1-15-16,0 2-5 0,-4 4 5 16,6-2 11-16,-6 2-1 0,10 0 18 0,-10 0-15 15,11 4 5-15,-8 1-6 0,4-2 1 16,-3 5 3-16,2-1-6 0,-2 3 5 0,3-2 6 0,-1 2-11 16,1 1 0-16,-3 0-5 0,2 3 5 15,-1-3-2-15,1-1 79 0,-2 4-13 0,2-2-10 16,-3 1-10-16,1-2-46 0,-1 2-31 0,4-1-16 15,-3-2-104-15,-1 3-126 0,0-4-432 16,1 1 25-16,2-2 49 0,-3-1 74 0</inkml:trace>
  <inkml:trace contextRef="#ctx0" brushRef="#br0" timeOffset="155352.31">10260 9368 473 0,'0'-6'156'15,"3"2"0"-15,-3-3-20 0,0 0 15 16,1 3-46-16,-1-4 10 0,0 1-5 0,0 0 0 16,0-1-5-16,0-1-20 0,0 2 7 0,-1 0-3 15,-2 1 9-15,3-1-6 0,0-1-5 16,-3 0 0-16,3 1-5 0,-3 3 64 0,0-2-8 15,2 1-10-15,1 5 2 0,-3-10-17 16,3 8-5-16,0 2-24 0,-6-6 1 0,6 6-11 16,-5-2-15-16,5 2-3 0,0 0 5 0,0 0-7 15,0 0 5-15,-10 8-10 0,10-8-6 0,-3 7-17 16,0-3 12-16,2 2 6 0,1 2-14 16,-3-1 14-16,3 2-11 0,0 0 8 0,0-1-79 15,0 3 10-15,0-3-8 0,0 6 10 0,3-4 8 16,-3 0 5-16,1-1 11 0,2 3-13 0,0-2 7 15,0-1 8-15,-2-1-13 0,2 2-10 16,0-4 10-16,2-2 23 0,-2 1-17 0,3-1 2 16,-2 2 17-16,2-6 45 0,-2 4-19 0,2-2 1 15,-6-2-9-15,14-2-12 0,-14 2-5 16,14-4-18-16,-7 4-10 0,0-3-24 0,-1-2-7 16,1 2 0-16,1-3-13 0,-2-1 13 0,1 4 8 15,-1-5-3-15,-2 1 5 0,-1 3 0 16,2 0 5-16,-2-3 8 0,0 3 13 0,0-2 13 0,1 4 9 15,-1-4 4-15,-3 6 14 0,3-7-9 16,-2 4-6-16,-1 3 3 0,3-7-8 0,-3 7 1 16,6-1 9-16,-6 1 3 0,0 0 3 0,0 0 2 15,0 0-8-15,8 8 1 0,-8-8-3 16,6 10 13-16,-6-3-8 0,1 0 12 0,2-2-14 16,0 2 2-16,0 0 3 0,1 0-14 0,-1 1 14 15,1-2-1-15,-3-2-9 0,5 3-1 16,-6 1 8-16,3-5-7 0,0 3 2 0,-2-3-6 15,-1-3-1-15,6 5 17 0,-3-2-13 0,-3-3-20 16,0 0 23-16,0 0-3 0,0 0-10 0,18-5 8 16,-15 0-3-16,-3 5 3 0,4-7-5 15,-1 6 5-15,-3 1-11 0,3-6 1 0,-3 6 10 16,0 0-11-16,8-4 6 0,-8 4-13 0,0 0 5 16,6-1 2-16,-6 1 6 0,0 0-13 0,11 1-5 15,-11-1 2-15,9 2 5 0,-9-2 14 16,11 5-11-16,-7-4 0 0,-4-1 15 0,13 2-18 15,-6-2 8-15,-7 0-7 0,11 1 2 0,-11-1 0 16,13-1 8-16,-3 1 7 0,-10 0 0 16,11-3 3-16,-2-2 3 0,-5 2-8 0,6-4-3 15,-6 1 8-15,-1-1-6 0,1 1 9 0,2-3-8 16,-6-1-3-16,3-1 0 0,-3 3 21 16,0-7-13-16,-3 5-8 0,0-2 0 0,-1-1 6 15,-2-2 4-15,-1 3-7 0,0-3 5 0,0 7-10 16,-3-4-6-16,3-1 8 0,-3 5-7 0,3-1-8 15,0 1-28-15,-2 0-37 0,-3-1-42 16,2 1-113-16,1 2-413 0,-2 2-209 0,1-4 115 16,-5 1 51-16,3-4 82 0,1 1 49 0</inkml:trace>
  <inkml:trace contextRef="#ctx0" brushRef="#br0" timeOffset="158082.68">9850 7768 481 0,'0'0'189'0,"0"0"-17"15,0 0-24-15,0 0-2 0,0 0-10 16,0 0 7-16,0 0-12 0,0 0-6 0,0 0-25 16,0 0 20-16,0 0-15 0,0 0-10 0,0 0-16 15,0 0 13-15,0 0-2 0,0 0-11 16,0-12-15-16,0 12-13 0,0 0 3 0,0 0-13 16,0 0-3-16,0 0-14 0,0 0-1 0,0 0-11 15,0 0-24-15,0 0-19 0,0 0-20 0,-6-6-39 16,6 6-40-16,0 0-34 0,-5-6-54 15,2 5-191-15,3 1-178 0,0 0 40 0</inkml:trace>
  <inkml:trace contextRef="#ctx0" brushRef="#br0" timeOffset="158501.6">9768 7675 583 0,'0'0'202'0,"0"0"-5"15,0 0-12-15,3-9-16 0,-3 9-21 16,0 0-15-16,1-6-12 0,-1 6-11 0,2-4-16 16,-2 4-9-16,1-6-11 0,-1 6-13 15,0-7-7-15,0 7-18 0,0-7-8 0,0 7-35 16,0-8 14-16,0 8-17 0,0-4 13 0,0 4-14 15,-1-9 6-15,-1 4-15 0,2-1 4 0,0 6 9 16,-1-8-1-16,1 3 3 0,0-1 2 0,0 6-4 16,-3-9-9-16,0 4 21 0,3 5 0 15,0-10 1-15,-3 7 12 0,2-2 5 0,1 5 5 16,-3-10-5-16,3 8 0 0,0 2 5 16,-3-8-15-16,3 3 5 0,0 5 25 0,-3-7-4 15,3 7 2-15,-1-5 7 0,1 5-7 0,0-8 15 16,0 8 6-16,-3-5-67 0,3 5 5 15,0-7-5-15,0 7 15 0,-4-4 13 0,4 4 0 16,0-6-13-16,0 6-2 0,-3-4 5 0,3 4-16 16,0 0-10-16,-1-7-7 0,1 7-47 0,0 0-94 15,-3-6-402-15,3 6-95 0,0-2 74 16,0 2 62-16</inkml:trace>
  <inkml:trace contextRef="#ctx0" brushRef="#br0" timeOffset="159731.72">26495 3250 642 0,'-10'2'274'0,"10"-2"-31"0,0 0-10 16,0 0-13-16,0 0-2 0,0 0-24 16,0 0-81-16,0 0-8 0,0 0 13 0,0 0-11 0,0 0-7 15,-7 1-5-15,7-1 2 0,0 0-25 16,0 0 2-16,0 0 8 0,20-7-11 0,-9 5-9 15,-1 0-1-15,4-4 3 0,2 1 0 0,-1 0-15 16,4-2 76-16,-1 1-22 0,2-4 2 16,4 2-24-16,-3-1 4 0,3 0-13 0,2 1-1 15,-2-1-14-15,1 0-9 0,5-3-4 16,-5 4-6-16,6-2 1 0,-4 2-4 0,0-2-6 16,-3 3 1-16,0-1 4 0,3-2-4 0,-3 2-9 15,-4-1 7-15,1 1-13 0,3 1-5 16,-10 0-12-16,3 3-8 0,1-2-3 0,-6 3-36 15,-1-2-33-15,0 3-48 0,-1-1-52 0,1 0-79 16,-6 3-113-16,3 0-419 0,-8 0 73 0,9 0 50 16,-9 0 96-16,0 0 39 0</inkml:trace>
  <inkml:trace contextRef="#ctx0" brushRef="#br0" timeOffset="160064.9">26645 3395 826 0,'0'0'266'0,"-3"5"-20"0,3-5-26 16,0 0-20-16,0 0-18 0,0 0 66 0,0 0-30 15,31-5-6-15,-9-1-20 0,4 2-20 0,5-5-11 16,16-4-15-16,8 0-16 0,0-1-7 0,0-1-23 15,2 3 5-15,1-3-5 0,-3 0-8 16,0 3-3-16,-5-2-7 0,-8 3-5 0,-11 3 0 16,0-1-69-16,-4 1 22 0,-4 1-7 15,-2 0 29-15,-3 0-22 0,1 3 16 0,-4-2-38 0,1 1 13 16,-3 1-1-16,-5 2-5 0,2-2-15 16,-5 3-30-16,4-2-6 0,-5 0-33 0,-4 3-29 15,0 0-65-15,0 0-237 0,-18 17-450 0,-2-9 116 16,-7 3 30-16,-10-2 100 0,-18 2 46 15</inkml:trace>
  <inkml:trace contextRef="#ctx0" brushRef="#br0" timeOffset="162648.18">9810 7740 342 0,'0'0'108'16,"0"0"0"-16,0 0-27 0,0 0 1 0,0 0-5 0,0 0-5 15,0 4-13-15,0-4 2 0,0 0 3 16,0 0-18-16,0 0 3 0,0 0-8 0,0 0 7 16,0 6-14-16,0-6 7 0,0 0 2 0,0 0 6 15,0 0 15-15,0 0-8 0,0 0 0 16,0 0-2-16,0 0-3 0,0 0-5 0,0 0 0 15,0 0 1-15,0 0-4 0,0 0-12 16,0 0 10-16,0 0-13 0,0 0 3 0,0 0 4 16,0 0 14-16,0 0 10 0,0 0 10 0,0 0-10 15,0 0-5-15,0 0-11 0,0 0-17 0,0 0 7 16,0 0-10-16,0 0 13 0,0 0-28 16,0 0-13-16,-5-17-1 0,2 12-6 0,3 1 1 15,-3-2-9-15,3-2 5 0,-3 1-6 16,2 0-10-16,-2-3 16 0,0 5 10 0,0-5 7 15,2 0 1-15,-2 2 12 0,0-1 6 0,-1 0 7 16,3 0-8-16,-2 1-12 0,3-2 13 16,-3 1 4-16,0 0 6 0,3-3-8 0,-4 2-5 15,4 0 18-15,0 2-21 0,-3-1-81 0,3-3 4 16,-3 1 39-16,3 1 0 0,-3 1 10 0,2-4 18 16,-2 5-20-16,3-3 23 0,0 2 2 15,0 1 5-15,-4-1 59 0,4 0-7 0,-3-2-6 16,2 1-2-16,1 2-10 0,-3 1 5 0,3-3-13 15,-3 2-18-15,3-1-16 0,-3 1-27 16,3 1-39-16,-1-3-31 0,-1 2-27 0,2 0-37 16,-1-1-7-16,1 1 2 0,0 0-30 0,0-1-3 15,-3 1-3-15,3 0 34 0,0 1 28 16,0-3 18-16,0 3 48 0,-3 2 3 0,3-4 46 16,0-2 26-16,-3 1 15 0,1 2 33 0,-1 0 31 15,3-2 11-15,-3 3-4 0,3-1 19 0,-3-1-8 16,2 1-16-16,1 4-7 0,-3-3-10 15,3-1 0-15,0 0 2 0,-3 2-15 0,3-3-3 16,0 5-7-16,0-4 2 0,0 1-8 16,0-1 4-16,0 2-14 0,-3-2-5 0,6 4-5 15,-3-4-23-15,0 1 0 0,0-1-41 0,0 1-56 16,3 3-47-16,-3-2-65 0,0-3-316 0,0 2-64 16,3 0 90-16</inkml:trace>
  <inkml:trace contextRef="#ctx0" brushRef="#br0" timeOffset="162798.17">9690 6846 693 0,'-3'-5'225'0,"1"-2"-107"15,0 1-3-15,1-1 1 0,1 3-17 16,-3-3-6-16,0 0-6 0,3 4-21 0,0-5-22 16,-3 2 14-16,2 2-40 0,1-3-43 0,-3 0-72 15,3 0-52-15,0 3-66 0,-3-3-358 0,3 1 53 16</inkml:trace>
  <inkml:trace contextRef="#ctx0" brushRef="#br0" timeOffset="162964.87">9651 6575 778 0,'0'-8'238'0,"0"8"-31"0,-3-8-20 0,3 3-13 16,-3 1-36-16,3 4-33 0,-4-8-43 0,4 2-78 15,0 6-104-15,-2-8-169 0,4 3-292 16,-2-1 7-16</inkml:trace>
  <inkml:trace contextRef="#ctx0" brushRef="#br0" timeOffset="163448.47">9659 6317 739 0,'-3'-8'228'0,"-1"2"-31"0,3-3-5 0,-2 1-20 16,0 4-14-16,3-3-25 0,-3 0-17 16,0 0-17-16,2 0-14 0,1 1-42 0,-3 0 1 15,3-1-11-15,-3 0-15 0,0-2-31 0,2 1-28 16,-2 1-15-16,3 1-34 0,-4-4 6 0,4 1 12 16,-3-1 13-16,2 0 11 0,1-1-8 0,-3-1 2 15,0 1 23-15,0-1 28 0,2 2-7 16,-2-1 18-16,3-2 15 0,-3 2 10 0,0 2-7 15,2-2 43-15,-1-1-26 0,1 4 11 16,-3-3-5-16,1 3 10 0,3-1 2 0,-3-3-10 16,2 3-5-16,-2 1-5 0,3-2 3 0,-3 0-6 15,0 1-10-15,2 1 80 0,1-1-18 16,-3 0-9-16,3 0-14 0,0 2-26 0,-3-5-23 0,3 6-26 16,-3-1-25-16,3-2-11 0,-2-3-127 15,2 4-57-15,0-2-2 0,0 2 66 0,2 0 21 16,1-2-126-16,-3 1 31 0,0 0 125 15,3 2 11-15,-3-2 68 0,0 0 6 0,3 1 28 16,-3 0 75-16,0-1 17 0,1 1 10 0,-1-1 24 16,3-3-6-16,-3 2 13 0,0 2 18 15,3-1-3-15,-3 1-2 0,-3-2-18 0,3 2 0 16,0 1-30-16,0-3 6 0,0 3-9 0,0-1-15 16,0 1-14-16,-3-1 6 0,3 4-26 0,-1-4-15 15,1 0-24-15,0 1-22 0,-3 3-57 16,3-3-74-16,0 2-227 0,0-2-301 0,0 1 75 15,0-1 47-15</inkml:trace>
  <inkml:trace contextRef="#ctx0" brushRef="#br0" timeOffset="163598.59">9590 5336 522 0,'0'-4'210'0,"0"-3"-18"0,-3 2-18 0,3 5-31 16,0-11 11-16,-3 5-21 0,3 3-8 15,0 3-61-15,0-12-51 0,0 8-26 0,0-2-59 16,3-1-76-16,-3 7-6 0,0-11-268 0,3 4-123 16</inkml:trace>
  <inkml:trace contextRef="#ctx0" brushRef="#br0" timeOffset="163748.84">9590 5059 601 0,'0'-6'200'0,"0"0"-21"16,0 6-23-16,-3-9-15 0,0 5-44 0,2-2-46 16,1 6-53-16,0-10-85 0,0 5-23 0,0 1-29 15,-3-4-168-15,6 2 36 0,-6-3 189 0</inkml:trace>
  <inkml:trace contextRef="#ctx0" brushRef="#br0" timeOffset="164381.38">9583 4859 419 0,'0'-8'164'0,"-3"2"-8"15,3-1-7-15,0 3-19 0,0-5-12 0,0 2 7 16,0 0-17-16,0 0-26 0,0 0 7 16,3 2-7-16,-3-3-10 0,0 0-3 0,0 0-15 15,0 1 2-15,0 0-12 0,0 0-3 0,0 2-3 16,1-3-12-16,-1 2-3 0,0-1 7 0,0 2 1 16,-1-2-13-16,2 1-8 0,-1-1 1 15,0 7-6-15,0-11 0 0,0 5 2 0,0 6-1 16,0-9 4-16,0 2 3 0,0 3-3 0,0-2-10 15,0-1-3-15,0 7 6 0,3-11 5 16,-3 4-14-16,0 1 17 0,0 1 1 0,0-3 19 16,0 2 0-16,0-1 23 0,0-1 2 0,3 4-10 15,-6-5 21-15,3 2 2 0,0 0 0 16,0 2-74-16,-3-1-3 0,3-1 8 0,0 0 5 16,0 2 23-16,-1-1-10 0,1-1-10 0,0 0 5 15,0 7-3-15,0-8 0 0,-3 1-5 0,3 3 23 16,0 4-30-16,0-11 12 0,0 6 3 15,0 5-8-15,0-9 3 0,-3 3-8 16,3 6 2-16,0-7 8 0,0 3-2 0,0 4 5 0,0-8 5 16,0 2-8-16,0 1-15 0,0 5-3 15,0-10 11-15,0 5 5 0,3-1-3 0,-3-1-5 16,0 7 18-16,0-11 58 0,-3 5-14 16,3 1-11-16,0-1 10 0,0-1-9 0,0 0-9 15,-3 2-15-15,2-1-2 0,1-1-1 0,0 2 14 16,-3 1-14-16,3-4-4 0,-3 3-3 15,3 0 7-15,-3-1 1 0,1-1-11 0,2 4-7 16,-3-4-3-16,3 2 5 0,-3 1-7 0,3-2 7 16,-3-1-2-16,3 7 5 0,-1-10-8 0,-1 8-3 15,1-4 4-15,1-1-9 0,0 7 6 0,-3-8 2 16,3 5-8-16,-3-3 13 0,3 6 1 16,-3-4-11-16,3 4 0 0,-1-8 2 0,1 8 3 15,0-6-10-15,0 6-15 0,-3-7-3 16,3 7-13-16,0 0 13 0,3-8 0 0,-3 8-5 15,0-4 5-15,0 4-8 0,0-7 5 0,0 7 11 16,1-7-11-16,-1 7 11 0,0-7-3 0,0 7 15 16,0-5-43-16,0 5-51 0,0-12-144 15,0 9-470-15,-1-2 2 0,1 5 92 0,0-9 72 16</inkml:trace>
  <inkml:trace contextRef="#ctx0" brushRef="#br0" timeOffset="167931.2">9392 3963 161 0,'-7'-7'64'0,"4"4"38"0,3 3-5 15,-8-7-22-15,5 4 12 0,3 3 7 0,-6-5 1 16,2 1-18-16,1 1 5 0,3 3-8 16,-7-6-2-16,4 2-8 0,3 4 15 0,-4-4-10 15,0 0-5-15,4 4-25 0,-6-4 7 16,6 4 2-16,-6-6-2 0,5 3 8 0,1 3-8 16,-6-5 10-16,3 2-4 0,3 3-6 0,-5-6 7 15,2 4-1-15,-1-4-9 0,4 6 1 0,-6-7 4 16,2 6-7-16,4 1 3 0,-6-7 2 15,-1 4 13-15,7 3-18 0,-4-7 2 0,-2 5 1 16,5-3 4-16,1 5 6 0,-10-4-18 16,7 0 20-16,0 1-10 0,3 3-7 0,-8-7 7 15,5 5 2-15,-1-3 1 0,4 5 2 0,-6-4-15 16,6 4 0-16,-3-4-18 0,3 4 10 0,-4-4-5 16,4 4-5-16,-7-5 13 0,7 5-6 15,-3-3-17-15,3 3-8 0,0 0 0 0,0 0 13 16,-4-5-18-16,4 5 12 0,0 0-4 0,0 0-6 15,0 0 19-15,0 0-24 0,0 0 3 16,0 0 5-16,0 0 8 0,11 14 2 0,-8-11-8 16,-3-3 3-16,7 8-15 0,-4-1 10 15,0-1 8-15,4-2-6 0,-4 3 1 0,5-1 2 16,-4 2 5-16,2 0-2 0,-2 0-13 0,5 1 10 16,-4-1 3-16,4 0-1 0,-2 1 9 0,-3-1-6 15,6 0-2-15,-3 2 2 0,-3-2 3 16,5 2 2-16,-2-2-17 0,1 2 7 0,1 3-74 15,1-5 15-15,-2 1 3 0,-2 0 2 16,4 1 28-16,-3-2-27 0,1 2 15 0,-2-2-1 16,1 2-7-16,3 1 23 0,-2-3-7 0,1 2 17 15,1-3-20-15,-3 4 2 0,4-4 11 0,-4 0 15 16,2 1-3-16,-1 1 9 0,2-1 6 16,0 0-27-16,-3-2 23 0,3 1-1 0,0 1-4 15,0 0 17-15,1-1-32 0,-1 0 14 0,-3 1 6 16,3 0 0-16,1-1-8 0,-1-2-3 15,0 2 3-15,0 0 13 0,0 0-6 0,1-3-7 16,-1 3 8-16,-3 0-16 0,2 0 19 0,2-3-1 16,-4 4-7-16,3-1-16 0,-2-1 8 15,1-2 12-15,-2 3 14 0,0 0-16 0,1-1-8 16,1-1 16-16,-2 2-21 0,-1-1 14 0,2 1-4 16,-1-3 8-16,0 2-2 0,2 2 28 15,-1-4-41-15,-2 3 15 0,1-1 8 0,0 2-16 16,-1-1 1-16,2-2-11 0,-1 2 8 0,0 0 3 15,2 0 7-15,-4 1-10 0,4-2 13 16,-2 1 5-16,-3 1-10 0,6-1-1 0,-6 1 3 16,5-1-2-16,-5 1 5 0,3 0-3 0,0 0 6 15,0 0 4-15,-1-2 0 0,1 4 1 16,-1-4-18-16,2 1 9 0,-1 2-4 0,-1-1 12 0,1 0-12 16,-4-1 10-16,5 3-10 0,-2-2-6 15,1 1 14-15,0 0-1 0,0 0-5 0,-3 2 13 16,3-3-15-16,2 2 0 0,-5 0 2 15,3-1 3-15,0 3-13 0,-1-3 2 0,1 2 16 16,-1-1-5-16,2 3 0 0,-1-5-11 0,0 3 14 16,2 2-14-16,-4-4 80 0,2 1-8 15,-1 0-7-15,1 2-6 0,3-2-7 0,-3 2 0 16,0 1-11-16,-1-2 1 0,1-1-11 0,0 2-2 16,0-2 5-16,0 2-21 0,-1 0 3 15,2-3-3-15,-2 1-66 0,1 3 5 0,0-4-3 0,-1 0 11 16,2 3 12-16,-4-1 1 0,5-1-1 15,-2 1-4-15,0 3 12 0,0-3 5 0,0-1 3 16,0 3 2-16,3-3-5 0,-3 4 0 16,0-3 3-16,2 3 18 0,-1-3-18 0,2 3 4 15,-4-3 9-15,4 3-8 0,-2-3 5 0,2 3 0 16,-3-3 13-16,3 3-11 0,0-3 6 16,-3 3-3-16,3-1-15 0,-2 2 5 0,1-1 12 15,1-3-4-15,-2 3-1 0,2-3-4 0,-3 3 12 0,2-3-10 16,2 2 8-16,-4-1 5 0,0-2-6 15,1 3-7-15,1-3 13 0,-2 4-10 16,0-4 7-16,3-2-5 0,-6 2 5 0,3-2-15 16,2 2 8-16,-5-2-11 0,6 4 18 0,-6-3-7 15,3-2 2-15,-1 2-5 0,1-3-3 0,0 4 1 16,0-4-3-16,-1 2 25 0,1-1-12 16,-2 1-6-16,1-1-2 0,1 1 3 0,-1 0 5 15,-2-1 2-15,2-2 3 0,-2 2 5 0,3 0-6 16,-4 0 14-16,4 1-11 0,0 1-10 15,-4-1 3-15,5 0 10 0,-2 1-8 0,1-1-5 16,-1 0 3-16,2 1 2 0,-1-1 8 0,-1 3-2 16,1-3-9-16,-1 6-7 0,2-5 8 0,-4 2 0 15,5 1-3-15,-2-1-10 0,0 5 7 16,0-5 11-16,0 1-8 0,0-1-10 0,3 3 18 16,-3-3-13-16,0 3 5 0,2-3 5 0,-1 3 8 15,-1-4-10-15,0 1-1 0,2 3-1 0,-1-3-12 16,-1-1 19-16,2 3 0 0,1-3-10 15,-2 4 7-15,-1-4-8 0,2 3 1 0,-2-2-3 16,1 0 5-16,1 3 3 0,1-5-8 0,-2 5 5 16,-1-4-3-16,0 2-7 0,2 1 5 15,-1-2-5-15,2 2 8 0,-3-1-3 0,2-2-5 16,-1 2 10-16,2-1-3 0,-4 1-2 0,5 0 5 16,-4-1 6-16,3 2-4 0,-3-4-12 15,3 5 5-15,0-4-7 0,0 1 9 0,-2 3 1 0,2-3 4 16,0 2-2-16,1-1 1 0,2 1-4 15,-3-3 1-15,1 0 4 0,2 4-4 0,-3-3-6 16,1 3 6-16,2-3-6 0,1 3-4 0,-4-3-1 16,0 3 13-16,4-3-7 0,0 4 2 15,-3-3 5-15,2 3 0 0,-3-1-5 0,1-3-10 16,-1 3 12-16,3-3 3 0,-2 3 0 0,2-3 3 16,-2 3-5-16,-1-3-6 0,3 3 6 15,-2-3 2-15,2-1 8 0,1 2-19 0,-4-1 12 16,0 3 4-16,4-4-13 0,-4 1 11 0,1 2-8 15,2-5 5-15,-3 3-10 0,0-1 5 16,2 2 10-16,0-3-15 0,-1 0 0 0,-1 1 0 16,0-2-3-16,-3 2 16 0,4-3-11 0,-5 1 3 15,1-1 0-15,0 3 10 0,1-3 6 0,1 0-6 16,-2 1-10-16,-1-1 3 0,2-3 9 16,-1 4-6-16,-1-1 1 0,-2-1-2 0,2 2 3 15,-1-4-8-15,1 2-5 0,1 1 10 0,-1-3 5 16,-2 2-15-16,3 2 3 0,0-4 2 15,-1 3 0-15,-2-1 7 0,2 2-2 0,2-1-2 16,-4-3 10-16,2 3-16 0,1 0 1 0,-1 0-6 16,2 1 8-16,-2-4 18 0,-2 3-10 0,3 1 2 15,-1-1-3-15,2-2-12 0,1 2 8 16,-2-1-3-16,-3 0 2 0,6-2-7 0,-6 3 0 16,3-1 8-16,-1-2 12 0,0 2-7 0,2 1-6 15,-1-3 3-15,-1 2-10 0,-2 0 3 0,3-3 2 16,0 4 5-16,-1-3 0 0,1 3-8 0,0-1 11 15,-1 1-5-15,2-3-11 0,-4 2 8 16,2 0-3-16,1-2-2 0,-1 3 5 0,2-1-12 16,-2-2 9-16,1 2-7 0,-3 1 10 0,2-3-3 15,1 0-4-15,-3 0 9 0,2 2-4 16,-2 1-4-16,2-5 6 0,-2 4-7 0,3-2 4 16,-3 2-2-16,5-2 13 0,-5 1-3 0,2-2-10 15,-1 3 2-15,2 1 8 0,-1 0-7 0,1-3 4 16,3 3 1-16,-3 0-1 0,0 0 4 15,-1-3-4-15,5 4 3 0,-4-2-5 0,0 2 0 16,2-1 5-16,-1-3 0 0,2 4-2 0,-3 1 2 16,2-2-2-16,-1 0 4 0,2 1-2 0,-3-4 6 15,0 3-9-15,3 0 6 0,0 0-5 16,-3 1-3-16,1 0 12 0,1 0-12 0,1-3-2 16,1 2 2-16,-4 1-3 0,3-1-4 0,-3 0 7 15,3 1 7-15,0 0-4 0,0-3-1 16,-2 2 6-16,2 0 2 0,-1 0-10 0,2 0-5 15,-1-3-3-15,-3 3 14 0,3 0-1 0,1-3-13 16,-1 3-7-16,-3-1 17 0,3 2 11 16,0-5-10-16,-3 4-9 0,0-1-4 0,3-1 5 15,0 2 8-15,-3-2 4 0,1 2 1 0,1-4-11 16,-2 4 1-16,0-3-8 0,0 2 10 16,0 0 5-16,0-3-5 0,-1 4 5 0,1-1-13 0,0-3-7 15,-3 3 17-15,2-4-7 0,1 5-2 16,-1-4 9-16,-1 2-7 0,1-2 8 0,-2 3-14 15,2-2 24-15,-2 1-3 0,2-2-7 0,-1 3-3 16,1-1-3-16,-3-3 11 0,4 5-8 16,-4-5-2-16,4 1 12 0,-3 4-8 0,3-2 6 15,-4-2 0-15,1 3-6 0,2 0 1 0,-2-4 7 16,3 5-25-16,-3-4 12 0,2 3 6 16,-2-2 12-16,2 1-15 0,0-2 0 0,-1 4-10 15,-2-4 5-15,1 2 12 0,2 0 9 0,-2-1-14 16,2 1 6-16,-3-2-8 0,5 4-3 0,-5-4 14 15,1 2-19-15,2-2 13 0,-2 4 5 0,2-4-2 16,-2 2-5-16,0 1-9 0,2-3 14 16,-2 2-13-16,2-2 8 0,-2 4 58 0,-1-4-2 15,4 2-3-15,-3-2-2 0,-1 4-11 0,1-1 14 16,-1-4-11-16,3 3-5 0,-2-1 18 16,0 1-34-16,-1-2 19 0,1 4-14 0,2-4 6 15,-3 2-23-15,1-2 5 0,-1 4 10 0,1-1-10 16,0-4 0-16,-1 3 15 0,1-3-2 0,2 1-16 15,-3 4-4-15,0-6-1 0,1 5 26 16,-1-3-3-16,1 2-15 0,-3-2-8 0,5 4 16 16,-3-4-11-16,1 2 8 0,-1 1-20 0,0-2 15 15,1 3-11-15,-1-6 9 0,1 5-19 0,-1 0 1 16,1-2 9-16,-4 1 11 0,3-1-74 16,-3 3 56-16,3-1-44 0,1 3 26 0,-1-1-2 15,1-4-1-15,-1 3-14 0,1 1 14 0,0-2-4 16,-1-4 9-16,0 5 16 0,0-4 5 0,0 4-10 15,1-1 5-15,-1-4-5 0,0 3 8 16,-3-1-9-16,1 1-4 0,3-2 13 0,-1-3 15 16,-3 6-13-16,0-6-21 0,3 2 14 0,-3-2-3 15,0 5 0-15,0-5-6 0,4 2-6 16,-4-2-19-16,0 0-13 0,3 7-30 0,-3-4-19 16,0-3-12-16,0 0-46 0,-3 6-74 0,3-4-39 15,0 3-294-15,0-5-228 0,-3 5 23 0,3 2 108 16,0-7 66-16,-4 3 72 0</inkml:trace>
  <inkml:trace contextRef="#ctx0" brushRef="#br0" timeOffset="177363.19">10995 6023 327 0,'0'0'218'0,"0"0"-37"0,0 0 1 0,0 0-8 16,0 0-12-16,0 0-6 0,0 0-18 0,0 0 0 16,0 0-12-16,0 0 2 0,0 0-95 0,0 0 18 15,0 0-18-15,0 0-2 0,0 0 12 16,-13-12-12-16,13 12 15 0,0 0 0 0,0 0-7 16,0 0-9-16,0 0-12 0,0 0 8 0,0 0 7 15,0 0-2-15,-7-2 2 0,7 2-17 16,0 0-1-16,0 0-15 0,0 0 15 0,0 0-7 15,0 0-3-15,0 0 13 0,-4 11-15 16,4-5 7-16,0 2-5 0,0 0 5 0,-3 0-5 16,3 2 3-16,0 1 5 0,3 2-3 0,-3-1-7 15,0 2 15-15,3-1-21 0,-3 0 0 16,0 1 16-16,1-1 0 0,2 0-13 0,1-1 0 16,-4 1 10-16,3-3 0 0,-2 4-2 15,2-5-18-15,0 0 23 0,-3-1-6 0,3 0 24 0,-3-1-26 16,4-2 13-16,-4 2-8 0,3-1 13 15,-3-4 8-15,0-2-5 0,3 7 66 0,-3-7-26 16,0 5 6-16,0-5-8 0,0 0-2 0,0 0-1 16,0 0-12-16,0 0 2 0,0 0-18 0,0-22 3 15,0 14 5-15,-3-1-5 0,3-2-11 16,-3-1 3-16,-1-1-7 0,1-1-1 0,0-3-12 16,-1 1 10-16,1-1 0 0,-4 0-5 0,3 1-1 15,1 0 1-15,-3 0 0 0,2 0-5 16,1 4 5-16,-1-1-6 0,0 2-7 0,1 1 10 15,3-1-4-15,-4 1 1 0,1 3-7 0,3 1 0 16,-3 0 8-16,3-1-3 0,-3 1-2 16,2 2-1-16,1 4-9 0,-3-9-1 0,3 4 0 15,0 5-7-15,-3-7 10 0,3 7 5 0,-3-4-5 16,3 4-1-16,0-7 9 0,0 7 0 16,0 0-9-16,0 0-4 0,0 0 3 0,0 0 4 15,-5-5-5-15,5 5 6 0,0 0 7 0,0 0-10 16,0 0 0-16,0 0 5 0,0 0 0 0,0 0 0 15,0 0 12-15,0-4-6 0,0 4 6 16,0 0 1-16,0 0-3 0,0 0 6 0,0 0-6 16,0 0-10-16,0 0-5 0,-3-6 7 0,3 6 4 15,0 0 4-15,0-7 3 0,0 7-3 16,0-5-3-16,0 5-4 0,0-9 5 0,-3 3-8 16,3 1-5-16,0 5 12 0,-4-10-2 15,4 8-2-15,0-4-3 0,0 6-3 0,-3-10 1 0,3 8 7 16,0 2-5-16,-3-7-10 0,3 7 2 0,-3-8 3 15,3 8 5-15,-1-3-15 0,1 3 7 16,0 0-18-16,0 0 21 0,0 0 8 0,0 0-14 16,0 0 6-16,0 0 13 0,4 18-5 15,-1-13 2-15,0 2-3 0,1 1-12 0,-1 4 7 16,0-3 16-16,2 1-13 0,-2 1 13 0,3-3-5 16,-2 6-1-16,2-3-7 0,-2 3-2 15,-1-1 4-15,5 2 4 0,-2-1-4 0,-3 3-4 16,4-1 7-16,-4-3-5 0,5 2 10 0,-5 1-2 15,4 0-11-15,-4-1-23 0,1 1-17 16,2-3-62-16,-3 1-28 0,2 2-85 0,1-4-114 16,-2 1-385-16,2-3 23 0,-2-1 82 0,2 1 75 15</inkml:trace>
  <inkml:trace contextRef="#ctx0" brushRef="#br0" timeOffset="178963.74">11306 7674 432 0,'0'0'169'0,"0"0"-8"0,0 0-10 16,0 0-2-16,0 0 9 0,0 0-7 0,0 0-7 16,0 0-26-16,-6 16-75 0,6-16 3 0,0 6 26 15,0-1-41-15,0-5-6 0,0 10 11 0,0-3-13 16,3-1 5-16,-3-2-2 0,0 3-6 16,0 1-4-16,0-5-11 0,0 4 10 0,0-2 0 15,0 2 21-15,0-4-2 0,3 4-24 0,-3-4-3 16,0 2 6-16,0-5-13 0,0 10 13 15,0-10-10-15,0 7 4 0,0-7 11 0,0 7 5 16,0-7 21-16,0 0 53 0,0 4-5 0,0-4 3 16,0 0-13-16,0 0-16 0,0 0 6 0,0 0-8 15,0 0-5-15,0 0-8 0,0 0-15 16,0 0 5-16,0 0 2 0,0 0-7 0,-6-15-5 16,6 15-13-16,-4-3 2 0,4 3 1 0,0 0-13 15,0 0-1-15,0 0 1 0,0 0-13 16,0 0-41-16,0 0-52 0,0 0-101 0,-6 13-178 15,6-9-314-15,0 2 28 0,0-3 80 16,0 3 58-16</inkml:trace>
  <inkml:trace contextRef="#ctx0" brushRef="#br0" timeOffset="179313.04">11382 7943 314 0,'0'0'128'0,"0"0"-20"0,0 0-11 16,0 0-20-16,0 0 0 0,0 0-26 16,0 0-8-16,0 0 3 0,0 0 21 0,-14-10-29 15,14 10-17-15,-4-5 7 0,4 5-7 0,-6-7-47 16,3 4 23-16,3 3-27 0,-4-7-37 16,0 3-30-16,4 4-21 0,-3-11 11 0,0 8 4 15,2-7 3-15,-2 5-33 0,0-5 36 16,-1 2 51-16,1-2-18 0,0 1-8 0,-1-1 26 15</inkml:trace>
  <inkml:trace contextRef="#ctx0" brushRef="#br0" timeOffset="179413.03">11290 7744 35 0,'-4'-9'54'0,"3"0"36"0,-2 1-26 16,0 0 18-16,-1-1-1 0,1 1-9 15,0-2-21-15,0 2 6 0,0-2-11 0,2-2 15 16,-2 2 6-16,-1 2-29 0,1-2-10 0,2 0-5 16,-2-2-35-16,0 1-29 0,-1 2-44 0,1-3-43 15,-3-1-54-15</inkml:trace>
  <inkml:trace contextRef="#ctx0" brushRef="#br0" timeOffset="179946.7">11109 7135 238 0,'-4'-10'56'16,"4"-4"10"-16,-4 6-27 0,1-1 9 0,0 1-30 15,2 0 8-15,-2 1 12 0,3-3-7 16,-3 2-23-16,-1-2 12 0,4 1-7 0,-3 0 13 16,0-5-16-16,0 6-13 0,2-3 11 15,1-2-8-15,-4 2 5 0,1 2-5 0,3-4 18 16,-4 1 26-16,4 1-1 0,-3-1-25 0,0 1 10 16,3 2 23-16,-3-4 16 0,2 3-3 0,-2 1 13 15,3-2-21-15,-3-1 16 0,0 2-16 16,3 1-7-16,-4 1 17 0,3-3-10 0,1 3 11 15,-3-3-6-15,3 3-22 0,0-2 2 0,-3 2 7 16,3 1-7-16,0-3-12 0,0 2 4 16,0 1-18-16,0-3-10 0,0 3 0 0,0-1 6 15,0 2 1-15,0-2-32 0,0-1 5 0,0 2-8 16,0-2-13-16,0 2-3 0,-3-1-14 16,3 0-32-16,0-1-28 0,0 0-4 0,0 0-42 15,0-2-23-15,0 1 6 0,-1 0-47 0,2 1 49 16,-1-1 25-16,0-1 57 0,-1 1 16 0,1-1 63 15,0-1-18-15,0 2 8 0,0-1 33 16,1 3 13-16,-1-3-5 0,0-1 23 0,0 4-8 16,0-1 3-16,0 1 62 0,3 0-60 0,-3-2 31 15,0 2-5-15,0 1-8 0,0-2-7 16,0 1-8-16,0 1 5 0,0 1 3 0,0-1-1 16,-3 0-9-16,3 1-6 0,0-1-18 15,-1 2 26-15,2-2-25 0,-1 1-6 0,0 1 0 16,0-1 5-16,0 0-48 0,3-1-8 0,-3 3 0 15,0-3-66-15,0 2-60 0,0 1-332 0</inkml:trace>
  <inkml:trace contextRef="#ctx0" brushRef="#br0" timeOffset="180396.84">10999 6091 276 0,'0'-6'110'16,"0"6"-13"-16,0-9-7 0,0 4-39 15,0 5 31-15,0-10-23 0,0 6 20 0,0-3-15 16,0 7-2-16,0-12-24 0,0 8 6 0,-3-4 7 16,3 3-13-16,-1 0-2 0,1-2 13 0,0 1-31 15,0-1 12-15,-3 2-14 0,3-2 12 16,0 1 82-16,-3-2-3 0,3 1-15 0,-3 1 16 15,2-1-13-15,1-1 5 0,-3 2-21 16,3-2 3-16,-4 3-23 0,4-1 2 0,0-1 1 16,-3 0-70-16,2 0 3 0,1 2 5 0,0-2-16 15,0-2 24-15,-3 2-13 0,3 0 7 0,0-1 1 16,0 1 7-16,0 2-20 0,0-2 33 0,0 1-15 16,0 1 12-16,0-1 3 15,-3 0-25-15,3 6 25 0,0-11-10 0,0 6 7 0,0-2-5 16,3 3-7-16,-3-2-13 0,0 6-3 15,0-11 26-15,0 5 3 0,0 2-24 0,3-2 11 16,-3 1-11-16,0 5 6 0,0-10 4 0,0 6-4 16,1-3-8-16,2 2 5 0,-3 1-15 0,4-2 2 15,-4-1-15-15,0 7-16 0,3-10-33 16,-3 5-97-16,0 1-192 0,1-1-274 0,-1 1 77 16</inkml:trace>
  <inkml:trace contextRef="#ctx0" brushRef="#br0" timeOffset="183696.7">10783 5650 668 0,'0'0'227'0,"-3"-4"-19"0,3 4-27 0,0 0-12 16,0 0-25-16,0 0-11 0,0 0-8 0,0 0-25 15,0 0-10-15,0 0-19 0,0 0-12 16,0 0 0-16,7-5-15 0,-7 5 2 0,0 0-18 15,6-3-18-15,-6 3 8 0,0 0 0 0,0 0 13 16,11 0-21-16,-11 0 15 0,0 0 1 0,0 0-11 16,0 0 14-16,0 0-4 0,0 0-2 15,0 0-5-15,0 0-2 0,13 3-4 0,-13-3-14 16,0 0 4-16,0 0 3 0,0 0-10 16,0 0 8-16,0 0-11 0,0 0 1 0,0 0-4 15,4-5 6-15,-4 5 3 0,0 0-9 0,0 0 19 16,0 0-13-16,0 0 10 0,0 0-5 0,0 0 13 15,-4-8-5-15,4 8 9 0,0 0 4 0,0 0-3 16,0 0 10-16,-6-6-5 0,6 6-5 16,0 0 2-16,-3-5 6 0,3 5-13 0,0 0 5 15,0 0-3-15,-1-6-5 0,1 6 6 16,0 0 12-16,0 0-13 0,-3-4 6 0,3 4-6 16,0 0 5-16,0 0 1 0,0 0-1 0,0 0 3 15,-3-6 8-15,3 6-8 0,0 0 3 0,0 0-1 16,0 0 14-16,0 0-3 0,0-5-11 15,0 5-2-15,0 0 0 0,0 0-2 0,0 0-6 16,0 0-7-16,0 0-3 0,0 0 0 0,0 0 3 16,0 0-11-16,0 0 13 0,0 0 1 15,0 0-4-15,0 0-2 0,0 0-5 0,0 0 11 16,0 0-24-16,0 0 10 0,0 0 11 16,0 0 2-16,0 0 1 0,20 11 4 0,-17-9-10 15,-3-2 5-15,8 2-5 0,-5 3-12 0,3-4 12 16,-6-1-3-16,7 8 9 0,0-7-11 0,-3 2 2 15,3 2-7-15,-4-3 15 0,4 0-10 16,-1 2 0-16,-3 0 5 0,5 0-10 0,-4-1 5 16,2 3 0-16,-2-4-10 0,2 3-64 0,2-3 5 15,-5 2 12-15,3 2 4 0,-2-2-1 16,2 0-8-16,1 1 29 0,-2-3-10 0,1 2 40 16,0 2-23-16,1-2 1 0,-3 0 4 0,3 1-7 15,0-1 3-15,-1 1 9 0,1-2 4 16,-4 1 4-16,5 0-2 0,-2-2-6 0,-2 3-12 15,2 0 23-15,1-2-16 0,-3 3 91 0,3-3-17 16,-1 0-4-16,1 1 0 0,0 0-11 0,-4 0-2 16,5-1-5-16,-2 3 7 0,-2-4-7 15,3 4-3-15,-1-3 5 0,1 2-15 0,0-2 3 16,0 3-9-16,-1-4 11 0,2 4-2 0,-4-3-6 16,5 2-17-16,-5-2 4 0,2 3 3 15,2-4 8-15,-2 4-3 0,1-3 3 0,-3 2-5 16,2-2-11-16,1 1 3 0,-3 0 16 0,2 1-6 15,1-1-2-15,0 1-8 0,-4-2 0 0,4 3 10 16,0-4-8-16,0 4 3 0,-1-2-2 16,2 1 5-16,-1 1-3 0,2-3-5 0,-2 3 0 15,4-4 0-15,-4 5 7 0,-1-4 1 0,1 3 0 16,1-4-8-16,1 4 0 0,-2-3 0 16,0 2 0-16,1-2 2 0,-2 1 1 0,1-1 0 15,2 3-6-15,-1-4 11 0,-1 5-6 0,0-4-2 16,2 1-18-16,-1-1 16 0,-1 0 4 15,2 1-7-15,1 2-3 0,-2-3 8 0,2 0 16 16,0 2-8-16,1-3-1 0,-1 4-22 0,-1-2 15 16,2 1-5-16,-1-2 12 0,0 2-7 0,1-3 8 15,-1 4 2-15,0-2-5 0,1 1 8 16,-1 1-18-16,0-3 3 0,-2 3 7 0,1-3 2 16,1 3 1-16,1-2 0 0,-4 2-11 0,3 0-2 15,-4-1 10-15,5-1 0 0,-1 0-7 16,-3 2-3-16,4 1 2 0,-5-5 6 0,4 4-9 15,-3-2 1-15,4 2 8 0,-1 0 7 16,-3-3-5-16,3 3-7 0,0-2 7 0,-3 1-10 16,3-1 7-16,1 1-2 0,-5 2 5 0,4-4-12 15,-2 4 9-15,2-4-4 0,-3 2 4 0,2 2 1 16,-1-4-3-16,-1 3-3 0,2-2-4 0,-2 0-4 16,1 2 6-16,-1-1-2 0,2 1 12 15,-2-4-5-15,1 4 2 0,1 0 3 0,-2-1 3 16,0 1-18-16,0-2 7 0,0 1 3 0,-1 2 8 15,4-4 0-15,-2 3-8 0,-1-2-11 16,-1 1 6-16,1 2 8 0,1-4-1 0,1 3-7 16,-2 1-10-16,0-4 23 0,0 3-6 0,0-2-2 15,0 2 3-15,2 1-3 0,-1-3 2 16,-1 1 11-16,2 3-13 0,-2-6-8 0,4 5 11 16,-4 0 2-16,3 0-10 0,0-3 5 0,0 2 8 15,0 2-6-15,1 1 6 0,-1-5-11 0,0 4 11 16,1-1-23-16,-1-1 17 0,0 1 6 15,4 0-11-15,-4-2 1 0,0 2 7 0,-2-1 0 16,2-1 5-16,0 0-2 0,1 3 0 0,-1-4-8 16,2 0 7-16,-1 2-9 0,-1-1 2 0,0 1 2 15,1-2 1-15,2 1-6 0,-2 2 6 16,3-3-1-16,2 3-14 0,-2-1 19 0,3 2 6 16,0-4-13-16,1 3 8 0,-2-1-3 15,2 2-5-15,-1-4-3 0,3 3 6 0,-3 1-1 0,0-1 4 16,1 1 1-16,-1-1 3 0,3-2-4 15,-3 2-6-15,0 0-3 0,0 0 11 0,1 1 2 16,-1-1-13-16,0 2 1 0,0-4 15 0,0 2-6 16,0 1-7-16,0-1-7 0,0 1 12 15,0 0 0-15,0-1-8 0,1-2 6 0,-1 2-11 16,3 1 13-16,-6-1 5 0,6 3-7 16,1-2-3-16,-7 0 0 0,6 1 3 0,-6-2-1 15,6 0-4-15,-6 1 7 0,3 1-13 0,0-2 18 16,3 0-12-16,-2-1-3 0,-1 1 2 0,3 0 0 15,-3 1 6-15,1 0 5 0,1-2-16 0,2-2 5 16,3 5 9-16,-3-2 4 16,-1 0-10-16,4 1 2 0,-3 1 6 0,-1-1 0 0,1-2-3 15,0 0-3-15,-5 1 6 0,5 0-8 0,0 1 13 16,-4 0 0-16,3-1-11 0,-3 1 1 16,0-4-11-16,1 4 8 0,-1-2 0 0,0 2-8 15,0-1 16-15,3 1-5 0,-3-4-1 16,1 3-2-16,-2 1 13 0,2 0-5 0,-1 0 2 15,-1 1-7-15,2-2-3 0,-1-2 2 0,0 2 6 16,0 1-6-16,0-1 6 0,-3 1-8 0,3 0 0 16,-1-2-8-16,2-2 21 0,-1 3 5 0,-3-1-10 15,3 2 2-15,0-4 0 0,0 3 6 16,-3-1-9-16,3-2 4 0,-4 2-4 0,2 1-2 16,1-3 8-16,-1 3 0 0,1 0-13 0,1 0 5 15,-3-3 3-15,3 2 2 0,0 1-64 16,0-4 8-16,0 3 5 0,0 1-5 0,0-3 8 15,1 2 4-15,-1 1 9 0,0-3-6 0,0 1 18 16,0 2-5-16,0-4-7 0,0 4 7 0,0-3 10 16,0 2 1-16,0 0-6 0,-3 2 5 15,3-4-5-15,1 1 8 0,-2 3 0 0,2-5 5 16,-2 3-3-16,2 1-2 0,-2-3 0 0,2 2 3 16,-2 1 4-16,2-3-9 0,0 3 14 0,1-1-12 15,-1-1 10-15,2 0-5 0,1 2 3 16,-4 0-3-16,3-3 2 0,-2 3 1 0,2-1 5 15,0-2-3-15,1 2-10 0,0 2 12 0,-1-4-4 16,1 3-1-16,-1 0-7 0,0 0 13 16,-2-3-3-16,2 3-8 0,0-1 11 0,1 1-10 15,-4-3 4-15,1 3 6 0,2-1-6 0,0-1 11 16,1 0 3-16,0 2-19 0,-1 0 13 16,0-4-10-16,5 5 0 0,-5-1-5 0,4 1 8 15,-3 0-3-15,3-4 10 0,-1 4-2 0,-2-1 20 16,3 1-36-16,0-1 16 0,-7 0 10 0,7-1-18 15,0 1 12-15,-4 0-4 0,4 1 5 16,0-1-3-16,0 0-5 0,-1-3 8 0,1 4-10 16,0-1 4-16,-3 0-7 0,-1 3 0 0,1-4 11 15,0 1-9-15,2-2 1 0,-2 2 7 0,0 0-8 16,-2 0 6-16,-1-3-3 0,3 4-2 16,-1-1 2-16,-2 0-5 0,2 0 0 0,0-3 0 15,1 3 13-15,6 0-13 0,-7 3 7 0,4-3 1 16,0 0 0-16,0-3 2 0,-3 4 0 15,3 1 3-15,0-2-3 0,-3 1 8 0,2-1-18 16,1 0 10-16,-6-3-2 0,6 3-5 0,-5 0 12 16,2-1-20-16,-4-2 0 0,4 4 69 0,-4-5-16 15,0 2 11-15,3 2-13 0,-3-4-10 16,1 4 3-16,3-1 2 0,-5-2-6 0,2 0-1 0,-2 0 4 16,-1 3-15-16,1-1 3 0,1-2-13 15,0 1 7-15,0 2 3 0,-3-4-8 0,3 3-4 16,1-3 12-16,-2 2-16 0,-1-1 14 0,1 1-1 15,2-2-2-15,-2 3 0 0,2-3-13 16,-2 2 16-16,-1 2-3 0,-2-4 0 0,4 0-3 16,-3 1 3-16,0-1-18 0,-1 1 18 0,-3-1-5 15,4 2 4-15,-4-2 1 0,1-2-5 16,-1 4 0-16,0-4-3 0,1 2 11 0,-5 0-14 16,1-1-4-16,0-2 0 0,-1 2 2 0,-6-2-3 15,11 1-53-15,-11-1-77 0,0 0-225 0,0 0-528 16,0 0 57-16,-11-10 107 0,1 2 95 15,-10-4 52-15,0-8 60 0</inkml:trace>
  <inkml:trace contextRef="#ctx0" brushRef="#br0" timeOffset="187329.15">13709 7743 314 0,'0'0'108'15,"1"8"-1"-15,2-3-17 0,-3-5-16 0,0 9 6 16,0-6-16-16,0-3-8 0,3 7 10 0,-3-7-12 16,0 7-10-16,0-7 2 0,3 4 0 15,-3-4-3-15,0 5 19 0,0-5 12 0,0 0-13 16,0 0-4-16,2 3-16 0,-2-3-5 0,0 0 2 15,0 0-2-15,0 0 5 0,0 0-11 0,0 0-7 16,0 0 3-16,-5-19-13 0,2 12 7 16,3 0 1-16,-4-1-6 0,1-2-5 0,0-1 6 15,-1-2-3-15,1 2-13 0,-3-1 10 16,1-2-3-16,2 1 11 0,0 2 13 0,-1-1 13 16,1 2 7-16,0-1-5 0,0 2 3 15,2 0-1-15,-2 1-7 0,-1 0 0 0,4 0 5 0,-3 1-13 16,3 0 8-16,-1 4-18 0,1 3 16 15,-3-9-32-15,3 5 14 0,0 4 5 16,-3-4-11-16,3 4 13 0,0 0-13 0,0 0 8 0,0 0-7 16,0 0 12-16,3 20-5 0,0-10-10 15,-2 2 12-15,2 0-4 0,1 1 4 0,-1-1-22 16,1 3 12-16,2 0-2 0,-2 2-5 16,-1-6 2-16,1 4-2 0,3-1-6 0,-4-4 6 15,1 1-82-15,2-1 12 0,-3 0-2 16,-2-1 6-16,2 0 24 0,0-5 1 0,0 1 7 15,-1 3 16-15,1-6 13 0,-3-2-14 0,3 7 6 16,-3-7-7-16,0 0 6 0,0 0 4 0,0 0-3 16,0 0-6-16,-8-18 19 0,5 10 5 0,0-5-16 15,-1 3-4-15,-2-5 4 0,3 3-10 16,-4-5 11-16,4 0-8 0,-5 1-1 0,5-1 1 16,-1 3-5-16,-2-3 12 0,2 6 1 0,1-1-16 15,-1 1-36-15,1 5-10 0,2-2-5 16,-2 5 7-16,3 3 21 0,0-6-46 0,0 6-25 15,0 0-52-15,0 0-115 0,4 17-323 0,3-3 80 16</inkml:trace>
  <inkml:trace contextRef="#ctx0" brushRef="#br0" timeOffset="188462.64">13232 6825 166 0,'0'0'36'0,"-8"-4"15"0,8 4 0 0,0 0-15 16,-4-3 30-16,4 3 4 0,0 0-4 0,-6-2 11 15,6 2-8-15,0 0 13 0,0 0-10 16,0 0-16-16,0 0 21 0,-6-5-13 0,6 5-16 16,0 0-7-16,0 0 3 0,0 0-16 0,0 0-8 15,0 0-9-15,0 0 4 0,0 0-46 0,0 0 52 16,0 0-62-16,0 0-36 0,0 0-33 15,0 0-13-15,0 0-28 0,0 0 8 0,-12 6-75 16</inkml:trace>
  <inkml:trace contextRef="#ctx0" brushRef="#br0" timeOffset="191045.6">12736 6751 184 0,'0'0'71'0,"0"0"-1"16,0 0 6-16,0 0 1 0,0 0-21 0,0 0 3 15,0 0 8-15,0 0-13 0,23 6-8 0,-23-6 7 16,11 2-1-16,-4-2-16 0,-1 1-16 16,1 0 3-16,4 3 8 0,-1-3-18 0,0 0 4 15,1 0 22-15,2 0-29 0,1 3 54 16,-1-2-49-16,0 1-20 0,2-3 39 0,-2 4-24 15,1-2 3-15,0 0-1 0,0 2-9 0,2-2 12 16,-1-1-7-16,1 0 0 0,1 3-11 0,-3-2 3 16,3 1 41-16,0-3-36 15,0 4-23-15,0-2 13 0,0-1 38 0,1 0-33 0,-1-1 8 16,0 4-18-16,-1-3 5 0,5 0 2 16,-4-1 1-16,0 1 4 0,1 0 39 0,-2 1-54 15,-1 0 8-15,1 0 10 0,2-2 1 0,-2 0-14 16,2 1 10-16,-2-1 6 0,-1 0-8 15,4 2-2-15,-4-2-6 0,1 0 5 0,2 0 3 16,-2 1-18-16,2-1 13 0,-1 0 5 0,0 0 10 16,0 0-10-16,-3-1 39 0,6 1-34 0,-6 0 8 15,3 0-18-15,0 1 5 0,0-1-28 16,-3 0 86-16,3 3 6 0,-3-3 0 0,3 2 11 16,-1-2-22-16,-1 1-19 0,-2 0 12 15,4-1-5-15,-3 5 2 0,0-4-17 0,-1 1-1 16,1 2-7-16,0-2-5 0,0 1 13 0,-1 1-14 15,0-2 1-15,1 0 8 0,-3 3 12 16,6-3 3-16,-4 1-11 0,1 1-4 0,0-1-11 16,0 1 0-16,-1-1 11 0,0-2-13 0,2 4 12 15,-2-3-7-15,1 1 0 0,2 1-1 16,-4-1-4-16,4-2 2 0,-2 4 1 0,0-3-9 16,0 2 21-16,2-2-2 0,-2-1-16 0,0 0 15 15,3 3 1-15,-3-2 2 0,3-1-3 0,-4 1-2 16,1-1-10-16,3 4 2 0,-4-4 3 15,2 0 12-15,1 3-14 0,-2-2 4 0,-1-1-2 16,2 4-5-16,-2-3-8 0,4-1 10 0,-7 1 0 16,5 2-7-16,-5-2 12 0,3 0-2 15,1-2 5-15,-1 5-13 0,-2-4 2 0,2 1 9 16,-2 0-21-16,3 2 18 0,-4-1-6 0,4-2-2 16,-1 4-10-16,-3-3 18 0,1 3-10 15,2-4 9-15,-3 3-4 0,4 0-5 0,-4-1-1 16,4 1 1-16,-4-2 7 0,3 0-10 0,-2 3 5 15,0-3 5-15,3 1 8 0,-4 1-5 16,0-1-3-16,4-2 3 0,-4 4-8 0,0-3 3 16,4 3 5-16,-4-4-18 0,4 1 7 15,-4 4 21-15,3-6-13 0,1 3 11 0,-4-2-13 16,4 4 4-16,0-5 14 0,-1 1-16 0,1 0 11 16,-1 3 2-16,2-2-3 0,1-1 1 15,-2 0-14-15,0 4 6 0,3-4-3 0,-4 0-5 0,5 1 6 16,-2-1-4-16,-1 2 16 0,1-1-10 15,-1-2-8-15,1 0 3 0,1 2-11 0,-3-2 3 16,3 4 11-16,0-2-22 0,0-2 22 0,-4 1-6 16,5 2-3-16,-1 0 6 0,-3-2 0 15,3-1-3-15,-3 3 0 0,3-3-72 0,0 1 34 16,0 2-28-16,0-1 7 0,4 0 13 16,-5 2 13-16,5-2-34 0,-4-1 19 0,3 2 5 15,-2 1 4-15,3-3 11 0,-2 2 8 0,-1 2-3 16,2-4 3-16,-2 0 4 0,2 4-4 0,0-4-3 15,-2 3 13-15,2-1-3 0,-3-1-7 0,1 0 0 16,1 4 7-16,-1-5 3 0,-1 0-3 16,3 5 0-16,-2-4 3 0,-2 3 10 0,2-4-10 15,-1 2 5-15,3 1 0 0,-2-2 10 0,-1 0-20 16,3 2-5-16,0-2 15 0,-2 0-3 16,3 4 8-16,-2-3-12 0,2 1 17 0,0-2-2 15,-1 0-6-15,1 4-22 0,0-5 22 0,-1 2 1 16,3 1-8-16,-2-1 5 0,-4-2 0 0,4 3-5 15,0-2 12-15,-1-1 62 0,0 4 8 16,1-4-5-16,-1 1-21 0,-2 3 8 0,2-4-13 16,0 2-10-16,1-2 2 0,-4 3-4 0,4-2-14 15,-1-1 21-15,0 4-21 0,-2-4 1 16,3 1 2-16,-1 3-3 0,3-3 6 0,-2 1-8 16,-1 1 0-16,4-1-13 0,1 3 8 0,-4-5 7 15,6 2-9-15,-4 1 4 0,1-1-5 16,1 2 0-16,2-2 3 0,0 2-8 0,-3-3-2 15,0 4 12-15,0-4-2 0,3 1-3 16,-2 1-5-16,2 3 8 0,-7-5-3 0,7 0-10 16,-6 4 3-16,6-3 12 0,-4-2-10 0,-1 3 11 15,2-1-6-15,-3 2 0 0,2-3-7 0,1 1-1 16,0 1 9-16,3 0-9 0,-4 2 11 0,2-1-3 16,-1-3 0-16,3 2-2 0,-2 0 10 0,2-1-8 15,-1 2-7-15,2-2-1 0,-1 2 6 16,-2-4 2-16,2 3 1 0,0 0-6 0,1-1 2 15,2 1 1-15,-6-3-11 0,6 2-7 16,-2 1 10-16,-1-2 5 0,1 0 8 0,-1 3-5 16,1-4 5-16,-1 2-3 0,1-2-2 0,-1 3-11 15,0-1 8-15,-3 1 8 0,3-2-11 16,-3-2-7-16,0 2 13 0,-4 4-8 0,5-6 5 16,-4 3-10-16,3-2 2 0,-1 3 1 0,-2-1 10 15,2 1-6-15,-3-2-2 0,-2 0-2 0,3 3-1 16,-1-3 8-16,1 0-7 0,-1 2-11 15,-3-1 18-15,4-2 5 0,-1 4 3 0,0-4-28 16,-2 3 22-16,2 0-4 0,-2-3-3 0,2 1 10 16,0 2-2-16,1-3-13 0,0 2 10 0,-1 3-8 15,1-5 8-15,-1 2 0 0,-3 1-7 16,1-1 7-16,1 1-5 0,-1-3 5 0,-1 2 13 16,0 1 0-16,0-2-21 0,-3 0 11 0,3 3 0 15,-4-4 2-15,2 0 5 0,-2 1-7 16,0-1-5-16,1 2 14 0,-1-2-6 0,-1-1 4 15,-2 2 0-15,2-1-12 0,-1-1 10 0,-1 0 0 16,-3 4 7-16,4-3-7 0,-4 0-5 0,2-1 2 16,-9 0-3-16,15 0 4 0,-9 0-14 0,-6 0 6 15,10 2 10-15,-10-2-8 0,11 2 7 16,-11-2-17-16,4 3-10 0,-4-3-39 0,3 1-69 16,-3-1-209-16,0 0-436 0,-14 3 33 0,7-3 116 15,7 0 38-15,-31-4 53 0</inkml:trace>
  <inkml:trace contextRef="#ctx0" brushRef="#br0" timeOffset="194194.69">14458 6819 435 0,'0'0'169'0,"0"0"-29"0,0 0 9 16,0 0 68-16,0 0-19 0,0-4-22 16,0 4-20-16,0 0-12 0,0 0-19 0,0 0-5 15,0 0-20-15,0 0 5 0,0 0-3 0,0 0-9 16,0 0-14-16,18 10-2 0,-9-7 0 0,-1 3-21 16,-1-4 0-16,2 5-12 0,1 0 9 15,1 2-6-15,2-1 1 0,-2 0-4 0,3 1-78 16,-1-1-1-16,1 1 1 0,-1 0 1 0,2 0 2 15,1 1 3-15,-2 2 10 0,0-3 13 16,0 1 3-16,-1-1-9 0,1 0 1 0,-1 3 20 16,-2-2-10-16,3-1-2 0,-4-1-8 0,4 0-3 15,-4 1 5-15,0-1 11 0,-4 0-3 16,5-1 5-16,-4-3-10 0,0 2 7 0,3 2 6 16,-6-5 2-16,2 3-12 0,1 0-14 0,-1-4 42 15,-2 2-19-15,3 0-9 0,-3-1-1 0,-1 1 6 16,0-1 7-16,-3-3 3 0,7 6-5 15,-7-6-8-15,7 2 2 0,-3 1-7 0,-4-3 5 16,3 4 5-16,-3-4-7 0,0 0 17 0,7 3-7 16,-7-3-8-16,0 0 15 0,6 1-20 0,-6-1 13 15,0 0 7-15,0 0 0 0,4 5-2 16,-4-5-13-16,0 0 3 0,0 0-6 0,0 0 8 16,0 0 0-16,0 0-12 0,0 0-16 0,0 0-11 15,0 0-35-15,0 0-54 0,0 0-43 16,0 0-72-16,-7-15-72 0,4 13-330 0,0-4 59 15,2 2 49-15</inkml:trace>
  <inkml:trace contextRef="#ctx0" brushRef="#br0" timeOffset="194611.21">14807 6759 693 0,'-3'-6'195'0,"3"6"-24"16,0 0-10-16,-3-3-12 0,3 3-29 0,0 0 1 16,0 0-19-16,0 0 8 0,-8 16 0 15,5-9-15-15,0 4-8 0,-1-1-16 0,1 3 1 16,-1 1 2-16,1 1-2 0,-4 2 7 15,3-1-9-15,1 5 1 0,-1-4-76 0,-2 1-10 16,3 0 4-16,-4 4 17 0,0-2 6 0,3-2-12 16,1 0 6-16,-1 1-12 0,-2-5 22 0,3 6 66 15,-1-4 7-15,0-3-25 0,1 1-10 16,0-3-8-16,2 2 0 0,-2-4 0 0,0 0-15 16,3-1 12-16,-3 0 4 0,2-4-1 0,1 3-8 15,-3-1-12-15,3-2 7 0,0 1 3 0,0-5 0 16,-3 8-11-16,3-8 8 0,0 7-4 15,0-7-24-15,0 0-28 0,-3 2-26 0,3-2-15 16,0 0-49-16,0 0-66 0,0 0-69 0,0 0-441 16,0 0 6-16,3-15 51 0,-3 15 76 0</inkml:trace>
  <inkml:trace contextRef="#ctx0" brushRef="#br0" timeOffset="195011.26">14592 6871 432 0,'6'5'154'0,"-5"3"-11"0,5 0 64 0,-2 0-12 15,6 1-36-15,-3-1 12 0,0 3-10 0,-1-3-7 16,5 6-24-16,-4-4-12 0,3 1-8 0,1 2-15 16,-1-3 5-16,0 0-16 0,3 3 8 0,-2-2-15 15,-2-3-8-15,2 6-10 0,2-5-5 16,-3-1-5-16,1 3-8 0,-1-3 10 0,-3 0 2 16,1-1-9-16,1 1 0 0,-2-2-4 15,0-2-9-15,0 2-10 0,0-2 9 0,-4 2-4 16,4-1-3-16,-4-3 3 0,1 0 4 0,3 3-9 15,-7-5-72-15,7 4-1 0,-4-3 4 16,-3-1 12-16,7 5-13 0,-4-3 16 0,-3-2 7 16,6 4-7-16,-6-4-13 0,0 0-41 0,5 2-41 15,-5-2-59-15,0 0-87 0,0 0-404 0,0 0 61 16,0 0 59-16</inkml:trace>
  <inkml:trace contextRef="#ctx0" brushRef="#br0" timeOffset="195427.74">14793 6736 348 0,'0'0'122'0,"0"0"4"0,0 0-13 0,-3 21-9 16,3-13 17-16,0 2-3 0,0 0-8 0,0 5 76 15,0-4-24-15,0 6-14 0,0-1 3 16,-3 1-20-16,2 1 7 0,1 3-15 0,-3-2-11 16,3 2-86-16,-3-2 15 0,0 0-5 15,3 2-8-15,-1-3 5 0,1-1 13 0,-3 2-20 16,3-3-11-16,-3 1 90 0,3 0-13 0,-4-3-10 15,4 1-13-15,0-4-5 0,0 0-5 0,-1 1 3 16,1-3-11-16,0-2-8 0,0 1 9 0,-3-2-4 16,3-1-12-16,0 3 5 0,0-2 0 15,0-3-3-15,-3 4-7 0,3-7 0 0,0 8-8 16,0-8-3-16,0 3-15 0,0-3-28 16,-3 6-58-16,3-6-55 0,-4 0-92 0,4 0-192 15,0 0-294-15,0 0 31 0,0 0 61 0,-17-9 59 16</inkml:trace>
  <inkml:trace contextRef="#ctx0" brushRef="#br0" timeOffset="195794.43">14574 6898 447 0,'0'0'162'0,"0"0"9"0,0 0-43 16,0 0 67-16,0 0-14 0,18 12-6 15,-12-5-17-15,1-1-12 0,4 0-23 0,-1 5-8 16,0-3 3-16,4 3-18 0,-1-3-8 16,-3 1-3-16,4 1-9 0,0 3-3 0,0-3-8 15,-1 0-3-15,1 3-9 0,0-3-4 0,0 1-9 16,-1 1 5-16,0-2-9 0,2-3-4 15,-5 2-2-15,4-1 9 0,-5-3-15 0,-2 1-2 16,4 1-3-16,-4-3-62 0,-1 0-1 0,1 0 14 16,-1 1-18-16,-1-3 26 0,-2 3 1 0,1-4 6 15,-4-1 4-15,9 2 7 0,-9-2-3 16,0 0-12-16,7 2-29 0,-7-2-20 0,0 0-30 16,0 0-116-16,0 0-85 0,-3-12-373 15,-1 6 56-15,1 3 54 0</inkml:trace>
  <inkml:trace contextRef="#ctx0" brushRef="#br0" timeOffset="196161.21">14801 6609 499 0,'0'0'186'0,"0"0"-19"0,0 0-14 16,-11 16-22-16,7-7 10 0,1-1-13 0,0 7 2 16,-1 1-4-16,1 2-6 0,-4 2-5 15,3 3-2-15,1 0-1 0,-4-1-7 0,4 3-2 16,-4 0-90-16,0 0 5 0,3 0 5 0,-2-1 12 16,2 1 4-16,-2-2-1 0,3 1-17 15,-5-5 12-15,5 4 10 0,-1-4-4 0,1 2 68 16,0-3-12-16,3-1-5 0,-4 0-11 0,1-1-20 15,3-5 2-15,-3 4 3 0,3-5-5 16,-3 4-10-16,3-4 2 0,-1-1-5 0,1 0-5 16,0-1-18-16,-4-1 15 0,4 1 3 0,0-1-2 15,-3-4-26-15,3 3-11 0,0 1-17 0,0-7-18 16,0 5-65-16,-3-1-165 0,3-4-475 16,0 0 11-16,-4 0 72 0,4 0 61 0</inkml:trace>
  <inkml:trace contextRef="#ctx0" brushRef="#br0" timeOffset="196544.94">14465 6778 552 0,'7'-2'164'0,"-7"2"61"0,0 0-20 16,14 8-8-16,-4-6-33 0,-3 4-10 15,3 2-16-15,1 1-10 0,2-1-10 0,0 3-21 16,5 2 13-16,-1-1-10 0,-3 2 5 16,6 3-21-16,-3-3-4 0,4 4-4 0,3 0-4 15,-8-4-16-15,5-1 6 0,-4 1-6 0,0 1-10 16,1-2 3-16,-1 0 5 0,0-3-21 0,-1 0 16 15,-1 0-14-15,-2-3-4 0,-3 1 10 16,4 2-23-16,-4-3 5 0,1-1-8 0,-4 0 8 16,3-4-2-16,-1 5-6 0,-1-5 11 0,-2 1-3 15,-2 2-8-15,3-3 13 0,-1-2-7 16,-6 0-72-16,8 6-8 0,-2-5-21 0,-6-1-42 16,0 0-124-16,4 1-174 0,-4-1-315 15,0 0 106-15,0 0 60 0,0 0 50 0</inkml:trace>
  <inkml:trace contextRef="#ctx0" brushRef="#br0" timeOffset="196945.21">14793 6667 668 0,'0'0'184'0,"0"0"-13"16,0 0-12-16,0 0-26 0,3 26 11 15,-3-10-6-15,0 0-5 0,0 2-10 0,0 5-21 16,0-3 13-16,-3 5-7 0,3 4-13 0,-3-2 4 16,3-2-9-16,-4 1-72 0,1 2 2 15,0 0 8-15,-1-2-7 0,1-1 7 0,3 0 62 16,-3-1-8-16,-1-4 2 0,0 2-15 0,1-3 8 15,0-1-16-15,2-3 3 0,-2 2-5 16,0-3-2-16,0-3-14 0,3 0 1 0,-4 0 2 16,4-1-3-16,-3-2 1 0,3-1 4 15,-4-3-68-15,4 3 15 0,-3 0 0 0,2-4-8 0,1 2 10 16,0-5 1-16,-6 9 4 0,6-9 1 16,-3 4-8-16,3-4-3 0,-7 4-12 0,7-4-3 15,0 0-59-15,0 0-28 0,0 0-57 0,-18-9-148 16,15 8-417-16,-3-4 74 0,2 2 44 15,-2-4 56-15</inkml:trace>
  <inkml:trace contextRef="#ctx0" brushRef="#br0" timeOffset="197351.19">14543 6825 376 0,'11'0'125'0,"-11"0"6"0,0 0 74 15,14 7-11-15,-7-3-17 0,3 3-3 16,3 3-10-16,-3 2-16 0,5-2-2 0,1 5-16 16,-1-2-12-16,4 1-15 0,-1 3 4 0,3 0-2 15,-2 1-23-15,5-1-3 0,-3 1-12 0,-1 2-1 16,1-8 9-16,0 5-22 0,-1-2-1 16,-3-1-6-16,4-2-5 0,-4 3 5 0,0-6-3 15,-3 1-10-15,0-2 3 0,-1 0-5 16,1 1-5-16,-4-3-3 0,0 0 2 0,1-3-2 15,-4 3-18-15,-1-4-48 0,1 0-8 0,-1 2-21 16,-6-4-41-16,8 0-96 0,-8 0-152 0,7-4-333 16,-7 1 72-16,0 3 36 0</inkml:trace>
  <inkml:trace contextRef="#ctx0" brushRef="#br0" timeOffset="197761.31">14811 6609 563 0,'0'0'192'0,"0"0"-16"15,0 0-27-15,-7 9-6 0,4-2-7 0,-2 2-8 16,2 3-13-16,0 3-10 16,-1 2-5-16,1 1 2 0,-3 4-7 0,2 2-3 0,1 2-3 15,-1 0 9-15,0 1-9 0,1 2-9 0,0-4-6 16,3 3-84-16,-4-3 10 0,4 0-3 16,-3 1 13-16,3-2-7 0,-3-2 15 0,3-1-21 15,0 0 1-15,-3-4 4 0,2 0 1 0,1-1 79 16,0-1-8-16,0-4-5 0,0 3-7 0,0-4-9 15,-3 1 1-15,3-3 5 0,0-1-16 16,0 1-2-16,0 0 11 0,0-6-11 0,-4 4-11 16,4-6-25-16,0 7-33 0,0-7-36 0,0 0-38 15,0 0-106-15,0 0-495 0,-7-13 11 16,4 11 63-16,0-6 63 0</inkml:trace>
  <inkml:trace contextRef="#ctx0" brushRef="#br0" timeOffset="198161.91">14486 6728 476 0,'23'14'163'0,"-16"-6"65"0,4 1-13 0,2 1-20 16,1 6-16-16,3-1-23 0,1 3-20 0,2 0-8 16,3 3-21-16,-2-3 16 0,3 0-18 0,-4 0-13 15,1 3-7-15,3-5 7 0,-4 2-28 16,-2-5 10-16,3 1-7 0,-5 2-11 0,2-4-10 16,-2 1 3-16,-1-5-1 0,-2 3-14 15,-3-3 4-15,1-1 3 0,-2 0 5 0,1 0 0 16,-2-3 5-16,-1 2-2 0,-1-2-57 0,-3 0 8 15,1-1-2-15,3-2-11 0,-7-1 10 0,4 5 29 16,-4-5-31-16,0 0 18 0,0 0-6 0,0 0-4 16,0 0-1-16,0 0-4 0,0 0 15 15,0 0-16-15,0 0 11 0,0 0-6 0,0 0 9 16,-8-16-9-16,8 16 1 0,-3-3-29 16,3 3-89-16,0 0-118 0,-4-4-532 0,4 4 99 15,0 0 62-15,0 0 69 0</inkml:trace>
  <inkml:trace contextRef="#ctx0" brushRef="#br0" timeOffset="202310.44">13430 6744 376 0,'0'0'128'16,"0"0"-8"-16,0 0-2 0,0 0-3 0,0 0-5 16,0 0-2-16,0 0-3 0,0 0-11 15,-1-3-2-15,1 3-12 0,0 0-9 0,0 0 6 16,0 0-15-16,0 0 20 0,0 0-18 0,0 0 2 15,0 0-22-15,0 0 89 0,0 0-3 16,13 10-15-16,-13-10-2 0,11 6-18 0,-7-4-6 16,3 0-2-16,2 4-15 0,-1-2-3 0,2 0-2 15,0 0-1-15,1 2-7 0,-1 0-3 0,4-1-9 16,-4 0-7-16,3 1-4 0,4-2-10 16,-6 2 2-16,6 2 3 0,-4-4-6 0,1 3-73 15,0-1 7-15,3 0 2 0,-7-1 11 0,3 1 3 16,5-4 4-16,-2 4 1 0,-1 0-6 15,1-1-12-15,2 1 10 0,-1-4 7 0,0 4 16 16,1-2-8-16,1 0 3 0,-1-1 2 0,3 3 8 16,-2-5-5-16,2 0 5 0,0 4-2 0,-1-4 2 15,4 0 2-15,-3 0 8 0,2 1-7 16,-2 0 7-16,3-2-7 0,-3 0 15 0,2 0-13 16,-2 2-5-16,3-4 0 0,-4 2 2 0,1 0-2 15,3 0 8-15,-3-2-5 0,-1 2-9 16,0-2 4-16,1 2 7 0,-4 0 0 0,0-1-5 15,3 0 3-15,-2 1 9 0,-2 0 1 0,2-1 3 16,0-4-16-16,-2 5 7 0,5 0-17 16,-4-2 7-16,3 2-2 0,1-2-2 0,-4-2 9 15,3 4 1-15,1 0-1 0,-4-3-2 16,4 3-5-16,-2-2-2 0,-1-2 30 0,3 2-26 16,-4 2 13-16,6-2 3 0,-5-2 0 0,2 2-5 15,-2 0-1-15,1-2 6 0,2 4 5 0,-3-3-21 16,2 3 3-16,0 0-2 0,-2-2 7 0,-1 0 18 15,3 0-10-15,-3 1-6 0,0 1 1 16,0-1-8-16,4 1 26 0,-1-2-24 0,-3-2 1 16,1 4 7-16,2-1-2 0,-3 0-3 15,1-1 13-15,-2-1-5 0,-1 2-8 0,1-2 2 16,1 3 4-16,0-4 19 0,-3 2-4 0,3 0-3 16,-3 1-5-16,2 0 5 0,-4-3-5 0,4 3 61 15,-2 0 8-15,0-1-25 0,3-2-3 16,-4 2-11-16,1 1 9 0,0-1-17 0,3 0 1 15,-4-1-12-15,1 2 4 0,0 0 0 0,2-4-2 16,-1 5 5-16,-2-2-13 0,1 0-5 0,-1-1 12 16,2 2-12-16,-2-2 0 0,-3 3-2 15,4-4-9-15,-7 2 9 0,2 1 4 0,2 1-7 16,-4-1-3-16,-7 1-2 0,13 0-3 16,-13 0-18-16,14 1-28 0,-10 4-71 0,-1-2-201 15,4 3-508-15,-7-3 50 0,3 3 95 0,-3-6 83 16,-10 7 47-16</inkml:trace>
  <inkml:trace contextRef="#ctx0" brushRef="#br1" timeOffset="210510.15">15422 6213 483 0,'0'0'261'0,"-3"-4"-20"16,0-1-11-16,3 5-25 0,-4-4-18 0,0 0-10 16,4 4-16-16,-6-4-15 0,2 0-23 0,4 4 5 15,-10-3-11-15,3 2-9 0,3-4-16 0,-2 4-5 16,-1-2 10-16,7 3 1 0,-14-4-32 16,7 2 3-16,-2 0-7 0,-1 2-9 0,-1-1-1 15,1-2-4-15,-4 1 3 0,4 2-7 16,-4 0-16-16,0 0-2 0,1 0 4 0,-4 0-4 15,3 0-3-15,-3 0 5 0,3 0-10 0,-3 0 0 16,0 0 10-16,0 0-84 0,0 0 15 16,0 2-13-16,-1-2 13 0,-1 3 8 0,-2-3-3 15,0 1 16-15,1-1-3 0,-1 2-3 0,0 0 21 16,-2 2-18-16,2-3 5 0,-3 1 13 0,4-1-11 16,-4 4-1-16,0-3 6 0,0 0 1 15,0 2-8-15,1-3 0 0,2 2 5 0,-7 1 13 16,4-1-25-16,1 1 25 0,-5-1-10 0,1 0 12 15,-1 1-2-15,1 2-5 0,-1-3 20 16,-2 0-22-16,-1 3 9 0,-3 1 1 0,-4-3-16 16,4 3 13-16,-4-1 8 0,1-2-16 0,3 1 8 15,-4 2 18-15,4 0-18 0,0-3-8 16,3 2 1-16,0-2 12 0,1 1-13 0,-1 1-5 16,3-2-2-16,-2 2 7 0,2 0 6 0,-2-1 9 15,5 1-7-15,-2 1-5 0,0-4-2 0,3 4 17 16,0 1-15-16,0-1 0 0,0 0 7 15,1-1 26-15,-1 1-35 0,3 0-6 0,0 3 8 16,4-3 0-16,-3 0 2 0,6 1 0 16,-3-4-2-16,3 3 5 0,-3 0-5 0,4 3 10 15,-1-4-5-15,3 3-10 0,-1 1 2 0,0-2 1 16,2 4 4-16,-1-1-12 0,2-2 5 0,-1 2 2 16,0 2 10-16,-4-2-2 0,7 3 6 15,-7-2-9-15,1 2 6 0,3 2-9 0,-4-4 14 16,3 3 18-16,0 2-26 0,-2-3 5 0,3 1-13 15,-1-3 16-15,1 3-24 0,0 1 24 16,0 0-10-16,0-3 12 0,3 2-20 0,-3 2 7 16,2 0 8-16,-1-1-13 0,2 1-2 0,-1 0 0 15,2-1 13-15,2 1-6 0,-2 0-2 16,-1 5 23-16,1-4-23 0,-2 0 2 0,5-1 1 16,-1-1 7-16,1 1-18 0,0 0 10 0,0-1-7 15,2 1 15-15,-2 0-13 0,3-3 14 0,0 1-4 16,0-3 1-16,0 3 4 0,0 1 1 0,0-5-10 15,3 6-4-15,-2-3 9 0,2 3-11 16,0-1 8-16,0-1-2 0,1-2-9 0,-1 2 9 16,1 0-3-16,3 2 2 0,-1-6 3 15,1 6-13-15,-3-3 21 0,5 2-3 0,-1 0 8 16,-1-4 8-16,3 5-27 0,0-3 1 0,1 2 3 16,-1 0-3-16,3-4-6 0,-2 5 14 0,3-2-6 15,-1 0 1-15,-3-2 7 0,4 1 0 16,-1 0 0-16,1-5-2 0,-3 2-8 0,2 2 12 15,1-3-7-15,-1 1 0 0,1 1 8 0,0-2-13 16,3-2-3-16,-4 2 18 0,2 0-4 0,-2-2-4 16,4 2-4-16,-3 0 2 0,3 0 7 15,0-1-17-15,0-2 13 0,-3 1-1 0,3-4 1 16,0 5-3-16,3-4 15 0,1 5-12 16,-4-4-1-16,4-2-4 0,-2 3 14 0,2-1-12 15,0-3-2-15,-1 3 4 0,1-3 1 0,0 2-6 16,3-3 8-16,-4 3-2 0,4-2 2 0,0-3-7 15,0 1-4-15,2-1 12 0,-1 2-14 16,2-2 8-16,-3 0 5 0,4 0-5 0,2 0 10 16,-2-2-7-16,-1 2-1 0,-3-1 1 0,0 1-8 15,3 0 2-15,-2 0 6 0,2 0-11 0,0 0 6 16,0-2 9-16,3 1 1 0,-5 1-13 16,-1-4 5-16,7 4 5 0,-1-1 3 0,-2-1-6 15,0 1-7-15,2-3 10 0,1 2-5 16,0 1-2-16,-1 0 7 0,-2-4 8 0,3 4-6 15,-1-1-7-15,1-3 8 0,-3 2 0 0,2 3 7 16,1-5 11-16,-4 3-6 0,3 1-28 0,-2-3 8 16,2 1 5-16,-5 1-2 0,5-3 7 0,-5 4-7 15,2-2-1-15,-3-1 6 0,-1 2 5 16,1 1-5-16,1 0-8 0,-4-2 5 0,2 0-8 16,1 3 8-16,0 0 13 0,0 0-20 0,-4-2 76 15,4-3-5-15,4 4-8 0,-4-1-9 16,3 1-1-16,1-3-3 0,-2 2 1 0,2 0-13 15,-1-3-8-15,0 4 0 0,-2-6 0 0,2 4 6 16,-3-2-14-16,0 1 8 0,3-2 0 16,0-1 1-16,-2 3-12 0,2-2 1 0,-3 1-2 15,-1 2-1-15,2-4-2 0,-1 3 7 0,0 0-9 16,-4 0 7-16,1-2-6 0,2 3-1 0,-3-4-4 16,1 2 6-16,0 1-5 0,-1-3-8 15,1 0 7-15,0 0 11 0,-1-2-2 0,4 1 2 16,-3 1-8-16,-1 2 3 0,0-8-6 0,-2 5 11 15,2-2-5-15,0 0-56 0,-2 2-11 16,2-6 5-16,-2 6 8 0,2-3 8 0,-3-2 5 16,4 2 23-16,-5 1-11 0,2-2-9 0,3 1-6 15,-5 1 10-15,1-4 9 0,-3 3 1 16,3-3-4-16,-3 3 7 0,3-3-7 0,-3 2 15 16,3-4-10-16,-4 1-3 0,2 0 3 0,1 2 5 15,-2-3 15-15,-1-1-5 0,1 1-15 0,3 0-6 16,-4-2 16-16,1 2 8 0,-3-1-23 0,3 0 33 15,-4-4-16-15,3 4 16 0,-2 1-13 16,-1-1-5-16,0-1-7 0,0 3 4 0,-3-2 3 16,0-1 8-16,-1 3-8 0,2-2 7 0,-1-1 14 15,-1 1-13-15,-2 1-3 0,2-1-3 16,-3 0 3-16,2 1-2 0,-5-1 5 0,3 0 9 16,0 0-6-16,-3 0-9 0,0 0-2 0,0 1 3 15,0-2 7-15,-3 0 0 0,0-1-10 16,0 1 13-16,1 1-5 0,-1 1 5 0,-3-2-8 15,2-1 2-15,-2 1 6 0,2-1-8 0,-2 1 21 16,-2 1-21-16,2 1-10 0,2-1 2 0,-3 0 3 16,-3 1 16-16,6 1-24 0,-5 2 11 0,5-3-6 15,-3 1 8-15,0 3 3 0,0-3 5 16,-2 1-6-16,5 3-7 0,-4-3 5 0,-1 3 8 16,2-3-10-16,0 3-3 0,-3-2 15 0,3 2-2 15,0 2 2-15,0-4-2 0,-3 3-10 16,3-1-1-16,-3-1-7 0,0 2 13 0,-1 0-11 15,1 1 3-15,-4 0-7 0,4-3 24 0,-3 2-14 16,2 1-6-16,-2 0-2 0,-1 2-2 16,3-3 4-16,-2 2 8 0,-4 1-2 0,4 0-3 15,-2-1-3-15,-1 2 24 0,1-1-14 0,-1 0-7 16,-1 0 0-16,-4 5 0 0,4-6-2 0,0 3 20 16,0 1-8-16,-1-2-7 0,-1 2-1 15,1-2 1-15,0 3 4 0,2-3-19 0,-1 2 17 16,0 1-3-16,3 0-12 0,0-1 15 0,0 1 0 15,-2-2 0-15,2 2-2 0,3 2 7 0,-2-4-10 16,-1 4 5-16,1 0 0 0,-1-4-7 16,0 4-6-16,-3 1 13 0,4 0-10 0,-5 0 5 15,5 0 15-15,-5 0-12 0,-1 0 10 16,1 0-16-16,-3 1 3 0,1 2 3 0,-1-1 2 16,-3-1-2-16,4 0-9 0,-4 1 4 0,3 2-6 15,-3-3 11-15,1 2-8 0,2-1 2 0,0 0 3 16,2 1 0-16,-2-2 3 0,3 2-9 15,-1-1 9-15,4-1 0 0,-1 0-9 0,1 1 9 0,-1 2-8 16,-1-3 2-16,3 4 3 0,-3-3 5 16,0 1-12-16,0 3 4 0,0-4 19 0,-1 4-14 15,-2 0 8-15,3-1-10 0,-4 1 6 16,0 2-6-16,-2 0 0 0,-4-1 0 0,3-1-3 16,-1 2 3-16,-2 0-5 0,4 1-3 0,-8 3 18 15,3-3-4-15,-2 0 6 0,2 1-14 16,-2 0-6-16,2 2 3 0,-6-1 5 0,6 1 3 15,-5-1-9-15,2-1-1 0,0 5 4 0,0-6 8 16,-3 7-5-16,3-6-13 0,-14 7-20 0,1 6-21 16,0-4-66-16,3-1-28 0,0 2-244 0,3-2-424 15,11-4 96-15,-4-1 52 0,7-5 74 16,-3 1 44-16</inkml:trace>
  <inkml:trace contextRef="#ctx0" brushRef="#br1" timeOffset="212842.28">15881 6151 793 0,'-4'-8'248'15,"0"1"-20"-15,1-1-15 0,0-1-6 0,2 0-30 16,-2-1-9-16,0-4-83 0,0 4-16 0,2-3 13 16,-2-2-26-16,0-1 13 0,0 0-15 0,-1-5-3 15,3-3 67-15,-2 1-5 0,0 0-16 0,0-6-18 16,2 1 6-16,-2 1-11 0,0-7-5 15,0 0-15-15,-1-4 0 0,-3-12-6 0,3 1-12 16,-5-1 5-16,5 0-5 0,-3 0 7 16,-3 0-12-16,3 2 5 0,-3 2 0 0,3-3-13 15,-4 2-5-15,2 1-3 0,2-3-7 0,-4 2 10 16,1 2-8-16,3 6 10 0,-4-6-4 16,2 5 4-16,-1-4 6 0,3 4-3 0,-1 7-10 15,-1 1 2-15,2-1 3 0,0 5-5 16,-4-4-3-16,2 5 3 0,5 2-8 0,-3 1 15 15,-3 0-7-15,3 3-13 0,1-1 13 0,-1 0-10 16,-1 3 7-16,2 2 5 0,2 0-20 0,-2 2 13 16,-1 1-8-16,3 3 15 0,0 1-7 0,1 1-8 15,0-1 0-15,-1 4-5 0,1 1 2 16,3 2-10-16,0 3-2 0,0 0 17 0,0 0-7 16,0 0 8-16,-7 19-3 0,7-4 5 0,-3 2-10 15,3 3 2-15,0 5 11 0,-4 4-16 16,4-4 11-16,-3 3 5 0,3-2-3 0,-3 3 8 15,3-4-11-15,-1 0-2 0,-2 0 3 0,3-7 4 16,-3 2-2-16,3 1-7 0,-3-4-3 16,2-1 7-16,1-4 3 0,0 2-12 0,0-4 12 15,-3 3-3-15,3-4 16 0,0-2 0 0,0-3 3 16,0 3 17-16,-3-3-20 0,3-4 18 0,0 0-16 16,0 0 6-16,0 0 2 0,0 0 3 0,-4-13-16 15,0 0-5-15,4 1 19 0,0-5-17 16,-3-4 4-16,3 0 2 0,0-4-8 0,3-3 0 15,-3 2-7-15,4-2-1 0,-4 2 6 16,4 1 5-16,-1 0-21 0,0 1 13 0,-2 6-10 16,2-4-8-16,0 5 11 0,0 2-3 0,1 3 5 15,-1-2 0-15,4 4 2 0,0 1-12 16,-3 3 0-16,6 3 2 0,1-1 3 0,2 2 2 16,1 7 1-16,2-4 7 0,2 4-8 0,2 1 3 15,4 2-5-15,3 1 8 0,4 0-11 0,3 3 0 16,4-3-33-16,10 2-23 0,4 3-56 0,1-3-136 15,-1 0-550-15,-11-2 38 0,-3-4 87 16,-7 1 69-16,-1-3 67 0</inkml:trace>
  <inkml:trace contextRef="#ctx0" brushRef="#br1" timeOffset="213676.5">13789 2851 852 0,'0'-6'297'0,"-1"-1"-39"0,-2 2-20 0,6 0-30 16,-2 0-21-16,2 1-21 0,4-1-20 0,3 2-13 15,4 0-18-15,-1 1-15 0,5 2-5 0,5 2 7 16,-2 0-10-16,6 2-12 0,7 3-24 15,-3 5 5-15,3 0-17 0,-3 1 4 0,10 8-4 16,-10 0-1-16,-4-2-2 0,-6 0-5 0,2 4-5 16,-5-1-8-16,-5 3-5 0,-3-5 0 15,-2 2 2-15,-2-2 6 0,-2-1-6 0,-4 0-2 16,0-1 0-16,-3 0 8 0,-1-1-8 16,-3-2-5-16,0-2-6 0,-3 0 16 0,0-2-5 15,-1 1 8-15,1-6 15 0,-4-1 2 0,1-2 14 16,0 0-6-16,-2-3-13 0,2-3 16 0,-5 0 5 15,2-2-8-15,2-1 8 0,0-2-11 0,0 0-9 16,1-1-6-16,2-2-5 0,1 1 11 16,3 0-14-16,1-1-84 0,3-1 26 0,-2 1-3 15,7-3-2-15,1 1 2 0,6-3 13 0,-2 2 3 16,7-1-9-16,0-2 4 0,7-1-19 16,2 3-27-16,4-2-9 0,0 0-32 0,-2 2-75 15,5 3-87-15,-5-2-509 0,2 2 79 16,-4 2 33-16,-2 0 95 0,-6-1 49 0</inkml:trace>
  <inkml:trace contextRef="#ctx0" brushRef="#br1" timeOffset="214095.23">14264 2752 701 0,'3'-10'251'0,"0"6"-29"0,4-3-37 0,-3 2-4 16,2 0-27-16,-2 0-11 0,2 0-20 0,1 0-5 16,4 1-21-16,-5 0-17 0,1 2-27 15,0 0-1-15,0-1-24 0,-7 3 5 0,10 0-7 16,-10 0-1-16,10 3-12 0,-6-1 2 0,0 4 1 16,2 0 2-16,-2 2-13 0,-1-1 25 15,4 3-32-15,-1 3 10 0,2 1 12 0,-1-1-5 16,3 3-4-16,1 3 1 0,2-2-17 0,-3 0 8 15,4-1-3-15,-1 2 5 0,1 0-5 16,-1-1 0-16,-2 0 13 0,3 1-3 0,-4-1 8 16,1-2-21-16,-2 2 8 0,-2-2-5 0,-3 1-2 15,2-1 2-15,-2 0-5 0,-1-1 15 0,-3-1 5 16,-3 0 21-16,3-1-5 0,-7 0 15 16,3-1 0-16,-2-1-13 0,2-1 11 15,-6-1-6-15,0 0-2 0,3-3-13 0,-3 2-2 16,-1-1-3-16,-2-2 10 0,3 0-13 0,-1 0 3 15,1 0-41-15,-4-3-10 0,4 1-39 16,3-1-74-16,-2 1-133 0,1 1-435 0,1-2 87 16,0 0 23-16,-2 1 61 0</inkml:trace>
  <inkml:trace contextRef="#ctx0" brushRef="#br1" timeOffset="214376.23">13952 3593 865 0,'0'0'327'16,"0"0"-27"-16,0 0-29 0,0 0-33 0,18-16-18 16,-5 7-12-16,5-3-24 0,5-2-20 0,4-3-13 15,15-7-18-15,-1-1 0 0,3 0-23 16,4 0 8-16,-1 0-8 0,-2 0-15 0,2 1-11 15,-1 3-10-15,-2 3-10 0,4 0-13 0,-11 4-15 16,-3 4-48-16,-9 3-83 0,2 3-38 0,-10 3-75 16,0 1-209-16,-4 2-356 0,-2 1 77 0,-7 2 69 15,-1 1 82-15</inkml:trace>
  <inkml:trace contextRef="#ctx0" brushRef="#br1" timeOffset="-214688">13977 3834 890 0,'3'-9'243'0,"0"1"-12"15,4 0-32-15,-1-1-17 0,5 1-18 0,-1-3-8 16,5 5-20-16,1-2-16 0,1 2-23 15,0 1 11-15,4 2-26 0,0 2 0 0,-1 0-16 16,4 3-4-16,0 4-11 0,0-2-2 0,-1 3-14 16,1 2 11-16,0 4-10 0,-3-1-8 15,-4 4 11-15,0 0-8 0,-3 2-11 0,0 3 6 16,-1-1-11-16,-6 1 8 0,0-1-13 0,0 3 8 16,-4-6-2-16,-3 2-4 0,0-1 11 0,-3 0 0 15,0 1 0-15,-5-2 0 0,2-3-2 16,-1 1 2-16,0-2-3 0,-1-2 88 0,-1-3 10 15,-1-1-26-15,-1-1-15 0,1-5-8 0,0 0 0 16,-1-2 3-16,1-4-6 0,0-1-7 16,3-4-10-16,-3 2 7 0,3-4 3 0,0-1-11 15,1 3-27-15,2-1 20 0,3-2-10 16,1 1-11-16,1-1 8 0,3 1-18 0,2-1-30 16,1 1-3-16,3-1-49 0,1 1-35 0,2 1-62 15,1-3-126-15,3 1-508 0,4 1 30 0,-5-1 84 16,2 1 75-16,-2-2 76 0</inkml:trace>
  <inkml:trace contextRef="#ctx0" brushRef="#br1" timeOffset="-214251.03">14639 3634 793 0,'3'8'279'0,"-2"3"-33"0,3 3-16 0,2 3-25 16,-2-5-23-16,2 5-1 0,4 4-22 15,1-4-10-15,-1 0-24 0,4 1-5 0,-4-1-15 16,3 0-23-16,2-2-3 0,1 0-4 0,-2-4 9 16,3-1 3-16,-3 3-18 0,3-6-12 15,-3-3 9-15,3 1-10 0,0-4-17 0,-1-1 17 16,-1-1 13-16,1-4-12 0,-1-2-11 16,-2 0 5-16,1-3-2 0,-4-2 4 0,-3-5 1 15,0 0-16-15,-7-4-2 0,0-2-10 0,-7-4-6 16,0-2 3-16,-3-1 0 0,-11-11 3 0,5 12-21 15,-2 0 10-15,-3 4-15 0,1 4 21 16,-1 2 2-16,-3 2 0 0,5 6 5 0,-2 1-7 16,0 2-3-16,1 4-8 0,2 0 5 0,1 3-5 15,0 2 8-15,0 3-10 0,0 3 2 0,3 0-7 16,1 2-3-16,3 4-8 0,-1-3 18 16,4 2-5-16,1 1 3 0,3-1-13 0,3 0 5 15,0 0 13-15,0 0-16 0,6-3 14 16,-2-1-14-16,5 0 16 0,3 1 0 0,1-5-8 15,4 0 0-15,0-1 0 0,3-2 5 0,-3-1-5 16,4 0 0-16,-3-1-17 0,1-2-11 0,-1-1-64 16,-2 0-54-16,-2-1-200 0,0 1-488 0,-3-4 41 15,-2 0 99-15,-5-1 93 0,-1-3 35 16</inkml:trace>
  <inkml:trace contextRef="#ctx0" brushRef="#br1" timeOffset="-213354.27">15330 2900 527 0,'-21'-9'220'0,"21"9"-15"0,-3-5-11 0,3 5-22 15,-6-8-14-15,5 5-12 0,1 3-13 16,-6-9 1-16,2 4-17 0,3-2 4 0,-2 1-19 15,3 0-2-15,-3 0-13 0,0-2-15 0,0 1-14 16,3-1 1-16,-1 3 0 0,-2-2-10 0,3 1-6 16,0-1 1-16,-3 2-3 0,3 0-11 15,0 5 9-15,-3-8-11 0,3 8-18 0,-1-7 8 16,1 7 15-16,0-7-20 0,0 7 8 0,-3-5-19 16,3 5 24-16,0 0-24 0,0-6-7 15,0 6 8-15,0 0-13 0,0 0 17 0,0 0-7 16,0 0 0-16,0 0 3 0,10-1 5 15,-10 1-3-15,0 0-3 0,0 0-2 0,0 0-13 16,17 2 36-16,-17-2-17 0,7 4-4 0,-7-4-17 16,0 0 20-16,7 1 3 0,-7-1-1 0,0 0-4 15,0 0 5-15,7 2-24 0,-7-2 16 0,0 0-5 16,0 0 2-16,0 0 6 0,9 1-6 16,-9-1 3-16,0 0 3 0,0 0 7 0,0 0-7 15,0 0-8-15,0 0 5 0,0 0 10 16,8 2-15-16,-8-2-5 0,0 0 7 0,0 0-5 15,0 0 11-15,0 0-6 0,0 0 1 0,0 0-1 16,0 0-12-16,0 0-11 0,0 0 13 0,0 0 24 16,0 0-29-16,0 0-10 0,0 0-11 0,10 0-22 15,-10 0-39-15,0 0-28 0,0 0-82 16,3 2-120-16,-3-2-354 0,4 2 80 0,-4-2 49 16</inkml:trace>
  <inkml:trace contextRef="#ctx0" brushRef="#br1" timeOffset="-211804">15330 2733 703 0,'0'0'236'0,"0"0"-13"16,0 0-19-16,0 0-24 0,0 0-27 16,3 21-15-16,-2-12 3 0,-1-1-23 0,3 4-8 15,0-3-8-15,0 1-84 0,1 1 0 16,3-3-5-16,-6 2 10 0,5-2-18 0,1 3 8 16,-1-3 2-16,-2 0 3 0,6-3-5 0,-6 2 5 15,3 0-3-15,2-3 13 0,-1 1-7 0,-1-3 2 16,2 2 8-16,1-4-8 0,1-4-5 0,2 4 74 15,-1-4-10-15,1 0 0 0,0-1-16 16,-2 0-7-16,2-2 15 0,-2 0-28 0,-1-1-5 16,-3-2-5-16,2 2 15 0,-1-3-7 15,-4 0-11-15,-1 1-7 0,0-2 4 0,0 1-7 16,-2-1 3-16,2 4 5 0,-3-2-18 0,0 2 2 16,0 1 18-16,0-2-15 0,0 3-5 15,0 2 2-15,0-2-7 0,0 6 2 0,3-10-7 16,-3 10-3-16,3-5 2 0,-3 5 11 0,0 0-10 15,11 2 2-15,-11-2-8 0,13 8 1 16,-6-3 4-16,4-1 1 0,-1 2 4 0,-3 2-7 16,4-1-7-16,-2-1 7 0,1 1 7 0,-2 2-7 15,-1-2-2-15,2 1 7 0,-2 0-2 0,-4 0-16 16,2 1 20-16,-2 1-4 0,0-3-3 16,-6 2 8-16,3 1-6 0,-7-1 8 0,3-1-33 15,-6 2-38-15,0-2-57 0,-4-2-107 0,-2 0-489 16,1-1 2-16,-1-1 57 0,1-2 59 15,-1-2 58-15</inkml:trace>
  <inkml:trace contextRef="#ctx0" brushRef="#br1" timeOffset="-211671.05">15258 2444 780 0,'4'-5'190'0,"-4"5"-68"16,10-1-160-16,0 1-428 0,1 1-66 15</inkml:trace>
  <inkml:trace contextRef="#ctx0" brushRef="#br1" timeOffset="-211153.79">16211 2527 662 0,'1'-8'262'0,"3"-1"-35"0,-1 0-7 0,-3 0-28 0,3 0-17 15,-2-3-14-15,2 4-13 0,-3-4-15 16,0 0-20-16,0 1 2 0,-3 2-12 0,3-2-9 16,-1 1-4-16,-2 0-11 0,3 3-12 15,-3 1 4-15,-1 0-19 0,3 1 6 0,-5 4-14 16,6 1 15-16,0 0-26 0,-13 7-5 0,6 0 8 15,0 4-5-15,3 1-13 0,-2 1 2 0,2 2 8 16,1 1-10-16,3 0-7 0,-3 1 4 0,6-3 3 16,-3 3-3-16,3-2 8 0,1 0 3 15,2-1-16-15,1 0 8 0,0-3-13 0,0 1 10 16,3-1-9-16,1-3-4 0,2 0 1 16,0-3 10-16,1 0 10 0,-3-3 66 0,6-1-17 15,0-2-3-15,0-1-13 0,4-3-10 0,-4 0 0 16,4-3 0-16,-2-2-23 0,-1-2 16 15,-1-1-6-15,-4-2-15 0,-2-1-3 0,0 0-2 16,-5 0-8-16,1-2 21 0,-1-1-18 0,-3 4-1 16,-2-2 6-16,-1 4-3 0,4 1 1 0,-4 0-4 15,0 4 14-15,0 0-11 0,0 3-5 16,0 5-10-16,0-5 18 0,0 5-13 0,0 0 5 16,0 0 8-16,-4 18-16 0,4-8 11 0,4 0-13 15,-4 1 0-15,3 0 7 0,0 2-7 16,1-1 5-16,2 1 3 0,1 0-3 0,1 0-29 15,-2-2-9-15,4-1-49 0,4 0-95 0,-1-1-522 16,-2-3-92-16,3-2 100 0,-1-2 64 0,-2-3 56 16</inkml:trace>
  <inkml:trace contextRef="#ctx0" brushRef="#br1" timeOffset="-211004.78">16427 2139 639 0,'0'0'238'0,"-6"-3"-33"0,6 3-31 0,0 0-46 16,0 0-105-16,0 0-169 0,0 0-430 0,23 2 31 15</inkml:trace>
  <inkml:trace contextRef="#ctx0" brushRef="#br1" timeOffset="-210804.18">16667 2016 665 0,'0'0'282'0,"9"10"-26"15,-4 0-24-15,1 0-27 0,1 5-100 0,-1 0-5 16,5 4-8-16,-4-1-15 0,3 4 5 0,4 1-21 16,-4 0-4-16,3 4 4 0,2-2-7 15,-2 0-13-15,1 0-67 0,-1 2-61 0,-3-2-153 16,4 1-431-16,-4-4 74 0,-2-3 55 15</inkml:trace>
  <inkml:trace contextRef="#ctx0" brushRef="#br1" timeOffset="-209705.01">16647 2381 1041 0,'0'-8'307'16,"0"2"-10"-16,0-1-33 0,3-1-26 0,4-2-28 15,-1 1-18-15,7-3-23 0,2 1-16 16,2-3-9-16,0 1-21 0,4-1-13 0,3-3-10 0,-1 3-8 16,1-4-21-16,-6 4-22 0,1 2-11 15,-1-2-20-15,-2 0-25 0,-4-1 2 0,1 2-13 16,-4 0-5-16,-1 1 0 0,-4-3-13 0,-1 3 2 16,-3-1 4-16,0 1 7 0,-3-1 5 0,-1-2 5 15,1 2 5-15,-2-1-2 0,-1 0 18 16,-1 2 7-16,4 1 11 0,-4 0-8 0,4 3-6 15,0 0-6-15,-2 4-17 0,2-1 16 16,0 2-2-16,3 3-3 0,0 0 5 0,0 0 16 16,0 16-14-16,3-6-2 0,1 3 11 0,3 3-3 15,3 4-3-15,-3 0 5 0,2 0-12 16,-1 2 15-16,2-1-24 0,-3 1 19 0,4-1-10 16,-5 0 5-16,1-2-3 0,0 2-3 0,3-5 3 15,-6-1 6-15,2-2-6 0,-2-1 10 0,-1-2 5 16,0-1 27-16,1 0-1 0,0-2 7 15,-1-2 1-15,-3-5 0 0,3 3-8 0,-3-3-8 16,0 0-2-16,4-13-8 0,-4 5 11 0,3-4-14 16,-3-1 1-16,0-1-3 0,3-1-5 0,-3 1-3 15,0 0-12-15,4 2 15 0,-4 2-16 16,0 0-2-16,3 0-2 0,0 3-8 0,2 3 12 16,-2 0-2-16,3 3-8 0,-6 1 8 0,14 0 8 15,-8 3-8-15,5-1 3 0,-4 1-8 16,3 3 5-16,1-2 7 0,-1 0-7 0,0 2 8 15,1-1-11-15,-2-1 14 0,1 0-14 0,1 1 3 16,-1-1 10-16,-3-1-12 0,4-1 9 0,-5-1 21 16,4-1-79-16,-10 0 3 0,24-3 22 15,-14-2-12-15,5-2 7 0,-5 2 5 0,7-3 1 16,-7-2 7-16,3-2-3 0,1-1 14 0,-4 1 4 16,0-4-7-16,1-2-8 0,-4 4 10 0,0-3 1 15,-1 1-6-15,-2 0 21 0,0 2-8 16,-1 2-18-16,-3 0 7 0,0 0 6 0,0 4 3 15,0 0-11-15,-3 2 8 0,-1 2 7 0,-3 2-9 16,7 2-1-16,0 0 0 0,-17 5 6 16,10 0-6-16,-3 1 8 0,3 3 0 0,1 1-5 15,2 0 5-15,1 0-3 0,-2 2 8 0,2 1-10 16,3-1-5-16,0 2 0 0,0-1 5 0,3-1 5 16,-1 1 7-16,4-2-7 0,-3-1 13 0,4-1-10 15,0 0 2-15,3-3 5 0,1 0-7 16,-1-2-8-16,4-1 23 0,2-3-3 0,-2-2-15 15,6-1 5-15,-2-2-2 0,-2-2 7 0,5-1-5 16,-3-3-15-16,1 1-3 0,-1-4-8 16,-5 0 9-16,-2 2-6 0,-1-2-10 0,-3-3 7 15,-1 2 1-15,-1-3-3 0,-2 1 2 0,-3-1-2 16,0 3 18-16,0-2 2 0,-3 4-7 16,-1 1 13-16,3 1-3 0,1 1 7 0,-3 1-14 15,0 1 9-15,3 5-17 0,-3 0 5 0,3 3-1 0,0 0 14 16,0 0-1-16,0 0-2 0,3 23 3 15,0-12 0-15,0 3 2 0,5-1 2 0,-4 2-9 16,2 1 2-16,4 0 5 0,-2 2-2 16,1-2-1-16,1 1-4 0,-3 0 4 0,4-1 3 15,-4-2 3-15,-1-1 2 0,1-1-7 0,0-3-8 16,-3 1-1-16,-1-1 9 0,3-1 15 16,-5-4-3-16,2 1-4 0,0-2 9 0,-3-3-10 15,0 0 11-15,0 0 7 0,0 0-20 0,-13-11-3 16,6 2 10-16,-3-2 6 0,3-3-19 15,0-1 8-15,-3-4-2 0,0-2-3 0,3 1 3 16,0-2-6-16,1 0 3 0,-2 1 3 0,5 3-3 16,-1 0-2-16,1 0 7 0,3 2-15 0,0 1 5 15,0 0 5-15,0 4 0 0,3-3-5 16,0 6-13-16,-2-3-33 0,5 4-15 0,-1 0-47 16,1 2-68-16,1 3-206 0,0-1-380 0,3 2 40 15,0-1 100-15,0-2 61 0</inkml:trace>
  <inkml:trace contextRef="#ctx0" brushRef="#br1" timeOffset="-208388.23">18048 1630 862 0,'0'0'277'16,"3"-5"-37"-16,-3 5-22 0,0 0-19 0,4-4-9 16,-4 4 53-16,10-4-31 0,-3 0-14 0,0 1-30 15,2-2-11-15,2 0-14 0,-1 0-18 16,0-2-12-16,1 2-3 0,-1-1-15 0,3 0-18 16,-5 1-6-16,2 0-2 0,0 1-12 0,0-1-1 15,-3 1-20-15,0 2-5 0,0 0-6 16,-7 2 3-16,11-2-5 0,-11 2-2 0,12 4-6 15,-11 0 3-15,5 2 13 0,-3 2-11 0,-2 3 3 16,-1 0-12-16,0 3 4 0,0 2-10 0,-1 0 13 16,-5 3-3-16,3-1-2 0,-1-1-5 15,1 0 7-15,-4 1 3 0,0-1-3 0,4-2 1 16,-4-1-16-16,4-1 13 0,-1-2-8 0,1-1 2 16,0 0 11-16,2-2-10 0,-2-1-13 0,-1-1 5 15,4 0 23-15,0-6 0 0,-3 4-10 16,3-4 0-16,0 0-6 0,0 0 11 0,0 0 0 15,0 0-3-15,0 0 3 0,0 0-5 0,14-12-8 16,-11 8 3-16,1-1-3 0,2 3-2 16,1-3 2-16,1 4-5 0,1-4 13 0,1 2 2 15,-2 0-13-15,2-1-4 0,3 2-3 0,-2 0 5 16,-1 0 0-16,3 1-16 0,1-2-17 16,-4 3-28-16,1-3-37 0,2 1-76 0,-3 1-48 15,1-1-88-15,-1 0-77 0,0 0-235 0,1-1-66 16,-1 1 138-16,-3-2 260 0,-1 1 160 0,2 0 79 15,-5-2 66-15,1 0 49 0,2 0 36 0,-3 0 30 16,0-1 75-16,-2 1-16 0,6 0 11 16,-4-1-87-16,-2 0-19 0,2-1 9 0,0 1 7 15,1-3-26-15,-1 1 24 0,0 0 2 0,1-1-18 16,3 1-7-16,-4-2-16 0,4 0 0 16,-4 0-10-16,4 1 15 0,-1-2-15 0,-1 1 66 15,1 0 1-15,-2-1-21 0,-1 1-8 0,0 0 3 16,1-1-3-16,-4 3-10 0,0 0-10 0,0-1 2 15,0 1-84-15,-1 1 20 0,-2 1-10 16,0 0 11-16,-3 1-14 0,2 2 11 0,4 3-13 16,-14-1 3-16,14 1-3 0,-13 3 2 15,6 3 9-15,-4 0-11 0,5 2 15 0,-4 4-13 16,6-1 9-16,-3 3 1 0,6-2 1 0,-2 1 5 16,3 0-10-16,0 0-6 0,3 2 6 0,1 0-8 15,4 0 5-15,-2-1-5 0,7-2 0 0,2 2 3 16,1-1-8-16,5-4 15 0,0-1 8 15,2-2-10-15,-2-2-19 0,0 0 1 0,3-3 5 16,-4-2-8-16,1-3-30 0,-1 0-14 0,-3 0 4 16,1-3 1-16,-2-3 4 0,-2 0-32 15,-1-1 14-15,-3-1 2 0,-2-5 2 0,-1 2 11 16,-1-3-13-16,-3 1 16 0,-2-1-4 0,2 1 19 16,-3 2 5-16,3 2 23 0,-3 0 10 0,4 1-23 15,-4 2-2-15,1 3-3 0,-1 2 15 16,0 0-10-16,0 5 3 0,0 0 2 0,0 0 8 15,0 0-3-15,9 8-5 0,-5-1 5 0,-1 0 1 16,0 3 12-16,1-2-5 0,-1 3 2 0,-3-1-4 16,4 1 7-16,-1-1-10 0,-2-2 10 0,2 2 0 15,-3-3 3-15,0 0 28 0,3 0 7 16,-3-1 11-16,0-1 23 0,0 1-11 0,0-6-4 16,0 0 4-16,-3 6-9 0,3-6-6 0,0 0 3 15,0 0-11-15,0 0-2 0,-3-15 5 16,2 7-28-16,-2-2 15 0,3-2-12 0,0-1-3 15,0-4-3-15,4-1-12 0,-4-1 12 0,3 2 0 16,0-2-10-16,1 2-7 0,2 1 2 16,-3 2 2-16,5 0 1 0,-5 3-13 0,4 2 10 15,-1 1-3-15,1 2 11 0,-3 2-11 0,6 2 3 16,-3 2 0-16,-7 0 3 0,18 4-11 0,-8-1 8 16,0 2-5-16,3 1 8 0,-3 0 2 0,0 0 10 15,2 1-12-15,1 1-1 0,1-1-2 16,-1 0 0-16,0-1 3 0,-2-1 10 0,2 0-13 15,-2-1 2-15,3-1-4 0,-4-1 12 0,4-1-13 16,-1-1 8-16,1-3 8 0,-4 1-5 0,3-2 10 16,-2-2-8-16,-4-1 0 0,3-2 0 15,1-1 3-15,-5-2 0 0,-2-1 8 0,-1 0-21 16,0 0 10-16,-3-4 5 0,0 1-7 0,-6 0-3 16,2-1-10-16,1 3 15 0,-4 2 8 15,0 2-8-15,0 1-5 0,-3 3-2 0,-1 0-6 16,1 5 6-16,-3 0-8 0,-1 2-3 0,1 2-2 15,-2 4 7-15,-4 4 3 0,1 0-20 0,1 3-113 16,-3 2-110-16,2 5-625 0,-2 1 105 16,-1-2 72-16,-2 1 74 0,3-2 44 0</inkml:trace>
  <inkml:trace contextRef="#ctx0" brushRef="#br1" timeOffset="-207271.93">16485 3252 770 0,'-6'-6'243'0,"2"2"-30"16,-2 0-1-16,2 0-23 0,4 4-25 0,-10-6-15 15,6 4-14-15,4 2-17 0,-10 0 0 16,10 0-16-16,-14 8-20 0,8-3-8 0,-1 6 8 16,3 0-20-16,-2 3 7 0,1-1-8 0,-1 3-20 15,3 0-2-15,2-1 22 0,1 0-30 16,0-2 81-16,1 1-22 0,2 1-6 0,3-4 4 16,-1 3-19-16,5-4 2 0,0 1-25 0,4-3 6 15,-1-2-11-15,1-2-8 0,-1-1 5 16,2-1 1-16,-2-2 2 0,3 0-11 0,-4-1 9 15,1 0-11-15,-2-4-8 0,-1 2-2 0,-1-2-5 16,-5 1 5-16,0-4-8 0,-1 0-2 16,-3 0-6-16,-3-1-2 0,-4-4 6 0,0 3 4 15,0-1-3-15,-3-1-14 0,-1 1 9 0,-2 1-2 16,-1-1 16-16,4 0-6 0,-3 1 10 0,2 0-9 16,-2-1 12-16,2 3-23 0,1-2 5 15,3 2 13-15,1-1-5 0,-2 1 2 0,2 0-10 16,2-1-8-16,4 1 9 0,0 0-1 0,3 1-3 15,1-3-7-15,3 3 5 0,3 2 5 0,3-2-7 16,-1 1 4-16,4 5-12 0,1 0 10 16,0 1-3-16,4 2 6 0,0 2 5 0,2 0-11 15,1 5 6-15,3-1-1 0,-3 5-4 16,1-2-1-16,2 4 6 0,-4 0-1 0,-5-2 3 16,-1 2-7-16,3-1-6 0,-5 0 3 0,-2 0 0 15,-3-5 2-15,1 4 3 0,-1-3 3 0,-4-1-1 16,1-1 4-16,0-1-9 0,-3 1 13 0,-1-4-5 15,-3-3 0-15,3 4 11 0,-3-5-1 16,0 0-15-16,0 0 5 0,0 0 0 0,-24-13 13 16,14 3-5-16,-1-1-5 0,-2-4-8 0,0-3 2 15,-1 0 3-15,-3-5 1 0,3 0-4 16,-3-1-10-16,6 4 24 0,1 1-8 0,1-3 2 16,-2 4 8-16,4 2-11 0,4 0 4 0,-1 1-4 15,1 3 4-15,0 0-4 0,3 1-2 0,3 3 0 16,0-1-17-16,4 1-27 0,0 1-38 15,3 5-43-15,0-3-72 0,4 5-169 0,3 0-471 16,1 2 98-16,5-1 71 0,-2 1 51 0,3-1 62 16</inkml:trace>
  <inkml:trace contextRef="#ctx0" brushRef="#br1" timeOffset="-206855.49">17476 2875 1077 0,'-3'-4'302'0,"3"4"-23"15,-13-1-33-15,13 1-18 0,-15 6-34 0,3 1-17 16,2 1-13-16,2 3-11 0,-2 0-20 16,3 3-17-16,1 1-11 0,2 1-11 0,-3 1-2 15,3-3-7-15,1 1-8 0,3 1-11 0,0-3-12 16,3 4-3-16,-2-4 3 0,5 0-8 15,-1-1-10-15,4 0 0 0,-2-4-6 0,0 0-4 16,4-3-11-16,-1 1 11 0,3-4-8 0,-2 0-3 16,2-4-5-16,1 0 1 0,-4 0-9 0,0-4 19 15,1-2-6-15,-5 0-12 0,4-3-9 0,-6-3 1 16,3-1 10-16,-3-2 1 0,-4 2-9 16,3-2 6-16,-3 4 12 0,0 0 13 0,0 1-7 15,0 2 9-15,0 2 11 0,0 0-30 0,3-1 4 16,-3 3-5-16,0 2 0 0,0 4-10 15,0 0 5-15,7-4 8 0,-7 4 0 0,0 0-3 16,14 9 1-16,-7-4-11 0,-1 0 0 0,4 3-31 16,1 1-2-16,-1-1-24 0,3 0-40 15,-2 1-44-15,2-1-87 0,2-2-112 0,-2 0-443 16,1-1 61-16,-1-2 79 0,0-2 42 0,-2 1 48 16</inkml:trace>
  <inkml:trace contextRef="#ctx0" brushRef="#br1" timeOffset="-205552.62">17907 2639 898 0,'0'0'269'0,"0"0"-16"0,0 0-25 0,18 19-18 16,-9-11-21-16,-1 4-20 0,-1-1-18 0,3 2-89 15,0-1-11-15,4 3-8 0,-1 0 19 0,1-1-21 16,0-1-5-16,0 1 58 0,-1-3 1 15,1 1-13-15,-4-1 2 0,4-3-22 0,0 1-1 16,-1-3-7-16,-2-2 0 0,-1 1-11 0,0-3-15 16,1-1 11-16,-2-1-6 0,-9 0-5 0,14-3-5 15,-7-2-2-15,-3 1-14 0,-1-2 22 16,-3-2-11-16,0-1-6 0,0-2 9 0,0-2-1 16,-3 1-4-16,-1-2-4 0,4 1 11 0,-4 2 6 15,1-1 9-15,3 0 0 0,-3 2-17 16,2 1 2-16,1 1 5 0,0-1-20 0,0 1 15 15,1 1-8-15,5 0-2 0,-2-2-5 0,3 1 10 16,0 0-6-16,6-1-7 0,-2 1 1 16,5 0 4-16,-1-4-13 0,4 0 14 0,-1 1-1 15,0 0 3-15,1 0-13 0,-1 0 0 0,-2 2 0 16,-1-1 12-16,-2 0-12 0,-2 2 3 16,-2-2 2-16,-2 3 0 0,-3-1 3 0,-1 0-11 15,0 0 11-15,-3 2 0 0,0-2-16 0,-3 3-5 16,0 1 5-16,2-1 6 0,1 5-6 0,-9-3-7 15,9 3 0-15,0 0 2 0,-18 10-10 16,12-4 15-16,2 3 0 0,-2 1-2 0,5 2 2 16,-2 1 1-16,3 1 7 0,0-1 10 0,0 2-13 15,4-1 1-15,2 1 2 0,-2-1-3 16,5 0-4-16,2-1 9 0,-1-1 6 0,5-1-3 16,-2-3-2-16,0 1 2 0,5-3 2 0,-1 1-7 15,0-5 11-15,-3 1-17 0,2-2 9 16,-1-2-13-16,-2-2-16 0,0 0-10 0,4-3-23 15,-6-2-7-15,0 0-8 0,-2-2-8 0,-2-2 13 16,-1-3 10-16,-5 0 2 0,-1-2 1 16,0-1 10-16,0 0 10 0,-4-2 11 0,1 3 9 0,0 0 14 15,-1 4 15-15,1 0-6 0,0 2 1 16,0 2-21-16,2 3 16 0,1 2-6 0,0 4-2 16,0 0 0-16,0 0-3 0,0 0 16 0,7 15 5 15,-4-7-11-15,1 4 6 0,2 0-3 16,-2 1-5-16,0-1 10 0,3 1-7 0,-4-1-6 15,3-1 13-15,-5 0-7 0,5-2 12 16,-3 1-2-16,1-2-3 0,-3-1 21 0,2 0 13 16,0-2 15-16,0-1-1 0,-3-4-6 0,0 4 1 15,0-4-7-15,0 0-7 0,0 0-8 0,0 0 4 16,0 0-6-16,-17-20 11 0,14 10-19 0,-4-4-3 16,1 0-3-16,-5-4-2 0,4-2 0 15,0 1 12-15,1-1-7 0,-1 0-5 0,3 2 0 16,0 3-8-16,1-2 8 0,0 4 5 0,0 1 0 15,3 2 0-15,0 0-29 0,0 2 9 16,3 1-1-16,0 1 1 0,1 1-1 0,3 1 6 16,0 2-6-16,-7 2 1 0,13 2-1 0,-2 1 3 15,-1 1-5-15,-3 2-5 0,7 3 5 16,-4-1 7-16,3 0-10 0,-2 2 8 0,2 1 0 16,1 0 0-16,-4-1 8 0,3 0-5 0,1-2 4 15,-3 1-7-15,-1 1 5 0,3-5-12 0,-3 1 7 16,-3-2-8-16,4 1 8 0,-1-2 5 15,-3-1 8-15,0-2 0 0,-7 0-8 0,14-2 5 16,-5-2 3-16,-5 0-13 0,3-2 0 0,-3 0-3 16,-1-3 6-16,0-1-6 0,0 1-7 15,-2-1 18-15,-1 1-6 0,0-2 1 0,3 3-18 16,-3 1 15-16,0-2-13 0,0 3-5 0,0 0 0 16,0 6-10-16,0-6 15 0,0 6 0 0,0 0-5 15,0 0 8-15,0 0-5 0,6 14 2 16,-5-6 3-16,3 5 2 0,2 2 16 0,-2 2-8 15,2 6-5-15,1-1 2 0,0 3-5 0,0 5 8 16,0 0 3-16,3 0-3 0,-3-1 18 0,3 2 2 16,-3-1-20-16,-1 0 0 0,2 0 13 15,-1-1 5-15,-1-4-8 0,-2 0 8 0,-1 0-26 16,0-4 19-16,-3-1 17 0,0-1 3 16,0-1 10-16,-3 0-3 0,0-5-12 0,-1-1 9 15,-2 1-9-15,-1-3 2 0,-4-2-2 0,1-2 2 16,0-3 8-16,-4-2-8 0,1-2 5 15,-5-2-12-15,2-2-6 0,1-4 11 0,-5-2-11 16,3-3-7-16,0-2 4 0,3-1-9 0,-3 2 10 16,4-4-8-16,3 0 5 0,-1 0 0 0,1 1-7 15,3-3 10-15,4 4-11 0,-1 0 1 0,3-2-3 16,1 3-3-16,1 1 3 0,-1-2 0 16,7 2-2-16,-3 2-11 0,2 0-8 0,-2 1-20 15,5 1-46-15,2 1-15 0,-1 1-41 0,4 1-85 16,-4 2-164-16,4-2-422 0,0 0 87 15,2 0 67-15,-1 1 92 0,1-4 35 0</inkml:trace>
  <inkml:trace contextRef="#ctx0" brushRef="#br1" timeOffset="-203889.31">19545 1845 757 0,'-10'-3'292'16,"0"3"-26"-16,10 0-30 0,-24 4-16 0,14 0-26 16,-5 3-25-16,2 0-28 0,3 2-3 15,-1 1-12-15,1 1-21 0,4-2-16 0,2 2 3 16,1 2-10-16,3-2-13 0,3 2-76 15,0-1-11-15,1 3 25 0,3 1-12 0,3 0 0 0,4 1-2 16,-4 0-6-16,4-3 3 0,-1 4-1 16,1-3 14-16,-4 2-6 0,3-4-9 0,-2 2 17 15,-4-3-10-15,3 3 7 0,-4-2-2 16,-1-1 5-16,-2 0-2 0,0 1-13 0,-6-3 10 16,3 2 7-16,-7-1-4 0,3-1 12 0,-2 0-2 15,-4-3-13-15,3 1 18 0,-4-1-5 16,1-4 7-16,0 0-2 0,-1-1 15 0,1-2-2 15,-4-2 0-15,4-4-1 0,0 1-9 16,0-3-3-16,3-1-8 0,3-3 77 0,1 2-13 16,0-5-15-16,3 2 5 0,3-1-13 0,1 0 1 15,2-3-14-15,2-2 8 0,2 3-10 0,3-1-8 16,1-1 3-16,0 3-1 0,3 0-6 0,0 2 4 16,0 0-13-16,0 1 0 0,3 0-4 15,-2 5-11-15,-2 1-5 0,2 3 2 0,-1 0 6 16,0 2-3-16,0 2 0 0,0 2-3 0,-3 2 3 15,3 1 18-15,0 1-10 0,-3 0-6 16,-4 1 1-16,4 2-3 0,-4 0-3 0,0 1 1 16,-3-3-1-16,0 3 6 0,0-3-6 0,-1 1 8 15,-2-1-2-15,0-2 2 0,-1 1-3 0,0 0 11 16,-2-2 0-16,-1-2 0 0,0-3 0 16,3 5-6-16,-3-5 11 0,0 0-3 0,0 0 6 15,0 0-11-15,0 0-5 0,-14-10 6 0,10 2 6 16,1-1-14-16,0-2 0 0,2-2 7 15,-5-2 3-15,6 1-1 0,0-1-6 0,0 0-1 16,0 0 0-16,0 2-23 0,3 0 15 0,0 1 1 16,-2 0 2-16,2 4-10 0,0 0-1 0,1-1 1 15,3 5 5-15,-3 1 0 0,2 2-3 16,-6 1-5-16,13 0 3 0,-5 3 10 0,-1 1-8 16,2 1 3-16,-2 0 0 0,1 1 3 0,-2 0-1 15,1 2 3-15,-1-3-5 0,-2 3 2 16,3-4-7-16,-3 0 0 0,-1 2 12 0,0 0-4 0,1-1 12 15,-1-2 11-15,0 1-9 0,0-1 9 16,-3-3 10-16,0 0-11 0,0 0 8 0,0 0-12 16,0 0-1-16,0 0 0 0,0 0-2 0,0 0 2 15,-3-20 1-15,0 12 4 0,0-2-4 16,2-2-9-16,-2 2-2 0,3-3 3 0,0 1 0 16,0-1-3-16,0 1-3 0,0 1-4 0,0 1-1 15,0 1-7-15,3 2 0 0,-2 1 10 16,-1-1-5-16,6 4 2 0,-2-1-7 0,3 1 10 15,-7 3-5-15,13-1 7 0,-13 1 1 0,18 3-8 16,-8-2 2-16,0 1 1 0,4 1-3 0,-1-1 15 16,-2 1-8-16,2-2-9 0,1 2 2 15,0-2 10-15,-1-1-10 0,-2 2 7 0,2-2 8 16,2-2 6-16,-2 2-1 0,0-1-5 0,-2-3 3 16,2 1-13-16,-2-2 5 0,-1 2-5 0,-3-4 8 15,3 1 10-15,-3 0-8 0,-3-3-5 16,2 2 8-16,-3-2 2 0,0-1-17 0,-3 0 15 15,-3 0-13-15,3 0 2 0,-3 2 8 0,0 0-7 16,0 1-8-16,2 1-3 0,-2 2-2 0,-4 2 7 16,7 2-2-16,0 0-10 0,-14 2 5 15,14-2 2-15,-13 8 3 0,6-3 0 0,3 1 0 16,-2 1 0-16,2-1-3 0,1 1-5 0,0-1 5 16,2-1 6-16,-3 2-11 0,4-1 8 15,-3-1 5-15,3 0 5 0,0 0 0 0,0-5-10 16,0 9 5-16,0-6-5 0,3 2 7 0,2 0 4 15,-5-5-6-15,6 6-18 0,-2-4 18 0,2 2 7 16,-3-2-2-16,5 1 6 0,-8-3-6 0,13 3 0 16,-9-1-8-16,5-1 11 0,-9-1 5 15,15 0 0-15,-6 0-6 0,-9 0-2 16,18-4 13-16,-8 2-7 0,0-2-11 0,4-1 15 16,-4 1-7-16,0 0-1 0,1-4 1 0,-1-1 10 15,1 1-18-15,-1-3 2 0,-1-2 11 0,-2 2-5 16,1-3 0-16,-1 0-3 0,-4-1-3 0,0-3 3 15,0 1-2-15,-2-1 0 0,-1-1-9 16,-1-2-1-16,-2 0 12 0,0 0-3 0,0-3-4 16,-4 0 4-16,4 0 1 0,-5 1 0 0,4 0-1 15,-2 2 1-15,0 4 7 0,2-1-10 16,-3 5-8-16,3 1-5 0,1 2-7 0,0 2-6 16,3 5 11-16,0 3 2 0,0 0-15 0,0 0 28 15,-7 14-13-15,4-3 13 0,3 1-20 0,3 3 7 16,-3 4 8-16,3 0 0 0,0 0 7 15,1 5-12-15,-1-2 13 0,5-1-14 0,-1 0 6 16,2 0 13-16,-2 0-16 0,4-2 3 0,-1-4 8 16,0 1-3-16,0-4-3 0,0 1 3 0,0-4 8 15,1 1 2-15,-1-4 0 0,0-2-7 0,1-1 17 16,-1-2-7-16,3-2-3 0,-2-2-5 16,-1 0 3-16,0-4 2 0,1 0-4 0,-1-4-12 15,0-1-12-15,-2-1-2 0,1-2-8 0,-5-2 12 16,-1 0-7-16,0-3 0 0,0 0-2 0,-3-1-19 15,0-1 21-15,-3-5-10 0,0 4 13 16,0-2 2-16,-1 0-5 0,-2 3 10 0,2 2-13 16,-3 4 16-16,4 0 7 0,-1 3 3 0,1 1-15 15,0 4 0-15,-1 3 4 0,1 2-1 0,3 3 7 16,0 0 12-16,0 0 6 0,-6 21-13 16,6-9 3-16,3 2 7 0,-3 4-5 0,3-1 8 15,3 3 2-15,-2 1 0 0,2 0-7 0,1 0-5 16,1 2 7-16,-1-2 13 0,2-1-18 15,2 1-5-15,-1-2 3 0,-3 0-3 0,7-2-41 16,-7-3-46-16,3 0-70 0,1-1-180 0,-1-4-444 16,2 1 36-16,-5-6 62 0,4-1 79 15,-4-3 48-15</inkml:trace>
  <inkml:trace contextRef="#ctx0" brushRef="#br1" timeOffset="-203189.31">20869 1270 1075 0,'13'12'307'0,"-10"-6"-39"0,0 2-12 0,1 3-30 16,3 2-27-16,0-1-19 0,0 1-12 0,2-1-14 16,-1 2-13-16,2-2-8 0,0 1-18 15,-2-1-18-15,1 1 3 0,1-3-15 0,-3 1-11 16,4-1-5-16,-5-1-5 0,1-1-3 0,-1-1-12 15,-2-2 2-15,3 0 6 0,-3-2-14 16,-1 0 8-16,-3-3-7 0,0 0-6 0,0 0 3 16,0 0-8-16,7-11-4 0,-10 3-9 0,2-2 6 0,-2-1 2 15,-3-3-8-15,5-3-7 0,-6 2 8 16,4 0 2-16,2-1-18 0,-2-1 8 0,3 3-8 16,-3 0-3-16,3 1 14 0,3 2-6 15,-3 0 0-15,4-1-7 0,3 0-3 0,-3 4-3 16,5-4 11-16,1 2-8 0,1 0 7 0,2 0 4 15,-2 2-9-15,6-2-2 0,-4 2 16 16,5-1-14-16,-1 0 8 0,-3 1-10 0,3 0-7 16,0-1 22-16,0 1-12 0,-4 0-3 0,2 2-3 15,-2-1 16-15,-3 3-16 0,-2-2 11 16,1 3-11-16,-2-1-4 0,-1 1-6 0,-6 3-5 16,0 0 13-16,0 0-10 0,0 0 17 0,0 13 1 15,-6-6-8-15,-1 1 12 0,1 2-9 0,2 0-3 16,-3 0-8-16,0 0 13 0,4 2-3 15,-1 0 1-15,-2-1-6 0,6-1 8 0,-3 1 0 0,2-2-8 16,1 1 8-16,1-3-10 0,-1 1 15 16,0-2 0-16,0 0-12 0,3 1 9 0,-3-2 3 15,6-2-2-15,-6-3-8 0,7 3 15 0,-3-2 0 16,-4-1 6-16,0 0-11 0,17-4 10 16,-11-1 0-16,-2-1-9 0,2 0-1 0,-2-2 2 15,0-2 11-15,0 1-13 0,-1-2-5 0,0 1 5 16,0 0 3-16,-2 2 5 0,2-1 5 15,-3 1-26-15,3 2 8 0,0 1-15 0,-3 1 7 16,0 4-2-16,0 0 2 0,8-3 1 0,-8 3 4 16,0 0-7-16,0 0 2 0,17 10 3 15,-14-7 2-15,3 2 1 0,2 1-3 0,-1-2-3 16,-1 1 5-16,1 0-4 0,4 0 9 0,-4 1-32 0,2-4-34 16,2 3-31-16,-1-3-43 0,0 0-111 15,1-1-152-15,-1 0-372 0,-3-1 23 0,3-2 64 16,-3-1 61-16,0-1 67 0</inkml:trace>
  <inkml:trace contextRef="#ctx0" brushRef="#br1" timeOffset="-202571.75">21405 646 857 0,'0'0'274'0,"0"0"-21"0,0 0-20 15,0 0-15-15,6 20-31 0,-3-6 0 0,1 2-13 0,0 2-11 16,3 4 1-16,-1 2-23 0,1 1-23 0,0 3 12 16,3-3-9-16,-6 0-14 0,3-2-7 15,3 1-23-15,-3-1-6 0,3 0 11 0,-3-2-20 16,3 0 2-16,-3-2 0 0,0-3-26 0,2 1 8 16,-1-4 0-16,-1 0-10 0,0-1 10 15,2-2-15-15,-5-2-6 0,6-1 1 0,-3-1 2 16,0-4-5-16,0-2 3 0,0 0-3 0,-7 0-5 15,13-4-11-15,-6-2-1 0,1-2 4 0,-5-1-5 16,3-4 3-16,-5-2-6 0,2-1 1 16,0-2-21-16,-3 0 31 0,0 4-3 0,0 0-2 15,0 1 4-15,0 3-14 0,0-2 2 0,3 5-10 16,-3 1-19-16,0 0 24 16,0 6 3-16,0 0 7 0,0 0-10 0,0 0-11 0,0 0 11 0,0 0 0 15,7 19 18-15,-3-12-18 0,0 1 10 16,-1 1-3-16,0-1 9 0,1 1-4 0,2-1-1 15,-2-1-1-15,-1 0-10 0,1 0 5 0,0-1-6 16,-1-1 19-16,3-1-3 0,-2 1-10 16,-1-2 21-16,3-1-11 0,-6-2-5 0,11 0 0 15,-11 0 13-15,11-4-10 0,-5 1-11 0,1-3 19 16,-3-1-14-16,2-2 1 0,-2-1 7 16,-1-1-7-16,1-4 12 0,-1 0-7 0,0-1 12 15,-3-1-10-15,4 1-7 0,-3 2 5 0,-1 3-6 16,3 0-12-16,-3 1 0 0,0 3-11 0,0 1 21 15,3 3-7-15,-3 3 2 0,0 0-11 0,0 0 11 16,0 0-3-16,3 16 13 0,1-6-7 16,-4 0-1-16,3 1 11 0,0 0-13 0,0 2 13 15,-2-1-16-15,2 1 3 0,1-1 18 0,0 1-24 16,-1-1-17-16,0 0-31 0,1-1-64 16,-1-2-69-16,3 1-107 0,-2-4-180 0,0 2-281 15,3-6 56-15,-1 2 80 0,-2-3 45 0,-4-1 57 16</inkml:trace>
  <inkml:trace contextRef="#ctx0" brushRef="#br1" timeOffset="-202271.16">21976 944 721 0,'7'-12'256'0,"-1"1"-20"0,-2 1-65 15,-1 0-25-15,4 0 0 0,-3 2-13 0,-1-2-12 16,1 0-11-16,2 0-18 0,-3-1-3 16,1 1 6-16,-1-1 56 0,0 3 13 0,1 0-3 15,-4-1-10-15,0 5-18 0,-4 0 0 0,4 4-25 16,-6-5-8-16,6 5-18 0,-17 5 7 15,6 2-22-15,-2 1 7 0,3 5-7 0,-4 3-9 16,1 3 17-16,2 0-6 0,1 2-8 16,6 1 16-16,-2-2-21 0,2 2 6 0,0-2-3 15,1 0-8-15,3-2 3 0,3 0-29 0,2 1-63 16,-2-2-1-16,4-1 3 0,-1 1 21 0,4-4-10 16,1 1 12-16,2-3 5 0,1 1-7 0,-1-2 7 15,2-1 3-15,-2-2-3 0,4-1 3 16,-3 0 5-16,-4-2-2 0,1 0 2 0,-1 0-18 15,-4-2-31-15,-2 2-99 0,-1-2-162 16,-6 3-456-16,-4 1 16 0,-3-2 49 0,-7 4 69 0,-8-1 79 16</inkml:trace>
  <inkml:trace contextRef="#ctx0" brushRef="#br1" timeOffset="-192756.72">14715 6961 261 0,'0'0'64'0,"0"-7"-3"0,-3 3 6 16,3 4 9-16,0-8-32 0,0 8 12 0,-1-7 3 16,1 7-28-16,-3-7-3 0,3 7-20 0,0-7 2 15,0 7-5-15,0-6 8 0,0 0-8 16,0 6-13-16,3-9 13 0,-2 5-10 0,-1 4-10 15,3-5 23-15,-3 5-16 0,6-6-8 0,-6 6 19 16,7 0-23-16,-7 0 2 0,14 5 20 16,-7-2-7-16,3 4-8 0,1 2-10 0,-1-1-23 15,3 3-66-15,1 3-367 0</inkml:trace>
  <inkml:trace contextRef="#ctx0" brushRef="#br1" timeOffset="-190973.15">14762 6923 386 0,'0'0'118'0,"0"0"7"0,0 0-15 0,0 0 59 16,-30-2-2-16,30 2-19 0,-7 0-23 0,7 0 3 16,-10-2-7-16,10 2-14 0,-14 0-12 0,14 0-3 15,-14 0-28-15,5 2 3 0,1 0-1 0,1 0-9 16,-6-2-4-16,5 1-7 0,-5 1-12 16,3 2 7-16,-1-2-8 0,-2 0 3 0,-1 2 2 15,1-2-7-15,0-1-8 0,1 2 8 16,-1 1-24-16,-4-1 14 0,4-2-8 0,-2 4 12 15,2-3-7-15,-4 3-5 0,0-3 5 0,-1 1-11 16,-1 1 14-16,1 0-11 0,-3 1 3 16,1-3-5-16,0 4 2 0,-5 1 5 0,1-3-10 15,1 2 6-15,-4 0-6 0,2-2 5 0,-2 3-2 16,0 1-1-16,2-2-14 0,-1-2 14 0,-1 3-7 16,3 1 8-16,2-1-5 0,-2 1-9 15,1-4 1-15,2 2-2 0,1 1 7 0,-3-2 10 16,2 2-8-16,3-1-20 0,-2 1 26 15,-1-2-13-15,0 2 13 0,2-1-3 0,1 0-13 16,1-2 6-16,-3 2-4 0,-1-2 4 16,4 2 2-16,-3-1-5 0,-1-2 10 0,4 4-3 15,-4-4-7-15,0 3 8 0,-2-4 10 0,2 4 2 16,-6 1-10-16,3-3-2 0,-2 2-3 0,1 1 7 16,1-4-1-16,-3 3-6 0,6-2-8 0,1 0-5 15,-1 3 8-15,0-5-3 0,1 5-10 16,-1-5-5-16,-2 1 5 0,6 1 0 0,-4-1 6 15,0 1 7-15,4-2 5 0,3-1 0 16,-2 2-6-16,1 0-11 0,2-2 6 0,-4 2-12 16,3-2-69-16,-3 3 10 0,4-1 11 0,-5 1 22 15,5-2-13-15,3-1 11 0,-4 2 10 0,1 1-7 16,-2-3-32-16,2 1-12 0,-1 2 23 0,1-3-18 16,3 2 26-16,-4 1 15 0,1-2-8 15,1-2 21-15,2 2-6 0,0 3-17 0,-4-4 23 16,5-1 12-16,2 1 8 0,0 1 0 15,-1-2 13-15,8 0 8 0,-16 0 38 0,10 1-48 16,6-1 9-16,-8 3 29 0,8-3-49 0,-10 0 8 16,10 0 0-16,0 0 10 0,-10 1-7 15,10-1 2-15,0 0-18 0,0 0-13 0,-11 0 5 0,11 0-66 16,0 0-2-16,0 0-22 0,-7 2-9 16,7-2-185-16,0 0-204 0</inkml:trace>
  <inkml:trace contextRef="#ctx0" brushRef="#br1" timeOffset="-189489.97">12650 7009 332 0,'0'0'95'0,"10"0"-18"0,-10 0 23 0,0 0 2 16,14 1-12-16,-14-1-1 0,10 1 1 15,-3 3-21-15,0-3-26 0,3 0 3 0,-3-1 18 16,0 1-2-16,3 0-19 0,0 1 26 0,1 1-12 16,3-2 84-16,-1-1-11 0,0 1-15 0,1-1-2 15,0 2-11-15,3-2-17 0,-3 0-11 16,6 1-10-16,-2 2 10 0,5-3-10 0,-2 2-7 15,3-2-16-15,0 1 5 0,3 0-28 16,3 4 15-16,-2-4 5 0,2 0-5 0,1 2-7 16,-3 0-5-16,2-2-1 0,-2 0-20 0,-4 1 18 15,4-2-3-15,-4 4-10 0,2-2 13 0,-5-2-7 16,3 0-1-16,0 1 0 0,-1-1 0 16,-2 1 6-16,0-1 2 0,-1 0-11 0,4 0 9 15,-3 0-14-15,0 0 8 0,-1 0-2 0,0 0 2 16,0 0 6-16,1 0-11 0,0 0 5 15,-1 4 3-15,4-4-13 0,-3 1 10 0,0 0-7 16,-1-1 2-16,1 1-5 0,2 0 5 16,-3 4-5-16,1-4 5 0,0 0-8 0,-1 1 11 15,1-1-3-15,3 2 3 0,-4-1-8 0,4-1 5 16,-3 0-2-16,3 3 2 0,-1-3 2 16,1 0 4-16,-3-1-9 0,3 1-4 0,-1 0 4 0,-2 1 3 15,3 1-7-15,-3-2-3 0,-1-1 12 16,-2 1 6-16,1 1-8 0,-1-2-23 0,-1 0 26 15,-3 1 0-15,3 2-3 0,0-3 8 16,-3 2-16-16,0-2-10 0,3 0 21 0,-4 0 5 16,1 0-1-16,3 1-14 0,-4-1 4 0,1 0-2 15,3 0 6-15,-3 0 1 0,-1 1 1 16,2-1-3-16,-2 0-7 0,1 0-9 0,-1 4 22 16,1-4-81-16,0 0 14 0,-1 0 25 0,1 1-25 15,-1-1-5-15,2 0 12 0,-2 1 16 0,1-1-6 16,-1 0-2-16,2 0 3 0,-2 0 10 15,0 0 5-15,1 0 5 0,-1 0-3 0,2-1 9 16,-2 1-1-16,1 0 3 0,-1-1-3 0,1 1 10 16,-3 0-4-16,2 0 4 0,-2-4-7 15,-1 4 7-15,3 0-7 0,-5 0 5 0,2 0 12 16,2-1 1-16,-4 0 5 0,2 1-13 0,0-2 0 16,-10 2-10-16,18-3 12 0,-9 2-4 0,-2 1 9 15,4-2-4-15,-4 1-3 0,2 1 3 16,-1-1-1-16,-8 1-12 0,13-3 15 0,-9 1-5 15,-4 2 3-15,14-1-9 0,-14 1 1 0,10-1 5 16,-10 1 0-16,6 0-18 0,-6 0-25 16,0 0-26-16,0 0 12 0,0 0-14 0,0 0-52 15,0 0-102-15,0 0-262 0,0 0-84 0,-27 1 16 16</inkml:trace>
  <inkml:trace contextRef="#ctx0" brushRef="#br1" timeOffset="-187506.96">12896 7150 670 0,'0'0'215'16,"-10"-1"-20"-16,10 1-21 0,0 0-16 0,0 0-14 16,0 0-11-16,0 0 18 0,0 0-13 0,0 0-79 15,0 0 13-15,0 0-16 0,0 0 8 0,17-7-8 16,-10 6 3-16,4-4-15 0,2 5-1 15,-3-1 3-15,7 0 8 0,0-1-18 0,0-2 7 16,4 2-2-16,-1 1-7 0,4 1-4 16,0-1 4-16,4-2-14 0,2 1-2 0,-2 0 2 15,0 2 11-15,2-1-3 0,1 0-2 0,0 1-6 16,-2-4-7-16,2 3 5 0,-3 1-5 0,2-1-13 16,1 1 0-16,0-2 18 0,0 2-8 15,-1-3 3-15,-2 2 0 0,0 1-11 0,2-2 11 16,1 1-5-16,-4 1-8 0,-2 0 7 0,2-1-12 15,-4 1 0-15,1-3 5 0,1 3-2 16,2-2-1-16,-3 2 11 0,-1-1-6 0,1 1-4 16,1-1 4-16,-1 1-12 0,0-1 5 0,-1 0 20 15,1-3-10-15,0 3 11 0,0 0-6 16,-3 1-5-16,2-5 3 0,-1 4 2 0,1 1-2 16,-2-2-1-16,2 1 9 0,-2 1-9 0,-4-1 6 15,4-2-5-15,0 1-16 0,-2 1 11 16,-1 0 4-16,-1 1-9 0,0-1 7 0,-1 0 13 15,-1-3-23-15,1 3 18 0,-1 0-11 0,1-1-9 16,2-1 14-16,-5 2 19 0,4 1-19 0,1-3-7 16,-2 3-2-16,-1-1 76 0,1-2-5 15,-1 1-10-15,1 1-8 0,1 0-5 0,-3 1 0 16,0-1 1-16,3 0-12 0,-3-3-4 0,2 4 2 16,-1 0-4-16,1-1-1 0,1 0 0 15,-3 1-10-15,3-2 7 0,-3-1-2 0,3 2-10 16,0-1 5-16,-3 1-8 0,2 1 6 0,2-1 4 15,-1-4-7-15,0 4-5 0,-4 0 4 16,5 0-6-16,-1 0-1 0,0-3-3 0,0 3 6 0,-3 0 7 16,3 1-7-16,0-5-5 0,-3 4 2 15,2-1 5-15,-1 1 3 0,1 0-8 0,-2-2 0 16,3 0-10-16,-3 2 15 0,-1 0-15 16,1 0 5-16,0-3 2 0,2 3 11 0,-4 0 0 15,1-1-5-15,1-2-3 0,-1 4-3 0,2-3 6 16,-2 3 0-16,0-4 2 0,1 1-2 15,-1 2-11-15,1 0 8 0,-3 0-5 0,3-3-5 16,-1 2 3-16,0 0-1 0,1-1 8 0,-4 2-5 16,5-2 8-16,-2 1-16 0,1 0-2 15,-1 0 12-15,0 0-2 0,2 2-2 0,1-2 10 0,-2-2-11 16,0 4 11-16,0-2-8 0,2 2 2 16,-1-5 9-16,-2 4-11 0,1-1 7 0,0 1-4 15,0-1-3-15,2 0 5 0,-2-1 8 16,0 2-11-16,3 0 3 0,-4 0-2 0,1-3-1 15,6 2 1-15,-2-3-6 0,-5 4-4 0,5-2 4 16,1 1 8-16,-1-2-2 0,-1 2-6 16,3 0 1-16,1-3 7 0,-4 4 5 0,4-5 0 15,-1 4-7-15,-3-1-8 0,4-1 7 0,0 2-7 16,-2 1 5-16,-1-4 0 0,-1 3-5 0,4 0 15 16,-1-2 3-16,-3 2-20 0,1 1 9 15,1-3-7-15,2 1 8 0,-3 2 2 0,1-1-8 16,-1-2 3-16,-1 2-2 0,3 2-1 0,-2-5 0 15,-1 4 9-15,3-2-1 0,-3 1-5 16,1-2-3-16,2 2 11 0,-3 1-11 0,4-4 11 16,-2 4 0-16,-1 0 2 0,0-4-5 0,1 2 5 15,-1 2-5-15,3-1 8 0,-1-3-18 16,0 4 7-16,-3-1 14 0,4-2-8 0,0 2-6 16,-1-3-10-16,1 4 19 0,3-2 4 0,-3-1-12 15,2 1-14-15,-2 1 24 0,6-3 5 0,-3 3-13 16,-1 0-7-16,2-2 14 0,-1 1-6 15,0 1-1-15,0-2-5 0,-1 2 7 0,1 1 1 16,0-4-13-16,0 4 18 0,-1 0-1 0,-1-1-6 16,2-2-4-16,-3 4 1 0,2-3 2 15,1 1 0-15,0 0-82 0,0-1 3 0,-1 2 23 16,1 0 5-16,0 0 5 0,1-3 2 0,2 2-4 16,-1 0 17-16,-1-2 1 0,-1 4 2 0,0-3 2 15,0 3-2-15,3-4 10 0,3 0 8 16,-2 3-8-16,3-4 6 0,-1 4-1 0,-2 0 8 15,3-5-5-15,-4 4-3 0,4 1 21 0,-4-3-16 16,1 1-2-16,2 2 3 0,-2-3-1 0,-1 2-2 16,1 0 8-16,-2-4-1 0,2 3-9 15,-1-1 7-15,-2 1 5 0,-1 2-8 0,3-5-5 16,0 4 3-16,-6 0 8 0,3-2-13 0,-1 2 2 16,-2 1 13-16,2-3-8 0,-1 1 1 15,-2 2 4-15,3 0 4 0,-2-4-1 0,0 4-8 16,-1 0 1-16,1-4 4 0,0 4-4 0,2-1 2 15,-2 1 2-15,0-3 1 0,-1 1-3 16,4 2 7-16,-3 0-7 0,3-4-10 0,-4 4 5 16,4 0 8-16,0-4 2 0,-3 4 0 0,-1-1 3 15,4 1-19-15,-3-3 16 0,1 1 3 0,-1 1-3 16,0-3-7-16,-1 4 9 0,4 0-9 0,-3-5 4 16,3 6-7-16,-4-3 0 0,1-1 10 15,0 1 8-15,-1 1-18 0,1-3 2 0,-1 4 14 16,-3-2-9-16,4-1-2 0,0 1-8 0,-5-1 24 15,5 1-9-15,-5 1-4 0,2-3-3 16,-1 3 0-16,3 0-5 0,-2-2-8 0,-2 2 18 16,2-1-5-16,-1-1 8 0,0 2-13 0,0 1 0 15,0-4 12-15,1 3-2 0,-2 0-2 0,2-2-8 16,2 2 5-16,-3 1 8 0,0-1-11 16,4-2 0-16,-1 2 3 0,-3 1-10 0,4-4 23 15,-1 4-8-15,-3 0 5 0,4-4-20 0,-4 4 2 16,0-2 11-16,4 1-6 0,-8 0 3 0,5-1-2 15,-2 2 4-15,-1 0-7 0,1-4 5 16,-2 4 0-16,0 0-5 0,3-1 5 0,-1-2-5 16,-1 4 10-16,-2-3-2 0,1 3 4 0,0-2 1 15,-1-2-16-15,1 3 37 0,-1 0-37 16,1-3 16-16,-1 2-1 0,-1 2-9 0,-2-1 9 16,3 0-7-16,-2 1-2 0,-1-2-3 0,-1-1 0 15,2 2-6-15,-11 1 11 0,14 0-7 16,-8 0 2-16,-6 0 7 0,14-2 6 0,-14 2-21 0,7-1 3 15,-7 1-13-15,0 0-11 0,10 1-4 16,-10-1 2-16,0 0-46 0,-3 6-74 0,3-6-228 16,-20 4-404-16,2-2 92 0,-6 1 53 0,-10-6 62 15</inkml:trace>
  <inkml:trace contextRef="#ctx0" brushRef="#br1" timeOffset="-163043.29">12390 10968 734 0,'-7'-2'236'0,"1"0"-19"0,6 2-20 16,-4-6-97-16,4 6-8 0,-10-1 6 0,10 1-14 15,0 0 13-15,-4-6-28 0,4 6 0 16,0 0-17-16,-10 0-4 0,10 0-7 0,0 0 0 16,-7-1-5-16,7 1-8 0,0 0 8 0,-17 1-8 15,10-1-2-15,1 4-13 0,-1-1 17 0,-4-2 1 16,1 5-18-16,1-3 2 0,-2 3 3 0,0-4 3 15,2 5-6-15,-5 1 0 0,3 0-2 16,-3-1 2-16,4 3-7 0,-3-2 0 0,-1 1 12 16,4 1-15-16,-4-2 8 0,4 5 10 15,0-4-23-15,-1 1 11 0,-2 1-1 0,3 2 0 16,-1-2-2-16,1 3-11 0,0-3 18 0,2 4-9 16,-2-1 14-16,0-2-15 0,0 5 3 15,3-2 5-15,-3 2-21 0,3-2 18 0,-4 3 6 16,2-1-14-16,2 1 6 0,-4 0 5 0,4 2-6 15,-2-4 4-15,5 1-1 0,-7 1-5 16,5-2-10-16,-1 3 10 0,0-1-3 0,0-3-2 0,0 3 11 16,1-1-4-16,2 4 4 0,-2-4-11 15,-2 3 7-15,2 1-14 0,2 0-4 0,-3 0 11 16,4-2 11-16,-3 6-11 0,-2-7 5 16,5 7 20-16,-1-3-22 0,-2 1 5 0,2-2-8 15,1 2 33-15,0-5-31 0,-2 7-4 16,2-3 4-16,0-1 1 0,0 3-6 0,-1-2 11 15,4 2 0-15,-3-2-16 0,0 1 13 0,3 1 8 16,-3 0-10-16,2-5 4 0,-2 6 1 0,3 0-8 16,-4-6-3-16,4 2 11 0,-4 3 2 0,1-3 18 15,3 2-25-15,-3-5-8 0,3 6-3 16,0-5 16-16,-3 4-6 0,2-5 4 0,1 5-1 16,0 0-8-16,-3 2 3 0,3-2-13 0,-3 2 16 15,3-3 5-15,-3 3 2 0,3 0-5 16,-4-1-3-16,4 1-9 0,-4 0 7 0,4 0 0 15,-3 0 5-15,3-6-8 0,0 4 8 16,-3-2 3-16,3-1-10 0,-1 1 2 0,1 0 2 16,0-2 1-16,0 2-8 0,0-3 17 0,0 3-19 15,1-2 7-15,-1 1 12 0,3-3-1 0,-3 4-16 16,0-2 7-16,3 0 1 0,-3 1 2 0,4-1-3 16,-4 4 1-16,1-4-11 0,2 3 3 15,-3-2 0-15,3 1 5 0,-3-1 3 0,3 1 9 16,-3 0-6-16,3-2 4 0,-2 2-10 0,2-3-5 15,0 5 0-15,-3-4 5 0,3-1 7 16,1 3-9-16,0-2 12 0,-4-1 0 0,3 3-5 16,1-1-2-16,-1-4 15 0,0 7-13 0,-2-4 0 15,2-1-13-15,0-3 8 0,0 3-2 16,0 1-3-16,-2-1 12 0,3-2-9 0,-1 2-1 16,0-2 11-16,-3 2 0 0,4-2-8 0,-1 1 0 15,0 0 2-15,1-1 3 0,-1 1 0 0,0 0 13 16,2-1-13-16,-2 1 0 0,0 0-15 15,1-1 15-15,2 1 82 0,-2 1-18 0,2-2-5 16,-2 1-10-16,3 0-8 0,-4-1 0 16,4 0-5-16,-1 1 5 0,-2-3-17 0,3 1-6 15,0 0-3-15,0 1 6 0,-1 0-1 0,2-3 9 16,-2 0-19-16,4 4 3 0,-3-4-5 0,-3-1 2 16,6 1 0-16,0-1-7 0,-3 1 2 0,1-1 8 15,1-4-2-15,-2 2-11 0,0-3-5 16,0 1 15-16,0-1 0 0,-1 0-12 0,4-3-3 15,-2 3 8-15,-1-1 2 0,-1-4 0 0,1 2-7 16,0-1 4-16,3-1 4 0,-3-1-1 16,3 2-3-16,1-1-12 0,-4-2 16 0,2 0-4 15,2 0-9-15,-1 0 15 0,0-5-3 16,4 4-5-16,-4 1 3 0,0-2 4 0,1-1-9 16,2 1-3-16,-3-2 2 0,1 0 9 0,2 2-4 15,-2 0-7-15,0-4 0 0,1 4 8 0,0-3-8 16,1 1 3-16,1-2-6 0,2-1 8 0,-5 1-7 15,6 0 9-15,-4 0-12 0,2-2 13 16,-2 1-13-16,1-3 2 0,-1 6-4 0,1-2-1 16,-1-2 8-16,-3 1 5 0,2-1 8 15,0 1-18-15,-1 2 10 0,-1-2-3 0,0 1-2 16,-3-3-5-16,4 1 3 0,-1 1 2 0,-4 1 2 16,5-1-4-16,-4-2 2 0,3-2 2 0,1 1-9 15,-1 2 4-15,0-4 3 0,0 0 5 16,0 4 0-16,-3-3-10 0,3-1 0 0,1 0 15 15,-4 2-15-15,2-3 0 0,2 3 15 0,-4-2-5 16,0-1-2-16,2 1 5 0,-1-1-3 0,-1 2-3 16,0-2-2-16,2 2-2 0,-1-3 4 15,-1 4 8-15,-1-2-4 0,1-1-6 0,0-2-3 16,0 4-7-16,0-3 7 0,-1 2 6 0,1-2-1 16,1-1 3-16,1 2-2 0,-5-1-11 15,3-1 11-15,3-2 5 0,-3 4-8 0,3 0-3 16,-4-4 0-16,2 2 6 0,-1 3 2 0,3-5-2 15,-4 1-1-15,2 1 3 0,-1-1 1 0,2-1-4 16,-2 2-2-16,0 0 3 0,0-1-1 16,0 0 6-16,0-4-87 0,3 3 12 0,-6-1 13 15,5 0-2-15,-5 1 15 0,2-5-5 0,2 4 18 16,-5 3-16-16,1-3 13 0,2-1 14 16,1 1 6-16,-4-2 1 0,5 2-5 0,-2 1 4 15,-2-2-1-15,3-2-4 0,-1 1 6 0,2-2-3 16,-2 4 1-16,1-5 19 0,-1 2-14 15,2 0 1-15,-4-4-4 0,2 4 0 0,1-3 15 16,-1 1-2-16,-3-2-11 0,5 0 0 0,-4 4 8 16,2-1 3-16,-2-2-3 0,2 1-8 0,-2 3 13 15,3-2 3-15,-1 1-6 0,-2-1-4 0,2 1 4 16,-2 2 11-16,2 2 3 0,-1-1-14 16,1 1 8-16,-2-2-7 0,2 2 2 0,-3-4 3 15,1 3-3-15,3 2 5 0,-3-4 3 0,2-2-8 16,-2 5 5-16,-1-6-5 0,0 2 6 15,1 0-4-15,0 0 9 0,-1-1-9 0,0 0-7 16,1 2 16-16,-1 1-16 0,0-2 15 0,-3 1-2 16,1-2 2-16,-1 3 6 0,3-5-8 15,-3 6-8-15,0-4 2 0,0 1 6 0,0-1-8 16,-3-2 0-16,3 1 3 0,-1-2-8 0,1 0 0 16,0 0 33-16,-3-2-17 0,3 8-16 15,0-5 10-15,0 4-2 0,-3-1-3 0,3-3-8 16,0 6 1-16,0-4 7 0,-4 4-8 0,4 0 16 15,-3-2-8-15,3 1-5 0,-3 1 5 0,-1 1 13 16,0-1-10-16,1-1 2 0,0-2-10 16,0 4-3-16,2-1 6 0,-5-7 0 0,2 3-3 15,1 1 2-15,-4-1 1 0,3-2 2 0,1 3 10 16,-3-1-17-16,2 1-1 0,1 0-2 0,-2 5 13 16,-1-2 12-16,2 0-17 0,-2 2-1 15,-1 0 8-15,1-1-4 0,-2 2 4 0,2-2-10 16,2 6-5-16,-3-4 2 0,1-1 8 0,-5 4 11 15,4-2-14-15,-2-1-2 0,1 3 5 16,1-1-2-16,-3 0-3 0,1-2-5 0,-3 1 7 16,3 2-4-16,-3-2-3 0,3 0 5 0,-4 3 2 15,1 0-4-15,2-2-1 0,-2 3 16 0,0-1-13 16,2 0 0-16,0 1 2 0,-4 2 6 0,4 0 2 16,0-1 1-16,-1 1-9 0,-1 4 6 15,5-2-6-15,-4-1 1 0,4 4-3 0,-3-3 5 16,3-1-10-16,0 5 7 0,0-5 1 0,-2 5 2 15,1-4-7-15,1 5 2 0,1-2 0 16,-1-1-3-16,0 2 18 0,0 0-17 0,0-3 7 16,-3 4-2-16,4-2-3 0,-5-1 7 0,4 3-9 15,-3 0 12-15,2-4-15 0,-1 4 7 16,-1 1-2-16,3-2-10 0,-4 1 10 0,1 0-2 16,1-4 2-16,1 5 0 0,-2-1 0 0,0 1-3 15,2 0 13-15,-2 0-5 0,1 0-12 0,2 0 9 16,-4 0-7-16,1 1 8 0,0 4-3 15,-1-3-3-15,-2 0-2 0,2 2 5 0,1 0 13 0,-3 1-26 16,2-2 16-16,-5 6-6 0,4-3 0 16,-1 0 11-16,-4-2-3 0,3 5-7 0,1-1-1 15,-1 2 1-15,-3 1 7 0,-3 0-3 16,5 0-9-16,-4 3 7 0,1 2-6 0,1-1 4 16,0-3 4-16,0 5-12 0,-4 4-3 0,1-2-5 15,0-1-12-15,2 6-39 0,-3-5-29 16,2 6-37-16,-9 11-98 0,4 2-530 0,0-1 69 15,0-2 21-15,-3 0 82 0,-3-3 66 0</inkml:trace>
  <inkml:trace contextRef="#ctx0" brushRef="#br1" timeOffset="-129947.64">2685 13651 744 0,'-3'-5'231'16,"0"0"-39"-16,3 5-28 0,-1-7-16 16,1 7-7-16,0 0-13 0,0 0-21 0,0 0-9 15,0 0-17-15,21 13 4 0,-11-4-6 0,0 1-12 16,1 2-3-16,2 1 13 0,1 4-31 0,-1 1 0 15,1-1-5-15,0 4 15 0,-1-2-30 0,-2-1 7 16,2 2-2-16,-2 0-19 0,2-3 27 16,-3-1-14-16,0-1 4 0,1-3-19 0,-1 1 8 15,-3-3 15-15,1-1-7 0,1-2 4 16,-2-1 6-16,4-1 15 0,-4-5-7 0,-7 0 2 16,27-11-10-16,-13-3-6 0,9-4 4 0,-1-3-6 15,11-13 0-15,1-7-10 0,4-13 10 16,6-3 64-16,4-3-12 0,-4 0 7 0,4-6-16 15,1 1-9-15,-2-1-3 0,1 5 0 0,-3 2-13 16,-2 1 0-16,-1 4-10 0,-8 10 2 0,-3 7 8 16,-4-1-18-16,-7 11 3 0,-5 4-11 15,-3 5-15-15,0 0 6 0,-3 4-6 0,-2 3-3 16,-3 3-12-16,-2 2-21 0,-2-1-25 0,0 7-41 16,0 0-72-16,-23 8-149 0,6 8-488 15,-11 0 89-15,-12 15 70 0,-5 3 56 0,-9 8 50 16</inkml:trace>
  <inkml:trace contextRef="#ctx0" brushRef="#br1" timeOffset="-129497.35">2491 14234 760 0,'0'0'230'0,"0"0"-28"16,0 0-15-16,9-1-13 0,-9 1-25 0,18 8-6 16,-8-1-10-16,7 3-5 0,0 4-8 15,0 1-22-15,7 3 2 0,-3 0-16 0,3 0-2 16,3-1 2-16,-3 3-17 0,-4-1-1 15,4-1-2-15,1 0-15 0,-2-2-3 0,-3-1 5 0,-2-3 1 16,3 1-6-16,-2-1-13 0,-1-4 5 16,-4 3-7-16,3-5 5 0,-1-1 2 0,-1-3 6 15,1-2-11-15,2-5 5 0,5-3-2 16,1-9 0-16,11-10-13 0,2-8 5 0,8-15-7 16,0-1 71-16,2-6-5 0,-2-8-10 0,2-2-18 15,-2-1-16-15,2-6 21 0,-2 2-18 16,0-7 5-16,3 4-15 0,-4 0-5 0,-1-2-5 15,-1 2-16-15,-5 2-13 0,-2 6 16 16,-4 6-18-16,-7 12-21 0,0 1-38 0,-4 6-10 0,0 2-79 16,-7 12-167-16,2 5-505 0,-2 3 98 0,-5-1 82 15,-2 5 54-15,-5 4 64 0</inkml:trace>
  <inkml:trace contextRef="#ctx0" brushRef="#br1" timeOffset="-97917.59">9136 8558 716 0,'0'0'246'0,"0"0"-28"0,0 0-21 16,-3-5-11-16,3 5-14 0,0 0-34 0,0 0 13 15,0 0-20-15,0 0 10 0,10-7-31 16,-4 4 0-16,1 3-82 0,4-2 0 0,2-2-5 15,1 2 5-15,-1 0-7 0,8 0 4 0,2-3-2 16,2 4 69-16,5-5-5 0,5 5-5 0,6-6 0 16,3 4-13-16,14-4 6 0,1 2-4 15,2 2-9-15,1-5 2 0,0 1-11 0,2 3-1 16,-2-2-4-16,-4-4 6 0,3 5-13 16,1 1-15-16,3-2 4 0,0-2 1 0,0 1 7 15,3 3 1-15,1-2-6 0,-1-1-7 0,-3 3-1 16,0-3-2-16,0 1-7 0,-1 5 2 0,-2-5-6 15,-4 2 4-15,1-3-1 0,-8 6-12 16,10-5 12-16,-2 3-12 0,-2-3 2 0,-5 3 0 16,-7-3 8-16,2 5-3 0,11-5-5 0,-9 5 5 15,-6-2 11-15,-2-1-14 0,1 1 4 0,-2 2-4 16,-6-3 4-16,-3 2-24 0,-3 1 20 16,2 0 4-16,-9-2-9 0,-1 1 3 0,-2 1 3 15,-2 1-8-15,-2 0 8 0,0 0-13 16,0 0-8-16,-4 0-18 0,-3 0-5 0,-7 0-7 0,17 0-24 15,-17 0-4-15,10 0-9 0,-10 0-17 16,6 0-21-16,-6 0-10 0,0 0-41 0,0 0-33 16,0 0-23-16,-16 6-36 0,9-6-131 15,-3 0-20-15,0 0 48 0,0-3 27 0,-1 1 75 16,1 1 9-16,-4-1 97 0,0-2 31 0,1 2 27 16,2-1 55-16,-2-3 9 0,-1 4 4 15,4-4 40-15,-3 3 39 0,2-2 12 0,1 1 11 16,0-1 7-16,-1 0 36 0,1 2-2 0,3-4-1 15,-4 4 14-15,5-2 2 0,-1 3 0 16,0-3 2-16,1 2-17 0,-1 3 15 0,7 0-20 16,-10-8 2-16,6 6 10 0,4 2-30 0,-6-5 2 15,6 5-13-15,-4-3 5 0,4 3-9 0,0 0-1 16,3-7 0-16,-3 7-18 0,10-2-9 16,-10 2 6-16,10-1-12 0,1 1 10 0,-11 0-15 15,17 1-2-15,-6-1 9 0,-1 2-5 0,3-1-20 16,-2 5 5-16,2-5 3 0,1 6-8 15,-1-3-8-15,1 2 29 0,0 1-29 0,2 1 0 16,-1 2 8-16,-2-3-10 0,1 1 12 0,-1 2-10 16,-2 0-2-16,2 2 0 0,-3-2 17 0,1 1-4 15,-4 3 2-15,0-3-3 0,-1 3 1 16,-3 2-1-16,-2 0 1 0,-1 1 9 0,-4 0-4 16,1 0 5-16,-7 3-11 0,0 2 72 0,-4 2 8 15,1-2-38-15,-5 0 7 0,1 3-77 16,0-7 6-16,-1 4 7 0,-1-2 2 0,4-1 1 15,-1-4-5-15,2-1 17 0,1 3-17 16,2-7-1-16,0 5 8 0,-2-7 3 0,2 1-3 0,5-1-2 16,-1 0 2-16,0-1-7 0,-3 1 7 15,6-5 0-15,-2 3 11 0,2 0-6 0,1-4 1 16,0 2-9-16,3-4 19 0,-7 6-6 0,3-2 1 16,4-4 4-16,-4 4-19 0,4-4 42 15,-3 5-17-15,3-5-5 0,-3 2-11 0,3-2 5 16,0 0 6-16,-6 4 5 0,6-4-13 0,0 0-3 15,-4 4-2-15,4-4 7 0,0 0-10 16,0 0 3-16,0 0-10 0,0 0 17 0,0 0-4 16,0 0-6-16,-3 2 0 0,3-2 3 0,0 0-16 15,0 0 6-15,0 0 2 0,0 0 8 0,0 0-8 16,0 0 13-16,0 0-18 0,0 0 5 0,0 0-5 16,0 0 13-16,0 0-6 0,0 0-9 15,0 0-29-15,0 0-43 0,0 0-49 0,0 0-56 16,0 0-141-16,0 0-497 0,0 0 96 0,16 0 58 15,-5-6 59-15,-4 0 84 0</inkml:trace>
  <inkml:trace contextRef="#ctx0" brushRef="#br1" timeOffset="-94351.33">22136 1692 235 0,'0'0'118'15,"0"0"-11"-15,0 0-17 0,0 0-13 16,0 0-8-16,0 0 5 0,0 0-31 0,-6 3 1 16,6-3-13-16,0 0 7 0,-5 3 6 15,5-3-26-15,-6 5 7 0,6-5-15 0,-3 7-43 16,-1-4-33-16,4-3-88 0,-6 8-343 0</inkml:trace>
  <inkml:trace contextRef="#ctx0" brushRef="#br1" timeOffset="-93734.73">22068 1694 383 0,'0'0'123'0,"-10"8"-2"0,10-8-16 15,-4 11-16-15,4-4 3 0,-3 0 8 0,3 4-33 16,-3-3-3-16,3 4-16 0,-1 0 9 16,-2 0-1-16,3 2-5 0,0 0-25 0,0 1 43 0,0 2-36 15,0 1-12-15,0 0-14 0,3 0-17 16,-3 3-5-16,1 0-11 0,2-3 77 0,0 2-12 16,0 0-14-16,-2 0-25 0,5 2 13 15,-2-4-3-15,0 1-2 0,-1 0-5 0,0-2 14 16,1 0-11-16,-1 1 9 0,0-1-13 0,0-2 11 15,-2 1-15-15,2-2 7 0,-3-1-8 16,4 1 24-16,-4-3 9 0,3 1 4 0,-3 0 7 16,1-1 12-16,-1-1 9 0,0 0-8 0,0-1 7 15,0 0-2-15,0-2-13 0,0 2 31 0,0 0-5 16,0-1-16-16,3 1-2 0,-3 1-8 16,0 0 15-16,0 0 1 0,3 1-9 0,-3 0-12 15,3 2-15-15,-3-1 7 0,4 1 8 16,-1 2-28-16,0 0-5 0,1 0 7 0,0 2-36 15,-1-1-25-15,1 3-82 0,2 3-38 0,-2-4 15 16,-1 0-38-16,3-1-6 0,-2-1 23 16,0 3 19-16,-1-4 2 0,1 0 49 0,-1 0 30 15,3-1 8-15,-5-3 33 0,2 2 13 0,0-2 3 16,2 0 40-16,-2-1 32 0,0 0 7 16,-3-1 10-16,3 0 10 0,1 0 1 0,-4 1-24 15,3-2 11-15,0 0 0 0,-3 1 12 0,4-1-7 16,-1 2-5-16,-3-2-1 0,4 0-14 0,-1 2-6 15,-2 1 0-15,2-3-7 0,0 3-11 16,0-1 3-16,-2 2-21 0,2-1 21 0,0 1 5 16,0 1-26-16,1 2-20 0,0-1-59 0,2 1-54 15,-2 2-23-15,-1-2-191 0,4 2-254 16,-1-1 15-16,-1 0 49 0</inkml:trace>
  <inkml:trace contextRef="#ctx0" brushRef="#br1" timeOffset="-93301.44">22355 3485 322 0,'-3'17'159'0,"3"-1"-8"0,-3 0-26 16,3 0-17-16,0-3-11 0,-1-1-25 0,-2 1-11 16,3 1-33-16,0 1-12 0,0-3-34 15,-4 4-36-15,4-1-18 0,0 0-125 0,0 2 26 16,0 0 27-16,0-5-30 0,0 3 51 15,4 0 31-15,-4 1 82 0,0-4 41 0,0 4 30 16,0-2 18-16,0-2 19 0,0 1 9 0,0-1 11 16,0 1 20-16,3-1-12 0,-3 1-11 0,0-2 3 15,0 3-13-15,0-3-3 0,0 3-2 16,0-3-21-16,0 3-5 0,0-2-5 0,0 2-2 16,0 1-29-16,0-2 11 0,0 2-85 0,0 0 0 15,1 3-12-15,-1-1-27 0,0 0-47 16,0-2-1-16,0 3-62 0,3-3 45 0,-3 1-45 15,3 0-112-15,-3-3 121 0,3 2 50 16,-2-1 9-16,-1 0 96 0,3 0 24 0,-3 0 30 0,3-2-25 16,-3 3 25-16,0-1 21 0,3-3-21 15,-3 4 59-15,1-3 3 0,-1 1-8 0,3 2 0 16,-3-3-5-16,0 1-13 0,4-1 10 16,-4 1-12-16,0-1 22 0,3 2-27 0,0-2-8 15,-3 5 10-15,1-3-11 0,-1 2-7 0,3 1 1 16,-3 1-22-16,3-1-7 0,-3 1-61 15,4 3-173-15,-4-2-206 0,3 1-82 0</inkml:trace>
  <inkml:trace contextRef="#ctx0" brushRef="#br1" timeOffset="-93117.74">22451 5218 406 0,'0'16'164'16,"0"-3"-20"-16,0 3-47 0,0 3-13 0,3 0-40 0,-3 1-16 16,3 1-25-16,-2 3-11 0,2-5-20 15,0 5-177-15,1 1 16 0,-1-6 71 0</inkml:trace>
  <inkml:trace contextRef="#ctx0" brushRef="#br1" timeOffset="-92918.43">22519 6020 358 0,'0'15'107'0,"0"-2"-14"0,3-1-12 15,-3 1-1-15,3-1-26 0,-2 3-1 16,-1-4-30-16,4 6 0 0,-4-2 13 0,0 1 0 16,3 0-18-16,0 1 15 0,-3-2-17 15,1-1 1-15,2 3 30 0,-3-1 45 0,0 5-74 16,-3-4 17-16,3 0-17 0,0 2-7 0,0-3-19 15,0 1-25-15,0 1-59 0,0 1-162 0,0-1-286 16</inkml:trace>
  <inkml:trace contextRef="#ctx0" brushRef="#br1" timeOffset="-92683.38">22580 7368 340 0,'1'18'105'0,"-1"-1"-23"16,0-3-31-16,3 1-5 0,-3-4-41 0,3-1-89 15,-3 2-426-15</inkml:trace>
  <inkml:trace contextRef="#ctx0" brushRef="#br1" timeOffset="-89917.92">22242 1464 281 0,'0'0'125'0,"0"0"-25"15,0 0-10-15,0 0-11 0,0 0-2 0,0 0-13 16,0 0 0-16,0 0 8 0,0 0-21 0,-17 9 5 16,10-5 1-16,4 0 1 0,-1 0-32 0,-2 0 18 15,2 1 2-15,1 1 0 0,-3-1-3 0,1 0 16 16,-1 1-21-16,2-1 32 0,-2 2-37 16,-1 0-13-16,4 0 24 0,-5-1-1 0,2 1-12 15,2 1-3-15,-2-2-5 0,2 1-2 16,-3 0-14-16,3-1 19 0,-2 1-13 0,2 2 0 15,-2-1 12-15,3-1 6 0,-1 1-29 0,-3 2-7 16,3-2 21-16,-2 2-9 0,2-2-4 16,-2 4 7-16,2-2 0 0,-3 0 11 0,0 2-8 15,1-1-11-15,2-2 6 0,-2 1 7 0,1 0-7 16,-1 0-3-16,2 2-10 0,-2-2 46 16,2-1-39-16,-2 0 34 0,1 1-41 0,-1 1 18 15,2-3-16-15,-2 3 9 0,2-3-1 16,-2 3-18-16,-1-1 90 0,3 0-6 0,-2 1-14 15,2-3-4-15,-2 4 1 0,2-1-10 0,0-2-6 16,0 2 0-16,-2 1-4 0,3 0-4 0,-1 0 9 16,-2-1-6-16,3 1-5 0,-2 1-2 15,2-3-21-15,-1 4 15 0,1-3 4 0,0 1-4 16,0 0-12-16,-1-1 15 0,1 0-28 0,0 0 20 16,3 0 3-16,-4 1-18 0,0 0 10 15,1-2 3-15,3 3-5 0,-3-1-11 0,2 0 8 16,-2 1 8-16,0 0-5 0,0 1-1 15,-1 0 1-15,1 3 0 0,-1-2-6 0,3 2-4 0,-2-3 12 16,0 3-13-16,0-1 11 0,0 0-3 16,-1 2 3-16,1-1 2 0,-1-1 0 15,1 2-7-15,-4 0-11 0,6-3 6 0,-5 3 9 0,3-1 1 16,-1 1-8-16,1-3 0 0,0 3 5 16,-1-1 0-16,-3-2-2 0,4 2-6 0,-1-1 8 15,1 0 6-15,-4 0-17 0,4-1-55 16,-1 0-11-16,-3-2 21 0,4 3-8 0,-4-3 16 15,1 2 20-15,2 0-3 0,-3 0-7 0,3 2 10 16,-3-2 10-16,1 1-7 0,-1 0-1 0,0 0-2 16,0 1 23-16,0 3-20 0,1-4 17 15,-1 2-2-15,-3 3-10 0,6-4 12 0,-3 2-10 16,-2 1 21-16,4-1-16 0,-2 0 11 0,-2 0-11 16,2 1 34-16,0-1-42 0,3 0 16 15,-3 1 0-15,1 0 0 0,-1 0-5 0,-3 1 3 16,6-2-6-16,-3 2 13 0,-2 0 8 0,5 0-18 15,-4-3 0-15,-1 1 2 0,5-1 16 16,-5 3-8-16,4-5 0 0,-1 2 0 0,-1-2 3 16,3 0-8-16,-2 1-13 0,-1 1 21 0,3-1-3 15,-2 1-13-15,2-1 8 0,-2 1 0 0,-1 2 13 16,0-3-23-16,3 4 12 0,-2 0 1 16,-1-3-11-16,4 4 13 0,-5-2 8 0,1-1-3 15,1 2-5-15,2 0 1 0,-2-1-1 0,-2 0 0 16,2 1 3-16,2 0-14 0,-2 2 14 15,-1 0 0-15,-1-3 2 0,2 2-2 0,-1-2-11 16,1 2 6-16,-1 1-3 0,-1-3 5 16,2 3-3-16,-1-3 6 0,0 4-3 0,-3-2 3 0,0-2-3 15,3 2-8-15,-4-1 9 0,4 0 1 16,-3-2 1-16,-4 6-6 0,4-3 1 0,0-1-6 16,-4 0-12-16,4 0 13 0,0 0 2 0,-1-2 10 15,-2 3-10-15,3-2 2 0,-4 1-4 16,4-2-1-16,-4 2-2 0,4 1 3 0,-3-3 9 15,2 2-2-15,-3 3 13 0,0-3-15 0,4 0 10 16,-3-1-1-16,2 1-14 0,1-1 12 0,0 2-15 16,-4-3 2-16,4 4 8 0,-4 2 3 15,4 0-3-15,0-6 0 0,-1 3-7 0,1-1 22 16,0 0 57-16,0 0-15 0,0 0-14 0,3-2 3 16,-4 3-10-16,1-4 3 0,4 5-19 15,-4-3 9-15,-1 4-9 0,4-2 3 0,-3-1-4 16,2 1-7-16,-1-2 6 0,-1 2-2 0,3-3-16 15,-4 4 3-15,4-4 2 0,-2 3-2 0,1-1 4 16,-2 0-12-16,3-2 11 0,-2 4 4 16,-2-3 0-16,4 1-4 0,-3 0-4 0,2 0 14 15,-1-2-14-15,-1 2-7 0,3-3 0 16,-4 2 11-16,4 1-9 0,-2-3 9 0,-2-1-4 16,7-1-7-16,-5 1 0 0,2-1 5 0,-1-3 0 15,2 2 3-15,-1-1-5 0,0 3 4 0,1-1-4 16,-2 0-1-16,2 0 6 0,-1-1-3 0,0 6-5 15,1-3 5-15,-2 5-10 0,2-7 5 16,-1 2 3-16,0 2-1 0,-1 1 6 0,-1-2-8 16,2 1 0-16,1-1-8 0,-5 0 3 0,4-1 3 15,0 3 15-15,-4-3-11 0,2 2 6 16,2 1-8-16,-3-1-3 0,-1 2-7 0,1 2 18 16,0-4-8-16,-1 2 7 0,1-3-2 0,0 5-12 15,-1-2 12-15,1-1 0 0,0 1 0 16,0-1-5-16,0 1-2 0,0 1 4 0,-1-3 1 15,1 3-1-15,-3 3 11 0,2 0-18 0,-2-1 2 16,2 2-2-16,-2-2 10 0,3-2-5 0,-1 2 3 16,1-2 10-16,0 0-18 0,-1-2 12 15,-2 4 6-15,3 0-10 0,-4 0 4 0,3 0-12 16,-3 0 8-16,4 0 2 0,-3 0-3 0,-1 1 1 16,1 4 2-16,-1-5 5 0,4 2-5 15,-5-2-5-15,2 0-10 0,0 0 20 0,-1 0-15 16,0 0 13-16,0 4 0 0,1-3-13 0,-1 0 7 15,1-1 6-15,-2 0-13 0,2 0 15 16,0 0-13-16,-1 0 6 0,4-2 0 0,-5 3-3 16,2-1-6-16,-1-5 6 0,1 4 0 0,0 1 13 15,1-2-3-15,-1 2-4 0,-4 0 9 0,4-1-23 16,-2-2 13-16,2 2-2 0,-1 1 5 0,0-2-3 16,-3 1 5-16,4 1 8 0,-5 0-8 15,2 0 0-15,1-1 11 0,-1-4-14 0,-1 4 1 16,3 1 18-16,-3-3-8 0,4-1-6 0,-2 4-1 15,-1 0-1-15,2 0 10 0,0 0-7 16,4-4 0-16,-4-2-8 0,4 4 3 0,-4-4-6 16,7-1 6-16,-3 2 7 0,0-2-27 0,0-2 19 15,3-3 9-15,0 2-6 0,1-1 5 0,-2-3-15 16,2 2 11-16,2-3-9 0,-2-1 8 16,2-2-10-16,1 1 11 0,-1-4-9 0,0 3 1 15,1-1-24-15,0-2 14 0,3 1-65 0,0-5-46 16,-4 3-115-16,4-3-478 0,0 0-55 0,0 0 75 15,0 0 74-15,10-19 54 0</inkml:trace>
  <inkml:trace contextRef="#ctx0" brushRef="#br1" timeOffset="-83768.81">22553 7171 350 0,'0'0'156'15,"-6"-4"-48"-15,6 4 7 0,0 0-10 16,0 0 8-16,0 0-8 0,-4-2 12 0,4 2-4 16,0 0 69-16,0 0 2 0,-3-5-23 0,3 5-2 15,0 0 0-15,0 0-8 0,0 0-16 16,0 0-4-16,0 0-13 0,-3-6-11 0,3 6 1 16,0 0-19-16,0 0-15 0,0 0-12 0,0 0-1 15,0 0-4-15,0 0-11 0,0 0-5 16,0 0 12-16,0 0-19 0,0 0-70 0,16 13 3 15,-13-9 12-15,5 3 3 0,-2-1 10 0,1 1-15 16,0 1 16-16,2 0-6 0,-1 0 5 0,-1-2 3 16,3 1 3-16,-2 1 7 0,1-2 0 0,-2 2 10 15,0-1-15-15,0-3-10 0,0 2 5 16,0-4 7-16,-1 4 1 0,-1-5 0 0,-2 2 12 16,3 1-20-16,-2-2 10 0,-4-2-13 0,9 1 6 15,-9-1 7-15,0 0-13 0,11-7-12 16,-10 4 2-16,2-2 0 0,-3-1 13 0,3-2-13 15,-3-5 5-15,0 2 13 0,0-1-21 0,0-2 4 16,-3-1 22-16,3 1-18 0,0 1 8 16,-3-2 2-16,3 0 24 0,-1 4-14 0,-3-2 1 15,4 2 5-15,-3 2 2 0,3 2-10 0,0-2 0 16,-3 1-7-16,3 2-6 0,-1 2 8 0,-2 0 10 16,3 4-10-16,0 0 13 0,0 0 0 0,-16 7-10 15,11 1 2-15,-4 3 7 0,2 3 4 16,0 4-3-16,-7 5 2 0,1 0 54 0,-1 4-7 15,0-1 7-15,-6 13-16 0,0-2-24 0,2 2-45 16,1 3-66-16,3-8-140 0,-3 9-569 16,4-1 87-16,3-4 48 0,-1-12 68 0</inkml:trace>
  <inkml:trace contextRef="#ctx0" brushRef="#br1" timeOffset="-81285.27">22030 7876 775 0,'0'0'210'0,"0"0"-10"0,3-5-16 0,-3 5-15 15,0 0-3-15,0-3-102 0,0 3 8 0,0 0-3 16,0 0-2-16,5-7-1 0,-5 7-2 0,0 0-8 15,0 0-4-15,0 0-9 0,0 0-7 16,0 0-5-16,0 0 17 0,0 0-17 0,0 0 0 16,-24 7-11-16,24-7-22 0,-11 3 25 0,4 1 15 15,0-1-23-15,-3 1 11 0,0 0 2 16,3 3-18-16,-3-4 75 0,-1 4 2 0,-2-2-13 16,3 2-15-16,-4-1 0 0,0 1 10 0,0 0-20 15,1 1-13-15,-2-1-70 0,-1 0-7 16,2 1 26-16,1-4 7 0,-1 3-2 0,0 0-8 15,-2 0 18-15,2-3-5 0,0 3 10 0,-3 0 10 16,3 1 3-16,-3 0-33 0,0-1 18 0,-3 2-3 16,-1-3 7-16,1 5-2 0,-4-2-5 15,3 0 0-15,0-2 11 0,-2 2-9 0,2 0 16 16,-3-2-8-16,4 2-12 0,-1-1 9 0,-3-4 11 16,3 4 8-16,-2-1-16 0,-1 0 0 0,0 0 3 15,0 1 13-15,4-4-8 0,-4 3-8 16,-1 0 8-16,1 0-3 0,1-1-7 0,-4-1 2 15,3 4 0-15,-1-1 1 0,-2-1 4 0,3 0 3 16,1-2-21-16,-2 2 3 0,-2 0 11 16,3 2 7-16,0-1-11 0,1-2 1 0,1 1-11 15,-1-2 6-15,2 3 12 0,-2-1-20 0,2 0 5 16,-3 3 10-16,4-3-7 0,-1 1 2 0,0-1 0 16,1-1 21-16,-4 1-29 0,3 1 6 15,-3-1 2-15,4 0-3 0,-4-1 9 0,0-1-9 16,1 2-4-16,2 0 12 0,-3-1-13 15,0-2 6-15,-1 4 17 0,2-2-9 0,-1-4-6 0,0 5 10 16,0 0-17-16,4-4 12 0,-4 4-10 16,-1-1 0-16,1-2-3 0,1 2-4 0,-4-1 14 15,6 0-2-15,0 0 6 0,-2 0-9 0,-1 2-2 16,3-4 3-16,1 2-1 0,-1 1 11 16,-3-3-13-16,6 5 10 0,-4-7-12 0,4 5 7 15,-2 0-5-15,-1-2 2 0,1 1 9 0,3-2-1 16,-1 3-13-16,2-4 1 0,-2 3-6 0,1-3 8 15,0 5 8-15,3-4-6 0,1-2 3 16,0 4-10-16,1-4 5 0,-1 0 5 0,2 4 3 16,1-4-8-16,0 0 5 0,0 2-5 0,3-2 0 15,0 2 11-15,1 0-11 0,6-3 10 0,-11 0-5 16,11 0 3-16,-10 1-6 0,10-1-2 16,-7 3 5-16,7-3 13 0,0 0-15 0,0 0 4 15,0 0-7-15,0 0 26 0,0 0-13 0,-9-4-8 16,9 4 8-16,0 0-11 0,9-12 3 15,-2 6 6-15,0-1-17 0,0-3 12 0,3 1 6 16,0-4-6-16,1 2 6 0,2-6-22 0,0 2 23 16,2 0-8-16,1-1-8 0,-2 3 3 15,0-3 3-15,0 1-8 0,2 0 5 0,-1 3 5 16,-2-3-10-16,-2 7 5 0,2-4-13 0,0-1 18 16,-2 3-7-16,2 2-3 0,-2-2 7 0,-4 2-4 15,3 1 22-15,-3 0-20 0,0 0-5 0,0 2 2 16,-1-1 3-16,-2 2-2 0,-1 1-1 15,3 0-7-15,-1-1-5 0,-5 4 2 0,6-4 5 16,-6 4-5-16,4-4 1 0,-4 4 4 0,0 0 3 16,0 0-6-16,0 0 6 0,-7 16-2 15,4-9 2-15,-5 2-6 0,2-1 14 0,-4 5-1 16,3-1-9-16,-4-2-1 0,-2 5 16 0,2-1-1 16,-5 0 1-16,4 0 13 0,-4 2-32 15,3 1 11-15,-2-3-2 0,-1 3 9 0,-1-4-7 16,6 1-2-16,-6 3-6 0,4-3 18 0,-1-2-7 15,4 2-6-15,0-3 3 0,-1 2 0 0,1-2 3 16,0-1-11-16,2 2 11 0,2-2-1 0,2-2-7 16,-2 2 8-16,3-3-8 0,-1 1 7 15,0 2 9-15,4-4-9 0,-3 1-2 0,6-2 0 16,-3 2 0-16,7 0 10 0,0 1 3 0,0-1-3 16,2 0-7-16,3-3 7 0,4 3-5 15,1 1-2-15,0-5-3 0,10 4 77 0,-2-2-6 16,2-3-17-16,4 2 0 0,0 2-5 0,0-6-9 15,3 6-4-15,0-5-5 0,3 0 0 16,-2 1-8-16,-1 1 8 0,-3-3-6 0,0 0-2 0,-8 0 5 16,1 1 3-16,0 0-23 0,-6-1 2 15,-2 0 3-15,2 2 10 0,-5-1-13 0,0-1-5 16,-2 4 8-16,-4-7-5 0,3 6 4 0,0-3-14 16,-10 0 2-16,11 0-10 0,-11 0-24 15,14 1 9-15,-11 1-11 0,1-2-28 0,-1 4-28 16,0-1-23-16,-3 3-36 0,0-1-85 0,3 2-133 15,-3 1-434-15,3-1 104 0,-2 1 23 0,2-2 67 16</inkml:trace>
  <inkml:trace contextRef="#ctx0" brushRef="#br1" timeOffset="13386.68">13408 10818 465 0,'0'0'190'0,"0"0"-3"0,-10 0-26 15,10 0 0-15,0 0-25 0,-6 1-8 0,6-1-23 16,0 0 0-16,0 0-23 0,0 0-29 16,-7 3-1-16,7-3-27 0,0 0 1 0,0 0-19 15,0 0-7-15,0 0-51 0,0 0-79 0,17-7-180 16,-11 0-240-16,5 4 4 0</inkml:trace>
  <inkml:trace contextRef="#ctx0" brushRef="#br0" timeOffset="33284.11">20697 9643 970 0,'-3'18'332'16,"3"4"-40"-16,-3-4-28 0,3 6-11 0,0-6-38 16,0 7-18-16,0-2-15 0,3 4-21 15,0-2-20-15,0 0-13 0,1 0-20 0,2 0-34 16,-1 0-41-16,1-3-46 0,1-3-71 0,0 3-338 16,-1-2-323-16,2-3 84 0,-5-3 57 0,3-3 51 15</inkml:trace>
  <inkml:trace contextRef="#ctx0" brushRef="#br0" timeOffset="33534.3">20469 9693 921 0,'-5'-3'363'0,"-1"-2"-22"0,6 5-47 15,-1-9-22-15,2 5-22 0,2 0-24 0,5-6-16 16,1 3-39-16,5-1-63 0,6-3-29 0,1 3-10 16,-1-5 5-16,7 3-17 0,1 0 65 15,6 0-17-15,-3-2-23 0,3 4-23 0,-7 3-38 16,1-2-52-16,-4 1-59 0,-3 3-79 0,-4 1-194 16,0 2-418-16,-4 2 95 0,-6-1 44 15,1 1 68-15</inkml:trace>
  <inkml:trace contextRef="#ctx0" brushRef="#br0" timeOffset="33768.17">20540 10143 893 0,'0'0'343'0,"0"0"-18"0,0 0-20 16,0 0-39-16,13 0-33 0,-13 0-13 15,21-3-79-15,-3-4-21 0,1 2-15 0,6 1 5 16,8-5-21-16,1 0-25 0,1 0-17 0,3 0-50 16,-1-1-76-16,-2 0-90 0,2 1-259 0,15-3-265 15,-12-2 24-15,-9 6 106 0,0-8 46 0</inkml:trace>
  <inkml:trace contextRef="#ctx0" brushRef="#br0" timeOffset="34001.17">21168 9497 936 0,'0'0'313'15,"-3"-6"-34"-15,3 6-21 0,0 0-30 0,0 0-10 16,0 0-16-16,0 0-26 0,4 24 1 0,-1-13-13 16,1 10-11-16,-1 0-19 0,1 5-4 0,-1 6-17 15,3 0-3-15,-2 3-16 0,2-2 9 16,-1 1-19-16,1-1-17 0,-2 0 10 0,2-2-16 15,1-2-10-15,0-2-10 0,0 3-20 0,-3-5-21 16,2-2-41-16,-2-3-110 0,-1 0-77 16,4-2-553-16,-7-6 11 0,1 2 114 0,-1-6 60 15,-1 0 59-15</inkml:trace>
  <inkml:trace contextRef="#ctx0" brushRef="#br0" timeOffset="35117.36">20947 9965 877 0,'-4'-6'361'16,"4"6"-36"-16,-3-8-28 0,3 6-18 0,0 2-30 15,7-11-21-15,2 5-31 0,2 0-23 16,3-2-13-16,3 3-2 0,7-2-29 0,3 0 1 16,4-2-24-16,4 0 3 0,-1 2-18 0,3 1-30 15,0-3-29-15,-6 6-25 0,3-2-44 16,0 1-13-16,-3 0-17 0,-3-1-1 0,-1 0 6 0,1 0-11 15,-5 3 36-15,-6-2-7 0,4 0-3 16,-4-3 15-16,-3 3 16 0,-1-2 10 0,-2-2 10 16,2 3 0-16,-6-1 15 0,4-1 11 15,-2 0 0-15,-5-3-8 0,3 3 10 0,0-1 10 16,-3-2 1-16,-1 2 7 0,0-1 8 0,-3 1-5 16,0 0-67-16,0-1 8 0,0 1 13 15,-3 1 2-15,3-1 0 0,-3 1 3 0,-1 3 2 16,1-2 11-16,3 6-11 0,-11-2 3 0,11 2-3 15,-10 1 14-15,10-1-9 0,-14 8-10 16,7 2-2-16,-3-2 12 0,4 7-4 0,-2 0 9 16,4 3-9-16,-2-1-1 0,3 0 8 0,3 3-13 15,0 2 3-15,3-4-13 0,4 4 16 0,3-3 14 16,0 3-19-16,4-4-4 0,6 1 6 0,-2-4-10 16,2-1-14-16,1-3-24 0,3-1-17 0,0-2-19 15,-1-1-6-15,-2-2-36 0,0-2-20 16,-1-3-10-16,1-1-1 0,-4-6 16 0,-3 2 36 15,-1-4-15-15,1-2 27 0,-4 0 9 0,-3-5 2 16,0-2 25-16,-1-1 19 0,-2 1 53 16,-1 3-13-16,0-2 34 0,-2 5-1 0,2-2 6 15,-3 4 0-15,3-1-6 0,-3 4-4 0,4 0-8 16,-3 5-3-16,2-1 3 0,-3 3-10 16,0 0 7-16,3 15-8 0,1-7-4 0,-1 4-1 15,0 1-9-15,3 4 4 0,-2-2 5 0,4 1-4 16,-2 0 4-16,-2-3-12 0,2 2 7 15,-2-1 1-15,3-2-1 0,-4 1-5 0,1-2 6 0,-1-3 19 16,0-1 19-16,0 3 8 0,-2-6-1 16,-1 0-2-16,0-4-13 0,-4 6 0 0,4-6-5 15,0 0-13-15,0 0 16 0,-13-10-8 0,6 3-3 16,0-7-15-16,-3 1 5 0,3-7-5 16,0 2 15-16,0-6-10 0,1 5-13 0,2-5 8 15,1 6 0-15,3-4-5 0,-3 5-5 0,6-2 2 16,0 2 10-16,1-1-17 0,2 2 2 15,1 3 0-15,3-4 3 0,1 6-1 0,2-3-17 16,7 3 18-16,-2-3 7 0,5 6-20 0,-2 0 0 16,3 1 13-16,1 3-16 0,2-2-12 15,-1 3-14-15,-1-2 34 0,2 2-2 0,-3-1-26 0,0 2-3 16,-4 1 10-16,4-2 62 0,-6-1 0 16,-2 4 3-16,-1-2-11 0,1-1-7 0,-5 0 4 15,2 1 4-15,-3 0-4 0,-2-1 4 0,-1 1 1 16,-1 1-1-16,-6 1 2 0,10-3 7 0,-10 3 3 15,7-3 3-15,-7 3-13 0,0 0-8 16,0 0 10-16,-10 14-5 0,3-4-4 0,-3-2-1 16,2 6-10-16,-5 2 0 0,3-3-3 0,-4 4 11 15,4 0-9-15,0 2 7 0,3-5-1 16,0 1-26-16,1 2 18 0,2-2-2 0,1-1-5 16,3-3 2-16,-3 5 8 0,6-7-3 0,0 2-12 15,1-2-6-15,5-1-4 0,-2-1-14 16,4-3-22-16,-1-1 4 0,4-2 32 0,-4-1-19 0,3-2 8 15,-2-4 8-15,2 1-8 0,-3-2 18 16,1-5-10-16,-1 1-8 0,0-3 0 0,-2 3 10 16,1-3 0-16,-5 3 11 0,3 4 0 0,0-1-6 15,-4-2 8-15,-2 3-2 0,2 5 15 16,0-4-16-16,-3 6 1 0,0 0 12 0,0 0-10 16,0 0 11-16,10 10 2 0,-10-3-11 0,3 1-9 15,0 0 7-15,2-1-3 0,-2 3 3 0,1 0 8 16,2 0-10-16,1-1-6 0,3 1-2 15,-3-2-23-15,3-4-46 0,4 3-3 0,-1-5-77 16,-2 1-56-16,3-6-140 0,2 3-526 0,2-2 106 16,0-6 69-16,-5 1 84 0,0-3 46 15,6-1 59-15</inkml:trace>
  <inkml:trace contextRef="#ctx0" brushRef="#br0" timeOffset="35285.05">22771 9326 729 0,'-1'-7'312'0,"1"4"-20"0,0 3-36 15,0 0 10-15,0 0-20 0,0 0 0 0,2 17-47 16,5-3-78-16,-4 1-6 0,1 6-18 16,3 3-10-16,-1 0 0 0,5 5-2 0,-4 2-19 15,3 0 1-15,1 0-6 0,2 13-15 16,-3-8-35-16,0-3-35 0,-3-2-116 0,0 0-278 16,0 1-288-16,-4-9 33 0,1-3 71 0,-4-5 70 15</inkml:trace>
  <inkml:trace contextRef="#ctx0" brushRef="#br0" timeOffset="35550.64">22687 9668 757 0,'0'-10'289'16,"3"2"-12"-16,1-1-11 0,-1 0-41 0,7-4-22 16,1 4-27-16,2 0-9 0,5-2-22 0,3-1-14 15,2 2-11-15,1 3-12 0,3-1-11 0,-3 5-12 16,0-4 7-16,0 7-18 0,0-3-10 15,-3 3-5-15,-1 1-11 0,0 1 9 0,-3 4-16 16,3-2-3-16,-5 4-7 0,1 3 17 0,-1 0-14 16,-2 6 7-16,0-2-16 0,-2 1 14 0,-4 3-1 15,3-1-2-15,-3 2-5 0,0 0 2 16,0-2-15-16,-1 6-13 0,0-6-20 0,2-3-70 16,-4 3-61-16,5-1-97 0,-2-3-507 0,4-3 56 15,2 2 39-15,-3-6 64 0,1-2 46 16</inkml:trace>
  <inkml:trace contextRef="#ctx0" brushRef="#br0" timeOffset="36117.92">23404 9631 980 0,'0'0'307'16,"0"0"-15"-16,0 0-39 0,-9 16-28 15,8-7-20-15,-3 3-20 0,1-4-16 0,0 9-13 16,3-2 0-16,-3 1-36 0,6 0-12 0,-3 1-11 15,3 0-5-15,0-1-15 0,5 0-8 16,-1-4-8-16,-1 3-4 0,5-5-1 0,-1 3-5 16,0-4-15-16,-3-2-3 0,3-3 1 0,-3 1 1 15,-3-4 4-15,-4-1-11 0,12-6-13 16,-10 2 11-16,1-3-3 0,-3-5-10 0,-3 0 7 16,-2-3-4-16,-1-4-9 0,-1-2 1 0,1 1 5 15,-1-3 2-15,-1 4 62 0,2-4-3 0,2 5-10 16,-2 3 5-16,3-2-5 0,-1-1-20 0,4 3 4 15,-4 0-2-15,8 5 0 0,-1-2-12 16,1-1-4-16,5 5-4 0,-2-1 12 0,7 8-9 16,-3-2-9-16,3 0-12 0,2 8 2 0,2-3 3 15,2 5 0-15,1 3-3 0,-1 3-5 0,0-1 5 16,1 8-5-16,0-1 6 0,-5 0 9 16,2 5-12-16,-8-6-3 0,3 5 5 0,-5-3 8 15,1 0-18-15,-5-2-3 0,-1-4 6 0,1-1 7 16,0 2 0-16,-4-5 3 0,3-1 8 0,-3-1-11 15,0-1 36-15,0-6-31 0,0-1-7 16,0 0 0-16,0 0 15 0,0 0-8 0,-8-18-2 16,5 3 2-16,0-3-7 0,3-1 0 0,0-4-6 15,3-2 1-15,0 2-1 0,2 1-7 0,-2 0-2 16,4 5 9-16,-1 0-10 0,1 3 21 16,1-1-5-16,1 5-11 0,1 2 1 0,0 4-11 15,1 1 18-15,2 3-2 0,1 4 4 0,0 2 4 16,0 3-9-16,3 2 6 0,0 6 7 15,-3-1-7-15,3 4 0 0,0 2 10 0,-3 3-11 16,-1 0-35-16,-3 0-46 0,-2-1-67 0,-5-3-100 16,0 1-626-16,-3-4-11 0,-3-2 123 0,-4 1 63 15,-4-9 73-15,-2 1 74 0</inkml:trace>
  <inkml:trace contextRef="#ctx0" brushRef="#br0" timeOffset="36284.34">23203 9193 982 0,'-4'0'238'0,"4"0"-46"0,-6-2-89 16,6 2-180-16,-7 3-499 0,7 3 10 15</inkml:trace>
  <inkml:trace contextRef="#ctx0" brushRef="#br0" timeOffset="36917.75">25445 9151 726 0,'-24'10'226'16,"4"-3"-37"-16,-1 1-20 0,1 1-13 0,3-1 69 15,2 0-27-15,-1 2-22 0,2-2-20 0,4 1-25 16,0 3-6-16,-1-3-20 0,8-2-2 15,-1 2-14-15,4-2-7 0,1-1-3 0,5 2-7 16,2-1-10-16,5 1-6 0,1 1-5 0,3 0-2 16,4 0 2-16,3 0-20 0,-1 3 2 0,1-3-5 15,3 1-7-15,-4-2 4 0,-1 3-2 16,1 2 0-16,-1-3-18 0,-2-1 21 0,-3 5-6 16,0-4 3-16,-4 3 6 0,-3-1 12 15,-2-4 17-15,-4 6 12 0,-1-4 1 0,-3 1-7 16,-4 3-13-16,-6-1 11 0,0-1-11 0,-4 1 0 15,-3 0 6-15,-4-1-1 0,1 0 3 0,1-4-21 16,-4 2 11-16,3-2-3 0,0-3-13 16,3-1-74-16,-3 2-2 0,5-4 12 0,2-1-2 15,0 2-13-15,2-1-1 0,1-1-60 0,0-2-11 16,10 1-61-16,-11-6-49 0,11 6-133 0,0 0-412 16,5-10 85-16,1 3 48 0,1-1 59 15</inkml:trace>
  <inkml:trace contextRef="#ctx0" brushRef="#br0" timeOffset="37117.53">25749 9150 849 0,'1'10'267'0,"5"4"-9"0,-2-1-22 0,3 6 37 0,0 1-19 16,2 4-39-16,2 7-3 0,0-4-30 15,1 6-13-15,-1-2-26 0,0-2-45 0,-1 3-78 16,4-4-74-16,-8 4-289 0,7-6-361 0,-2 4 16 16,-4-11 109-16,-2-2 52 0</inkml:trace>
  <inkml:trace contextRef="#ctx0" brushRef="#br0" timeOffset="37666.97">25661 9441 1036 0,'6'-13'300'0,"2"3"-16"0,5-5-21 16,5 2-45-16,-2-2-11 0,8-2-17 0,2 3-21 15,0 1-29-15,1 0-6 0,-4 3-14 0,1 3 5 16,1 3-25-16,-1 0-13 0,-4 4-20 16,1 1 7-16,1 5-7 0,-4 1-14 0,0 4-4 15,3-3 5-15,-5 9-1 0,2-2-7 0,-2 2-12 16,-1-1-9-16,-2 1 1 0,1 0-6 0,-1 1 1 15,0-3 2-15,1 2-8 0,-3-5-4 0,3 1-1 16,-1-3 8-16,-3-1 5 16,4 0-8-16,1-1-5 0,-4-1 6 0,-3-7-6 0,2 1-2 15,1-1 2-15,-11 0-10 0,15-6 8 0,-13 1-8 16,1-3 0-16,0-1 5 0,-6-4 0 16,-1 1-3-16,-2-4-7 0,-4 1 3 0,-1-2-1 15,-5 0 13-15,3 1-2 0,-2 0 18 0,-2 4 2 16,0-2-8-16,0 4-68 0,3 1 4 15,-3 1 8-15,4 0 0 0,1 0 13 0,2 2 11 16,-2 2-1-16,4-3 0 0,1 5-8 0,0-4 14 16,1 3 12-16,6-1-10 0,0 4-11 0,5-10 9 15,0 3-9-15,5-1 4 0,4 1 4 0,3-1-2 16,3-1 15-16,3 1-21 0,0 0 11 16,0 4 3-16,1-2 7 0,3 0-5 0,-6 4 0 15,6 0-3-15,-4 4 3 0,2 4 0 0,4 0-10 16,-3 5 15-16,1 3-7 0,1 5-1 15,-5 0 3-15,7 12-5 0,-5 2 13 0,-4-6-13 16,-5 3-1-16,2 7 9 0,-1-5 5 0,-7-1-3 16,0-2-5-16,1 4-3 0,-4-2 3 15,-1 1 0-15,1 2 3 0,-4-5-6 0,1 1-17 16,-4-4-31-16,4-4-21 0,-4-1-54 0,0-6-37 16,0 1-75-16,0-7-277 0,-4 1-194 15,3-4 46-15,-5-5 82 0,6-1 49 0</inkml:trace>
  <inkml:trace contextRef="#ctx0" brushRef="#br0" timeOffset="37917.04">26491 9232 767 0,'7'-20'295'0,"1"5"-88"0,-2 1 3 16,1 3-23-16,3 1-26 0,1 1-23 16,-1 6-7-16,4-4-16 0,-1 7-2 0,0 0 2 15,4 0-20-15,-3 6-1 0,4-2-14 0,-5 8 2 16,1-2 7-16,-1 5 6 0,-2-2 46 0,-1 3-3 15,-4 1-13-15,-5 3 6 0,2-1-77 16,-3-1-8-16,-3 5-5 0,-4-3 20 16,2 2-12-16,-7-2-19 0,2 1 4 0,0-2-4 0,-3-2-7 15,-2-1 8-15,5 1-15 0,-1-4-32 16,1-3-12-16,0-1-87 0,0-2-44 0,6-4-130 16,-2-2-489-16,6-1 89 0,0 0 49 0,-7-11 44 15,7 4 63-15</inkml:trace>
  <inkml:trace contextRef="#ctx0" brushRef="#br0" timeOffset="38100.15">26839 9351 831 0,'5'32'246'0,"2"-4"-15"16,-4 1-24-16,4-1-23 0,-1 3-5 15,1 1-23-15,-3 3-15 0,3 0-8 0,-4-1-10 16,4-1-41-16,-4-4-26 0,1-1-35 0,0-3-36 15,-4-6-72-15,0 2-31 0,0-10-141 16,0 3-411-16,-1-5 78 0,-2-7 42 0</inkml:trace>
  <inkml:trace contextRef="#ctx0" brushRef="#br0" timeOffset="38334.28">26744 9468 634 0,'-3'-35'272'16,"3"8"-39"-16,0 2 12 0,3 2-94 15,3 1-2-15,-1 2-19 0,2 1-2 0,3-2-20 16,2 5-8-16,-1 0-8 0,0 5 2 15,3 0-9-15,-1 1-6 0,5 5-17 0,-2-1-6 16,0 6 0-16,-1 0 11 0,4 2-6 0,-3 3-17 16,0 5-3-16,-1-3 7 0,-2 3 6 0,-3 4-8 15,-2-3 69-15,-2 4-12 0,0 1 12 0,-5 0-7 16,-1-1-85-16,-4 0 25 0,1 4-27 16,-8 0 4-16,5-4-4 0,-4-2 2 0,0 2 2 15,-1-5-2-15,1 3-10 0,0-4-23 0,2-1-34 16,0-4-55-16,0 2-60 0,1-6-164 15,0 0-427-15,7 0 77 0,-7-7 46 0,7 3 69 16</inkml:trace>
  <inkml:trace contextRef="#ctx0" brushRef="#br0" timeOffset="38501.21">27192 9232 877 0,'4'11'264'0,"-1"3"-18"15,3 1-11-15,-1 0-30 0,-2 4 41 0,2 0-31 16,-3-1-18-16,4 0-69 0,-3-1-59 16,-2-1-102-16,2 0-579 0,0-2-56 0,-3-5 87 15,3-2 59-15</inkml:trace>
  <inkml:trace contextRef="#ctx0" brushRef="#br0" timeOffset="39201.49">27192 9068 770 0,'10'6'248'15,"1"3"-20"-15,-1 1-31 0,0 4-23 0,4 1-10 16,3 3-33-16,-3-2-9 0,-1 2-4 0,3 1-13 16,-4-4-5-16,1 3-16 0,-2-1-7 0,-2 1 8 15,-5-3 4-15,4 2-84 0,-2-4 44 16,-2-1 25-16,-1-4 62 0,-3 6 5 0,3-5-18 15,-3-2 10-15,0-2 2 0,-3 0-14 0,3-5-24 16,-3 6-5-16,3-6-10 0,0 0-5 0,0 0 10 16,-7-14-31-16,4 7 0 0,3-1-2 15,0-2-5-15,0 1-3 0,3-4 0 0,3 2-5 16,-2 1-21-16,-1-2 1 0,4 2-1 0,2 2 9 16,-4-1 1-16,5 2-14 0,-3 4-1 15,4-3 5-15,0 3-7 0,-1 2 3 0,3-2-11 16,-3 3 2-16,3 3 1 0,1-1 2 15,-1-2-5-15,4 2-7 0,-3 0 10 0,3 2-3 0,-3-2 2 16,3-2-9-16,-3 0 17 0,3 1-17 16,-1-1 7-16,-1-1-8 0,-2 1 3 0,1-3-5 15,-1-2 13-15,0 1-21 0,-3-2 10 0,-2-1 11 16,3-1-8-16,-4-1-5 0,1 1 2 0,-6-3 6 16,4 1-3-16,-2-2 8 0,0 2-11 15,-4 0-2-15,3 1 5 0,0 3-18 0,-2-1 10 16,-1 1-2-16,0 6 5 0,0 0 5 0,0 0-3 15,0 0-4-15,3 20-4 0,0-9 14 16,1 11-3-16,-1 0 10 0,3 10-7 0,2 17-62 16,2 1-8-16,0 6 6 0,1-4 15 15,2 5 7-15,-3 1 6 0,1-5 2 0,-1 2 1 16,0-5 17-16,-3-9-5 0,-3-6-2 0,-1-4-1 16,0-4 13-16,-3-7 8 0,0 1 6 0,-3-4-4 15,0-2 13-15,-4-5-4 0,1-1-6 0,-5-6 18 16,1 2-21-16,-1-5 6 0,-1-5 7 0,-7 2 1 15,6-4 22-15,-2-4-28 0,-1-3 16 16,2 2 20-16,2-3-5 0,-3-1 5 0,4-1-30 16,3 0 14-16,-1 0 4 0,2 0-4 0,1 1-2 15,5 1-10-15,1-3 8 0,1 1-8 16,2 1-13-16,6-2 8 0,-4 2-3 0,5-3-13 16,4 0 67-16,1 2-25 0,1 3-34 0,0-1-61 15,-2 1-3-15,-3 3-105 0,-1 1-333 16,4 3-360-16,-4-2 97 0,-1 2 51 0,-5-1 71 0,0-1 52 15</inkml:trace>
  <inkml:trace contextRef="#ctx0" brushRef="#br0" timeOffset="40001.58">28878 8993 790 0,'6'-3'300'0,"-5"-2"-95"15,-1 5 12-15,6-3-2 0,-6 3-46 16,0 0 82-16,0 0-28 0,0 0-1 0,0 0-22 0,-17 11-8 16,7-3-26-16,0 7-76 0,0 1 10 15,-1 2 0-15,1 0-21 0,-4 4 6 0,7-1-4 16,-3 3-4-16,3-1-3 0,-3 1-10 0,8 0-2 15,-3-2-13-15,5 0 4 0,3 0-7 16,1-1-5-16,-1 2 5 0,8-3-10 0,-1 0 0 16,4-2 2-16,1-5-9 0,1 0-29 15,3-2 5-15,3-3-8 0,1-2-51 0,-2-5-25 16,2 1 2-16,-2-4-20 0,-1 1-16 0,-2-6-9 16,1-3-6-16,-4 1-29 0,-1-4 24 0,-4 1 26 15,-3-2-3-15,1 1 7 0,-6-1 21 16,2 0 18-16,-1 3 21 0,-3 0-8 0,3-1 12 15,-3 2 19-15,0 3-3 0,0-4 20 0,1 4 19 16,-2-2-22-16,1 1 9 0,0 1-3 0,-3 0 10 16,3 4 1-16,0-5 6 0,0 6 6 0,0-4-2 15,0 6-16-15,3-6 44 0,-3 6-6 0,0 0 6 16,0 0 10-16,0 0 2 0,0 0 13 16,14 13-7-16,-11-8-11 0,4 1 16 0,-3 2-8 15,2 3-10-15,1-1-6 0,0 1 1 0,0 5-13 16,0-5-6-16,0 4 14 0,-1-3-6 15,-2 2-2-15,3 0-5 0,-3-3 0 0,-1 0-11 16,0 2 3-16,1-5 3 0,-1 2-8 0,-3-2-5 16,3-1 20-16,-3 1 10 0,0-5 16 15,0 3-28-15,0-6 12 0,0 0-14 0,-6 3-1 16,6-3 8-16,-10-6-8 0,2-1-8 0,3-2 13 16,-3-4-17-16,-2 1 12 0,2-4 0 15,2-6-13-15,-1 3 1 0,4-5 4 0,1 0-7 16,0 6 8-16,2-4-9 0,2 4 6 0,0-1-2 15,1-4-16-15,3 7 10 0,1-1-10 0,1 0-3 16,0 2-30-16,0 4-46 0,-1-3-24 0,7 4-55 16,-4 2-55-16,1 2-214 0,2 2-351 0,-3-1 38 15,1 3 95-15,-1 1 48 0,-3 1 65 16</inkml:trace>
  <inkml:trace contextRef="#ctx0" brushRef="#br0" timeOffset="40200.33">29428 9172 883 0,'0'4'299'0,"2"5"52"15,-2-1-75-15,2 2 3 0,-2 3-20 0,3-3-24 16,2 7-38-16,-3 1-7 0,1-1-88 0,0 5-10 16,4-4-7-16,-3 1-1 0,2 4-22 15,-2-1-27-15,1-4-22 0,0 0-64 0,0-3-59 16,-3-1-110-16,2-3-522 0,-1-1 79 15,0-3 30-15,-2-4 65 0</inkml:trace>
  <inkml:trace contextRef="#ctx0" brushRef="#br0" timeOffset="40334.57">29435 8893 611 0,'0'0'200'0,"0"0"-49"0,0 0-77 0,7-2-158 0,-7 2-459 16</inkml:trace>
  <inkml:trace contextRef="#ctx0" brushRef="#br0" timeOffset="40533.93">29731 8860 775 0,'1'8'343'15,"3"0"-31"-15,1 6-15 0,-3-1-31 16,1 6-17-16,2 2-24 0,-3 1-20 0,4 0-18 16,-2 1-24-16,0 2-9 0,-1-2-13 0,2 2-21 15,-3 0-2-15,1-2-16 0,2-1-58 16,-3-1-29-16,1-2-63 0,-3-1-63 0,7-3-224 16,-6 2-415-16,2-3 33 0,-3-3 93 0,0-3 63 15,0-1 44-15</inkml:trace>
  <inkml:trace contextRef="#ctx0" brushRef="#br0" timeOffset="41283.67">29709 9200 632 0,'0'-7'258'0,"3"0"-9"0,0-3-19 0,4 3-28 16,1 0-18-16,1-2-30 0,4 0 0 0,2 1-21 16,4-2-10-16,2 0-16 0,2 0-5 0,-1-2-12 15,5 1 5-15,3-3-26 0,-8 5-3 16,2-1-4-16,-1-3-16 0,-2 2 3 0,3 3-19 15,-6-4 21-15,-2-1-20 0,1 3 8 0,-7 2-21 16,2-1 15-16,-3-1 0 0,-5 3 5 0,2-1 3 16,-3 0-10-16,-2 3 2 0,-2 2-4 15,1 3-12-15,-6-6 12 0,6 6-4 0,0 0-2 16,-21 6-2-16,16 0 27 0,-6-1-30 16,3 3 0-16,3 5 5 0,-3-2 0 0,1 4-5 15,4 2 10-15,3-1 3 0,0-1-18 0,0 1 10 16,3 2-8-16,3-2-2 0,1 0 13 15,0-1-8-15,4 4 12 0,2-3-14 0,1-3-9 16,0 2-2-16,3-4-20 0,0 0-8 0,3-2-28 16,-3-4-13-16,0 2 8 0,0-7-14 0,0 4 4 15,-3-4-16-15,0-3 13 0,1 2 2 0,-3-2 24 16,0-5-1-16,-2 0-7 0,1-4 20 16,-3 3 11-16,-1 0 22 0,-1 1-2 0,-1 0 21 15,3 2-8-15,-6 2 2 0,1-2-5 16,-3 6 1-16,6-1 12 0,-6 1-13 0,0 0 15 15,4 14-4-15,-4-6-3 0,4 2 0 0,-4 3 2 16,0-1-7-16,4 1 5 0,-4-1 5 0,3 3-10 16,-3-4 64-16,0 3-1 0,0-3-9 0,3 2-3 15,-3-2 0-15,0-4 15 0,3 1 3 16,-3-1-20-16,0-4-68 0,0-3-1 0,0 7-1 16,0-7 18-16,0 0 6 0,0 0 4 0,0 0-12 15,0 0 5-15,-6-19 5 0,3 7 2 16,3 1-2-16,0-4-8 0,0-4 0 0,0-4 3 15,3-2 3-15,-3-1-4 0,6 1-9 0,-3 0 2 16,1 1 5-16,1 4-2 0,1-1-3 0,0 4-7 16,-2 0 2-16,3 2-11 0,2 3 1 15,-1-2-18-15,-1 4-10 0,2-3-44 0,-2 4 18 16,4 3-41-16,-1-1-13 0,-3 0-5 0,4 0 10 16,0 3 1-16,-3 0 17 0,0-3 39 0,2 4-24 15,-3-2 22-15,2 3-17 0,-1 1 29 0,-2 0 39 16,-6 1 17-16,11 0 3 0,-5 2 28 15,-1 4-6-15,1-1 29 0,0 5-5 0,-2 0-5 16,2 2 2-16,-2 4 8 0,3 0-5 16,-3 2-15-16,2 4-1 0,-2-1-2 0,2 0-15 15,-2 4 7-15,-1-1-28 0,5-3-46 0,-5 2-74 16,2 1-74-16,-3-5-587 0,4 2 103 0,-3-5 15 16,-2-4 100-16,3-4 46 0</inkml:trace>
  <inkml:trace contextRef="#ctx0" brushRef="#br0" timeOffset="41433.65">30631 8716 911 0,'0'0'253'0,"0"0"-74"0,-4 17-102 15,8-7-317-15,0 5-339 0,2 1 72 0</inkml:trace>
  <inkml:trace contextRef="#ctx0" brushRef="#br0" timeOffset="41800.25">31168 8853 970 0,'0'0'332'0,"0"0"-30"16,-13 0-38-16,13 0-23 0,-21 13-34 0,7-4-20 15,-3 2 5-15,0 3-36 0,0 1-2 0,-4-2-14 16,5 2-19-16,-2 0-22 0,5 2 4 16,-1-2-19-16,4-4 1 0,-1 3-14 0,4-4-24 15,1-2-17-15,2 2 9 0,4-3-16 0,0-4 5 16,4 2-20-16,2-5-6 0,0 0 8 16,-6 0-2-16,20-5 13 0,-12 2-16 0,3-4 2 0,-1 0-4 15,0 2 12-15,1-1-7 0,-1-1 0 16,-2 1 2-16,-3 1 3 0,3-1 2 0,-2 5-2 15,-2 1 15-15,-4 0 5 0,10 3-2 0,-3 2 12 16,0 2-12-16,-1 0 8 0,-2 3-29 16,5 1 15-16,-1-3-7 0,-1 6 18 0,3-3-15 15,4 0-1-15,-4 2 21 0,0-2-18 0,4 0-10 16,-1 0-13-16,-2-1-31 0,-1-3-46 16,-3 1-97-16,-4 0-102 0,2 0-561 0,-7-4 95 15,-4 3 45-15,-7-1 83 0,-8-3 66 0</inkml:trace>
  <inkml:trace contextRef="#ctx0" brushRef="#br0" timeOffset="42934.32">20310 10772 509 0,'-10'3'174'16,"0"-2"-5"-16,1-1 2 0,1 4-12 16,8-4-18-16,-7 2-26 0,7-2 3 0,0 0 2 15,-6 2-7-15,6-2-1 0,0 0-4 0,0 0-1 16,0 0 1-16,27 0-1 0,-14-1-2 15,2 1 3-15,4-2-16 0,2-3-74 0,0 4-8 16,5-2 8-16,2-1 15 0,3-3-10 0,3 2 8 16,8-2 10-16,12-4 59 0,1-1-8 0,6 2-8 15,1-1-4-15,2-1-6 0,2-1 0 16,2 1-15-16,0 0 0 0,-3-1-3 0,4 0 1 16,13-4-6-16,0 1 0 0,-4 0-10 15,5 1 5-15,-1-2-8 0,3 1 16 0,7 1-10 16,0-2-1-16,0 0 3 0,-2 2-5 0,-1 3 8 15,6-4-70-15,-2 1-4 0,-1 2-11 0,7 1 18 16,4-3 13-16,-4 5-10 0,3-3 12 16,-2 3 1-16,-1 0 2 0,3-1-8 0,5-3 3 15,-2 3 12-15,8-2-9 0,-4 2 4 0,4 0-9 16,1-3 14-16,1 5-12 0,2-4 0 16,-1 3 15-16,2 2-10 0,-4-3 13 0,2 1-3 15,-2-3 8-15,-2 5-7 0,7 0-9 0,-5 1 16 16,5-3-13-16,-2 2 5 0,2-1-7 0,-7 1 5 15,-1 0-1-15,0-2 19 0,0 1-21 16,8-2 8-16,-3-1 0 0,-3 4-3 0,3-2 0 16,-6 2-2-16,-1-2 5 0,-2 1-1 0,4 0-12 15,0 0 11-15,-1 3-4 0,-2-1-2 0,-2 0 8 16,0 2 3-16,-4-1-6 0,-3 0 10 16,1-1-20-16,-4 4 8 0,0-4-3 0,2 4 8 15,-2-2-3-15,3-3 3 0,-3 5-8 0,4-5-5 16,-2 2 8-16,-2-2-3 0,3 3 31 0,-3-2-11 15,7-2-17-15,4 3 5 0,-6-3-6 16,2 2 4-16,-5 0 7 0,-5-3-13 0,2 3-3 16,-2-1 1-16,-1 0 2 0,4-1-2 0,-1 2 14 15,-2 1-9-15,4 0 5 0,-7-2-3 16,-12 2-15-16,-2-1 26 0,15-3-19 0,-1 3 1 16,0-1-1-16,2 3 8 0,0-4-12 0,1 0 15 15,-1-1-1-15,0 0 6 0,-3 3 13 0,3-3-21 16,-2 2-15-16,2 0 5 0,-3-1-18 15,-11 5 26-15,14-2 0 0,-16-2-11 0,-2 1 29 16,-1 5-6-16,-8-4 36 0,-3 1-45 0,-1 0 22 16,-17 3-10-16,-5-3-15 0,-7 5 17 0,-4-1-20 15,-1-2 13-15,-6 0-15 0,-4 2-1 0,2 1 11 16,-7 0-13-16,2 0-7 0,-4 0-32 16,-10 0-27-16,9 0-24 0,-9 0-120 0,-19 6-215 15,3-4-437-15,-17 5 94 0,-21 4 64 0,-11 2 102 16,-23 2 57-16,-12-1 77 0</inkml:trace>
  <inkml:trace contextRef="#ctx0" brushRef="#br0" timeOffset="43650.17">19668 11516 816 0,'0'0'351'0,"0"0"-31"16,0 0-13-16,7 20-31 0,-4-8-7 0,4 4-103 15,-1 1-25-15,2 3-13 0,-1 2 0 16,0 2-23-16,2 2-5 0,2 2 0 0,-1-3-16 16,-3 5-7-16,1-5-18 0,1-1-3 0,-2-3 8 15,0 4-48-15,0-1-45 0,0-3-47 16,-1-1-98-16,-5-3-285 0,5-4-260 0,-3-1 46 16,5-6 79-16,-5-4 64 0</inkml:trace>
  <inkml:trace contextRef="#ctx0" brushRef="#br0" timeOffset="44066.53">19860 11422 890 0,'10'-3'310'16,"-1"2"-18"-16,2 1-21 0,0 4-28 15,6 0-12-15,0 3-29 0,6 3-8 0,2 5-14 16,2 0-19-16,7 12-20 0,1-1-3 0,-1 6-8 15,-1 3-91-15,-5-2 7 0,-1 6 8 0,-6-3-6 16,-7-3 9-16,-5 0-6 0,-4 1 13 0,-5 4-18 16,-4-2 5-16,-6 11-2 0,-1-3-8 15,-9 5-8-15,-1-6 13 0,-5-1-15 0,-5-3 22 16,3-6-19-16,4-7 14 0,-4 2-19 0,1-3 22 16,6-8 8-16,-2-1 5 0,2-2 0 15,1-3-62-15,-1-2 83 0,-2 4-57 0,2-4 13 16,4-3 84-16,3-1-17 0,0 2-37 0,0-4 1 15,1 2 2-15,3-3-12 0,2 2 17 16,-1-1-12-16,2-2-3 0,1 3-44 0,-2-3-2 16,8-1 13-16,-10 2-6 0,10-2 21 0,-7 6-7 15,7-6-16-15,-10 2 2 0,10-2 1 16,-7 0-16-16,7 0 8 0,-4 2 5 0,4-2-54 0,-6 4-40 16,6-4-9-16,-4 4-106 0,-2-4-37 15,1 4-230-15,-1-1-469 0,-1 1 111 16,1 0 48-16,-1-4 92 0,-4 6 72 0,-2-2 59 0</inkml:trace>
  <inkml:trace contextRef="#ctx0" brushRef="#br0" timeOffset="57381.18">20868 11343 696 0,'0'0'276'0,"0"0"-25"0,-7 15-18 16,4-5-21-16,3 8-22 0,-1 4-8 0,1 0-16 16,1 4-25-16,-1 1-18 0,3 1-13 15,0 4-16-15,2 1 4 0,-2-1-14 0,3-1-12 16,-2-5-8-16,2 0 5 0,-2-1-15 0,3-2 7 15,0-3-25-15,0 2 0 0,-1-6 7 0,1-2-2 16,0 0 0-16,-3-6-10 0,5 0-8 0,-5-3 8 16,4-3-11-16,1-3 8 0,-9 1-2 15,14-11 7-15,-3 5-5 0,-5-3-12 0,1-3 7 16,3 3-5-16,-3-1-8 0,0 1 0 0,0 1 0 16,-1 1-10-16,-3 0 0 0,1 6 8 15,3-2-11-15,-7 3 3 0,0 0 0 0,0 0 0 16,17 6 13-16,-10 0-8 0,0 3-12 0,0-2 9 15,3 1-2-15,0-1 3 0,-3 0 2 16,3-1-5-16,0-1 0 0,1 1-3 0,2-2 6 16,1 0-1-16,-1-3 6 0,-2-1 0 0,3-5-3 15,-4 4 0-15,4-6 5 0,-1-2 3 16,1 1-8-16,-4-4-2 0,0-4 17 0,1-1-4 16,-7-5 9-16,2 3-9 0,-6-5 2 0,0-1-1 15,-3-1 1-15,-1-6 8 0,-6 0-6 0,3 4 1 16,-3-2-8-16,-1 3 2 0,1 4-2 0,0 2 2 15,-1 0-5-15,1 6 3 0,4 2-13 16,-1-1-33-16,0 6-28 0,0 4-19 0,4 0-32 16,-1 4-16-16,4 0-41 0,0 0-72 0,0 0-117 15,3 15-354-15,1-5 34 0,3 3 76 0,3-1 62 16</inkml:trace>
  <inkml:trace contextRef="#ctx0" brushRef="#br0" timeOffset="57649.44">21398 11641 586 0,'10'2'212'0,"-3"1"85"0,4-2-5 0,-11-1-46 15,13-4 2-15,-3 2-25 0,1-5-19 16,-1 4-88-16,-1-5-12 0,2 3-9 0,-4-5 5 16,3-2-13-16,-2-1 5 0,-2 6-7 0,1-3-9 15,-4-1 11-15,0 2-17 0,1-3-4 16,-1 8-4-16,-3-4-9 0,0 2 4 0,0 6-11 16,-3-7 7-16,3 7-12 0,0 0-5 0,-14 9-8 15,8-1 16-15,-2-1-3 0,1 6-8 16,-2-1-10-16,5 1 3 0,-2-1-6 0,1 1 8 15,2 0-5-15,0 1-10 0,3-1 13 0,0 1-18 16,3-3 15-16,5 3-3 0,-2-3-5 16,1 0-7-16,6-2 15 0,2-1-8 0,1-4-22 15,5 1 48-15,3-2-34 0,4-4-68 0,2-2-72 16,4-3-184-16,4-1-469 0,-1-1 33 16,-3 0 113-16,14-9 34 0,-7-1 63 0</inkml:trace>
  <inkml:trace contextRef="#ctx0" brushRef="#br0" timeOffset="58248.77">22143 11076 826 0,'-6'17'313'16,"6"-5"-17"-16,0 1-27 0,0 3-28 0,0 7-21 15,3 1-20-15,0 1-29 0,1 1-4 0,-1 0-27 16,3 2 4-16,2 0-19 0,-2-3-12 0,-2 0-16 15,3-3-7-15,-1 0-3 0,-1 1-21 16,1-4-4-16,-3-3 2 0,1-2-6 0,-1-1 4 16,0-5-1-16,0 2 8 0,-2-3 1 0,2 0-4 15,-3-6-15-15,0-1 0 0,0 0 3 16,0 0-21-16,8-11 11 0,-5 1-13 0,0-2-3 16,1 2-10-16,-1 0 13 0,3-2-19 0,-2 2-1 15,3 2 14-15,0-2-22 0,-1 3 7 0,1 6-7 16,1-2-1-16,-2 3 11 0,-6 0-11 0,20 4 6 15,-9 1-8-15,-1 0 0 0,0 2 10 16,4 1-20-16,0-1 20 0,0 3-2 16,2-3-77-16,-1 1 23 0,1 0-3 0,5-2 6 0,-1-2-9 15,-3 3 17-15,4-7 14 0,3 1-12 16,-4 1 12-16,1-4-2 0,-1 1 0 0,-3-6 11 16,1 3-14-16,-2-3 18 0,-1-2 6 0,-2-1-1 15,-2-3-2-15,-2-2-3 0,-5-2-4 16,-1 5 19-16,0-4-7 0,-2 1 5 0,-1 5 0 15,-1-2-7-15,-2 2 7 0,3 7 0 0,-6-2-5 16,-1 5 8-16,7 0 0 0,-17 4-8 16,10 0-3-16,-7 6 8 0,4-2 5 0,0 3-17 0,3-1 22 15,0-2-12-15,3 2-1 0,-2-2 1 16,2 1-3-16,1-1 7 0,3-1-7 0,-3-1 0 16,6-1 5-16,0 0 6 0,1-3-11 15,2-1 2-15,5 1 14 0,-1-2-6 0,3 3-10 16,1-3 2-16,0 0-4 0,0 1-3 0,2 0 18 15,-1 1-8-15,-2-2-10 0,5 4 2 0,-2 0-12 16,1 3-29-16,-6-6-28 0,3 6-68 16,-1-1-52-16,0-2-200 0,2 3-391 0,-2 3 110 15,-2-6 28-15,-1-1 71 0,0-2 60 0</inkml:trace>
  <inkml:trace contextRef="#ctx0" brushRef="#br0" timeOffset="58765.91">23015 11308 1023 0,'0'0'325'0,"0"0"-51"15,11 14-15-15,-8-6-21 0,0 1-23 16,3 0-18-16,-2 1-23 0,2 0-13 0,2 3-15 16,-1-1-18-16,-1-4-7 0,-2 5-14 0,5-4-5 15,-4 1-17-15,1-2-8 0,-2-1-1 16,-1 0 1-16,1-3-8 0,-1 2-5 0,4-3-10 15,-7-3 8-15,4 4-9 0,-4-4-19 0,0 0 9 16,0 0 1-16,0 0 9 0,6-13-12 0,-3 12-2 16,-3 1-1-16,1-10-2 0,-1 5 13 15,0 5-24-15,3-9 3 0,0 8-2 0,-3 1 0 16,3-7-6-16,1 3-2 0,0 0 0 0,3 1 2 16,0-4-9-16,2 5 4 0,2-3 11 15,-1-2 4-15,0 4-7 0,4-5-20 0,0 1 7 16,0-1 8-16,-1 1-5 0,1-3-77 0,0 2 15 15,-1-1 6-15,1 1-1 0,-4-2 11 16,4 0-6-16,-7-3-1 0,3 3 19 0,-4 0 6 16,2 1-3-16,-5-4 2 0,1 5 9 0,-1-2-1 15,-3 3-7-15,0 0 4 0,0 7 4 0,-3-5-1 16,3 5 8-16,0 0-8 0,0 0 11 0,-21 12-3 16,14-5 5-16,1 3-5 0,2 3 10 15,-3-1 1-15,3 3-14 0,1-1 11 0,3-2-11 16,0 4 11-16,3-1-6 0,0-4-4 0,2 6 7 15,2-4 3-15,2-1 10 0,1-4-1 0,4 2-1 16,0-2-1-16,6-1-2 0,1 0-36 16,-4-6-18-16,4 4-23 0,0-4-26 0,-5-2-143 15,-1 1-616-15,-2-5 68 0,0 4 77 0,-5-6 87 16,-2 3 74-16,-6-2 57 0</inkml:trace>
  <inkml:trace contextRef="#ctx0" brushRef="#br0" timeOffset="59314.62">24410 10989 714 0,'3'8'281'0,"4"3"-20"0,0 6-18 16,3 1-22-16,0 3-17 0,0-2-27 15,0 5-11-15,1 2-7 0,2-1-33 0,-2-1-9 16,-1-5-12-16,-3 3-18 0,3-2-7 16,0-2-14-16,-6-3 8 0,3 0-5 0,-4-5-2 15,4 0 15-15,-3-2 8 0,-1-1-6 0,0-1 6 16,-3-6-9-16,1 1-4 0,-1-1-20 15,0 0-4-15,-4-15 1 0,1 4 13 0,-2-3-14 16,-1-4-14-16,3-2-6 0,2-3 21 0,-2-2-70 16,0 1 14-16,3 2-6 0,0 2-2 15,0-3 5-15,3 6 2 0,-3-1 3 0,4 1-5 16,2 2 3-16,2-2 2 0,-1 5 2 0,5-2-7 16,0 6-26-16,1-2-33 0,4 2-41 0,-3 2-56 15,6-1-56-15,-3 6-137 0,1 1-393 0,4 0 76 16,-4 1 29-16,0 4 81 0,-2 1 67 15</inkml:trace>
  <inkml:trace contextRef="#ctx0" brushRef="#br0" timeOffset="59830.9">24946 11111 765 0,'0'0'217'0,"0"0"4"0,14-10-32 0,-10 3 64 16,2-1-25-16,-2-2-13 0,-1 2-25 0,3-2-16 15,-5 0-3-15,2-2-12 0,0 1-13 16,1-3-16-16,-3 4-22 0,-1-2 12 0,0-1-10 15,0 5 3-15,-1-1-11 0,1 1 1 0,-4 6-14 16,1-4-12-16,3 6-8 0,-10 0-5 16,10 0-10-16,-13 12-62 0,5-3-7 0,-2 3 10 15,4 1 0-15,-1-1 2 0,1 5 21 0,-2 1-18 16,5 1 2-16,2-1-4 0,-2 2 4 16,6-5 16-16,-2 3-10 0,2 0 7 0,7 4-2 15,1-5-13-15,-1 1-2 0,7-3 7 0,0-1-3 16,4-4 14-16,3-2-16 0,-1-1-13 0,4-4 10 15,0-3 1-15,1 0-11 0,0-2 3 16,-1-3-6-16,1-3 16 0,-4-2-12 0,-1 0 9 0,-3-5 3 16,-2 0-10-16,-4-2-8 0,-2-2 13 15,-4-2-8-15,-1 3 5 0,-4 1-2 0,1 0 15 16,-4 5-10-16,0-2 8 0,-4 4 12 16,1 2-5-16,-4 0-12 0,0 2 9 0,-3 4 1 15,3 0 0-15,-7 4-6 0,4 0 1 0,0 3 2 16,-4-2-8-16,4 6 3 0,0-2 8 15,-1 0 0-15,5 2 5 0,-1 0-13 0,0-1 5 16,0 0 5-16,3 1-5 0,4-2-5 0,-3 0 8 16,6-3 2-16,-3 3 0 0,4-6-15 0,3 4 5 15,0-3 8-15,-1 4-3 0,1-4 5 16,1 0-2-16,2 5-13 0,0-6 0 0,1 6 12 16,1 0-7-16,-2-4 0 0,2 5 3 0,1-1-21 15,1 1-8-15,-1-1-48 0,1 1-26 0,3-3-35 16,-4 2-52-16,5-2-92 0,-1-2-261 0,0 2-152 15,2-3 22-15,-4-2 76 0,2 0 46 16</inkml:trace>
  <inkml:trace contextRef="#ctx0" brushRef="#br0" timeOffset="60964.45">25770 10951 1067 0,'-3'-7'345'0,"0"6"-32"0,3 1-24 15,-14-2-20-15,14 2-93 0,-17 6-19 0,3-2-1 16,4 6-26-16,-1 3-17 0,-2 2 12 16,3 1-2-16,-4 1-15 0,7 4-21 0,-3-5 2 15,6 5 1-15,0-4-13 0,1 2-13 0,3-2 2 16,0 1-10-16,5-1-15 0,1 1 13 0,1-3 8 16,3 2-11-16,1-3-15 0,2-3-1 15,4-3 6-15,0-1-23 0,3-1-13 0,-3-2-17 16,4-4-11-16,0-2-11 0,2-3-17 15,-2-5-26-15,3 3-12 0,-3-3-3 0,-2-2-29 16,-4-2-2-16,-2-4 6 0,-3-3-1 0,1 0 8 16,-8-1 13-16,4-4 12 0,-4-2-7 0,-3-1 20 15,-3 1 31-15,3-3-7 0,-3 5 48 0,-1 0 28 16,4 2 15-16,-3 2 14 0,0 4-1 16,3 1-2-16,-1 6-13 0,-2 2-13 0,-1 2 5 15,4 1 8-15,0 6 8 0,0 0-3 0,0 0-26 16,0 0 24-16,-3 29-16 0,6-11 8 0,1 0-3 15,0 6 0-15,-1 1 6 0,0 0-11 16,1 1 8-16,2 6-18 0,1-6 7 0,0 1-4 16,-3-2-6-16,2-2 8 0,-2-3 3 0,2-1-16 15,-3-5 5-15,2 0 14 0,-5-3-12 0,3 0-6 16,0-7 1-16,-2 1 1 0,-1-5 0 0,0 0 2 16,0 0-9-16,6-21 17 0,-6 9-11 15,3-4-4-15,-3-1 0 0,3-1 5 0,-2-1-3 16,2 1-13-16,2 5 3 0,-2-3 10 0,0 3-7 15,3 3-6-15,-2 1-2 0,2 2 5 16,1 0-2-16,0 5 2 0,2 1 2 0,-1 2 1 16,6 1-6-16,-4 4 8 0,4 0 1 0,0-2 1 15,4 5 9-15,-2-2-16 0,5 0 2 16,2 1 11-16,1-4-5 0,0 3 7 0,0-3-7 16,0-3-3-16,-1 0 8 0,-1-2-16 0,5-4 6 15,-3 1 22-15,1-2-17 0,-3-2 2 16,-4-2 0-16,2 1-12 0,-6-4 4 0,-1 5-4 15,-2-5 2-15,-4-1 0 0,0-1 2 0,-1 5 14 16,0-1-9-16,-4-1 4 0,1 5-14 0,-3 2 3 16,0 0 5-16,0 5 3 0,-5-4-3 0,5 4-5 15,0 0 3-15,-22 11-3 0,15-1 2 16,-1 3-4-16,1 0 2 0,1 2 5 0,0 2 0 16,5 1-5-16,1-1 7 0,1 3-4 0,-1-3 7 15,6 1-5-15,1-3 1 0,3-2-4 16,1 1 6-16,5 0-8 0,2-3 10 0,2-1-13 15,-3-6-4-15,4-1-3 0,3-2-8 0,-1-4 0 16,4-2 5-16,-2-2-2 0,6-3-3 16,-4-2-3-16,0-2 11 0,-4-4-8 0,-1 0 8 15,-2-3-3-15,-6-3 8 0,-3 5 2 0,1-5 3 16,-5 4 8-16,-3 0-26 0,-4 2 21 0,4 1 9 16,-4 7-9-16,-4-1-3 0,0 3 2 15,-2 1-2-15,-1 3 8 0,-3 2 0 0,-1 4 12 0,1 3-9 16,-4 3-11-16,1 1 2 0,0 2-2 15,2 4 13-15,-2 2-11 0,6 0-2 0,2-2 8 16,-1 3-3-16,3-1 0 0,3 1 6 16,0-3-9-16,3 2-9 0,0-2 19 0,5 0-7 15,-1-5 3-15,2 0 5 0,-2-2-5 0,4-3-6 16,-1-3-12-16,3-2 12 0,3 0-22 16,-5-2 17-16,4-4 1 0,-5-4-11 0,4-4 5 15,-1-1-7-15,-3-3-21 0,1 0 3 0,-5-6-3 16,-2-1-13-16,-1-1-25 0,0-6 23 15,-6-3 5-15,3 2 10 0,-3-6-5 0,0 4 5 16,2 2 44-16,-2 8-18 0,-3 0 7 0,4 7 11 16,1 0-3-16,-1 4 0 0,-1 4 5 0,0 3-10 15,3 6-5-15,0 1 21 0,0 0-11 0,0 0 5 16,-7 18 8-16,7-4-16 0,0-2 16 16,3 9-23-16,-2-3 15 0,2 6-4 0,3 1-4 15,2 0 1-15,2 1 7 0,0 2-25 0,4 0-44 16,3-2-51-16,0-2-98 0,4-4-342 15,2 2-185-15,1-6 54 0,0-4 83 0,-4-3 65 16</inkml:trace>
  <inkml:trace contextRef="#ctx0" brushRef="#br0" timeOffset="61147.84">27602 10672 834 0,'0'21'310'0,"4"2"-39"0,-1-5-18 0,1 4-32 15,-1-4-32-15,0 2-58 0,-2 4-88 0,2 1-163 16,0-4-525-16,0-2 18 0,-3-2 89 0</inkml:trace>
  <inkml:trace contextRef="#ctx0" brushRef="#br0" timeOffset="61764.89">27473 10875 1018 0,'0'-7'382'0,"0"3"-39"0,3-2-103 0,5-1-20 15,1 0-20-15,-2 3-13 0,6-4-18 0,4 1-13 16,0-3-18-16,4 1-25 0,0-3 5 16,3 2-19-16,-1 1-12 0,1-2-12 0,1-3 4 15,2-2-12-15,-3 1 7 0,-1 1-13 0,-2-5-7 16,-3 2-8-16,-5-1 0 0,0 0-13 0,1 1-4 15,-4-2-17-15,-3 4 6 0,1 1 5 0,-2-3-2 16,-2 9-1-16,2-3-15 0,-1 3 1 16,-3 2-4-16,-2 4-2 0,0 2 5 0,0 0 5 15,0 0 1-15,4 17-4 0,-1-7-12 0,-3 5 21 16,2 2-14-16,0 1 3 0,-2 0 0 16,3 2-2-16,0 4-3 0,1-3 0 0,-1 3 3 15,3-2 9-15,-5-3-7 0,6-2 6 0,-4 1-11 16,1-3 2-16,-1-5 14 0,-3 3-9 15,5-5 1-15,-3-4 10 0,-2 1-8 0,6-4-5 16,-6-1 5-16,0 0-2 0,14-7 7 0,-7 0-2 16,0-3-10-16,2 3-6 0,-4-1 6 15,5-1 2-15,-3 1-2 0,3 1 7 0,-3 3-5 16,0-3-3-16,3 5-9 0,-3-3 9 0,0 5 9 16,3-1-6-16,1 0-5 0,-2 1-3 0,1 0 1 15,3 1 14-15,-1-1-1 0,5 0 4 0,-2 0-5 16,1 0 0-16,1 0-17 0,3-3 4 0,-3 0 13 15,4 2-2-15,0-1 7 0,-2-1-7 16,-1-2-5-16,1-2 17 0,-7 5-17 0,4-4 2 16,-2-4 3-16,-4 3-11 0,-3 0 8 0,1 1 8 15,-2-2 0-15,-3 0-8 0,-2 2-5 16,-2-1 2-16,-2 4 16 0,-3 2-18 0,2-3 3 16,-7 10 2-16,-2-4-2 0,-1 7 2 0,0-1 2 15,-3 4-4-15,7 0-1 0,-3 3 11 0,2 0-28 16,6-2 20-16,-3 2-10 0,5 3 23 15,3-1-3-15,0-2-2 0,6 3 7 0,1-3 6 16,2 0-5-16,3-3-4 0,1 1-6 0,6-1-9 16,-1-5-4-16,6-1-9 0,1-1-32 0,-1-1-88 15,-4-3-73-15,0 1-121 0,-2-4-546 16,0 0 114-16,-5-3 37 0,0 2 85 0,-6-3 65 16</inkml:trace>
  <inkml:trace contextRef="#ctx0" brushRef="#br0" timeOffset="62297.49">29459 10501 849 0,'0'14'343'0,"0"1"-36"0,0 4-7 16,5 4-42-16,0 2-22 0,1 8-13 0,3 0-13 16,3 12-85-16,2-2-18 0,3 7-9 0,-3-4-16 15,0 0-8-15,2-5-5 0,-2 5 0 0,-7-11-13 16,3-6-48-16,-4 3-16 0,-1-7-50 16,0-1-60-16,-3-6-61 0,-2-3-203 0,0-5-311 15,0-2 45-15,-1-3 69 0,1-5 68 0</inkml:trace>
  <inkml:trace contextRef="#ctx0" brushRef="#br0" timeOffset="62547.59">29435 10601 755 0,'7'-11'240'0,"-1"-3"-15"0,5 6-27 0,-1 3-17 16,0 0-27-16,1 3-6 0,2 1-7 0,2 2-18 15,1 1-5-15,5 6-13 0,-1 2-11 16,2 0 1-16,-1 5-26 0,-3 0 13 0,-1 1-10 15,-3 3 5-15,-3-1-11 0,-1 4-2 0,-2-2 85 16,-6 1-11-16,-3-2-15 0,0-1-62 16,-4 6-20-16,-2-6 3 0,-2 3-6 0,-3-2-18 15,1-2 11-15,-2-3 2 0,0-3-4 0,0 1-1 16,2-3-28-16,1-5-36 0,0-4-41 16,1 1-92-16,-3-2-194 0,5-6-408 0,-3 1 98 15,6-6 38-15,-2-5 75 0</inkml:trace>
  <inkml:trace contextRef="#ctx0" brushRef="#br0" timeOffset="63080.97">29897 10751 883 0,'6'17'286'0,"1"-2"-104"15,-4-1-10-15,0-3-6 0,1 0-20 16,-4 1-5-16,1-4-24 0,-1-3-4 0,0 2-3 15,3 0 49-15,-3 0-39 0,0-4 54 0,0-3-13 16,0 0-17-16,0 0-4 0,0 0-17 0,0 0-15 16,-11-21-11-16,11 7 0 0,-3-1-17 0,3-2 7 15,0-2-16-15,0-2-9 0,0 3-8 16,6 0 7-16,-1 0-5 0,-2 2-17 0,4 1-3 16,-1 4-1-16,4-3-1 0,-2 7-1 15,2 3-2-15,3-2-8 0,1 5-5 0,-1 1 2 16,2 0-5-16,1 3 9 0,2 1 1 0,-2-1-12 15,5 1 10-15,-3 0 3 0,1 0-16 16,-1-1-13-16,-1-2 8 0,0 3 11 0,1-4-1 0,-2 0-5 16,5-2-15-16,-4-1 15 0,0 1 3 15,-1-4 8-15,-1-1-26 0,1 0 17 0,-3-3-4 16,-1 2-3-16,0-4 11 0,-2-1-14 0,-5-4 26 16,2 4-15-16,0 0-8 0,-4-4-5 15,-2 6 0-15,2-2 10 0,-3 5-7 0,0 0 5 16,0-1-6-16,0 7-4 0,0 2 14 0,0 0-14 15,0 0-1-15,-18 11 24 0,11 3-8 16,-2 1-1-16,1 4-9 0,2 1 5 0,-1 2 15 16,4 2-11-16,1-1-1 0,0-2 9 0,2-3-10 15,3 6 11-15,1-4-16 0,3 0 0 16,-1 2-66-16,5-5 12 0,2 1 16 0,-2-7-13 16,6 4-5-16,-3-6 7 0,2-2-5 0,-1 0-2 15,3-3-5-15,-2 0-49 0,-3 0-49 0,4-4-68 16,-4 0-60-16,-2 0-158 0,3-1-318 0,-4-2 41 15,4-1 88-15,-4 4 50 0,0-7 67 16</inkml:trace>
  <inkml:trace contextRef="#ctx0" brushRef="#br0" timeOffset="63547.51">31106 10508 916 0,'-6'-3'363'0,"-1"-2"-20"0,-4-1-23 0,3 5-38 15,-2 1-26-15,-6 1-33 0,3 5-24 0,-3 1-9 16,-2 4-19-16,0 2-15 0,0 0 0 16,2 6-30-16,-1-1 7 0,6 1-26 0,-1-1-14 15,4 0-9-15,3-3-10 0,0 3 3 0,5-3-8 16,0 1-5-16,5-5-18 0,0 4-5 0,3-5-2 15,3 1-9-15,1-3-4 0,2-2-29 0,2-1 6 16,-1-3-13-16,-2-2-1 0,4 0-12 16,0-3 0-16,0-4-23 0,-4 0 0 0,-1-4-13 15,1-4 3-15,-6-3-8 0,3-6-8 0,-6 0 29 16,-1-2-16-16,-3-2 10 0,-3-9 1 16,3-1 2-16,-4 1 17 0,-3 0 4 0,3-1 35 15,-2 8 16-15,1 1 17 0,0 6 11 16,2 2 15-16,-1 5-25 0,0-1 4 0,1 7-12 15,1 3 8-15,0 0-1 0,-1 7-10 0,3 0 3 16,0 0-8-16,-3 14 3 0,3-3-5 0,3 3 7 16,2 2 0-16,-3 3-7 0,5 5 2 15,0 1 0-15,0 2-10 0,3 1 0 0,2 2-13 16,-2-3-38-16,1 2-31 0,1-2-74 0,0-2-85 16,0-6-271-16,1 1-333 0,0-3 82 0,-2-4 75 15,-1-5 50-15,0-1 78 0</inkml:trace>
  <inkml:trace contextRef="#ctx0" brushRef="#br0" timeOffset="63816.77">31352 10694 744 0,'4'-8'313'0,"-1"4"-86"15,3-2-17-15,-1-2-5 0,1-2-26 0,-2 2-5 0,3-4-28 16,2 0-13-16,-1-1-12 0,-1 0 14 0,-1-3-17 16,1 1-8-16,0 2-10 0,-3-2-23 15,-1 4 5-15,1-1-8 0,-1 1 90 0,0 3-41 16,-3 0 5-16,0 0-11 0,-3 6-22 0,0-3 10 15,3 5-21-15,0 0-4 0,-21 7-3 16,11-2-21-16,0 4 18 0,-1 1-5 0,1 1-20 16,3 3 0-16,-2-2 15 0,1 2-16 0,4 3-7 15,-2-2-8-15,3-4-4 0,3 4-1 16,0-1 2-16,3-1 9 0,-3 0-16 0,6-1-5 16,-2 1 15-16,5-1-33 0,2-4-31 0,0 2-35 15,6-3-83-15,0-1-81 0,0-4-254 0,7 3-348 16,-4-5 82-16,6-1 64 0,-4-3 64 0,-2-4 59 15</inkml:trace>
  <inkml:trace contextRef="#ctx0" brushRef="#br0" timeOffset="64197.28">31800 10511 831 0,'-1'-5'297'0,"-5"0"-18"16,6-2-5-16,-3 4-36 0,3 3-30 0,-10-5-14 15,3 3-12-15,7 2 5 0,-21 7-41 0,10-4 0 16,-2 8-16-16,0-3-20 0,2 4 10 0,-2-3 3 15,3 6-28-15,2-3 2 0,0 3 6 16,0 0-14-16,3 0-27 0,0-2 12 0,1 1-20 16,4 0-11-16,0-3 3 0,4 0-2 0,2 2 10 15,-2-2-21-15,6 1 8 0,1-4-8 16,5-2-7-16,1 1-1 0,0-2-20 0,1-3 3 16,2-2-26-16,1 0-5 0,1 0-3 15,-4-7-14-15,0 3 14 0,3-5-2 0,-5-3-3 16,2-1-12-16,-5-3 12 0,-2-5 13 0,-1 3-18 15,-2-4 10-15,-3 4-2 0,2 1 41 16,-3-1-15-16,1 4 12 0,-3 3 0 0,-2 2 3 0,3 1 0 16,-3 0-13-16,0 5 18 0,0 3-1 0,0 0-6 15,0 0-1-15,0 0-2 0,0 0 20 16,-10 19-13-16,7-10-5 0,3 1 6 0,0 3-3 16,0-1-1-16,3 3-1 0,0-4-37 15,0 4 8-15,1 0-54 0,-1-3-94 0,4 3-108 16,2-3-384-16,-4 0-89 0,2-4 66 0,2-3 62 15,-1 0 55-15</inkml:trace>
  <inkml:trace contextRef="#ctx0" brushRef="#br0" timeOffset="65397.27">32352 10468 788 0,'-2'-10'389'0,"-1"5"-36"0,0 1-38 0,-4-2-23 16,7 6-11-16,-17 0-53 0,7 0-13 0,-1 6-20 15,-6-2-8-15,1 4-21 0,-2 5-12 0,2-3-16 16,-2 6 3-16,5-1-29 0,-1 0-4 0,4-2 9 16,-1 2-30-16,4 1-10 0,3-2-5 0,-2-1 0 15,6 1-6-15,0-3-15 0,3-1-2 16,1 1-13-16,-1-2 2 0,8-2-25 0,-4-2-3 16,6 2-20-16,1-6 0 0,1 3 20 0,-2-4-25 15,3-4-11-15,1 2 13 0,-3-4 8 16,0-4-8-16,1-1-7 0,-3-4 5 0,0-2-1 15,-4-5-9-15,-4-2 2 0,4-2 5 0,-6-1 5 16,-1-7-20-16,-1-4 17 0,-1 5 3 0,-3-2 1 16,1 10 17-16,0-1 25 0,2 2-7 15,0 4 8-15,-4 4 5 0,5 2-13 16,-3 3-2-16,3 2-6 0,-2 3 8 0,-3 3-3 16,5 3 9-16,0 0 1 0,0 0-14 0,-7 14 4 15,6-1-2-15,0-3-3 0,1 6 26 0,0 2-7 16,1-3-1-16,0 3 13 0,3 3-15 0,4 0-6 15,-6-3-12-15,6 4 0 0,-3-4 10 0,3 3 3 16,2-7-19-16,-1 1 21 0,5 0 1 16,-3-5-12-16,2 0-4 0,6-3 3 0,-3 1 2 15,3-4-3-15,-1-2-2 0,-1-1 7 0,4-2 3 16,-1-1-13-16,-3-3-4 0,1-2 1 0,5-3-4 16,-4 1-6-16,-3-4 8 0,2 3 11 15,-5-5-9-15,3 1-4 0,-5 1 2 0,-1 3-15 16,-3-3 12-16,1 3-2 0,-6 2 8 0,5-1 2 15,-4 1-15-15,-1 6 5 0,-2 2-10 0,-5-6 18 16,5 6-6-16,-14 0-2 0,7 4 5 16,-3 0-10-16,1 3-8 0,-3 3 6 0,3 3 14 15,-2-1 1-15,4-2-8 0,0 5 3 0,1-1-3 16,3 1 10-16,2-4-2 0,1 3 2 0,1-2-8 16,2 3 1-16,3-5-8 0,1 5 33 15,3-6-10-15,6 1-18 0,-2-2 5 0,7 2-15 16,2-3 12-16,0 0-2 0,7-6 5 0,1-1-5 15,0 0-12-15,0 0 4 0,2 0 13 0,2-7-18 16,2 3 11-16,-3-4-3 0,-3 0-3 16,0-1 8-16,-1-5 0 0,-5 1-8 0,-4 0 6 15,-5-4-1-15,2 2 6 0,-5-2-3 0,-3 6 0 16,0-3-8-16,-6 6 5 0,1-2 3 16,-5 3-20-16,-5 5 25 0,2-3-18 0,-8 4 13 15,11 1-7-15,-20 7-4 0,6-4 9 0,0 5 7 16,0-1-18-16,1 1 21 0,3 4-11 0,-4-1 1 15,4-2 9-15,5 2-12 0,0 2 21 16,0-2-27-16,2-3 16 0,0 2-2 0,6-2 0 16,-1-1-6-16,0 1 0 0,2-1-4 0,3-1 4 15,2-3 13-15,-2-2-10 0,4-1-5 16,-1 0 13-16,0-1-21 0,1-5 3 0,2 0 10 0,3-1-3 16,-5-6 9-16,-1 3-12 0,3-7 12 15,-3 0-9-15,-2-6 3 0,-4-2-13 0,3-1 3 16,-2-8-18-16,-4 0-5 0,-2-5 2 0,-4 2 10 15,-2-16-7-15,3 3 3 0,-3 13 14 16,-2 4 1-16,2 3 10 0,2 9-8 0,-4 0 1 16,5 7 9-16,-5 5-15 0,1 3 19 0,1 2-1 15,-1 7 0-15,-3 2 8 0,0 6-1 16,1 1 19-16,3 7 13 0,1 4-49 0,1 7 20 16,5 4-2-16,3 2 0 0,2 3 4 0,5 11 4 15,3 1-11-15,-2-1 46 0,7-1-43 0,-2-5 15 16,4-2-7-16,0-2-1 0,-2-12-4 0,2-3 14 15,-2-1-14-15,2-4-19 0,-3-7 11 16,0 2 5-16,0-5-6 0,0-4-9 0,-3-2-26 16,0-2 2-16,-1-2-99 0,-3-2-72 0,-2-1-487 15,-5 1-222-15,0-3 105 0,-3 5 66 0,-10-15 95 16,-2 5 44-16,-6 0 63 0</inkml:trace>
  <inkml:trace contextRef="#ctx0" brushRef="#br0" timeOffset="67580.28">20981 12533 824 0,'0'0'292'0,"-7"-3"-29"0,7 3-22 15,-3-4-36-15,3 4-24 0,0 0-17 0,0 0-8 16,-1 15-10-16,2-5-5 0,2 4-18 0,0 4-11 15,1 4-14-15,2 0-4 0,-1 3-4 16,1 6-11-16,1-2-4 0,2 0-22 0,-1-2-4 16,-4 1-3-16,2-6 3 0,1 1-6 0,-1 2-12 15,2-4 2-15,-1-2-2 0,-1-3 2 16,-2-1-2-16,-1-1-11 0,3-1 14 0,-5-4-9 16,3 1 9-16,-1-3 14 0,0-6-17 15,1 4 10-15,-4-5-8 0,0 0-10 0,0 0 5 16,3-13-5-16,-3 5 8 0,0-8-5 0,0-2-3 15,-3 0 2-15,6-8-4 0,-3-3-6 16,3 2 0-16,1 1-12 0,-1 1 15 0,4 0-13 16,0 1-2-16,-3 6-1 0,5 3-7 0,-2 3 10 15,4-1-7-15,-4 7 7 0,6 4-3 0,-2 0 1 16,2 4 2-16,-2 0-2 0,5 5-1 16,-1 2-7-16,1 6 13 0,2-2 4 0,-2 0-4 15,2 4 0-15,-2-2-6 0,-1 2-2 0,1-2 5 16,2 1-2-16,-5-3 0 0,4 1-9 0,-7-4 6 15,4 3 6-15,-3-5-6 0,-1 1 2 16,0-3 3-16,0-2-15 0,0 1 13 0,-2-4-3 16,-2-1-6-16,-6 0 1 0,14-6 3 0,-3 2 4 15,-5-6-9-15,1-1-14 0,-4-4 19 0,3-3 2 16,-5 0-3-16,2-4 1 0,1 2-1 16,-4-1-2-16,0 2 5 0,0 2 13 0,3 2-3 15,-3 4-13-15,0-2 3 0,1 4-5 0,-1 3 10 16,-1 2 0-16,1 4-12 0,0 0 17 0,0 0-7 15,0 0 7-15,4 19-13 0,-1-7 6 16,0 0 2-16,-2 1-5 0,2-2 10 0,3 3-18 16,-2-1 16-16,3 1-5 0,-3 0 4 0,5-3 6 15,-2 3-3-15,4-3-2 0,-1-1-8 16,0-2 0-16,1-1 8 0,-1 2-16 0,0-7 6 16,4 2-1-16,-4-2-7 0,4-2-6 0,-1-3 9 15,-3-1-4-15,1-1-6 0,-1-4-6 16,0-2 7-16,-2-1 3 0,-5-5 3 0,0 0-5 15,-3-4 10-15,3 3 2 0,-6-1 1 16,3-2 9-16,-3 4 11 0,0 1 0 0,2 0-67 0,-3 5-4 16,4 1 4-16,-3 0 6 0,3 4 4 0,-3-1 1 15,0 7 10-15,3 0 7 0,0 0 11 16,0 0-11-16,-4 13-4 0,7-4-1 0,-2 2 8 16,-1 0 3-16,3 3 0 0,3 3 4 0,-1 0 14 15,1-1-6-15,1 1-9 0,3 1-19 16,1-3-59-16,-1 2-53 0,3 0-72 0,4-5-179 15,-3 1-328-15,0-5 23 0,2 0 128 16,-2-3 21-16</inkml:trace>
  <inkml:trace contextRef="#ctx0" brushRef="#br0" timeOffset="68913.89">22051 12606 714 0,'6'10'222'0,"-2"1"-19"0,3 3-22 16,-3 3-19-16,2-3-6 0,-2 3-23 0,2-4-3 16,-2 1-20-16,-1 3-20 0,4-4 10 0,-6-1-11 15,2-4-4-15,0 2-11 0,3-3 8 0,-5 1 36 16,-1-2-13-16,3-2-18 0,-3-4-18 16,0 0 0-16,0 0 21 0,0 0-29 0,0 0-12 15,-7-18 2-15,4 3-10 0,3 3-3 16,0-7-2-16,0 0-3 0,0 2 67 0,6-1-13 15,-5 1-13-15,5 3-15 0,-2 3-2 0,3 3-1 16,0 0-13-16,0 1 6 0,-1 5-13 16,5 2 2-16,-11 0-12 0,17 5-8 0,-6 0 7 15,-2 2-7-15,1 1 8 0,1 6-11 0,-1-4 11 16,0 1-11-16,-3 0 1 0,0 0-1 16,0-1-7-16,-1-2 2 0,-2-1 0 0,-1 3 5 15,1-4 6-15,0-4 20 0,-1 4 7 0,0-2-24 16,-3-4 4-16,0 0 8 0,0 0-6 0,0 0-7 15,0 0 0-15,-6-21-18 0,2 7 16 16,0-1 7-16,1-3-5 0,0-1-13 0,3-4 6 16,-1 3-9-16,1 0-2 0,0 0 11 0,0 1-11 15,1 3-2-15,-1 3-6 0,3-2 13 0,0 5-5 16,1 3-5-16,3 3 3 0,-1 0-11 16,1 2 11-16,-7 2-3 0,15 6-5 0,-5-2-6 15,-1 3 9-15,2-1 7 0,2 1 3 0,-2 2-8 16,2-2-8-16,-2-1 11 0,3 2 2 0,-1-1 2 15,4-1-12-15,-3-4-5 0,-1 3 5 16,1-4 2-16,0 0-4 0,0-2-6 0,-1-3 5 16,1 2-10-16,-4-5-7 0,3 0 7 0,-2-2-5 15,-1-1-3-15,-6-2 3 0,2-1-3 0,1-4-7 16,-6 1-5-16,-1-4 17 0,0-1 1 16,-1-1 4-16,-2 0-1 0,-4-2 4 0,4 5 10 15,-1 2 1-15,1 1-4 0,3 2 6 0,-3 3 0 16,3 5 0-16,-1 0-12 0,1 6 9 0,0 0 3 15,0 0 5-15,0 0 3 0,4 31-11 16,-1-16-2-16,0 3 5 0,-2 6 3 0,5 2-1 16,1-1-7-16,-3 0 5 0,2 2 8 15,-2 1-3-15,-1-3 3 0,1-3-1 0,-1 0 4 16,1-4-11-16,-1-1 7 0,1-2-2 0,-4-4 11 16,3 0-11-16,-3-7 8 0,0 1 0 0,0-5-8 15,0 0-8-15,0 0 8 0,3-16-10 0,-1 2 15 16,-1 0-12-16,0-4 4 0,-1 0-9 15,6 2 2-15,-2-1-6 0,3 0 1 0,0 1 2 16,0 0 8-16,2 7 5 0,2-1-2 16,2 0-3-16,-1 5 0 0,0 1 0 0,-1 1-5 15,3 3 2-15,-4 5-4 0,4-2 22 0,-4 4-12 16,0 3-9-16,-3 2 12 0,0-1 4 16,-2 4-8-16,-5-3-4 0,-2 3-1 0,-4 0 14 15,-2 2-9-15,1-2 6 0,-2-4-1 0,-2 4 1 16,1-5 18-16,3 0-8 0,-3-3 10 0,2 0 3 15,-1-6 7-15,2 1-7 0,7-2-16 0,0 0 18 16,0 0-76-16,-11-6-1 0,11 0-4 0,8-2 12 16,1-3 15-16,2 0-7 0,6-1 8 15,7-6-3-15,0 3 0 0,3-2 5 0,2-1-5 16,-3-2 7-16,1 2 1 0,-2 1 0 16,2-1 2-16,-4 0 3 0,1 0 4 0,-9 2-1 15,1 0 2-15,-2 1-6 0,-1 1 1 0,-6 3-3 16,1 1 1-16,-5 1-9 0,0 2 26 0,0 1-18 15,-3 6 8-15,-6-3-5 0,6 3 7 0,0 0 6 16,-21 11-6-16,15-4-7 0,-1 3 13 0,-1 4-13 16,5-2-1-16,0 5 11 0,3-2-5 15,0 2 8-15,3 1 2 0,4 3-8 0,3-2 1 16,0-1 7-16,0 0-5 0,5-2 2 0,-2-1-7 16,7 0 3-16,-2-5-6 0,-1 3-23 15,4-4 3-15,-5-5-5 0,2 3 10 0,-2-5-5 16,-1 2 5-16,1-1 2 0,-2-1 6 0,0 2 5 15,0-2-6-15,-1 2 24 0,-2-1-18 16,-1 0-3-16,0 2 3 0,-1 2-6 0,-1-3 9 16,-1 3 1-16,0 2-1 0,-4-1-11 0,3-1 15 15,-2 0-4-15,-3-2 7 0,2 1 0 0,-3 2 0 16,-3-2 15-16,2-1-5 0,-3 1-2 16,-2-2 5-16,3-1 10 0,3-3-3 0,-11 1-17 15,11-1 17-15,-14-4 3 0,7 0-5 0,-2-3 0 16,2-1 0-16,0-2-8 0,0 0 11 0,3-5-14 15,-2-2 6-15,3 1 5 0,3-4-10 16,0-2 7-16,0 4-7 0,6-6 0 0,-2 1 7 16,5 3-7-16,-1-1 2 0,2 2-10 0,0 2 5 15,4-1 0-15,0 3-10 0,3-2-13 16,-1 7-13-16,-1 0-15 0,-2 0-66 0,5 4-68 16,-2-1-114-16,5 5-510 0,-3-1 83 0,1 1 68 15,2 2 62-15,-5 0 48 0</inkml:trace>
  <inkml:trace contextRef="#ctx0" brushRef="#br0" timeOffset="69513.78">24227 12291 947 0,'-6'6'348'0,"6"-1"-41"0,-3 2-33 15,0 0-26-15,3 4-97 0,-1 1 10 0,2-3-33 16,2 1-15-16,0 0-8 0,3 3-8 0,-4-3-5 16,8 0-17-16,-1 1-1 0,-1-1-10 15,5-1-23-15,-3-1 10 0,-2-4-13 0,2 3-7 16,0-6 5-16,-1 3-11 0,-4-3 1 0,-5-1-5 16,0 0-9-16,13-5 9 0,-13 5-3 15,0-10-18-15,-3 2 2 0,0 1 11 0,-7-3 0 16,2 0-5-16,-2-3-6 0,-3 3-2 0,-1-1 10 15,1 0 16-15,1 2-8 0,-1 3 15 0,-1-1-10 16,4 1-2-16,0-1 12 0,3 4-13 16,-3 1-2-16,3-3-2 0,7 5 9 0,-7 0 3 15,7 0-5-15,0 0 6 0,0 0-4 0,0 0 9 16,0 0-14-16,0 0-2 0,31 2-5 16,-17-2-3-16,0 0 3 0,6-2-6 0,2 2-1 15,-3-2 4-15,7-3 0 0,-8 2-10 0,9-2 5 16,-2-3-15-16,-1 1 15 0,-4 1-10 0,4-6-8 15,-3 3 16-15,-3 0-11 0,-2-2 13 16,-3-3-7-16,1 0-9 0,-4 1 22 0,-6-2-11 0,2-3 0 16,-3-1 0-16,-3-1-3 0,-3-1-2 15,-3-1 2-15,-1-2-4 0,3 6-1 0,-6 2 0 16,6 0 1-16,-5 7-9 0,5 0 9 0,-3 4-11 16,-3 3 25-16,6 4-12 0,-5 5 13 15,5 8 5-15,1 0 5 0,0 3-6 0,3 9 4 16,6 7-9-16,1 15 6 0,3 5 0 0,7 0-3 15,4 20 16-15,-1-6-13 0,7 6-8 16,-3-8 13-16,0 1-8 0,-4-16 0 0,1 2 0 16,-3-7-10-16,-1 1-33 0,-4-11-23 0,-6-9-139 15,-3-4-91-15,-4-2-518 0,-1-6 85 0,-2-1 35 16,-4-5 101-16,-3-4 63 0</inkml:trace>
  <inkml:trace contextRef="#ctx0" brushRef="#br0" timeOffset="69680.59">24417 12773 1039 0,'-4'-11'327'0,"4"1"-17"16,-3-1-39-16,6 3-2 0,-3 0-46 0,4-1-6 16,-1 1-7-16,4-2-23 0,2-4-18 0,4 6-15 15,-2-3-24-15,1-2-9 0,1 2-16 16,4 1-21-16,-3 0-17 0,-1 1-50 0,-2-2-45 16,-1 3-87-16,-1-2-151 0,-1 4-551 0,-4 1 106 15,-4-1 56-15,0-1 58 0,-4 0 57 16</inkml:trace>
  <inkml:trace contextRef="#ctx0" brushRef="#br0" timeOffset="70097.38">26054 12016 965 0,'3'17'335'0,"-3"-9"-23"0,3 7-12 0,-2-3-37 16,2 4-38-16,0 2 1 0,3 2-27 15,-4-1-27-15,6 6-3 0,-3-5-26 0,2 2 6 16,0 0-16-16,3-1-31 0,0-1-40 0,-3 0-60 15,4-3-48-15,-1 1-100 0,1-4-248 16,0-3-364-16,-3-1 65 0,2-3 76 0,-2-3 54 0,-5-4 51 16</inkml:trace>
  <inkml:trace contextRef="#ctx0" brushRef="#br0" timeOffset="70213.56">26081 11883 698 0,'0'0'182'0,"0"0"-51"16,0 0-70-16,7 0-168 0,-7 0-403 0</inkml:trace>
  <inkml:trace contextRef="#ctx0" brushRef="#br0" timeOffset="70413.7">26515 11801 806 0,'3'14'240'0,"-2"-4"-14"0,-1 1-34 16,3 8-3-16,0 1-25 0,1 3-16 0,0 2-12 15,3 3-16-15,2 4 3 0,-2 0-18 0,1-4-13 16,1 4-7-16,-2-2-16 0,0-2-54 0,4 0-40 16,-2 1-83-16,-2-5-217 0,0-2-351 15,1 0 67-15,1-3 61 0</inkml:trace>
  <inkml:trace contextRef="#ctx0" brushRef="#br0" timeOffset="71530.38">26502 12236 760 0,'4'-3'294'0,"2"-4"-15"15,7-3-28-15,1 2-23 0,0 1-100 0,7-4-11 16,3-2-14-16,-4 2-14 0,10-3-7 15,-2 2 3-15,2-2-13 0,-2-1 7 0,-4 2-23 16,4-2-5-16,-8 5 1 0,2-2-4 0,-6 2-15 16,1-1-2-16,-3 1-3 0,-1-2-2 15,-3 2 10-15,-2 3-8 0,-2-1-2 0,0 4 4 16,-5-2 73-16,-1-1-4 0,0 7-27 0,0-3 0 16,0 3 7-16,0 0 1 0,0 0-6 15,-17 10-21-15,10-2 17 0,3 1-12 0,-2 2 1 16,-1 4-5-16,3 0-10 0,-3 2-1 0,7-2-4 15,-3 2-9-15,3-2 21 0,3 2-7 0,0 0 5 16,2-1-21-16,4-3-10 0,-2 2 0 16,4 0-3-16,-1-4 8 0,7 2-15 0,0-2 4 15,4-3 4-15,-1 1 2 0,1-3-5 0,0-4-19 16,6 1-22-16,-4 0-20 0,1-6 2 16,2 1-11-16,-8 1-7 0,8-6-15 0,-7-1 7 15,-1-1 1-15,-5-2 12 0,0-3 2 0,-2 2 6 16,-1-5 15-16,-3-5-5 0,-1 5 8 0,-1 2 2 15,-2-2 16-15,0 1 12 0,0 3 6 16,-2-1 12-16,2 3 8 0,-3-3-5 0,3 6 3 16,-3-2-14-16,3 3 4 0,-3-1 4 0,0 1-7 15,1 2-1-15,-1 0 6 0,0 5-10 0,-1-8 2 16,1 8-8-16,0 0 6 0,-3-3-1 16,3 3 1-16,0 0 0 0,0 0-3 0,0 0 12 15,0 0-9-15,-6 16 12 0,5-11 8 0,-2 3-2 16,3 4 7-16,0-2-18 0,0 0 18 15,0 5-15-15,0-3 8 0,0 3-1 0,3-1-7 16,-2 3 7-16,2-5-4 0,-3 3-9 0,3 0-1 16,1-5 4-16,-4 5-10 0,3-5 0 15,-3 1 13-15,3 1-6 0,-3-3-2 0,4 1 3 16,-4-4 10-16,2-2 23 0,-2 4 15 0,1-1-15 16,-1-6-10-16,0-1 10 0,-3 7-10 0,3-7 7 15,0 0-7-15,0 0-1 0,0 0-1 0,-17-16 1 16,14 7-4-16,-1-5 0 0,-2 2 4 15,4-3-12-15,-4-2 8 0,3 0-1 0,2 1-12 16,1-1 2-16,1-1 1 0,2 0-6 0,3 1 0 16,-1-4-2-16,8 3 5 0,-3 2 2 15,7-1-17-15,4-2 17 0,-1 1-12 0,4 2 4 16,1 1 1-16,2 1 0 0,1-1-1 0,-1 4-9 16,1 0-3-16,1-2 7 0,2 3 6 15,-4 2-11-15,-2 1-76 0,-1 3-3 0,3-2 18 16,-10-2 3-16,4 5 17 0,-4-2 6 0,-4 2 2 15,0-3 0-15,-1 6 13 0,-2-2 0 0,-1-3 8 16,-1 4-3-16,-1-1 7 0,-1 1-4 0,-6 1 5 16,0 0-8-16,0 0 8 0,0 0-3 15,0 0 0-15,-16 20 5 0,8-12 8 0,-2 6-2 16,-3 3 2-16,-1 0 0 0,4 2 7 16,-4-3-7-16,4 7 3 0,0-4-6 0,-1-1 1 15,4 2 10-15,4-2-16 0,-1-2 0 0,1 0 1 16,0-4 12-16,6 2 0 0,-3-3-8 15,3-1 6-15,1 2-1 0,2-2-4 0,1-3-14 16,4-2 14-16,-1 1-11 0,4-6-2 0,-1 1 12 0,-1-1-15 16,1-1 8-16,-3-1 2 0,4-3-4 15,-1-5 1-15,-3 2-2 0,1-7 19 0,-1 3-14 16,0-3 3-16,-3 0-3 0,0-2 0 16,0 5 24-16,-1-2-14 0,-1 4 6 0,-3 1-5 15,2 1 2-15,1 2 0 0,-3 2 3 0,-2 4-3 16,0 0 0-16,0 0-3 0,0 0 9 15,0 0-9-15,3 18-2 0,0-11 13 0,-3 3-21 16,3 0 21-16,1 0-8 0,-1 3-5 0,1-2 10 16,0 0-12-16,5 1 4 0,-2-2-7 15,0-2-18-15,1 3-20 0,2-4-29 0,2 0-38 16,0 2-33-16,1-7-42 0,1 4-104 0,1-6-310 16,-3 0-120-16,5 0 89 0,-1-7 39 0,-4 3 56 15</inkml:trace>
  <inkml:trace contextRef="#ctx0" brushRef="#br0" timeOffset="71747.19">28184 11548 952 0,'-4'18'204'0,"4"-8"1"16,3 7-10-16,-2-1 53 0,-1 6-20 0,6 3-16 15,0 2-20-15,-1 1-33 0,1 4-11 16,1 1 1-16,0-1-21 0,3 1 5 0,-3-2-23 15,0 2-15-15,3-5-21 0,-2 4-18 0,1-6-53 16,-2-1-52-16,0 0-86 0,2-2-237 16,-4-4-372-16,-2-2 88 0,0-6 39 0,-2 0 65 15</inkml:trace>
  <inkml:trace contextRef="#ctx0" brushRef="#br0" timeOffset="72080.43">28088 11943 962 0,'0'-3'253'0,"0"3"-7"16,3-14-33-16,1 11-27 0,2-4-14 15,2-1-8-15,5 1-18 0,4-3-18 0,0 2-16 16,4-3 1-16,3 0 51 0,-1 1-18 16,1 0-13-16,2 2-16 0,-3 0-12 0,1-1-7 15,-1-1-9-15,1 1-15 0,-3 2-10 0,3-2-5 0,-7 1-2 16,0 2 2-16,-2 0-13 0,-2 3-80 15,-3-4 1-15,2 6 7 0,-1-2-7 0,-4 3 0 16,-7 0 7-16,14 4 16 0,-11 1 7 0,6 3-14 16,-7 0 14-16,1 3 16 0,2-1-6 15,-3 5-1-15,1-1 22 0,0 3-26 0,0 0 19 16,-2-1-3-16,6 2 2 0,-4 0 6 0,1 0-3 16,-1-3-3-16,3 5-12 0,-2-1 12 15,3-1-9-15,-3-1-24 0,2-1-23 0,-2 0-54 16,2-4-48-16,-2 2-102 0,5-3-513 0,-4 1 42 15,0-6 50-15,-3 0 54 0,1-5 75 16</inkml:trace>
  <inkml:trace contextRef="#ctx0" brushRef="#br0" timeOffset="72880.23">28809 11858 680 0,'0'17'241'0,"0"-1"-8"0,0-1-26 0,4-3-7 15,-4 1-21-15,3-3-2 0,0 4-21 0,-2-3-8 16,2-1-7-16,3 3-10 0,-2-4-19 0,2 1-2 16,-1-2 0-16,5-1-2 0,-1 0-19 15,1-4 19-15,-2 0-16 0,2 0-13 0,4-3-9 16,-4-3-6-16,0 0-3 0,1 0 11 0,-1-4-31 16,0 0 12-16,-3-3 65 0,0-5-8 15,0 0-20-15,-7 0-1 0,0 1-17 0,-3-3-5 16,-1-2 2-16,1 1-13 0,-5 1-74 0,1 5 8 15,-2-4 10-15,-2 2-5 0,4 3-18 16,-3-1 2-16,3 2 6 0,-3 5 17 0,3-2 1 16,1 1-8-16,-1-2-3 0,3 1-2 0,-3 4 0 15,4-3 12-15,1 5-14 0,-3-6 17 16,5 7-5-16,0-5 2 0,0 5-7 0,7-7 15 16,4 1-15-16,-2 3-2 0,3-1 7 0,1 1 10 15,0 1-15-15,8-1 10 0,-2 1 0 0,2 2-3 16,0 2 9-16,3 1-19 0,0 2 5 15,3 2 3-15,1 3-2 0,-1-2 4 0,2 8-2 16,-6 0 0-16,0 1 3 0,-2-1 5 16,-1 4-3-16,-6 0 0 0,0-3-3 0,-7 1-2 0,4 2-5 15,-9-5 26-15,5 2-11 0,-5-2 3 0,-2-2-13 16,0-1 46-16,-2 1-38 0,-2-3 35 16,4-1-17-16,0-1 20 0,-3-1 18 0,3-4-26 15,-2 3 13-15,2-6-7 0,-5 0-24 0,5 0 6 16,-6-13-13-16,6 3 12 0,0-1-20 15,0-5 3-15,0-7-5 0,3-2 17 0,5-5-10 16,-3-1-10-16,6-3-7 0,-4 2 7 0,6 1-10 16,1-1 7-16,-1 6-2 0,5 2 2 15,-5 6 3-15,1 1 3 0,-1 2-6 0,1 7-12 16,-3 4 17-16,2-1 4 0,1 5 1 0,-1 2-14 16,1 5 12-16,-2 5-10 0,1 1 7 0,0 2 3 15,-3 3-2-15,4 4-8 0,-1-2 15 16,1 4-10-16,-1 1-3 0,2-1 11 0,-2 1 0 0,0-2-3 15,1-4 0-15,-3-1-5 0,3-1-5 16,-1-1 2-16,1 0 3 0,0-1-23 0,-2-4-38 16,3 2-34-16,-2-6-38 0,4-2-128 0,-3 2-533 15,3 0 14-15,-3-6 53 0,-3-1 97 16,-1 0 49-16,-1-7 67 0</inkml:trace>
  <inkml:trace contextRef="#ctx0" brushRef="#br0" timeOffset="81415.37">19442 14159 675 0,'-3'-3'333'0,"0"-2"-16"0,3 5-30 0,-4-10-13 16,4 8-33-16,-3-4-19 0,3 6-30 0,0-9-10 15,3 3-16-15,-3 3-17 0,4-4-16 0,-1 5-8 16,0-3-20-16,1 1-7 0,0-2-4 15,2 6-14-15,-2-4-6 0,-4 4-18 0,13-3 1 16,-5 3-17-16,-8 0 1 0,16 7-2 0,-6-1-6 16,1 2 3-16,-1 2 0 0,0 1-3 15,1 4-7-15,-1 2-3 0,0 3-3 0,0 0 1 16,-6 0 2-16,3 3-5 0,-1 1-8 0,-3 0 5 16,-3-5-12-16,0 4 7 0,-3 1 3 0,0-3 12 15,-4 4-4-15,1-3-1 0,-5 0-9 16,1-1 4-16,0-3-5 0,-1 1 6 0,-2-1-9 15,3-5 9-15,-1 1-14 0,1-4 6 0,0-2-1 16,-1 0 9-16,4-3-1 0,-3-3-5 16,0-2-10-16,10 0 0 0,-14-5 8 0,4 1-16 15,3-2 16-15,0-2-21 0,1 1 16 0,2-3 17 16,1 3-20-16,-1-1 11 0,1 3-6 16,-1-1 2-16,4-1 4 0,0 0 1 0,0 1 4 15,0 1-6-15,4-2 13 0,0 4-15 0,2-1-3 16,1 0-18-16,0 2 21 0,6-2-6 0,-3 4-2 15,1 0 21-15,3 4-19 0,-1-1 6 16,4 0-3-16,-3 4-2 0,3-3-1 0,-3 0-4 16,3 4-9-16,-4-2-6 0,2 1-19 0,-2-3-3 15,-2 4-22-15,-1-2-24 0,0-3-27 16,0 4-26-16,0-2-19 0,-3-2-40 0,0 0-61 16,3 1-139-16,-3-3-376 0,-3 1 87 0,5-2 56 15,-9 0 80-15,14-7 46 0</inkml:trace>
  <inkml:trace contextRef="#ctx0" brushRef="#br0" timeOffset="81828.47">19750 13941 762 0,'0'0'292'0,"0"0"-15"0,0 0-21 16,21 12-29-16,-12-7-7 0,2 3-15 16,-1 6-20-16,4-3-14 0,3 7-20 0,1 4-8 15,1 0-7-15,-1 3-16 0,9 9-22 0,-6 2 7 16,3 0-24-16,-3 4 17 0,-2 0-14 16,-4-7 1-16,-5-2-16 0,4 13 5 0,-4-8-15 15,-4-3 2-15,-3-8 6 0,-2 6-13 0,-1-5-8 16,-1 0 0-16,-2 1-8 0,-3-2 3 0,2-2-2 15,-7 1-1-15,2-2-12 0,2-2-1 16,-6-2 8-16,2-2-27 0,1 0-60 0,3-5 15 16,-4 2 6-16,1-3 10 0,1-1 8 0,1-1-11 15,-2-1 39-15,3 1-21 0,1-5 1 16,-2 4 12-16,2-3-5 0,2 0 2 0,-2-2-9 16,2 3 9-16,-2-3-7 0,1 2 5 0,5-4-5 15,-6 4-16-15,6-4-14 0,-7 4-50 16,7-4-30-16,-7 2-108 0,4 0-245 0,3-2-287 15,-3 5 41-15,3-5 102 0,0 0 36 0,0 0 66 16</inkml:trace>
  <inkml:trace contextRef="#ctx0" brushRef="#br0" timeOffset="83780.33">20984 13655 734 0,'0'0'259'0,"-3"-5"-19"0,3 5-27 0,0 0-14 15,-4-9-30-15,4 9-20 0,0 0-14 0,0 0-4 16,0 0-11-16,0 0 13 0,0 0-87 0,-6 18 8 15,6-5 5-15,0-1-10 0,3 9 4 16,-3 0 73-16,0 4-6 0,3 4-5 0,1 0 3 16,2 5 0-16,2 4-13 0,2 9-16 0,0-1-2 15,4 3-2-15,-1-4-16 0,4 3-10 16,-3-2 18-16,3 0-1 0,0-5-22 0,1 1 5 16,2-2-10-16,-6-6-8 0,-1-8 2 0,1 6-2 15,-1-2-10-15,1-2-3 0,-4-1 0 16,0-5-5-16,1-1 5 0,-4-1-7 0,0-4 10 15,-1-2-8-15,2 1-3 0,-2-5 11 0,-2 1-16 16,-1-1 3-16,0-2 0 0,1-1-10 0,-1-3 2 16,1 4 10-16,-4-1-17 0,3-5-6 15,-3-2-15-15,1 7-63 0,-1-7-22 0,0 0-43 16,0 0-41-16,0 0-117 0,0 0-495 0,0 0 29 16,-12-9 89-16,9 4 102 0,0 0 47 15</inkml:trace>
  <inkml:trace contextRef="#ctx0" brushRef="#br0" timeOffset="84778.66">21515 13901 908 0,'0'0'318'0,"-1"-4"-29"16,1 4-26-16,0 0-27 0,-7-4-29 0,7 4-17 15,0 0-21-15,-10 15-16 0,7-7-9 0,-1 4-14 16,-2 1-12-16,1 4-5 0,-1 3-16 0,3 1-8 16,-1 2-7-16,-2 2 10 0,5-1-17 0,-2 2-11 15,3-1-8-15,0 1 0 0,0-1 6 0,3-1-11 16,-2-3-23-16,5 2 13 0,-2 0-15 15,5-4 2-15,2-1 2 0,-4 1-12 0,6-6 0 16,-2 2-2-16,2-5 7 0,1-2-3 16,-3 0 8-16,2-1-5 0,4-5-2 0,-3-2-19 15,0 0 6-15,6-5 2 0,-6-1-2 0,3-1 12 16,-3-3-4-16,3-4 4 0,-4-1 1 16,1-3-11-16,-3 0 3 0,-1-4 5 0,-1 1-8 15,-1-3-18-15,-5 0 16 0,0-2 5 0,-3-1-3 16,-3-3-71-16,-3 1-6 0,-2 0 11 0,1-3 2 15,-2 5 5-15,-2 4 16 0,4 2-8 0,-6-1 16 16,2 5-9-16,1-1 6 0,0 3 10 16,-1 5 0-16,1 1 5 0,0 0 1 0,-1 2-1 15,-2 2 15-15,3 3 9 0,-4 4-11 0,4 2 7 16,-4 4 1-16,1 1-8 0,3 3-3 16,-1 2-4-16,1 2 12 0,0 2-3 0,6-1-2 15,-3 0 11-15,3 1-19 0,1-1 5 0,0 4 9 16,6-2-1-16,-3-1 0 0,4-3 2 15,2 3 6-15,2-1 0 0,-1 0-5 0,6-1 20 16,1-1-18-16,2 0 0 0,2-5-12 0,3-1 2 16,-1-1 2-16,4 0-17 0,0-1-26 0,0-5-31 15,2 5-15-15,-1-6-59 0,2 1-99 16,-3 1-155-16,0-1-329 0,-1-1 12 0,-2-1 100 16,-3 0 59-16</inkml:trace>
  <inkml:trace contextRef="#ctx0" brushRef="#br0" timeOffset="85162.01">22068 14366 460 0,'4'17'172'0,"-1"-5"-6"0,0-1 67 0,-3-1-20 16,3-2-22-16,-2 1-16 0,2-2-14 15,-3-1-13-15,0-1-10 0,3 2 19 0,-3-6 17 16,0 6-92-16,0-7 28 0,0 6-21 0,0-6 11 15,0 0-5-15,0 0-18 0,0 0-6 16,0 0-7-16,0 0-2 0,-16-17-6 0,12 3-7 16,-3 1-19-16,4-6 9 0,-1 1 7 0,1-7-10 15,0 0-13-15,3 0 2 0,0 0-2 0,3 7 5 16,0-6 3-16,4 3-10 0,0 1 9 16,0 3-19-16,-1 2 1 0,1 1 1 0,4 3-3 15,-4 1 21-15,3 2-21 0,0 5 11 0,1 1-6 16,-1 2-7-16,-1 3 23 0,5 0-21 15,-3 4 13-15,3 3-5 0,-4 4 10 0,3-1-5 16,1 2-20-16,-1 1 20 0,-2 3 0 0,2 0 2 16,-3 0-25-16,1-1 8 0,-1 3-3 15,0-2-20-15,1 2-34 0,-4-4-84 0,3 1-41 16,0-7-177-16,0 6-427 0,-3-3 90 0,4-3 60 16,-4-4 76-16,-1-2 47 0</inkml:trace>
  <inkml:trace contextRef="#ctx0" brushRef="#br0" timeOffset="85862.39">22503 14330 893 0,'3'-9'340'0,"3"-3"-33"0,-2 4-40 16,-1-2-22-16,3 2-27 0,-1-3-8 15,-2-2-23-15,1 5-13 0,-1-3-18 0,-3-3-18 16,3 4-10-16,-3-1-13 0,-3-3 6 0,3 4 1 15,0-5-29-15,-3 7-75 0,2-1 7 16,-5 1-2-16,2 0 8 0,0 6-11 0,1-3 11 16,-4 3-10-16,7 2-6 0,0 0 0 0,-20 9 6 15,13-2-1-15,3 1 6 0,-5 2-6 16,5 5-9-16,-3-1 1 0,4 0-4 0,2 1 0 16,-2-3-1-16,3 1-4 0,3 1 10 0,-2-3 2 15,2 3 3-15,0-4 0 0,5-1-5 0,-2 0-13 16,1-2 5-16,3-2-3 0,-2-2 6 15,5-2 0-15,-3-1-1 0,1-1-4 0,-1-2-3 16,3-1 0-16,-3-3 8 0,-3 4 2 0,0-4-10 16,4 3 5-16,-5-1 3 0,-2-1-6 15,2 5-7-15,-2-2-13 0,3-1 5 0,-7 4 6 0,0 0 7 16,0 0-3-16,13 7-2 0,-10 0 0 16,1-1 15-16,-1-1 0 0,0 3-12 0,2-1-3 15,-2 3-3-15,1-3 6 0,-1 1 14 16,4-1-12-16,-1 1-2 0,1-2 9 0,0-2-7 15,-3 1 0-15,6-3-7 0,0 1 2 0,-3-3 15 16,0 0-5-16,3 0 0 0,-10 0 0 16,20-2-5-16,-13 1 3 0,0-1-13 0,3 1 15 15,-3-3-8-15,0 4 8 0,0-1-10 0,3 0-3 16,-10 1 14-16,13-2-6 0,-6 2-8 0,-7 0 0 16,15 2 6-16,-9-1-6 0,1 0 5 0,0-1-2 15,0 5 10-15,0-3-15 0,-1 1 2 16,-2-1 11-16,3 1-6 0,-7-3 11 0,13 2-5 15,-9-1-6-15,2 4 6 0,-6-5-1 0,11 0 6 16,-11 0-5-16,13-5-3 0,-9 4 7 0,2-4 1 16,2 0-6-16,-2-2 4 0,-2-1 1 15,-1-1-7-15,1 0 10 0,-1-3 3 0,0 0 0 16,-6-3-5-16,3-2-1 0,-3-1 9 0,-1 0-11 16,-3-4-3-16,-2 1 6 0,1-1 5 15,-2 1 0-15,0 0-6 0,-1 2-12 0,1 2 0 16,3 3 5-16,-3-1-2 0,0 5 14 15,3-3-14-15,1 3-11 0,-2 4-10 0,3 0-26 16,-3 3-63-16,1 1-75 0,1 2-210 0,6 0-437 0,-11 0 109 16,11 0 85-16,0 0 29 0,0 0 73 15</inkml:trace>
  <inkml:trace contextRef="#ctx0" brushRef="#br0" timeOffset="86078.9">23312 14028 867 0,'7'-4'338'0,"4"1"-108"0,-4-2-12 0,6 3-16 16,-2-4-33-16,5 1-2 0,-3 1-27 0,5-2-17 15,-1 3-13-15,-3-3-2 0,3 3-16 0,0-2-54 16,0 2-56-16,0 1-63 0,-3-3-109 0,3 4-447 15,3-5 15-15,-6 5 30 0,3-2 50 16</inkml:trace>
  <inkml:trace contextRef="#ctx0" brushRef="#br0" timeOffset="86645.05">23965 13583 883 0,'0'0'289'0,"0"0"-28"16,0 0-10-16,-10 17-39 0,7-9-15 16,0 5-25-16,3-1-6 0,-1 1-20 0,1-1-8 15,0 4 57-15,0 1-26 0,1 1-10 0,-1 1-21 16,3 0-15-16,0 0-11 0,2-2 3 0,-3 1-17 15,4-1-9-15,-2-1-17 0,3 1-8 16,-3-2-8-16,5 0 8 0,-5-3 0 0,5 1-15 16,-1-3-3-16,-1-3 8 0,0 1-8 0,4-2-21 15,-2-2 11-15,1-4-15 0,0 2-62 0,1-2 0 16,-1-2 7-16,0 0 1 0,1-4 13 16,2-1 7-16,-2-3-2 0,-1 0-3 0,-3-5-5 15,2 4 7-15,-1-4-4 0,-4-3 10 16,2-1-3-16,-3-3-15 0,-3-1 25 0,-3-2-12 15,3 0-16-15,-6 0 16 0,2 0 4 0,-2 0 14 16,-2 4-13-16,1 0 17 0,1 6-9 0,-1 3-6 16,-1-1 0-16,-1 3 8 0,-1 2 6 0,-1 3-9 15,1 3 0-15,0 2-2 0,-1 2 5 16,1 3-2-16,0-1 2 0,-1 0-3 0,1 6 3 16,0-2 3-16,4 1-3 0,-2 3-5 0,2-2-3 15,2 1 13-15,4 0 0 0,-3 2 3 0,3-1 5 16,3 2-8-16,0-1 8 0,1-1 2 15,2 3-5-15,2-3-5 0,-1 1-7 0,3-3 2 16,4 4 15-16,-4-3-20 0,3-3 0 0,4 4 0 16,-4-5-34-16,2-2-12 0,1 2-26 15,2-4-28-15,-2 2-38 0,-1-2-100 0,-2-1-44 16,4 0-481-16,-3-2 82 0,0-2 49 0,-1 0 46 16</inkml:trace>
  <inkml:trace contextRef="#ctx0" brushRef="#br0" timeOffset="88311.46">24427 13843 1146 0,'0'0'315'0,"-11"-2"-28"15,11 2-42-15,-11 7-22 0,2 0-5 0,5-3-106 16,-5 3 1-16,5 5-11 0,-3 1-12 16,0 1 5-16,3-1-21 0,-2 2 5 0,3 0-10 15,3 1-5-15,-3-4 3 0,6 3-8 0,-3 0-13 16,3 1 0-16,3-1-5 0,-2 3 0 16,3-2-10-16,0 0-1 0,3-4 6 0,0 3-8 15,1-6-10-15,2 1 3 0,0-2 4 0,1-2-4 16,-3-4-6-16,3 0 8 0,-4-2-2 15,3 0-1-15,-2-4-12 0,-1-2 10 0,0-1-13 16,1 1 8-16,-5-4-8 0,-2 0-13 0,-1-5-2 16,0 0-11-16,-3-5 1 0,-6 3 2 0,2-6 10 15,-2 2-5-15,-1 0 1 0,-1 3 4 16,-2 1 3-16,1 2 13 0,-2 3-6 0,1-1-7 16,0 3 2-16,-1 2-2 0,-2 5 5 15,3-1 3-15,-4 2-3 0,4 2 10 0,-2 2-2 0,0 5-3 16,2-1 0-16,2 1 0 0,1 3-10 15,1 0 15-15,-1 0 13 0,4 3-15 0,3-1-5 16,3 1 9-16,-3-3 11 0,7 5-2 0,-4-3 10 16,7 2-8-16,1-3-5 0,-1 0-18 15,0-1 7-15,4-2-4 0,3-1 12 0,0-3 3 16,1-2-8-16,1 2 1 0,-1-3-4 0,-1-2 9 16,3-3-1-16,1 1-2 0,-4-4-6 15,4 0 4-15,-1-3-6 0,-3-1-8 0,1-3 1 16,-5-3-19-16,1 1 26 0,-4-3-18 0,0-4-15 15,0-2-10-15,-6 2-3 0,-1-4-10 0,-3 2 12 16,0-1-2-16,0 0 8 0,-3 1 10 0,0 2 36 16,1 4-26-16,-4 2 23 0,3 1 13 15,3 3-17-15,-3 2-1 0,-1 2-3 0,1 4 1 16,0 1 7-16,-1 3-2 0,4 1 2 0,-11 5-2 16,8 2-8-16,-1 1 15 0,3 4-7 15,-4 1 4-15,5 4 1 0,-3 1-3 0,3 3 6 16,3 3-1-16,0-2 6 0,1 3-6 0,2-2-2 15,2 2 2-15,-1 0-12 0,2-2-3 16,-2-4 13-16,7 1-19 0,-4 0 14 0,4-2-8 16,0-1 8-16,-1-3-6 0,1-2-7 0,1 0 13 15,-2-3-6-15,3-2-2 0,2-3-2 0,-2 2 2 16,0-5-10-16,-1-1-1 0,2-1 6 0,-3-3-8 16,3 2 13-16,-3-5-12 0,3 4 9 15,-4-6-5-15,2 1 8 0,-4-1-7 0,-2-3 12 16,1 2-8-16,-3 1 1 0,0 0-1 15,0-1 1-15,-1 1-6 0,-5-3 13 0,2 6 3 16,0-1-1-16,0 1-7 0,-3 0 8 0,0 6-16 16,-6-3 6-16,6 3 4 0,0 0 6 0,-18 8 0 15,9-1-1-15,-1 0 4 0,-1 4-4 16,1-1 1-16,3 0-3 0,-4 4 11 0,4-3-11 16,1 2 2-16,1-2-9 0,0-3 7 0,-2 6-3 15,6-5 6-15,-2-1 10 0,3 0-10 0,0-4 2 16,3 3-25-16,-2-1 20 0,6-2 0 0,0-2-15 15,-7-2 2-15,13 0 8 0,-13 0 3 0,18-6 7 16,-7 0-10-16,-2 2 5 0,4-5 0 16,-3-3-8-16,1 2-4 0,-1-6 4 0,-3 0 3 15,0-3 0-15,3-3-25 0,-6-2-1 0,-1 2-5 16,-3-6-5-16,0 2-7 0,0-9-6 16,-6-1 6-16,-1-11-8 0,-1 6 10 0,1 8 10 15,-2 1 33-15,-2 6 1 0,4 1-11 0,0 4 19 16,-2 5 4-16,1 3-15 0,1 1 5 15,-2 7-2-15,2 3 2 0,3 3 2 0,-3 2 11 16,0 5 11-16,4 5-9 0,0 1 24 0,3 4-27 16,0 1 9-16,3 3 10 0,0 3-13 0,4-3 10 15,1 9 8-15,2-5-20 0,1 4-16 16,1-3 2-16,-1 1-1 0,2-5-6 0,4 2-13 16,-3-2-33-16,3-2-36 0,0-2-62 0,0 2-296 15,-1-6-220-15,-1 2-44 0,-1-8 26 0,-4 0 91 16,3-9 60-16</inkml:trace>
  <inkml:trace contextRef="#ctx0" brushRef="#br0" timeOffset="88563.68">25131 13162 852 0,'7'27'287'0,"-4"-1"-21"0,0 0-15 0,5 8-16 16,1-1-30-16,2 17-18 0,6 0-11 15,-4 0-19-15,5 0-14 0,-2 0-13 0,-1 0-20 16,5 1 6-16,-6-1-24 0,6 0 5 0,-6-1-5 16,3-2-18-16,-3-4-2 0,-4-7-28 15,0-4-42-15,-6 1-33 0,2-1-84 0,-3-5-197 16,-6-2-484-16,0 0 110 0,-7-2 64 15,-7-6 51-15</inkml:trace>
  <inkml:trace contextRef="#ctx0" brushRef="#br0" timeOffset="91677.66">20892 13776 642 0,'-4'-4'179'0,"4"4"-10"16,0 0-18-16,0-6-10 0,0 6-16 16,0 0-9-16,0 0-19 0,0 0-10 0,0-7-16 15,0 7 9-15,0 0-8 0,0 0-6 0,0 0-22 16,0-4 17-16,0 4-30 0,0 0 10 15,0 0 7-15,-3-6-4 0,3 6-6 0,0 0 3 16,0-6-5-16,0 6 2 0,0 0-9 0,0-4 1 16,0 4 4-16,0 0-24 0,-3-8 18 15,3 8 5-15,0-7 3 0,0 7-8 0,0-8 16 16,0 8-11-16,0-4 18 0,0 4-2 0,-1-6-8 16,1 6 2-16,-3-7 11 0,3 7-95 0,0 0 46 15,0-8-15-15,0 8 10 0,0 0-13 16,-3-2-7-16,3 2 17 0,0 0-5 0,0 0 3 15,0 0 3-15,0 0-1 0,0 0 3 0,0 0-2 16,0 0 17-16,-3 16-10 0,3-12-5 16,0 3 8-16,0 3 2 0,3 1-2 0,-3-1 5 15,0 1-19-15,3 3 99 0,-3-3-14 0,4 4 0 16,-4-4-17-16,6 6 2 0,-3-2 0 16,-2 0-3-16,6 0-10 0,-3-2 6 0,-1 4-4 15,3-2-4-15,-2-1-13 0,2-1 2 0,-3 2-10 16,-2-1 16-16,6-2-8 0,-3 3 2 0,-1-2 3 15,0-1-13-15,1 1 0 0,-1-1-7 16,0 1 17-16,0-2-17 0,-1-1 4 0,4 4-2 16,-3-3 0-16,1-1 6 0,-1 3-17 0,0-3 6 15,1 0 3-15,-1 3 2 0,4-4-8 16,-6 1-7-16,5-2 2 0,-3 4 3 0,1-3-3 16,2 1 3-16,-3 1-8 0,1-3 8 0,0 2 2 15,0-3-5-15,-1 1-10 0,0 4 8 16,1-3 0-16,-1 0 5 0,0 0 5 0,0 1 2 0,1-2-10 15,0 2-10-15,-1-3 5 0,1 1 18 16,-1 0-23-16,0 0 8 0,0-1 2 0,1 0-12 16,-1-1 25-16,1 1-3 0,0-1-20 0,2 0 8 15,-5-1 5-15,2 3-6 0,3-3-1 16,-3 0-14-16,1 0 16 0,-1-2-8 0,2 4 7 16,-2-2-7-16,0 0 13 0,1 0-18 0,-1-2 7 15,0 4 6-15,0-3-5 0,1 0 10 16,-1 2-21-16,1-3-2 0,0 4 20 0,-1-2-15 15,0-2 15-15,0 2-13 0,-2 0 6 0,2 1 5 16,3-4-1-16,-5 4-7 0,2-2 0 16,4 1 5-16,-7-2-2 0,4 4-11 0,-1-3 11 15,0 0 2-15,1 2 5 0,-1-2-10 0,0 3 0 16,1-1-2-16,0-2-9 0,-1 3 27 16,1-1-3-16,-1 0-8 0,3 0 0 0,-5 1-3 0,5 0 11 15,-3-1 0-15,5 3-18 0,-5-5 18 16,1 7-11-16,2-5 6 0,-3 1 5 0,1 1-13 15,-1 0 10-15,5 1-10 0,-5-1 8 0,0 0 15 16,1 1-16-16,2-1 11 0,-2-1-2 16,-1 3-9-16,4-3 1 0,-6 1 7 0,2 0-22 15,3 0 9-15,-5 0-7 0,5 1 20 16,-3-1-2-16,0 0-5 0,2 0-8 0,-2-1-3 16,0 2 8-16,1-4-2 0,-1 2 5 0,0 1-16 15,-2-2 13-15,2 1 16 0,0-3-29 0,0 1 18 16,-3 2 3-16,5-3 5 0,-5 2-18 15,3-3 2-15,0 4-9 0,0-6 12 0,-2 6 3 16,2-1-3-16,-3-6 10 0,3 8-10 0,-3-4 3 16,4 0 0-16,-4-4 4 0,3 6-14 0,-3-6 2 15,0 7-5-15,0-7-8 0,3 5 26 16,-3-5-13-16,5 3-13 0,-5-3-18 0,0 6-74 16,0-6-69-16,0 4-256 0,0-4-425 0,3 0 64 15,-3 0 103-15,0 0 58 0,3-13 69 16,-6 4 44-16</inkml:trace>
  <inkml:trace contextRef="#ctx0" brushRef="#br0" timeOffset="93548.99">25082 13139 386 0,'0'0'123'16,"0"0"5"-16,0 0-18 0,0 0 5 0,1-6 0 15,-1 6 3-15,0 0 10 0,4-6-10 16,-4 6-3-16,0 0 8 0,0 0-11 0,0 0 4 15,0-5-6-15,0 5 2 0,0 0-78 0,0 0 17 16,-4-6-26-16,4 6 29 0,0 0-13 16,0 0 15-16,0 0-7 0,0-7 5 0,0 7 2 15,0 0-5-15,0 0-5 0,-1-7-2 0,1 7 2 16,-3-2-3-16,3 2 6 0,0 0-13 16,0-9 5-16,0 9 72 0,0 0-11 0,0-7 5 15,0 7-4-15,0 0-6 0,-3-3-12 0,3 3-6 16,0 0 8-16,-3-5-5 0,3 5-18 0,0 0-5 15,0 0-8-15,0 0 3 0,0 0-13 16,0-8-8-16,0 8-5 0,0 0 0 0,0 0-10 16,0 0-5-16,0 0 5 0,0 0-3 0,0 0 1 15,0 0-9-15,0 0 11 0,0 0 5 0,0 0-13 16,0 0 3-16,0 0-8 0,0 0 18 16,0 0-5-16,6 19-5 0,-3-15-8 0,-2 5 3 15,3-1 10-15,-1 0-8 0,0 2-53 0,1 1-11 16,-1 0 8-16,2 0 7 0,-3 5-7 15,4-2 28-15,-1-1-5 0,-2 1 5 0,0 3 11 16,1 0 4-16,2-2-2 0,-2 0 2 0,-1-2 9 16,0 2-12-16,3 2 12 0,-4-1-1 15,-2-2-3-15,3-1 3 0,3 3 13 0,-5 0-15 16,2 0 10-16,0-1 2 0,0 1-12 0,-2 1 4 16,2-3-2-16,1 1 11 0,0 0 4 0,-1 2-15 15,-3-3 6-15,3-2-9 0,2 1 3 0,-3-1 18 16,-2 2-18-16,3-3-2 0,0 3 0 15,1-3 4-15,0 2-9 0,-1-1 12 0,1 3 5 16,2-3-5-16,-3 0-20 0,1-1 8 0,-1 2 7 16,4-1 8-16,-3 1-16 0,2-3 6 15,-2 0 4-15,-1 2 1 0,1 0-5 0,2-4-6 16,-1 2 3-16,-2 1-5 0,0-1 18 0,3 1-6 16,-2-3 1-16,-1 2-8 0,1 1 10 0,-1-2-12 15,4 1 14-15,-6-1-17 0,5 0 16 16,-3 0-9-16,-2-1 1 0,2 2-8 0,3-2 2 15,-3 4 3-15,-2 0 0 0,3-4 8 0,-1 2-1 16,1 1-9-16,-1-1 7 0,0 1 10 0,-3-3-2 16,4 2-3-16,-1 1-2 0,-3-1-11 15,3 1 1-15,0-3 7 0,-2 2-5 0,-1-2 10 16,4 4-2-16,-1-3-8 0,0 1 5 0,-1-3 8 16,0 4 5-16,-2-3-11 0,6 0-7 15,-6 1 0-15,4 1 0 0,-1 0 8 0,0-1-10 16,1 0 7-16,-3 3 0 0,2-2-5 0,3 3 25 15,-5-3-25-15,2 0 6 0,0 1-1 16,2-1 7-16,-3 1-6 0,1-3 1 0,1 2 1 16,-1-2 2-16,-2 3-2 0,2-5 17 0,0 1-7 15,0 1-13-15,-2-1-2 0,2 0 2 0,-3-4 0 16,3 4-5-16,-3-7-13 0,3 8 19 16,-2-5 1-16,-1-3-4 0,0 7-1 0,0-7 4 15,3 6 11-15,-3-4 22 0,0-2-14 0,4 4-7 16,-4-4 3-16,0 4-1 0,0-4-2 0,0 4-15 15,0-4 15-15,0 0 5 0,3 5-16 16,-3-5 4-16,0 0 4 0,0 0-15 0,0 1 10 16,0-1 8-16,0 0-10 0,0 0 2 0,0 0-5 15,0 0 5-15,0 0-4 0,0 0-22 0,0 0 6 16,0 0 7-16,0 0-61 0,0 0-84 16,0 0-29-16,0 0-102 0,0 0-606 0,0 0 114 15,-3-12 49-15,3 12 116 0,-7-6 45 0,3 2 47 16</inkml:trace>
  <inkml:trace contextRef="#ctx0" brushRef="#br0" timeOffset="107658.7">26402 13376 1031 0,'0'-10'343'0,"0"6"-49"0,0 4 3 15,0-7-43-15,0 7-24 0,0-7-17 0,0 7-29 16,-3-7-18-16,3 7-20 0,0 0-8 16,0-4-22-16,0 4-17 0,0 0-12 0,0 0 11 15,0 0-19-15,0 0-7 0,0 0-8 0,0 0-5 16,0 0 2-16,0 0-12 0,-4 21 2 0,1-14 0 15,0 3-5-15,-1-2 0 0,-2 5 0 16,-1-1-15-16,3 2 5 0,-6-2 7 0,4 5-4 16,-5-2-9-16,1 2 11 0,0 3-7 0,-4-2 7 15,4 1-6-15,-4-1-17 0,3 0 3 0,0-3-6 16,-2 2 3-16,3 1 0 0,-3-3 8 16,5 0-1-16,-1-5-79 0,2 5 3 0,0-5 10 15,0 2 5-15,0-1 6 0,4-2-3 0,-2 1 2 16,0-2 3-16,1 2 5 0,2-3 5 0,0 1-5 15,-1 0 0-15,3 1 7 0,5-1 1 16,-2-1-3-16,0 1 8 0,4 1 2 0,2-2 5 16,-2 4-9-16,9-3 12 0,-4 2-5 0,9-2-3 15,1 4 8-15,-1-2-3 0,3 0 11 16,4 0 7-16,3 3-7 0,-1-4-5 0,1 1 9 16,-6-2-6-16,2 2 11 0,1-3-14 0,-5 1 0 15,1 0 9-15,-4-1-7 0,-3-4 3 0,1 4-10 16,-5-1 2-16,1-2 7 0,-4 1 1 0,1-3 0 15,-1-1 7-15,-3 4 8 0,2-3 3 16,-4-2-1-16,4 2 1 0,-5 1-1 0,-4-3-9 16,10 2 4-16,-10-2 1 0,8 1-8 0,-8-1 2 15,0 0-33-15,0 0-38 0,0 0-75 16,6-3-163-16,-6 3-592 0,4-5 103 0,-1 4 71 16,-3 1 72-16,3-10 64 0,2 3 64 0</inkml:trace>
  <inkml:trace contextRef="#ctx0" brushRef="#br0" timeOffset="109611.39">27349 13226 711 0,'0'-8'310'0,"0"8"-36"0,0 0-39 15,0 0 1-15,0 0-26 0,0 0 2 16,0 0-38-16,7 21-10 0,-7-12-16 0,5 1-7 16,-2 7-5-16,0-1-3 0,0 2-15 0,1 6 2 15,2 1-23-15,-2-2 3 0,-1 4-10 16,0-2-6-16,3 0-17 0,-4 0-3 0,1 0 2 16,2 0-9-16,-3 0-11 0,1-3 2 0,3-1-2 15,-2-1-15-15,-1-2 10 0,2-2-13 16,1-3 0-16,-1 2 3 0,-3-5-5 0,4 2-8 15,-2-2-13-15,3-3 0 0,0-1-33 0,-1-1-44 16,-2-5-15-16,4 1-64 0,-2-1-97 0,-6 0-331 16,10-3-191-16,-4-2 96 0,-2 1 35 15,-1-2 63-15</inkml:trace>
  <inkml:trace contextRef="#ctx0" brushRef="#br0" timeOffset="110242.77">27247 13584 765 0,'0'0'281'0,"-6"0"-17"0,6 0-23 16,0 0-31-16,0 0-18 0,-5-4-21 16,5 4-12-16,0 0-18 0,15-14-11 0,-3 10-17 15,0-5-16-15,4 2 3 0,2-5-6 0,2 3-9 16,3-4-26-16,-2 2-16 15,2-1-2-15,-5-1-20 0,3 1-8 0,-1-1-8 0,-3 1-21 16,-3-1-17-16,0-4 5 0,-1 5-3 16,-2-4-2-16,-1 1 0 0,-4 0-24 0,-2-2 16 15,-1-1-2-15,-3 3 12 0,0-3 11 0,-3 1 2 16,3 3 13-16,-3-1 20 0,2 3 11 0,-2 1-3 16,0-2 15-16,0 3-10 0,2 2 3 0,0 5 5 15,-4-1-16-15,5 4 3 0,0 0 11 16,0 0 4-16,-6 15-15 0,4-4 13 0,4 3-21 15,-2 3 16-15,3 5-8 0,0 0 2 0,0 3 4 16,0 3-1-16,-2-2-5 0,5 1 10 16,-3-2-12-16,1 0-3 0,-1 0-8 0,2 0-5 15,-2-3 8-15,0-2-6 0,-3-4 11 0,4 1 0 16,-4-2-2-16,3-4-9 0,-3 2 1 16,3-2 23-16,-3-4-13 0,3 0 2 0,-3-3 0 15,0-4 4-15,0 0-12 0,0 0 4 0,0 0 7 16,0 0-16-16,2-23 4 0,-1 11 9 0,-1-3-15 15,1-2 13-15,2 1-2 0,1 1-22 16,-1-1 6-16,1 1 6 0,-1 1-1 0,1-1-13 16,-1 5 8-16,3 0 8 0,-2 1 4 0,5 1 1 15,-4 0-15-15,2 6 4 0,-1-3 11 16,2 5-8-16,2 0 3 0,-1 5 2 0,2 0-10 16,0 2 8-16,-1 1 7 0,2 6-7 0,-1-3 2 15,-1 4 54-15,2 0 5 0,-1 1-18 16,-1 2 6-16,-1-5-6 0,-2 3-8 0,0 1-27 15,2-2-32-15,-4 2-25 0,4 0-35 0,-5-2-37 16,2-4-66-16,-2 3-169 0,3-5-420 16,-3 0 31-16,-1-2 81 0,4-6 83 0,-4 4 53 15</inkml:trace>
  <inkml:trace contextRef="#ctx0" brushRef="#br0" timeOffset="110575.82">27910 13441 757 0,'7'17'238'0,"-3"-11"-10"0,-1 3-18 16,2 1-21-16,-4 0-20 0,0 5-20 0,5-7-6 15,-4 7-10-15,0-5-23 0,1 4-2 0,-3-3 7 16,3-1-20-16,1-3-19 0,-3 1 17 0,-1 2 1 16,3-3 9-16,-3-1 53 0,0-4-18 15,0-2-10-15,-3 7-13 0,3-7-7 0,0 0-6 16,0 0-12-16,-12-15-3 0,9 8-3 0,-3-7-7 15,4-2-10-15,-3 0-6 0,2-5-2 16,-1 3-11-16,3-2-63 0,-2 0-10 0,3 2 14 16,0-1 4-16,3-2-16 0,-2 4 17 0,3-1-6 15,-1 1 7-15,0 4-3 0,1 0 3 16,-1 3-3-16,4-4 6 0,-4 6-9 0,5 1 1 16,-2-3-13-16,1 6-15 0,3 0-21 0,0 1-33 15,0-1-47-15,0 4-53 0,1 0-61 0,-1 1-134 16,3 5-350-16,-1-2 46 0,1 0 85 15,-2 6 47-15</inkml:trace>
  <inkml:trace contextRef="#ctx0" brushRef="#br0" timeOffset="111230.04">28224 13558 980 0,'0'0'240'0,"0"0"-32"0,0 0-9 0,0 0-9 16,18-8-8-16,-12-1-29 0,-2 2-9 0,6-1-19 15,-3-2-10-15,0 2-10 0,3-9-10 0,-1 7-8 16,-1-5-3-16,-4-1-15 0,2-1 6 16,1 0-6-16,-3 2 77 0,-1-3-6 0,-1 1-17 15,-1 6-10-15,-1-3-6 0,0 3 4 0,0-1-14 16,-1 3-5-16,-4 5-13 0,2 0 11 16,-2 1-21-16,5 3-8 0,-13 2-4 0,3 4-1 15,-1 2 0-15,-2 3-4 0,3 1-12 0,-1 4-4 16,3-1-5-16,-1 6-3 0,2-4 3 0,1 2-5 15,5-3-3-15,-2 1-8 0,3 1 11 16,4-1-9-16,-1-1-9 0,4 1 0 0,0-2 23 16,3-1-11-16,0-3-17 0,4-1 20 0,1-2-6 15,1-1-1-15,3-2-3 0,-4-3 5 0,3 0-11 16,3-5 11-16,-2-1-5 0,2 0-5 16,-1-7 2-16,0-1-8 0,0-1 16 0,-5-1-18 15,4-4-7-15,-7-2-6 0,-2 2-5 16,2-7 3-16,-7 6 2 0,1-4 3 0,-5 3-3 15,2 2 5-15,2 2-2 0,-4 1 7 0,-1 1-4 16,0 3-1-16,0 1 0 0,-1 0 1 0,1 5-9 16,-2-1 9-16,2 6-6 0,0 0 13 0,0 0-8 15,0 0-2-15,0 0 5 0,-8 17-3 0,9-9-2 16,0 7 2-16,2 0 3 0,2 1 10 16,1 3-13-16,0 1 6 15,1 1-8-15,0-2 7 0,4 6 8 0,-2-4-5 0,-2 0 0 0,0 2 3 16,3-1-8-16,-6-2 12 0,3-2-4 0,-4-1 2 15,2 0 3-15,-3-3-3 0,-2-2 8 16,0 1-1-16,0-3 4 0,-2-1-3 0,-3 1 2 16,2-2 0-16,-4-1 1 0,2-1 2 15,-4-4-3-15,-1-2 5 0,10 0-9 0,-21-2 9 16,11-3-12-16,0 2 10 0,-1-4-21 0,-2-1 16 16,3 1-8-16,2-1-5 0,-1-2 0 0,2 2 0 15,0-2-18-15,0 1-10 0,6-4-28 16,-2 3-26-16,3-1-10 0,0-3-18 0,2 6-44 15,0-9-33-15,7 7-59 0,-4-5-122 0,2 2-446 16,-1 1 71-16,5-1 52 0,-1 1 82 16,0-3 61-16</inkml:trace>
  <inkml:trace contextRef="#ctx0" brushRef="#br0" timeOffset="112625.59">28710 13091 837 0,'3'17'261'0,"-6"1"-5"0,6 6-36 15,3 1-18-15,-4 1-23 0,1 0-15 0,4 5-8 16,-1 2-28-16,-2-2 0 0,2 0-13 16,2-1-12-16,-2-5-11 0,-2 0-5 0,4 0-16 15,-3-2 6-15,1-4-3 0,-4-3-15 0,4-1 3 16,-2-3-3-16,-1 0-16 0,0-5 11 0,3-3 0 15,-5 2-16-15,3-6 3 0,-4 0-13 16,10-7 0-16,-5 0-7 0,0-10 2 0,2 2 2 16,3-5 1-16,-3-3-11 0,3 2 3 15,1 0 3-15,-1-2-14 0,0 5 9 0,4 1-8 0,-4 0 2 16,0 6-13-16,1-1 3 0,-2 6-2 16,-2 2 7-16,7 1 0 0,-7 3 0 0,-7 0 5 15,21 7-5-15,-11-1 11 0,-3 6-11 0,6-1 0 16,-4 1 10-16,-1 1-4 0,3 2-9 0,-4-3 6 15,3 3-1-15,0 0 1 0,-3-1 0 16,3 0 2-16,-3-1-2 0,4-4-1 0,-3 1-1 16,0-2 6-16,-1 2-9 0,4-3 12 0,-1-6-17 15,-1 5-3-15,3-6-1 0,-2 0 19 16,3-3-8-16,-2-1-10 0,-1 2 3 0,0-3 7 16,2 4 10-16,-4-2-15 0,-1-1 10 15,1 2-4-15,-2 2-17 0,-6 0 9 0,10-2 4 16,-3 2 1-16,2 0-3 0,-4 2 2 0,1-2-2 15,-2 5-2-15,3-1-3 0,0-1 5 0,-1 2 5 16,1-1 0-16,-3 0 5 0,2-2-23 0,2 3 29 16,0-2-19-16,-3-1-2 0,1 1 13 0,-6-3-1 15,11 2-7-15,-7-2 6 0,-4 0-6 16,0 0 7-16,13-3 1 0,-8-1-3 0,-3 1 3 16,1-4-8-16,-3 0 0 0,0 1 13 0,-3-6-6 15,-1 4 6-15,-5-9-18 0,2 4 10 16,-4-3 8-16,-2-3-11 0,3 4-2 0,-4 1 8 15,3 1 2-15,-2 2-12 0,2 1 17 0,-2 1-17 16,-1 2-1-16,4 1 6 0,-4 4-3 16,4-1 10-16,0 3-10 0,-1 2 13 0,11-2-16 15,-13 3 3-15,8 3 0 0,-4-4-3 0,8 4 14 16,0 0-6-16,1-1-3 0,1 3 1 0,0-3 7 16,6 0-5-16,-3 2 3 0,5-6-8 0,-2 6 8 15,4-7-1-15,-1 2-2 0,3 1 1 16,1-3-4-16,-2-5 1 0,1 5-3 15,-3-4 7-15,3 0-4 0,1-4 2 0,-1-1-2 0,1 1-1 16,-1-7 6-16,-1 0-8 0,-2-1 13 16,2-5-11-16,-2 1-7 0,-5-3 8 0,2 1-9 15,-1-4 12-15,1-3-14 0,-3-1 3 0,2 5 0 16,-5 0 7-16,2 0-4 0,0 5 17 16,-1 0-10-16,0 2 5 0,-2 3-15 0,0 5-5 15,0-1 13-15,0 4-14 0,3 4 4 0,-3 3 12 16,0 0-5-16,0 0 7 0,0 18 4 0,0-7-4 15,5 6-7-15,-5 6 8 0,2 2-8 16,2 2 0-16,2 4 10 0,1-2-5 0,0 4 11 16,3-1-19-16,0-1 6 0,1-4-11 0,11 13 13 15,-7-12-2-15,4-3 10 0,2-1-24 0,-3-4 16 16,8-1-5-16,0-2 3 0,1-5 0 16,0-5-14-16,-2 1 19 0,6-8-11 0,-5 2 6 15,1-4-8-15,1-5 7 0,-4-1 1 0,0-2-3 16,0-6 0-16,-2-4-10 0,-6-2-11 0,0-5 21 15,-5 1-10-15,-1-4-5 0,-6-2 15 16,-1 5-13-16,0 2 15 0,-3 7 4 0,-3-3-22 16,0 6 32-16,-4 0-16 0,0 2 12 0,-4 5-6 15,-2 4 9-15,-1 3-7 0,-1 3-1 16,-7 2 3-16,2 6-7 0,2 0 7 0,0 1-7 16,2 4-1-16,-1-1 9 0,7 0-11 0,0 1 7 15,2 0 1-15,5 0-8 0,1-3 10 0,0 3-7 16,5-5 2-16,1 3 0 0,4-3-13 15,1-1 16-15,2-2-3 0,3-1 0 0,5-3 0 0,-4-1 6 16,5-2-16-16,-3-3 5 0,4-2 2 16,-1-4-7-16,1-2 10 0,0-3-2 0,0-6-3 15,-2-4 0-15,-1-1-5 0,-2-4 7 0,-2 1-15 16,-4-4 8-16,0-1 10 0,-6-2-10 16,6-14-8-16,-6 6 13 0,-4 4-7 0,0 3-1 15,0 0 3-15,-3 7 15 0,3 4-2 16,-2 4 5-16,0 0-3 0,-5 7-2 0,3 8-8 15,-5 1 12-15,2 7-9 0,-4 6-1 0,-2 5 11 16,0 6 8-16,2 6-19 0,0 4 19 16,2 2-1-16,4 9 39 0,-1 10-46 0,6-7-21 15,3 8 24-15,5 2 22 0,1-3-7 0,2-4-16 16,0 0-5-16,2-2-5 0,6-1 13 0,-7-6-2 16,1-7-9-16,-2-5-14 0,-1-3 19 0,0-4 1 15,-3-1 31-15,0-3-47 0,1-3 3 0,-3-3 10 16,3-2-4-16,-2-2-4 0,1-4 21 15,-7 0-25-15,10-1 2 0,-10 1 5 0,11-4-31 16,-8-1 1-16,2 3-62 0,-3-3-85 0,-2 2-150 16,0-2-569-16,0 5 105 0,0-8 51 15,-7 5 106-15,2-4 65 0,-11 0 65 0</inkml:trace>
  <inkml:trace contextRef="#ctx0" brushRef="#br0" timeOffset="120674.83">21199 15573 872 0,'0'0'295'16,"0"0"-16"-16,0 0-39 0,0 0-20 15,14-12-22-15,-7 9-29 0,6-4-8 0,2 2-18 16,1-1 59-16,2-1-15 0,3 3-23 0,2-4-21 16,-2 2-10-16,6 2-17 0,-6 1-17 15,-1-4-6-15,0 5-32 0,1-1-15 0,-7 2-38 16,3-3-41-16,-4 4-67 0,2 0-67 0,-5 4-153 16,3-1-430-16,-3 0 34 0,-6 2 89 15,-1 0 69-15,1 0 33 0</inkml:trace>
  <inkml:trace contextRef="#ctx0" brushRef="#br0" timeOffset="120891.31">21282 15841 1026 0,'0'0'305'0,"-7"4"-29"16,7-4-5-16,-3 3-109 0,3-3-17 0,0 0-6 15,0 0 4-15,0 0-12 0,0 0-6 0,13 3-7 16,-13-3-18-16,21-2 2 0,-8 1-10 0,4-2-10 15,0-1 13-15,4 0-24 0,0 0-17 16,-1 1 20-16,7-3-28 0,-6 3-12 0,0-2-34 16,-1 1-34-16,1 0-45 0,-5 0-77 15,2-2-103-15,-8-1-168 0,7 3-297 0,-7-2 89 16,4-4 49-16,-7 0 48 0</inkml:trace>
  <inkml:trace contextRef="#ctx0" brushRef="#br0" timeOffset="121124.43">21531 15404 980 0,'-3'-6'340'0,"0"3"-56"0,3 3 1 16,-1-5-40-16,1 5-32 0,0 0-14 0,0 0-19 15,0 0-19-15,0 0-8 0,21 1-19 0,-11 7-9 16,4 1-12-16,6 4 2 0,-2-1-21 16,5 9-12-16,1-1 3 0,7 10-3 0,-10-4-21 15,6 7 11-15,-13-5-24 0,0 2 4 0,-4-2 4 16,-4-1 8-16,-3 1-8 0,-6-1-25 0,-3 3 15 15,-4 0-8-15,-8 12-2 0,-3-4 3 16,-2-3-11-16,-5 1-23 0,-5-4-43 0,-2 0-34 16,1-3-66-16,-1-3-121 0,-2-1-565 0,6-5 33 15,4-6 110-15,6-5 46 0,-2-2 54 0</inkml:trace>
  <inkml:trace contextRef="#ctx0" brushRef="#br0" timeOffset="121741">22670 15074 698 0,'-4'-4'251'0,"4"0"-33"0,0 4-16 16,-3-8-20-16,0 5-34 0,3 3-2 0,0 0-3 16,0 0-20-16,0 0-5 0,0 0-5 15,6 17-3-15,-2-6 0 0,2 3-28 0,1 1 7 16,0 3 1-16,-3 3-31 0,6 0 0 0,-4 2-3 15,2 2-10-15,-2-4-5 0,1 4 5 0,0 0-33 16,4-1-54-16,-5-1-44 0,1 0-132 16,2-1-462-16,-4-4 29 0,-2-3 54 0,1 0 43 15</inkml:trace>
  <inkml:trace contextRef="#ctx0" brushRef="#br0" timeOffset="122991.32">22475 15258 903 0,'-4'-7'274'16,"1"4"-26"-16,3 3-20 0,0-8-33 0,0 1-19 15,4 0 6-15,2 1-39 0,4-5-12 16,4 3-8-16,0-5 48 0,7 1-10 0,-2-1-17 16,6-3-9-16,2 2-7 0,-3-3-7 0,4 0-24 15,-5 1-13-15,-2-1 6 0,2 6-16 0,-5-4 1 16,-1-1-17-16,-3 0-4 0,-1 3-13 15,0-2-5-15,-5 1 2 0,2-1-2 0,-4 5-15 16,-2 2-6-16,-1-2 21 0,2 2-13 0,1 1-18 16,-2 0 3-16,-1 5-13 0,-3 2 10 15,0 0-8-15,0 0 16 0,13 16 0 0,-9-5-3 16,3 4-5-16,0 6 10 0,3 0-7 0,2 2-3 16,0 4 0-16,-2-2 8 0,4 1-10 15,-4 3 2-15,1-2 3 0,-1-1-6 0,0-2 8 16,-4-5-5-16,2 5-2 0,-2-3-3 0,-2-4-3 15,2-2 9-15,-2-2-6 0,-1-1 12 16,1-2-14-16,-1-2 15 0,-2-4-6 0,-1 0 9 16,0-4 7-16,0 0-18 0,0 0 2 0,0 0 6 15,-1-17-2-15,1 8-4 0,0-3-7 0,1 3 10 16,2-2-2-16,0-2 7 0,0 5 3 16,1-2-15-16,2 3 2 0,2-1-2 0,-1 4-11 15,3-1 18-15,-1 4-7 0,2 1-8 0,-1 0 10 16,4 3-10-16,-4 1 2 0,7-1 1 0,0 4-9 15,-3-1 19-15,3-1-16 0,1 2 11 16,-2 1-6-16,2-3 1 0,1 0-1 0,-1 0-5 16,-1-3 8-16,3 1-5 0,-5-2 10 0,1-1 3 15,-1-4-10-15,1 4 14 0,1-7 4 16,-3 2 2-16,0-3-18 0,-4-1 10 0,0 0 13 16,-4-3-23-16,-1 0 2 0,-2-1 14 0,-3 1-11 15,0-1-5-15,0 0 5 0,-3 1-7 0,-1-1 17 16,0 1-5-16,1 5-2 0,0 1-8 0,-1 1 7 15,1-1-1-15,3 6 6 0,0 0-9 16,-17 6 7-16,13 0-12 0,-2 2 12 0,2 1-5 16,4 2 0-16,-3-1-7 0,0 4 9 0,6-3 1 15,-3 3-6-15,3 3 1 0,4-2 10 16,0 0-3-16,4-2-15 0,1 0 2 0,3-1 3 16,1 3 6-16,2-5-4 0,2-2 1 0,1-1 7 15,3-1-15-15,-4-2-3 0,4-4-38 0,-3 0-21 16,3 0-22-16,-4-4-24 0,1-2-33 15,2-1-41-15,-6-1-33 0,-1-2-18 0,-5-5-7 16,-1 5-52-16,-2-5 30 0,-1 2 93 0,1-1 62 16,-3-1 55-16,-2 5 52 0,2-1 26 15,-2 0 27-15,0 3-17 0,0 3-10 0,-2-1-9 16,2 3 6-16,0 0 16 0,-3 3-4 0,0 0-2 16,10 7 1-16,-3 1 4 0,-3 1-10 0,3-1 8 15,-1 5 7-15,-2-1-10 0,6 3-12 16,-6-1-1-16,2-1 5 0,-2 0 1 0,2-1-1 15,-1-4-2-15,-2 5 3 0,0-5 17 0,1 0 13 16,-4-2 31-16,3-1-13 0,-3-5 67 16,0 2-18-16,0-2-13 0,0 0-18 0,0 0 20 15,-13-10-22-15,8 2-11 0,2-3 3 0,-1-5-11 16,-2-1-2-16,3-3-2 0,0 0-29 16,3-3 11-16,-1-1-4 0,2-1-1 0,2 6-8 15,0-1-8-15,0 1-11 0,1 1 6 0,5 1 5 16,-1 6-5-16,-1-3-10 0,3 6-3 0,4-1 3 15,-4 1 5-15,3 7-3 0,1-1-5 16,-1 1 3-16,2 2-3 0,-2 2 0 0,5 1 10 16,-2-1-7-16,2 3-13 0,-2-2 10 0,2 0 3 15,2 0-6-15,-6 1 8 0,5-2-10 16,-4 2 0-16,3-3 5 0,-5 0 1 0,1-2-1 16,-1 0 2-16,3 0-4 0,-5-2-3 0,0-3 5 15,0 1 8-15,1-2-13 0,-2-2 5 0,-2-2-13 16,-1 2 24-16,0-6-4 0,-4 4-17 0,0-2 5 15,0-1 5-15,-3 2-7 0,-3-3 17 16,3 6-15-16,-3-2-5 0,0 3 13 0,-1-1-8 16,1 5 2-16,-4 2-4 0,7 1-1 0,-14 1 8 15,7 2-2-15,-2 5 5 0,1 2-3 16,1 2 0-16,1 1 8 0,-1 2-11 0,3 2-9 16,1-1 7-16,-1 1 5 0,1 0-5 0,6 1-5 15,-3 1 20-15,6-5-13 0,-4 6-2 16,7-4-2-16,2 1-3 0,3 1 2 0,2-2 19 15,2-4-11-15,2 3-31 0,0-5-23 0,3 2-45 16,-1-2-50-16,1-3-122 0,2 1-343 0,2-2-238 16,-6-2 117-16,3-3 60 0,0 1 58 15,-1-4 72-15</inkml:trace>
  <inkml:trace contextRef="#ctx0" brushRef="#br0" timeOffset="123874.34">25233 14789 1075 0,'-6'-6'304'0,"-1"6"-33"0,-3 0-30 16,10 0-13-16,-15 4-26 0,3 0-23 15,1 4-12-15,1 1-24 0,0 4-12 0,-1-1-6 16,1 3-7-16,0 3-13 0,-1-1-16 0,6-1-2 15,-3 1 3-15,5 0-26 0,-1-2-5 16,1 0-16-16,-1-2 14 0,4 2-16 0,4-2 5 16,-1-2-16-16,1 0-1 0,2-3 6 0,1-1 4 15,3 0-16-15,-3-1-8 0,3-2 3 0,0-4-8 16,1 0-7-16,-1-2 15 0,0-3 0 16,-2 2 2-16,3-4-4 0,-6 0-1 0,2 4-5 15,0-2 0-15,0 0-5 0,-4 0 6 0,1 1-9 16,2 0 1-16,0 2 2 0,-6 2-5 0,5-5 5 15,-5 5-10-15,7 0-3 0,-7 0 11 16,0 0 2-16,13 3-2 0,-5-1 2 0,-2 0 0 16,1-2 2-16,3 1-9 0,4 2 4 0,-4-2 4 15,4 1-24-15,-1-2-5 0,1-2 5 16,3 1-16-16,0-3 1 0,-3 4-3 0,3-7 6 16,-3 3 9-16,3-2-7 0,-4-1 7 0,-3 2 11 15,4-3-3-15,-4-1 6 0,-3 2 2 16,4-1-3-16,-4 2 3 0,-1-2-11 0,1 4-4 15,0-1 7-15,0 2-7 0,-4 2 9 0,-3 1 4 16,10 3 4-16,-6 0-12 0,3 4 7 0,0 1 3 16,-4 2 3-16,4 1-9 0,-1 1 6 15,-2-2-3-15,0 4 6 0,2-4 4 0,-5 3 1 16,5-1-6-16,-2-4-2 0,-1 2 3 0,0-2 7 16,2-1 3-16,-3 3-3 0,-1-3 23 0,2-3 10 15,-3 0-17-15,3 0 2 0,-3-4 8 0,3 1-1 16,-3-1-7-16,0 0 8 0,1-13-18 15,-1 9-3-15,3-5 8 0,0-3-3 0,1 3 6 16,-1-3-8-16,5-1-13 0,-2 2 15 0,4-1-5 16,-3 2-18-16,4 0 3 0,-1 1 16 15,1 0-9-15,2 2 3 0,0 0-5 0,1 3 5 16,2-1-7-16,-1-2 7 0,1 5 8 0,-1-3-16 16,5 1-4-16,-3-2 7 0,0 5 2 15,5-6 6-15,-6 4-8 0,1-4 10 0,3 0-23 16,-6 0 26-16,3 3-8 0,-4-4-2 0,2 1-6 15,-3 0 6-15,-3-2-1 0,-3 1 1 0,1 0-3 16,-1-1 2-16,-2 1-9 0,-1-2 2 0,-3 0 17 16,0 1-17-16,0 1 10 0,-3 0 3 15,3 1-8-15,-4-1-8 0,1 3 16 0,-1 1-5 16,-2 3-14-16,6 1 4 0,0 0-4 0,-21 5 17 16,14 2 1-16,1-1 1 0,-2 2-11 15,2 3 8-15,2-3-10 0,-2 9 10 0,4-4 1 16,0-1-6-16,4 3 5 0,-2-1 2 0,1 3-9 15,3 0 15-15,1-1-13 0,3-2-3 16,3 1-5-16,2 2-48 0,2-1-34 0,5-3-55 16,2-1-91-16,0-3-158 0,6 4-379 0,3-4 48 15,-5-5 103-15,2 2 31 0,-1-5 89 0</inkml:trace>
  <inkml:trace contextRef="#ctx0" brushRef="#br0" timeOffset="124573.9">26817 14833 726 0,'0'8'246'0,"0"0"-33"16,0 1-14-16,0-1-27 0,0 6-14 0,0-3-9 15,0-1-11-15,0-2-10 0,0 3-23 0,0-2-3 16,-1-4-14-16,1 2-4 0,0 1-10 15,-3-2 21-15,3-3-3 0,0-3-5 0,0 0-5 16,0 0-21-16,0 0 16 0,0 0-3 0,0 0-25 16,0-25 0-16,0 12-13 0,0-6 5 15,3 1-8-15,-2 1 3 0,2-3 69 0,3-2-23 16,-2 6-11-16,2-3 6 0,-1 3-13 0,1 1-15 16,-2 4 2-16,2 1-13 0,1 2 6 0,2 2-3 15,-4 3-16-15,2 3-9 0,-7 0 7 0,21 3 5 16,-8 4-3-16,1 0 1 0,-1 2-8 15,2 1 0-15,-2 0 0 0,3 3 0 0,1-1 7 16,-3 2-17-16,4-3 7 0,-5 3 8 16,4-4-10-16,-4-1 5 0,2 0-15 0,-2-2 7 15,1-1-5-15,1-3 5 0,-2-1 6 0,0 1-4 16,4-3-1-16,-4-3-4 0,2-2-2 16,-2-1-7-16,3-1-1 0,-4-4 1 0,0-2 15 15,-1 5-8-15,-1-3-8 0,-3 1-2 0,0 2 13 16,3 1 4-16,-6 0-14 0,2 3 2 15,-2 1-8-15,-4 3 13 0,7-2 3 0,-7 2-8 0,7 9-3 16,-3-3 1-16,-1 0 17 0,3 3 6 16,-2 1-16-16,4-2 0 0,-2 3 8 0,1-3-13 15,3 6 10-15,2-4-10 0,-2-1 5 0,1 0 5 16,1-1-10-16,1-1 8 0,4-1 0 16,-3-4-11-16,-1 0 16 0,4-4-13 0,1 0 5 15,1-3 3-15,-4-3-3 0,3 1-3 0,-5-1 9 16,3-5-6-16,1-3-3 0,-6-1 3 15,-1-5 8-15,-3 1-20 0,0 0 19 0,-4 1-9 16,-3 0 10-16,0 2-6 0,0 1-7 0,-6 2 18 16,-1 3-13-16,-1 2 8 0,-2 1-3 0,-7 1-4 15,3 4 1-15,-6 4-4 0,0 0 5 16,-1 0 2-16,-3 7-15 0,0-1 12 0,1 3 4 16,0 0-9-16,0-1 3 0,4 3 0 0,1 1-5 15,2 1-18-15,1 0-23 0,2-1-53 0,2 1-152 16,4-1-627-16,1 4 52 0,-1-3 99 15,0-3 77-15,0-1 64 0,4-1 92 0</inkml:trace>
  <inkml:trace contextRef="#ctx0" brushRef="#br0" timeOffset="125407.83">28802 14373 911 0,'6'18'281'0,"-5"-6"-48"16,-1 0 3-16,4 1-103 0,-4 0-13 0,3 4-2 16,-1 3-13-16,-1-1 7 0,0-1-40 0,-1 0 0 15,3 0-6-15,0 1-9 0,0-5 4 0,-3 1 1 16,1 0-9-16,-1-3 1 0,0-1-16 16,3-1 11-16,-3-2 23 0,0-1 7 0,3-3-12 15,-3 2-16-15,0-6 5 0,0 0 0 16,0 0 16-16,0 0-33 0,0 0-6 0,-3-26 8 15,3 13-16-15,3 0 1 0,-3-1 15 0,0-2-21 16,3-1 14-16,-2 2-11 0,3 3-8 16,-1-1-2-16,-3 4-11 0,6 1 4 0,-2 0-4 15,2 3 3-15,-2 3 5 0,-4 2-10 0,17 0 6 16,-10 5 1-16,3 1-7 0,4 3 5 16,-4 0 0-16,4 2-7 0,-2-1 12 0,-1 4-12 0,0-3 9 15,1 4 9-15,-4-2-4 0,3-2-1 16,-4 0-4-16,0-3-14 0,-1 3 17 0,2-2 0 15,-5-4 8-15,3 2 18 0,-5-2-13 0,2-2-5 16,-3-3-10-16,0 0 79 0,0 0-11 16,0 0 1-16,0 0-3 0,-3-23-12 0,1 12-8 15,0-6-8-15,-1 0-3 0,3-2 1 16,0-2-16-16,0 2 3 0,0-2 7 0,3 3-10 16,0 1 3-16,1-1-6 0,-1 3-4 0,1 2 4 15,3 1-12-15,0 2 3 0,3 3-1 0,0-1-2 16,1 8-6-16,-1-2 9 0,4 2-6 0,-1 2 11 15,0 5-6-15,4-1 0 0,-3 3-10 16,0 2-2-16,1-1-13 0,-2 4 12 0,0 1 6 16,1 0-3-16,-4-2 3 0,0 5-6 0,1-3 6 15,-4 2-18-15,2-1-44 0,-5 0-28 16,5-2-100-16,-4-4-161 0,-2 2-519 0,1-1 68 16,2-3 118-16,-3-2 44 0,-2 1 44 0,-1-6 63 15</inkml:trace>
  <inkml:trace contextRef="#ctx0" brushRef="#br0" timeOffset="126024.15">29401 14633 980 0,'10'-11'220'15,"-1"-2"-28"-15,1 5-3 0,-5-2-9 0,5 2-19 16,-3-2-8-16,3-1-14 0,-3 0-11 0,3 0-16 16,-3 1-12-16,3-4-5 0,0 3-1 15,-6-3-9-15,4 4-11 0,-5 0-2 0,3-3 0 16,-3 6-6-16,-2-3 6 0,2 2-8 0,-3 1 0 15,3 2-11-15,-3 0-1 0,0 5-16 0,0 0 4 16,-6-4 14-16,6 4-15 0,0 0-1 0,-10 10-5 16,2-4-2-16,5 3 2 0,1 1-12 15,-3 1 12-15,2 2-2 0,0-1-16 0,-1 3 8 16,4 1-15-16,0-4 5 0,3 3 2 16,-2 3-10-16,5-1 16 0,0-2-14 0,1 0 24 15,1 0-13-15,2-3-5 0,9 1-8 0,-7-3 8 16,9 0-11-16,1-3 8 0,0-1 1 15,2-2-11-15,0-4 10 0,-1 0-8 0,7-3 9 16,-2-3-4-16,0-2 1 0,4 0-5 0,-3-3-3 16,-3-3 2-16,-3-4 21 0,0-1-20 15,-6-3 2-15,-1 4-3 0,-5-4 9 0,0 4-1 16,-4 0-13-16,0 3 6 0,-4-2-6 0,0 6 19 16,-3-3-11-16,-3 6-3 0,0-2 9 0,-4 3-9 15,0 3 8-15,0 1-2 0,-3 3 7 16,-4 5-9-16,1-3 9 0,-2 5-5 0,2 3-20 15,-4-2 82-15,7 2-3 0,-2 1-8 0,0 0 3 16,2 0-5-16,3 3-8 0,2 0-2 0,-1-3-24 16,3 0 9-16,3 2-4 0,-1-2-9 15,2 1 12-15,6-2-17 0,-3-1 9 0,5-3-2 16,1-2-13-16,4 2 3 0,0-3 0 0,0-3 8 16,3 0-19-16,0-2 13 0,-3 0 11 0,3-1-16 15,-2-1 6-15,-2 2-4 0,-1-2 9 16,-1 3-19-16,0-2-2 0,-1-1 0 0,-4 4 6 15,2 0-4-15,1-2 8 0,-9 2-17 0,11-1 2 16,-1 1 7-16,-10 0-38 0,13 1-20 0,-6 1-16 16,-7-2-7-16,15 0-21 0,-9 1-41 15,1-1-53-15,-1 3-67 0,-2-1-90 0,5-1-363 16,-4-1-21-16,-5 0 49 0,10-3 67 0,-4-1 61 16</inkml:trace>
  <inkml:trace contextRef="#ctx0" brushRef="#br0" timeOffset="126574.24">30220 14489 447 0,'1'-8'236'0,"2"1"-16"0,1-1-23 0,-2 7 39 16,0-5-9-16,-2 6-22 0,3-1-13 0,-3 1-18 16,0 0-10-16,0 0-21 0,10 8 8 0,-7-2-15 15,1 2-92-15,-1-1-11 0,1 2 5 0,-1 0 1 16,0-2 7-16,-2 2-8 0,2-4-2 16,-3 3 8-16,3-1-6 0,-1 3 5 0,-1-3-12 15,0-3 13-15,2 0 22 0,-3 3-2 16,0-7 92-16,0 7-20 0,0-7-11 0,0 0-4 0,0 0-9 15,0 0-19-15,0 0-9 0,0 0-5 16,0 0 6-16,0-25-11 0,0 11-15 0,3 3-10 16,0-5 2-16,2-2-15 0,-2-2 2 0,1 2 0 15,-1 1-9-15,5 0-4 0,-3 1 8 16,1-1-22-16,-1 6 12 0,2 1-5 0,-1-1-8 16,1 7-2-16,2 0-16 0,-4 1 18 0,-5 3-15 15,16 3 2-15,-8 4 6 0,-1-3 7 16,2 4 0-16,1 2-4 0,-2 1-6 0,-1-1 10 15,0 1-3-15,4 1-4 0,-5-2-6 0,1 3 1 16,3-2 2-16,-1-3 0 0,-4 2 8 16,4-2-3-16,0-1 0 0,-4 1-8 0,6-1 6 15,-2-4 5-15,0 3 2 0,2-5-13 0,-3-1 8 16,2 0-2-16,1 0-1 0,-1-4 4 0,0 0-1 16,4-6-8-16,-4 1 1 0,0-4-6 0,-2-1-2 15,2-7-1-15,1 3 6 0,-6-4 5 16,3 4-10-16,-2 0 7 0,-2 1 9 0,-1 2-1 15,3 3-10-15,-5-1 12 0,3 4-9 0,-1 1 9 16,-3 4-7-16,3 0 11 0,-3 4-6 16,0 0 8-16,0 0-1 0,0 0 1 0,3 22-15 15,-2-11 4-15,-1-1-2 0,3 5-2 0,0-1-1 16,0 2 8-16,1 0 0 0,2 2-2 16,-1-2-8-16,2 2-16 0,4-1-25 0,1 1-69 15,-1-2-82-15,-1-3-220 0,7 0-464 0,-4-3 103 16,1-3 61-16,-2-7 67 0,-2 1 66 0,-1-1 57 15</inkml:trace>
  <inkml:trace contextRef="#ctx0" brushRef="#br0" timeOffset="127323.9">30873 14080 785 0,'0'0'210'16,"0"19"-20"-16,5-10-32 0,1 4-22 0,1 0-8 15,0 4-23-15,3 0-3 0,0 5-17 0,-3-4-11 16,3 5 0-16,-2-3 6 0,1 0-14 0,-2 0-7 16,-1-3-8-16,-1-1 11 0,1 0-1 15,-2-1 11-15,-1-4 7 0,0 4 3 0,-2-5 23 16,-1 0 8-16,3-2 7 0,-3-1-5 0,0 3-36 16,0-5-27-16,-3-2 4 0,3-3-15 15,-2 7 2-15,2-7 3 0,0 0-5 0,0 0-10 16,0 0 13-16,-15-15-11 0,11 5 0 0,3-1 3 15,0-3-13-15,1-4 3 0,0 1 2 0,0 2-10 16,0-3-5-16,1 3-3 0,0 2 5 16,3-1-2-16,-4 1-3 0,5 3-5 15,-3 3 8-15,1-3-18 0,2 8 15 0,-3-4-12 0,4 6 14 16,-6 0-4-16,14 0-3 0,-14 0-2 16,14 7-11-16,-3-6 3 0,-2 7 10 0,-2-2-13 15,3-2 8-15,1 3 13 0,-1 1-10 16,4-1-3-16,-1-4 8 0,-3 4-8 0,1-1 15 15,2-2-10-15,0-2 13 0,-1 1-18 0,-2-1 5 16,4-2 3-16,-1-2-8 0,-3-1 7 16,4-1-12-16,-4 0 10 0,1-4 1 0,-1 1 1 15,0-5-9-15,-1 2-14 0,-4-2 21 0,1-1-2 16,-5 1 5-16,2-1-11 0,0 2-10 0,-1 1 18 16,-2 3-2-16,0-2-11 0,0 3-2 0,-2-1 5 15,2 7-3-15,0 0 8 0,0 0-5 16,0 0-5-16,0 0 7 0,-8 22-2 0,8-11 0 15,1 6 0-15,0 5 8 0,2 1-11 0,3 4 8 16,-2 1-3-16,4 5-2 0,1 0 13 16,3 13-8-16,-1-8 0 0,-3-5-8 0,-1 0 18 15,2 1-10-15,1-2-5 0,-5 0 0 0,1 0 23 16,-5-6-26-16,-1-1 8 0,0 0 0 16,0-4 13-16,-4-2-10 0,-2-2 12 0,2-3 13 15,-5 0-28-15,-2-5 26 0,1-2-16 0,-3-5 18 16,-2-2-18-16,1 0 8 0,0-4 3 0,-3-5 2 15,1-3-5-15,1 0 7 0,-1-4 60 0,2 0-1 16,4-3 9-16,0 0-9 0,2 1-10 16,2 0 3-16,2-1-10 0,1 2-3 0,3-3 5 15,3 2-16-15,1 3-9 0,2-2 2 16,5-1-2-16,2 3-19 0,2-2-4 0,1 5-1 16,1-2-22-16,-3 1-19 0,3 1-33 0,0 0-81 15,-3 0-68-15,2 4-257 0,-1-2-431 16,4 2 113-16,-1-4 66 0,-4-1 54 0,3 1 80 15,0-1 56-15</inkml:trace>
  <inkml:trace contextRef="#ctx0" brushRef="#br0" timeOffset="127591.04">31725 13766 1080 0,'-10'8'371'0,"-1"1"-113"0,1-1-17 0,2 9-39 16,-2 1 62-16,-1 4-26 0,3 2-21 0,3 5-27 15,-4 3-16-15,5 1-10 0,1 2-16 16,0 4-4-16,6-1-14 0,-3 0-15 0,5 4-5 16,1 8-20-16,0-10-11 0,-2-5-2 0,6-2-8 15,1 15-10-15,-1-14-15 0,-1-2-16 0,-5-4-67 16,3-3-27-16,-3-2-106 0,-1-5-163 15,-3-1-512-15,-3-2 89 0,2-5 80 0,-2 0 43 16,-4-3 62-16</inkml:trace>
  <inkml:trace contextRef="#ctx0" brushRef="#br0" timeOffset="128307.2">31510 14391 1026 0,'3'-8'356'0,"0"-1"-26"0,1 0-33 0,3-5-39 15,3 3-9-15,6-5-32 0,-1 1-20 0,5 3-23 16,1-4-12-16,1 1-14 0,1 2-20 16,4 0-5-16,-4-1-8 0,-2 4-23 0,3 2-5 15,-3-3-5-15,-4 4-18 0,3 0-2 0,-6 2-6 16,0 1-20-16,-1 2 10 0,1 1 3 16,-4 2-3-16,0 3-5 0,-3 0-11 0,3 3 1 15,-3-1-3-15,-3 6 0 0,2-2 3 0,-2 1-16 16,0 0 8-16,2 1-2 0,-3 4-1 0,1-5-4 15,-1 2-3-15,1-1-3 0,-1 1 10 16,0-4-20-16,2 1 3 0,-5-2-1 0,6 4 1 16,-3-6 23-16,1 1-6 0,4 0-15 0,-3-4-2 15,3 1-67-15,0-3 7 0,-8-1 1 0,19-5 0 16,-12 0 12-16,6-4 3 0,-2-4 16 0,-1-3-11 16,3-2 8-16,1-1 2 0,-1-1 3 15,1 2-3-15,-3-1 14 0,-1 1-11 0,0 5 5 16,-3 1 0-16,-1-1 10 0,-2 6 3 15,3-3-8-15,-3 8-7 0,1-3 12 0,-5 5-10 16,0 0 16-16,0 0 2 0,0 0 2 0,5 15 3 16,-2-6-10-16,-1-1 0 0,-1 4 13 0,0 0-6 15,-1-1-4-15,3 3-1 0,0-1 11 16,0-1-11-16,2-1 1 0,-2 3-1 0,4-3 16 16,-4-3-11-16,4 4-2 0,3-5 8 0,-3-2 2 15,3 2-2-15,0-6-8 0,6 3 3 0,-3-4 17 16,0-4-10-16,3 2 1 0,0-6-4 15,-1-1 1-15,3-5-18 0,-2-3 2 0,2-2-10 16,2-4-10-16,-6-3-23 0,3-1 23 0,-7-3-18 16,7-13 12-16,-6 0-22 0,-2 4 7 0,-5 3 3 15,5-3 8-15,-7 6-1 0,1-3 1 16,-3 5 23-16,0 6 2 0,-3-1 23 0,3 2 0 16,-2 7 6-16,0 1-9 0,-5-1 4 0,4 9-1 15,-4-1 5-15,3 6-5 0,-5 0 14 16,9 3-7-16,-15 10 6 0,6 1 18 0,-2 3-25 15,4 6 9-15,0 5 14 0,0 5-39 0,1 0 28 16,2 3-15-16,1 7-3 0,3-5 3 0,3 7 10 16,1 8-8-16,3 0 8 0,3-3-7 15,-1-1-4-15,3-10 1 0,-1-7 26 0,2 0-19 16,-3-2-10-16,6-2 6 0,-5-6-11 0,-1 2-8 16,4-5-38-16,-7-3-33 0,2-1-205 0,-2-3-584 15,-3-5 111-15,-4 1 61 0,0-5 82 0,0 0 48 16</inkml:trace>
  <inkml:trace contextRef="#ctx0" brushRef="#br0" timeOffset="129506.68">22147 16206 901 0,'0'0'294'0,"0"-7"-13"0,0 7-73 15,0-7-9-15,0 7-4 0,0-7-18 0,0 7-19 16,0-6-2-16,0 6-17 0,0-6-16 0,0 6-16 16,0 0-7-16,0 0-8 0,0 0-13 15,0 0 6-15,0 0-21 0,-7 14 7 0,7-5-14 16,0 1-6-16,3 4 3 0,-3-1-21 0,3 2 11 15,-2 0-4-15,5 2-1 0,2-2-8 16,-2 0-19-16,1-1 1 0,0 2 3 0,3-2-1 16,0-2 3-16,0-2 10 0,1 0-20 0,-1-4-1 15,3 0 4-15,-2 0-1 0,-1-5-2 16,0-1-3-16,4-3 5 0,-4-1 3 0,0-2-16 16,1 0 11-16,-1-6-6 0,-3 1 21 0,3-1-28 15,-6-2 10-15,3 0 0 0,-4 3 3 0,0 0-5 16,1 1-11-16,-1 0 3 0,1 2 5 15,-1 1 2-15,-3 1-7 0,0 2 10 0,0 4-7 16,0 0-3-16,0 0 0 0,0 0 2 0,0 0-2 16,0 0 8-16,4 17 4 0,-4-10 3 0,3 0-12 15,0 2 2-15,0 0-3 0,-2-1 6 16,5 2-6-16,-2-2 3 0,3 1 16 0,0-1-9 16,-1-1-1-16,4-1-14 0,1-1-31 15,2-4-1-15,-2 3-14 0,3-2-10 0,-1-2 7 16,1-3-1-16,-1-1-4 0,1-1 11 0,0-2 0 15,-3-2-16-15,2-1 16 0,-6-2 5 16,3-1 2-16,-3-1 9 0,-1-2-6 0,-2-1-5 16,-1 2 25-16,0-2 3 0,-2 3 34 0,2 3-6 15,1 3 10-15,-4-2-12 0,3 5 5 0,-3 2 0 16,0 3 4-16,0 0 17 0,0 0-4 0,1 22 19 16,2-7-21-16,0 9 18 0,2 2-12 15,0 11-6-15,-2-1 8 0,5 14-6 0,2 0 6 16,0-3 0-16,4 2-13 0,-4-2 0 15,7-3 8-15,-5 0-18 0,-1-9 4 0,0-4-4 16,0-1-10-16,0-5-34 0,-2-2-33 0,-2-5-36 16,0-3-28-16,2-3-92 0,-4-5-151 15,1-4-343-15,-2-2 36 0,-4-1 66 0,0-13 51 16</inkml:trace>
  <inkml:trace contextRef="#ctx0" brushRef="#br0" timeOffset="129756.65">22694 16231 637 0,'3'-19'269'0,"0"5"-34"0,1-1-30 0,2 5-13 16,2 2-18-16,1 1-10 0,-2 0 0 16,4 5-26-16,-1 1-15 0,3 1-8 0,1 3-18 15,0 2 3-15,0 4-16 0,2 2-4 0,-4 3-9 16,4 1-14-16,-6 3 7 0,1-1 2 0,-5-1 1 16,-5 5-6-16,2-3 1 0,-3 2 4 0,-3 0-9 15,-4 1 7-15,0 0 2 0,-1 0-7 16,-4-3-5-16,1 1-3 0,-3-3-8 0,1-1 1 15,2-4-8-15,-2 0-13 0,3-1 2 0,-1-2-32 16,1 1-9-16,4-4-60 0,-2-1-50 16,1 1-91-16,1-3-106 0,6-2-317 0,0 0-48 15,0 0 48-15,0 0 79 0,0 0 54 16</inkml:trace>
  <inkml:trace contextRef="#ctx0" brushRef="#br0" timeOffset="130456.8">23244 16179 883 0,'0'-6'273'0,"0"6"-27"16,0-6-13-16,0 6-18 0,0 0-23 15,0 0-23-15,0 0-8 0,-21 14-15 0,11-5-18 16,-4 3-18-16,1 2-10 0,-1 1 8 0,1 3-19 16,3 0-9-16,-1 1-1 0,1 1-2 15,0 0-18-15,6 0 2 0,-3-3-15 0,4 1-13 0,2-1 21 16,1-3-13-16,1 0-8 0,2-2 3 15,4-1-3-15,-3 0 8 0,5-4-10 0,1-1-3 16,1 0-2-16,0-5-13 0,1-2 2 16,0-4 0-16,1-2-7 0,1 0 0 0,2-7 7 15,-1-2-17-15,-5-4-9 0,3 0-7 0,-2-8-12 16,-1-1-6-16,-4-3-3 0,-2-2-2 16,3 0-2-16,-7-1 12 0,0-3 13 0,0 1-7 15,0 0 9-15,-3 2 4 0,-1 7 9 0,1 3-2 16,2 0 13-16,-2 3 17 0,3 4-7 0,-3 2-10 15,3 5-6-15,-3 3 6 0,3 2-8 0,0 4 5 16,0 2 5-16,0 0-7 0,0 0 7 16,3 22 6-16,0-10-1 0,0 5-2 0,1 5-8 15,3 2 10-15,-3 1 6 0,5 5-21 16,-2-1 10-16,4 1 5 0,2-1-12 0,-3 1 4 16,5-2-4-16,-2 0 2 0,4-2-2 0,4-1 12 15,-4-4 3-15,7-1-13 0,-3-4 8 16,-1-3-8-16,3-2 28 0,-1-4-17 0,-3-4-4 15,2-1-6-15,-3-4-6 0,2-1 12 16,-3-4-1-16,-1-4-14 0,-4 0-2 0,-2-2-21 0,0-1 14 16,-4 0 1-16,-2-1 9 0,0 1-3 0,-1 0 7 15,-3 3-17-15,0 3 17 0,-3 0-12 16,-1 1 13-16,0 4 15 0,-2 2-8 0,6 1-15 16,-17 0-3-16,17 0-12 0,-15 4 7 15,6 0 5-15,2 1 8 0,-1 1-10 0,-1 1 15 16,5-2-15-16,-2 1 12 0,2 1 3 0,1-3-2 15,0 0 10-15,3 2-6 0,0-6-4 0,0 11-3 16,3-8 3-16,-3-3 4 0,6 9-12 16,-2-6 13-16,2 1-11 0,1 2 11 0,1 0-11 15,2-2 3-15,-1 0 11 0,2 0-19 16,-1 0 16-16,1-1-13 0,3-2 7 0,-1 1-10 0,4-1 6 16,-3-2-3-16,3-1-16 0,0 1-30 15,4-5-26-15,1 1-7 0,-4-2-29 0,3 0 21 16,0-4-64-16,-1 0-44 0,-3 0-71 15,-3-3-87-15,3 0-326 0,-4-3 62 0,1-1 49 16,-4-3 43-16</inkml:trace>
  <inkml:trace contextRef="#ctx0" brushRef="#br0" timeOffset="130623.71">24038 15823 696 0,'0'0'245'0,"0"0"-9"0,0 0 53 0,-2 18-12 15,2-8-34-15,0 4-10 0,2 4-28 16,-2 0-3-16,3 7-102 0,0 0-8 0,0 0-8 15,0 3-4-15,1-1-9 0,-1 0-4 0,1 5 2 16,-1-1-23-16,5 2 0 0,-5-6-56 0,3-2-62 16,-2 2-112-16,4-2-297 0,-6-2-226 0,1-6 54 15,1-5 85-15,-4-5 46 0</inkml:trace>
  <inkml:trace contextRef="#ctx0" brushRef="#br0" timeOffset="131272.82">23944 16166 929 0,'-3'-5'320'0,"3"5"-31"0,3-10-20 0,2 8-42 16,1-2-22-16,1 0 0 0,3 1-28 0,4-2-26 15,-1 3-5-15,5-3-18 0,-2 0-82 16,5 1-8-16,0 0 3 0,-1-3-10 0,0 2-8 16,4 0 7-16,-2 0-4 0,1-3-3 0,1 1 3 15,-3 2-8-15,-1-1-1 0,0-3-4 16,-2 2 10-16,-5 0-2 0,4 0-3 0,-6-2-5 15,-1 0-3-15,1 2-5 0,-2 1 3 0,-5-2-3 16,-1 2 15-16,0-1-20 0,0 0 16 16,-3 4-27-16,0 3 16 0,-3-7-12 0,3 7-1 15,0 0 21-15,-13 1-5 0,13-1 12 0,-14 9-7 16,7 0-3-16,0-2 0 0,1 2 6 0,1 1-4 16,-4 0 9-16,6 0-21 0,2 1 15 0,-2 3 6 15,3-3-16-15,0 3 8 0,0-3-8 16,0 3 8-16,4 0-1 0,-1-3-7 0,6 3 13 15,-4-3-12-15,2 0 14 0,3-2-10 16,4 2-12-16,-1-2 22 0,1-3-10 0,0-2-2 16,6 1 2-16,-3-3 11 0,3 0-8 0,-6-2-6 15,7-2 9-15,0 0-6 0,-5-3-8 16,2 1 9-16,-2-2 1 0,-1-2 4 0,1 0-16 16,-5-2 8-16,-1-2-1 0,0 2 3 0,-3-5-17 15,-3-1-11-15,-1 3 0 0,-3-4 8 0,0 3-3 16,0-1 0-16,-3 2-2 0,2-1 4 0,-2 4 11 15,-1-1-7-15,1 2 2 0,0 0-6 16,2 4-6-16,-2-1 4 0,3 6-5 0,-3-2-3 16,3 2 3-16,0 0 8 0,0 0 2 15,0 0 1-15,7 22-9 0,3-11 6 0,-3 3 5 16,3 2 8-16,0 2-6 0,4-2 3 0,-4 6 3 16,4-4 9-16,-4 2-4 0,0 0 10 15,1 0-5-15,-4-1 10 0,2-1-10 0,-5 0-1 16,-1-1 17-16,2-2 4 0,-5-2-13 0,0 1 11 15,-1-3 2-15,-6-1 6 0,0-1-9 16,1-2-4-16,-4-1 5 0,-1-2-6 0,1-1 1 0,-4-3 10 16,3-2-23-16,-9-3-16 0,6-4-28 15,-6 0-45-15,3-4-73 0,0-2-63 0,4-1-177 16,2 1-400-16,4 1 116 0,4 3 15 16,3-3 75-16,3-1 53 0</inkml:trace>
  <inkml:trace contextRef="#ctx0" brushRef="#br0" timeOffset="131523.84">25223 15796 760 0,'-3'15'304'0,"0"-10"-32"15,3 5-9-15,0 2-2 0,0-1-33 0,3 2-23 16,-3 1-23-16,3 2-26 0,1 2-5 0,2 1-13 16,-3-2-28-16,5 4 69 0,-2 0-33 0,1-1-46 15,0 1-67-15,1-2-61 16,3-2-125-16,-3-1-572 0,3-2 1 0,-1-4 86 0,0-2 57 16,-3-4 54-16</inkml:trace>
  <inkml:trace contextRef="#ctx0" brushRef="#br0" timeOffset="131840.17">25452 16026 977 0,'0'9'233'0,"-3"-2"-13"0,2 2-25 16,-2 1-11-16,3 0-23 0,-3-1-12 16,3 1-21-16,-3-2-8 0,3-1-20 0,0-1 0 15,0 0-18-15,0 0 30 0,0-6-9 0,-1 8-14 16,1-8-9-16,0 0-6 0,0 0-5 0,0 0-7 15,0 0-11-15,7-21 0 0,-3 9 0 16,-1-5-7-16,4 1-11 0,-3-7 3 0,2 1 0 16,4 0-3-16,-2 0 0 0,2 2-12 0,-2 5 7 15,-3 0-3-15,6 4-12 0,-4 1-10 16,3 3 22-16,2 4 3 0,-4 0-12 0,5 6 12 16,-2 0-8-16,1 3-2 0,-1 3 13 0,1 1 0 15,-2 3 7-15,4 2-17 0,-4 1 4 16,3 0-2-16,-2 2-15 0,-2 2-3 0,-2-1-25 15,0-3-80-15,-3 1-146 0,0-2-565 16,-1-2 71-16,-3-2 69 0,0-3 67 0,-4-4 59 0</inkml:trace>
  <inkml:trace contextRef="#ctx0" brushRef="#br0" timeOffset="131990.01">25247 15587 665 0,'-8'0'148'0,"8"0"-255"0,-9 9-413 0</inkml:trace>
  <inkml:trace contextRef="#ctx0" brushRef="#br0" timeOffset="132707">26936 15655 936 0,'-7'8'279'0,"0"5"-20"16,0-1-19-16,-2 1-22 0,5 2-13 0,-3 2-21 15,3-1-23-15,-2 1-12 0,4-2-8 0,0 2-21 16,2-4-7-16,0-1-6 0,3 2-12 15,-2-3-8-15,5 2-62 0,1-3-14 0,4-1 1 16,2-2 4-16,1-3-1 0,-1-3 1 0,2 2-4 16,1-6-1-16,-1 2 4 0,1-4 3 15,2-2 2-15,-2-2-2 0,-2-5-8 0,0 0 6 16,-4-4 4-16,0-1-2 0,-6-3 0 0,-1-3-15 16,-3 0-3-16,-3 0 2 0,-1-2 6 15,-6 0 0-15,-1-1-1 0,2 6 1 0,-3 0 71 16,-1 3-10-16,-4 2 1 0,4 4-14 0,0 3 21 15,-5 2-24-15,5 1 1 0,-5 7 2 16,5 0-17-16,-3 7 22 0,-3-1-12 0,5 3-6 16,0 1-9-16,-2 4-4 0,6-2 17 0,2 3-19 15,1 2 5-15,1-2-5 0,3 2-2 0,3-6 10 16,0 6-26-16,6 1 5 0,1-3 13 0,4 0-2 16,5 0-16-16,5-3 3 0,4 3 2 15,5-5-12-15,4 2-6 0,2-2-68 0,0-2-55 16,1-5-168-16,2 4-579 0,1-1 100 0,-2-2 69 15,-6-1 54-15,-3-3 48 0,-5 0 93 16</inkml:trace>
  <inkml:trace contextRef="#ctx0" brushRef="#br0" timeOffset="133940.11">27628 15931 839 0,'2'11'310'0,"1"2"-29"15,0-2-25-15,1-1-18 0,3 1-20 16,-3 0-29-16,-1-3-12 0,3 3-23 0,-2-2-9 16,-1 0-86-16,4-2-20 0,-3 0 17 0,-1-1-12 15,1 0 17-15,-1-2-20 0,0-2 5 0,-3-2-5 16,4 4-5-16,-4-4 12 0,0 0-7 0,0 0-7 16,3-15-11-16,-3 8 7 0,-3-1 1 15,3-3 0-15,-1-2-3 0,-5-3 0 0,3 2 3 16,2 0 15-16,-2-3-18 0,0 3 16 0,6 2-14 15,-3-3 1-15,4-1-3 0,-1 0 3 16,4 3-11-16,5-2 6 0,0 0 5 0,5-1-16 16,0 3 0-16,4 0 6 0,3-4 10 0,2 6-21 15,1-3-10-15,1-1 10 0,0 5-2 0,4 2-3 16,-3-4 8-16,-1 5-3 0,-4-1-2 16,0 0-1-16,-6 3 19 0,-2 1-29 0,0 1 1 15,-3 0 9-15,-3 1-12 0,-5 4 16 0,-5-2-4 16,7 3-9-16,-7 4 12 0,0 1-2 15,-4 2-11-15,-2 0 1 0,-1 2 2 0,2 2 5 16,-7-2 2-16,5 2-9 0,0-1 4 0,0 1 3 16,0 0-5-16,2-2 11 0,0 1-22 15,-1-2 6-15,5 0 18 0,-2-1-3 0,3-1-12 16,3 0 12-16,-2-1-7 0,5-3-1 0,1 2 11 16,2-1-8-16,-1-5 0 0,-1 3 11 0,6-4-14 15,-2-2 3-15,-1 0-7 0,0-3 4 16,4 0 8-16,-4-4-15 0,1-2 10 0,-1-2-17 15,-3-2 12-15,2-3-3 0,-1-4 6 0,-2 5-1 16,-2 2-12-16,2 0 10 0,-2 2-3 0,-1 1 3 16,1 2-2-16,-1 0-3 0,-2 7 0 15,2-2-6-15,-3 5 11 0,0 0-12 0,0 0 6 16,0 0 17-16,10 18-9 0,-5-8-2 16,0 0-7-16,-1 0-1 0,3 4 5 0,2-3 14 15,0 3-14-15,0-3 3 0,1 3-5 0,0-3 15 16,4 0-23-16,-2-2-12 0,1-2-1 0,-1 2-17 15,-1-3-42-15,0-3-35 0,2-3-23 16,-3 0-37-16,1 0-35 0,-1-3-43 0,-1-3-8 16,-1-3-1-16,-1 0 6 0,1-4 54 0,-6-3 35 15,1-3-7-15,0-6 54 0,-3 0-11 0,-3-3 47 16,3-7 30-16,-3 1 13 0,2-4 25 16,-2 2 26-16,0-3 54 0,0 4 13 0,-1 2 38 15,1 5 26-15,0 3 22 0,-1 3-2 16,4 5-40-16,-1 2-1 0,-2 4-10 0,3 4 5 15,0 0-3-15,0 7-9 0,0 0 4 0,0 0 5 16,0 0-14-16,3 32-9 0,-2-17 18 0,3 9-4 16,2 1-6-16,-2 1-20 0,4 7 7 0,-3-3-5 15,3 5-18-15,2-5-4 0,-1 5 4 16,-2-5-5-16,4 1-2 0,-1-2-11 0,4-4-2 16,-4 0 8-16,3-3-16 0,-2-4-3 15,-1-4-2-15,7-1 11 0,-6-4-1 0,2-3-10 16,1 0-8-16,-4-6-4 0,4-3-11 0,-4 0-6 15,3-8 4-15,-2 0-11 0,-4-9 13 16,3 1-10-16,0-5 2 0,-6 1-2 0,3-1 5 16,1-1 2-16,-6 7 3 0,1 0 3 0,0 1 15 15,2 5-6-15,-2-1-1 0,0 1-1 0,-3 6-5 16,3 1 3-16,-3 1-6 0,0 4 3 0,0 0 1 16,0 0-6-16,0 0 0 0,0 0 2 15,2 22-2-15,-1-10-8 0,0-1 11 0,2-1 2 16,0 5 0-16,0 0-7 0,1 0 7 0,3-2-3 15,-3 3 9-15,3-5 1 0,-1 3 1 16,1-3-13-16,2 1 8 0,-4-2-6 0,5-2-4 16,-3-2 10-16,3-2-11 0,-3 3 13 0,3-4-15 15,1-3 5-15,-4 0 0 0,-7 0-13 16,16-3 13-16,-5-4-15 0,-4-1 0 0,3 1-3 16,-3-6 20-16,0 1-17 0,1-1 20 0,-3-1-2 15,-2-2-11-15,1 6 21 0,0-1-24 16,-1 0 14-16,0 0-21 0,-2 1 21 0,-1 3 7 15,3-1-18-15,-3 1 11 0,3 0-3 0,-3 2-10 16,0 0-1-16,0 5 1 0,0-8 5 0,0 8-3 16,0 0-2-16,0 0 5 0,0 0 2 15,0 0-4-15,0 0 4 0,0 0 6 0,-6 18-8 16,6-8 5-16,0-1-3 0,0 1 0 0,0 1-7 16,3-1 5-16,-3 4-5 0,3-3 2 15,-3 1-12-15,5 1-42 0,-3-2-45 0,1 1-83 16,2-3-173-16,1 3-403 0,0-6 73 0,1 1 63 15,-3 1 64-15</inkml:trace>
  <inkml:trace contextRef="#ctx0" brushRef="#br0" timeOffset="134956.31">29124 15730 660 0,'5'-7'228'0,"-5"7"-18"0,2-10-21 0,1 5-20 16,0 1-21-16,1-2-14 0,2-2-9 0,-1-1 0 16,1 2-25-16,0-1 0 0,-2 0-8 15,1 1 64-15,-3-3 3 0,1 0-23 0,1 2-3 16,0-3-18-16,-4 0-10 0,3 0-5 15,-3-3-26-15,-3 4 10 0,3-1 3 0,-1 1-12 16,-2-2 4-16,3 5-99 0,-4-3 12 0,4 5 8 16,-3-1-8-16,2-1 6 0,0 0 9 0,-1 3-12 15,-1 0 0-15,3 4 3 0,0-10-11 16,-3 8 10-16,3 2-2 0,-2-5 8 0,2 5-6 16,0 0 3-16,0 0 3 0,0 0 2 0,0 0-8 15,-16 8 3-15,13-3 10 0,0-1 3 0,3-4-10 16,-4 12-6-16,1-6-2 0,0 1 8 15,1 1-6-15,-3 2 13 0,2 0-10 0,0-1-2 16,-2 1 4-16,2 0 16 0,0-1-10 0,2 0 0 16,-5 3 10-16,6-1-6 0,-3-1 4 15,2 3 2-15,1-2 0 0,-3 0 5 0,3 0-6 16,0 0-6-16,0-1 2 0,4 3 12 16,-4-3-7-16,6 0 13 0,-2 0 5 0,2 0-16 15,1-1-10-15,2-3 6 0,-1 1-1 0,2 1-7 16,1-3 7-16,-1-2-7 0,4 2 7 0,0-4-7 15,3 0 10-15,-1-1-23 0,-1-1 20 0,4-3 3 16,-1 1-16-16,-1-4 1 0,0-1 0 16,4-2 14-16,-4-2-11 0,3-1-1 0,-6-4-3 15,3 1-2-15,-2-3 0 0,-3-1-7 16,-1-1-9-16,-5-3 11 0,5 4 3 0,-6-1 9 16,-3 4-17-16,1-1 7 0,-3 4-2 0,3 2 8 15,-6-1-6-15,3 5 3 0,-3-1 0 0,1 1 0 16,-3 7-2-16,-2-2-6 0,7 3-2 0,0 0 10 15,0 0-3-15,0 0 16 0,-11 12-21 16,12-3 6-16,-1-1-6 0,3 6 18 0,3-3-7 16,-2 6-8-16,5-1 7 0,-4 1 1 0,2 3 5 15,3-2-1-15,-3-1-7 0,0-2-2 16,-1 0 15-16,1 0 12 0,-2 0-15 0,-3-5-7 16,-1 5 7-16,-1-5 0 0,0 5 3 15,-3-5 3-15,-5 3 7 0,1-2 0 0,-3 0-13 16,-4-4-5-16,-3 5-54 0,-5-3-94 0,-7-2-128 15,-5 2-543-15,-1-5 87 0,-6 2 38 0,-3-5 83 16,-4-2 53-16</inkml:trace>
  <inkml:trace contextRef="#ctx0" brushRef="#br0" timeOffset="136173.73">27429 15851 558 0,'0'-10'217'16,"0"6"-27"-16,0 4 9 0,-5-11-9 0,5 5-6 15,-3-1-18-15,0 0-71 0,3-1-13 16,-1 0 7-16,-2-1 11 0,3 1 3 0,-3 1-11 15,3-3 5-15,-3 3 3 0,3-1 77 16,0 3-19-16,0-1-25 0,0-1-10 0,0 0 3 16,0 7-37-16,3-8 1 0,0 6-6 0,-3 2-15 15,0 0-15-15,0 0 15 0,18 9 0 16,-10-1-23-16,0 0 3 0,3 6 0 0,-1-3-1 16,0 6-9-16,4 1-9 0,-1-1 9 0,-1 4-3 15,1-1 7-15,0 1-12 0,-2-1-5 0,5 3-73 16,-3-3 12-16,-2-2 9 0,-1 2 0 15,1-1-2-15,-1-3 8 0,-3 1 2 0,0-4 3 16,4-1 7-16,-5-4 3 0,0 2-6 16,-2-2 9-16,4-1 2 0,-5-1 10 0,3-2 6 15,-2-3-19-15,-4-1 13 0,0 0 0 0,0 0 1 16,19-7 4-16,-17 1-10 0,1 0 0 0,3-5 3 16,-2 0-11-16,-1 1 14 0,4-5-9 0,-3 0 1 15,0-4-3-15,2 0 10 0,1-5 3 16,-1 1-11-16,-2-2 6 0,3-2-8 0,-3 1 10 15,-1-1-17-15,0-3 19 0,1 5-17 0,-1-1 8 16,-3-1-3-16,0 2 10 0,-3 0-15 16,3 3-5-16,-4 1 10 0,1 0 12 0,-4 4-9 15,4 1 5-15,-5-1-8 0,1 5 2 0,-2-1-7 16,2 5 0-16,-1 0 2 0,-1 5-4 16,-1-1 2-16,-1 4 5 0,1 4 7 0,3-1-2 15,-1 4 1-15,-2 1-14 0,4 0 8 0,0 1-3 16,2 0 6-16,1 3-8 0,-1 0 10 15,4-2-13-15,0 3 8 0,4-3 8 0,2 0-8 16,-2 3 5-16,4-2 3 0,3-2-8 0,-3 0 7 16,5-1-14-16,1-1 17 0,0 0-10 0,3-4 13 15,-4 1-11-15,2-3 6 0,-2 1-5 16,3-2-3-16,-5 0-21 0,0-2-17 0,3 1-19 16,-4-3-42-16,0 2-88 0,1-3-218 0,-2 2-375 15,-2-4 83-15,0 3 39 0,2 0 67 0,-7 0 59 16</inkml:trace>
  <inkml:trace contextRef="#ctx0" brushRef="#br0" timeOffset="142971.81">19761 17370 862 0,'0'0'261'0,"-11"-7"-13"15,8 5-27-15,-1-3-11 0,4 5-29 0,-6-8-7 16,2 3-5-16,4 0-23 0,-3-2-26 0,6 2 3 15,-3-1-23-15,3-1 0 0,-2 0 2 0,5 0-27 16,-2 3-6-16,2-3-21 0,2 4 11 0,-2-1-15 16,1 3 7-16,-7 1-13 0,18 1 8 15,-12 4-7-15,4 0-19 0,-3 2 11 0,0 1-8 16,-3 3 3-16,-1 2-3 0,0-1-3 16,0 2-12-16,-2 1 7 0,-2 2-5 0,-2 0-2 15,0 1 74-15,0-1 0 0,2-1-26 16,-5 1 8-16,2-2-10 0,0-1-5 0,1-2-6 15,-3 0-2-15,5-2 3 0,-2 0-1 0,0-2-12 16,3-1-3-16,-3-2 8 0,3 0-13 16,0-5 2-16,0 0 9 0,3 5-24 0,-3-5-10 0,0 0 20 15,0 0-4-15,20-9-1 0,-13 6-7 16,3 1 5-16,0 0-11 0,1-2-4 0,-1 4 4 16,0 0 3-16,4 0-12 0,-4 0 12 15,4 5 2-15,-1 0-4 0,-2 2-6 0,3 1 6 16,-1 0 0-16,1 2 2 0,-1 1 2 15,-3 0-7-15,1 1 8 0,-4 1 18 0,0 1 7 16,-4-1-15-16,3-1 10 0,-6 1 3 0,0-1-13 16,0 1 0-16,-6 1-3 0,2-2 0 0,-5 3 6 15,-1-2-6-15,-1-1 8 0,-2 0-10 0,1-2-3 16,-1-1 6-16,-4 0 4 0,4-3-12 16,-1 0-1-16,-3-1 6 0,-1-2-3 0,5 0-2 15,-4-3-13-15,3 0-10 0,-3-3-21 16,4-1-74-16,-1-3-18 0,0-1-87 0,7-5-108 15,-2 0-309-15,1-3-149 0,5-1 52 0,2-3 91 16,-2-4 47-16,0 1 61 0</inkml:trace>
  <inkml:trace contextRef="#ctx0" brushRef="#br0" timeOffset="143238.64">19900 17216 755 0,'11'4'256'0,"-1"-1"10"15,4 5-18-15,3 3-23 0,0 3-12 0,7 3-8 16,10 8-21-16,0 3-87 0,-3 1-15 16,7 3 5-16,-4 2-5 0,0 3-13 0,0 1-5 15,-3 1 21-15,-3-1-29 0,-1 1-13 16,-7-2 16-16,-3-3 3 0,-7-5-19 0,1 2-7 16,-4 0 0-16,-4 1 0 0,-3-5 0 15,0 2-11-15,-6 2 11 0,-1 0-5 0,-7 0 2 16,0-3-13-16,-3-1-9 0,-11 4-1 0,4-6-15 15,4-4-31-15,-4-4-23 0,-3-4-31 16,6-3-58-16,-2-2-154 0,-1-2-417 0,3-4 48 0,4-2 77 16,-4-2 54-16</inkml:trace>
  <inkml:trace contextRef="#ctx0" brushRef="#br0" timeOffset="144089.27">21599 17168 698 0,'4'-7'228'16,"3"2"-21"-16,-3-2-25 0,5 4-13 0,1-1-10 15,-2 3-29-15,5 2-9 0,4-1-11 16,-3 6 2-16,7 2-12 0,3 3-18 0,-4 2-8 16,7 3-12-16,0 3 4 0,-2-1 1 15,6 10-8-15,-7-3-8 0,-4-5-13 0,0 4 8 16,-6 0-12-16,-3-4 14 0,-1 4-4 0,-4-1-13 16,-2-1-1-16,-4-2 6 0,0 0 2 15,-4-2-2-15,1 1 8 0,-4-1-6 0,-3 0 8 16,-4-1 67-16,1-2 2 0,-1-4-12 0,0-2-19 15,0-1 11-15,-2-3 5 0,-2-2-24 0,5-3-68 16,-5 0-11-16,2-3 3 0,2-4 8 16,0 1 7-16,0-1 1 0,1-2 2 0,3 0 0 15,2 0 7-15,2 1-9 0,2-2 9 0,1 2-15 16,3-4 8-16,3 0-10 0,1 2-3 16,2-2 0-16,5-1-2 0,-1 3 20 0,7-3-21 15,0 1 11-15,1 0-13 0,2 1-5 0,4 3-33 16,0-2-19-16,0 3-22 0,3 0-36 15,-3 0-59-15,3 2-85 0,-3-1-155 0,4 2-313 16,-4 0 46-16,-4-1 59 0,1 0 69 0</inkml:trace>
  <inkml:trace contextRef="#ctx0" brushRef="#br0" timeOffset="144554.97">22156 17183 755 0,'0'-6'248'0,"0"6"-25"16,5-11-24-16,1 5-17 0,1-2-8 0,0 2-18 15,7-3-12-15,-1 2-24 0,1 0-5 0,-1 0-28 16,1 1 8-16,-3 2-16 0,2-1-2 0,1 2-13 16,-7 0-13-16,3 0-7 15,0 1-11-15,-3 0 8 0,-7 2-10 0,10-1-1 0,-10 1-12 16,0 0-2-16,6 4 14 0,-6-4-4 15,-3 8-8-15,3-8-5 0,-6 12-3 0,3-6 5 16,2 6-2-16,-5 0 13 0,3 1 4 0,2 3-7 16,-3 0 5-16,4 3-4 0,0-1 16 15,0 1-22-15,4 2 23 0,-3-1-25 0,5 3-4 16,-2 0 6-16,2-1 3 0,0 0-1 0,2 0-15 16,-1-2 11-16,-1 1-6 0,-2-1-10 15,2-3 21-15,-2 1 14 0,0-3-22 0,-1 0 84 16,-3-3-2-16,-3 1 10 0,-1-3-15 0,1 2-1 15,-4-1-17-15,-3-2 0 0,-1-1-13 16,-2 0-8-16,-1-2-5 0,-6-3 8 0,2 1-8 16,1-3-3-16,-3 1 11 0,3-2-18 0,0-2 0 15,-1 1-1-15,2 0-12 0,1-1-5 16,2 1-13-16,3 0-43 0,-1 1-54 0,1 0-41 16,10 0-69-16,-17 1-144 0,10 2-476 0,1 1 57 15,2-1 97-15,-2 0 51 0,2 1 74 0</inkml:trace>
  <inkml:trace contextRef="#ctx0" brushRef="#br0" timeOffset="144838.88">21740 17939 798 0,'0'0'356'15,"0"0"-31"-15,0 0-26 0,0 0-30 16,0 0-23-16,0 0-18 0,0 0-26 0,16-16-10 16,-1 10-26-16,5-1-20 0,0-2-2 0,11-3-37 15,3 0 3-15,0 1-5 0,15-7-15 0,-1 1-6 16,-4 0-2-16,-3 5-13 0,4-3 11 16,-5 4-14-16,-6 2-15 0,-3 2-5 0,-3 2-2 15,-1-1-31-15,-6 5-36 0,-1-1-54 0,-3 4-33 16,-4-1-80-16,-2 5-168 0,-4 0-435 15,-1 3 40-15,-5 0 128 0,-1-1 26 0,-4 3 62 16</inkml:trace>
  <inkml:trace contextRef="#ctx0" brushRef="#br0" timeOffset="145238.38">21894 18136 1008 0,'-1'-7'307'0,"1"1"-28"16,-3-3-36-16,6 4-2 0,-2-5-29 0,5 2-25 16,1 0-2-16,1 1-37 0,2-2-2 0,3 3-18 15,4 1-8-15,0 1-15 0,3 3-15 16,1 2-3-16,-1 2-13 0,4 3 3 16,1 1-23-16,-4 4 17 0,2 1-9 0,1 3-9 15,-3 2-12-15,0 2-69 0,-5 1 8 0,-2-1-14 16,-4 1 1-16,-3 0 13 0,-1-3 2 0,-2 1 2 15,-4 2 27-15,0-3-22 0,-4 2-1 16,-2-2 12-16,-1-1 5 0,-3 1 10 0,-4-2 11 16,1-1-21-16,-1-4 28 0,3-3-12 0,-6-1 7 15,7 0-3-15,-3-5-2 0,-2 1-2 0,2-4 7 16,-1-2-2-16,1-2-6 0,-1-1 3 16,1-2 72-16,3-1-18 0,2-2-1 0,4 2-12 15,-2-1-7-15,3 1-14 0,3-2 11 0,0 0-8 16,3 0 0-16,0 4-15 0,4-3-11 15,1 3-27-15,1-3-19 0,2 3-51 0,3 0-53 16,-1 1-103-16,1 0-302 0,3 0-284 16,0 2 84-16,0 0 70 0,0-2 86 0,0 1 29 15</inkml:trace>
  <inkml:trace contextRef="#ctx0" brushRef="#br0" timeOffset="145705.04">22426 18085 749 0,'0'0'333'0,"0"0"-33"16,0 0-103-16,-6 14-8 0,3-7-2 0,3 4-21 16,-3 1-9-16,3-2-24 0,0 3-13 0,0 1-5 15,3 0-10-15,0 1-8 0,3 0 60 16,-2-1-9-16,4 0-30 0,1 0 7 0,-2-2-17 16,3 1-11-16,4-3-2 0,-4 1-21 0,5-5 5 15,1 0-7-15,-2-4-6 0,0 0-4 16,0-3-21-16,2 0 18 0,-2-3-21 0,0 0 6 15,-4-2-6-15,4-4 11 0,-4-1-13 0,-1-2-3 16,-4-2-2-16,-2-1-6 0,0-4 6 0,-6 2-3 16,3-3-5-16,-7-1-15 0,0 1 15 15,0 2-5-15,-3 0-8 0,-1 3-10 0,-2 3 20 16,5 1 3-16,-5 3-2 0,0 1-6 0,-4 2 11 16,7 1-8-16,-4 4 12 0,3-1-14 15,-2 2-11-15,-1 2 15 0,4-1 1 0,0 4-6 16,-1-1 3-16,2 1-5 0,2 0 18 0,4 1-21 15,-2 1 3-15,5 0-3 0,-3 0-10 0,6-1 15 16,2 1-4-16,1-1 4 0,1 1-20 16,3-1 7-16,4-2 16 0,-1-1-2 0,2-1-27 15,1-1 6-15,2-1 5 0,1 0 16 16,-4-1-11-16,1 0-3 0,2-3 14 0,2 3-14 16,-6-3-15-16,-4 1-2 0,4-2-5 0,-4 0-44 15,0 2-52-15,-3-2-55 0,-3-2-123 0,2 1-372 16,-2 0-150-16,-1 0 68 0,0-3 77 15,-3 0 88-15,0 1 35 0</inkml:trace>
  <inkml:trace contextRef="#ctx0" brushRef="#br0" timeOffset="152372.4">21371 17313 952 0,'-1'5'274'15,"1"-5"-24"-15,0 13-19 0,1-2-19 0,-1 1-20 16,3 2-7-16,4 5-78 0,-1 4-30 0,2-2-5 16,2 10-14-16,0 0 9 0,4 12-11 15,-1 1 1-15,1 3 4 0,0 0-7 0,3 2 15 16,-4 1-5-16,5 1-16 0,-2 2 16 0,-1 1-17 15,5 13 14-15,0-11-20 0,-6-4 77 16,0 2-13-16,-1-6-6 0,5 0-9 0,-2 2-3 16,-2-1-8-16,3-2 11 0,-3-1-34 0,-1-3 13 15,-2-7-17-15,-1-5 7 0,0 0-16 16,1 0 8-16,-1-2 0 0,0 3-15 0,1-3 8 16,-5-4-16-16,1-4 5 0,0 0 6 15,0-3-9-15,0-2-4 0,-4-3-3 0,1-1 8 16,-1 0-26-16,0-4 18 0,0 0-13 0,0 1-2 15,-2-5 7-15,-1 0-12 0,0-4-19 0,0 0-37 16,0 0-34-16,0 0-57 0,0 0-114 16,0 0-213-16,0 0-356 0,0-21 102 0,0 9 55 15,0 0 66-15,0-1 59 0</inkml:trace>
  <inkml:trace contextRef="#ctx0" brushRef="#br0" timeOffset="153054.65">22642 17106 734 0,'0'0'343'16,"0"-7"-31"-16,0 7-51 0,-3-7-5 0,3 7-43 15,0 0-8-15,0 0-29 0,0 0-9 0,0 0-11 16,6 20-18-16,-2-3-7 0,3 2 7 0,0 6-26 16,3 4-7-16,1 4-5 0,-1 13-13 15,6 4 16-15,1 4-11 0,-3-2-5 0,0 3-3 16,2 1 6-16,-1 2-24 0,2-2-2 0,3 11 6 15,1-1-9-15,-4-13-15 0,7 12 3 16,-3-1-8-16,3 1 10 0,-4-14-8 0,0-2-20 16,-3-3 8-16,0-1-5 0,-3 1 4 15,3-2 4-15,1 0-19 0,-2 2-7 0,-1-3 12 16,-5-5-15-16,-1-8-7 0,-2 1-16 0,1-6-13 16,-2 0-69-16,-2-3-61 0,-1-1-287 0,0-2-407 15,1-3 77-15,-5-3 92 0,-2-4 56 0,-3-3 57 16</inkml:trace>
  <inkml:trace contextRef="#ctx0" brushRef="#br0" timeOffset="155004.47">23571 17335 880 0,'1'-5'205'0,"3"-1"-11"0,-1 2-4 0,0-3-21 16,-2 2-8-16,2 1 3 0,0-1 0 0,0 1 56 15,-2-1-8-15,-1 5 3 0,3-7-18 16,-3 7-30-16,3-4-19 0,-3 4 3 0,3-5-13 15,-3 5-12-15,0 0-8 0,0 0-6 0,1-6-17 16,-1 6-3-16,0 0-20 0,0 0 2 16,0 0-8-16,0 0 1 0,0 0-18 0,0 0-3 15,0 0 5-15,0 0-5 0,0 0 10 0,-7 15-15 16,4-8 8-16,-1-1-21 0,1 2 8 0,-1-1 10 16,-2 0-100-16,1 4 16 0,-1-3-3 0,0 3 13 15,-1-1-8-15,3 2 21 0,-3-1-11 16,0 4 11-16,1-5 7 0,-1 5-2 0,-1 0-8 15,-1-2 10-15,5 1 6 0,-2 0 2 16,-1 0-6-16,4-3 24 0,-2 0-30 0,2 0 22 16,0 2-8-16,0-2-7 0,-1-1 5 0,4 0 3 15,-3 2 2-15,3-3 0 0,0 1 0 0,0 2-2 16,3-2-6-16,1 0-2 0,-1 0 10 16,3 1 5-16,-1-2-7 0,1 1-1 0,1 0 9 15,3 1 12-15,4 1-18 0,-1-3 13 16,1 1-3-16,0 0-15 0,3 2 10 0,0-1 3 0,3 0-8 15,-3-1-2-15,4 1-1 0,-3 0 6 16,2 0 13-16,0 0-1 0,-2-1-7 0,-2-2 5 16,2 1-28-16,-5-1 27 0,4 2-6 15,-6-3 1-15,2 1-4 0,1-2 0 0,-4-1-8 16,-3 1 10-16,4 0-7 0,-2-2 4 0,-5 0-4 16,2 0 7-16,2-2-10 0,-2 3-10 15,-2-4 7-15,-4-1-7 0,7 6 10 0,-1-5-2 16,-6-1-6-16,8 5-5 0,-8-5 16 0,3 2 4 15,-3-2-2-15,6 4-2 0,-6-4-11 0,4 3 1 16,-4-3-42-16,0 0-38 0,3 3 0 16,-3-3-59-16,0 0-2 0,0 0-114 0,-7 4-196 15,7-4-330-15,0 0 63 0,0 0 63 0,0 0 63 16,0 0 48-16</inkml:trace>
  <inkml:trace contextRef="#ctx0" brushRef="#br0" timeOffset="156356.87">24248 17224 1090 0,'0'0'297'0,"-3"-4"-26"16,3 4-28-16,0 0-15 0,0 0-23 0,0 0 0 16,0 0-31-16,4 18-13 0,-4-8-10 0,0 2-8 15,3 1-17-15,1 2-1 0,-4 3-15 0,3-1-10 16,-2 1 3-16,2 1-14 0,0 1-17 16,-3-1 2-16,0 3-7 0,3-1-90 0,-3 0 5 15,2 1 5-15,-1-2 0 0,0-1 16 16,2 0-9-16,-3-1-6 0,3-2 1 0,0-1-6 15,-2-2-27-15,3 0-23 0,-1-1-27 0,1-3-29 16,-4 0-28-16,3-1-13 0,0-3-143 16,-3-2-318-16,3 0-56 0,-3-3 44 0,0 0 64 15</inkml:trace>
  <inkml:trace contextRef="#ctx0" brushRef="#br0" timeOffset="159036.87">24105 17581 675 0,'-7'-1'251'15,"7"1"74"-15,-13-4-20 0,10 2-34 16,3 2-10-16,-7-4-30 0,7 4-27 0,-3-4-27 16,3 4-3-16,3-8-23 0,0 4-10 0,4-2-16 15,1 0-17-15,1 0-6 0,5-3-5 0,3 0-4 16,3-1-14-16,1 0-2 0,6-5-11 16,0 2-7-16,-3-1-15 0,3 0-6 0,1 1-10 15,-7 0 3-15,0 2-11 0,-5-2-12 0,2 0 0 16,-5 1-8-16,-3 1 2 0,0-3-2 15,-6-1-2-15,3 1-6 0,-4-1 6 0,-3-2-4 16,0 4 9-16,-3 0-8 0,2-2 13 16,-2 2 7-16,0 2 10 0,0 0 9 0,-1 2-4 15,1 0-7-15,3 3 3 0,-4 2-11 0,4 4-2 16,0 0-5-16,0 0 5 0,0 0 2 0,-7 21-7 16,7-11 5-16,0 5-1 0,3 3 4 15,0 2-14-15,-2 2 1 0,6 1 12 0,-3 2 1 16,-1 0-1-16,3-1-10 0,-2 1 0 0,-1 0 5 15,1 0 8-15,0-3-10 0,-1-1-5 16,-3-3-3-16,3-1 12 0,-1-2-4 0,0-2 2 16,-2-1 6-16,3-4-6 0,-3 2 21 0,0-5-6 15,0-2 1-15,0-3-1 0,0 0-2 0,0 0-81 16,0 0 4-16,10-22 0 0,-3 9 8 16,-3 0 20-16,3-2-12 0,-1-1 2 0,1 1 11 15,3-1-1-15,0 1 8 0,-3 2 5 0,4 0-2 16,-1 1 5-16,0 0-8 0,-3 3 18 15,4 0-18-15,-2 4-5 0,1 2 7 0,-2 0 11 16,2 3 3-16,-10 0 4 0,20 3 6 0,-10 0-3 16,-3 2-5-16,4 1-13 0,-1-1 11 15,0 2-14-15,1 0 24 0,2 4-5 0,-6-2 4 16,4 0-9-16,-1 1 2 0,0 0-3 0,1-3 1 16,-2 2-1-16,-2-1 0 0,0-1-20 15,3-1-23-15,-3 0-13 0,0-2-35 0,2-1-1 0,-1-2-28 16,-1-1-5-16,-7 0-15 0,16-1-34 15,-8-5 16-15,-1 2 15 0,-4-4 0 0,3 0 23 16,-2-1 13-16,-1-1 16 0,1-2 24 16,-3 1 27-16,2 0 28 0,0 1 27 0,-3 0 9 15,5 2 4-15,-4 1 1 0,0 1-16 0,-1 1 18 16,3 1 1-16,-3 4 35 0,7-3-13 16,-7 3 8-16,0 0 5 0,11 8-8 0,-5-1 3 15,-2 3 5-15,2-2-18 0,0 1-3 0,-1 0 1 16,-2 3 7-16,0 0-2 0,-2-2-6 0,2 0-9 15,-3 3 22-15,3-3-10 0,-3-2 0 16,0 1 5-16,0-1 13 0,0-1-33 0,0-1 23 16,0-2 12-16,-3 0-22 0,3-4-6 0,0 0 3 15,0 0-5-15,0 0-5 0,-21-11-6 16,15 3-2-16,2 0 8 0,1-4-11 0,-1 1 9 16,1-2-9-16,-1 1-7 0,4 1 0 0,0-2 5 15,0 1-6-15,4 1 1 0,-1 1 0 16,1 0 7-16,2 0 6 0,1 1-18 0,0 0-6 15,0 2 11-15,6-2 0 0,-3 3 0 0,3-1-3 16,-1 0-10-16,2 3 10 0,2 0-7 0,-1-2 4 16,1 2 4-16,2-1-14 0,-2 1 11 15,2-2-3-15,-5 1-5 0,4 0-3 0,-3 0 1 16,0 1 12-16,-1-2-5 0,-2-1-2 0,-1 1-1 16,-3 0 6-16,3-2-8 0,-3 2 0 15,-3-3 2-15,2 2 4 0,-2-1 4 0,-4 2-5 16,3 1-15-16,-3-2 7 0,0 7-2 15,-3-7 8-15,3 7-6 0,0 0-2 0,0 0 10 16,-21 10 0-16,17-5 0 0,-3 6-10 0,-2 2 0 16,2 0 8-16,0 2 2 0,3 0-8 0,1 0 1 15,0 2-1-15,2-2 3 0,1 0-10 0,1-2 2 16,2 2 8-16,0 1 0 0,4-3 5 0,1-1-10 16,4-1 8-16,-1-2 4 0,3-2-4 15,-1 0-8-15,4-2-3 0,-3 0-5 0,0-5 8 16,3 0 5-16,0-3-5 0,0-1 3 15,0-2-6-15,-3 0-2 0,3-3 2 0,-4-1 8 16,1-2-10-16,-4 1-3 0,-3-3-2 0,1-1 12 16,-2 0-10-16,-2-1 6 0,2 1 7 15,-3 1-3-15,-2 1 6 0,2 1-6 0,-3 2 6 0,4 2-9 16,-4 1-9-16,3 0 0 0,0 3 2 16,-3 4 5-16,4-2-2 0,-4 2 0 0,0 0 2 15,17 10 8-15,-6-4-5 0,0 4 7 0,1 0 9 16,-1 0-16-16,-1 4-1 0,3-3 12 15,-3 4-17-15,0 0 19 0,-2-2-11 0,-1 3 14 16,-4 0-11-16,3-1 0 0,-5-3 5 0,-2 3 0 16,0-2-5-16,-4-1 0 0,-1 0-3 15,2-1 3-15,-4-1 11 0,-1-3-9 0,2 0 3 16,-4-3 16-16,1 1-11 0,4-3-2 0,-1 0-8 16,-1 0 10-16,1-1 0 0,7-1 6 0,-12 0-6 15,12 0 5-15,0 0-5 0,-7-5-12 16,7 5 7-16,0 0 3 0,10-8-3 0,-4 2 8 15,1 1-8-15,4-1 2 0,2-2 1 0,3 1-3 16,-4-3 3-16,9 2-8 0,-5-5 2 16,5 1-7-16,-3-1 3 0,1-1 2 0,2-3-5 15,-4 0 17-15,0-4-14 0,0 1-3 0,-3-3-16 16,-1-2 1-16,-2 3 2 0,-4-3-8 16,-1 0 21-16,-2-2-15 0,-1 1-6 0,-3-1 18 15,0-2-4-15,0 4 9 0,0 0-17 0,-3 4 7 16,-1 2 10-16,4 2-5 0,-3-1-4 0,0 6 1 15,2 2 19-15,0 1-23 0,-4 4 12 16,5 5-2-16,0 0 3 0,0 0 7 0,-8 17-8 16,8-4 21-16,0 5-13 0,1 1-13 0,3 6 6 15,-1 1 10-15,2 1-11 0,-3 1 13 16,4-2 0-16,-2 0-10 0,2-1 11 0,-1 2-6 16,1-4 0-16,1 2 8 0,-1-4-8 0,-2-2-3 15,-1-3 4-15,4 1 1 0,-3-4-14 16,-1-1-4-16,1-3 14 0,-1 1-6 0,0-6 21 15,1-1-20-15,3-2 7 0,-7-1 10 0,0 0-15 16,16-13 28-16,-12 5-15 0,3-4 2 16,0-1-4-16,0 1-11 0,2-3 7 0,-2 5-4 15,1-1-8-15,-5 3 7 0,4 0-7 0,0 3 3 16,-1 1-6-16,2 3 3 0,-8 1 5 0,13 1 2 16,-3 3-7-16,0 0 18 0,0 2-13 0,0-1 5 15,-2 2-5-15,5 3-2 0,-1-3 9 16,0 0-9-16,-2 2 10 0,1-3-6 0,2 2 6 15,-2-2-3-15,0 1-3 0,2-3 4 0,1 0-4 16,-4-2 11-16,3 0-5 0,3-1-3 16,-4-1 0-16,-1-1 15 0,2-1-15 0,-3 0-7 15,1 1 10-15,-1 0-6 0,-1-1-7 0,-1 1 5 16,-1-1-8-16,-7 2 8 0,10-1-2 0,-10 1-11 16,14 1 5-16,-14-1 11 0,10 3-11 15,-2 0 16-15,-3-2-6 0,3 1-2 0,-2 1 0 16,1-1 13-16,3 0-28 0,-1 0 25 0,-1-1-15 15,-1-1 10-15,3 0-2 0,1 0-11 16,-2-1 8-16,1 0-8 0,-2-2 11 0,2 1 10 16,0-3-19-16,-2 1 6 0,2 0 3 0,-4-4 10 15,-2-1-11-15,2 2 4 0,-2-2-9 0,-4-2 8 16,-4-3-5-16,-2-3-8 0,-1-1 6 16,-3-1-1-16,-4-2 1 0,-3-2-1 0,0 2 3 15,0 1-10-15,-4 0 12 0,4 6 4 0,3 1 1 16,-3 0-20-16,3 5 19 0,0 1-9 15,1 4-2-15,0 0 0 0,-1 3 5 0,4 0-3 16,3 3 1-16,-2 1 4 0,1 0 1 0,4 3-3 16,1 0 0-16,0 0 0 0,3 1-5 0,3-1 5 15,0 0 0-15,1 0 12 0,4 0-12 0,-3-2-7 16,6 0 14-16,2 1-1 0,-2-5-1 0,5 0-8 16,-5-1 6-16,6-1-14 0,1-3 6 15,1-1 8-15,-1-1-8 0,2-3 7 0,0-1 9 16,-2-1-14-16,-2-1 0 0,-1-5 21 15,1 2-15-15,-2-3-13 0,-3-4 2 0,-1 1 8 16,1-5-10-16,-5 1-6 0,1 0-1 0,-4-2 9 16,3 1 5-16,-5 1-25 0,-1 4 15 15,0 1 1-15,-1 2 14 0,1 3-10 0,0 1 1 16,-1 2-6-16,-1 3 3 0,-1 3-8 0,0 3 23 16,3 3 8-16,0 0-6 0,-7 12-12 15,4-1 10-15,0 6-5 0,3 1 3 0,0 3 0 0,0 5-3 16,3 2 12-16,0 4 1 0,3 0 5 15,1 1 0-15,1-1-13 0,2 0-5 0,0-1 10 16,4-2-5-16,-1 0 13 0,2-4-23 0,1 0 13 16,2-3 7-16,-2-4-5 0,2 0-15 15,1-4 18-15,-1-1-10 0,3-4 17 0,-2-2-17 16,-1-3 12-16,3-2-10 0,-1-2-15 0,1 0 20 16,0-7-10-16,-1-1 5 0,-3-4 0 15,0-3-10-15,-3-1 10 0,-1-4 3 0,-2-2-3 16,-4 1-2-16,-1-1-6 0,-3-2 1 0,-2 6 2 15,2 3-11-15,-3-2 9 0,-3 6 7 0,3-1-10 16,-4 3 2-16,-2 5-7 0,2 1 5 0,-7 3 5 16,11 0 5-16,-16 9 8 0,5 0-13 15,4 4-3-15,-3 1-4 0,2 4 9 0,-4 0 6 16,5 1-16-16,0 1 13 0,4-1 3 0,0-2 0 16,1 1-6-16,2-3-4 0,2 2 4 15,-2-3-7-15,3-2 3 0,0 1 4 0,1-2-2 16,5-3 3-16,-2 2-1 0,4-5-7 0,-1 0 10 15,0-2-2-15,1-3-6 0,-1-3 6 16,4 0-1-16,-4-7-4 0,3 1 10 0,1-8-1 16,-4-3-9-16,3-6-6 0,-5-2 18 0,2-5-5 15,-3-2-12-15,-4-15-11 0,4 7 13 0,-6 3-6 16,-1-1 4-16,-1 0-6 0,-3-10 10 0,1 9-4 16,0 10 7-16,-1 4-5 0,1 5 17 15,0 4-12-15,2 1-20 0,-2 7 20 0,0 6-3 16,-3 2 1-16,6 3 15 0,0 0 10 15,-11 17-6-15,10-1-1 0,-5 8-14 0,6 2-2 16,0 4 18-16,0 7-15 0,3 0 2 0,1 13 3 16,5-4-1-16,-1 3-7 0,-1-12-5 0,3-3 3 15,1 0-9-15,-2-4 1 0,1 0-23 0,1-2-57 16,-7-5-104-16,2-1-446 0,-2-3-146 16,-1-2 64-16,0-5 67 0,-6-5 76 15,-4-1 47-15</inkml:trace>
  <inkml:trace contextRef="#ctx0" brushRef="#br0" timeOffset="197016.94">30700 3709 793 0,'0'0'248'0,"-10"0"-15"0,10 0-23 16,-14 0-20-16,14 0-27 0,-11 0-19 0,1 1 2 15,10-1-26-15,-13 3-5 0,6-3-7 0,2 1-6 16,5-1-84-16,-16 3 5 0,11-2-13 16,-3 1 11-16,8-2-9 0,-14 1 4 0,7 3 12 15,0-3 10-15,-2 0-12 0,1 1 0 0,-2 0 15 16,3 2-3-16,-4-1 57 0,-2-2 4 16,5 3-4-16,-5-1-21 0,0 2 3 0,-1-2 5 15,1 2-15-15,-5-1 12 0,2 0-25 0,-2 0 2 16,-2 2 0-16,-7 1 1 0,3-3-1 15,-7 0-2-15,0 0-13 0,-3 3 2 0,-3-1-2 16,-2-2 10-16,2 0 1 0,2 0-9 0,-2 0-10 16,6-1 11-16,-2 3 7 0,5-5-7 15,-1 2-1-15,3-3-7 0,5 4 2 0,1-3-7 16,-1 1 2-16,4-1-10 0,1-1 3 0,3 0 12 16,-2 4-7-16,5-4-10 0,-1 1 12 0,3-1-8 15,-1 0 1-15,-1 2 2 0,10-2-10 0,-14-2 3 16,5 1-6-16,9 1-5 0,-11-5 6 15,7 1 1-15,-2-1-1 0,2-2-14 0,-2 3 24 16,3-4-13-16,-2 1 7 0,-1-2-4 0,4 0-73 16,-3-2 1-16,2 0 7 0,-1-3 13 15,1-3-4-15,-1 4 1 0,-3-4 3 0,4 0 3 16,-1-4 18-16,1 2-6 0,-4-2 1 16,1-1 7-16,2-2 3 0,-3 0 12 0,4 1-17 15,-4-4 2-15,4 1 3 0,-1 0 2 0,1 1 11 16,-4-5-8-16,6 3-13 0,-2-5 10 0,0 4-5 15,0-1 13-15,3 1 5 0,0-1-10 0,-1 1 0 16,1 0 5-16,0 3 0 0,1-4 5 16,-1 3-10-16,3 0 0 0,0 2-5 0,-1-1 5 15,-1 5-1-15,-1-3 4 0,1 4-6 0,-1-1 6 16,3 2-9-16,-3-1 9 0,4 1-3 16,-4 1 2-16,0-1-7 0,3 5 2 0,-3-1 11 15,1 1 2-15,-1 0-8 0,0 1 1 0,0 0 12 16,3 2-7-16,-3 1 7 0,0-1-10 0,0 1-5 15,3 1 5-15,-3 0 2 0,3 1-9 0,-1-1-4 16,-1 1-1-16,0-2 12 0,5 1 12 16,-2 1-19-16,6-1 12 0,-3-2-15 0,6 2 4 15,2-1 12-15,1 1-4 0,5-1 6 16,3 0-11-16,7-1-2 0,0 1 5 0,3-1 5 16,0 2-5-16,5-1 8 0,-3 3 0 0,-1-2-11 15,2 2-7-15,-3-2 7 0,3 1 8 0,-3 1-10 16,1 0 0-16,-5 0-3 0,-2 1 16 0,6-1-8 15,-3 1 0-15,0-1 0 0,1 3 0 16,-3-2 5-16,9 0-20 0,-5 0 15 0,1 0-8 16,-2 2 8-16,-1 0 3 0,7-3 7 0,-1 3-5 15,0-2 0-15,-6 3-7 0,4-3 2 16,-1 4 2-16,3-4 9 0,-2 0-17 0,-2 2 4 16,5-1-3-16,-7 2 5 0,0-1 2 0,3 0-4 15,-2 0-1-15,2 1-5 0,0-2 8 0,0 2 3 16,-3 0 2-16,3-2-2 0,-1 3-6 0,0-2-2 15,-4 0 5-15,2 2 3 0,0-1-3 16,0-1 5-16,1 1-13 0,0-1 5 0,-1 1 6 16,0-1-8-16,0 1 10 0,3 0 0 0,0 0 0 15,-3-1-7-15,3 2-1 0,0-1 8 16,-3 1-7-16,2-1 2 0,-1 2-3 0,-4 0-2 16,3-2 8-16,1 0 7 0,-7 1 3 0,4 0-11 15,-3 0-2-15,6-2-5 0,-9 1 10 0,7 2-10 16,-5-1 3-16,-1 0 2 0,-1-1 0 15,1 1 2-15,0-1-2 0,-3 1-8 0,2 1 11 16,-5-2-3-16,3 2 5 0,1-1 0 0,-2-1 3 16,-5 2-8-16,2-2 2 0,-3 0-7 0,3 2 8 15,-2-1 7-15,-2 0-12 0,0 0 2 16,1 0 2-16,1 1-7 0,-3 0 0 0,1 0 2 16,-3-2 3-16,1 4 0 0,-1-4 3 0,0 2-13 15,1 2 17-15,-1-2-7 0,0 0-2 16,-2 0 2-16,2 1-18 0,0 0 15 0,0 0-2 15,-3-1-5-15,3 1 7 0,1 3-7 0,-4-2 8 16,3-1 2-16,-1 1-3 0,-1 1-2 0,-1 0 2 16,3-1-4-16,-2 0-1 0,-2 2 3 0,4-2 2 15,-1 2 8-15,-1 1-2 0,-1-2 5 0,0 1-6 16,2-1-9-16,-1 1 1 0,-2 2 9 0,-2-3-24 16,3 0 24-16,-1 3-11 0,2-1 1 15,-2 1 4-15,-2 1-5 0,2 0 8 0,-2 1-7 16,4 2 7-16,-5-2-8 0,3 4 6 0,-1 1 2 15,-3 4 7-15,1-2-9 0,0 3-6 16,0 0 5-16,-2 1-4 0,-1 0 4 0,3 0 3 16,1-1 5-16,-2 3-5 0,-1-3 3 0,0 2-6 15,-1 1 1-15,3-2-6 0,-3 1 11 0,3 1-3 16,-1 0 0-16,-1 0 2 0,0-1-7 16,-1 2 3-16,0 0-4 0,3 1 12 0,-3-3-14 15,0 2 5-15,0-1 11 0,0 4-3 0,3 4-10 16,-3-9 0-16,2 5 0 0,-2 0-3 0,1 0 3 15,-1 0 2-15,0-6 14 16,2 3-1-16,-2-2-8 0,1 1 1 0,-1-2 2 0,0-1-7 0,1 2 4 16,-1-4 3-16,0-2 3 15,0 0-8-15,0 0-5 0,0-2 12 0,0 1-4 0,4-2-6 16,-4 0 6-16,0 1-3 0,0-3-5 0,0 1 10 16,0-2 5-16,0 0-10 0,0-1 8 15,0 0-8-15,0-3-5 0,0 3 5 0,0-1-5 16,0-2 7-16,0 0 11 0,0 0-8 0,0 1 3 15,0-5-1-15,3 5 14 0,-6-1-21 0,3-4 13 16,3 7 0-16,-3-7-13 0,0 2 2 16,0-2-2-16,-3 4-54 0,3-4-63 0,0 0-173 15,0 0-562-15,-4 3 94 0,4-3 52 0,0 0 81 16,0 0 67-16</inkml:trace>
  <inkml:trace contextRef="#ctx0" brushRef="#br0" timeOffset="213064.37">30365 4063 811 0,'0'0'230'0,"0"-9"-20"15,0 9-18-15,-1-4-20 0,1 4-26 0,0-8-26 16,0 8-10-16,0 0-20 0,-1-4-3 0,1 4-6 16,0 0-9-16,0 0-8 0,0 0-5 15,0 25-10-15,1-12-1 0,0 4 9 0,-1 3-4 16,3 5-9-16,-3 3 74 0,3-1-24 0,0 6 16 15,-2 1-20-15,2 1-18 0,1 1 4 16,-1 1-14-16,-2-1 2 0,2 2-5 0,-3-2-8 16,3-1 0-16,2-2-10 0,-3-4 0 15,-2-1-5-15,3 0-8 0,0 0 5 0,0-6 1 0,-2-2-9 16,-1-1-9-16,4-3 4 0,-4 1-2 16,0-3-10-16,3-3-1 0,-3-3-37 0,0-1-73 15,0 0-184-15,0-6-496 0,0-1 43 0,0 0 78 16,-8-15 65-16,5 4 49 0</inkml:trace>
  <inkml:trace contextRef="#ctx0" brushRef="#br0" timeOffset="213430.44">30340 4166 895 0,'-3'-7'290'16,"3"1"-45"-16,0 6-45 0,0-3-23 0,0 3-8 0,0 0-13 15,0 0 0-15,-3 17-13 0,3-6-30 16,-3 3-11-16,2 0-79 0,0 5-30 0,-4-2 32 15,2 0-15-15,0 2 11 0,-2-2 7 16,2 1-10-16,-1-2-3 0,1 1-4 0,-3 0-11 16,5-1 12-16,-2-3-1 0,0-2 19 0,-1 2 6 15,2-4 8-15,-3 0 38 0,5-2 10 0,-3-2 51 16,1-1 3-16,2-4-23 0,0 0-13 16,0 0-10-16,0 0-3 0,-9-14-2 0,9 6-1 15,-1-3-94-15,2-3-2 0,0-5 4 0,-1-5 4 16,6-1 4-16,-3 0-8 0,1-1 1 15,3-5 5-15,0 6 2 0,0 0 5 0,1 3-23 16,-3 1 16-16,3 3-13 0,-2 4 5 0,-2-1 5 16,2 2-15-16,-2 5 7 0,5 1 11 0,2 3-8 15,-4 2 0-15,7 4-3 0,1 5 3 16,-3 1 0-16,9 5-5 0,1 3 0 0,1 4 3 16,0 2-14-16,9 7-27 0,-3 3-65 0,-1 1-207 15,5 2-519-15,-8 3 110 0,-4-12 53 16,-5-2 59-16,-5-5 72 0</inkml:trace>
  <inkml:trace contextRef="#ctx0" brushRef="#br0" timeOffset="214049.12">29059 5386 924 0,'0'0'220'0,"0"0"-16"16,0 0-24-16,0 0-19 0,-4 17-13 0,4-4-9 16,4 0-22-16,-4 5 9 0,3 2-37 0,-2 4 6 15,2-2-5-15,3 1-16 0,-2 2-13 16,-1 0 8-16,3 2-10 0,-1-2-25 0,-2-2-17 16,4 2-55-16,-1-2-31 0,-2-3-74 0,6 1-147 15,-3-4-401-15,-3 0 74 0,5-5 39 16</inkml:trace>
  <inkml:trace contextRef="#ctx0" brushRef="#br0" timeOffset="214330.41">28990 5359 918 0,'-3'-23'262'16,"2"8"-24"-16,0 1-23 0,1-1 56 0,1 2 0 15,0 2-28-15,2 2-35 0,0 0-11 0,2 0-36 16,4 2-23-16,1-1-5 0,4 3-20 15,-3 2-16-15,6 3-7 0,0 3-8 0,4 2-13 16,2 3-3-16,-3 3-17 0,1 3 18 0,0 3-8 16,-4 3-8-16,2 2-5 0,-8-2-13 0,-4 2 0 15,1 2 3-15,-5-5-5 0,-3 3-5 0,-3 0 2 16,-5-1 2-16,-2 2 1 0,-3-1-8 16,-5 0-5-16,-2-3-5 0,3-2-8 0,-1-2-10 15,2 0-46-15,2-5 12 0,1-1-32 16,-2-3-47-16,5 0-110 0,0-4-112 0,3-7-177 15,-3 4-65-15,7-5-88 0,1-3 40 0,0-1 41 16</inkml:trace>
  <inkml:trace contextRef="#ctx0" brushRef="#br0" timeOffset="-214199.62">29267 5234 785 0,'14'-6'267'0,"1"3"-9"0,-3-1-35 15,-1 4-8-15,-1 4-21 0,3-3-15 0,-2 5-20 16,3 0-23-16,-1 3 5 0,4 5-19 15,-3 3-14-15,-1 1-3 0,4 2-39 0,-6 2-58 16,3 0 2-16,-5 2-7 0,-2-4 10 0,1 4 2 16,-5-2 8-16,1-2-2 0,-4 1 2 0,3-2-11 15,-3-1 1-15,-3 0 3 0,3-4 2 16,-1 2-18-16,-2-4 43 0,3 0 13 0,-3-2 72 16,3-3-5-16,-4 1-8 0,3-5-12 0,1-3 2 15,0 0-11-15,0 0-9 0,-16-10-13 0,13 2-14 16,1-2-1-16,-3-6-6 0,1-1-15 15,4-4 12-15,0 1-7 0,0-2 11 0,4 0-11 16,1-1-13-16,-3-1-3 0,7 2-7 0,-5 1 10 16,7 4-15-16,-4-4-8 0,2 9-7 15,-2-2 2-15,4 3 0 0,-1 3-8 0,-3 2 13 16,6 3 0-16,-4-1-10 0,-1 4 3 0,-1 4 4 16,4 3-4-16,-2-1 2 0,-2 6 2 15,1-1-7-15,-1 4 8 0,-1 1-3 0,-2-1-11 16,2-1 19-16,1 1-13 0,-3 0 13 0,2 1-11 15,-2-4 3-15,3 1 0 0,-1-1 0 0,-1 1 0 16,1-4 8-16,1 0-1 0,2-2-4 16,-1-2 0-16,-1 1-3 0,0-2 10 0,4-2 0 15,-2-1 5-15,-9-1-10 0,14-3-7 0,-8-1 2 16,2-3-5-16,0-1 7 0,-6-1-2 16,4-2 8-16,-4 2 5 0,0-4-3 0,-2 1 0 15,0 0 8-15,0-1-10 0,0-1 0 0,-1 1-8 16,1-1 23-16,0 0-16 0,-1 2-2 0,1-2 8 15,0 3-3-15,0-3-2 0,1 3-3 16,-1 1 13-16,1-1-18 0,2 1 5 0,4 2 11 16,-3 1-27-16,3 2 4 0,-1-1 2 15,4 5 0-15,-2-1-6 0,2 2 6 0,0 2-3 0,4 2 6 16,-1 5 2-16,1 3-5 0,2-1 5 16,-1 5 2-16,-2-1 3 0,3 2 1 0,-5 1-9 15,0-1 3-15,3 0 3 0,-4-1 4 0,0 2-14 16,4-1-1-16,-7-3 3 0,5 1-5 15,-2-4 17-15,0 3-9 0,-2-3 7 0,0-2-5 16,0-1-8-16,0 0 8 0,-1-2 5 0,1-1 0 16,1-1 0-16,-2-2-17 0,0-2 1 0,-7 0 6 15,20-6 0-15,-13 1-2 0,1-2-17 0,-2-3 22 16,-2-4-6-16,-1 0-2 0,3-1 2 16,-5-1-2-16,-1-3 5 0,0 4 13 0,0-1-1 15,0 1 6-15,0 0-3 0,0 4-10 0,0-3 16 16,-1 4-9-16,1 1 9 0,0 1 4 15,0 0-10-15,0 0-4 0,-1 1 6 0,1 3-1 16,1-2-6-16,0 1 5 0,-1 5 3 0,6-10-13 16,-1 8 2-16,4-4 6 0,-2 3-11 15,3-2 14-15,1 2-6 0,2-3 0 0,1 2-2 16,-1 0-14-16,-2-2 19 0,3 1-8 16,2-1 3-16,-3 2-14 0,-5-2 9 0,2 0 2 15,1 2-3-15,-1-1 8 0,-3 1-10 0,0 0 0 16,0 1 15-16,-1-1-12 0,-6 4-14 0,7-4-2 15,-7 4-2-15,0 0 17 0,0 0 3 0,7 11-2 16,-7-3-6-16,0 2 0 0,0 3 11 16,0-1-16-16,-1 3 18 0,1 2-12 0,-1 0-4 15,-1 1 6-15,4 1-2 0,-2-1-22 0,1-1-40 16,0 1-33-16,-1-3-52 0,4 2-79 16,3-2-335-16,-1-4-261 0,-2 3 102 0,5-8 69 15,-4 1 54-15,1-2 69 0</inkml:trace>
  <inkml:trace contextRef="#ctx0" brushRef="#br0" timeOffset="-213632.64">30841 5185 634 0,'-15'-1'274'0,"15"1"-26"0,-17 2 1 0,7 4-24 16,0 2-36-16,-4 1-15 0,3-1-33 0,1 3-2 15,-2 2-22-15,1-1 14 0,1 1-34 0,2-1 5 16,4 2-22-16,-2 1-11 0,3-4 0 16,1 3-8-16,0-4-4 0,2 1-9 0,0-3 1 15,2-1 2-15,0 1-7 0,1 0 9 16,3-6-19-16,1 4-4 0,1-6 1 0,-1 0-5 16,5-6 2-16,-1 4-5 0,-1-4-8 0,1-4 1 15,3 1 2-15,-4-5-3 0,0-3-23 16,4 0 8-16,-4-2 13 0,-1-2-5 0,-1 0 2 15,-4-4-2-15,-1 0 2 0,2 0 3 0,-4-3-3 16,-1 2 5-16,0 0 1 0,0 2-6 0,-1 3-2 16,-1 0 2-16,-1 3 5 0,3 7 24 15,-3-4-11-15,3 2-15 0,-1 2-1 0,1 3 1 16,-1 1-13-16,-1 4 8 0,2 3-3 0,0 0 5 16,0 0 8-16,0 0-15 0,-8 18 9 15,8-4-1-15,0-1-9 0,2 2 9 0,-2 3-11 16,3 2 2-16,-3-1 6 0,5 5-8 0,-3-1-3 15,6-2 3-15,-3 4-20 0,1-3-55 16,2 0-32-16,2-1-52 0,0 2-102 0,-2-4-212 16,5-1-257-16,-3-3 62 0,1-1 59 0,-2-4 59 15</inkml:trace>
  <inkml:trace contextRef="#ctx0" brushRef="#br0" timeOffset="-212883.25">31086 5311 962 0,'3'-2'241'0,"-3"2"-9"0,7-8-19 0,-4 3-31 0,1 1-13 15,2-2-21-15,1-1-2 0,-3 3-23 16,6-4-8-16,-3 0-18 0,0-1-17 0,3 0 14 16,-1-3-14-16,-4 1 9 0,2 2-30 15,3-4 74-15,-6 2-20 0,2 2-6 0,-2 0 3 16,-1-1-2-16,3 0-8 0,-5 4-13 0,2-1-8 15,-3-1-15-15,4 2 0 0,-4 6-8 0,0-9 1 16,0 9-6-16,-7-1-10 0,7 1-5 0,0 0-8 16,-11 8 3-16,5-1-3 0,-1 0-3 15,0 2-12-15,0 0 8 0,1 1 2 0,2 0-8 16,-2 2 3-16,4-1-8 0,-4 0 11 16,6 2-16-16,0 2 5 0,0-5-12 0,0 2 4 15,7 1 8-15,-3-2 3 0,1-3-3 0,3 2 1 16,-1-3-14-16,4 1 3 0,2-1 13 0,5 0-5 15,-2-4-16-15,1-3 13 0,0 1-8 16,4-2-7-16,0 1-3 0,-1-3 8 0,1-4-20 16,3 0-1-16,-4-1 11 0,3-3-11 0,-5 1 8 15,2-5 0-15,-3 1 3 0,-3 2-6 16,0-4-2-16,-4 4 18 0,1 0 8 0,-4 3-3 16,-1 1 10-16,0 0-5 0,-2-1 0 0,-1 3-2 15,0 4 5-15,-3 2 4 0,0 0-9 0,0 0 10 16,0 0-8-16,-26 9 0 0,17 1-3 15,-1-2-2-15,0 6 8 0,-2-1-8 0,5 2-10 16,0-1 10-16,-1 1 2 0,-1-1-4 0,5 1 4 16,1 0-7-16,0-3-7 0,0 1 17 0,3-3 2 15,3 4-12-15,-3-4 8 0,6 0-1 16,-2-2-4-16,5 0 4 0,-4-2 9 0,2-2-9 16,3 0 1-16,0-4-6 0,0-4 3 0,2 0-2 15,0-2 2-15,0-4 2 0,0 0-10 0,-2-6 6 16,0 0-19-16,-3-7 1 0,1 3 7 15,0-5-7-15,-6-3 4 0,1 0 9 0,0-6-4 16,-6 0-7-16,3-1 16 0,-3-2 4 0,2 1-2 16,-2-3-2-16,0 4 12 0,-1 1 11 15,-3 8-3-15,4 1 7 0,0 0 8 0,2 9-10 16,-2-1-15-16,0 4 13 0,3 6-11 0,-3 3-10 16,3 4-3-16,0 0 11 0,0 0-3 0,-4 17 0 15,6-5 5-15,-2 2-4 0,1 9 1 0,0 0-4 16,2 2-3-16,3 2-5 0,1 5 5 15,0-2 7-15,2 2-55 0,-1 1-14 0,6 10-61 16,3-1-71-16,-6-4-200 0,8 0-443 0,-4-7 97 16,2-6 69-16,-3-3 67 0,2-5 49 15</inkml:trace>
  <inkml:trace contextRef="#ctx0" brushRef="#br0" timeOffset="-212449.33">32166 4992 877 0,'0'0'246'16,"0"0"-15"-16,0 0-19 0,0 0-33 15,0 0-2-15,0 0-24 0,-7 19-9 0,4-9-24 16,3 1-12-16,0 0-6 0,0 5 8 0,0-5-36 15,0 3 0-15,3-1-10 0,-3 3 6 0,5 0-14 16,-3 0-2-16,2-1-8 0,1 0 0 16,-3-2-8-16,4 0-7 0,-3-3 2 0,1 4 0 15,-1-5-15-15,4 0 8 0,-3 1 15 0,2-2-21 16,-2-2-9-16,3 2 7 0,-1-4-6 0,-1 2 6 16,1-3-2-16,1 1 2 0,-1-3 15 15,1 1-18-15,-7-2 13 0,11 0-5 0,-11 0-7 16,13-3-3-16,-13 3 17 0,11 0-9 0,-11 0 12 15,10-1-2-15,-10 1-11 0,7-5-7 16,-7 5 0-16,0 0-3 0,6 0 8 0,-6 0-15 16,0 0-3-16,0 0-16 0,0 0 16 0,0 0-10 15,0 0 0-15,0 0-1 0,0 0-14 0,0 0-29 16,0 0-53-16,0 0-119 0,0 0-547 16,-10 9 57-16,10-9 58 0,0 0 79 0,-17-2 39 15</inkml:trace>
  <inkml:trace contextRef="#ctx0" brushRef="#br0" timeOffset="-212166.3">32149 4696 982 0,'0'0'279'0,"0"0"-28"0,7 15-33 16,-4-1-8-16,3-1-36 0,2 3-13 0,-1 6-5 16,0 2-18-16,2 4-7 0,-1 1-95 15,2 0-11-15,-3 6 14 0,2-2-3 0,-4-1-6 16,1 4-35-16,-2-1-51 0,-1 0-52 0,3-2-94 15,-5-4-236-15,2 3-214 0,1-5 35 0,-4 1 64 16</inkml:trace>
  <inkml:trace contextRef="#ctx0" brushRef="#br0" timeOffset="-211366.37">32198 5036 970 0,'3'-11'366'0,"0"2"-39"0,3 2-32 16,-2-1-21-16,3 3-36 0,3 1-31 0,-3 4-25 16,3 0-11-16,0 0-12 0,6 4-18 15,-2 0-26-15,1 5-8 0,2 2-4 0,0 3-16 0,1 2-10 16,-5 1-6-16,0 1-9 0,-5 1-1 16,2 3-2-16,-7-1-16 0,0-1 9 0,-3 1-11 15,-3 2-8-15,-2 1-2 0,-3-2 4 16,0-1-1-16,-2-4-9 0,4-1 1 0,-1-2-3 15,1-3 3-15,1 0-6 0,1-1 21 0,-2-1-15 16,3-4 4-16,-1-1-4 0,1-3-13 0,3-1 15 16,0 0-5-16,0 0-5 0,0 0-5 0,6-17-3 15,-2 8-8-15,3-3 21 0,4 2-15 16,-1-2 0-16,3-1-1 0,1-4 4 0,2 2-1 16,-1 1-2-16,3-2-11 0,-2 0 3 0,2 0 0 15,-2 0-2-15,-3 2 9 0,5 2 1 0,-5 2-16 16,1-2 1-16,-4 3 1 0,-3 2-1 15,3 0 2-15,-1 1-3 0,-4 0-5 0,1 3-5 16,-1-1 5-16,-5 4 11 0,10 0-11 0,-10 0 16 16,0 0-9-16,16 4-11 0,-11-2 17 0,1 0-13 15,0 3-3-15,1-4 11 0,-3 3 8 0,6 0 2 16,-3-1-20-16,3 1-8 0,-3-2 5 16,4-1-13-16,-2 0-5 0,0-1 0 0,0 0 8 15,-9 0-15-15,17-2-1 0,-6-4-5 0,1 3 6 16,-3-4 10-16,0 2-6 0,-2 1 3 15,0-5 3-15,2 1-3 0,-5-2 13 0,3-1 8 16,-3 1 0-16,-1-1 17 0,3-3-10 0,-5 6 21 16,2-3 5-16,-3 4-8 0,3 0-12 15,-1 0-3-15,-2 3 7 0,0 4-9 0,0 0 9 16,0 0-2-16,-5 17-8 0,2-1 3 0,2 2 3 16,-2 7 15-16,0 11 2 0,3 19 3 15,0 3-10-15,0 1 7 0,0 3 8 0,0 0-8 0,5-1 1 16,-3 3 4-16,4-4-10 0,-2-3 1 15,3-4 1-15,-4-2-4 0,0-9 2 0,-2-5 6 16,-1-9-6-16,-1-2 0 0,0-2-2 0,-2-4 15 16,-2-7 2-16,-3 1-4 0,0-5-1 0,-2-8 3 15,-3-2 1-15,-6-5 4 0,1-5-5 16,-1-2 7-16,-3-6-19 0,2-5 35 0,-1 1-10 16,7-2-6-16,1-2-2 0,2 0 6 0,4 0 7 15,1-2-13-15,6 1-3 0,0-6-2 16,6 0 1-16,1 2-1 0,4-1 5 0,2 4-18 15,1 2-5-15,3 2 16 0,-3 2-19 0,6 2-20 16,-5 5-13-16,1 3-45 0,1 1-16 16,-6 3-65-16,-2 5-68 0,-5 1-174 0,0 3-441 15,-4 0 75-15,0 0 76 0,0 0 47 0,-24 16 89 16</inkml:trace>
  <inkml:trace contextRef="#ctx0" brushRef="#br0" timeOffset="-210266.39">30303 5866 1046 0,'0'-6'336'0,"0"6"-39"0,0-7-34 0,0 7-17 15,0 0-26-15,0 0-18 0,0 0-20 0,10 13-21 16,-7-4-4-16,0 1-17 0,2 3-1 16,-2 0-22-16,1 4-2 0,-1 0-28 0,0-1-7 15,1 1-19-15,2 1 14 0,-3-3-4 0,2 3-4 16,1-3-6-16,-2 2-7 0,2-3-5 0,-2-1-6 16,3-1 6-16,-3-1-1 0,-1-3-4 15,3 1 2-15,1-2-15 0,-1-1 10 0,2-4-21 16,-1-1 3-16,-7-1 0 0,18-6 16 0,-7 2-6 15,-1-5-5-15,-2 0 3 0,3-4-8 0,-4 2-10 16,3-3 7-16,-1 3 11 0,-4 3-21 16,1-1 10-16,-2 1 19 0,2 0-11 0,-2 0-10 15,0 3-8-15,-1 1-2 0,0 0 7 0,-3 4 8 16,0 0-13-16,0 0 1 0,0 0-4 0,4 13 4 16,-4-5 4-16,0 0-2 0,0 1-13 15,3 0 5-15,0 2 10 0,-2 0-7 16,2-1-3-16,0-1-5 0,3 0 8 0,-1-1 5 0,2 2-8 15,-1-4 0-15,1 1-15 0,1-2 15 16,3-1-10-16,-1-3 12 0,3 1 1 0,0-2 5 16,0-3-11-16,3-1-4 0,0-1 14 0,0-2-4 15,-1-4-8-15,1-2-5 0,1-3 20 0,-6 0-7 16,2-1-3-16,1-3 5 0,-7-4-27 16,2 2 14-16,-5 0 0 0,3-1 9 0,-6 1-6 15,2 3 0-15,0 2-6 0,-3 0 19 16,0 2-8-16,0 3-5 0,0-1-2 0,3 3-1 15,-3-2-12-15,2 8-3 0,-2-4-3 0,0 8 14 16,0-3-16-16,0 3 10 0,0 0-8 0,5 12 9 16,1-2 1-16,2 2-4 0,-1 1 10 0,3 2 7 15,1 3-4-15,-1 2-3 0,0 0 2 16,1 3 1-16,-2-3-1 0,-2 3 1 0,3-3 4 16,-3 2 6-16,-3 0-6 0,-1-3-9 0,0-2 12 15,-2-1-13-15,-1-3 13 0,-1 0 8 16,-2-3 8-16,0 4-6 0,0-5 3 0,-1-2 5 15,-3-2-3-15,0 0-7 0,0-3 8 0,-2-2-1 16,9 0-5-16,-18-3 11 0,8-5-3 0,-1 2-5 16,3-2-13-16,0-1 10 0,1 1-9 15,-1 0 19-15,2-2-9 0,2 1-11 0,1 0-5 16,3-3 23-16,0 2-18 0,5-1-5 16,-3 3 15-16,6-7-12 0,3 7 7 0,-1-2-2 15,4 2 10-15,-3 1-18 0,3 0-16 0,0 6-7 16,-1-2-18-16,2 3-36 0,-5 0-56 0,3 0-38 15,-2 3-118-15,-2 3-612 0,-2 1 35 0,1 0 109 16,-5-1 63-16,0 1 85 0,-3 3 56 16</inkml:trace>
  <inkml:trace contextRef="#ctx0" brushRef="#br0" timeOffset="-209916.52">30601 6642 993 0,'-5'4'376'16,"5"-4"-115"-16,0 0 28 0,0 0-43 16,0 0-26-16,0 0 11 0,0 0-37 0,0 0-2 15,0 0-33-15,24-4-26 0,-3-2 10 16,12-2-25-16,2-2 30 0,17-5-32 0,-1 3-19 15,4-4-15-15,3 2-16 0,-3 1 3 0,0 0-10 16,-1 1-2-16,4 0-1 0,-6 1-7 0,-4 3-1 16,-11 0-2-16,0 0-10 0,-2 1 2 0,-4 4-7 15,-4-3 0-15,1 3-3 0,-5-1-18 16,-3 1 16-16,-2-1-13 0,-3 1 10 0,-2 2-16 16,0 1 14-16,-2-1-16 0,-1 1-25 0,-10 0-39 15,13 2-46-15,-10 3-164 0,3 1-637 0,-6 3 110 16,-6 1 51-16,3-1 79 0,-7 1 78 15,0-2 76-15</inkml:trace>
  <inkml:trace contextRef="#ctx0" brushRef="#br0" timeOffset="-192902.17">30832 12634 355 0,'0'0'121'0,"-9"-1"1"0,9 1-14 0,-5 0-26 15,5 0 18-15,-13-3-31 0,7 0 23 0,6 3-5 16,-14-1-15-16,4 1-3 0,3-1-13 0,-3 1 11 15,-4-3-6-15,4 2-17 0,0-2 7 16,-4 1 84-16,4 2-4 0,-4-1-18 0,2-2 2 16,0-1-8-16,-2 4 3 0,1-2-12 15,-1-2-6-15,3 3-23 0,-3-3-82 0,1 0 3 16,0 2 7-16,-1 1-4 0,1-2 14 0,0-1-7 16,-2 4-2-16,1-3-8 0,-1 0 10 15,-1 2 17-15,0 0-17 0,3 1-7 0,-5-2 9 16,2 1 21-16,-2-3-20 0,0 2 10 15,0 2-16-15,-4 0 1 0,1 0 2 0,-3 0 5 16,4 0-5-16,-4-1-8 0,2 1 18 0,-3 0-2 16,0 0-3-16,1 0 5 0,-3 0-10 0,4 0-7 15,-6 0 17-15,6 0-8 0,-2 0 4 0,-2 1 14 16,0-2-23-16,2 2 14 0,-5-1-1 16,5 0-2-16,-5 0 12 0,3 0-17 0,0 2-8 15,2 1 12-15,1-2 1 0,-3 2-6 0,3-2 1 16,1-1 2-16,-1 4 26 0,0-3-34 15,2 1 16-15,-8 2-13 0,6-1 15 0,-3-2-7 16,0 1 7-16,1 2-12 0,-3-1-6 16,3-2 14-16,-3 4 2 0,1-3-6 0,-2-1-9 15,3 5 9-15,-3-5 1 0,2 4-11 0,0-1 3 16,-2-2-10-16,-1 2 20 0,2-1-2 0,-3 3 0 16,-3-3-8-16,4 4 7 0,-7-5 9 0,-2 4-1 15,9-5-17-15,-3 5 2 0,3-5 10 16,-7 5-5-16,5-3 0 0,-6-1-7 0,2 4 9 15,2-2-7-15,2 0-2 0,2-2 14 16,-3 3-6-16,-1-1-6 0,0 2 5 0,-5 0 15 16,9-4-12-16,0 4-6 0,0-2-4 0,-4 3 2 15,3-6 28-15,-3 6-41 0,-2-1 16 0,3-1-6 16,3 1 8-16,1-2 8 0,2 0 8 16,-3 1-11-16,4 0-8 0,-4-1-4 0,4-1 4 15,-1 3-22-15,1-4 12 0,-1 5 13 0,1-3 3 16,3 2-5-16,-3-2 2 0,-1 0-3 15,1 3 3-15,0-3 1 0,2 2-9 0,-2 2-2 16,0-3 13-16,0 0-8 0,0 2-6 0,3-1 27 16,1-2-26-16,2 3 18 0,0-2-6 15,-3-2 3-15,3 5-12 0,4-2-16 0,0-1 26 16,-3 1 7-16,2 2-15 0,2-1 5 0,-2 1 0 16,2 0 0-16,1-1-7 0,-2 2 2 0,-3 1 0 15,6-2 8-15,-3 2-1 0,-1 0 3 16,-1 5-4-16,1-7-1 0,-2 7-8 0,3-5 1 15,1 7 66-15,-5-4-11 0,6-1 1 0,-4 5 5 16,1-2-3-16,1 0-15 0,3 1-10 0,-3 0 10 16,3-1-13-16,-3 4 0 0,4-3-5 15,0 2 18-15,2-1-2 0,-3 0-9 0,3 2-12 16,1-2 5-16,0-1 0 0,-1 1 3 0,2 1-3 16,2-1 3-16,0 5-9 0,0-4 12 15,0 0-6-15,4 2-11 0,-1-1 11 0,1-1-5 16,0 2 11-16,0-1-9 0,3 0 16 0,-1-2-16 15,1 5 8-15,0-4-4 0,0 0-7 0,1 0 1 16,-1 3 8-16,3-3-8 0,0 0 10 16,0-1-13-16,1 6 1 0,-1-5 4 0,1-1-15 15,3 0 0-15,0 3 6 0,2-1-4 0,2-1-2 16,0 0 3-16,2-4 2 0,1 3-2 16,-1-3-5-16,5-1 9 0,-2 1-1 0,5-3 4 15,0 1 3-15,-1-1-18 0,4-2 10 0,0 1 6 16,3-2-6-16,-3-1-3 0,6 1-1 0,-2-2-14 15,3 0 26-15,-1 0-3 0,-2 0 1 16,3-3-11-16,-1 3-5 0,-2-4 18 0,2 0 2 16,1 3-12-16,0-4-1 0,-3 1-14 0,6-2-1 15,-3 0 18-15,2 0-10 0,-2 0 5 0,0 0-2 16,0-2 0-16,3 2 17 0,0-1-23 16,-3 0 16-16,3 0-8 0,1-2 1 0,-1 1-6 15,7 2 5-15,-4-1-3 0,0 0-7 0,2-4 10 16,1 4 5-16,-5-2-4 0,-1-1 4 15,9 2 5-15,-4 0 0 0,-1-4-4 0,-1 4-11 16,5-3 7-16,-5 4-4 0,3-4 12 0,-2 1-17 16,3 1 15-16,-3-2-8 0,-1 1-13 0,-2 0 16 15,3-3-6-15,-1 4 1 0,-6 1-3 16,0-3 5-16,8 1 0 0,-3 0-2 0,1-3-6 16,4 2-2-16,-6-2 10 0,5 1 0 0,-5-1-5 15,3-1 5-15,-1 2 13 0,-1-1-18 0,-3-1 0 16,1 1 13-16,0 0 0 0,0-2-11 15,0 1-61-15,1 0-2 0,-1 1 20 0,0-3 0 16,0 2 3-16,0 1 20 0,-3-3-10 0,3 3 7 16,-3-1 11-16,-1 3 0 0,-2-2-1 15,1 1 6-15,-3-3 3 0,8 1-11 0,-3 0 5 16,3 1 3-16,-7-3-8 0,4 2 1 0,-3 1 9 16,5-3 18-16,-2 2-7 0,0 1-5 15,-4-3-8-15,-2 2 20 0,1 1 0 0,0-3 8 16,-3 2-28-16,1 1-8 0,0-3 21 0,-1 2-11 15,-2 0 9-15,3-1 6 0,-7 1-6 0,6-3-4 16,-2 3 19-16,-4-3 7 0,4 1-33 0,0 1 12 16,-3 1 1-16,-2 0-3 0,0-1 10 15,-1 1-7-15,1-2 7 0,0 2-9 0,-4-2-1 16,5 2 8-16,-1-2-11 0,-4 1 11 0,1-3-3 16,1 4 3-16,-1-2-16 0,-3 2 1 15,1 0 22-15,2-2-30 0,-3 1 23 0,1-1-3 16,-1 1-10-16,0-2 3 0,-2 1 2 0,1 2-3 15,-2 0 1-15,3-1 10 0,-2-1-13 16,1-3 7-16,0 3-2 0,-3 2-2 0,4-2-6 16,0-3 11-16,-1 2-10 0,-1 1 4 0,-1-3 1 15,3 3 2-15,-1 0 5 0,-1-1-10 0,-1 0 0 16,0 0 5-16,3-3-2 0,-3 4 2 0,0-1 5 16,1-3-5-16,-3 4-2 0,3-5-6 15,-2 4 3-15,1-3-5 0,-1 3 10 16,-1-3-2-16,1-1-8 0,-3 4 10 0,1-3-10 0,2 0 20 15,-2-1-10-15,-1 1-5 0,3-3-5 0,-4 2 5 16,1 1-5-16,2-1 18 0,-3 1-16 16,1-3-2-16,0 7 2 0,-3-5 16 0,2 5-15 15,-1-5-9-15,-1 5 24 0,-1-5-5 0,-1 7 7 16,-1-7-4-16,0 5-6 0,-1-1-5 16,-2-3 5-16,-2 3-13 0,1-3 11 0,-2 4 4 15,-1-1-2-15,-1 0 1 0,-2 1-6 0,0 2-11 16,-5 0-22-16,2 1-13 0,-3 5-74 0,-4 1-54 15,-2 1-164-15,-9 7-545 0,-3 4 110 0,-15 2 76 16,0 0 73-16,-4 3 50 0</inkml:trace>
  <inkml:trace contextRef="#ctx0" brushRef="#br0" timeOffset="-190101.99">27432 16516 724 0,'0'-6'197'0,"0"6"5"0,0 0-17 16,-3-8-19-16,3 8-2 0,-1-4-24 0,1 4-12 15,-4-6-7-15,4 6-9 0,-7-4 9 0,7 4-24 16,-10-2-7-16,4-1-11 0,-2 1-20 16,-1 2 7-16,-1-1-9 0,-2 0 2 0,-1 1-8 15,-4-2-3-15,3 2 4 0,-3 0-6 0,0 0-18 16,-4-1 10-16,-1 1-10 0,1 0 8 16,-3 0 0-16,2 0 64 0,0 0-8 0,-3-2-13 15,1 2-10-15,0 0 1 0,1 0-14 0,-1 0 3 16,-1-1 5-16,1 1-13 0,-3 1 3 0,4-1-16 15,-1 0 6-15,-1 2-9 0,-2-1 6 16,3 1-7-16,-3-1 1 0,0 0-14 0,0 3 7 16,-4-3-2-16,6 3-11 0,-2-3 13 15,0 0 3-15,-1 3-5 0,1-1-9 0,-1 0 1 16,2 1 8-16,-2 0-18 0,-2-1 2 0,2 1 5 16,1 2-17-16,-1-2 14 0,-2 0-4 0,2 1-3 15,-1 0-7-15,-3 2 12 0,-2-1-7 16,6 0-3-16,1-1 15 0,-1 0 0 0,1 1 8 15,3-1-18-15,-3 0 3 0,3-1-16 0,0 1 16 16,0-2 7-16,4 1 1 0,-1 0-6 16,0 0 0-16,1-1 1 0,-7 1-6 0,6 0 13 15,1 1-13-15,-7-1-5 0,3 1 12 0,-4 0 6 16,4-3-5-16,-4 4 3 0,1 0-9 16,1-2 11-16,1 1-10 0,-5-1-3 0,5 2-5 15,-2-2 2-15,0 0 6 0,2 0 0 0,2 1-8 16,-1 0 5-16,0-2-10 0,3 1-69 15,-2 0 10-15,-1 3 7 0,0-3-7 0,3 2 16 16,1 0 12-16,-4 1 5 0,3-1-2 0,-2 1 7 16,2 0 6-16,-3-1-1 0,3 2 1 15,-2-2 7-15,2 1-5 0,3 1 10 0,-2 0 6 16,-1-1-16-16,-2 3 5 0,6-3 5 0,1 0 6 16,-2 0 12-16,0 1-18 0,2-1 8 0,1-1-5 15,-1 2 8-15,-1-1-3 0,3-1-5 0,-3 1-11 16,3-1 16-16,-3 1 3 0,3 0-13 0,-3 0 10 15,0 1 0-15,4 0 10 0,-1-2-10 16,-3 0 0-16,3 1 0 0,-3-3 0 0,3 2 5 16,-3 1-7-16,4-2 9 0,-1-1-9 15,1 1 2-15,1-3 0 0,-1 3 5 0,-1-1-8 16,4-2 1-16,-3 4-1 0,2-3 3 0,1 0 8 16,0-1-6-16,-1 3 1 0,-2-1 2 0,3 1 5 15,-1-2-12-15,1 3-1 0,0-4 1 16,-1 4-6-16,-2-2 8 0,2 1-5 0,-2 1-3 15,0-2 18-15,-1 3-10 0,4 0 0 0,-1-3 0 16,1 2 8-16,-3-1-5 0,5 0-9 16,-2 1 6-16,0-1-5 0,3 0-5 0,-3 0 15 15,0 0 5-15,3 2-12 0,-1-1 7 0,-1 0-10 16,-1-1 2-16,3 1 6 0,-1 0-13 0,1 2 15 16,-2-1 0-16,2-1-10 0,-1 2 2 15,-1-2 3-15,2 2 0 0,0-2 3 0,-3-1-3 16,3 2 0-16,0-2 7 0,1 0-12 0,1 1 3 15,-1-2 12-15,-1 1-2 0,1 0-8 0,-1 1 7 16,2 0-17-16,-1-1 15 0,-1 0-18 16,1 1 19-16,-1-1-12 0,0 0 1 0,3 1 3 15,-2 0 12-15,-1 0-7 0,3 1-1 0,-3-1-4 16,2 0 2-16,-3 0 12 0,4 1-9 16,-2 0-8-16,-2 1 7 0,2-2-7 0,2 2 8 15,-2-2-8-15,2 1-6 0,-2 1 9 0,1-1-3 16,-1 1 5-16,-1 0-5 0,4 0 7 0,-1 1 3 15,1 0-2-15,-3-1-13 0,4 2 12 0,-4 2-2 16,6-2 3-16,-3 1 10 0,0 3-16 16,2-3-5-16,-2 3 3 0,0-3 0 0,3 4 15 15,0-1-15-15,-3-1 5 0,3 1 0 0,0 0 3 16,0 1 2-16,0-1-8 0,0-1 1 16,3 0 7-16,-3 2-5 0,3-3 8 0,0 3-11 15,-2-3 11-15,2 1-8 0,3 1 0 0,-1-3 5 16,1 3-5-16,-2-2 0 0,2 1-3 15,-2-2-2-15,5 1-3 0,-1-1 3 0,-1 1 5 16,2-2 11-16,-2 2-6 0,4-3 2 0,-1 0 1 16,4 1-8-16,0-1 0 0,-1 0 0 0,1-2 8 15,-1 1-8-15,5-1 5 0,-2 0-5 16,-1 0-3-16,5-1 6 0,0 2 2 0,-2-3-2 16,2 1-3-16,0 0 0 0,-2-1-3 0,-1 1 6 15,6-2 7-15,-5 0-15 0,2 1 5 16,1-1 2-16,-4-2-2 0,6 2 0 0,-2 0-2 15,0-2 4-15,-1 2 1 0,1-2-1 0,0 2-7 16,2-1 5-16,-2-1 5 0,3 1-10 0,-4 1 5 16,4-3 8-16,-3 3-13 0,3-2 7 15,-4 0 1-15,1 0 10 0,0-1-6 0,2 0-9 16,-2 1 7-16,1-2 0 0,0 0 3 0,0 0-1 16,-3 0-1-16,5-2-6 0,-4 1-16 15,4 0 14-15,-3-1 2 0,3 0 0 0,0 0 0 16,0 0-8-16,0 0 18 0,3 1-2 0,1-2-8 15,-5 0 0-15,1 2 0 0,0-1 2 0,4-1-2 16,2 2 3-16,-2-3 0 0,2 2 4 0,-2-3-4 16,3 3 15-16,0-3-29 0,1 4 6 15,-3-5 3-15,2 2-1 0,0 1 6 0,0-3-8 16,-1 1 7-16,-2 1-2 0,2 0 10 0,-3-1-2 16,0 0-18-16,-2 3 5 0,5-3 5 15,-5 2 10-15,2-1-25 0,0 0 35 0,-3 1-20 16,0-1-8-16,3 2 8 0,-3-3 0 0,4 2 11 15,-1-1-11-15,1 1-8 0,-2 0 11 0,5-2-9 16,-2 1 17-16,-3 0-14 0,4 1 8 16,-2-3-10-16,0 3 3 0,2-2-4 0,-2 1-6 15,3 0 1-15,-4-1 6 0,0 0 10 0,-3 0-5 16,3 2 11-16,0-3-9 0,-2 2-4 0,2-2-3 16,-3 2 10-16,4-2 13 0,-2 0-6 15,1-1 4-15,-2 1-19 0,2 0 8 0,0-2-5 16,-2 0 3-16,2 1-6 0,-3-1 8 0,3-1 6 15,4 1-4-15,-4 0 9 0,1-1-21 16,-4 1 15-16,3 0-15 0,-1-2 15 0,-1 3 3 16,-1-1-3-16,3-2-5 0,-3 3 0 0,-3-1 8 15,3-2-3-15,3 2-7 0,-3 1 25 16,3-2-28-16,-6 1 10 0,3 0 16 0,0-2-11 16,0 3-10-16,-1-3 3 0,1 2 18 0,2 0-11 15,-4-1-5-15,1 0-12 0,-5-1 25 0,3 1-21 16,-4-1 34-16,0 3-21 0,0-2-4 0,0 2 35 15,-2-2-31-15,-2 0 16 0,3 0-16 16,-1 2-12-16,-2-2 4 0,1-2 19 0,-1 3-23 16,4 0 12-16,-6-2-33 0,3 1 56 0,-1-1 1 15,3-3-49-15,-5 2 58 0,0 0-58 16,-1-2 48-16,0-1-25 0,-6 3-23 0,6-3 23 16,-3 0-1-16,3-1 12 0,-3 0 9 0,1-2 18 15,-6 0-38-15,5 1 41 0,0-1-62 16,-4 0 8-16,1-2 18 0,-4 2 12 0,3-2 63 15,0 1-37-15,-3-1-10 0,3 0 5 0,-6 0 6 16,3-1-6-16,-3 0-56 0,0-2 35 0,-1-2 4 16,1 0-1-16,-4 3 10 0,4-2-7 0,-5 1 10 15,1-1-23-15,-2 1 21 0,-2 0-13 16,4-2-3-16,-6-1 0 0,-1-1-13 0,1 2 3 16,-2 1-5-16,-1-1 0 0,-2 1 33 0,2 0-21 15,-2-2 14-15,1 4-29 0,0 2 8 0,1-2 5 16,1 3-18-16,-1 2 0 0,-2-3-5 15,5 6-10-15,-4-1 18 0,-1-2-8 0,5 7 2 16,-1-4-12-16,-3 2 2 0,-4 1-15 0,5 2 5 16,-5 5-79-16,-7-4 51 0,-2 5-92 15,-14 3-144-15,9 4-698 0,-19 5 71 0,10-1 113 16,5-5 82-16,-1-2 64 0,-1-3 71 16,-17-7 57-16</inkml:trace>
  <inkml:trace contextRef="#ctx0" brushRef="#br0" timeOffset="-132825.55">2719 15956 675 0,'0'0'215'0,"-3"-7"-18"15,3 4-30-15,0 3-21 0,3-8-16 0,0 5-15 16,0-2 6-16,2 1-24 0,2 1-25 0,3 0-14 16,3 0-1-16,1 3 12 0,3 3-8 15,3 0-9-15,4 5 4 0,0-1-20 0,4 6 38 16,-1 2-41-16,1-1 3 0,-2 4 66 0,-2 1-4 15,0 1-29-15,1-1 20 0,-6 5-19 0,0-3-4 16,1 2 6-16,-6 1-8 0,0-1-8 16,-2-3-7-16,-4 1 2 0,1-2-5 0,-1 4 0 15,-5-6-8-15,-2 0-2 0,2 0 5 16,-4-1 3-16,-1-1 12 0,1-3-15 0,-5 0 0 16,1-2 2-16,-4-1 4 0,2-2-4 0,0-2 3 15,-4-1-13-15,1-3 13 0,-3-1-10 0,-1-4 8 16,1 3-3-16,1-5 10 0,-1 0-13 15,1-6-4-15,0 3-1 0,2-3-64 0,1-1 6 16,4-3-1-16,-2 3-7 0,4-4 7 0,3 0 13 16,0-2-20-16,1-1 7 0,5 4 6 15,2-4 10-15,1 1 2 0,1-1-7 0,0 4 7 16,1-1-15-16,2 2-36 0,1-1-30 0,-3 5-34 16,3 3-72-16,-1-4-94 0,1 2-471 15,0 4 58-15,-2-3 52 0,-1 3 82 0</inkml:trace>
  <inkml:trace contextRef="#ctx0" brushRef="#br0" timeOffset="-132340.47">3156 15829 734 0,'4'-8'202'0,"0"-1"-28"0,2 1 54 16,1-5-18-16,-3 5-18 0,7-2-20 0,-2 0-14 15,-2 1-19-15,4-4-14 0,-5 5-2 0,1 1-31 16,-3 1-5-16,2-1-8 0,-3 0-17 0,-2 2-16 16,1 2 5-16,0-4-15 0,-2 7 7 15,3-8-12-15,-3 8-3 0,0-4-7 0,0 4-1 16,0 0-2-16,0 0 3 0,0 0-6 0,0 0 0 15,0 0-12-15,0 0 7 0,6 26 18 16,-2-15-10-16,2 6 5 0,6 5-10 0,1-1-5 16,3 2-1-16,5 1 16 0,-3 1-17 15,2-3 4-15,3 0 3 0,-2 1 4 0,3 0-6 16,-4 0-1-16,-2-1 10 0,1 1-4 0,-1 0-11 16,0-1 13-16,-5-6-5 0,-3 3 2 0,1-1 13 15,-5-2 3-15,-2-1 20 0,-1-1-10 16,0-1-8-16,-6 1 6 0,0-3 2 0,0 0-3 15,-4 2 13-15,-4-4 3 0,1 0-21 0,0-1 1 16,-4-3 7-16,1 2-8 0,-1-2 5 16,3-3-5-16,-2 2-79 0,2-3-5 0,-2 1 15 15,2 0 13-15,1-2-7 0,0 1-9 0,1-1-30 16,1 1-67-16,8-1-104 0,-17-1-162 16,11 2-361-16,1 3 85 0,5-4 53 0,-10 3 54 15</inkml:trace>
  <inkml:trace contextRef="#ctx0" brushRef="#br0" timeOffset="-132041.39">3033 16736 678 0,'0'0'220'0,"0"0"0"0,0 0-15 16,21-13-5-16,-7 5-34 0,0-3 80 16,6-5-31-16,5-2-21 0,12-10-15 0,0 2-10 15,4-4-23-15,-2-1-5 0,4 0-8 0,-2 2-2 16,4-1-26-16,-4 0-16 0,2 1 3 16,-1 3-17-16,-1 1-14 0,-10 6-2 0,-4 6-11 15,-3 0-7-15,-7 2-69 0,-2 4-25 16,-2 3-1-16,-2 2-46 0,-2 2-107 0,-5 4-395 15,-1 2-145-15,-3 3 94 0,-4 1 59 0,-2 4 44 16</inkml:trace>
  <inkml:trace contextRef="#ctx0" brushRef="#br0" timeOffset="-131591.74">3048 16973 570 0,'0'-6'243'0,"2"0"65"16,2 0-37-16,-1-1-20 0,5-3-28 0,-4 3-26 16,5 0-16-16,1 0-25 0,1 3-20 15,-1-1-10-15,4 3-1 0,3-2-33 0,-1 4 3 0,5 3-72 16,-3 0-15-16,6 2 2 0,-1 5 0 15,1-2-15-15,0 6 20 0,-4-3-4 0,4 6-1 16,-3 0-3-16,-7-1 24 0,3 2-31 0,-4 0 26 16,1 1-8-16,-7 0-11 0,-1-1 29 15,-2 0-26-15,-1-1-4 0,1-2 1 0,-4-1 21 16,-4-2-7-16,4 1-8 0,-6-2 2 0,2-1-5 16,-5-1 21-16,2-2-5 0,-4 0 4 15,1-3-2-15,-3-2-2 0,-1-1 0 0,3-2 27 16,-3-1-14-16,1-2 2 0,2-1-8 0,-2-1 5 15,-1-2-4-15,3 1-6 0,2-3 3 16,-1 1 10-16,2-1-11 0,-1-3-2 0,5 4-20 16,0-3 20-16,2 1-15 0,2 1-16 0,2-1-12 15,2-1-26-15,-1 2-33 0,4-1 7 0,4 1-91 16,2-1-60-16,2 0-161 0,1 2-371 16,2-1 80-16,-2 1 50 0,2-2 65 0</inkml:trace>
  <inkml:trace contextRef="#ctx0" brushRef="#br0" timeOffset="-131108.51">3587 16779 762 0,'0'0'220'0,"0"0"-2"0,0 0-36 0,0 0-13 16,0 0 7-16,0 0-27 0,4 20 56 15,-1-9-26-15,1-1-23 0,-1 1-10 0,4 3-13 16,-1-1-13-16,2 2-17 0,2-2-11 0,-3 0 0 15,7 0-15-15,-4-1 10 0,3 0-16 0,1 0-4 16,-1-4-6-16,5 3-15 0,-4-4 18 16,3 0-15-16,-1-1-5 0,-2-3-1 0,0-1 6 15,0-2-16-15,-1 0 5 0,1-1-9 0,-4-2 4 16,0-2 15-16,1-2-19 0,-4-2 1 16,-4-2 6-16,0-3-15 0,-3 1-6 0,0-5 13 15,-6-3-20-15,-1-2 7 0,-7 4 6 16,4-3-11-16,-4 2 5 0,-2 2 3 0,1 1 0 15,2 1 0-15,-5 2 2 0,5 2 3 0,-4 0 11 16,3 5 2-16,0-1-13 0,-2 2-3 0,5 1 1 16,-3 2-1-16,1 2 1 0,-1 1-14 15,4 1 14-15,0 3-6 0,-1 2-15 16,1 0 18-16,0 1-15 0,2-1 12 0,2 3-18 0,3 1 1 16,-1-1 4-16,4 0-9 0,0 0 2 15,4 1-8-15,-1-2 20 0,1 2-7 0,6-2 3 16,-3-1-3-16,3-1 5 0,0-1 0 15,4-1-2-15,0-2 12 0,6-2-23 0,-2 0 24 16,2-6-21-16,1 4-13 0,3-5-33 0,3 1-16 16,-4-4-66-16,-2-1-154 0,0 3-527 15,-1-5 31-15,0 1 77 0,-9-5 71 0,0-1 56 0</inkml:trace>
  <inkml:trace contextRef="#ctx0" brushRef="#br0" timeOffset="-130858.06">3958 15926 1105 0,'0'0'333'0,"2"-6"-36"0,-1 1-21 0,2 0-30 15,3 0-33-15,-2-2-16 0,3-1-16 16,4-1-19-16,1 1-14 0,2 0-30 0,3-2-11 16,-4 3-68-16,5-3-52 0,-4 3-48 0,3 0-75 15,0-1-130-15,-3 4-477 0,3 0 52 0,-4 2 82 16,-3 1 56-16</inkml:trace>
  <inkml:trace contextRef="#ctx0" brushRef="#br0" timeOffset="-130657.73">4141 16086 875 0,'0'0'261'0,"0"0"-28"16,0 0-21-16,0 0-9 0,0 0-6 0,0 0-118 15,27-10-2-15,-13 7 0 0,0-4-1 0,3 1-9 16,0-3-3-16,3 0-28 0,-2 3-13 15,2-4-41-15,1 1-54 0,3 0-112 0,-8 2-277 0,6-2-158 16,1 0 40-16,-3 0 52 0</inkml:trace>
  <inkml:trace contextRef="#ctx0" brushRef="#br0" timeOffset="-130225.31">4568 15698 696 0,'0'0'181'0,"0"0"4"0,0 0-34 16,0 0-10-16,11 18-8 0,-8-11 0 0,4 1-21 15,0 2-9-15,3-2-11 0,0 1-8 16,0-1 11-16,5 2-36 0,-5 1 13 0,7-3-16 16,-4-2 11-16,1 1-24 0,3 0 13 0,1-2 3 15,-2-2-20-15,-1 0-4 0,1-3 99 0,-2 3-32 16,-1-3 11-16,1-3-24 0,0 0 8 15,-4 0-7-15,1-2 2 0,2-4-10 0,-3 1-18 16,-2-2 13-16,1-2-5 0,-5-2-70 16,-1-2-7-16,-3-1-3 0,0-4-17 0,-3 3 17 15,-1-6-5-15,-2 3 21 0,-5-1 18 0,1-2-44 16,-3 5 25-16,-4-3-7 0,3 1 3 0,-4 0 2 16,-2 6 3-16,3 1-8 0,-4 1 5 15,-3 2 10-15,4 4-15 0,-4-1 15 0,4 1-7 16,3 6 2-16,-1-1-10 0,1 2 3 0,0 2-8 15,-1 3 7-15,2 1-4 0,2 1 4 16,0 5-7-16,2 1 8 0,4 0-8 0,1 2 2 16,0 3-5-16,4-1 3 0,3 2 10 15,0-1-17-15,3 5-40 0,7 2-50 0,1 0-133 0,6 0-544 16,0 2 81-16,3-4 53 0,-2 1 84 16,-5-6 41-16</inkml:trace>
  <inkml:trace contextRef="#ctx0" brushRef="#br0" timeOffset="-120493.7">1134 6675 788 0,'-1'-8'256'0,"-2"2"-33"0,0 4-19 0,3-6-22 16,0 8-28-16,3-9-6 0,0 3-10 0,1 2-10 15,5 0-28-15,2 1-10 0,0 1-13 0,5 4 10 16,2-2-6-16,5 7-19 0,2 2-8 16,5 1 2-16,1 6-7 0,10 9 63 0,-3 1-7 15,-1 6-10-15,1 2-13 0,-4-2-13 16,-6 2-3-16,-2 0-7 0,-2-1 0 0,-7-4-10 15,-3-4-8-15,-7-2 2 0,1 1-2 16,-2 0-2-16,0 1-11 0,-6-6-3 16,1 2-2-16,-2-3 16 0,-2-1-21 0,-3 0 7 0,2-2-68 15,-6-3-1-15,2 1 26 0,-2-5-2 0,-3-4 7 16,2 2 5-16,-2-5-2 0,-1-1 0 0,1-1 7 16,-1-1 16-16,0-4 5 0,-3 0-5 0,4-4 5 15,-1 1 0-15,3-4-5 0,1 1 10 16,0-3-13-16,3 0 0 0,1 1 8 0,5-2 0 15,-2-4-5-15,3 2-3 0,3-1-2 16,0-2-8-16,4 0 2 0,0-1-35 0,7 1-16 16,-4 0-30-16,7 0-85 0,0-2-117 0,1 4-418 15,3-1-26-15,-5 3 52 0,1 2 84 16,-3 1 52-16</inkml:trace>
  <inkml:trace contextRef="#ctx0" brushRef="#br0" timeOffset="-120076.71">1578 6642 767 0,'-1'-6'315'16,"2"2"-28"-16,1-3-31 0,-1-1-15 0,2 1-32 16,4-2-22-16,-4 0-18 0,4 2-15 0,0-2-8 15,-3 1-16-15,3 1-25 0,0 0-15 16,-1 3 7-16,0-3-18 0,-2 2-12 0,0 2-11 15,3 0-2-15,-4-1-5 0,-3 4-11 0,10-5-7 16,-7 1 5-16,-3 4-6 0,11 0-9 16,-11 0 2-16,13 6-5 0,-6-3-8 0,4 3 3 15,-1 2 0-15,3 3 4 0,5 3-9 0,-2-2 0 16,6 7 10-16,2 0-13 0,0 0 0 16,3 2 10-16,-4-2-2 0,1 1-8 0,0 1-2 15,-2-2-6-15,-2 4 8 0,0-4 6 0,-3 3-14 16,0-4 13-16,-7 4 1 0,1-3 1 0,-1-2-4 15,-4 0-11-15,-2 1 11 0,-1-1 10 16,-3-3 5-16,0-2-2 0,-3 2-6 0,0-3 13 16,-1 2-2-16,-3-4 2 0,-2 1-5 0,1-3-5 15,-2 1 5-15,1 0-18 0,0-6 15 16,-1 4-9-16,1-4-34 0,2 4-54 0,-4-3-141 16,1 1-391-16,4-2-195 0,-2 0 106 0,1 4 60 15,-2-4 55-15</inkml:trace>
  <inkml:trace contextRef="#ctx0" brushRef="#br0" timeOffset="-119793.72">1612 7550 918 0,'0'0'313'0,"0"0"-11"0,0 0-23 15,0 0-28-15,0 0-18 0,17-24-34 0,-4 9-12 16,4 0 0-16,4-7-36 0,10-9-21 16,3-1-14-16,0-1-4 0,3 1-4 0,1-3-19 15,-1 2-4-15,-1 1 2 0,1 2-18 0,0-2 3 16,-3 5-13-16,-6 4-3 0,-4 5-13 16,-7 3-4-16,3 0-21 0,-7 7-44 0,-1-2-23 15,1 7-43-15,-3-1-82 0,-3 4-235 16,0 5-398-16,-4-2 93 0,-2 6 54 0,-2-1 71 15,-2 6 64-15</inkml:trace>
  <inkml:trace contextRef="#ctx0" brushRef="#br0" timeOffset="-119377.72">1759 7768 911 0,'-3'-3'358'0,"3"3"-40"0,-4-9-22 0,4 3-32 15,0-1-28-15,0 0-21 0,3 4-16 0,4-4-20 16,3 0-33-16,1 4-5 0,6-5-18 0,6 8-13 16,-1-1-5-16,2 2-10 0,6 2-8 0,-2 4-18 15,5 0 0-15,-2 3 3 0,-3 4-16 16,-2-2-2-16,-1 5-3 0,-2 1 8 0,-2 2-29 15,-4-3-19-15,-3 1 19 0,-4 2 9 16,0 2-88-16,-3 0 6 0,-3-4 2 0,-1 0 2 16,-3-1 21-16,0 0-10 0,-3-1 10 0,-5 1-5 15,2-7 8-15,0 5 5 0,-4-7 7 16,-1 1-2-16,1-1 0 0,0-5-5 0,-2 1 20 16,0-3 10-16,1-1 1 0,-2 2 7 0,2-4-8 15,0 1 9-15,1 0-17 0,-2-5 6 16,4-1 5-16,1 2-5 0,1-2-2 0,5-2 2 15,-2-3-3-15,3 2-10 0,3 0 8 0,-2 1-62 16,8-7-22-16,-1 4-29 0,2-1-59 0,-1 1-56 16,6-2-138-16,-2 0-95 0,2-3-292 0,1 2 98 15,-2-2 7-15,-1 1 61 0</inkml:trace>
  <inkml:trace contextRef="#ctx0" brushRef="#br0" timeOffset="-118976.36">2244 7668 601 0,'0'0'243'0,"0"0"-43"0,0 0-11 15,0 0-20-15,0 0-10 0,0 0-18 0,0 0-8 16,0 18-18-16,1-8-8 0,2 0-9 16,3 2-14-16,-3-4 1 0,1 2-14 0,3 0-7 15,0 1 0-15,0-2 3 0,2 0-3 0,2-2-10 16,-1-3 58-16,0 3-9 0,4-6-1 16,-4 1-12-16,5-2-14 0,-2-3-9 0,4-4 7 15,-4 3-2-15,2-4-16 0,-2-5 11 0,-3 3-11 16,1-5 0-16,-4 4 11 0,-1-6-6 15,-2 2-17-15,-1-3 7 0,-7 1-7 0,1-1-6 16,-6-4-2-16,-2 3 0 0,0-1-3 0,-5 2 8 16,1 6-8-16,2-4-5 0,-4 8 13 0,3 0-13 15,0 1 1-15,-2 4 4 0,-1-1-10 16,3 4 2-16,0 4-9 0,-3 0-1 0,0 2 8 16,4 2-7-16,-1 0-4 0,3 1 4 0,2-1-6 15,1 0 5-15,4 1-2 0,1-1 0 16,0-1 5-16,0-3-10 0,6 2-3 0,0-2-3 15,0 0 6-15,-3-4 0 0,15 0 2 0,-2-6 3 16,1-2-3-16,3 0-10 0,3-3-13 0,0-5-20 16,1-2-13-16,3-4-62 0,-3 3-45 15,-4-5-126-15,1 5-551 0,-5-2 44 0,-3 0 67 16,0-3 74-16,-9 1 62 0</inkml:trace>
  <inkml:trace contextRef="#ctx0" brushRef="#br0" timeOffset="-118727.71">1659 6317 729 0,'0'0'189'0,"0"0"-7"16,0 0-3-16,28 17-15 0,-8-5-10 0,19 13-11 15,4 4-17-15,13 9 1 0,4 6-6 0,-1 0-9 16,2 5-27-16,-2 4 7 0,2 1-10 15,-3 0-8-15,0 4 59 0,0 1-7 0,-3-1-11 16,3-1-15-16,-6 3-3 0,1-4-20 16,-1 0 7-16,-6-4-7 0,-3-2-16 0,-9-9-32 15,-6 0-37-15,-1-4-56 0,-10 2-67 0,-3-7-227 16,-8-6-382-16,-5-6 57 0,-5-4 74 0,-6 0 66 16</inkml:trace>
  <inkml:trace contextRef="#ctx0" brushRef="#br0" timeOffset="-118376.84">767 7111 657 0,'0'0'200'0,"0"0"-11"16,-3 8-30-16,10 1-10 0,6 4 2 16,4 3-16-16,14 11-12 0,3 5-10 0,7 2-13 15,10 9-1-15,2 6-4 0,4 1-10 0,2 7-9 16,-2 1 11-16,1 0-17 0,3 2-1 16,1 5 69-16,0-2-13 0,2 3-20 0,3 0-2 15,0 0-4-15,2 1-24 0,-1-4 9 0,-3-1-10 16,-1-4-7-16,-2-1-16 0,-4-4 16 15,-3-4-14-15,-3-1-4 0,-2-5-8 0,-8-9 8 16,-7-1-93-16,1-7-2 0,-1 4-51 0,-5-11-6 16,-8-5-145-16,-2-3-361 0,-4-5-108 0,-1-6 49 15,-5-5 67-15,-4-2 43 0</inkml:trace>
  <inkml:trace contextRef="#ctx0" brushRef="#br0" timeOffset="-117827.51">2494 6353 1005 0,'0'0'303'0,"0"0"-30"16,0 0-27-16,0 0-23 0,0 0-29 0,0 0-17 16,-7 14-11-16,3-3-15 0,1-1-23 0,-1 5-5 15,-2 1-20-15,2 1-16 0,-2 1-11 0,2 3-4 16,-3 0 5-16,0 1-13 0,1 1-8 15,2-4-12-15,1-1-3 0,-1-2 10 0,-2 0-18 16,6-1-5-16,-5-4 6 0,3 1-11 0,2-1-3 16,0-3 13-16,0 1-2 0,2 0 0 15,3-2-16-15,-2 1 8 0,4 1-10 0,-1-3-3 16,4-3 6-16,-2 2-6 0,5-2 3 0,1-1 17 16,0-1-9-16,6-1 2 0,0-1 0 15,4 1-5-15,4-2-11 0,0 1 9 0,5-5 2 16,-2 3-8-16,0-2-2 0,-3 1-6 15,2-2 8-15,-2 1-2 0,-1 1-10 0,-3-2 17 0,-1 4-10 16,-2-3-5-16,-4 2 3 0,-3 2 15 16,-1-3-6-16,1 1-12 0,-3 2 3 0,-2 1-1 15,2-1 4-15,-4-2-1 0,0 1-13 0,-7 2-7 16,14-1-19-16,-14 1-9 0,10 1-67 16,-4-1-51-16,-6 0-113 0,3 6-507 0,-3-6 16 15,4 2 84-15,-4-2 74 0,0 0 49 16</inkml:trace>
  <inkml:trace contextRef="#ctx0" brushRef="#br0" timeOffset="-117493.71">3020 6025 906 0,'0'0'253'0,"-3"-7"-17"0,3 7-39 0,-1-5-11 16,1 5-19-16,0 0-21 0,0 0-8 16,0 0-10-16,17 12-18 0,-9-5-2 0,2 2-21 15,4 1-8-15,-4 2-10 0,3 3 3 16,1 1-3-16,3 1-23 0,-3 0 3 0,0 1-16 0,6 2 13 15,-3-1-13-15,3-1 0 0,-2 0-7 16,-2 2 5-16,2-4-11 0,-2 0-30 0,2-1-39 16,-1 0-48-16,-3-2-97 0,0-4-129 0,0 0-391 15,-2-2 77-15,0-5 48 0,-2 1 38 16</inkml:trace>
  <inkml:trace contextRef="#ctx0" brushRef="#br0" timeOffset="-117044.27">3369 6069 604 0,'0'0'197'0,"0"0"18"0,0 0-54 0,0 0 18 15,0 0-41-15,17 17 1 0,-11-9 1 0,4 1-17 16,1 1-20-16,0 2 2 0,3-2-11 16,2 1-12-16,-1 2-5 0,4-4-3 0,-1 2-12 15,1 1-6-15,2-3-2 0,0-2 10 16,-4-1-13-16,3-2 5 0,-2 2-10 0,2-4 18 15,-3-1-23-15,-4 1 21 0,2-4-14 0,-2 1 19 16,1-3-1-16,-4-1-7 0,0-2-10 0,1-2-6 16,-7-5 3-16,2 3 1 0,-6-4-14 15,0-2-2-15,-6-1 74 0,-2-4-6 0,1 3-19 16,-6-4 9-16,-1-2-4 0,1 6 4 0,-2 2-12 16,2 1-62-16,0 2 3 0,-5 1-7 15,5-1-1-15,-4 6 8 0,3-1 0 0,-3 3 0 16,1 2 0-16,-2-1-11 0,3 3 14 15,-1 2-11-15,-2 0 5 0,-1 1-12 0,1 2 2 16,2 1 8-16,1 2-8 0,-1 0-8 0,1 1 6 16,2 5-6-16,2-1 6 0,1 1 5 0,4 2-16 15,-1 1 3-15,4 2 7 0,3-2 3 0,3 3-12 16,0-1 2-16,7 1 0 0,0 0-8 16,2-2-5-16,7 1-21 0,-1-2-19 0,6 0-17 15,-1-5-45-15,4-1-69 0,-2-3-157 0,5-3-450 16,-5 1 64-16,2-4 79 0,-3-4 44 15,-4 1 74-15</inkml:trace>
  <inkml:trace contextRef="#ctx0" brushRef="#br0" timeOffset="-116743.56">3041 5536 650 0,'0'0'238'0,"0"0"-18"0,0 0-23 16,0 0-13-16,0 0-17 0,0 0-11 15,0 0-10-15,30-11-26 0,-19 3 3 0,6 0-11 16,-1-1-7-16,5-3-20 0,-4 0-1 0,1 2-7 15,2-3-10-15,0 2-6 0,-3-3-5 0,0 4 3 16,-2 1-10-16,1 0-13 0,-2 1-16 16,-4 1-61-16,-3 0-79 0,3 1-151 0,-3 2-418 15,-3 2 54-15,2-3 59 0,-3 3 44 16</inkml:trace>
  <inkml:trace contextRef="#ctx0" brushRef="#br0" timeOffset="-116277.23">3245 5036 860 0,'0'0'325'0,"0"0"-34"0,0 0-22 16,0 0-26-16,0 0-30 0,18 15-14 0,-11-6-19 15,4 1-24-15,2 2-8 0,0-2-15 16,4 2-2-16,1 1-24 0,-1 2-9 0,3-5-11 15,0 1-5-15,1 2-3 0,0-4 0 0,-2 0-15 16,2-1-10-16,-3-4-3 0,-2 1 6 16,2-2 1-16,-2 0-9 0,2-3-13 0,-5-4 0 15,2 2-13-15,-2-2 8 0,1-1-3 0,-1-3 2 16,-3-1 1-16,-2-3 5 0,-1-1-5 16,-1-2-8-16,-6-2 10 0,0 0-2 0,0 0-3 15,-6-6 0-15,2 4 13 0,-4-3-3 16,2 3-7-16,-1 3 18 0,1 2-11 0,3 3 13 15,-1 1-2-15,0-2-16 0,0 6 0 0,1 2-4 16,3 4 4-16,0 0-15 0,0 0 2 0,0 0 3 16,14 29 8-16,-7-11-16 0,3 2 3 0,7 5-5 15,-3 1-5-15,10 10 10 0,0-2-8 16,3-3-2-16,1 1-1 0,-2 0 4 0,-4-8-4 16,1 0-9-16,-1-4 12 0,1 1 0 0,0-1 3 15,-1-4 0-15,-1 1-6 0,-2-2-14 16,-1 1 12-16,-2-4-15 0,-2-1-52 0,3 2-63 15,-6 1-198-15,5-2-580 0,-6 1 45 0,-2-5 90 16,-5 0 87-16,-2-1 62 0,-1-7 61 0</inkml:trace>
  <inkml:trace contextRef="#ctx0" brushRef="#br0" timeOffset="-150423.6">3792 12155 575 0,'0'0'272'16,"0"-9"-19"-16,-3 4-12 0,3 5-1 0,0-8-37 15,0 8-27-15,-3-6-9 0,3 6-11 16,0-5-23-16,0 5-15 0,0 0-13 0,0-6-16 16,0 6-12-16,0 0 2 0,0 0-5 0,0 0-4 15,0 0-6-15,0 0-8 0,0 0-10 16,10 18 13-16,-4-11-16 0,-4 7-2 0,4-3-74 15,-3 3 2-15,4-1-12 0,-3 5 22 0,2 4-4 16,2 1 4-16,1-2 80 0,1 10 5 16,1 0-8-16,-1 1-9 0,4 11 4 0,3 1-10 15,-1-1-3-15,-1 3-2 0,3-2-10 0,1-1-6 16,-2 4 3-16,0-2 13 0,1-3-26 0,-1 4 21 16,3-2-16-16,1-1-10 0,-5 6 6 15,2-6-86-15,-1 4 27 0,3-3-1 0,-2 5 11 16,2-2 7-16,0-1 8 0,1 1 2 15,-4-4-7-15,1 7 10 0,-2-7 0 0,5 6 16 0,-4-6-14 16,3 2-7-16,-5-2 11 0,1-2 4 16,2 2 5-16,-2 0-9 0,1-1 9 0,-3-7-17 15,0 5 14-15,2 1-1 0,2 0 2 16,-1-1 12-16,-3-6-12 0,-1-7-2 0,-2 5 1 0,6 9-1 16,3-4 7-16,-3 3 2 0,-3-7 1 15,0-2 2-15,0-3 0 0,-1-2-18 0,1 5 18 16,0-5 1-16,3 3-9 0,-4 0 11 15,0-2-11-15,2 2 6 0,-2-1-8 0,4 1 5 16,-6 0 15-16,3 0-15 0,5 9-3 0,-5-5 14 16,-3-4-6-16,3-1-8 0,-4 0 3 0,0 1 3 15,0-3 7-15,0 1-10 0,0-2 5 16,-3-2 5-16,1 1-7 0,1-3 5 0,-2 0-3 16,0-2 5-16,4 3-8 0,-5-4-2 0,1 2 3 15,4-5 0-15,-4 2 7 0,2 1-10 0,-2-3 5 16,4 2-5-16,-5-4 2 0,5 3 9 15,0 1-6-15,-1-5-5 0,0 3 10 0,3 0-7 16,-3-3 2-16,3 3 0 0,-1-4 3 0,4 4 2 16,-2 1-8-16,3-2-12 0,0-2 25 15,-3 5-15-15,6-5 3 0,-2 1 0 0,2 0 2 16,1-1 5-16,3 1-5 0,-1-1 16 0,4 0-14 16,1 1-4-16,0-1 4 0,2 1-19 15,1-5 12-15,-1 6 2 0,2-6 8 0,2 2 3 16,0 0 5-16,0-3-10 0,4 1-3 0,-1-2 3 15,1-2-8-15,2 3 5 0,2-1-13 0,-1-1 0 16,0 2 8-16,3-2 8 0,11 2 5 0,-10-3-16 16,-1 2 14-16,-3-3 1 0,3 2-6 15,-2-2-1-15,-1 4 2 0,2-4-14 0,2 1 9 16,14 2 3-16,-12-2 8 0,-2-3-5 0,-1 4-3 16,-2-2-8-16,5-1 11 0,1 2 0 15,9-1-13-15,-5-3 5 0,-4 3 5 0,14-2-8 16,-11 2 18-16,-6-2 3 0,2-1-18 0,-2 0 8 15,-1 5-8-15,4-3-8 0,-7-2 8 16,0 1 3-16,3 1 2 0,-2-2 8 0,2 3-8 16,-3-3-8-16,3 1 3 0,1-2 8 0,2 1-5 15,-2-3-3-15,2 3 15 0,2-2-5 0,12 1-12 16,-6 1-3-16,4-7 10 0,-6 7-5 0,-8-1-3 16,0-2 8-16,0 2 0 0,16-3-2 15,-10 1-6-15,-6-2 11 0,13 2-16 0,-8-2 8 16,-8 2 0-16,2-2 6 0,-2 5-4 0,-1-4 3 15,2 1-7-15,2-2 7 0,-4 4-3 16,4-4 3-16,-1 1-2 0,0 1 12 0,1 0 3 16,-1-1-20-16,-2 2 9 0,19-6 6 0,-13 7-10 15,-3-2-3-15,-1-1-8 0,1 4 6 16,-1-3 7-16,14-3-10 0,-6 3 10 0,-5-2-5 16,14 5 5-16,-2-4-3 0,2 0-4 0,-9 2 4 15,-8 0-4-15,4-1 7 0,-4 3-10 0,4-3 18 16,-4 3-6-16,0-3-7 0,1-1 3 0,-1 4-3 15,1-3 2-15,-4 1-2 0,1-1-7 16,2 0 9-16,0-3-2 0,-3 3 10 0,3-2-7 16,1 4-8-16,-4-3 0 0,0 1 10 0,1-1 8 15,1 1-16-15,-2 0 13 0,-2-4 3 16,1 6-10-16,-2-2 2 0,-1-1 0 0,-3 1-5 16,4-1-3-16,-7 1 6 0,3 0 0 0,0-1-6 15,0 0 6-15,4 0-6 0,-4 0 8 16,4-1-10-16,0 1-5 0,-1-1 10 0,0 1 5 15,-2-1-3-15,6 0 4 0,-3 2-4 0,-1-4-12 16,1 3 10-16,3 0-3 0,-3-3 11 0,2 4 2 16,-3 0-10-16,2-1-2 0,-2 1 2 0,-3 1 5 15,4-1-5-15,-1-1-3 0,2-1-4 16,-5 4 12-16,3-6-8 0,0 6 6 0,1-6 2 16,3 4-8-16,-3-1 11 0,-1-1-13 0,5 0 5 15,-1 0 0-15,17-5 2 0,-3 4-4 16,-1-2-3-16,4 1 7 0,-13 0 6 0,-1 0-3 15,11-1 3-15,-11 4-8 0,-2-2 0 0,12-5 0 16,-6 4 0-16,-11 0-3 0,5 0 13 16,12-4-20-16,-3 1 8 0,-6-1 7 0,9 3-10 15,-9-2 2-15,6 2 6 0,4-3 2 0,0 1 2 16,-4-1 9-16,-6 1-21 0,9 2 12 16,1-2-9-16,-4-4 2 0,0 6-3 0,-7-2 6 15,8 0-6-15,-8 1 1 0,8-4 4 0,-12 5 6 16,12-2-11-16,-11 2-4 0,-3-2 14 0,0 2-4 15,-1-2 12-15,15-4-12 0,-9 6-8 0,-5-1 2 16,3 1-2-16,7-4 18 0,-3-1-18 16,-8 5 2-16,0-1 6 0,1 1-6 0,13-4-5 15,-10-1 16-15,-7 5-8 0,2-3-5 0,1 1 8 16,0-1-6-16,-3 1 13 0,14-5 52 16,-10 5-9-16,-7 0 6 0,-1-1-5 0,-2 0-10 15,-1 6-6-15,-4-4-5 0,2-2 0 0,-4 6-7 16,3-3 10-16,-5 2-8 0,-1-1-2 0,-1 0-14 15,0 2 9-15,-4-1-16 0,5-1-2 16,-5 4 25-16,1-1-8 0,0-2 26 0,0 1-23 16,-4-2-2-16,0 4-19 0,1-1 29 0,-2-2-10 15,1 1 30-15,-2-2-23 0,-1 3-2 0,2-2-14 16,-5-1 9-16,4-1-1 0,-2 3 1 0,1-2 12 16,-4 0-12-16,4-2 4 0,-4-1 8 15,4-2-4-15,-7 0-9 0,4-3-7 0,-4-2 12 16,3-6-7-16,-3 3 8 0,0-6-13 0,-3-4 10 15,0-2 8-15,2-4-8 0,-2-2-11 0,-4 2-7 16,3-3 3-16,-2-11 5 0,-1 5 5 16,1 3-16-16,-2-7 4 0,1 2-1 0,-3 1 5 15,0-1-5-15,0-3-5 0,0 0 18 0,-2-2-8 16,-1-3-10-16,0-3 16 0,-1-1-9 16,-3-13-9-16,-3 1 14 0,5-4 1 0,-1 5-5 15,-2-3-6-15,-1 0 11 0,1-1-10 0,1-1 5 16,0 4-1-16,4 9-7 0,-1 8-7 15,3-2 9-15,-6 3-2 0,4 3-2 0,-2 3-6 0,2-3 10 16,-4 6-2-16,3-4-7 0,-3 8 2 16,1-3 25-16,1 1-25 0,-1 2 13 0,-2-3-8 15,1 1-5-15,0 2 15 0,0-3-5 0,0 3-3 16,-1 2-9-16,2 5 7 0,2 2 0 0,0-10-3 16,1 6 13-16,-1 3-10 0,4 0-2 15,-4 4 7-15,1-2 0 0,2 1 3 0,-3-2 2 16,-2-9-5-16,1 5-20 0,-1 8 15 0,2-3-3 15,1 1 13-15,-1 0-12 0,-3-13 2 16,-1 6-5-16,2 2 5 0,2 4 5 0,3 2-10 16,-3-2 5-16,1 3-5 0,-1 0 5 0,4-4-5 15,-3 3-1-15,2-4-1 0,1 2 12 16,-3 2-10-16,2-3 0 0,-2 5 5 0,2 0-13 16,1-1 10-16,0 2 1 0,-1 2 4 0,1 0-12 15,0 5 10-15,3-4-8 0,-7 3 16 0,4 0-8 16,-1-1-8-16,1 2 1 0,0 1 4 0,-1-1 1 15,2 3 2-15,2-2-13 0,0 4 23 16,-3-1-20-16,3-2 12 0,0 1-2 0,1 4-5 16,-2-3 0-16,1 2 5 0,-2-1-2 0,2 2-9 15,-1-2 4-15,5 3 1 0,-4 2-4 0,-2 0-15 16,2-2 12-16,-1 3-8 0,1-1 9 16,-2 1-1-16,-1 2 3 0,-1 0-3 0,1-2-3 15,-1 4 19-15,-2-2-16 0,-1 2 13 0,-6 3-13 16,-1-1 16-16,1 1-3 0,-4 0-8 15,-4 1 11-15,-2 2-1 0,2 1-20 0,-3-1 18 16,-6 3 0-16,-1 0 8 0,0-2-16 0,1 5 3 16,-1-2-2-16,-2 0 2 0,-15 4 5 15,10-4-6-15,-6 1 24 0,-1 2-23 0,-5 2 13 16,2-4 7-16,0 3-28 0,-6-3 13 0,-4 3 0 16,-1-3-2-16,1 0 12 0,1 1-12 0,-4-1 4 15,3 2-12-15,-3-3 12 0,3 5-2 0,-4-6 8 16,0 5-3-16,-2-3-5 0,-18 2 3 0,0 0-8 15,17-3-3-15,-3 2 13 16,0-1 3-16,-1-2-8 0,5 3-10 0,-4-1 4 0,3 0 9 16,0 1 0-16,0-4-1 0,-20 7-7 0,6-2-3 15,8-2 16-15,-11 1-5 0,17-1-3 16,-3 0 2-16,0-1-12 0,3 2 12 0,-1 0-7 16,-14 0-5-16,1 1 10 0,-3 3 5 0,0-3-15 15,3 0 13-15,-3 3 9 0,0-2-7 16,15-3-10-16,-12 2-2 0,14 2 17 0,-2-3-10 15,-12 2 0-15,13-3-5 0,-11 2 5 0,11 2 0 16,-11 1-3-16,14-5 8 0,-1 0-5 0,-15 6 3 16,15-4-3-16,-18 1-3 0,0 2 8 0,3-2-2 15,1 3-3-15,-4-2-8 0,0 2 8 16,1 1-5-16,2-4 8 0,15 2 4 0,-12-1-1 16,15 1-6-16,3-2 7 0,-3-1 1 0,2 3-11 15,-2-1 1-15,-1 1-3 0,-13-1 2 0,14 2 13 16,0-3-10-16,0 3 3 0,-1-3-16 15,1 3 8-15,2-3 8 0,-1 4 4 0,2-5 3 16,3 5-7-16,0-5-11 0,1 3 13 0,3-1 6 16,-3 0-14-16,2 1 8 0,1-1-10 15,3-2 5-15,-2 1 5 0,2-1-5 0,0 2-2 16,0-1 7-16,4 2-15 0,7-2 12 0,6-3-4 16,1 1-4-16,-2-1-1 0,5 2 9 15,-3-2-4-15,0 2 2 0,2 1-3 0,1 0 3 16,0-1 0-16,-4-2-5 0,3 2 13 0,1 1-6 15,0 0 6-15,0-3-11 0,0 2-4 16,0-3 17-16,1 3-7 0,2-2-3 0,-1 2-3 16,-2 0 6-16,10-5-3 0,-3 3 2 0,3 0 1 15,-3 1-1-15,3-2-7 0,3 0 5 0,-3-1 0 16,0-1-8-16,3 2 6 0,1 0-1 0,0-4-2 16,3 5 18-16,-4-3-13 0,3-2 0 15,2 4-5-15,-2-1 7 0,5-2 11 0,-4 3-2 16,1-6-9-16,4 6-2 0,-4-2-2 0,1 0 4 15,2-1-4-15,-1-1-9 0,1 4 14 16,-1-4-6-16,0 4 8 0,-2-1-10 0,2-3 0 16,0 4 13-16,0-1-6 0,-2-2-4 0,1 3 2 15,-1 0-5-15,1-1 10 0,2-1-5 0,-4 2-5 16,0-1 7-16,0 1 14 0,0-2-16 16,0 2 0-16,-4 1-11 0,1 1 4 0,-1-1 9 15,1-1 3-15,3 0-10 0,0-3 8 0,3 3-11 16,-4 0 16-16,5-4 5 0,-1 4-18 0,1-5 2 15,3 4 0-15,-4-3 3 0,4 2-10 16,-1-3 10-16,1 3 5 0,0-2-2 0,-1 2-6 16,4-3 6-16,-3 4-8 0,0-4 7 0,-1 0-7 15,2 3 5-15,-1-1 8 0,-1 2-8 16,1-3-8-16,-4 2 6 0,4 0-6 0,-3 0 16 16,-2 0-14-16,2-2 17 0,-4 4-6 0,3-1-8 15,-3-2 14-15,1 3-17 0,-2-1 4 0,1-4 4 16,-1 5-4-16,-2-3 2 0,3 2 0 0,0-3-3 15,0 2-2-15,-1-3-3 0,5 3 16 0,-1-2-8 16,1-2 0-16,2 3-2 0,1-2 2 16,1-2-8-16,1 3 13 0,1 0-5 0,0-2-5 15,1 0-10-15,-1-1-11 0,7 0-46 16,-11 2-5-16,8 1-68 0,3-3-29 0,-6 2-57 16,6-2-171-16,-1 4-458 0,1-4 105 0,0 0 41 15,0 0 89-15,0 0 67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5:54:25.2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5297 2078 773 0,'-3'-3'217'0,"3"3"-40"0,-4-8-13 15,1 4 4-15,-1 1-22 0,4 3-2 0,-4-5 63 16,4 5-20-16,-7-5-21 0,7 5-10 0,-3-4-7 16,3 4-24-16,0 0-17 0,-3-5-6 15,3 5-20-15,0 0-3 0,-6-3-15 0,6 3-2 16,0 0-16-16,0 0 10 0,0 0-7 0,-1 14-8 16,1-8-8-16,0 3 0 0,1 2-15 0,1 3 18 15,-1 2-8-15,2 1-12 0,-3 2-6 16,3 0 13-16,-3 4 5 0,3 4-7 0,1-2 4 15,-1 1 1-15,-2 4-6 0,6 2 6 0,-4 0 2 16,0 1-13-16,1 1 3 0,-1-1 3 16,1 1-6-16,2-1 8 0,-2 0-2 0,-1 0-9 15,1 1 6-15,-1-1 0 0,1 1 8 16,-1 1 2-16,3-1 0 0,-5 1-5 0,2 0 3 16,4 0-8-16,-6 1 5 0,2 0-5 0,0 2 10 15,0-1-13-15,1 13 8 0,-1-5 5 16,0-7-7-16,-2 2 10 0,1 0-11 0,3 12-7 0,-2 1-72 15,0 0 8-15,-3-10 10 16,1 9 2-16,-1-6 9 0,3-8 7 0,-3 1-3 0,0 1-2 16,0-1-3-16,0 1 16 0,3-1 2 0,-3 14 8 15,0-7-16-15,3-9 11 0,-3 3-3 16,3 15 8-16,-2-11 18 0,2-4-23 0,0-2 18 16,-3 2-6-16,1 10-12 0,3-7 15 15,2 11-5-15,-5-1 0 0,2-2 0 0,3 5 5 16,-6-3-7-16,3-7 7 0,-2-5-5 0,2-5 0 15,0 16 5-15,1-6 2 0,-3-8-9 0,1 15-6 16,2-10 3-16,-1 9 8 0,-3-6-3 16,1-9 0-16,5 19 0 0,-6-5 7 0,3 0 1 15,-3 5 2-15,0-12-7 0,0 12 2 16,0-12 3-16,0-2-8 0,0 14 15 0,0-5-10 0,-3 2-2 16,3 1-14-16,0-10 19 0,-3-2 2 15,6 14-5-15,-3-4-2 0,0 4 2 0,3-2 8 16,-3 1-8-16,1-3 5 0,-1 4 3 0,3-12-5 15,0-5 7-15,-3 15 1 0,4 0-9 0,-1-1-2 16,-3-8 3-16,1 7-13 0,2-1 30 16,0 2-12-16,0 3 3 0,-3-3-1 0,3 1-7 15,-2-2-3-15,2-5-15 0,-3-9 17 0,3 17-2 16,-3-3-2-16,0 4 15 0,1-4-3 0,-1-5-2 16,0-6 5-16,0 12 5 0,0 3 5 15,3-3-10-15,-3 3-8 0,0-3-2 0,0 2-6 16,0-10 11-16,0-4-2 0,4 15 6 0,-4-3-19 15,0 2 15-15,0-2-16 0,-4 4 11 16,8-4 23-16,-8 1-26 0,4-8 7 0,0-6 9 16,0 0-13-16,0 2 15 0,4 0-11 0,-4 13-6 15,0-12 9-15,3-1 3 0,-3-2-16 16,0-4 16-16,0 6 8 0,0 0-1 0,0-2-12 16,0 3 10-16,0-4-2 0,0-2-3 0,0 1-13 15,0-2 0-15,-3-7-2 0,3-1 9 0,-4-2-4 16,3-1-5-16,-2 0 7 0,3-2-13 15,-3-4 8-15,3-4 0 0,-3 2-2 0,2-5-11 16,1 1-10-16,-3-3-38 0,0-2-69 0,-3 0-78 16,2-1-424-16,-7 0-182 0,1-4 67 0,-4-3 56 15,1 0 85-15,-5-6 50 0</inkml:trace>
  <inkml:trace contextRef="#ctx0" brushRef="#br0" timeOffset="1050.52">4278 8656 606 0,'0'0'241'16,"10"-6"-21"-16,-10 6-8 0,11-6-12 0,-1 5-8 15,0-1-15-15,1-3-44 0,2 2 10 0,8 1-2 16,-4-3-23-16,6 4-13 0,5-5-8 0,0 5-5 16,2-1 3-16,4-2-31 0,-3 2 0 0,3 0 0 15,4 1 0-15,-4 0-18 0,8-4-21 16,1 5 16-16,-2-1 0 0,1 1-8 0,1-3 1 16,2 0-16-16,-1 2 10 0,5 1 13 15,12 0-16-15,1-2 11 0,3 1-10 0,-4-2 12 16,4 2 1-16,-3-2-16 0,0 3-3 0,2-2-7 15,1-3 0-15,0 4-6 0,3-3-7 0,1 1 16 16,0 3-1-16,2-3-7 0,-3-1 10 16,4 3-16-16,-4-1 3 0,1 1 6 0,3-3-6 15,-1 2 15-15,1 2-10 0,-1-1-2 16,5 1 2-16,-4-1-17 0,4-2 19 0,1 0 1 0,0 3-5 16,0 0 15-16,-1-2-20 0,-4-2 7 15,2 2-3-15,-1 0 4 0,-2 2-6 0,5-1-8 16,-1-3 8-16,4 2-5 0,2 1 11 0,-1 0-14 15,1-4 6-15,1 4 12 0,0 1-15 16,0-2 8-16,15 1-8 0,-16-2 0 0,-2 2 5 16,-1 0-10-16,-2-1 12 0,2 2 19 0,1-1-21 15,-4-3-7-15,1 2 19 0,1 2-6 16,-1-1-11-16,2 1 2 0,2-4 1 0,18 1 7 16,-2 3-2-16,-1-3 2 0,-12-1 5 0,13 3-4 15,-14-1 1-15,-4 1-12 0,4 0 5 16,-4-4 11-16,1 5-9 0,4-1 65 0,12 0-8 0,4-2 5 15,-19 1-12-15,4 1-19 0,-2 1 13 0,1-2-7 16,13-2 2-16,-15 3 0 0,16 0-31 16,-16-1 6-16,18 1 9 0,4-3 1 0,-4 2-3 15,-3 1 3-15,-11 1-16 0,-6 0 13 16,3-1-12-16,3-2 7 0,-6 1-8 0,20 1 6 16,0 1-1-16,0 0-10 0,0 0-4 0,-3 0 9 15,-14-2 0-15,0 2-7 0,-3-1 5 16,3-2-6-16,0 3 1 0,0-1-13 0,21-2 15 15,-4 3-7-15,3-1 7 0,-6 0 0 0,-11-2 3 16,-5 1-18-16,1 1 10 0,15 0 3 16,3-4-8-16,-20 4 5 0,19-1-3 0,-2-2-2 15,1 2 3-15,-16 0 7 0,1 1 3 0,1 0-5 16,-2-4-11-16,1 5 8 0,14-5-5 0,-14 2 5 16,-3 3-5-16,19-3 13 0,-15-1-5 0,9 0 0 15,-10 0-1-15,-4 2 6 0,-2 1-5 0,3-3-3 16,3 1-3-16,-7 3 19 0,4-2-16 15,-5-2 8-15,-1 3-11 0,-2 1 14 0,1-1-4 16,0 1 4-16,-4 0-6 0,-3 1-10 0,-13-1 28 16,-8 0-23-16,1 0-2 0,-4 4-16 15,-7-4-12-15,-3 3-63 0,2-3-19 0,-9 0-57 16,-3 1-18-16,-4 4-38 0,0-4-56 0,-7 0-144 16,0-1-389-16,-5 5 90 0,1-4 43 0,-6-1 59 15,0 0 72-15</inkml:trace>
  <inkml:trace contextRef="#ctx0" brushRef="#br0" timeOffset="1349.71">16133 8208 596 0,'10'-8'171'0,"1"1"19"15,-4 0 2-15,3 4 51 0,0-4-18 0,1 6-2 16,-1-3-21-16,4 2-10 0,-4 1-8 0,3 1-76 15,1 3-8-15,0 1 0 0,3 2-1 16,0-1 4-16,0 8-6 0,4-1-15 0,-1 5 0 16,4 5 13-16,-6-1-24 0,1 4 9 0,2 12-6 15,0-2 10-15,-4-2 6 0,-7-1-26 16,0 3 77-16,-6-2-18 0,2 16-19 0,-6-6-4 16,-3-5-13-16,-4 12-5 0,-7-3-10 0,-2 3-3 15,-2-2-28-15,-6 2 15 0,-2-2-33 16,-13 3-25-16,-2-1-26 0,-3-1-54 0,6-13-64 15,-13 5-102-15,-3 1-129 0,9-10-465 0,-3-6 128 16,-3-2 33-16,0-5 85 0,-4-5 33 16</inkml:trace>
  <inkml:trace contextRef="#ctx0" brushRef="#br0" timeOffset="2816.89">5262 2098 478 0,'0'-6'197'0,"-2"0"-15"0,2 0 20 0,0 6-2 16,-1-10 2-16,-2 4-71 0,3 6 9 0,-3-6-6 15,3 1-9-15,0 5-23 0,-5-7-12 16,5 7-8-16,-6-2 66 0,6 2-9 0,0 0-14 16,0 0-23-16,-17 7 1 0,10 0-11 0,0 2-3 15,0 1-12-15,-3 2-10 0,3 1-8 16,-3-1-6-16,3 2 4 0,-2 2-6 0,1-2-2 15,1-1-19-15,0 4 6 0,1-4-3 0,-2 0-2 16,5-2-10-16,-4 0 2 0,1-1-3 16,3 0 16-16,-1-3-16 0,1 0 1 0,-1 0-1 15,0-1 9-15,4-1-4 0,-3-2 6 0,3-3 10 16,-4 5-10-16,4-5-3 0,0 0-5 16,0 0 10-16,0 0-10 0,1-21-3 0,2 9 1 15,-3 0-67-15,3-3-8 0,0-2 13 0,2-2 3 16,-2 0 5-16,1 1 7 0,2-4-12 0,1 2 7 15,0-1 3-15,3 1 5 0,0 1 2 0,-3 2 3 16,4-1 26-16,-2 5-26 0,1 1-3 16,2 0 4-16,1 3 14 0,1 0-15 0,-1 5 0 15,1 0 13-15,3 4-5 0,4 0-6 16,-2 4 9-16,6 0-9 0,2 5 14 0,1 3-1 0,-1 2-2 16,1 1 10-16,2 5-23 0,1 6-23 15,0 3-40-15,-3 2-50 0,-2 6-222 0,-2 0-361 16,0 1 35-16,-10-7 88 0,0-6 84 15</inkml:trace>
  <inkml:trace contextRef="#ctx0" brushRef="#br0" timeOffset="7698.72">3707 2023 1041 0,'0'0'356'0,"-3"-3"-46"16,3 3-18-16,0 0-29 0,0 0-27 15,0 0-42-15,0 0-12 0,0 0-18 0,0 0-16 16,0 0-12-16,0 0-18 0,20 8-3 15,-10-3-13-15,1 1-7 0,-1 1-8 0,3 3-10 16,2-2-8-16,1 4-13 0,2 0 3 0,2 2-5 16,-3-2-8-16,0 2 8 0,0-1-8 0,1-1-13 15,1 2 11-15,-4-3-6 0,1 2-12 0,-2-2-3 16,-3 0 7-16,3-1-12 0,-4 0-13 16,3 1-30-16,-5-4-39 0,1 0-44 0,1-1-68 15,-2 1-96-15,-2-1-114 0,1-4-415 0,0 2 99 16,0-6 75-16,-7 2 46 0,11-8 64 15</inkml:trace>
  <inkml:trace contextRef="#ctx0" brushRef="#br0" timeOffset="7999.7">4180 1958 801 0,'0'0'299'0,"0"0"-43"0,0 0-5 0,0 0-5 15,0 0-29-15,-11 22-20 0,7-10-5 16,-2 4-10-16,2 6-87 0,-3 0-16 0,0 4-12 16,0 4 12-16,0 3 6 0,1-1-14 0,-1 3 3 15,0-2-12-15,3 2-8 0,-2-1 4 16,0-2 1-16,2 1-5 0,-4 0-13 0,5-3 3 16,-1-2 12-16,1-2-10 0,0-1-20 0,0 0 17 15,0-4-5-15,2-1-9 0,1-3-4 0,-3-1 1 16,3-1-3-16,-3-2 13 0,3-3-18 15,0 2 0-15,-4-2-1 0,3-1 6 0,1-2-12 16,-2 2-22-16,1 0-37 0,-2 0-72 0,0-1-98 16,0 1-488-16,2 1-19 0,-2 2 49 15,-1-4 59-15,1-1 75 0</inkml:trace>
  <inkml:trace contextRef="#ctx0" brushRef="#br0" timeOffset="9282.31">16814 8815 954 0,'0'0'282'0,"-7"-7"-19"0,7 7-9 15,-3-7-29-15,3 7-28 0,-3-2-30 16,3 2-6-16,-5-5-20 0,5 5-16 0,0 0-5 16,0 0-12-16,0 0-8 0,0 0-16 0,0 0-10 15,18 13 21-15,-12-8-10 0,8 7-14 0,-4-3-12 16,1 1-13-16,6 4 5 0,-1 1-5 0,-1-1 6 15,1 1-11-15,2 2-16 0,-2-3 16 16,2 3 0-16,-1-1-15 0,0 0 2 0,0 0-3 16,-6-2-12-16,3 1 5 0,2 2-49 15,-6-2-4-15,-2 1-52 0,2-4-62 0,-1 2-135 0,-2-3-486 16,-2 2 68-16,4-5 47 0,-8 0 64 16,5-5 63-16</inkml:trace>
  <inkml:trace contextRef="#ctx0" brushRef="#br0" timeOffset="9665.51">17156 8718 829 0,'-1'-6'333'0,"1"6"-31"16,-3-6-31-16,0 1-23 0,3 5-30 0,-3-4-16 15,3 4-13-15,0 0-27 0,0 0 2 16,0 0-42-16,-21 13-9 0,11-4 53 0,-1 5-4 16,-3 3-19-16,-6 2-12 0,0 5-6 0,-11 8 6 15,-4 1-11-15,4 2-23 0,-3-2 5 0,0 1-7 16,3-1-5-16,-2-1 20 0,2 0-18 0,3-3-8 16,-2 3-9-16,10-7-1 0,-1-2-25 15,0-2 40-15,1 0-4 0,-1 4-50 0,8-8-19 16,-5 1 30-16,5-1-33 0,-1-2 38 0,4 0-38 15,-1-4 28-15,1 3-11 0,0-4-1 0,4-2 1 16,-2 2 4-16,2-3-11 0,2 0-3 16,1-2 0-16,-1 1 1 0,-2 0-26 0,2-4-11 15,3 3-40-15,-5-1-95 0,6-4-66 0,-7 8-73 16,4-8-211-16,0 6-403 0,-1-4 123 16,1 0 39-16,3-2 74 0,-14 3 66 0,14-3 73 15</inkml:trace>
  <inkml:trace contextRef="#ctx0" brushRef="#br0" timeOffset="11632.65">5888 5688 870 0,'0'0'276'15,"0"0"-20"-15,0 0-28 0,0 0-33 0,0 0-34 16,0 0-15-16,0 0-46 0,0 0-77 0,0 0-95 16,0 0-164-16,18 4-380 0,-12-4 37 15,-6 0 54-15</inkml:trace>
  <inkml:trace contextRef="#ctx0" brushRef="#br0" timeOffset="11982.6">5871 6259 622 0,'-3'2'227'16,"3"-2"-17"-16,0 0-18 0,0 0-59 15,-4 6-20-15,4-6-39 0,0 0-69 0,0 0-53 16,7 8-147-16,-3-7-376 0,-1 1 62 0</inkml:trace>
  <inkml:trace contextRef="#ctx0" brushRef="#br0" timeOffset="12115.12">6014 6378 739 0,'11'1'213'16,"-11"-1"-29"-16,0 0-23 0,14-1-38 16,-5-2-79-16,-1 3-175 0,5-4-412 0,1 0 19 15</inkml:trace>
  <inkml:trace contextRef="#ctx0" brushRef="#br0" timeOffset="12299.32">6572 6128 947 0,'0'0'320'0,"0"0"-36"0,7-3-54 0,-7 3-51 16,0 0-43-16,10-2-62 0,-6 0-102 0,2 2-328 16,5-2-268-16,-1 2 68 0,0-2 47 0</inkml:trace>
  <inkml:trace contextRef="#ctx0" brushRef="#br0" timeOffset="12448.38">7030 5968 1172 0,'0'0'310'0,"3"-7"-14"0,-3 7-42 0,0-2-72 15,0 2-75-15,0 0-71 0,3-6-67 0,-3 6-161 16,8-3-440-16,-5 3 18 0,1-2 74 0</inkml:trace>
  <inkml:trace contextRef="#ctx0" brushRef="#br0" timeOffset="12632.53">6876 5859 1136 0,'-10'-6'317'0,"10"6"-40"0,-6-2-31 0,6 2-54 16,-4-1-39-16,4 1-38 0,0 0-46 16,0 0-81-16,0 0-101 0,0 0-220 0,0 0-343 15,0 0 101-15,0 0 34 0</inkml:trace>
  <inkml:trace contextRef="#ctx0" brushRef="#br0" timeOffset="13233.65">5676 8126 939 0,'-6'2'317'16,"6"-2"-38"-16,0 0-30 0,0 0-40 0,-7 3-32 15,7-3-34-15,0 0-32 0,0 0-45 0,0 0-45 16,0 0-93-16,0 0-143 0,0 0-420 16,0 0 28-16,0 0 67 0</inkml:trace>
  <inkml:trace contextRef="#ctx0" brushRef="#br0" timeOffset="13415.14">5706 8001 913 0,'0'0'320'0,"0"-8"-41"0,1 1-25 15,2 3-29-15,-3-3-51 0,5 0-28 16,-2 0-67-16,6-2-58 0,-2 0-78 0,-3 1-240 16,9-2-353-16,-3 0 59 0,1-4 79 0</inkml:trace>
  <inkml:trace contextRef="#ctx0" brushRef="#br0" timeOffset="13598.34">6104 7400 1105 0,'0'-8'302'0,"2"2"-33"16,-1 2-26-16,2-2-15 0,1-1-36 15,-1-1-26-15,1 4-25 0,3-3-54 16,2-1-53-16,2-1-60 0,2 1-61 0,2-2-169 0,1-1-397 15,2 0 21-15,-2 1 97 0,-1 2 23 16</inkml:trace>
  <inkml:trace contextRef="#ctx0" brushRef="#br0" timeOffset="13731.13">6479 7075 724 0,'0'-7'210'0,"0"7"-18"16,3-7-28-16,-3 7-19 0,5-4-4 0,-5 4-43 15,0-7-42-15,0 7-18 0,0 0-94 0,0 0-90 16,6 1-453-16,-6-1 62 0</inkml:trace>
  <inkml:trace contextRef="#ctx0" brushRef="#br0" timeOffset="13949.21">5919 7975 1128 0,'-7'1'307'16,"7"-1"-33"-16,-6 5-30 0,6-5-35 0,0 0-24 15,0 0-47-15,-1 4-43 0,1-4-75 0,4 6-56 16,2-4-66-16,-5 5-310 0,5-6-259 0,-3 6 100 15,1 1 21-15</inkml:trace>
  <inkml:trace contextRef="#ctx0" brushRef="#br0" timeOffset="14115.28">5961 8281 826 0,'0'0'269'0,"0"0"-46"0,3 4-21 16,-3-4-46-16,6 1-64 0,-6-1-74 16,10 4-223-16,1-3-394 0,-1-1 70 0</inkml:trace>
  <inkml:trace contextRef="#ctx0" brushRef="#br0" timeOffset="14268.4">6247 8291 770 0,'0'0'210'0,"0"0"-57"16,7-8-140-16,-7 8-471 0,10-2-67 0</inkml:trace>
  <inkml:trace contextRef="#ctx0" brushRef="#br0" timeOffset="14465.13">6500 8100 970 0,'4'-7'263'0,"5"-3"-45"0,-1 3-47 16,2-1-48-16,4-2-54 0,-1 1-81 0,5-4-119 15,2 2-460-15,1-3 40 0,6 3 32 16</inkml:trace>
  <inkml:trace contextRef="#ctx0" brushRef="#br0" timeOffset="14632.44">7225 7578 813 0,'7'-11'349'0,"-1"1"-37"15,1 2-41-15,0-1-15 0,3-2-20 0,0 6-42 16,0-8-17-16,1 5-42 0,6-4-50 0,0-1-52 16,4 1-71-16,-4-1-103 0,7-4-512 15,3 0-2-15,-3 1 61 0,0-1 52 0</inkml:trace>
  <inkml:trace contextRef="#ctx0" brushRef="#br0" timeOffset="14798.64">7891 7034 895 0,'7'-9'341'0,"0"-1"-29"0,-3-2-25 0,2 3-24 15,1 1-30-15,0 0-43 0,3 1-37 0,-3 1-48 16,0 0-100-16,0 0-79 0,3 1-143 0,-3 1-480 16,-1 3 83-16,-5 0 38 0,-1 1 49 15</inkml:trace>
  <inkml:trace contextRef="#ctx0" brushRef="#br0" timeOffset="15015.07">6863 7425 834 0,'-4'0'299'0,"4"0"-37"15,-11 1-24-15,11-1-31 0,0 0-36 0,-9 2-37 16,9-2-22-16,0 0-35 0,0 0-49 16,0 0-46-16,-1 4-56 0,1-4-64 0,-3 4-254 15,3 0-194-15,-3-2 10 0,0 5 59 16</inkml:trace>
  <inkml:trace contextRef="#ctx0" brushRef="#br0" timeOffset="15181.13">6278 7718 785 0,'0'0'236'0,"0"0"-26"0,-14-3-34 0,14 3-37 16,0-7-40-16,0 7-70 0,0 0-88 0,11-8-310 15,-5 1-184-15,-2 0 44 0</inkml:trace>
  <inkml:trace contextRef="#ctx0" brushRef="#br0" timeOffset="15382.42">6633 7153 1100 0,'0'-7'295'0,"0"3"-27"0,0-3-32 15,0 1-47-15,3 1-28 0,1-2-35 0,0-1-39 16,2 2-102-16,4-3-57 0,1 1-125 16,0 0-279-16,2-2-121 0,4 1 21 0,-4-4 85 15</inkml:trace>
  <inkml:trace contextRef="#ctx0" brushRef="#br0" timeOffset="15564.91">6961 6704 954 0,'1'-4'313'0,"2"-4"-19"15,3 0-43-15,2-1-16 0,5-5-40 16,0 6-1-16,5-9-38 0,6 4-45 0,0-3-40 16,3 1-55-16,14-6-32 0,0 1-73 0,-7 3-119 15,4-6-437-15,0 8 0 0,-1-6 85 16,4-1 78-16</inkml:trace>
  <inkml:trace contextRef="#ctx0" brushRef="#br0" timeOffset="15731.13">8134 5892 739 0,'10'-13'233'0,"1"4"-41"0,-1-1-15 0,4 0-21 16,-4 2-20-16,3 0-26 0,1-1-44 0,0 1-38 15,6 0-58-15,1-3-80 0,-1-1-154 16,1 4-330-16,6-3 85 0</inkml:trace>
  <inkml:trace contextRef="#ctx0" brushRef="#br0" timeOffset="15914.65">8968 5347 1190 0,'6'-12'312'0,"2"2"-23"0,-4-2-28 16,5 3-17-16,-2 2-40 0,1 1-22 0,1-1-36 15,2-2-56-15,3 1-44 0,-1 1-77 0,1 0-105 16,-4 1-529-16,4 1 12 0,3-2 64 16,-4 0 49-16</inkml:trace>
  <inkml:trace contextRef="#ctx0" brushRef="#br0" timeOffset="16081.64">9813 4809 872 0,'4'-6'264'0,"2"0"-39"15,-3 1-40-15,1-1-42 0,5 4-43 16,-1-4-85-16,-4 3-74 0,5-1-158 0,-6 1-362 15,4 2 39-15</inkml:trace>
  <inkml:trace contextRef="#ctx0" brushRef="#br0" timeOffset="16381.34">7598 6426 957 0,'-4'3'317'16,"0"2"-20"-16,1-3-28 0,3-2-31 0,0 0-18 15,-4 5-20-15,4-5-29 0,0 0-22 0,0 0-37 16,0 0-81-16,0 0-49 0,18 0-202 0,-8-3-461 16,-3 1 23-16,3 2 62 0,-10 0 48 15</inkml:trace>
  <inkml:trace contextRef="#ctx0" brushRef="#br0" timeOffset="16538.66">7749 6619 624 0,'0'0'213'0,"0"0"-34"0,0 0-44 0,6 6-68 16,-6-6-198-16,10-4-434 0,-3 2 96 15</inkml:trace>
  <inkml:trace contextRef="#ctx0" brushRef="#br0" timeOffset="16700.87">7983 6800 532 0,'7'-7'90'15,"7"0"-134"-15,0 3-445 0</inkml:trace>
  <inkml:trace contextRef="#ctx0" brushRef="#br0" timeOffset="16865.46">8586 6494 729 0,'6'-2'225'0,"-3"-4"-99"0,1 2-70 16,3-3-174-16,7-1-427 0</inkml:trace>
  <inkml:trace contextRef="#ctx0" brushRef="#br0" timeOffset="17015.21">8924 6193 537 0,'0'-7'-274'0</inkml:trace>
  <inkml:trace contextRef="#ctx0" brushRef="#br0" timeOffset="17214.71">8661 6143 1018 0,'0'0'269'0,"-4"-2"-62"0,4 2-33 0,0 0-64 16,7-12-133-16,1 8-87 0,4-3-478 15,-1 0 71-15,6-1-3 0</inkml:trace>
  <inkml:trace contextRef="#ctx0" brushRef="#br0" timeOffset="17399.03">9156 5723 555 0,'3'-6'228'0,"2"0"-31"0,-2 2-10 16,0-2-36-16,0 1 7 0,1 1-37 16,-1-2-42-16,1 4-38 0,2-4-61 0,2 0-116 15,2 1-266-15,-1-1-164 0,3-2 62 16</inkml:trace>
  <inkml:trace contextRef="#ctx0" brushRef="#br0" timeOffset="17548.86">9651 5334 1000 0,'0'0'295'0,"0"-9"-21"0,0 9-34 16,0-8-22-16,0 4-75 0,0 4-89 0,5-6-41 16,-2 0-72-16,0 5-213 0,7-4-352 0,0 1 35 15,1-3 72-15</inkml:trace>
  <inkml:trace contextRef="#ctx0" brushRef="#br0" timeOffset="17698.14">10127 4911 908 0,'1'-7'97'0,"2"3"-608"0</inkml:trace>
  <inkml:trace contextRef="#ctx0" brushRef="#br0" timeOffset="17881.03">10534 4475 1041 0,'-3'-4'313'0,"3"4"-109"0,-1-4-106 16,-2 0-129-16,3 4-537 0,0 0 10 15,0 0 66-15</inkml:trace>
  <inkml:trace contextRef="#ctx0" brushRef="#br0" timeOffset="18331.12">9829 4782 534 0,'12'-22'123'0,"-3"15"-251"0,1 1-376 15</inkml:trace>
  <inkml:trace contextRef="#ctx0" brushRef="#br0" timeOffset="18531.41">10599 4220 1031 0,'6'-7'335'16,"5"0"-45"-16,-1-3-55 0,3 2-48 0,2 1-56 15,5-3-57-15,0 0-67 0,1-1-288 16,7 2-344-16,-1-4 37 0,4-2 76 0</inkml:trace>
  <inkml:trace contextRef="#ctx0" brushRef="#br0" timeOffset="18698.24">11580 3677 796 0,'3'-6'248'16,"1"2"-8"-16,2 0-50 0,2 0-26 0,-2-3-39 15,4 1-48-15,1 2-72 0,2-3-141 16,-2 3-470-16,6-2 55 0,-1 1 70 0</inkml:trace>
  <inkml:trace contextRef="#ctx0" brushRef="#br0" timeOffset="18849">12239 3342 547 0,'5'-4'141'16,"1"0"-85"-16,1 1-163 0,3-1-405 0</inkml:trace>
  <inkml:trace contextRef="#ctx0" brushRef="#br0" timeOffset="19032.64">12820 3063 911 0,'1'-5'317'0,"-1"5"-38"15,3-5-15-15,-3 5-70 0,4-3-35 0,-4 3-69 16,3-5-3-16,-3 5-113 0,7 0-130 0,-7 0-440 16,10 0-6-16,-10 0 34 0</inkml:trace>
  <inkml:trace contextRef="#ctx0" brushRef="#br0" timeOffset="19190.03">12965 3196 1008 0,'0'0'351'0,"0"0"-80"0,0 0-79 0,-7 7-69 15,7-7-72-15,0 3-161 0,0-3-499 0,0 7 28 16,0-3 56-16</inkml:trace>
  <inkml:trace contextRef="#ctx0" brushRef="#br0" timeOffset="19848.43">8672 6421 678 0,'0'0'253'0,"0"0"-48"0,0 0-54 0,0 0-92 15,16-11-44-15,-10 8-163 0,5-4-408 0,-1 1 62 16</inkml:trace>
  <inkml:trace contextRef="#ctx0" brushRef="#br0" timeOffset="19998.59">9286 6091 711 0,'7'-7'218'0,"-3"2"-39"0,2 1-15 0,1-3-39 16,1 2-38-16,1 1-74 0,4-5-46 16,-5 1-251-16,9 0-282 0,3-3 31 0</inkml:trace>
  <inkml:trace contextRef="#ctx0" brushRef="#br0" timeOffset="20164.64">9977 5703 1036 0,'3'-3'351'0,"-3"3"-49"0,3-8-18 0,1 2-36 15,-1 4-22-15,2-4-50 0,1 0-53 0,4 1-51 16,-3-2-75-16,7 0-89 0,-1-3-271 0,1 3-334 16,3-1 103-16,0 0 52 0,0-3 55 15</inkml:trace>
  <inkml:trace contextRef="#ctx0" brushRef="#br0" timeOffset="20314.12">10537 5379 837 0,'0'-4'261'0,"3"-1"-34"0,1-2-17 16,3 1-33-16,-3-1-21 0,6 0-74 0,-1 0-46 15,3-1-49-15,1 1-71 0,1-1-224 16,2 2-285-16,2-1 58 0</inkml:trace>
  <inkml:trace contextRef="#ctx0" brushRef="#br0" timeOffset="20464.16">11036 5096 903 0,'3'-4'282'15,"5"-2"-32"-15,-4 2-24 0,2-3-6 0,1 0-38 16,3 0-26-16,0 0-51 0,1 3-82 0,2-5-103 15,1 2-552-15,3-2 13 0,-3 1 63 0</inkml:trace>
  <inkml:trace contextRef="#ctx0" brushRef="#br0" timeOffset="20631.55">11679 4610 1059 0,'0'-7'366'0,"3"0"-53"16,0-1-50-16,2 4-55 0,1-5-65 0,1 1-61 0,3 0-116 16,4 2-393-16,-1-4-218 0,2 3 92 15,1-1 39-15</inkml:trace>
  <inkml:trace contextRef="#ctx0" brushRef="#br0" timeOffset="20765.16">12182 4192 877 0,'4'-6'254'15,"2"1"-65"-15,-2-1-74 0,2-2-181 0,5 3-451 16,-1 2-21-16</inkml:trace>
  <inkml:trace contextRef="#ctx0" brushRef="#br0" timeOffset="20915.8">12497 4000 685 0,'6'-7'249'0,"-6"7"-29"0,3-5-28 16,0 2-44-16,-3 3-40 0,7-7-67 0,-3 5-105 16,0-3-241-16,3 4-276 0,-1-2 59 15</inkml:trace>
  <inkml:trace contextRef="#ctx0" brushRef="#br0" timeOffset="21214.71">11666 4236 767 0,'-15'6'241'0,"5"-3"-3"0,4-2 59 0,-1 3-13 15,3-4-28-15,4 0-3 0,-7 3-14 0,7-3-27 16,0 0-28-16,0 0 3 0,-10 0-10 16,10 0-24-16,0 0-27 0,0 0-14 0,0 0-48 15,0 0-43-15,-9 1-98 0,9-1-87 0,-5 5-112 16,2-4-443-16,-1 2 7 0,-2 1 85 0,-4 0 71 15,-1 0 50-15</inkml:trace>
  <inkml:trace contextRef="#ctx0" brushRef="#br0" timeOffset="21380.92">10937 4503 1192 0,'0'0'325'15,"-10"1"-46"-15,10-1-25 0,-11 2-60 0,11-2-40 16,-6 4-29-16,2-3-76 0,1 5-77 16,0-2-187-16,-1 3-458 0,1-1 74 0,-4 1 43 15,0-1 57-15</inkml:trace>
  <inkml:trace contextRef="#ctx0" brushRef="#br0" timeOffset="21532.43">10370 4936 852 0,'0'0'217'0,"0"0"-32"16,-6 2-44-16,6-2-70 0,0 0-112 0,0 0-315 16,0 0-196-16,23-3 37 0</inkml:trace>
  <inkml:trace contextRef="#ctx0" brushRef="#br0" timeOffset="21681.54">10762 4821 532 0,'18'-11'56'0,"-1"1"-130"0,0-2-382 0</inkml:trace>
  <inkml:trace contextRef="#ctx0" brushRef="#br0" timeOffset="21831.3">11355 4284 534 0,'9'-6'172'15,"1"-1"-121"-15,2 3-466 0</inkml:trace>
  <inkml:trace contextRef="#ctx0" brushRef="#br0" timeOffset="21998.14">11915 3967 742 0,'3'-6'233'0,"4"-1"-31"16,0 3-64-16,3-4-89 0,0 0-103 0,5 2-417 16,1-2-61-16</inkml:trace>
  <inkml:trace contextRef="#ctx0" brushRef="#br0" timeOffset="22147.49">12420 3609 972 0,'1'-8'323'0,"2"2"-29"0,4-1-41 15,-3-2-45-15,2 1-80 0,-2 4-77 16,3-4-166-16,3 2-515 0,-3-1 31 0,0 3 69 16</inkml:trace>
  <inkml:trace contextRef="#ctx0" brushRef="#br0" timeOffset="22330.64">12681 3242 1098 0,'0'-6'350'0,"-3"-1"-37"0,3 7-63 0,6-9-52 15,-3 3-60-15,1 2-85 0,2 0-104 0,-2-1-243 16,7 0-374-16,-4 3 92 0,5-3 49 0</inkml:trace>
  <inkml:trace contextRef="#ctx0" brushRef="#br0" timeOffset="22448.59">12978 3164 765 0,'7'-1'243'0,"-7"1"-43"0,0 0-60 16,10 1-101-16,-6 1-300 0,2-1-315 15,-6-1 79-15</inkml:trace>
  <inkml:trace contextRef="#ctx0" brushRef="#br0" timeOffset="22631.77">13112 3369 1023 0,'0'7'325'0,"0"-7"-30"15,0 0-34-15,0 0-46 0,0 5-36 16,0-5-20-16,0 0-34 0,0 5-22 0,0-5-57 16,0 6-31-16,0-6-87 0,0 4-107 0,-4 1-143 15,4 0-321-15,-3 2 65 0,-1-2 56 16</inkml:trace>
  <inkml:trace contextRef="#ctx0" brushRef="#br0" timeOffset="22780.95">13042 3534 642 0,'-3'4'346'0,"3"-4"-21"0,0 4-77 15,0-4-20-15,0 0 53 0,0 0-20 0,-6 4-10 16,6-4-36-16,0 0-25 0,-3 5-9 16,3-5-19-16,0 0-47 0,0 0-61 0,-1 5-29 15,1-5-40-15,0 0-59 0,0 7-141 0,0-2-520 16,-3 2 36-16,3-1 87 0,-3 1 21 0,-1-2 71 16</inkml:trace>
  <inkml:trace contextRef="#ctx0" brushRef="#br0" timeOffset="22914.57">12944 3720 1466 0,'-7'1'430'0,"7"-1"-48"0,0 0-55 15,-7 4-58-15,7-4-90 0,0 0-64 0,-6 4-79 16,6 1-123-16,0-1-614 0,-3 3-11 16,2-2 103-16,1 1 46 0,-7-1 43 0</inkml:trace>
  <inkml:trace contextRef="#ctx0" brushRef="#br0" timeOffset="34279.65">4694 9140 468 0,'0'0'182'15,"-3"-5"-29"-15,3 5-17 0,0 0-13 16,0 0-16-16,0 0-12 0,0 0-11 0,0 0 16 16,0 0-13-16,0 0-18 0,0 0-2 15,0 0 5-15,-6-3-8 0,6 3-5 0,0 0 61 16,0 0 8-16,0 0-13 0,0 0-5 0,0 0-5 16,17-7-15-16,-14 6-1 0,1-4-12 0,2 4 7 15,1-2-17-15,1-4 2 0,-1 2-13 0,2 2 6 16,1-4-6-16,1 0-7 0,-1 2-3 15,4-4 0-15,-1-1-84 0,1 1 2 0,3 0-8 16,1 0 19-16,-2-1-6 0,5-3 8 16,-4 2 10-16,0 0 72 0,4-3-13 0,-4 4 3 15,3-5-6-15,0 5-10 0,1-3-10 16,-3 1 8-16,1-3-10 0,2 5 9 0,-3-5-12 16,2 5 5-16,-2-5-20 0,1 5 10 0,2-5-3 15,-4 4 18-15,3-3-15 0,-2 3-11 0,-1-4 6 16,3 1 10-16,-2 2-10 0,-1-2-3 0,3 1-8 15,1-1 24-15,-4 0-8 0,3 2-3 16,-3-2-10-16,1 3 5 0,2-3-3 0,0 3 9 16,-2-3-4-16,-1 3-9 0,3-2-1 0,-2 2 11 15,-2-1-8-15,2 1 8 0,-1 1-11 16,0-3 1-16,0 2 7 0,0 0 0 0,0-3-8 16,0 3 6-16,1-4-6 0,1 1 3 15,-1 2 8-15,-1-4-6 0,0 2 1 0,0 2 2 16,3-2 0-16,-2-3-12 0,2-1 7 0,0 3-6 0,1 0 12 15,-4 2-4-15,1-2 1 0,1 0 4 16,2-1-2-16,-3 4-12 0,-2-2 14 0,5-1-17 16,-5 3 10-16,2-3 3 0,0 4 4 15,-1-3-14-15,3 3 14 0,-6-3-7 0,6 3-5 16,-3-4 3-16,0 1-16 0,-3 4 8 0,3-1 7 16,1-3 3-16,-2-1 8 0,1 4-3 15,0 1 0-15,1-4-5 0,-2 3 3 0,-1-3 2 16,1 4-3-16,-2 0 3 0,0-2 0 0,3 3 1 15,-4-1-1-15,1 1-3 0,0-1-7 0,0-3 5 16,2 3 8-16,-1-4-1 0,1 3 1 16,2-3-8-16,-2 2 0 0,2-2-2 0,-2 2 12 15,2-1-10-15,-1-2 5 0,3 2 8 0,-2-2 7 16,-1 0-20-16,3 1 10 0,4-1-10 16,-4 2 0-16,-2-2 0 0,-1 3 3 0,3-3 0 15,1 0-9-15,-4 4 9 0,3-3 0 0,-3 3-3 16,4-4 5-16,-4 1-10 0,0 1 10 15,4 1 8-15,-5-1-11 0,2-1-4 0,0 3 2 16,1-3 7-16,-1 3-9 0,1-3 9 0,-1 3-4 16,3-4-6-16,-5 5 14 0,5-4-6 0,-4 3-10 15,1-3 10-15,2 3 2 0,-3-4-14 16,3 4 19-16,1-4-9 0,-4 2-6 0,1 0-7 16,1-2 10-16,-1 0 5 0,3-2 0 0,-1 1-7 15,0 3 10-15,-3-2 2 0,1-2-2 16,2 2-16-16,-3 0 16 0,1-2-14 0,1 5 19 15,2-9-5-15,0 9 5 0,-5-4-13 0,2 1-3 16,-1-1 11-16,3 4-13 0,1-3 0 0,3-2 10 16,-4 1-3-16,1 1-2 0,3-1-2 15,-4-1-1-15,4 2 8 0,0-2 3 0,0 3-6 16,0-5-2-16,0 2-2 0,0-1 4 0,0 3 6 16,3-3-10-16,-3 1 2 0,3 2 2 0,-3-3 1 15,1 1-1-15,2 2 1 0,-3 1-3 16,0-3-5-16,3 0 7 0,-3 3 6 0,0-3 0 15,3 1-8-15,-3 0 7 0,3 0-7 16,-3 0-2-16,1-1-6 0,2 4 11 0,0-1 4 16,-4-3-2-16,5 0-2 0,-1 1-3 0,1-1-10 15,-1 0 20-15,1 1-18 0,-1-1 6 0,1 0 12 16,-1 1-13-16,0-5 6 0,0 4-6 16,-2 0 1-16,2-1 4 0,0 1 9 0,8-6-6 15,-2 3-8-15,-9 3 8 0,4-1-10 0,-1 0 8 16,1-2-3-16,-2 2-3 0,9-7-4 15,-4 3 14-15,-7 5-9 0,3-1 4 0,0 0 3 16,-2 0-2-16,5 1-3 0,-5-1-5 0,2-1 0 16,-1 1 10-16,12-6-10 0,-7 4 7 0,7-3 1 15,-8 4-1-15,-2 2-4 0,-1 0 9 16,1 1-12-16,9-8 8 0,-6 5-6 0,-4 3 6 16,7-9-8-16,-2 4 12 0,-2 3-12 15,7-2 10-15,-6-1-5 0,-3 4-5 0,6-7 8 0,-3 5-8 16,-4 1 10-16,0 1-8 0,-2-4 3 0,1 3 8 15,-1-1-11-15,9-6 14 0,-7 4-6 16,-3 1-23-16,0 3 28 0,-1-6-7 0,-2 4 4 16,3-2-7-16,0 0 0 0,-4-1 8 15,1 3 7-15,3-4-12 0,-4 4 12 0,1-5-76 16,0 3 2-16,3 0 5 0,-1 2 11 0,8-10 7 16,0 1 3-16,-1 4 4 0,-6 5 6 15,1-2 0-15,9-5 0 0,-7 2-7 0,-2 6 19 16,2 0 1-16,-1-3 0 0,2 3 5 0,6-8-3 15,-6 4 8-15,-1 4 5 0,-3-1-5 0,3 2 5 16,-3-4 8-16,0 3-3 0,3-2-2 0,4-9 10 16,-4 5-10-16,-3 3-1 0,7-8 19 15,-3 7-18-15,2-7-1 0,-2 5-4 0,-4 5 10 16,-1 0-13-16,1-4 5 0,-2 4-13 0,2-2 11 16,-1 3 2-16,4-1 5 0,-3-4 0 15,1 5-12-15,9-8-9 0,-4 5 24 0,-5 4-18 16,2-1 3-16,-1 2 9 0,-2-3-2 0,4 2-7 15,-4 0 12-15,3-4-7 0,1 4-11 16,-1-1 11-16,-4 2-9 0,2-1 17 0,2-1-16 16,-3 0 7-16,0 1 3 0,0 1-7 0,0-1 9 15,0 0-12-15,0-2-2 0,-1 5 9 0,1-3-7 16,-3 3 5-16,-4-1-5 0,7-2 15 16,0 4-18-16,0-3-2 0,-7 2 13 0,7-2 7 15,0 0-10-15,0 3-5 0,0-2-5 0,0 0 15 16,3 0-3-16,0 3-2 0,1-4 3 0,-4 2-1 15,4 2 4-15,-2-2-12 0,2-1-1 16,2 2 4-16,1-1-5 0,-3-1 11 0,5 3-11 16,-5-5 3-16,3 3-2 0,0 0 12 0,2 0 2 15,-5 0-14-15,3-1-1 0,-1 0 16 16,-2 1-11-16,0-2 6 0,2 1-3 0,-2 0 2 16,2 0 3-16,-2 1 11 0,-1-1-21 15,1 1 10-15,-2 1-16 0,2-1 14 0,-4 3-3 0,0-1 15 16,0 2-25-16,-4-1 2 0,4 3 24 0,-3-5-3 15,3 3-8-15,-4 0-3 0,4 1 1 16,0-4-3-16,-4 4 5 0,4-2-8 0,4-2 3 16,-1 2-5-16,1-3 5 0,-4 6-2 0,2-5-3 15,2 1-3-15,0-1 5 0,2 1 3 16,-2 0-7-16,2-1 14 0,-2 1-14 0,2 0 9 16,1 1-4-16,-3 0-1 0,-4 0 6 0,7 0-3 15,-4 1-3-15,4 0 1 0,-8-2-1 16,5 2 6-16,2-1-11 0,-6 2 3 0,1 1 12 15,2-3-7-15,1 1-2 0,-2 1 15 0,5-3-13 16,-4 4-11-16,4-4 22 0,0 2-11 16,-1-1 5-16,1 2-3 0,0-3-2 0,0 1 6 15,3 1 9-15,-3-2-18 0,0 1-2 0,3 0 3 16,-3-1-6-16,-4 2 16 0,4-1-1 0,-1-1 4 16,1 1 1-16,-3 1 1 0,-1-1 5 0,-3 3 0 15,0-2-10-15,1 2-3 0,-2-2 18 16,-2 3-10-16,3-1 7 0,0-1 6 0,-4 1-13 15,1 1 10-15,-1 1 0 0,-3 1-16 0,0-2 1 16,0 2 25-16,-6 2-23 0,2-2 11 16,-3 1-11-16,1 1 6 0,-1 0-29 0,-4 1-21 15,1 0-63-15,1 0-54 0,-5-1-36 0,-3 3-286 16,0 0-264-16,0 0 45 0,-21 7 50 16,5-3 76-16</inkml:trace>
  <inkml:trace contextRef="#ctx0" brushRef="#br0" timeOffset="38712.33">4999 9466 199 0,'0'0'64'0,"-4"3"-23"16,4-3 31-16,-3 6-21 0,3-6 3 16,-3 1-1-16,3-1 14 0,-6 6-13 0,6-6 15 15,0 0-15-15,-1 4 2 0,1-4-33 0,0 0 28 16,0 0-12-16,-3 5 7 0,3-5-31 16,0 0 18-16,-7 2-15 0,7-2 8 0,0 0 2 15,0 0 3-15,-3 4-8 0,3-4 28 0,0 0-2 16,0 0-6-16,0 0 6 0,0 0-6 15,0 0 26-15,0 0-64 0,0 0 29 0,0 0-1 16,0 0-7-16,0 0 15 0,0 0-16 0,0 0 6 16,0 0-6-16,0 0 1 0,2-19 2 0,-2 19-10 15,5-6-3-15,-5 2-4 0,0-3-4 16,0 2 11-16,3-1 5 0,-3-1-18 0,3 0 16 16,-2-1-6-16,2 4-7 0,-3-4-16 0,3 0 19 15,0 0-17-15,-3 1 9 0,3-1 10 16,-2-1-6-16,2 1-12 0,0 1 3 0,1-1 7 15,0-1 0-15,-1 1 5 0,-3-2-12 0,3 2 12 16,1 0-7-16,-1-2 4 0,0 1 14 16,1 0-21-16,-1-1-3 0,2 0 16 0,1 1-3 15,-3-1-15-15,0 2 8 0,1-2 9 0,-1 3-4 16,0-3-13-16,1 2 15 0,3-1-15 16,-6 0 5-16,5-1 38 0,-3 0-40 0,1-1-6 15,2 3 16-15,-5-3 2 0,6-2-15 0,-3 2 0 16,2 0 7-16,0-1 47 0,-2 1-59 15,2-3 5-15,2 3 5 0,-2-3-3 0,1 4 8 16,0-4-20-16,0 3 10 0,0 2-13 0,-1-4 15 16,1 4 1-16,0-2-6 0,0 3 8 0,0-2-5 15,0-2 15-15,-1 2-17 0,5-1 14 16,-4-3 1-16,-1 3-29 0,1-3 29 0,1 3 2 16,-1-3-2-16,2 3-3 0,1-3-2 0,-2-1-11 15,2 5-7-15,0-7 17 0,0 6 1 16,0-4 2-16,1 0-5 0,0 2-3 0,1-2 3 15,-1-1-23-15,0 0 34 0,1-1-6 0,0 2-13 16,1-3 5-16,-3 1 3 0,1 0-5 16,2 0-2-16,-3-4 9 0,1 4-7 0,2-1 15 15,1-1 1-15,-4-2-22 0,3 3 19 0,1-1-18 16,0-1 5-16,0 2 2 0,-1 0 0 0,-1 1-2 16,0-1 10-16,1-1-17 0,-1 0 4 15,1 0 13-15,-2 2-5 0,2-1 0 0,-3-3-2 16,1 2 4-16,2 1-2 0,-3 0 0 15,4-3-8-15,-4 3 19 0,4 0-6 0,-4 0 8 16,0 1-21-16,4-5 18 0,-3 5-5 0,3-1 3 16,-1 0-8-16,0-3 10 0,1 2-12 0,3-4-3 15,0-1 7-15,-3 2 29 0,6-1-36 0,-5-2 12 16,1 0-7-16,2 0 11 0,-2 2-1 16,2-1-13-16,-2-1 8 0,-1 5 11 0,1-3-9 15,-1 1-12-15,1 4 8 0,-2-2 10 16,0 3-1-16,0-3 1 0,2 2-13 0,-2-2 5 15,-3 2-2-15,6-3-6 0,-4 3-4 0,1-5 20 16,3-1 2-16,0 3 13 0,0-4 3 0,0 2-3 16,-3-1 5-16,3 3-2 0,0-3 2 15,0 0-17-15,0 3 12 0,-3 1-8 0,2-2 34 16,-1 4-44-16,-2-1-5 0,1 2 16 0,-1-1-8 16,2 1 2-16,-2-4-2 0,0 5-8 15,1-3 18-15,0-4-15 0,0 4-1 0,2-4 11 16,-1 0-10-16,1 1 7 0,2-4 16 0,-1 1-11 15,3 2 1-15,-3-2 10 0,3 0-6 16,-2 1-7-16,3 1 61 0,-1-1-4 0,0 4-24 16,0-3 15-16,1 3 4 0,-3 0-4 0,-1 0-15 15,0 3-23-15,-1 0 11 0,-1 0 2 0,1 1-8 16,2-1-2-16,-5-2 5 0,4 0-13 0,0 0 15 16,1-3-2-16,2 1 10 0,-6-2-20 15,6 2 7-15,0-2 5 0,-2 1-10 0,2-3 3 16,0 4 2-16,1-2-25 15,0-2 15-15,-1 0-10 0,-2 2 2 0,3-2 3 0,-2 5 8 16,2-4-8-16,-4-1-6 0,3 1-9 0,-2 4 12 16,-2-3 1-16,2-1-6 0,-2 1 3 0,2 2 0 15,-4-2-1-15,3-2-9 0,-1 1 5 16,2-1-3-16,-4 1 8 0,3-2-11 0,0 2 11 16,-3-1 7-16,3 0-22 0,-3 0 25 0,3 0-13 15,-1 0 0-15,-2 0 6 0,0 0-4 0,3 0 9 16,-4 0-8-16,1-2-6 0,0 2 4 15,0-5 4-15,9-7-10 0,-8 6 8 0,-2 5-5 16,4 0 12-16,3-13 3 0,-2 7-15 16,2-3 7-16,4-1-10 0,-3 1 8 0,3-1-3 15,-7 7 1-15,10-4 1 0,-3-1-7 0,-3 4 8 16,-4 5 10-16,10-9-10 0,-3-1-13 16,-4 6 8-16,1 4 12 0,-1 0-4 0,0-11-19 15,4 3 13-15,-3 2 6 0,0-5-11 0,-4 4 15 16,0 6 6-16,3-10-13 0,-2 5 5 0,-2 6-11 15,2-2-2-15,-1 2 11 0,0-3-16 0,0 1 5 16,0 1 10-16,0 1-15 0,0-2 8 16,0 2 5-16,8-9-13 0,-6 8 0 0,-1 1 12 15,3 0-6-15,-4 0 6 0,4-3-6 0,-2 6-6 16,-1-6 2-16,-1 1-2 0,0 3 5 16,3-2 3-16,-3 1 0 0,1 0 7 0,-2 2-7 15,2-2-6-15,-1 4 6 0,0-3-6 16,0 2-2-16,-6 4 6 0,6 0-6 0,-4 0 2 15,0 1-10-15,1-2 21 0,-3 1-15 0,6 1 9 16,-7-1 16-16,7 1-20 0,-6-1-8 0,1 1 0 16,3 0 7-16,-2-3 1 0,1 2-3 0,-1 1 0 15,2 1 5-15,-2-2-10 0,1 0 7 16,-1 1-2-16,0 0 3 0,2 1-6 0,-2-1-2 16,1 0 21-16,-3 1-22 0,2 0 6 0,1 0-2 15,-4 0 2-15,4 1 5 0,-4 1 0 16,4-2-25-16,-1-1 25 0,-3 1-3 0,4 1-2 15,-3-1 0-15,3-1-7 0,-1 2 4 0,0-2 11 16,1 2-3-16,-1-2 0 0,-1 3-2 16,4-2-3-16,-2-1 7 0,-1 1-14 0,-2 0 4 15,3 0 8-15,-1 0-5 0,4 1 13 0,-4-2-16 16,2 2 3-16,-2-2-2 0,1 3-6 0,0 0 16 16,3-1-3-16,-4 0 8 0,2 1-13 15,1 0-13-15,-2 0 18 0,0 1 0 0,-1-2-7 16,4 0-1-16,-7 5 6 0,4-1-1 0,-1-3-7 15,-1 3 3-15,4-3-14 0,-2 3 21 0,-1-1 8 16,1-1-15-16,0 1 9 0,2-1-9 16,-1-1 4-16,1-1 11 0,2 0-16 0,-2 1 9 15,-1-2-9-15,2 1 3 0,0 0 10 0,0 0-15 16,-4 0 13-16,2 0-13 0,-2 2 10 0,0-4-3 16,1 4-7-16,-3-3 5 0,3 0-5 15,-1 1 13-15,-3 0-3 0,0 2 0 0,0 0 3 16,0-1-24-16,1 0 24 0,-1-2-8 0,3 0 10 15,-2 0-7-15,-1-2-1 0,0 3 1 16,1-1-3-16,2-1 5 0,-6 3-5 0,4 0-2 16,-1 0 7-16,1-1 0 0,-5 2-3 0,4 0-2 15,0-1 0-15,-2 0 3 0,2 0-8 16,-4 0 5-16,4 2 5 0,-2-2 0 0,-1 2-10 16,2-1-72-16,2 0 18 0,-4-1 13 0,3-1 3 15,-3 2 7-15,3-1-10 0,0 0 5 0,0 0 5 16,-2-1 18-16,2 2-2 0,0-2-6 15,1 2 5-15,-1-1-12 0,-1 1 13 0,2 0 20 0,-1-1-11 16,-3 2-6-16,3-2 4 0,1 1 0 16,-4 1 10-16,3-1-9 0,1 1 17 0,1-1-5 15,-2-1-3-15,-2 0 1 0,5 2 2 16,-3-4 2-16,1 3-15 0,2 0 16 0,-2-1-6 16,-1 3-9-16,-3-3 6 0,3 4 4 0,1-3 2 15,-4 3-8-15,2-1 6 0,-1 3 7 0,-1-1 8 16,2 0-8-16,-5 2-8 0,2 1 3 15,2-2-2-15,-2 1-6 0,-2 1 16 0,2 2-8 16,-2-2 5-16,-1 1 7 0,1-1-14 0,0 5 2 16,-1-3-3-16,0 1-4 0,1-2-1 0,-4 5 13 15,3-5 0-15,0 3 5 0,-3-1-2 16,3 1-13-16,-3 2-8 0,0 0 13 0,4-5 3 16,-4 5 17-16,4-2-35 0,-4 2-26 0,0 0-33 15,0 0-41-15,0 0-47 0,0 0-91 16,0 0-157-16,-7 14-340 0,3-6 41 0,-6 2 100 15,-7 1 46-15,0 3 64 0</inkml:trace>
  <inkml:trace contextRef="#ctx0" brushRef="#br0" timeOffset="43278.55">2846 3167 442 0,'0'0'174'15,"-10"-3"-33"-15,6 2-13 0,4 1-5 0,0 0-26 16,-7-3 26-16,7 3-51 0,0 0-1 15,0 0-4-15,-11 9 2 0,9-7 5 0,2 5-25 16,0 1 2-16,0 1-15 0,0-1 23 16,2 3-21-16,-1 2 8 0,3-1 3 0,-1 3-8 15,1 2 2-15,2 0 1 0,-2-2 12 0,2 7-10 16,2-3 64-16,-1 1-20 0,2 2 15 0,-2 2-18 16,3 0-10-16,0 1-3 15,0 2-5-15,1 1-2 0,0 1-6 0,-1-1-10 0,3 1 6 16,-2-3 2-16,1 1-19 0,3 4 7 15,-2-5-6-15,1 3-3 0,-3 0-5 0,3-1 0 16,2 2 6-16,-2 0-11 0,0-1-2 16,3-1-11-16,-4 1 11 0,2 0-1 0,-2 0-73 15,3-3-6-15,2 1 5 0,-1 4 16 0,0-6 58 16,0 1 19-16,0 1-16 0,-2-1-2 0,4 2-3 16,-2-2-13-16,0-1 5 0,-2 0-2 15,2 0 5-15,-1 1 10 0,2 2-18 0,-5 1 16 16,2-3-13-16,1 1 2 0,-3 4-2 0,2-4 5 15,-2 3 2-15,1-3-2 0,-1 2 13 16,1 0-18-16,-4-1 7 0,3 2-12 0,-2-3 20 16,2 3-10-16,-1-4-5 0,1 2 20 0,-4 2-28 15,3-4 8-15,1 2 0 0,-3 2 2 0,1-5-5 16,2 1 14-16,1 0-12 0,-4 1-4 16,0-2-5-16,4 3 20 0,-4-2-8 0,0-1-7 15,1 1-3-15,-4 2 8 0,3 1-6 0,0-3-2 16,-3-1 8-16,0 3-5 0,0-3 2 0,0 0-10 15,-1 3 5-15,1-6-7 0,-3 3 4 16,5 0 16-16,-4-1-3 0,1 1-4 0,1-2-6 16,-3 1-8-16,2-2 13 0,1 1 1 0,0-1-16 15,-1-1 5-15,1 2 5 0,0 0-3 16,1-3-2-16,1 2 0 0,-5 2 3 0,3-3 2 16,3 1 3-16,-3 2 12 0,-3 0-15 0,2-4 0 15,1 5-7-15,0-2 7 0,-1 0 0 16,1-1-2-16,-4 2 9 0,4-1-4 0,-2 1 5 15,1-3-3-15,1 1-7 0,-1 1-6 0,-2-3 6 16,4 3-1-16,-2-3 6 0,0 1 0 16,4 0-1-16,-2 0 4 0,-4-2-14 0,5 4 18 15,-2-4-7-15,-1 3-5 0,2-4 2 0,-1 5 2 16,0-3-4-16,2-2 12 0,-1 4-7 0,-4 2-72 16,2-5 0-16,1 4 8 0,3-4 4 15,-3 4 9-15,-3-4 15 0,5 3-3 0,-5-4 5 16,6 2-9-16,-6 1 14 0,2-2 3 0,1 3-5 15,0-4 13-15,1 5-3 0,1-4-2 0,-5 3 17 16,5-1-9-16,-1 1-6 0,-2-3 0 16,1 3 13-16,0-2-8 0,1 1 16 0,-2-2-16 15,1 3 6-15,2-3 2 0,-1 0-3 0,-1 4 14 16,0-4-11-16,2 2 7 0,-1-3-9 16,-1 1 7-16,0 2-3 0,2-2 1 0,-1 4-3 15,-1-5 8-15,2 0-11 0,-2 0 6 0,0 0-3 16,0-3 2-16,0 2 1 0,-1-1-6 15,1 1 13-15,1 0 1 0,-1-2-19 0,2 2 5 16,-2-1-4-16,1 1-4 0,1-2 14 0,-2 2-8 16,4-1 15-16,-4 0-12 0,2-2 7 0,1 5 2 15,1-5-4-15,-1 6 7 0,4-4-5 16,-4 1-5-16,0-5-7 0,1 5 4 0,-1 0 11 16,0-1-13-16,1 1 10 0,2 0-3 0,-3-3 1 15,1 2 2-15,-1-3 3 0,0 1-6 16,1 1-4-16,2 0 17 0,-3-2-12 0,1 2-6 15,2-1 0-15,-2 0 11 0,-1-2 0 0,3 4-1 16,-2-5 1-16,-1 4 0 0,0-4-11 16,1 3 1-16,-1-3 12 0,-1 3-7 0,2-3-1 15,-1 4 1-15,0-1-1 0,1-1-4 0,-1 2 4 16,-3-2 14-16,4-1-14 0,-1 5-4 16,3-1 12-16,-2 1 8 0,-1-3-8 0,0-2 8 15,0 2-21-15,4 3 11 0,-4-1 0 0,1-4-8 16,2 3-5-16,-2 0 7 0,-1 2-2 0,3-2 5 15,-2-4 0-15,2 6-2 0,1-2-3 16,-4 2 0-16,0-2 13 0,4 1-3 0,-3-3 3 16,1 4-16-16,0-2 11 0,1 2 2 0,1-2 0 15,-4 2-12-15,3-1 2 0,-2 1 10 16,-1-1-10-16,4 0 8 0,-4 0-6 0,0-1-4 0,1 1-1 16,-1 0 16-16,0 2 7 0,1 1-17 15,-1-3 0-15,-1 2 2 0,2-1 0 0,-1 0 0 16,0 0 5-16,1 1-7 0,-4-3 4 0,3 2 6 15,0 1-8-15,4-3-7 0,-4 3 2 16,1-1 10-16,-1-2-13 0,0 2 9 16,4 1-9-16,-4-4 0 0,3 3-4 0,-2-4 7 0,2 3 10 15,1-1-13-15,-3 0 3 0,-1-1 3 16,4 1-8-16,-1-1 13 0,1 3-8 0,-1-2-3 16,-3 1 0-16,4-3 1 0,-1 1-1 0,2 3 8 15,-2-3 3-15,-2 1-13 0,2-1 5 16,0 1 8-16,-1 2-8 0,1-3 2 0,1 1-2 0,-1-1 5 15,1 1-2-15,-1 2 2 0,1-3 0 16,-3 3 0-16,2-4-10 0,1 1 8 0,-1 3-1 16,-2-2 3-16,3 2-5 0,-1-1-5 0,1 0 13 15,-1 1-6-15,2-1-2 0,-2 0-7 16,4 0 12-16,-4 2-5 0,2-1-13 0,1 1 13 16,2 1 5-16,-1 5-7 0,3-2 9 0,-6-2-7 15,6 2 0-15,-6-3-2 0,6 5-3 16,-5-2 15-16,4-1-8 0,-1 2-2 0,-2-1 6 15,2 1-4-15,-2-1 1 0,2 3-6 0,-2 0 6 16,2 0-1-16,-1 0-2 0,0 2 8 0,1-1-8 16,-1 3-3-16,0-3 3 0,7 9 6 15,-4-8 11-15,-3 1-19 0,0-2 12 0,0 0-10 16,5 9 8-16,1 3-6 0,0-3-2 0,-1 0-2 16,1 4 7-16,1-3 0 0,0 1 3 15,0 0-3-15,0-1-18 0,1 4 18 0,1 3 18 16,1-3-20-16,4 2 12 0,0 0-5 0,-4-3 1 15,4 3 1-15,0-3-7 0,-1 3-5 16,2-4-5-16,1 5 0 0,-2 2 5 0,6 6 0 16,-6-7 10-16,7 6 3 0,-6-4-18 0,1 0 10 15,2 8 0-15,5-1 8 0,-9-10-3 16,6 8-17-16,-9-5 7 0,3-3 18 0,-1 0 10 16,1 3-10-16,3 8-8 0,1 1 0 0,3 4 59 15,-1-3 6-15,-3-1-9 0,1-1-17 0,6-1 2 16,-4 3-2-16,1-4-14 0,2 4 14 0,2-3 5 15,-4-2-21-15,2 0-15 0,2 2 18 0,-1-6-5 16,2 7-6-16,2-2 8 0,-7-1-15 16,3 5-5-16,3 0 13 0,-3-1-6 0,0-1 11 15,-2-3-26-15,4 1 10 0,-9-12 8 16,0-1 0-16,-3 1-7 0,3 1-11 0,-3-1-5 16,-3-1 5-16,2-3 5 0,-2-1 8 0,-1 3-5 15,-3-3 0-15,1-3 23 0,-5-5-18 16,0-5-13-16,-6 2-5 0,6-4-8 0,-9-3 16 15,3 1-13-15,-1-3 12 0,-2 0-12 0,-2-5 13 0,1 5-3 16,-6-5-2-16,3-1-21 0,0-1-5 16,-4-1 7-16,1 1-58 0,-4-5-72 0,-4 1-95 15,1-1-401-15,3-3-244 0,-10-7 124 0,-1 2 32 16,-2-8 75-16,-4-4 63 0,-3-8 65 16</inkml:trace>
  <inkml:trace contextRef="#ctx0" brushRef="#br0" timeOffset="45531.42">2699 9451 524 0,'0'0'174'0,"4"-1"-15"0,2-2-5 16,-6 3-9-16,10-4-17 0,-4 1-17 0,2-2 4 15,2 2-13-15,0-3-5 0,1 4-12 0,2-4-3 16,1 0 0-16,0 1-11 0,6-1-14 15,-6-1 4-15,6 4-7 0,-3-5-6 0,4 1-1 16,-3 3-17-16,1-2 14 0,5-2-8 16,-3 1-13-16,2 3-3 0,-1-2 8 0,4-2 0 15,-1 1-12-15,2-1 2 0,-2 1 2 0,1 2-10 16,2-2 3-16,-1-1-3 0,1 0 3 16,2 1 8-16,-2 0-19 0,5 0 16 0,-2 2-13 15,0-2 8-15,3 0-15 0,-6-1 4 0,2 1 6 16,1 3-6-16,-4-2 3 0,4-1-7 0,-3 2 7 15,-1-1 0-15,1-1-7 0,2 1 14 16,-3 2-1-16,0-3-16 0,1 3 12 0,0 0 1 16,-1-4-8-16,1 4 8 0,-1-2 2 15,3-1-18-15,-2 1 13 0,0 1-12 0,2-2 12 16,-3 0-5-16,1 1-5 0,2 1 2 0,1-2-12 16,-3 0 12-16,2 4 8 0,-2-4-10 15,2 0 10-15,-2 6-7 0,2-6 4 0,1 4 8 0,0-2-7 16,3-2-6-16,-3 4 14 0,3-4-9 15,0-1-4-15,4 1 7 0,-4 3 5 0,0-4-5 16,-2 0 5-16,4 1 1 0,-5 0-4 16,0 0 4-16,3 1 1 0,0-1-12 0,0 1-61 15,0-4-8-15,2 3 15 0,1 0 11 0,-3 0-1 16,3 1 3-16,-2-3 3 0,2 2 12 16,1-1 0-16,-1 1 6 0,1-2-3 0,-1 1-13 15,2 0 28-15,1-1-4 0,-2 0 9 0,10-5 1 16,-7 4 2-16,-4 2 7 0,-2 1-4 0,2-3-6 15,1 1-12-15,-1 0 15 0,-3-3 2 16,4 2 75-16,13-2-10 0,-10 0-1 0,-6 4 1 16,16-4-6-16,-11 3 3 0,-1-3-13 15,-1 3 3-15,-1 1-15 0,14-3 14 0,-3-3 6 16,3 3-2-16,-10 1-11 0,8-5-3 0,2 2 3 16,-1 1-5-16,-1-2-10 0,2 2-5 0,0-2 9 15,0 0 1-15,1 1-18 0,2-1 3 16,-2 2 2-16,3-2-8 0,-2 2 0 0,2-1 1 15,0-2 2-15,0 5 2 0,-1-7-7 0,1 7-5 16,-3-5-1-16,3 4 6 0,-5-3 5 0,2 3-3 16,-1-3-7-16,0 3 2 0,-9-3-20 15,8 3 7-15,5-3 16 0,-3 0-5 0,3 2-3 16,-1-2-5-16,1 3 18 0,0-4-10 0,3 5-8 16,-3-4 12-16,-1 2 4 0,1-2 4 15,0-2 6-15,0 5-18 0,-1-1 2 0,0-1 0 16,1 1 5-16,-3-1-86 0,-2-2 14 15,2 4 4-15,-4-3-4 0,-7 3 11 0,7-3 10 0,3 2 8 16,-10-1-2-16,7 1 12 0,-7-1 12 16,-3 3-14-16,-1 2 5 0,-2-2-8 0,12-5 18 15,1 1-1-15,-7 3-4 0,-3 1 10 0,9-5-8 16,-1 1 11-16,4 2-13 0,-1-4 2 16,1 1 3-16,-1 0 5 0,5 3 13 0,1-3-6 15,-1 0-4-15,4 3-3 0,-2-4 23 0,1 1-10 16,-1 3 7-16,-2-1 1 0,3-2-14 15,-2 3-1-15,-3-3 1 0,2 4 16 0,1-4-7 16,0 1-19-16,3 3 3 0,0-3 13 0,0 3 5 16,-2-3-8-16,4 3 0 0,-2-3 1 0,0 3 4 15,-2 1 3-15,2-2-13 0,-4 1 5 0,-3-2-7 16,1 1 2-16,-11 3 5 0,0 1 13 16,-3 0-25-16,16-2 7 0,-3-3-10 0,-6 5 20 15,-7 0-10-15,16-3 0 0,-10 2-10 0,-6 2 8 16,17-2 9-16,-1-1-9 0,1-1 10 15,-14 1-13-15,-3 3 13 0,3-1-13 0,-3 3 7 16,13-8 1-16,-10 4-3 0,-4 1 3 0,-2 0-8 16,2 1 0-16,1 1 0 0,-1-5 2 15,1 3-4-15,0 2 2 0,16-6 2 0,-2 2 1 16,-8 2 7-16,11-1 3 0,0 0-8 0,0 1-15 16,-2-2 20-16,-8 3 5 0,-4 0 6 0,0 0-16 15,1 0-5-15,12-3 15 0,-9 2-10 0,-5 4 1 16,-1-4-1-16,14-4 5 0,-8 4-5 15,-7 2-2-15,3-2 4 0,13 0-4 0,1-5 7 16,0 5 0-16,-1-2 8 0,1 1-5 0,0 0-3 16,-11 1 3-16,-5 0 0 0,1 0-16 15,-3 0 1-15,4 1 12 0,-2-1 8 0,-2-2-3 16,12-4-4-16,-9 4-1 0,-3 1-3 0,-3 0 4 16,1 0-9-16,2-4 3 0,-2 3 3 15,2 1 0-15,-3-1-13 0,1 1 10 0,2-3 0 16,14 0 13-16,-10 2-3 0,11-3-7 0,-5 3 10 15,-2-1-6-15,-8 3 1 0,15-4 8 0,-11 1-1 16,-4 4-20-16,2-2 16 0,1 0-6 0,1 2-5 16,11-3 10-16,-8 2-7 0,-3 0 2 15,-3 0-2-15,2 1-6 0,-2 3 6 0,3-4-8 16,0 1-5-16,-4-1 2 0,5 1-2 0,-4 0 3 16,-1-2 12-16,3 3 11 0,-1 0-11 15,-2-1 0-15,1-1-2 0,-1 2 20 0,-3-1-15 16,-3 3 7-16,-3-2 6 0,2 0-14 0,-5 2 1 15,2-1 3-15,-6 2 17 0,-2 0-31 16,2-2 70-16,-3 3-10 0,-2-3-1 0,2 4-2 16,-5 0-16-16,1-4-4 0,0 4-3 0,-4-2 5 15,1 3-31-15,2-4-28 0,-7 1-82 0,2 2-141 16,-1 1-342-16,-4 0-272 0,-3 0 110 16,0 0 62-16,0 0 61 0,-4-13 51 0</inkml:trace>
  <inkml:trace contextRef="#ctx0" brushRef="#br0" timeOffset="115439.45">23094 2051 460 0,'0'0'185'0,"0"0"-24"16,0 0-10-16,0 0-18 0,0 0-10 16,0 0-16-16,0 0 14 0,-4 7-9 15,4-7-32-15,0 13 9 0,0-6-12 0,3 4-5 16,-3 2-16-16,0 2-13 0,0 3 1 0,1 2 12 16,-1 2 1-16,0 3-1 0,0 2-7 15,0 4-11-15,0-2 0 0,0 7 1 0,0 0 17 16,0-1-23-16,0 2 19 0,0-1-6 0,0-2-5 15,0 1 25-15,0 2-28 0,0-1 80 16,0 1-8-16,0 3-5 0,0-2-13 0,0 0-15 16,0 2 0-16,-4 14-5 0,1-2 4 0,3-9-12 15,0-1 3-15,-3 9-11 0,1 3 6 0,-1-1-3 16,0 0-13-16,0 1-5 0,3-1 0 0,-3 1-87 16,-1 0 33-16,4 0-18 0,-3 0 11 15,-1 1 7-15,-2 0 2 0,2 2 1 0,0-1 5 16,-2 1 20-16,2-3-12 0,-2 1-3 0,-1 2 8 15,3-4-19-15,0 3 4 0,-2-5 9 16,2 2 3-16,-2 1-5 0,2-1-2 0,-3 3 4 16,1 2 6-16,-1-4 2 0,3 4 6 0,-2-3-11 15,-2 4 13-15,2-1 0 0,-1 2-8 0,0-2 3 16,1 1 0-16,-2-1-3 0,2-1-8 16,2 3 9-16,-2-1 4 0,2 3-7 0,-3-3 2 15,3 0-2-15,1-1 12 0,-3 1 1 0,2 1-21 16,1 1-3-16,0 1 11 0,3-4 12 0,-4 1-5 15,4-1-17-15,0 1 27 0,-4 1-12 16,1-2-8-16,3-1 3 0,0 3 7 0,-1-2-2 16,-2 2-3-16,0 3-15 0,0-3 72 15,0 3-13-15,3-3 2 0,-1 1-13 0,-2 2 11 16,0-3-20-16,3 2-1 0,-3 0-5 0,3-2 5 16,0 1 3-16,0 2 0 0,0-4-3 0,0 2-10 15,0 2-10-15,0-2 13 0,0 3-6 0,0-3-10 16,0 2 6-16,0-4 7 0,3 1-5 15,-3-1 2-15,3 1-10 0,0 4 3 0,-2-6-3 16,2 2-2-16,0 4-13 0,-3-4 18 0,5 4 7 16,-3-2-10-16,-3 2-4 0,2-3 12 0,-1 2-3 15,0-4 0-15,3 2 6 0,-3 2-1 16,4-2-2-16,-4-3 13 0,3 6-21 0,-2-3 18 16,-2 0-15-16,2 3 13 0,-1 3-14 0,0-7 6 15,0 3-10-15,0-3 15 0,0-1-18 0,0 0 23 16,0 3-15-16,3-3-8 0,-3 0 16 15,0-2-3-15,3-2 0 0,-3 2-31 0,0 1 31 16,3-1-8-16,-3 0 3 0,1-4 5 0,-1-11-21 16,3-3 3-16,0-5-2 0,-3 1 9 0,3-3 6 15,-3-4 0-15,0 2-16 0,1-4 1 16,-1 1 14-16,-1-4-12 0,1-1-7 0,-3-3-21 16,3-4-13-16,-3-4-49 0,0 1-104 0,-4-6-244 15,3 1-438-15,-3-5 16 0,-3-4 123 0,0 0 77 16,-4-9 61-16,-6-8 59 0</inkml:trace>
  <inkml:trace contextRef="#ctx0" brushRef="#br0" timeOffset="116372.85">20373 9115 854 0,'0'-7'297'0,"0"7"-36"0,0 0-17 0,7-7-19 16,-1 6-18-16,1 0-25 0,4-4-21 16,2 4 3-16,0-1-10 0,8-2-24 0,-3 3-15 15,5-2-7-15,7 2-6 0,1 0-86 16,3-4-9-16,8 5-2 0,2-1 11 0,1 0 2 0,17-5-3 15,2 6-15-15,1-2 23 0,3-2-15 16,-3 3 10-16,3-2-3 16,1 2-7-16,-1-3-3 0,-3 2 10 0,4 1-7 0,3-5 0 15,-4 5-14-15,4-2 22 0,-1-2-21 0,5 3 10 16,-1 0 2-16,3-1 14 0,-3 1-3 0,1 1-3 16,-1-2-2-16,1-1 25 0,2 2-15 0,4 1 6 15,14-4-6-15,0 2-3 0,2-1 6 16,-2 2-6-16,-14 1 3 0,-1 0-5 0,-1-1 0 15,20-2-5-15,-19 4 15 0,22 0-18 0,-4 0-5 16,0-2 0-16,-3 1-7 0,-10 1 10 0,12-3 10 16,4 6-1-16,-1-2-1 0,1-1-3 15,3 2-13-15,-1-2 5 0,1 0 13 0,1 0-11 16,-6 1 11-16,2 2-5 0,-3 0 18 0,4-3 56 16,2 1-21-16,2-1 3 0,-2 2 3 15,-2 2-21-15,3-3-2 0,-4 1 0 0,0-1 2 16,2 0-26-16,-2 2-2 0,5 0 6 0,1-3 4 15,-1 1 10-15,-2 4-17 0,-2-4 23 16,0 2-24-16,3 1-2 0,0-1-10 0,0 2 7 16,6-2 4-16,-3-2-9 0,1 4 23 0,-4-3-15 15,2 3-7-15,-4-3-6 0,3 5 8 0,-5-4 0 16,3 1-5-16,-1-1 2 0,1 3 23 0,0-4-20 16,-4 2 10-16,4 2 3 0,-3-5-13 15,5 5 18-15,-2-3-23 0,2 1 2 0,2-1 18 16,-3-2-20-16,0 3 2 0,-3-1 8 0,3-3 6 15,5 1-6-15,-1 5 5 0,4-3 5 16,2 0-7-16,-1-1 12 0,-1 1-33 0,2 1 0 16,-3-3 13-16,-1 1-10 0,2-2-16 0,2 1 18 15,-7 5 14-15,1-5 1 0,-2-1-12 0,-4 5-16 16,-5-4 29-16,0 0 15 0,-17 1-28 0,-1 0-6 16,-2 2 16-16,-1-4-25 0,0 2 10 15,-8-2 15-15,-2 0-18 0,-13 0 13 0,-7 0-18 16,-7 0 5-16,-4-2 10 0,-6 1-15 0,0-2 3 15,-7 2-14-15,-3-2-19 0,-1 1-27 0,-7-3-22 16,-2-3-72-16,-2 1-49 0,-9-4-120 16,-6 1-629-16,-7-8 109 0,-8-4 54 0,-13-13 105 15,-21-8 80-15,-3-4 51 0</inkml:trace>
  <inkml:trace contextRef="#ctx0" brushRef="#br0" timeOffset="117537.23">23090 1992 737 0,'0'0'197'0,"0"0"13"0,0 0-52 16,0 0-9-16,-17 22-13 0,13-8 61 0,-5 2-28 16,2 3-13-16,-4 3-10 0,-2-1-11 15,2 4-14-15,-2 2-22 0,-1-2-6 0,0 0 4 16,1 0-18-16,2-6-12 0,1 0-3 0,0 1-3 15,-1-3-7-15,4-4-5 0,-2 1-3 0,2-3-5 16,0 1 10-16,3-4 10 0,1-1 24 0,-1 1 20 16,-2-4-18-16,3-1 10 0,3-3-20 15,0 0 2-15,0 0-20 0,-11-12 7 0,10 3 4 16,1-2-22-16,0-3 6 0,0-3-69 0,4-2-11 16,0-4 8-16,3-2 3 0,3 0-1 15,0-3 1-15,7 1-8 0,-3 2 8 0,6 2 9 16,-2 1-11-16,2 0 4 0,1 5-5 0,0 1 8 15,-2 4 4-15,-1 2-1 0,3 4-14 16,-2 1 21-16,-1 1-2 0,2 4-8 0,1 1 2 16,0 3 8-16,3 2-10 0,-1 3 10 0,-2 1-11 15,6 5-32-15,-6 0-16 0,2 3-38 16,-5 1-21-16,-2-4-38 0,-1 3-49 0,-2-1-230 16,-2 1-300-16,-1-4 67 0,-7-3 59 0,-3-1 74 15</inkml:trace>
  <inkml:trace contextRef="#ctx0" brushRef="#br0" timeOffset="118069.9">21808 1446 627 0,'0'0'238'16,"0"0"-31"-16,0 0-5 0,7 17-30 0,-4-7-11 15,5 2-20-15,1-1-6 0,-2 4-12 16,7 0-18-16,-4 1-10 0,4-1 0 0,0-1-21 15,2 1 5-15,-1-1-12 0,1-4-13 0,-2 0 4 16,0-2-12-16,0 0 11 0,2-3-24 0,-1-1 21 16,1-3-23-16,-2-1 10 0,0 0 2 0,3-4-2 15,-1-2-10-15,-4-3-3 0,4 1 0 16,-5-4 8-16,2-4-5 0,0 1-14 0,-5-3 4 16,2 1-6-16,-3-3 19 0,-1-1-19 15,2 3 5-15,-2 0 1 0,-3 2 10 0,1 3 7 16,-1-1 11-16,1 4-37 0,-4 0 1 0,3 4-8 15,1 0 8-15,-4 6 0 0,0 0-3 0,0 0-7 16,7 18 7-16,-7-4 8 0,0 4-5 16,3 4-3-16,-3 5-2 0,0 2-8 0,0 7 23 15,0-1-11-15,-3 3-6 0,3-1 4 0,0 2-2 16,0 1-8-16,0 1 10 0,-3 14-8 16,3-2-12-16,0 1-31 0,3 1-25 0,0 0-50 15,1 1-70-15,2 4-429 0,5 0-94 0,-4-3 39 16,3 0 132-16,0-6 18 0</inkml:trace>
  <inkml:trace contextRef="#ctx0" brushRef="#br0" timeOffset="119287.3">31759 8924 537 0,'0'-6'256'0,"-3"-1"-5"16,3 7-16-16,0-10-81 0,-1 6-8 0,0 0 5 15,1 4 5-15,-2-10 49 0,-1 8-16 0,3 2-17 16,0-7-11-16,0 7-31 0,-3-6-2 0,3 6-12 16,0 0-6-16,0-7-18 0,0 7-13 15,0 0-10-15,0 0-2 0,0 0-1 0,10 14-9 16,-4-7-1-16,-2 4-12 0,6-3-1 0,-3 9-7 15,0-4 2-15,7 3-4 0,-4 3-9 0,3-2 1 16,-2 1-3-16,5 0 5 0,-4 4-5 16,1-5-2-16,1 3-11 0,1 1 13 0,-3-4 5 15,2 0-8-15,-1 0-12 0,1-1 2 0,-4-6 11 16,-3 4-8-16,3-4 5 0,-3-2-8 16,0 2-3-16,-1-3 6 0,-2-1-5 0,3 0 7 15,-4 0 8-15,-2 1-12 0,-1-1 12 16,0-1 7-16,0 2 1 0,-4 1-3 0,-3-1 8 0,-3 3-5 15,-3-2-13-15,1 2 25 0,-7 1-25 16,3 0 3-16,-6-1 4 0,2 0-7 0,-1 3-5 16,0-3 5-16,4 1-67 0,-4 2 3 0,2-2 0 15,1 3 18-15,0-3-41 0,5 2-21 0,2-4-25 16,-2 1-51-16,3 0-90 0,3 3-323 16,0-4-168-16,7-2 53 0,4-2 75 0,-1 1 45 15</inkml:trace>
  <inkml:trace contextRef="#ctx0" brushRef="#br0" timeOffset="119503.76">32251 9282 1116 0,'7'3'358'15,"1"2"-36"-15,0-1-25 0,0 5-43 16,3 3-16-16,-1-1-31 0,3 4-5 0,1 0-99 15,0 1-11-15,0 2-10 0,-1 0-18 0,-3 0-74 16,6 7 10-16,-6-4-93 0,-1-2-106 16,-2 0-561-16,3 3 84 0,-4-7 54 0,2-4 77 15</inkml:trace>
  <inkml:trace contextRef="#ctx0" brushRef="#br0" timeOffset="119670.9">32452 9318 816 0,'-16'8'371'16,"9"1"-35"-16,-3 5-81 0,-4 5-22 0,-3 4-33 15,-7 12-13-15,-3 5-36 0,3 0-5 16,-2 4-10-16,-3 3-1 0,-8 9-22 0,3-1-70 16,-4 5-55-16,-7-10-157 0,4 4-610 0,-3-8 111 15,-4 1 62-15,7-18 43 0</inkml:trace>
  <inkml:trace contextRef="#ctx0" brushRef="#br0" timeOffset="120569.64">22950 8653 980 0,'-1'7'299'0,"1"-7"-43"0,0 0-36 16,0 0-10-16,-3 5-20 0,3-5-21 0,0 0-29 16,0 0-35-16,0 0-58 0,0 0-68 0,3 4-92 15,-2 2-573-15,-1-5 39 0,0 4 58 16,0-5 57-16</inkml:trace>
  <inkml:trace contextRef="#ctx0" brushRef="#br0" timeOffset="120753.49">23207 8336 798 0,'0'0'287'0,"0"-5"-24"0,0 5-55 0,0-6-80 16,0 6-36-16,0 0-54 0,3-7-91 15,-3 7-365-15,0 0-168 0,0 0 33 0</inkml:trace>
  <inkml:trace contextRef="#ctx0" brushRef="#br0" timeOffset="120953.13">23285 8691 711 0,'0'0'254'0,"-3"6"-29"0,3-6-51 15,0 4-31-15,0-4-69 0,3 9-43 16,-3-3-72-16,0 0-125 0,3 0-454 0,-3 1 93 15</inkml:trace>
  <inkml:trace contextRef="#ctx0" brushRef="#br0" timeOffset="121103.96">23315 8886 944 0,'0'0'246'0,"4"-5"-36"0,-4 5-62 16,7-5-58-16,-3 4-75 0,3-5-110 0,2 5-509 16,1-6 51-16</inkml:trace>
  <inkml:trace contextRef="#ctx0" brushRef="#br0" timeOffset="121286.23">23853 8418 1195 0,'3'-3'353'0,"-3"-2"-112"0,0 5-19 16,4-9-22-16,-4 9-16 0,3-2-30 0,0-3-24 15,-3 5-14-15,6-3-47 0,-2-1-44 16,-4 4-83-16,11-2-37 0,-4 0-156 0,-1 2-458 16,1-1 79-16,3 0 36 0,-6-2 82 0</inkml:trace>
  <inkml:trace contextRef="#ctx0" brushRef="#br0" timeOffset="121424.15">23937 8341 834 0,'-3'-5'358'0,"3"5"-38"0,-3-5-36 0,3 5-40 16,-3-6-78-16,3 6-82 0,-1-6-99 0,-2 5-195 15,3 1-430-15,0 0 11 0,0 0 96 0</inkml:trace>
  <inkml:trace contextRef="#ctx0" brushRef="#br0" timeOffset="121602.74">23620 8201 803 0,'0'0'300'16,"-7"-5"-44"-16,7 5-67 0,-6-3-76 15,6 3-80-15,0-7-56 0,0 7-159 0,6-3-435 16,-2 1 80-16</inkml:trace>
  <inkml:trace contextRef="#ctx0" brushRef="#br0" timeOffset="121769.76">23572 7901 647 0,'-1'-5'246'16,"1"5"-31"-16,1-6-46 0,6-1-49 15,-3 2-64-15,6 2-76 0,-4-4-251 0,5 4-275 16,5-4-9-16</inkml:trace>
  <inkml:trace contextRef="#ctx0" brushRef="#br0" timeOffset="121936.59">24109 7457 1005 0,'0'-6'338'0,"0"-1"-33"0,0 7-34 16,0-8-20-16,3 4-33 0,-3-2-31 16,0 6-65-16,3-9-40 0,1 8-102 0,-1-4-162 15,4 2-517-15,2-2 34 0,-4 2 63 0,2-4 72 16</inkml:trace>
  <inkml:trace contextRef="#ctx0" brushRef="#br0" timeOffset="122103.56">24526 7043 982 0,'0'-7'308'0,"0"5"-19"0,0-4-46 0,0 6-77 15,0-9-71-15,3 7-13 0,1 1-87 16,1-4-98-16,-5 5-557 0,8 6 64 0,-4 1 45 16</inkml:trace>
  <inkml:trace contextRef="#ctx0" brushRef="#br0" timeOffset="122286.75">24150 7599 970 0,'0'0'338'15,"0"0"-44"-15,0 0-33 0,0 0-49 16,0 0-45-16,0 0-93 0,0 0-125 0,0 0-607 16,20 2 18-16,-16 0 77 0</inkml:trace>
  <inkml:trace contextRef="#ctx0" brushRef="#br0" timeOffset="122452.74">24026 7908 767 0,'-3'3'259'0,"3"-3"-34"16,0 0-53-16,10 7-47 0,-2-7-97 0,1 3-186 15,2 1-436-15,3-4 49 0</inkml:trace>
  <inkml:trace contextRef="#ctx0" brushRef="#br0" timeOffset="122622.14">24478 7850 842 0,'3'-7'304'0,"1"5"-45"0,4-4-47 16,-3-1-71-16,6 3-90 0,-4-2-153 16,6-2-495-16,4 1 16 0,-4-3 80 0</inkml:trace>
  <inkml:trace contextRef="#ctx0" brushRef="#br0" timeOffset="122770.23">24909 7471 1003 0,'0'-4'315'0,"0"4"-23"16,3-7-31-16,1 4-34 0,-1-3-58 15,5 4-82-15,-2-5-79 0,1 6-259 0,3-5-399 16,-1 0 46-16,2 2 43 0</inkml:trace>
  <inkml:trace contextRef="#ctx0" brushRef="#br0" timeOffset="122919.74">25138 7217 860 0,'0'0'261'0,"0"0"-39"0,0-6-55 0,0 6-39 16,0 0-36-16,0 0-95 0,6-7-86 15,1 7-531-15,-3-1 75 0</inkml:trace>
  <inkml:trace contextRef="#ctx0" brushRef="#br0" timeOffset="123102.58">24960 7192 998 0,'0'0'299'0,"-7"-1"-48"15,7 1-56-15,-3-6-85 0,3 6-59 0,0-3-128 16,0 3-537-16,0 0 25 0,6-7 69 0</inkml:trace>
  <inkml:trace contextRef="#ctx0" brushRef="#br0" timeOffset="123270">24929 6898 757 0,'-1'-5'266'0,"1"5"-63"0,-1-8-52 0,-1 5-77 15,2 3-84-15,2-9-216 0,0 5-365 0,2 2 74 16</inkml:trace>
  <inkml:trace contextRef="#ctx0" brushRef="#br0" timeOffset="123436.86">24885 6651 916 0,'-1'-3'351'0,"-2"-3"-31"0,3 6-49 0,-6-6-54 16,6 4-73-16,0 2-62 0,0 0-67 0,3-11-146 15,0 7-508-15,1 2 1 0,2-2 83 16</inkml:trace>
  <inkml:trace contextRef="#ctx0" brushRef="#br0" timeOffset="123602.4">25083 6336 1123 0,'0'0'325'0,"4"-8"-41"0,-4 5-28 16,3-4-38-16,1 5-54 0,-1-3-34 0,6 1-71 15,2 0-79-15,0 1-244 0,5-4-407 0,2 2 32 16,3-1 83-16</inkml:trace>
  <inkml:trace contextRef="#ctx0" brushRef="#br0" timeOffset="123736.37">25774 5916 811 0,'0'-7'305'16,"3"2"-60"-16,0 1-96 0,-3-1-83 0,3 2-265 16,1-3-382-16,3 5 17 0</inkml:trace>
  <inkml:trace contextRef="#ctx0" brushRef="#br0" timeOffset="123902.74">26228 5496 709 0,'7'-10'25'0,"0"3"-524"0</inkml:trace>
  <inkml:trace contextRef="#ctx0" brushRef="#br0" timeOffset="124086.9">26867 4953 726 0,'6'-7'274'0,"-4"2"-33"16,1-1-41-16,2 3-70 0,-3-3-27 0,4 1-103 15,1 1-244-15,1 0-347 0,3 1 38 16</inkml:trace>
  <inkml:trace contextRef="#ctx0" brushRef="#br0" timeOffset="124285.93">27469 4467 629 0,'4'-7'259'0,"-1"0"-24"15,5 1-56-15,-2 1-40 0,1-1-68 0,3-1-73 16,-4 3-290-16,8-1-294 0,-2-2 66 0</inkml:trace>
  <inkml:trace contextRef="#ctx0" brushRef="#br0" timeOffset="124452.75">28036 3996 660 0,'3'-5'274'15,"-2"-1"-28"-15,3 2-42 0,-1-1-60 0,0 0-91 16,1 1-106-16,-1 0-316 0,4 2-184 15,2 0 23-15</inkml:trace>
  <inkml:trace contextRef="#ctx0" brushRef="#br0" timeOffset="124619.24">28519 3734 885 0,'6'-7'333'0,"-3"1"-36"0,1 2-62 16,0 0-84-16,2 1-89 0,-2-3-177 16,2 4-507-16,-2-4 25 0,2 5 60 0</inkml:trace>
  <inkml:trace contextRef="#ctx0" brushRef="#br0" timeOffset="124802.74">28908 3611 977 0,'0'0'305'0,"0"0"-29"16,4-2-66-16,-4 2-54 0,0 0-46 0,0 0-66 16,0 0-264-16,7 4-415 0,-7-4 36 0,6 1 82 15</inkml:trace>
  <inkml:trace contextRef="#ctx0" brushRef="#br0" timeOffset="124952.74">29116 3801 716 0,'0'0'-18'0,"2"3"-509"0</inkml:trace>
  <inkml:trace contextRef="#ctx0" brushRef="#br0" timeOffset="125436.02">25660 6616 171 0,'1'5'0'0,"-1"-1"-138"0</inkml:trace>
  <inkml:trace contextRef="#ctx0" brushRef="#br0" timeOffset="125652.4">25565 6909 601 0,'-3'6'218'0,"3"-6"-60"0,0 3-9 0,0-3-55 15,0 7-53-15,0-7-99 0,0 0-68 16,6 4-414-16,-6 1 36 0</inkml:trace>
  <inkml:trace contextRef="#ctx0" brushRef="#br0" timeOffset="125802.4">25647 6875 680 0,'4'-8'249'0,"2"0"-32"0,-2 0-9 16,2-1-19-16,2 2-43 0,2-3-33 16,0 2-67-16,1 0-36 0,-1-3-123 0,3-1-511 15,1 2 48-15,2-1 56 0</inkml:trace>
  <inkml:trace contextRef="#ctx0" brushRef="#br0" timeOffset="125969.65">26146 6353 773 0,'0'-3'299'0,"0"-4"-30"15,0 7-26-15,7-8-38 0,-4 2-24 16,2 2-45-16,1-2-41 0,1 3-67 0,3-3-74 15,1-3-138-15,2 4-487 0,0 0 85 0,1-2 43 16</inkml:trace>
  <inkml:trace contextRef="#ctx0" brushRef="#br0" timeOffset="126135.79">26632 6048 941 0,'3'-6'356'15,"0"0"-28"-15,1 2-47 0,-1 0-35 16,3-1-23-16,2-1-54 0,-1 0-67 0,0-1-89 16,2 1-141-16,4 0-550 0,-2 0 22 0,1-2 50 15,1-2 71-15</inkml:trace>
  <inkml:trace contextRef="#ctx0" brushRef="#br0" timeOffset="126302.75">27195 5567 924 0,'4'-8'355'0,"-1"0"-45"0,1 0-13 0,3 1-54 16,0 0-38-16,1 0-69 0,0 2-85 16,3-2-115-16,-1 0-192 0,6 1-410 0,-4 0 55 0,1-3 60 15</inkml:trace>
  <inkml:trace contextRef="#ctx0" brushRef="#br0" timeOffset="126469.86">27740 5050 806 0,'3'-8'312'15,"0"2"-20"-15,0-1-62 0,0 3-71 0,-2-3-85 16,7 0-125-16,-2 0-520 0,0 3-25 15,1-4 63-15</inkml:trace>
  <inkml:trace contextRef="#ctx0" brushRef="#br0" timeOffset="126619.26">28050 4729 975 0,'1'-4'274'0,"2"-1"-47"15,0 2-14-15,0-3-72 0,1 1-62 0,-1-1-84 16,5 1-149-16,1 1-465 0,-2-3 81 16,3-1 21-16</inkml:trace>
  <inkml:trace contextRef="#ctx0" brushRef="#br0" timeOffset="126802.85">28716 4063 929 0,'5'-7'358'0,"-2"1"-43"16,3-1-44-16,-5 2-25 0,2 1-64 16,2-1-72-16,-3 2-90 0,1-2-173 0,0 4-526 15,2-2 37-15,-5 3 97 0</inkml:trace>
  <inkml:trace contextRef="#ctx0" brushRef="#br0" timeOffset="126953.68">28901 3841 673 0,'-16'1'66'15,"9"0"-352"-15</inkml:trace>
  <inkml:trace contextRef="#ctx0" brushRef="#br0" timeOffset="127136.56">28347 4134 1126 0,'0'0'333'0,"0"0"-60"16,0 0-60-16,-7 1-65 0,7-1-35 0,0 0-80 0,-6 7-112 15,3-6-320-15,3 6-246 0,-4-4 89 16,-2 3 31-16</inkml:trace>
  <inkml:trace contextRef="#ctx0" brushRef="#br0" timeOffset="127285.62">28156 4361 837 0,'0'0'230'0,"-5"5"-20"0,5-5-36 16,-8 4-59-16,4 1-56 0,-3-2-77 16,-6 3-251-16,6 1-327 0,-4-2 74 0</inkml:trace>
  <inkml:trace contextRef="#ctx0" brushRef="#br0" timeOffset="127452.48">27808 4628 616 0,'0'0'254'0,"-2"3"-29"0,2-3-69 0,-5 4-36 15,5-4-25-15,-4 7-46 0,-3-3-57 16,1 1-110-16,-1 3-437 0,-7 0 25 0</inkml:trace>
  <inkml:trace contextRef="#ctx0" brushRef="#br0" timeOffset="127619.62">27251 5042 959 0,'0'0'292'0,"-10"0"-26"0,10 0-35 0,0 0-39 16,0 0-46-16,0 0-67 0,-13 1-56 0,5 3-107 16,1 0-277-16,-4 2-259 0,-2 0 29 0</inkml:trace>
  <inkml:trace contextRef="#ctx0" brushRef="#br0" timeOffset="127770.24">26895 5270 913 0,'-4'8'315'0,"4"-8"-31"0,-3 6-33 0,0-4-26 15,2 5-40-15,-2 1-83 0,-3 2-89 0,1 0-139 16,-1 4-534-16,-1 1 38 0,1-4 79 16</inkml:trace>
  <inkml:trace contextRef="#ctx0" brushRef="#br0" timeOffset="127902.4">26625 5703 760 0,'-7'7'220'0,"0"0"-79"16,-3 1-203-16,-1 1-470 0,1 2 17 0</inkml:trace>
  <inkml:trace contextRef="#ctx0" brushRef="#br0" timeOffset="128236.3">25740 6136 550 0,'6'-4'171'0,"1"0"-104"16,0 1-170-16,6-3-421 0</inkml:trace>
  <inkml:trace contextRef="#ctx0" brushRef="#br0" timeOffset="128369.02">26183 5979 732 0,'4'-3'222'16,"-4"3"-122"-16,0 0-128 0,0-3-497 0</inkml:trace>
  <inkml:trace contextRef="#ctx0" brushRef="#br0" timeOffset="131535.24">19634 2958 629 0,'0'0'195'0,"0"0"-21"15,0 0-10-15,1 6-18 0,-1-6-8 16,3 7-13-16,-3-3-10 0,0-4 8 0,6 8-15 16,-3 0 2-16,1 1-16 0,-1-3 1 0,1 4-10 15,3 1-11-15,0 1 3 0,-1 2-13 0,1 2-3 16,0-2 1-16,4 5-1 0,-2 0-5 16,1-1-7-16,1 1-16 0,-1 1 16 0,0 2-13 15,1-5 12-15,-1 4 1 0,4 1-11 0,0 2-61 16,-4 1-10-16,4 0 15 0,-1 0 3 15,1 1 66-15,-1 0 8 0,2 2-8 0,-2 1 3 16,0-1-6-16,1 2-2 0,0-3 3 16,0 4 0-16,2-5-19 0,-2 2 6 0,0-2 8 15,0 3-11-15,-1-1-2 0,0 1 10 0,2-4-8 16,-2 3 3-16,1-2 7 0,2 4-14 0,-4-3-9 16,1 0 16-16,4 2-18 0,-3-3 2 0,3 2-7 15,-4-3 20-15,5 4-2 0,-5-3 5 16,5-1 0-16,-2-1-13 0,-2 2 0 0,0 1 0 15,3-4 5-15,-3 2 0 0,3 0-7 0,-4 0-6 16,4-1 13-16,-3 1 11 0,0 0-11 16,2 0-5-16,-1 0 0 0,-2 0 0 0,4 0-3 15,-3 0 1-15,4 0-6 0,-2 0 3 0,1 0-5 16,-3 0 10-16,3 0-3 0,-3-3-2 0,3 3 3 16,-4-1-8-16,1 0 2 0,0-1-13 15,-1 1 4-15,-2-5-60 0,2 4 5 0,-2-3 11 16,-1 4 2-16,0-2 13 0,4 3-10 0,-4-4-1 15,3 5 11-15,-2-3-10 0,-1 2 13 0,0-3 2 16,1 3 5-16,-1-1 28 0,0 2-30 16,4-1-3-16,-4-4 15 0,-3 2-17 0,4 4 28 15,-1-2-11-15,3 4 3 0,-6-4-3 0,3 0-12 16,0 0 5-16,-2-1 10 0,2-4 0 16,-1 5 18-16,-1-2-16 0,2-3 3 0,-3 4-10 15,3-2 8-15,0-4-3 0,-3 5 2 0,0-4-2 16,4-1 6-16,-5 4-9 0,4-5 3 15,-3 2 3-15,0-2 2 0,0 2 5 0,0 0-8 16,2-1 11-16,-1 1 0 0,-1 0-8 0,-1 0 3 16,1-1-11-16,0-1 6 0,0-1-6 15,0 3 16-15,0-2 0 0,-1 0 0 0,2-1-6 0,-2 1-12 16,1 0 18-16,-1-1-5 0,1 5 5 0,1-3 2 16,-1-1-5-16,-1 0 0 0,1-1-7 15,0 1 15-15,0 0-10 0,-1-1 2 0,1 1-13 16,-3 0 1-16,6-1-9 0,-6 0 11 0,5 0 18 15,-5 0-5-15,3-1 0 0,0 0-11 16,0 1-2-16,-1 1 0 0,-2-2-12 0,2 1 9 16,2 1-5-16,-1-1 3 0,-1-3 5 0,1 2 0 15,1 0 8-15,1 1 2 0,-2-2-15 16,-1-1 8-16,2 2-1 0,-1 1 11 0,-1-4-8 16,1 2 5-16,0 2 6 0,0 0-16 0,0-3-8 15,-1 3 21-15,1-1 2 0,-3 1-10 16,6-1 3-16,-6 1 2 0,5-3-2 0,-5 1 7 15,4 2-7-15,1 0 0 0,-5-3-6 0,5 2 6 16,-1-1 10-16,-1 3 0 0,0-3 2 0,-1-1-25 16,1 4-8-16,3-3 21 0,-3 3 0 0,0-3-3 15,0-1-3-15,3 4 9 0,-3-2 9 0,0 1-12 16,3 0 7-16,-3 0-5 0,0-3-15 16,-1 4 3-16,5-2 22 0,-4 2-17 0,0-1 15 15,3 1-6-15,0 0-4 0,-3-3 7 0,3 3-12 16,-3-2 5-16,4 1-13 0,-2-3 2 15,-2 2-7-15,4 2 10 0,-1 1-10 0,0-2 15 16,0 0 0-16,-3-1 0 0,0 1-3 0,3 2 9 16,1-1-9-16,-1 1-2 0,0 4 5 15,1-2 0-15,-2 1-15 0,1-2 5 0,-2-1 18 16,2 4-16-16,0-3 8 0,-2-1-20 0,1 4 33 16,1-5-18-16,-3 2 0 0,4 2 3 0,-1-3-3 15,-1 1-3-15,2 3 6 0,-1-3 15 0,0-1-3 16,1 4-5-16,-1-4-2 0,0 4-3 15,1-4-5-15,-1 2 8 0,0 2-6 0,1-4 1 16,2 4-6-16,-2-4 6 0,-1 5-1 0,3-4 3 16,-2 0 1-16,2 3-9 0,-3-3-5 15,5 2 11-15,-5-2 2 0,7 5-5 0,-4-2 0 16,1 0 15-16,-1-4-4 0,-2 3-1 0,0-2-3 16,2-1-14-16,1 4 17 0,-4-5-2 0,3 1-13 15,-2 5 10-15,2-6-13 0,-2 0 5 16,-1 1-9-16,3 0 7 0,-2-1 10 0,-1 0-16 15,0-1-4-15,1 0-3 0,-1 0 13 0,0 1 2 16,1 0 11-16,-1-2-8 0,0 0-5 16,-3-2-15-16,3 2 17 0,-3 0 0 0,3 1 1 0,-3-4 4 15,0 3-7-15,3 0 8 0,-3 0-8 16,3-2 12-16,-3 1-17 0,3 2 15 0,-2-4-20 16,1 3 18-16,-2-1-1 0,0-1 3 0,4 2-5 15,-2-2 8-15,1-1 5 0,-2 3-11 16,2-2 14-16,0 1-11 0,1 0-5 15,-4-2 2-15,3 2-2 0,-1-2 8 0,-1 2 0 0,2 1-6 16,0-3-2-16,-1 3 5 0,-1-1 6 0,-1-2-9 16,3 2 11-16,1 0-18 0,-2-1 5 15,-2 2 7-15,4-4-9 0,-4 3 7 0,3-2-2 16,1 1 4-16,-2 2 9 0,-2-4-24 0,3 3 13 16,1-3 5-16,-1 3-10 0,-3-4 0 15,4 5 13-15,-1-4-15 0,2 3 17 0,-1-3-13 16,-1 3-2-16,0-3 3 0,3 4-11 0,-2 0 6 15,0-3 2-15,0 3-8 0,1-1-15 0,-1-1 13 16,0 2 12-16,2 1-12 0,-2-6 0 16,-1 7 7-16,4-3 3 0,-4 1-5 0,3-1-13 15,1 1 18-15,-1 2-5 0,-2-3 10 0,3 3-12 16,-1-4-1-16,1 3 16 0,-1-1-8 0,1 2 0 16,-3-1-8-16,3 1 8 0,-4 0 10 0,3-1-7 15,1 2-1-15,-4 3 3 0,4-3-5 16,-4 0-5-16,3 3-2 0,-2 0 12 0,2-4-8 15,-2 5 6-15,3-3-1 0,-4 4-2 0,4-3 0 16,-1 4 8-16,1 1-5 0,0 0-3 16,-1 0-6-16,1 0-1 0,2 1 14 0,-1 2-19 15,-5 0 22-15,10-2-8 0,0 11 21 0,-2-7-25 16,3 3 4-16,-1-1 11 0,-3-6-2 0,1 1-9 16,2 6 3-16,4 5 16 0,-3-9-32 15,6 7 24-15,-7-1-15 0,4 1-1 0,0-3 11 16,-1 4 7-16,2 1-5 0,2 1 3 0,-3-1-23 15,0 2 0-15,3-5 20 0,-6 5 16 0,6-3-29 16,2 1 3-16,-6-5-10 0,1 7 15 16,2-5-5-16,-2 2 18 0,1-1-16 0,2-2 6 15,-3 7-16-15,3-1 16 0,-3 1-8 0,0-2 5 16,3 1 13-16,1 2 5 0,-1 0 5 0,0-2-25 16,1 3 17-16,-1-1 14 0,0-1-34 15,1 1 12-15,2 0 14 0,-2-1-6 0,-1 1 3 16,4 0-7-16,0-2-16 0,0 3 2 0,-1 2 11 15,1-2-31-15,0-2 0 0,-4 1 3 16,4 0 10-16,-3 2 2 0,-1-1 21 0,4-3-28 16,-1 5 43-16,-2 0-35 0,2-3 9 0,-3 3 11 15,4 3-5-15,-2-6-38 0,-3 1 42 0,1-1-19 16,1 1 56-16,-1 4 17 0,1-4-9 0,3 3-6 16,-1-2-5-16,1 2-17 0,0-2-1 15,0 1-13-15,-4 1 1 0,4-3-3 0,0 0 30 16,3-3-30-16,-2 2 18 0,0-1 0 0,2-4-11 15,-3 3-22-15,0 2-11 0,-3-5 16 0,2 1-3 16,-2-1-2-16,2 1-6 0,-5-1 3 16,5-1 36-16,-6-1-10 0,3 3 9 0,0-1-1 15,-3 2-50-15,-2-3 14 0,4-3 9 0,-8-2 6 16,2-5-3-16,-6-1-7 0,3 0 20 16,0 0-31-16,0-1 31 0,0 0-30 0,-3-5 17 15,3 0 13-15,-3 2-18 0,-1-4 0 0,-2 0 8 16,2-3 5-16,-6-1-8 0,4 1-5 0,-2-3-5 15,-2-1 21-15,0-2-21 0,2-1-5 16,-4 3 10-16,0-5 0 0,-3 1-2 0,1-2-32 16,3 2 11-16,-5-4-66 0,-1-2-11 0,0 0-63 15,0 0-50-15,0 0-101 0,0 0-636 0,-12-10 44 16,4 1 115-16,-3-5 41 0,1-1 87 16,-3-3 75-16,-5-7 58 0</inkml:trace>
  <inkml:trace contextRef="#ctx0" brushRef="#br0" timeOffset="139734.78">24716 8932 534 0,'0'0'200'15,"-6"4"-33"-15,6-4-14 0,-3 5 1 0,3-5-26 16,-3 3-13-16,3-3-5 0,-1 7-5 0,-2-2-26 15,3-5 6-15,-3 5-1 0,0-1-12 16,3-4-8-16,-1 4 0 0,-2 2 7 0,3-6 6 16,-3 1-5-16,3-1 20 0,-4 7-5 0,4-7-61 15,0 0 20-15,-4 3 2 0,4-3-7 16,0 0-5-16,0 0 8 0,0 0 63 0,0 0-2 16,0 0 8-16,0 0-26 0,0 0-15 0,-13-10 7 15,10 9 5-15,3 1-12 0,-3-9-5 16,3 1-6-16,-1 3 0 0,-2-1-9 0,3-1-19 15,0-2 8-15,-4 0-10 0,4-2 2 0,-3 1 21 16,3 2-16-16,0-2-2 0,-1 2-80 16,-2 1-2-16,3-3 18 0,0 3 0 0,-3 3-3 0,3 0 13 15,0-3-18-15,0 7-7 0,0-8 30 16,0 8-2-16,0 0-8 0,0 0 23 0,0 0-11 16,0 0 4-16,0 0-6 0,-10 21 8 0,10-14-5 15,0 3-1-15,-3-1-1 0,3-1 1 16,0 3-1-16,0 2-4 0,0-2 16 0,0 2 5 15,0-1-12-15,0 2 12 0,0-3-5 0,0 4 2 16,0-4 9-16,0 3-11 0,0-4-8 0,0 4 10 16,0-3 4-16,0-3 1 0,-1 3-7 15,1 1-5-15,0-5 0 0,0-1 10 0,-1 0-10 16,1 1 8-16,0 0 4 0,0-7 1 0,0 9 2 16,1-7 3-16,-1-2 13 0,0 0-14 15,0 0-14-15,0 0 9 0,0 0 1 0,0 0 8 16,0 0-4-16,4-18-9 0,-4 9-3 0,0-4 10 15,3 3-2-15,-3-2-1 0,0-1-9 0,0-4 4 16,0 6 4-16,0-4-4 0,-3 0-2 16,3 2-10-16,0-1 18 0,0 3-3 0,0-1-3 15,0 2 3-15,-3 3-5 0,3-1-10 0,0-1 5 16,0 7-5-16,0 2 2 0,0-9 0 16,0 9 3-16,0 0-7 0,0 0-1 0,0 0 13 15,0 0-5-15,-4 28 5 0,4-20 2 0,-4 9-7 16,4-3-5-16,0 4 5 0,-3 0 7 0,3 1 3 15,-3 2-20-15,3 2-39 0,-1-1-12 16,-2 0-119-16,0-3-127 0,3 6-456 0,0-1 85 16,-3-6 76-16,3-3 31 0</inkml:trace>
  <inkml:trace contextRef="#ctx0" brushRef="#br0" timeOffset="140501.25">25113 8506 501 0,'0'0'177'0,"0"0"-24"0,0-6 4 0,0 6-27 16,0 0 21-16,0 0-28 0,0 0-3 0,0 0-2 15,0 0-10-15,0 0 86 0,0 0-22 16,15 8-9-16,-9-1-6 0,-2-4-6 0,2 4-18 16,2 0-18-16,1 1-46 0,-2-2-3 0,4 4-22 15,-1 0-11-15,0-1-2 0,4 1-8 0,-4 2 5 16,3-2-12-16,-2 1-1 0,2-1 5 15,-1 2-7-15,0-2 8 0,-1 0-3 0,0-1-16 16,-2-2-4-16,1 4-39 0,-2-4-41 0,-1 0-28 16,-1 3-46-16,1-3-136 0,-1 0-420 15,-1-1 70-15,1-2 53 0,-2-2 49 0</inkml:trace>
  <inkml:trace contextRef="#ctx0" brushRef="#br0" timeOffset="140884.76">25506 8491 616 0,'0'0'203'16,"0"0"-22"-16,0 0-17 0,0 0-10 0,0 0-16 15,0 0-18-15,0 0-12 0,0 0 10 16,-16 9-24-16,13-2 11 0,-5-3-18 0,2 3 8 16,-1 1 66-16,-3 1-12 0,2 0-16 0,-2 3 2 15,0 0-12-15,-1-4-13 0,-1 6 0 16,1-4-10-16,-3 2-15 0,4 1-55 0,-4 2-30 16,4-4 16-16,0 0-6 0,2 2 8 0,-4-2-3 15,2 2 1-15,2-4-14 0,1 1 16 16,0-2-3-16,-2 2-7 0,5-3 15 0,-3 1-18 15,3-1 18-15,-2 1-20 0,3-5-1 0,-1 3 14 16,1-3-24-16,0 2-15 0,1-2-28 16,-4 2-41-16,6-5-67 0,-3 6-110 0,0-3-156 15,3-3-296-15,0 3 91 0,0-3 33 0,0 0 91 16</inkml:trace>
  <inkml:trace contextRef="#ctx0" brushRef="#br0" timeOffset="142533.57">24632 9451 624 0,'-3'9'243'0,"2"-1"-15"16,0-2-28-16,-5 1-16 0,3 3-20 16,3-1-16-16,-3 2-9 0,2 2-6 0,-2-2-34 15,0 4-32-15,3-2-36 0,-3 0-44 0,2 8-84 16,-2-3-70-16,0 0-450 0,3 2 16 0,-3 1 71 16</inkml:trace>
  <inkml:trace contextRef="#ctx0" brushRef="#br0" timeOffset="142700.97">24550 10011 596 0,'-1'7'161'15,"-2"1"-30"-15,3-3-3 0,-3 2-13 0,3-1-5 16,-3 1 0-16,2 1-10 0,1 1-26 16,-1-1-7-16,-1 4 2 0,2-1 18 0,0-2-46 15,0 5-23-15,0-3-13 0,0 5-62 16,0-6-42-16,0 7-75 0,0-2-280 0,0 1-106 15</inkml:trace>
  <inkml:trace contextRef="#ctx0" brushRef="#br0" timeOffset="143217.26">24494 10508 583 0,'-3'8'174'15,"0"-6"-18"-15,0 4-10 0,3-6-13 0,0 7-2 16,-3-4-19-16,3 4-12 0,-1-1-2 0,-2-2-14 15,3 4-5-15,0 1-4 0,-3-1-16 16,3-1 4-16,0 3-6 0,-3-3 48 0,3 1-21 16,0 2-10-16,0 3-35 0,0-1-42 0,-1-4-35 15,-3 7-31-15,4-5-41 0,0 7-21 0,0-4-22 16,0 3-221-16,4-2 36 0,-8 1 77 16,4 0 51-16,0-1 72 0,0-1 76 0,0 0 44 15,0-1 52-15,0 1 19 0,0-1 17 0,0-4 37 16,0 6 11-16,-3-4-11 0,3-2 21 15,0 2-2-15,0-2 4 0,-3-1 1 0,3 3-3 16,0-2 0-16,-1-1-8 0,-2 3 3 0,3-2-16 16,0-1-2-16,-3 3-5 0,3-2-5 0,0 0-13 15,-3 1-5-15,3-1-3 0,0 6 5 16,0-5-7-16,0 0 2 0,0 1-10 0,0 3 5 16,0-1-20-16,0 0 5 0,0 1 5 0,0 0-16 15,0 0 3-15,0 1-10 0,0 3 7 16,-1-1-2-16,1 1-10 0,-1-2-8 0,1 2 8 15,-2-2-11-15,-1-2 6 0,3 1 5 16,0-2-16-16,0 2 6 0,-3-3-9 0,3 2-1 16,0-2 14-16,0-3-4 0,0 2-11 0,-4-3-5 0,4 1 0 15,0-1 8-15,0 3-13 0,0-5-13 16,0 2-2-16,0-3-13 0,0 3-13 0,0-7-11 16,0 10 6-16,0-5-13 0,0-2-7 0,0-3 22 15,-1 9-17-15,1-2-13 0,0-7 2 16,0 8-48-16,0-8-47 0,-3 7-132 0,6-4-367 15,-3 2 32-15,1-2 30 0,-1 4 84 16</inkml:trace>
  <inkml:trace contextRef="#ctx0" brushRef="#br0" timeOffset="143867.37">24287 11465 734 0,'0'0'231'0,"-4"-6"-22"0,4 6-19 15,0 0-26-15,0 0 12 0,0 0-7 16,0 0-13-16,-1-4 8 0,1 4-23 0,0 0-77 16,0 0-3-16,0-8 8 0,0 8-12 0,0-4 7 15,0 4 7-15,1-9 11 0,-1 9-7 16,7-8-24-16,-3 7 10 0,-1-5 1 0,0 5 4 15,1-3-9-15,2-2 1 0,0 4-6 0,-4-3-9 16,4 1 3-16,-2 0-5 0,2 2-2 16,-2-3-16-16,-1 2 0 0,-3 3 0 0,8-7 2 15,-2 7 6-15,-6 0-13 0,7-7 2 0,-4 6 1 16,-3 1-11-16,7-3 8 0,-7 3 2 0,3-7-12 16,-3 7 7-16,8-2 11 0,-8 2-18 0,3-5 40 15,-3 5-35-15,3-4 18 0,-3 4 48 0,3-4 19 16,-3 4-14-16,0 0-35 15,1-7-1-15,-1 7 9 0,0 0-6 0,3-3 3 0,-3 3-14 16,0 0 7-16,0 0-9 0,0 0 0 0,8-2-9 16,-8 2 4-16,0 0-10 0,9 0-13 15,-9 0 16-15,13 2-6 0,-6-1-2 0,4 4 10 16,-1-3 5-16,3 0-4 0,1 3 19 0,0-2-37 16,0 2 6-16,3-2-14 0,0 3 12 0,0-3 3 15,0 4-13-15,1-2-15 0,-2-2 15 16,0 5-18-16,-4-5-2 0,5 4-54 0,-4 0-31 15,-3-1-18-15,1-2-48 0,-1 1-100 0,-3-2-98 16,3 4-473-16,-3-4 90 0,0 2 58 16,-1-3 60-16,-6-2 73 0</inkml:trace>
  <inkml:trace contextRef="#ctx0" brushRef="#br0" timeOffset="144033.79">24703 11344 1149 0,'-6'-1'312'0,"6"1"-12"16,-15 0-39-16,15 0-23 0,-22 1-21 0,11 5-27 16,1-1-3-16,-4-1-24 0,-3 5-88 0,-4 3-6 15,1-1-8-15,-4 6-30 0,0-2-46 0,-1 3-55 16,-5-1-140-16,7 1-555 0,-12 11 95 0,8-11 48 16,3-1 63-16</inkml:trace>
  <inkml:trace contextRef="#ctx0" brushRef="#br0" timeOffset="145601.34">24571 8633 606 0,'0'0'177'0,"0"0"-16"0,0 0-7 16,0 0-8-16,0 0-16 0,0 0-2 15,0 0 67-15,0 0-11 0,3-7-10 0,-3 7-10 16,0 0-13-16,0 0-18 0,3-2-3 0,-3 2-14 15,3-6-6-15,-3 6-5 0,2-10 0 16,-1 8-8-16,0-4-28 0,2 0 15 0,-3 2-14 16,3-3-6-16,-3 0-3 0,4 2 0 0,-3 0-12 15,-1-3-8-15,0 0 2 0,3-1-2 0,-3-1-12 16,0-2 6-16,3 1-4 0,-3-1-8 16,3-1 5-16,-2 1 6 0,-1-1-14 0,0-1-5 15,3 2 3-15,-3-2 0 0,0 2-5 0,3-1-8 16,-3 2 8-16,3-2-3 0,-3 2 6 15,1-1-1-15,-1 1-12 0,3 1 7 0,-3-3-8 16,0 2 3-16,0 1-5 0,3-3 8 0,-3 3 10 16,0-1-28-16,4-3 25 0,-4 4-5 15,0-2-12-15,0-1 2 0,0 4-8 0,2-5 8 16,-2 4 8-16,0-4 2 0,-2 3-82 0,4-3 8 16,-2 3 13-16,0 1 0 0,0-2 2 0,0 2 16 15,1-1-10-15,-1 0-1 0,0 1 6 16,1 0 12-16,-1 2 16 0,0 0-16 0,0-1 11 15,0 1-8-15,0-2 5 0,3 3 15 0,-3-1-12 16,0 1 7-16,0-1-2 0,0 1-5 0,0 1 5 16,3-1 4-16,-3-1 14 0,0 1-5 15,0 0-6-15,0-1-2 0,3 4 2 0,-2-2-9 16,-2-2 6-16,2 4 1 0,-1-2 8 0,0-1 2 16,0 0-5-16,0 7 0 0,3-8-8 0,-3 5 6 15,0-4 2-15,0 7-3 0,0-8 6 16,0 8 12-16,0-7-12 0,3 4-8 0,-3 3 15 15,-3-7-10-15,3 7 0 0,0-7 0 16,0 7 10-16,0-5-20 0,0 5 15 0,-3-6-5 16,3 6-5-16,-4-4 5 0,4 4 5 0,0 0-15 15,-3-5 12-15,3 5-4 0,-4-5 4 0,4 5-17 16,-7-3 5-16,7 3-1 0,0 0 6 0,-6-2-2 16,6 2 2-16,-4-3 2 0,4 3 0 15,0 0 3-15,0 0 3 0,0 0-6 0,0 0 3 16,-13 4-2-16,13-4 2 0,0 0-5 0,-8 3 12 15,8-3-25-15,0 0 18 0,-6 5 3 0,6-5-11 16,0 0 1-16,-4 3-4 0,4-3 9 16,0 0-6-16,0 0 6 0,0 0-19 0,-6 1 3 15,6-1-12-15,0 0 9 0,0 0 1 0,-3 5-6 16,3-5 3-16,0 0-8 0,0 0 1 0,0 0 4 16,0 0-5-16,0 0-38 0,0 0-21 15,0 0-2-15,0 0-13 0,-11-6-23 0,11 6 3 16,-4-3-41-16,4 3-6 0,-3-7-10 0,3 5 36 15,0-3 6-15,0 5-106 0,0-8 31 16,0 8-33-16,3-7 20 0,-3 4 3 0,3-2 4 16</inkml:trace>
  <inkml:trace contextRef="#ctx0" brushRef="#br0" timeOffset="146617.87">24574 7765 798 0,'0'0'243'0,"0"0"-30"16,0 0-19-16,-3-7-15 0,3 7-28 0,0 0 6 0,0 0-29 15,0 0-70-15,0 0-4 0,0 0 13 16,0 0-3-16,13 13-8 0,-10-9-2 0,4-1-8 16,-3 2 0-16,2 2-20 0,-2-4 32 0,2 3-14 15,-2-4-18-15,3 4 2 0,-3-3 0 16,2 2 3-16,-2-2-6 0,2-2-12 0,-2 4 18 15,3-4-18-15,-7-1 12 0,7 3-12 16,1-3 0-16,-8 0 7 0,8 0-4 0,-8 0 4 16,11-2-12-16,-7 0 4 0,-4 2-1 0,6-8-11 15,-2 3 7-15,-4 0 4 0,3-1-6 0,-3-1 8 16,3 0 4-16,-3 3 7 0,-3-3-7 0,6 0 9 16,-3 7-8-16,-3-8-8 0,3 4 3 15,0 4 10-15,-4-5 0 0,4 5-20 0,0 0 22 16,0 0-15-16,-21 14 6 0,12-4 2 0,-1 1-3 15,-1 9-28-15,-2-1-12 0,1 7-50 16,-4 1-78-16,-8 13-195 0,14-5-392 0,0-3 77 16,2 1 56-16,-1-7 83 0</inkml:trace>
  <inkml:trace contextRef="#ctx0" brushRef="#br0" timeOffset="148750.26">24752 7819 747 0,'0'0'235'0,"3"-4"-12"16,-3 4-28-16,0 0-21 0,0-7-18 15,0 7-15-15,0 0 12 0,0-7-102 0,0 7-10 16,3-5 21-16,-3 5-1 0,2-3-4 0,-2 3 9 15,2-7-15-15,-2 7 0 0,0 0-7 0,6-3-21 16,-6 3 8-16,4-1 10 0,-4 1-5 16,11-1-16-16,-11 1-12 0,0 0-6 0,13 1 11 15,-4 0-8-15,-9-1 11 0,12 7 4 0,-3-4-7 16,-2 3 2-16,4-2-7 0,-1 1 0 16,0 3-6-16,1 1 3 0,-1-2 8 0,3 4 0 15,-2-4-8-15,-1 1 72 0,0 3-1 0,1 2-6 16,-1-2-24-16,-1 2 5 0,-1-1-8 0,-1 2-7 15,-1-2-2-15,1 4 1 0,0-1-4 16,-3 1-3-16,-1 0 3 0,1 2-3 0,-1 0-13 16,0-1 8-16,-3 4 3 0,3-2 0 0,-3 2-16 15,-3 1-2-15,3 3 10 0,-3 0 5 16,3 0-3-16,-3 0 3 0,-1 0-15 0,1 0 12 16,-1 1 3-16,0-1-10 0,-2 2-3 0,2-2 11 15,-2 3 4-15,4-2-2 0,-6-1 0 16,3 6-12-16,-4-1 1 0,2 2-6 0,0 0 4 15,-2-6 8-15,-2 6-5 0,1-4-8 0,-1 2 13 16,1-3-16-16,0 4 16 0,-4-4-8 0,3 5 1 16,-3-4 6-16,1 2 17 0,0-3-19 15,2 2 0-15,1-1-2 0,0-2 8 0,2-2-6 16,-1 1-12-16,2-1-3 0,-4 3 7 0,5-2 4 16,-1-1-11-16,3-2 5 0,-2-1-5 0,3 1 12 15,2-4-6-15,0 0 6 0,1 3-6 16,0-3-1-16,1-1 0 0,0 1-13 0,-1 0 3 15,3-3 8-15,0 1-1 0,0-4-2 0,-2 1 0 16,2-2 8-16,0 1-11 0,0-1 6 16,-2-1-1-16,2-2 9 0,0 1-4 0,-3-1-14 15,5-1 9-15,-5-1-4 0,3 0 2 0,0 0 5 16,-3 1-5-16,3 0 2 0,-1-3-4 0,-1 3 9 16,0 1 1-16,-1-1-3 0,0 1-5 15,3 0-2-15,-3-1-4 0,0 2 4 0,0 1-11 16,0-2 13-16,0 2 5 0,0 3-5 15,0-1-2-15,0-4 4 0,0 6-7 0,0-3 5 0,0 4-2 16,0-5 2-16,0 7-3 0,0 0 3 16,0 1 3-16,0 1-9 0,3-1 9 0,-3 0-8 15,0 0 5-15,0 0-5 0,3 1 10 16,-2 0 3-16,-1 0 2 0,3-1-8 0,-3 3-4 16,4-3 2-16,-4 2 10 0,3 2 0 0,-3-3-15 15,0 5 8-15,1-6 2 0,-1 3-13 16,0-2 8-16,0 2-2 0,3 0-4 0,0-5 12 15,-3 3-1-15,3 2-8 0,-2-2 1 0,2-3 4 0,0 1 8 16,0 1-12-16,1 3 10 0,0-3-11 16,-1-1-2-16,0 1 18 0,-2-3-11 0,2 3 3 15,0-1-7-15,1-1 4 0,-1 1-2 16,0 1 0-16,3 1 5 0,-5-1-7 0,0 1 7 16,2-3-2-16,0 1-9 0,0 1 12 0,-2 0-4 15,-1 3-10-15,3-4 6 0,0 1-1 16,-3 0 6-16,3-3-6 0,-2 3 8 0,2-1-2 15,0-1-3-15,-3 1-3 0,5 0 11 0,-5-2-13 16,3 3 5-16,0-1 10 0,2-2-84 16,-4 3 18-16,0-1 7 0,-1-1-10 0,3 1 8 15,-3 0 13-15,0 1 4 0,3 1 1 0,-1-2 0 16,-2-3 15-16,0 6 0 0,0-2 0 0,0-1-2 16,0 0-4-16,-2 0 22 0,-1 1-1 0,3-2 3 15,0 1 3-15,-3 1-3 0,3 2 20 16,-1-2-9-16,-2 1-1 0,0-2 0 0,0-2-7 15,3 3 2-15,-3-4-5 0,-2 2 10 0,2-3-13 16,0 2 9-16,-1 1 1 0,-2-2 6 16,4-2-3-16,-6 1 13 0,3-2-5 0,-1-3-10 15,-1 2 5-15,1 2-8 0,-1-3 10 0,-1-4-10 16,-1 2 18-16,2 1 13 0,-4 1-26 16,1-4 1-16,0 2 19 0,-4-4-24 0,4 3 9 15,-3-2-13-15,-1 1 14 0,-3-2 7 0,2 4 0 16,-1-7-5-16,-1 7 2 0,6-4-4 15,-3-3 4-15,-2 4 1 0,5-3 4 0,-2 2-9 16,3-3 7-16,2 0 0 0,-2 4 7 0,3-4-2 16,-3 1 1-16,10-1-22 0,-13 2 4 0,13-2-1 15,-10 0 5-15,6 1 3 0,4-1-8 0,0 0 1 16,-14 2 9-16,14-2-7 0,0 0 10 0,-6 3-21 16,6-3-4-16,0 0 7 0,0 0-8 15,0 0 3-15,-10 0-25 0,10 0-16 0,0 0-10 16,0 0-8-16,0 0-33 0,0 0 0 0,0 0-47 15,0 0 4-15,-8 1 2 0,8-1-36 16,0 0 18-16,0 0 0 0,0 0-41 0,0 0 0 16,-3 3 5-16,3-3-21 0,0 0-96 0,0 0-367 15,-4 3 72-15,4-3 28 0</inkml:trace>
  <inkml:trace contextRef="#ctx0" brushRef="#br0" timeOffset="150766.26">27189 5492 422 0,'0'0'112'0,"13"0"6"16,-5-1-5-16,-8 1-21 0,13 1-2 0,-6-1 2 15,2 3-8-15,-1-1-38 0,-1 1 21 0,1 0-8 16,-3 1-6-16,3 0-9 0,-5 1 2 0,3-3 13 15,-2 5-8-15,-1-4 67 0,0 3-8 16,-2-4-5-16,-1-2-21 0,3 10 1 0,-3-6-6 16,0-4 13-16,-3 9-15 0,3-9 0 0,-1 7 2 15,-2-6-7-15,3-1-8 0,-3 5-3 16,3-5 3-16,-3 4-7 0,3-4 4 0,0 0-10 16,-7 2 0-16,7-2-10 0,0 0 21 15,0 0-8-15,-11-8-13 0,11 8-75 0,-5-9 1 16,3 7 13-16,-1-4 9 0,3 0 4 0,0 1-4 15,0 5-1-15,0-13 4 0,0 9 8 0,0-1-8 16,3-2 1-16,0 3 9 0,-2-1-7 0,5 2-3 16,-6 3-7-16,11-5-3 0,-7 4 10 15,5-1 1-15,-9 2 14 0,15 2-17 0,-5-1 8 16,-4 3-9-16,5-1-1 0,-4 1 1 16,2 0-4-16,-5 2-8 0,4-1 23 0,-5 1-8 15,3 1 1-15,-5 0 1 0,2 1 1 0,-3-4 10 16,0 3-5-16,-3-1 3 0,2 2-3 0,-2-5 10 15,-3 3 6-15,1-2 1 0,-1 0 1 0,2 0 3 16,-5 0 12-16,5-3-12 0,4-1-6 16,-14 2 11-16,7-2-3 0,7 0 5 0,-14-2-10 15,7 1 0-15,1-4 74 0,-1 2-8 0,1-3-7 16,4 2-5-16,-7-3 2 0,8 2 0 16,-5-2-10-16,6 1-8 0,-3-1-15 0,3 0-2 15,0 0 7-15,3 3-13 0,0-3 3 16,1 0-16-16,-1 0 14 0,5 3-9 0,2-2 1 15,-1 1-18-15,-2 2 2 0,7 2-5 0,-7 0 3 16,3 1-6-16,1 1 1 0,-1 0-3 16,1 2 2-16,-1 1-7 0,-1-1-10 0,-5 3 10 0,5-4 2 15,-7 4-7-15,4-3 10 0,-3 2 2 16,-2-1 4-16,-1-4 6 0,0 7-9 16,0-1 10-16,0-6-16 0,-4 8 8 0,1-5-15 0,3-3 15 15,-3 4 11-15,3-4-6 0,-8 3-3 16,8-3 1-16,-6 1 2 0,6-1 8 0,0 0-25 15,0 0 17-15,-14-2-10 0,14 2 0 16,0 0 13-16,-9-6-18 0,4 4-16 0,5 2-28 16,-4-5-35-16,4 5-64 0,-3-4-85 0,3 4-359 15,0 0-173-15,-3-1 92 0,3 1 56 0,0 0 61 16</inkml:trace>
  <inkml:trace contextRef="#ctx0" brushRef="#br0" timeOffset="153016.26">27318 5700 378 0,'0'0'164'0,"1"-8"5"0,-1 8-28 0,0-6-11 15,0 6-22-15,0 0-11 0,3-4-20 0,-3 4 2 16,0 0-12-16,0 0-1 0,0 0-14 0,0 0 9 16,0 0-12-16,0 0 7 0,0 0-18 15,0 0 19-15,6 18-14 0,-5-14-7 0,-1 8 8 16,0-2-9-16,3 2-6 0,-3 3 1 0,4 0-9 15,-1 2-14-15,-2 1-12 0,2 2-15 0,3 0-8 16,-2 4-39-16,2 1-17 16,2 0-55-16,-2 0-32 0,1 4-44 0,0-4 5 0,-1 2-2 15,2 0-3-15,-1-2 79 0,-1 0 62 0,-2 0 38 16,2-2 46-16,-1 0 44 0,1-1 12 16,-1 2 11-16,-3-3 20 0,4 0-4 0,-3-2-4 15,-2 1-4-15,2-1 12 0,1 0 0 16,-1 4-10-16,-2-6-5 0,-1 3-18 0,3 1-2 0,-3-2 17 15,0 2-20-15,0 0-3 0,3-1-5 16,-3 1-5-16,0 2-25 0,3 2 15 0,-3 0-18 16,0 0-26-16,0 2-20 0,-3 0-16 0,3 2 8 15,-3-4-15-15,3 1 20 0,-3 1-40 16,3-2 22-16,0 0 3 0,-1 0 13 0,-2-2 20 16,3 1-20-16,0-5 17 0,0 4 4 15,0-4-6-15,0 4 2 0,3 0 24 0,-3-2 2 16,0 4-10-16,0-2 0 0,0 1-5 0,1 1 15 15,-1 0-2-15,-1 1-11 0,-2-1 21 0,3 0-18 16,0-1 13-16,-4 1 8 0,4-4 2 16,-3 4-13-16,3 0-13 0,-1-2 19 0,-2 2-11 15,0-1-10-15,0 0-11 0,2 1 1 0,0-2-13 16,-4-2-46-16,2 3 30 0,0-1-7 16,-2-2 2-16,2 0 11 0,3-2 5 0,-3 2 25 15,2-4 3-15,1 1-5 0,-3 0 7 0,3-1 6 16,0-1-16-16,0 1 13 0,3-2-10 15,-3 2 12-15,1 1-7 0,-1-1 5 0,0 1-20 16,3 0 20-16,-3 1-21 0,0-2 3 0,0 1 13 16,3 0 18-16,-3-1 5 0,0 0-5 0,-3 0-3 15,3 0-5-15,0 4-20 0,-3-3-60 16,3 0-58-16,-1-1-361 0</inkml:trace>
  <inkml:trace contextRef="#ctx0" brushRef="#br0" timeOffset="153166.81">27424 8557 294 0,'5'11'95'0,"-5"-4"-75"0,3 4 3 0,0 2-38 15,-3-2-98-15</inkml:trace>
  <inkml:trace contextRef="#ctx0" brushRef="#br0" timeOffset="153449.4">27452 8893 609 0,'0'4'164'0,"0"-4"-24"0,-1 10 4 15,2-6-11-15,-2 3-23 0,1-1 8 0,0-2-13 16,0 1-16-16,0 5-10 0,0-3 6 0,0 0-24 15,0 2-4-15,0 0-37 0,0 1 1 0,-1 4-1 16,1-3-94-16,-2 4-46 0,2-3 15 0,-3 2-41 16,3 1 23-16,-3-3-49 0,3 3 16 15,-1-1-41-15,0-2 15 0,1 2 29 0,-2-3 15 16,-1 2 68-16,3-2-60 0,0-4 86 16,0 1 16-16,0 0 79 0,0 0-17 0,0-4 14 15,0 1 9-15,0 3-4 0,0-8 17 0,0 8-30 16,0-8-52-16,0 2-109 0</inkml:trace>
  <inkml:trace contextRef="#ctx0" brushRef="#br0" timeOffset="154300.4">27688 8743 808 0,'0'-8'254'0,"0"1"-32"0,0 4-4 0,0-4-23 16,0 7-26-16,0-7-11 0,0 7-4 0,3-3-11 15,-3 3-12-15,0 0 73 0,0 0-17 16,18 10 8-16,-10-6-31 0,-3 2-29 0,5 2-2 16,1 3-17-16,2 0-11 0,1 0 7 0,0 5-22 15,3-1-13-15,-1 3 10 0,-1-3-23 0,1 2-8 16,-1-2-69-16,-2 1-41 0,4 0-35 0,-7-2-90 16,0 0-210-16,1-2-443 0,-1 0 110 15,-3-5 46-15,3-2 69 0,-6-1 75 0</inkml:trace>
  <inkml:trace contextRef="#ctx0" brushRef="#br0" timeOffset="154499.44">27978 8672 732 0,'0'0'309'0,"0"0"42"0,0 0-26 0,-20 11-33 16,9-1-34-16,1 4-14 0,-6 3-17 0,-2 2-22 15,0 6-31-15,-8 7-18 0,-1 1-43 16,1 2-41-16,-3-2-26 0,4-1-80 0,2-7-96 16,-8 8-226-16,11-8-419 0,-1-5 94 0,4-5 56 15,3-4 52-15</inkml:trace>
  <inkml:trace contextRef="#ctx0" brushRef="#br0" timeOffset="155799.37">27161 5561 752 0,'4'-2'207'0,"-1"-3"-20"0,-3 5-18 15,10-3-13-15,-2 2-20 0,-8 1-18 0,10 0 7 16,-10 0-2-16,14 1 2 0,-8 1-14 0,-2 4-9 15,5-4-23-15,-5 4 11 0,4 2-26 16,-2-4 2-16,1 3 3 0,-1 3-25 0,-2-3-64 16,2 1-11-16,-1 2 18 0,-2-2-15 0,0 1 13 15,1 0-21-15,-4-3 5 0,3 2 34 0,-3-2-14 16,3 2 19-16,-3-4 12 0,0 2-25 16,0 0 5-16,0-6 13 0,0 6 18 0,0-6 5 15,-3 6-11-15,3-6 6 0,0 6 12 16,0-6 1-16,0 0 74 0,0 0-6 0,0 0-4 15,-13-12-19-15,13 12-12 0,-1-11-13 0,0 3-10 16,-2 0 0-16,6-2 0 0,-2 0-1 0,0-4-7 16,5 3 6-16,-3-1-12 0,1 2 7 0,2-2-4 15,-2-1-12-15,5 5-8 0,-4-2 2 16,2 1-14-16,-1 1-6 0,1 1 15 0,4 3-12 16,-2 0-3-16,-2 1-2 0,1 3-6 0,-8 0-10 15,16 1 24-15,-9 2-19 0,0 2 8 16,-3-1-3-16,2 4-10 0,-2-1 11 0,-1 0 2 15,-3 0 5-15,0 2 10 0,0-1-9 0,0 1 1 16,-3 1 1-16,0-2 0 0,-4 1 2 16,3-1-5-16,-6 0 10 0,3-1-5 0,-3 0 3 15,2 2 5-15,-2-7-5 0,1 4 7 0,-2-2 1 16,4 0-8-16,-1-3 10 0,0 1-5 16,8-2 0-16,-15-3 2 0,6 0 6 0,2-1-1 15,2-1-2-15,-4 1-7 0,7-5 4 0,-3 1-12 16,2-5 2-16,3 2 3 0,0 2 7 15,3-5-15-15,2 1-2 0,-3-2 10 0,7 2-8 16,-4 2-2-16,5 2 4 0,-3-3-7 0,3 3 3 16,-3 3 2-16,3 0-8 0,0 2 11 0,4 2-16 15,-4 2 1-15,4 0-1 0,-1 2 11 0,1 2-16 16,-3 2-3-16,-1-2 14 0,1 2-1 16,-2 2 6-16,-2-4-11 0,0 3 3 0,0 2-3 15,-3-3 19-15,-1 2-9 0,0-4 1 0,-3 3 7 16,3-1-5-16,-2 0 0 0,-1-2 3 15,0-4 0-15,0 9 2 0,0-4-15 0,0-5 17 16,-1 4 4-16,1-4-16 0,-3 7-10 0,3-7 17 16,-3 6 3-16,3-6-4 0,0 0-19 0,-3 4-15 15,3-4-16-15,0 0-25 0,0 0-59 16,0 5-95-16,0-5-97 0,0 0-112 0,3 6-349 16,0-3 85-16,0 0 56 0,1 1 61 0</inkml:trace>
  <inkml:trace contextRef="#ctx0" brushRef="#br0" timeOffset="156565.81">27527 9357 437 0,'0'11'172'0,"-3"3"-16"0,3 1-51 0,0 4-49 16,0-2-79-16,0 6-105 0,0-3-386 0</inkml:trace>
  <inkml:trace contextRef="#ctx0" brushRef="#br0" timeOffset="156732.62">27455 10334 537 0,'-3'16'164'0,"3"-5"-5"0,-1 2-57 16,0-4-51-16,1 5-92 0,-2-3-412 0,-1 5-56 16</inkml:trace>
  <inkml:trace contextRef="#ctx0" brushRef="#br0" timeOffset="156916.44">27404 10864 527 0,'0'10'161'15,"0"-1"-28"-15,2 1-28 0,-1 3 5 0,0-1-10 16,-1 0-8-16,3 1-25 0,3 1-29 16,-5 1-23-16,2 2-148 0,0 0 13 0,1 1-218 15,-3-1-187-15</inkml:trace>
  <inkml:trace contextRef="#ctx0" brushRef="#br0" timeOffset="157389.46">27361 11418 624 0,'-5'8'225'0,"5"-1"-28"0,-3 3-10 0,3-3-10 15,0 1-29-15,-1 2-15 0,1 5 3 16,0-5-13-16,0 5-10 0,1-5-11 0,-1 5-12 15,0 2 58-15,3-1-15 0,0 1-18 0,-3 1-33 16,2 4-36-16,-1-2-12 0,-1 5-27 0,2 0-20 16,-2 0-4-16,0 0-14 0,0 3 10 15,0-3-4-15,0 1 4 0,0 0-12 0,-2-1-3 16,1 0 13-16,-4-1 10 0,5-5 11 0,-3 1 7 16,-1 0 28-16,1-1 6 0,-3-3 2 15,2 1 15-15,-3 0-2 0,3-1 4 0,1-1-1 16,-1 0-3-16,-2-2 2 0,2 4-2 0,1-2 2 15,-4 2 3-15,4 0-16 0,-1-1-2 0,1 1-15 16,0 1 7-16,2 3-7 0,-2-2-24 16,0 6 3-16,0-1-2 0,3 0 2 0,-1 1 8 15,-3 0-13-15,1 1 2 0,0 0 11 0,1-1-8 16,-3 10-5-16,2-3-7 0,-1 1 2 16,-5-2-8-16,4 2 3 0,-1-4 12 0,5 1-12 15,-5-1 7-15,3 0-12 0,1-1 7 16,-3-2 6-16,2 3 2 0,-1-1-5 0,3-3 10 0,-2 4-3 15,0-1 3-15,3-2-7 0,-3-1 7 16,-1 0 0-16,1 0-10 0,3-1 5 0,-3-5-3 16,3 2-9-16,-1-3-11 0,0 0-49 0,1-1-59 15,-2 1-240-15,2-3-358 0,2 0 48 16,-2-5 64-16,1 4 54 0</inkml:trace>
  <inkml:trace contextRef="#ctx0" brushRef="#br0" timeOffset="158032.75">27285 13601 711 0,'0'0'182'0,"-4"7"-23"16,1-1-31-16,0-4-29 0,3 5-35 0,-1 0-41 0,1-3-7 15,0 3-6-15,0 3-43 0,0-3-16 16,1 1-43-16,-1 4-98 0,-1-1-188 0,1-2-114 16</inkml:trace>
  <inkml:trace contextRef="#ctx0" brushRef="#br0" timeOffset="158581.29">27291 13809 609 0,'-16'-8'187'0,"16"8"-26"0,-5-5-33 0,2 0-28 0,3 5-21 16,-7-7-30-16,4 6-37 0,3 1-6 15,-6-7-19-15,6 7-33 0,-4-4-18 0,4 4 10 16,-3-6-5-16,3 6 36 0,0 0-15 0,-3-2 48 15,3 2-8-15,0 0 44 0,0 0 11 16,0 0 9-16,0 0 3 0,0 0 3 0,-5 12 0 16,5-12 10-16,0 7-11 0,-3 1 4 0,3-3-4 15,0 0-7-15,-3 2-13 0,2 1 13 0,0 0 0 16,-4 1-20-16,2-1-6 0,2 2 3 16,-2 1-15-16,-3-1 0 0,2 1-19 0,3-1 16 15,-5 3-13-15,3-3 6 0,2 2-6 16,-5 1 3-16,6-1 5 0,-3 1-3 0,1-1-2 15,0 1-5-15,-2 1 10 0,1-3-13 0,3 3-10 16,-1-3 7-16,0 4 3 0,-4-3-5 16,2 3 3-16,0 0 7 0,2 1-13 0,-2 0 16 15,0-3-5-15,3 3 2 0,-3 1-23 0,2-2 21 16,1 2 2-16,-4-2-7 0,4 2 20 0,0-1-8 16,-3 0 1-16,3 1-6 0,0-3 10 15,-3-1-7-15,3 4 2 0,0-3-7 0,0 1 13 16,-1-1-11-16,0 1 5 0,-1 0 11 0,2-5 2 15,0 7 3-15,-3-5-8 0,3 1 13 16,0 0-88-16,0-1 19 0,0 1-3 0,0-1 6 16,3 1 7-16,-3-1-6 0,2 0 17 0,-1-1-17 15,0-1 9-15,-1 0 10 0,0 3-6 16,0-4 1-16,3 1-23 0,-3-2 30 16,0 5 3-16,3-5-3 0,1 2 13 0,-4-1-5 0,1-1 0 15,-1 0-5-15,0 0-13 0,3-1-41 0,-3 1-58 16,-3-2-168-16,3 1-354 0,3 0 65 15,-6-2 44-15</inkml:trace>
  <inkml:trace contextRef="#ctx0" brushRef="#br0" timeOffset="159632.84">26122 13716 406 0,'0'12'169'16,"0"-12"-18"-16,7 9-5 0,-3-5-5 0,3 4-18 15,-1 1 5-15,1-1-21 0,1 2 1 0,1 1-11 16,-2-1-10-16,3 1 13 0,-2 3-33 15,4-3 9-15,-2 4-4 0,2 1-5 0,1-2-19 16,-3 1 9-16,4 1 12 0,2 1-5 0,-2-2-23 16,0 2 15-16,0 1-10 0,3 2-10 15,0-2 10-15,-3 1-23 0,6 3 13 0,-6-5-5 16,3 2 15-16,1 5-13 0,-2-6 8 0,0 0-10 16,-4-1 4-16,5 4-6 0,-1-2 4 15,-1-1 0-15,-2 2 3 0,0-1-3 0,1-1-7 16,-3 0 5-16,3-3-1 0,-1 3 1 0,-3 1 2 15,4-2 67-15,1 0 5 0,-2 1-26 0,0-2-2 16,1 0-3-16,2 0-15 0,-1 2-56 16,-2 0-16-16,3-1-5 0,-4 0 5 0,1 1 3 15,1-1 5-15,3 1-5 0,-3 1 2 0,-1 1-2 16,-2-2 20-16,2-2-10 0,-3 1 3 0,4 4 4 16,-4-3 4-16,5 0-6 0,-3 0 2 15,-1-1-4-15,0 5-3 0,2-5 0 0,1 2 26 16,-4-1-14-16,3 3-7 0,-2-2 8 0,2-2-3 15,2 5 11-15,-2-2-8 0,1-2-6 16,-1 1-1-16,1-1-12 0,3 0 22 0,-1 2-14 16,2 1 3-16,0-2 6 0,-2 3-11 0,2-5 7 15,1 4 6-15,-1-1-8 0,0 0 3 0,1 1 0 16,-1 0 20-16,-1 0 3 0,0-1-6 16,-1-3-33-16,-1 4 24 0,-2-2 4 0,1-2 11 15,0 1-11-15,3-1-7 0,0 5-10 0,-3-6 12 16,-1 1-10-16,1 0 11 0,-1-1-16 0,-3-4 10 15,3 3-8-15,-5-5 6 0,2 3 10 16,-2-1-18-16,2-4-8 0,-4 2-38 0,1-3-7 16,1 1-42-16,-2-1-51 0,-2 0-90 0,5-4-442 15,-5 2-41-15,6-3 28 0,-10-2 120 16,11-7 28-16</inkml:trace>
  <inkml:trace contextRef="#ctx0" brushRef="#br0" timeOffset="161898.26">28023 5641 568 0,'0'0'222'16,"0"0"-19"-16,21 2-22 0,-11 0-12 0,3 0-20 16,4 2-6-16,-3 2-12 0,7-2-24 15,0 5 6-15,1-1-21 0,0 2-2 0,1 2-103 16,1 1 15-16,-3 3-20 0,3 1 16 0,0 0 7 16,-3 4 3-16,2-2 30 0,-2 3-53 0,3-2 25 15,-4 2-13-15,1-1 8 0,2 2 16 16,-3 2-11-16,-5-1 3 0,5 1-3 0,-6 1 8 15,3 1 0-15,-3 2 28 0,3 7-33 16,-1-3 2-16,-4-2-2 0,1-2 8 0,-3 3 68 16,1 11-7-16,-1-4-13 0,-2-5-13 0,-6 4 14 15,5-2-12-15,-4 3 9 0,-2-2-8 0,2 17-13 16,-3 1-5-16,0-1 0 0,0-10 13 0,3-3-16 16,-6 10 3-16,3 6-8 0,-3-3-12 15,2 2 12-15,-2-5-13 0,-1 5 1 0,1 2 10 16,-4-5-11-16,3 2 8 0,-5 3 6 0,-2 1-11 15,-2-1 15-15,1 1-7 0,-7-1 2 16,4 0 0-16,-5 9-2 0,-3 1 0 0,2-3 2 16,4-12-7-16,-1 1 9 0,2-3 1 0,-1 1-8 15,0 1-5-15,0 1 8 0,5-3-3 0,-4-1-5 16,3-1 0-16,-1 2 6 0,4 1-4 16,0 1 6-16,2-6-13 0,2 3-57 0,2-9-4 15,1-2 10-15,3 2 2 0,0-3 5 0,3 1 11 16,1 3 15-16,5 6-13 0,-1 1 21 15,5-3-24-15,1 1 11 0,-4-11-2 0,4 7-1 16,0-8 18-16,2-6 13 0,2 10 0 0,6-1-12 16,-4 2-9-16,-2-8 8 0,-2-7 3 0,2 1 56 15,2-1-2-15,-3-1-13 0,1 1-3 0,1-3-5 16,-1-1-5-16,-5-2-11 0,3-3 4 16,-4 0-16-16,-1-2 18 0,1 0-13 0,-2-3 10 15,0-1-2-15,-5-2-8 0,2 2 5 0,-1-3-8 16,1 1-4-16,-3-1-6 0,2 1 3 0,-5-5-1 15,2 4 22-15,0-1-4 0,0 0-22 16,-2-1 7-16,2 1 3 0,-3-4 13 0,3 7 5 16,-3-1-5-16,0-1-26 0,-3 0 18 0,3 4-10 15,-3-1 12-15,2 5-4 0,-5-1-3 0,3 3 0 16,-4 2-1-16,2 6 9 0,-4-2 10 0,2 1-5 16,-1 4-3-16,-2-3-15 0,1 6 7 15,-1-4 11-15,3 5-11 0,-2-2-2 0,0 0 13 16,-1 3-6-16,0 2 4 0,0 12-9 0,3-6 3 15,1-7-10-15,-5 15 10 0,4 0-3 16,0-4-7-16,1 5 0 0,2-8-8 0,0-4 0 16,-2-1-2-16,2 13 7 0,1-10-2 0,0-1-24 15,3-3 11-15,-1 5 3 0,0-4-6 0,1 3 3 16,-2 2 10-16,4 12 5 0,-1 0 3 16,-1-11-18-16,1 13 2 0,-1-13 14 0,0-3-6 15,0 2 5-15,0 9-2 0,0-5 10 0,-1-9 2 16,-2 5-10-16,-4 8-2 0,7-8-3 15,-4-2-10-15,-2 10-10 0,2-7 9 0,-2-4-1 16,2 10-6-16,1-8 8 0,-4-3-8 0,5 12 3 16,0-7 7-16,-4 7 8 0,3-5 1 0,3-8 6 15,-1 3-9-15,1 0 10 0,-3 1-1 16,3 11-12-16,0 3 8 0,0-10 0 0,0-5-8 16,0 1 0-16,0 13 13 0,0 3 2 0,3-3-10 15,-3 0-5-15,1-2-2 0,-1-5 37 0,0-6-19 16,0-1-6-16,0 14-13 0,0-8 14 0,3 6-1 15,-3 2-2-15,-3 2-3 0,2-2 0 16,-2-8-15-16,0 4 17 0,0 4 3 0,3-10-10 16,-1-4 0-16,-6 14 0 0,4-3 6 0,2-6-17 15,-2-8 6-15,0 2 10 0,0-3 21 16,1 4 7-16,0-1-17 0,-4 13-4 0,-2-1-1 16,5-8-1-16,0-10 0 0,1 4 13 0,-3 0-23 15,2-3-15-15,1 1 20 0,-7 2 18 0,5 0 8 16,-5-4-31-16,5 4 20 0,-6 9 11 15,-4-2-13-15,1 3-28 0,-2-4 22 0,2-10 17 16,-1-2-14-16,1-2-20 0,-1 0 10 0,-3-3-15 16,3 1 35-16,1-2-12 0,-5-2 2 0,2 1 3 15,-2-1-10-15,2 0-11 0,-2-3-2 16,5-1 41-16,-8-1 3 0,7 0-24 0,-6 2 8 16,-4-2 15-16,7-2-58 0,-2 2 66 0,-3-2-31 15,5-4-40-15,-10 3 35 0,9 0 0 0,-2-5-20 16,-4 4 43-16,3-3-2 0,1-1-39 0,-4-2 1 15,3 3 12-15,-3-5 0 0,7 1-5 16,-4-3-13-16,-3-1 0 0,3-2-5 0,-11-1-61 16,8 0-18-16,-7-4-67 0,6-2-61 0,-9-3-19 15,3-1-367-15,1-1-329 0,2-6 121 16,1 3 36-16,3-5 71 0,11 2 98 0,1 3 30 16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0:50:35.66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1,'9903'0,"-9882"0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0:50:35.66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8749,'0'-8734,"0"8720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0:54:14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1 626 24575,'0'16'0,"-1"3"0,1 0 0,1 0 0,1 0 0,0 0 0,2-1 0,5 20 0,12 25 0,-3-7 0,30 62 0,52 130 0,-33-72 0,119 269 0,-95-179 0,-38-102 0,54 154 0,-26-12 0,-62-219 0,3-1 0,59 146 0,-64-195 0,201 457 0,-114-260 0,7 14 0,-76-166 0,85 142 0,-38-104 0,3 3 0,-40-50 0,93 112 0,-103-139 0,-2 1 0,32 61 0,-53-87 0,184 283 0,-12-31 0,-140-203 0,125 174 0,-85-128 0,100 184 0,-147-236 0,4-1 0,54 65 0,-11-16 0,134 161 0,-196-246 0,28 47 0,-10-15 0,164 208 0,-170-223 0,61 62 0,-28-34 0,-9-6 0,2-4 0,3-1 0,102 74 0,-33-57 0,85 64 0,-195-128 0,0-2 0,37 16 0,-32-16 0,37 22 0,46 30 0,-85-49 0,0-1 0,1-1 0,46 16 0,-3-2 0,-34-15 0,1-1 0,0-1 0,0-3 0,1 0 0,68 1 0,-34-5 0,74-5 0,-135 0 0,0 0 0,0-1 0,-1 0 0,0-1 0,1 0 0,-1 0 0,0-1 0,-1 0 0,1-1 0,-1 1 0,0-2 0,7-7 0,0 2 0,32-20 0,1 5 0,0 3 0,2 1 0,52-15 0,-83 31 0,-1 0 0,0-1 0,0-1 0,-1-1 0,29-21 0,75-70 0,-97 79 0,12-11 0,-1-1 0,58-76 0,-71 76 0,23-47 0,-29 49 0,1 1 0,25-33 0,100-152 0,-83 121 0,-9 17 0,1 0 0,45-91 0,-47 69 0,108-162 0,-112 193 0,53-109 0,20-83 0,-95 207 0,64-184 0,-40 103 0,110-272 0,-43 163 0,0 1 0,-33 48 0,42-109 0,-100 241 0,48-121 0,40-70 0,24-49 0,-95 208 0,38-133 0,-67 191 0,98-250 0,-31 114 0,-63 137 0,-1 0 0,-2-1 0,-2-1 0,10-71 0,-3 18 0,26-76 0,110-276 0,-59 134 0,-71 225 0,36-108 0,-19 70 0,-8 31 0,17-50 0,-30 93 0,-2-1 0,-2 0 0,14-90 0,-24 111 0,0 0 0,2 1 0,11-27 0,-9 26 0,0-1 0,5-40 0,-8 26 0,1-6 0,1-60 0,-7 96 0,1 1 0,1-1 0,0 1 0,0 0 0,1 0 0,0 0 0,9-16 0,-5 11 0,-1-1 0,7-24 0,-8 16 0,0 1 0,2-1 0,1 2 0,18-37 0,-4 8-1365,-16 30-5461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0:56:55.86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1807,'0'-1789,"0"1772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0:57:13.26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0,'2820'0,"-2780"0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1:06:46.45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32 10 24575,'1'-1'0,"-1"0"0,1 1 0,0-1 0,-1 0 0,1 1 0,0-1 0,-1 0 0,1 1 0,0-1 0,0 1 0,0-1 0,0 1 0,0 0 0,-1-1 0,1 1 0,0 0 0,0 0 0,0-1 0,0 1 0,0 0 0,0 0 0,0 0 0,0 0 0,0 0 0,0 0 0,0 1 0,1-1 0,-1 1 0,1 0 0,-1 0 0,0 0 0,0 0 0,0 0 0,0 1 0,0-1 0,-1 0 0,1 0 0,0 1 0,0-1 0,-1 1 0,1-1 0,-1 0 0,1 3 0,2 6 0,-1 1 0,-1 0 0,1 16 0,-2 411 0,-2-197 0,3-191 0,1-31 0,-1 0 0,-1 1 0,-1-1 0,-1 0 0,-1 0 0,0 0 0,-9 27 0,0-14 0,2 0 0,2 1 0,0 0 0,3 0 0,1 0 0,1 1 0,2 41 0,-3-16-1365,0-33-5461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1:06:47.807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347 21 24575,'-4'-4'0,"-5"-1"0,-4 0 0,-5 1 0,-2 1 0,-2 5 0,-1 6 0,0 2 0,-1 2 0,-2 8 0,-2-1 0,0 1 0,2 1 0,-3 1 0,0-1 0,5-2-8191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1:06:55.599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0 7 24575,'1'-1'0,"-1"1"0,1-1 0,-1 1 0,1-1 0,-1 1 0,1 0 0,-1-1 0,1 1 0,-1 0 0,1-1 0,-1 1 0,1 0 0,0 0 0,-1-1 0,1 1 0,-1 0 0,1 0 0,0 0 0,-1 0 0,1 0 0,0 0 0,-1 0 0,1 0 0,-1 0 0,1 0 0,0 0 0,-1 0 0,1 0 0,0 1 0,-1-1 0,2 0 0,23 7 0,0 5 0,0 1 0,35 23 0,12 8 0,-64-39-136,0-1-1,0 1 1,-1 1-1,1-1 1,-1 1-1,-1 1 1,1-1-1,-1 1 0,10 14 1,-4-4-6690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1:28:15.19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0,'4713'0,"-140"0,-4554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1:28:18.33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0,'1065'0,"-1029"0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1:28:49.52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8692,'0'-8673,"0"8655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1:29:30.022"/>
    </inkml:context>
    <inkml:brush xml:id="br0">
      <inkml:brushProperty name="width" value="0.1" units="cm"/>
      <inkml:brushProperty name="height" value="0.1" units="cm"/>
      <inkml:brushProperty name="color" value="#66CC00"/>
      <inkml:brushProperty name="ignorePressure" value="1"/>
    </inkml:brush>
  </inkml:definitions>
  <inkml:trace contextRef="#ctx0" brushRef="#br0">0 8569,'5699'-5701,"-2853"2857,-2823 2821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1:30:06.541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0,'2566'0,"-2481"0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1:31:54.82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0 8642,'2311'-8623,"-2306"8604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1:32:27.264"/>
    </inkml:context>
    <inkml:brush xml:id="br0">
      <inkml:brushProperty name="width" value="0.1" units="cm"/>
      <inkml:brushProperty name="height" value="0.1" units="cm"/>
      <inkml:brushProperty name="color" value="#E71224"/>
      <inkml:brushProperty name="ignorePressure" value="1"/>
    </inkml:brush>
  </inkml:definitions>
  <inkml:trace contextRef="#ctx0" brushRef="#br0">1 3157,'11757'-3150,"-11733"3143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1:33:37.553"/>
    </inkml:context>
    <inkml:brush xml:id="br0">
      <inkml:brushProperty name="width" value="0.1" units="cm"/>
      <inkml:brushProperty name="height" value="0.6" units="cm"/>
      <inkml:brushProperty name="color" value="#FFC114"/>
      <inkml:brushProperty name="ignorePressure" value="1"/>
      <inkml:brushProperty name="inkEffects" value="pencil"/>
    </inkml:brush>
  </inkml:definitions>
  <inkml:trace contextRef="#ctx0" brushRef="#br0">0 647,'3'-1,"6"-5,5-2,8-4,3-3,6-3,3-1,0-1,2-1,2 0,2-3,0 1,-2 1,0 1,1-2,-1 1,2-1,3-2,-2 1,1 0,-3 1,-1 2,7-5,-1 0,2 0,0-1,-5 3,-6 4,-7 4,1-1,3-1,-3 1,-9 5,-16 10,-22 13,-9 4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1:33:49.349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1 5411,'9337'-5391,"-9303"5372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1:34:07.964"/>
    </inkml:context>
    <inkml:brush xml:id="br0">
      <inkml:brushProperty name="width" value="0.1" units="cm"/>
      <inkml:brushProperty name="height" value="0.1" units="cm"/>
      <inkml:brushProperty name="color" value="#FFC114"/>
      <inkml:brushProperty name="ignorePressure" value="1"/>
    </inkml:brush>
  </inkml:definitions>
  <inkml:trace contextRef="#ctx0" brushRef="#br0">0 7593,'4373'-7573,"-4362"7553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1:36:12.26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1 24575,'0'0'-8191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1:36:14.595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1 0 24575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1:36:23.048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0 0 24575,'0'0'-8191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1:36:24.486"/>
    </inkml:context>
    <inkml:brush xml:id="br0">
      <inkml:brushProperty name="width" value="0.35" units="cm"/>
      <inkml:brushProperty name="height" value="0.35" units="cm"/>
      <inkml:brushProperty name="color" value="#FFC114"/>
    </inkml:brush>
  </inkml:definitions>
  <inkml:trace contextRef="#ctx0" brushRef="#br0">1 0 24575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1:36:30.882"/>
    </inkml:context>
    <inkml:brush xml:id="br0">
      <inkml:brushProperty name="width" value="0.35" units="cm"/>
      <inkml:brushProperty name="height" value="0.35" units="cm"/>
      <inkml:brushProperty name="color" value="#66CC00"/>
    </inkml:brush>
  </inkml:definitions>
  <inkml:trace contextRef="#ctx0" brushRef="#br0">0 0 24575,'0'0'-8191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4:47.4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 24575,'89'-2'0,"-30"0"0,99 10 0,-122-1 0,0 1 0,60 23 0,26 8 0,-66-24 0,57 24 0,-74-23 0,1-2 0,0-2 0,76 12 0,-102-21 0,1 0 0,-1 1 0,0 0 0,0 1 0,18 10 0,-14-7 0,0-1 0,21 6 0,13 3 0,58 25 0,-1 0 0,-78-29 0,49 27 0,2 2 0,-44-23 65,68 44 0,-67-38-812,48 23-1,-55-33-6078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4:49.0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206 0 24575,'0'21'0,"0"0"0,1 0 0,1 0 0,1-1 0,1 1 0,10 27 0,92 197 0,-72-173 0,-23-41 0,-11-30 0,0-1 0,0 1 0,1-1 0,-1 1 0,0 0 0,0-1 0,0 1 0,0-1 0,0 1 0,0 0 0,0-1 0,-1 1 0,1-1 0,0 1 0,0-1 0,0 1 0,0 0 0,-1-1 0,1 1 0,0-1 0,-1 1 0,1-1 0,0 1 0,-1-1 0,1 0 0,-1 1 0,1-1 0,0 1 0,-1-1 0,1 0 0,-1 1 0,1-1 0,-1 0 0,0 0 0,1 1 0,-1-1 0,1 0 0,-1 0 0,1 0 0,-1 0 0,0 0 0,1 1 0,-1-1 0,1 0 0,-1 0 0,0-1 0,1 1 0,-1 0 0,1 0 0,-1 0 0,1 0 0,-2-1 0,-8-2 0,-1-1 0,1 0 0,-1 0 0,1-1 0,1-1 0,-1 0 0,-9-7 0,4 3 0,1 1 0,-20-9 0,-152-56-1365,164 66-5461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4:52.96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1753 3059 24575,'-4'-5'0,"-1"-1"0,1 0 0,0 0 0,0 0 0,-4-11 0,-8-13 0,-37-54 0,-50-113 0,-28-99 0,-33-69 0,162 361 0,-163-351 0,123 257 0,-4 1 0,-4 2 0,-84-117 0,52 98 0,-29-46 0,-175-288 0,229 354-455,-4 2 0,-135-154 0,171 220-6371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4:53.9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24575,'0'0'-8191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4:54.3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104 0 24575,'0'8'0,"0"10"0,-4 10 0,-9 16 0,-2 4 0,-3-6 0,2-2 0,4-5 0,4 0 0,-1-1 0,1-8-8191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4:55.3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24575,'8'0'0,"7"0"0,4 0 0,7 0 0,2 0 0,2 0 0,2 0 0,0 0 0,-1 0 0,-3 0 0,-1 0 0,-2 0 0,2 0 0,1 0 0,0 0 0,-2 4 0,-4 1-8191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6:33.1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647 1 24575,'2'205'0,"-5"237"0,-20-234 0,8-108 0,7-49 0,-2-1 0,-2 0 0,-35 87 0,9-50 0,-56 95 0,32-85 0,-104 127 0,51-74 0,76-103-1365,23-30-5461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6:35.0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24575,'2'0'0,"1"0"0,0 1 0,-1-1 0,1 1 0,0 0 0,-1-1 0,1 1 0,-1 0 0,1 1 0,-1-1 0,0 0 0,1 1 0,-1-1 0,0 1 0,0 0 0,0-1 0,0 1 0,0 0 0,-1 0 0,1 1 0,0-1 0,-1 0 0,0 0 0,1 1 0,-1-1 0,1 4 0,3 8 0,-1 0 0,0 0 0,3 26 0,-4-17 0,7 51 0,-9-55 0,1-1 0,1 1 0,0-1 0,2 0 0,6 18 0,-5-23 0,-4-6 0,1 0 0,-1-1 0,2 1 0,-1-1 0,8 10 0,-8-13 0,-1-1 0,1 0 0,0 0 0,-1 0 0,1 0 0,0 0 0,0-1 0,0 1 0,1-1 0,-1 0 0,0 0 0,1 0 0,-1 0 0,0 0 0,4-1 0,25 3 20,-1-2-1,39-4 1,-7 1-1444,-38 2-5402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6:45.28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 0 24575,'-1'1'0,"1"-1"0,-1 0 0,1 1 0,-1-1 0,1 0 0,0 1 0,-1-1 0,1 1 0,0-1 0,-1 1 0,1-1 0,0 1 0,-1-1 0,1 1 0,0-1 0,0 1 0,0-1 0,0 1 0,-1-1 0,1 1 0,0 0 0,0-1 0,0 1 0,0-1 0,0 1 0,0-1 0,1 1 0,-1-1 0,0 1 0,0 0 0,0-1 0,0 1 0,1 0 0,5 22 0,78 198 0,-57-150 0,72 165 0,-48-120 0,-33-71 0,36 63 0,-15-41 0,-8-12 0,62 81 0,85 112 0,-10-15 0,-150-211-1365,-2-6-5461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6:46.2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24575,'8'0'0,"14"0"0,8 0 0,2 4 0,-1 1 0,-1 0 0,-6-1-8191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6:47.6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23 0 24575,'0'4'0,"0"9"0,0 6 0,0 4 0,0 6 0,0 5 0,-3 1 0,-6-1 0,-1-7-8191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6:51.4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 1 24575,'-4'0'0,"3"4"0,5 5 0,6 1 0,9 2 0,6 4 0,1-1 0,1 0 0,-4-2-8191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6:52.8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24575,'0'4'0,"0"5"0,0 5 0,0 4 0,4 3 0,1 1 0,0 2 0,-1-4-8191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6:46:54.5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24575,'0'8'0,"4"2"0,5 0 0,5-2 0,7-2 0,1-2-8191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5:55:33.32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24180 15536 99 0,'2'5'46'0,"-2"-5"-28"0,1 5-23 16,-1-5-120-16</inkml:trace>
  <inkml:trace contextRef="#ctx0" brushRef="#br0" timeOffset="4715.81">24273 15358 220 0,'0'0'0'0,"0"0"-87"16</inkml:trace>
  <inkml:trace contextRef="#ctx0" brushRef="#br0" timeOffset="7249.45">24260 15047 547 0,'0'-9'241'0,"0"2"-11"16,0-1-20-16,0 1-28 0,0-1-93 0,0 1 16 16,0-3-7-16,-1 6 2 0,-2-3-24 0,3 0 14 15,-4 0-13-15,4-1-1 0,-3 4-1 0,3-2-22 16,-4-1 9-16,-2 3 10 0,2-2-29 0,-2 1 8 15,-5-1 0-15,4 2-7 0,-3-3 7 16,-4 6-7-16,4-2-8 0,-3 2-8 0,-2-2 10 16,-1 3-5-16,-1 0 6 0,-1 0-11 0,1 3 13 15,-4-1-21-15,-1 0 11 0,1 3-3 16,3-2-7-16,-6 7-3 0,7-3 5 0,-4 0 7 16,1 2-12-16,0 0 0 0,-1 5 10 15,5-3 11-15,-2 3-19 0,3-2-17 0,-1 5 10 16,0-2 12-16,3 2 1 0,-2 1-1 0,1 2 60 15,4 0-21-15,0 1-5 0,-1 0 7 0,1 1-9 16,4-1 1-16,-2 2-9 0,5 2 5 16,0-1-8-16,2-1-3 0,-2-3-4 0,6 2 2 15,-2 2-13-15,5 0 3 0,1-2-8 0,-3 3 7 16,3 0 9-16,2-3-8 0,-1 2-1 0,2-2-17 16,3 1 0-16,1 2 10 0,0-1-8 15,3-2 3-15,3-2-5 0,-2-2-3 0,3-2 18 16,-2-2-2-16,-1-1-8 0,3 1 0 0,-1-5-5 15,4 0-6-15,-3-1 16 0,3-1 3 16,-1-1-6-16,-2-2-2 0,3-4 5 0,-4 3-12 16,4-6-4-16,0 1 9 0,4-3-4 0,-1 2 1 15,2-4 3-15,-7-1 4 0,5-1 0 16,-3 1-17-16,3-2 7 0,-5 2 8 0,1-4-5 0,-2 0-16 16,3 0 9-16,0-2 9 0,-5-1-5 15,2-2 8-15,-4 2-5 0,1-3-5 0,2-2 9 16,-3-2-1-16,-3 4-8 0,-4-1-80 0,0-2 16 15,1 0 4-15,-4-1 11 0,2-2 0 16,-5 3-7-16,3-1 4 0,-3-3 6 0,-4 6 5 16,3-5 17-16,-3 2-4 0,0 1 4 0,-3 0 4 15,1-4 4-15,-4 4 8 0,0-3 5 16,-1 1-10-16,0 1 5 0,-4 2 5 0,3-3-13 16,-7-1 11-16,-2 3-6 0,0-1 3 0,0 3 8 15,-4-2-11-15,4 3 21 0,-7 1-18 0,7 2 0 16,0 1-2-16,-4 1 10 0,5 2 9 15,-2-1-4-15,2 2-18 0,1 3 0 0,-1 2 15 16,2-2-2-16,-3 1-11 0,3 3 1 0,0-2-3 16,0 5 5-16,-2 0 0 0,1 0-41 0,-1 0-3 15,-2 5-38-15,-1-2-51 0,1 5-95 0,-6 1-184 16,3-1-350-16,1 5 32 0,-1-8 116 16,-3 2 27-16,1-1 70 0</inkml:trace>
  <inkml:trace contextRef="#ctx0" brushRef="#br0" timeOffset="8798.45">9761 8751 555 0,'0'-4'215'0,"-3"-3"-5"0,3 0 0 16,0 0 61-16,0 0-15 0,-3 3-28 16,3-3-13-16,0 0-18 0,0 7-13 0,-3-8-20 15,6 2-15-15,-3 6-16 0,-3-5-26 0,3 5 6 16,0 0-8-16,6-6-18 0,-6 6-5 15,0 0 2-15,13 17-5 0,-2-9-4 0,-1 3 4 16,0 3-12-16,5 3-16 0,-2 1 10 16,4 2-4-16,-1-1-6 0,2 3-18 0,-1-1 3 0,0-6 5 15,-4 3 0-15,2-1-13 0,-2 0-2 16,4-1-1-16,-6-1-2 0,2-5 0 0,-3 1-2 16,0-1-6-16,1-1 26 0,-1-4-15 0,0 2 32 15,-2-7-104-15,2 0 13 0,3-3 18 16,1-6-6-16,0-4 8 0,6-11-2 0,8-10 56 15,-5-4 8-15,5-8-1 0,7-8 6 0,-9 6 10 16,8-15-26-16,-2 3-22 0,2 2 32 0,-4 15 22 16,-6 0-17-16,0 4-24 0,3 2 1 15,-9 6 1-15,-2 6-3 0,2 1-13 0,-5 6 3 16,1 1 0-16,-7 2-5 0,3 1 8 0,0 3-21 16,-3 1-6-16,0 1-4 0,-3 2-28 15,2 3-1-15,-3 2-25 0,-3 2-28 0,0 0-46 16,-6 14-31-16,-1-4-82 0,-11 12-284 0,-1-1-261 15,-6 11 31-15,-5 1 99 0,-4 2 78 0,0-2 63 16</inkml:trace>
  <inkml:trace contextRef="#ctx0" brushRef="#br0" timeOffset="9231.9">9755 8741 1062 0,'0'0'286'0,"-3"-8"-22"15,3 8-39-15,0 0-12 0,0 0-26 16,0 0-16-16,0 0-7 0,0 0-21 0,22 17-12 16,-11-5-3-16,3 2-3 0,0 3-22 0,2 6-4 15,-1-3-9-15,2 2-8 0,0 3-10 16,0 0-6-16,3-2-9 0,-2-1 1 0,-2 1-9 0,2 1 7 15,-2-5-10-15,2-1 3 0,-5-2-16 16,5-1 16-16,-2-1-36 0,2-3 30 0,-5-3-50 16,5-2 4-16,1-5-7 0,-1-1 17 0,3-5 4 15,9-5-4-15,1-5 4 0,10-10-6 16,-4-3 2-16,5-11 9 0,5-10 20 0,-2-3-39 16,-1 0 16-16,0-5 5 0,-2 6-8 0,-1-2 0 15,-1 0 18-15,-9 12 6 0,-3 4-6 16,-1 2-5-16,0 0 18 0,-5 8-5 0,-3 8-16 15,-5 0 3-15,0 3 5 0,0 1 8 16,-4 1-28-16,0 3-3 0,-2 2-23 0,1 0-18 16,-2 2 8-16,-1 1-26 0,2 5-63 0,-1 1-57 15,-1 6-149-15,1-2-506 0,1 5 117 0,-2 4 34 16,-3-3 58-16,-2 5 55 0</inkml:trace>
  <inkml:trace contextRef="#ctx0" brushRef="#br0" timeOffset="11765.51">3020 16461 158 0,'6'-6'21'0,"1"-1"-60"15,-2 1-48-15</inkml:trace>
  <inkml:trace contextRef="#ctx0" brushRef="#br0" timeOffset="17914.87">21709 12890 678 0,'0'-7'292'15,"0"1"-47"-15,0 6 1 0,0-11-26 0,0 7-20 16,0 4-18-16,3-10-21 0,-3 8-5 0,0 2-23 15,0-9-5-15,0 9-8 0,0 0-27 16,0 0-14-16,0 0-2 0,0 0-3 0,18 14 8 16,-15-7-26-16,1 3 6 0,2 1 2 0,-2 2-26 15,2-1-7-15,1 6 33 0,-3-3-21 16,2 2-2-16,-2-2 3 0,-1 2-6 0,4-1 0 16,0-1-7-16,0-2-13 0,-1 4 8 0,1-2 56 15,0-4-8-15,1 2 8 0,-2-3-11 16,1-2-4-16,-1-1 2 0,5-1-15 0,-1-4-16 15,4 0 3-15,0-5-10 0,6-3 2 0,0-2 6 16,5-7-9-16,2-1-4 0,10-10-3 16,-2-9 8-16,-1 2-8 0,0-9 0 0,0 2-3 15,-2-2 8-15,-2 5 0 0,1-2-17 0,-8 4-4 16,-2 8 1-16,-3 4 7 0,-5 6-4 0,0-2-6 16,-2 5-3-16,-4 0-4 0,3 3-11 0,-3 2-41 15,-1 1-53-15,-2 2-37 0,2 2-112 0,-2 1-581 16,-4 3 21-16,0 0 107 0,0 0 56 0,0 0 64 15,3 15 65-15</inkml:trace>
  <inkml:trace contextRef="#ctx0" brushRef="#br0" timeOffset="18781.25">25772 13126 721 0,'0'0'215'0,"0"0"62"0,0 0-29 16,1 15-12-16,-1-5-21 0,1 1-23 16,2 0-13-16,-3-1-21 0,3 4-12 0,0-3-13 15,1 2-2-15,-1-1 0 0,2-4-19 0,-2 2-4 16,3 1-3-16,-2-2 30 0,5-3-37 15,-1 0 4-15,2 0 11 0,4-4-11 0,3-2-94 16,0-2 7-16,10-4-5 0,4-2 11 0,3-3 9 16,14-7-14-16,0-2-3 0,0-4-6 15,0-1-2-15,1-1-5 0,-2 1 21 0,-3 0-16 16,1 0-5-16,-5 5-3 0,-9 4-15 0,-7 2-17 16,-4 4-24-16,-2 0-44 0,-5 1-45 0,1 3-67 15,-4 2-126-15,-3 0-158 0,0 4-240 0,-3-3 106 16,-4 3 60-16,0 0 43 0</inkml:trace>
  <inkml:trace contextRef="#ctx0" brushRef="#br0" timeOffset="20287.7">6607 9150 693 0,'-4'-6'177'15,"3"3"7"-15,-2-3-18 0,-1-1 1 0,2 4-19 16,1-4 1-16,1 0 56 0,-3 2-13 0,3-1-11 15,-3 0-19-15,3 6-14 0,0-8 0 0,0 8-14 16,0-10-9-16,0 10-20 0,-4-2-5 16,4 2-11-16,0 0 9 0,0 0-9 0,0 0-4 15,0 0-6-15,17 9-2 0,-9 1 2 0,2-2-5 16,-1 2-20-16,3 4 5 0,0 1 2 16,2-2-86-16,0 2-6 0,-1 0 16 0,1 1-6 15,0-7 3-15,0 5 13 0,-1-3-15 0,0-1 20 16,1-2 0-16,0-1-3 0,3 1 6 15,0-5-8-15,0 0 15 0,-2-3 3 0,4-4 7 16,3-6-4-16,2 2-9 0,6-9-7 0,4-8 10 16,0-5 1-16,4-1-4 0,-4-4-7 0,0-1 0 15,0 3 18-15,-3-3-2 0,3 3-14 0,-4 0 3 16,1 2-2-16,-6 8-3 0,-4 5-5 16,-1 6 2-16,-6-2 3 0,3 4-25 0,-4 2-27 15,0 1-4-15,-1 0-18 0,0 4-23 0,-1 2-60 16,-1 2-91-16,-3 1-164 0,3 6-348 15,1-1 102-15,-5 1 31 0,1 2 69 0</inkml:trace>
  <inkml:trace contextRef="#ctx0" brushRef="#br0" timeOffset="21051.86">9829 11491 952 0,'-3'-7'335'0,"3"7"-41"0,0 0-25 0,0 0-26 15,0 0-20-15,0 0-18 0,0 0-8 0,0 0-20 16,13 16-16-16,-5-8-13 0,-4 0-7 15,6 2-18-15,3 0-18 0,-3 2 2 0,0-2-15 16,1 3 3-16,2-3-18 0,-3 2-85 16,2-4 8-16,0 0 3 0,0 1 7 0,-3-1 11 15,2-3 2-15,0-2-3 0,1 2-7 0,-2-4 61 16,1-5-2-16,2 1-1 0,2-5 1 0,2-9-16 16,6-1-4-16,2-14 9 0,5-8 1 15,-3-6-22-15,5-12-6 0,5-5-27 0,0 1-9 16,4-1-21-16,4 5-28 0,-1 8-70 0,4 0-122 15,-7 15-594-15,0 8 26 0,-3 2 99 0,-4 8 67 16,-14 2 64-16,-2 2 49 0</inkml:trace>
  <inkml:trace contextRef="#ctx0" brushRef="#br0" timeOffset="22632.04">20649 11081 767 0,'0'-5'274'0,"0"-2"-20"16,0 7-14-16,0-5-35 0,0 5-21 15,0-7-25-15,0 7-5 0,0 0-16 0,-3-7-8 16,3 7-14-16,0 0-19 0,0 0-2 16,0 0-3-16,0 0-8 0,0 0 13 0,3 18-15 15,1-11-2-15,-4 1-16 0,0 6 5 0,3-3 3 16,-3 4-14-16,3 1 4 0,-2 0-24 0,2-2 13 16,-3 3-10-16,3-2-7 0,1 2 7 15,-1-2-3-15,-3-1-2 0,3-3-8 0,2 3 5 16,-2-3 3-16,0-1-5 0,1-2-59 0,-1-1 2 15,3 1 18-15,1-5 1 0,1 3 4 0,2-6-17 16,3-3 9-16,4-1 6 0,7-7 8 16,0-3-16-16,14-11 11 0,-1 0 9 0,4-7-7 15,-2-3 3-15,11-8-1 0,-9 7-7 0,7-10-23 16,0-4 2-16,-1 5-17 0,2-2-3 16,-2 4-67-16,-5 9-38 0,2 2-112 0,0 4-477 15,1 0 51-15,2 8 26 0,2-3 77 0</inkml:trace>
  <inkml:trace contextRef="#ctx0" brushRef="#br0" timeOffset="23732.85">26433 11025 765 0,'7'-6'297'0,"-7"6"-26"0,0 0-28 0,4-1-20 16,-4 1-21-16,0 0-25 0,0 0-6 0,0 0-15 16,0 0-25-16,3 8 5 0,-3-1-6 0,0 0 1 15,0-3-31-15,0 7 7 0,0-5-17 16,0 1-1-16,0 1-20 0,3 5 3 0,-2-5-5 16,-1 1 9-16,3 0-1 0,3-1-1 0,-2 0-5 15,6 0 8-15,0-4-6 0,4 3-12 0,3-6 3 16,4 4-11-16,2-4 8 0,5-2-18 15,6-4-82-15,7 1 18 0,13-4-8 0,5-5 5 16,4 5 6-16,1-5-13 0,1-3 5 0,0-1-21 16,13-5-13-16,-2-2-30 0,-5-1-56 15,-9 7-67-15,-7 1-28 0,0 0-59 0,-8-1-80 16,-10 5-355-16,-6 1 89 0,-10-1 44 0,0 3 57 16</inkml:trace>
  <inkml:trace contextRef="#ctx0" brushRef="#br0" timeOffset="26247.02">5478 8443 263 0,'-3'3'136'0,"3"-3"-11"0,0 0-7 0,0 0 0 16,0 0 28-16,0 0-47 0,0 0-1 0,0 0 12 16,-15-9 18-16,15 9 64 0,-3-5-16 15,0-1-14-15,3 6-11 0,-4-5-3 0,1 2-20 16,3 3 0-16,-3-3 8 0,3 3-26 0,-3-5 2 15,3 5-19-15,0 0-14 0,-3-4-5 0,3 4-12 16,0 0-9-16,0 0-12 0,0 0-2 16,0 0 12-16,0 0-8 0,16 9-2 0,-13-6-2 15,8 4-1-15,-4-4-5 0,-1 4-4 0,4-1-6 16,-2-1-3-16,2 0 11 0,-3 1-13 16,3-2 0-16,0 1-3 0,0-3 0 0,0 1-4 15,-2 0-4-15,2-3-53 0,3-3 3 16,1 0 2-16,-1-4 13 0,5-3-13 0,-2-1 20 15,2-5 19-15,3-7-4 0,-4 0 1 0,3 1 92 16,5-10-23-16,-6 1 5 0,-4 6-20 0,1-2 2 16,-2 1-71-16,-1-3 2 0,-2 3-3 15,-4 2 1-15,0-1-3 0,-1 5-13 0,1-3-15 16,-3 5-44-16,-4 1-30 0,3 2-70 0,-2-2-102 16,2 7-440-16,-3-3 92 0,3 3 26 15,-3 0 71-15</inkml:trace>
  <inkml:trace contextRef="#ctx0" brushRef="#br0" timeOffset="27429.97">11672 12862 847 0,'0'0'251'0,"0"0"-3"0,0 0-33 15,0 0-13-15,0 0-18 0,7 14-15 16,-1-7-23-16,-1 1-10 0,1 1-18 0,1-1 15 15,0 0-26-15,-1 6-9 0,5-3-4 0,-4-1-94 16,0 3-2-16,3-4 14 0,-3 1 4 16,0-2-8-16,2 2 12 0,-5-3 3 0,4 0 5 15,-2-4-2-15,1 2 10 0,-1-2 12 0,2 1-12 16,-1-3 61-16,-7-1-2 0,19-5-3 16,-8 0-15-16,2-4-5 0,5-3-6 0,2-5 3 15,1-7-30-15,6-9 9 0,4-9-4 16,10-9-13-16,0-2-19 0,3-2-22 0,1-4-41 0,6 7-74 15,7 0-290-15,-3-1-379 0,3 3 111 16,0-1 38-16,-10 1 87 0,0-3 54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5:58:13.1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23565 2181 629 0,'-3'-4'261'15,"3"4"-23"-15,-3-6-18 0,3 6-25 16,-7-5-11-16,7 5-20 0,-4-2-18 0,4 2-15 16,0 0-26-16,0 0-3 0,-17 11-5 0,10-3 0 15,-2 3-20-15,1 3-10 0,-2 3 2 0,3 3-20 16,-4 1 12-16,5 1-5 0,-4 6-7 0,3 1-8 16,-1-1 5-16,-1 1-13 0,5-4 3 15,1 0 8-15,0 0-16 0,0 0 5 0,3-4-10 16,0 0 13-16,0-1-8 0,3-1-2 15,3 0-1-15,-2-2-9 0,5-1 4 0,-1-3-10 16,-1 2 13-16,3-5-7 0,1 0-6 0,-1-1 8 16,3-3-16-16,-2-1 11 0,2-2 5 0,0-1 3 15,2-6 4-15,2 1-20 0,-4-2 6 16,5-3 22-16,-5-1-26 0,5-4-4 0,-2-2 7 16,1-8-7-16,-3 1-1 0,-1-5 11 0,-2 1-10 15,-1-2 15-15,-3-2 7 0,3-1-2 16,-6 5-7-16,-1-2-11 0,0 1 5 0,-3 0-7 15,0-1 12-15,-3 3-5 0,0 0-5 0,2 1-2 16,-5 8 7-16,3-3-5 0,-5 1-5 0,2 3 16 16,-1 0-6-16,0 2-2 0,-4 1-6 15,1 4 8-15,-4 0 3 0,-2 3-13 0,3 1 79 16,-2 4-4-16,-1 2-22 0,-2 2-12 0,1 2-10 16,-3 5 5-16,5 0-3 0,-1 1 8 0,-1 4-10 15,6-3-3-15,-3 5 5 0,5 1-15 0,-1-1 5 16,6 0 11-16,1-1-11 0,-1 0-11 15,4 1 9-15,4-1-8 0,2 1 5 0,1-3-6 16,3 2 4-16,4-1 4 0,0 0-15 0,0-3-12 16,5 0-19-16,-1-1-2 0,3-1-23 15,-1-3-26-15,4 3-43 0,-3-4-39 0,2 0-41 16,-2 1-161-16,0-2-23 0,3-1-389 0,-5 2 75 16,-1-2 53-16,-1-3 69 0</inkml:trace>
  <inkml:trace contextRef="#ctx0" brushRef="#br0" timeOffset="432.56">23944 2563 662 0,'-3'8'249'0,"0"4"-11"15,-1-3-21-15,1 3-32 0,0 3-9 0,-1-1-7 16,1-1-89-16,0 4-9 0,3-3-7 15,-1 0-10-15,1-1 5 0,0 3-10 0,1 0-11 16,2-1 5-16,0-2 65 0,4 2-11 0,-4-2-17 16,4-2 12-16,0-1-21 0,0 0 6 0,0 0 5 15,2-4 3-15,-1 1-14 0,2-3 6 16,0-2-21-16,4-1-2 0,-4-1-3 0,3-1-5 16,0-1 16-16,-2-3-21 0,0-1 7 0,-1 0-7 15,0-6 3-15,-3 2 7 0,1-5-5 0,-2-2 0 16,-2 1-7-16,2-3 19 0,-6 0-9 15,4 0-13-15,-4 1 2 0,0 0 1 0,-4 0 7 16,1 2 5-16,0 1-38 0,-1 2 25 0,-2 1-10 16,2 2 16-16,-4 1-3 0,-1 2-11 15,-1 1-4-15,-4 3 2 0,4 0-15 0,0 3 13 16,-4 3-14-16,3 0 9 0,-3 4-6 16,1 0-7-16,-1 3-8 0,1 2 3 0,3 1-32 15,-1 0 4-15,1 0-49 0,6 1-47 0,-2 2-27 16,3 0-67-16,3-3-103 0,3 3-457 0,4 1 25 15,2-3 69-15,2 2 82 0,1-4 41 0</inkml:trace>
  <inkml:trace contextRef="#ctx0" brushRef="#br0" timeOffset="699.48">24393 2821 857 0,'0'0'276'0,"-4"8"-20"0,1 1-20 16,0-1-29-16,-5 0-30 0,4 2 2 0,-5 3-28 16,5-1-10-16,-2 2-13 0,-2-1-13 0,2 0-15 15,-1 2 2-15,0-1-30 0,1-1 7 16,1 2-30-16,-1 1-54 0,2-1 10 0,-2-1-69 15,3-1-85-15,3-4-101 0,-1 2-419 0,2 0-11 16,2-7 96-16,0 3 49 0</inkml:trace>
  <inkml:trace contextRef="#ctx0" brushRef="#br0" timeOffset="1183.33">24656 2433 788 0,'-11'18'248'0,"1"0"-33"16,4-1-18-16,-2 0-7 0,2 1-32 0,2-1-7 16,4 3-15-16,-3-3-3 0,3 2-25 15,3-2-19-15,0-1 1 0,1 1-16 0,3-1-18 16,-3-3-17-16,6 0-21 0,0-1-16 15,1-2 11-15,2-1 5 0,4-1 0 0,-3-2-3 16,3-2 11-16,-1-1-16 0,-1-3 11 0,1-3-6 16,2-1 28-16,0-4-9 0,-2-1-6 15,0-3 5-15,-1-2 0 0,-2-5 6 0,1-5-8 16,-1-2-3-16,-6-5-5 0,4 1 10 16,-5-3-10-16,-5 0 8 0,2-1-8 0,-3 5 92 0,0 3-25 15,-4 1-67-15,1 0 12 0,0 3 9 16,-1 4 61-16,-3 1 5 0,0 2-20 0,0 3-26 15,-5 1 10-15,1 3-8 0,1 4-4 0,-1 3-11 16,-2 1-10-16,-1 3 0 0,0 3 5 16,1 4-15-16,-1 2 7 0,4 0-5 0,0 4 8 15,2 1-23-15,2 0 16 0,-1 1-14 0,7-1 3 16,-3 2 0-16,6 2-5 0,0-3-8 16,1 2 18-16,7 0-12 0,-2 0-19 0,1-3-10 15,5 1-17-15,1-2-52 0,1 0-28 0,0-3-31 16,1-1-38-16,3 1-111 0,0-1-518 0,-2-6 55 15,2 1 49-15,-4-3 67 0,5-3 71 0</inkml:trace>
  <inkml:trace contextRef="#ctx0" brushRef="#br0" timeOffset="1349.08">25206 2601 716 0,'-1'10'292'16,"1"0"-10"-16,-3 2-37 0,0 1-32 15,3 1-8-15,0-3-31 0,-3 4 2 0,3-1-22 16,0 0-21-16,0 0-15 0,3 0-26 0,-3 0-46 16,0 0-46-16,3-1-51 0,1-2-121 0,0-1-342 15,-1 0-147-15,1-3 50 0,2 0 32 0</inkml:trace>
  <inkml:trace contextRef="#ctx0" brushRef="#br0" timeOffset="1565.75">25463 2396 895 0,'6'12'313'0,"-2"6"-14"0,2 2-35 16,2 5-21-16,-2 6-20 0,-2 0-3 0,2 0-28 15,-2 3-23-15,-1 1-5 0,-3 1-26 0,0-2-20 16,-3 1-6-16,1-2-15 0,-6 4-53 0,-6 6-1 15,3-8-35-15,-12 4-128 0,-1-1-177 16,-6-5-453-16,-1-1 36 0,-6-7 69 0,-6-3 61 16</inkml:trace>
  <inkml:trace contextRef="#ctx0" brushRef="#br0" timeOffset="1882.2">23377 2188 798 0,'-6'3'292'0,"-1"2"-44"0,-1 5 3 0,2 3-38 16,-4 4-11-16,3 7-10 0,-1 5-16 15,-1 5-9-15,5 3-11 0,-2 13-10 0,2-7-11 0,1-4 1 16,3 2-21-16,0 11-5 0,0 1-15 16,6-2 7-16,-2-1-15 0,6-1-2 15,-3 1-21-15,7-3 0 0,-1 1-5 0,5-3-31 16,6 2-43-16,-1-2-60 0,4-2-119 0,4 2-589 16,0-2 25-16,-1-5 92 0,-5-1 60 0,2-4 50 15</inkml:trace>
  <inkml:trace contextRef="#ctx0" brushRef="#br0" timeOffset="2533.08">23671 3801 962 0,'-14'12'330'0,"8"-4"-35"0,-4 5-32 0,2 3-35 16,-2 1-8-16,0 4-23 0,4 0-25 0,-2-1-16 16,5 4-10-16,-1-1-18 0,1-3-3 15,3 1-5-15,0-2-27 0,3-1-14 0,1-1-15 16,-1 0 2-16,5-2-2 0,1-1-7 0,-2-3-1 15,0-2-15-15,4-1 3 0,-1-3 7 16,0-2-8-16,1-3-15 0,-1-2 8 0,3-3-5 16,-2-3 5-16,2-1-18 0,-2-3 15 0,-2-2-10 15,1-5-5-15,-3-4 10 0,-2 0-10 0,-2-2-3 16,0-3 6-16,-3 2-8 0,-3-4 10 16,0 4-3-16,-2 1-84 0,2 0 33 0,-1 6-9 15,-5-2 1-15,2 3 8 0,0 2 16 0,0 4-3 16,-3 1 5-16,-1 5 1 0,4-1 1 0,-6 6-4 15,2 1 5-15,1 1 7 0,1 6-7 16,-3-3 5-16,2 5 5 0,0 3-5 0,1-1 10 16,1 3-13-16,2-1 6 0,2 2 9 0,1 2-4 15,0 1 2-15,6-3 0 0,0 2 0 16,1-1-7-16,5 1-4 0,2 0 12 0,2 1-17 16,2-3-22-16,-2 2-39 0,8-2-30 0,-4 0-5 15,10-2-83-15,-3-1-81 0,-3-3-182 16,2-1-284-16,4 0 53 0,-6-7 98 0,0 1 43 0</inkml:trace>
  <inkml:trace contextRef="#ctx0" brushRef="#br0" timeOffset="2882.64">24072 4028 665 0,'0'0'251'0,"0"15"-28"16,-1-8-34-16,-6 2 13 0,4 0 0 0,-1 4-33 15,-2 1-13-15,2 1-20 0,-2 0-10 16,3 1 53-16,-2-1-13 0,2 0-12 0,0 2-14 15,3-2-12-15,0-2-12 0,3-1 7 0,0 2-26 16,2 0-5-16,1-2 8 0,1-1-29 16,2-4 6-16,3 3 5 0,-2-5-26 0,3-3-76 15,4 1 10-15,-3-3 0 0,3-3-1 0,1 0 11 16,-2-4-2-16,2-1 2 0,-5-6-3 16,0-1 8-16,-2 1 13 0,-1-3 5 0,-3-4-30 15,0 1 17-15,-3-3 18 0,-4 4-18 0,3 2 8 16,-3-2 3-16,-3 1-1 0,2 5-2 0,-6-3-5 15,3 2 0-15,-5 3-8 0,2-2 5 0,0 2 5 16,-4 2-12-16,1 3 10 0,1-1-13 16,-2 3-13-16,4-1-36 0,-3 4-30 0,4-2-16 15,1 3-38-15,-1 0-56 0,6 0-57 16,0 0-100-16,0 0-352 0,0 0 14 0,0 0 77 0,0 0 65 16</inkml:trace>
  <inkml:trace contextRef="#ctx0" brushRef="#br0" timeOffset="3015.39">24625 3896 844 0,'7'-3'254'15,"0"1"-11"-15,3-3-36 0,0 3-2 0,0-3-31 16,0 4-38-16,1-2-54 0,3 3-67 0,0 0-84 16,-1 0-103-16,0 0-171 0,1 1-276 0,-1 2 71 15</inkml:trace>
  <inkml:trace contextRef="#ctx0" brushRef="#br0" timeOffset="3181.95">24718 4084 831 0,'0'0'244'0,"0"0"-1"0,-8 2-38 0,8-2-16 0,0 0-23 16,0 0-2-16,0 0-31 0,0 0-5 15,24 0-13-15,-9-1-28 0,-2 0-46 0,8-4-15 16,-2 2-87-16,2-2-111 0,0 2-220 15,6-2-258-15,-3-4 59 0,3 1 79 0</inkml:trace>
  <inkml:trace contextRef="#ctx0" brushRef="#br0" timeOffset="3349.29">25196 3696 824 0,'0'0'243'0,"-1"-4"-15"0,1 4-31 16,0 0-8-16,0 0-17 0,-3 17-26 0,5-5-3 15,-1 2-7-15,-1 4-31 0,1 7 15 0,-1 1-25 16,3 5-1-16,-3 2-32 0,0 5-39 16,3 1-54-16,-3 1-135 0,-3 13-543 0,0 2 71 15,1-2 34-15,-10-4 56 0</inkml:trace>
  <inkml:trace contextRef="#ctx0" brushRef="#br0" timeOffset="3851.4">23531 4797 1087 0,'0'0'313'0,"0"0"-22"15,-7-2-37-15,7 2-16 0,0 0-23 16,-9 8-21-16,9 0-17 0,-5 1-18 0,2 5-18 16,0-3 2-16,3 3-5 0,-1 2-97 0,-2 2-3 15,3 0-2-15,0 0-2 0,3 0-6 0,-2 1 2 16,2-1-12-16,5-2 11 0,-2 0-4 0,1-3-10 16,3 0 21-16,1-2-25 0,2-3 17 0,1 1 0 15,2-4-18-15,-1-2 13 0,1-5-5 16,2 1-10-16,2-6 2 0,-3-1 0 0,0-2 16 15,0-4-11-15,-3-4-7 0,0 0-3 16,-4-4 8-16,-4-3 0 0,2 0-21 0,-5 0 5 16,0-3 14-16,-3 3 1 0,-3 0 19 0,3 4-16 15,-3 3-15-15,0 0 16 0,-2 4 4 0,-1 2-15 16,-1 4-5-16,2-1 34 0,-7 4-11 16,2 2 2-16,3 3-14 0,-7 0 14 0,4 3 3 15,-3 3-7-15,2 2-6 0,-2 0 8 16,3 3-10-16,-1-1 0 0,1 3 5 0,6-1 0 0,-2 3-6 15,1-1 1-15,5-3 3 0,0 3-1 16,5 3-7-16,1-5-14 0,4 2-19 0,5 2-31 16,-2 0-72-16,8-1-69 0,-1-5-141 0,4 5-497 15,3-5 101-15,0-2 50 0,-2-4 88 16,-2 1 43-16</inkml:trace>
  <inkml:trace contextRef="#ctx0" brushRef="#br0" timeOffset="4050.03">24190 4875 749 0,'8'7'310'0,"-8"-3"-8"15,0 2-56-15,0 3-11 0,0 1-17 16,0 4-16-16,0-1-15 0,3 3-10 0,-3 5-31 16,3-4-6-16,-2 2-37 0,-1 4 20 0,3-4-23 15,0 4-34-15,1 1-17 0,2 1-88 16,1-3-22-16,0 1-108 0,-3-1-141 0,6-1-437 15,1-2 89-15,1-5 26 0,-2-3 71 0</inkml:trace>
  <inkml:trace contextRef="#ctx0" brushRef="#br0" timeOffset="4248.55">24707 4921 977 0,'9'-4'346'0,"-7"-2"-88"0,4 2 44 0,1-3-25 16,0 0-29-16,4 0-17 0,2 0-34 0,0 4-59 15,1-2-74-15,-1 2-87 0,5-2-46 16,1 3-41-16,-7 1-279 0,4 0-295 0,1 1 60 16,-3 0 32-16,0 0 47 0</inkml:trace>
  <inkml:trace contextRef="#ctx0" brushRef="#br0" timeOffset="4448.84">24885 4995 1236 0,'0'0'256'16,"-7"2"-3"-16,7-2-25 0,0 0 0 0,-6 3-49 16,6-3-23-16,0 0 13 0,0 0-3 15,0 0-27-15,0 0-11 0,26-5-21 0,-15 5-10 16,2-3-50-16,4-1-40 0,0 2-55 0,1 0-52 15,3-3-62-15,1 1-129 0,-1-1-454 0,3 1 92 16,-4-2 46-16,4-1 62 0</inkml:trace>
  <inkml:trace contextRef="#ctx0" brushRef="#br0" timeOffset="4749.08">25408 4747 796 0,'0'0'276'15,"0"0"-17"-15,-13 12-29 0,8-4 80 0,-1 3-42 16,2-1-27-16,-2 3-8 0,-1 2-18 0,4 1-26 16,3-3-22-16,-4 2-16 0,3 3-16 0,-2-1-4 15,3-2-24-15,3 3-91 0,-2-4 38 0,3 3-24 16,-1-1 4-16,2 0-9 0,0-3-12 16,5 1 18-16,-2 2-13 0,5-7 5 0,-3 1 2 15,1 0 11-15,2-2-3 0,-3-1-2 0,4-1-10 16,-4-2 12-16,1 0-5 0,-1-4-13 15,3 1 1-15,-2-1 9 0,-11 0-4 0,16-1-14 16,-9 0 14-16,1-2-11 0,-2 1-7 0,-6 2 2 16,10-2 3-16,-6-4-1 0,-1 4-7 15,-3 2-15-15,4-5-57 0,-4 5-71 0,0 0-52 16,-8-10-109-16,2 10-265 0,-1 0-147 0,0-1 7 16,-3 0 66-16,3 1 57 0</inkml:trace>
  <inkml:trace contextRef="#ctx0" brushRef="#br0" timeOffset="5165.5">25343 4679 685 0,'0'0'244'0,"0"0"-14"15,-3-7-30-15,3 7-24 0,-1-4-17 0,1 4-18 16,0 0 5-16,0 0 7 0,0 0 62 16,-3 16-20-16,0-8 2 0,3 1-15 0,-4 7 10 15,4-2-13-15,0 5-67 0,0 1-30 0,4 2 34 16,-4 3-35-16,3 0 14 0,-3 3-5 15,4 6-39-15,-1-2 36 0,0 4-23 0,1-4-26 0,-1 0-7 16,0-1 10-16,0-5 15 0,2 6-17 16,-2-6-11-16,2 1 0 0,-3-2-13 0,4-2 6 15,-2-2 4-15,-1-2 4 0,0-6-4 0,2 1-22 16,-5-3 30-16,3 1-18 0,0-2-2 16,0-1 0-16,-2-2-16 0,2-4-12 0,0-1-64 15,0 1-129-15,-3-3-403 0,7-8-211 0,-3 2 90 16,-1-2 59-16,-2-3 64 0,-1-3 58 15</inkml:trace>
  <inkml:trace contextRef="#ctx0" brushRef="#br0" timeOffset="5781.96">27944 3119 893 0,'0'0'366'16,"0"-8"-41"-16,0 8-20 0,0-8-29 0,0 8-41 15,0 0-27-15,0 0-24 0,0 0 26 0,0 0-28 16,8 18-18-16,-5-8-13 0,0 3-13 16,0 1-13-16,1 3-17 0,-1 2-11 0,2 0-5 15,0 2-15-15,1 1 2 0,-1 1-17 0,-2 0 12 16,4 0-13-16,-4 2-2 0,4 0-25 0,-3 1-75 16,2 0-46-16,-2-1-85 0,3-2-127 15,2 2-546-15,2-5 80 0,-1-2 76 0,-3-4 82 16,4-2 52-16</inkml:trace>
  <inkml:trace contextRef="#ctx0" brushRef="#br0" timeOffset="6015.49">28418 3527 988 0,'0'0'366'0,"0"0"-70"0,0 0 12 0,0 0-27 15,-9 15-32-15,5-7-98 0,-2 1-8 16,-1-1-5-16,-1 3-28 0,-2 0-5 0,1 3-5 16,-4 0-16-16,2 3-4 0,0-5 4 0,-3 5-17 15,1-2-21-15,3 2-28 0,-1-3-34 16,3-2-27-16,-3 1-39 0,3-1-118 0,3 1-148 16,-3-4-392-16,7-1 34 0,-2 0 128 0,0-6 35 15</inkml:trace>
  <inkml:trace contextRef="#ctx0" brushRef="#br0" timeOffset="6265.69">28721 3088 1105 0,'3'8'315'0,"-3"0"-26"0,3 2-17 16,-1 3-34-16,0 2-33 0,-2 1-16 16,3 2-15-16,2 1-13 0,-3-1-15 0,1 3-26 0,0 1-7 15,1 1-18-15,-3-2-34 0,5 0-58 16,-6 0-52-16,3 0-110 0,-1 0-278 0,-1-3-290 16,3-2 43-16,-1-3 55 0,-1-2 55 0</inkml:trace>
  <inkml:trace contextRef="#ctx0" brushRef="#br0" timeOffset="6498.64">29106 2994 796 0,'4'6'273'0,"2"2"-11"0,-1 1-35 0,4 3-27 15,-5 4-16-15,3 0-7 0,-1 4-13 16,2 2-11-16,-2 0-27 0,-2 3-6 0,-4 1-10 16,3 0-15-16,-3 0-3 0,0 2-13 15,-3 0-17-15,-1 5-16 0,-2 0-82 0,-5-2-66 16,-4 9-88-16,-4 2-437 0,2-13-44 0,0-4 70 16,-4-4 56-16</inkml:trace>
  <inkml:trace contextRef="#ctx0" brushRef="#br0" timeOffset="6781.58">27732 3163 1108 0,'-14'15'310'0,"3"3"-19"15,-1 0-27-15,2 2-23 0,-1 6 4 0,1 2-37 16,-3 5-6-16,2 13-46 0,1 4-71 0,0 1 4 16,3-1-33-16,0 3 42 0,6 1-22 15,-2-11-4-15,3-2 8 0,0-4-27 0,4 1 19 16,3 9-29-16,0-7 21 0,3 6-15 0,0-9-5 16,1-3-1-16,5-5-61 0,5 7-105 15,6 2-463-15,-2-4-187 0,2-9 46 0,-7-12 74 16,1-8 80-16</inkml:trace>
  <inkml:trace contextRef="#ctx0" brushRef="#br0" timeOffset="11732.29">9799 11275 43 0,'-4'-6'36'0,"4"6"-11"15,0 0 1-15,0 0-3 0,-6-3-8 0,6 3-9 16,0 0 47-16,-7-2-50 0,7 2-21 0,0 0-46 16,0 0 38-16,0 0-7 0,-8-3 28 15,8 3-46-15,0 0 28 0</inkml:trace>
  <inkml:trace contextRef="#ctx0" brushRef="#br0" timeOffset="18114.37">10377 15188 422 0,'0'0'125'0,"0"-5"13"15,0 5-27-15,0 0 11 0,-3-7-1 0,3 7 89 16,0-6-34-16,0 6 1 0,-1-8-24 16,1 8 4-16,1-8-12 0,-1 3-14 0,3 1-11 15,-3 4-17-15,3-12-1 0,-3 9-12 16,3-3-19-16,-2 2 4 0,5-1-9 0,-6-2-2 15,7 5-5-15,-6-3-10 0,2 1 2 0,3-2-15 16,-6 6-3-16,7-7-2 0,-4 6-11 0,4 1 8 16,-7 0-12-16,11-4 7 0,-5 4-10 15,-6 0 4-15,14 1-9 0,-7 0 13 0,0 1-11 16,0-1 5-16,2 5-12 0,-4-5-1 0,1 5 11 16,1-2 0-16,-3 3-5 0,2-3-3 15,-3 0 7-15,2 2-6 0,-2 1-4 0,-3-3-4 16,3 4 7-16,-3-3 5 0,0-5 5 0,-3 12 6 15,0-7-14-15,-2-2 6 0,2 4 0 16,0-1 8-16,-1-2-9 0,1 0-68 0,-3-1 0 16,2-2 15-16,-2 3 15 0,6-4 13 0,-8 3-15 15,1-2 8-15,7-1 25 0,0 0-10 0,-17-1 10 16,13-2-5-16,-2-1 8 0,6 4-8 16,-10-8-6-16,7 6 17 0,-1-3-16 0,0 0 15 15,1-1-3-15,3-1-4 0,-4 4-8 16,4-4 10-16,0 0-13 0,0 7 19 0,0-8-9 15,4 1 3-15,-4 2-5 0,7 0 0 0,-3-2 5 16,-1 6-7-16,4-6-1 0,-1 4 3 0,5 0-2 16,-4-1 9-16,3 1-17 0,-1 2 18 0,2 1-1 15,-1 0-9-15,2 1-1 0,0 2 8 16,-2-3-5-16,1 5 3 0,-1 0-6 0,0 0 3 16,1-2 3-16,-4 4-3 0,0 0 5 15,-1 1-13-15,1-2 6 0,-3 2-1 0,2-2 6 16,-5 1-6-16,-1 0-2 0,0 0 5 0,0 0 3 15,-1-2 7-15,-2 2-10 0,-4 0 13 16,3 0-5-16,-5-4-11 0,2 4 18 0,0-2-12 16,-4-2 22-16,1 0-12 0,0-3 5 0,-1 3 8 15,1-3 5-15,-4 0 9 0,4-3-16 0,0 0-4 16,-4-4 59-16,4 4-7 0,0-4 2 16,3 0-10-16,-3-1-7 0,3 0-9 0,1-1 11 15,-2 1-10-15,5 0-13 0,-1-2 10 0,1 2-23 16,0 1 15-16,3-2-2 0,-3 1-13 15,6 0 8-15,-3 4-8 0,3-3 2 0,0 1-20 16,1-2 11-16,3 6-6 0,0-3 5 0,0 2 1 16,3 1-9-16,1 1-2 0,2 1-2 15,-2 0 5-15,2 2-6 0,0 0 3 0,1 0-2 16,-1 5 0-16,-1-6-1 0,4 6-4 0,-2 0 4 16,-4 1-2-16,3-2 10 0,-5 2-10 0,2-2 3 15,-3 1-11-15,2 1 11 0,-1-2 4 0,-4 2-12 16,2-1 8-16,-6-3-16 0,3 4 13 15,-3-1 8-15,0-4-1 0,-3 4 1 0,0 0 0 16,-1-4-3-16,-2 2-8 0,-5-2 8 16,4 1-20-16,-3-1 18 0,-1-3-14 0,1 0 24 15,0 0 0-15,-4 0-23 0,1-1 10 0,2-5 10 16,-2 5 16-16,3-6-24 0,-1 1 14 16,1-2-9-16,0 2-2 0,2-2 6 0,-1 0-14 15,2 1 13-15,4-3-2 0,-4 3-3 0,7-1 3 16,-4-2-16-16,8 2 13 0,-4-1-15 0,3-1 13 15,1 1 4-15,2 1-7 0,1 0 8 0,1 0-3 16,1 3-5-16,1-2-5 0,0 4-5 16,1 0 15-16,2-1-8 0,2 4 3 0,-2 0-7 15,1 4-1-15,-1-2 10 0,-2 2 6 0,3 1-8 16,-1 2-2-16,1 0-9 0,-4-1 16 16,0 1-15-16,1 1 0 0,-5 2 15 0,1-3-5 15,0 1-10-15,-4 2 10 0,4-2-5 16,-7-1-3-16,1 3 13 0,-1-3-5 0,0 0 0 15,0-1 3-15,-1-1-6 0,-6 2 13 0,4-2-10 16,-4-2 13-16,-3 4-8 0,3-4-5 0,-4 1 0 16,-2-1 3-16,2-3-3 0,-2 0-3 15,0 0 1-15,2-2 7 0,-2-3 5 0,-1 2-10 16,0-4 5-16,4 0 3 0,-4 2-6 0,4-4 14 16,-1-2-14-16,1 3 6 0,4-2 2 0,-1 2 3 15,1-2-26-15,1 2 16 0,2-1-1 16,3-1-2-16,-3 2 8 0,6 0-16 0,0-1 16 15,0 1-8-15,2 3-8 0,2-2 11 0,-1 2-11 16,1 0 6-16,1 4 4 0,1-1-2 16,1 2 0-16,4 2-7 0,-4-1 12 0,0 3-13 15,4 0 8-15,-4 1 0 0,0-1-8 0,1 3 3 16,-1 0-2-16,0 1 12 0,-2-1-5 0,-2 2-5 16,1-1 2-16,-1 0-10 0,-5 1-2 15,2-1 15-15,-3-3 2 0,0 2 1 0,-4 3 0 16,1-3 9-16,-3 0-14 0,2-1-1 0,-5-1 8 15,1 2-7-15,-2-6 4 0,0 5-7 0,-4-5 15 16,4-1-10-16,-5 4 3 0,3-8 7 16,1 4 0-16,-3 0-10 0,1-3 8 0,-1-2 2 15,1 1-15-15,3-2 0 0,-1-1-5 0,1-1 12 16,3 1 1-16,-1 1 20 0,2-2-26 0,2 0 9 16,1-1-6-16,0-2-6 0,3 3 9 15,3 2-13-15,0-6 12 0,1 5 9 0,3-3-11 16,0 3-3-16,0 2 8 0,0-1-5 15,5-1-13-15,-4 6 11 0,2-1-11 0,0 1 21 16,1 1-11-16,-1 3-7 0,0-2 5 0,-2 5-5 16,1 1 12-16,1-3-2 0,-3 4 5 15,0 2-7-15,-3-2-6 0,-1 3 13 0,0 0 0 16,-2-1-10-16,-1-2 8 0,-1 1-11 0,1 3 13 16,-3-3 3-16,0-1 5 0,-1 1-13 0,1-1-3 15,-4-4 6-15,6 3 2 0,-5-2 0 0,-1-1 5 16,1-2 0-16,-2 2-5 0,1-3 6 15,7-1-4-15,-13-1-7 0,2-3 3 0,2 2 2 16,2-2-8-16,-3-1 3 0,2-2 0 0,-1 0-5 16,5 1-13-16,-6-1-7 0,2 2-55 15,2-2-122-15,-1 4-215 0,4 1-451 0,3 2 116 16,-7-5 45-16,7 5 85 0,-7-3 51 16</inkml:trace>
  <inkml:trace contextRef="#ctx0" brushRef="#br0" timeOffset="-206881.89">1799 3667 634 0,'0'0'213'0,"0"0"-8"0,0 0-21 0,-3-6-10 0,3 6-15 16,0 0-98-16,0 0 3 0,0 0-8 0,0 0-2 15,0 0 8-15,-3-5-32 0,3 5 9 16,0 0-9-16,0 0 9 0,0 0-32 0,0 0 19 15,-3 19-6-15,2-10 19 0,1-4-6 16,0 6-7-16,-3 0 7 0,3-1-7 0,0 4 15 16,0 1-18-16,0-1 5 0,0 6-3 0,0-3-4 15,0 3 12-15,0 1 6 0,0 4-1 16,3 0-12-16,-3 3 12 0,1-2-18 0,2 3-2 16,-3-1 3-16,3 0 4 0,0 2-2 0,-3 0 64 15,1-3-10-15,2 5 3 0,-2 2-14 0,2-2-2 16,0-5-8-16,0 8-4 0,-2-2 4 15,1 1-5-15,-1 0-18 0,2 3 8 0,0-3-15 16,-3-5 5-16,0 2-1 0,0-3 1 0,1 4-8 16,1-2 0-16,-2-2 5 0,0 0-5 15,0 0-10-15,1-1 5 0,2-2-3 0,-3 5 9 16,4-4-7-16,-4 2-14 0,1-2-8 16,-1-1 7-16,0 1 6 0,0-2 5 0,3 0 5 15,-3-3-8-15,3-2-5 0,-3 0-2 0,0 2-6 16,0-4 1-16,3 0 7 0,-3-4 2 0,0 1-1 15,1 0-14-15,1-4-33 0,-1 1-8 0,-1-3-30 16,3 1-18-16,-3-1-52 0,0-1-48 16,0 1-169-16,3-2-312 0,0 2 86 0,-3-5 6 15,0 3 56-15</inkml:trace>
  <inkml:trace contextRef="#ctx0" brushRef="#br0" timeOffset="-206449.11">1888 5241 770 0,'0'0'184'16,"0"0"-22"-16,0 0 1 0,0 0-24 0,0 0-1 16,0 0-5-16,14 0-23 0,-14 0-15 0,11-3 2 15,-2 1-5-15,2 2-23 0,-1-2 21 16,5 0-39-16,1-2 5 0,2 1 8 0,2 0 67 15,3-1-8-15,2 2-3 0,2-3-7 16,4 3-14-16,-3-4-6 0,5 3-86 0,1-4-2 16,4 2 6-16,-4 1-4 0,3-2 1 0,1 3-13 15,-4-1 7-15,4 0 11 0,-1 0-15 0,5 1 9 16,-5 2-12-16,4-4 13 0,0 4 0 0,-2-2-8 16,1 0 12-16,0 1-14 0,-1-1-1 15,2-3 3-15,-1 4 13 0,2 0-3 16,-1-5-2-16,-1 4 2 0,3-1-10 0,0 3-2 0,-2-5 4 15,1 4-2-15,-1-3 0 0,2 1 8 16,-4 0-11-16,1 1 1 0,-2 1 7 0,-4-1 3 16,-3 1-11-16,2 0 6 0,-1 0-11 15,1-1 5-15,-5 2 14 0,-1 1-17 0,-3-2-4 16,0 1 13-16,-2-2-8 0,0 1-21 0,-3 0-17 16,0 1-27-16,-4 0-27 0,1-2-87 15,-2 6-149-15,-1-6-353 0,1 1 87 0,-3 2 33 16,-2-2 47-16</inkml:trace>
  <inkml:trace contextRef="#ctx0" brushRef="#br0" timeOffset="-206082.45">3687 4876 901 0,'-4'-4'291'0,"4"4"-19"0,0 0-24 16,0 0-15-16,0 0-21 0,0 0-27 16,0 0-14-16,0 0-17 0,0 0-11 0,27 10-15 15,-16-6-13-15,-1 5-18 0,4-1-81 0,-4 2-1 16,3 2 11-16,-2 4-8 0,-1-4 2 15,0 2-2-15,-2 3 5 0,-1-1 5 0,-1 1-7 16,-3 1 2-16,0 0-8 0,-3 0 1 16,-3 3 7-16,0-2-6 0,-4 4 1 0,-4-3-5 0,1 1 15 15,-3 0-7-15,-1 1-16 0,-3 1-5 16,3-5-8-16,1 1-20 0,-4-2-38 0,4-1-34 16,1 1-38-16,2-3-75 0,0 3-176 0,1-5-277 15,4 1 19-15,2-4 79 0,0 1 92 16</inkml:trace>
  <inkml:trace contextRef="#ctx0" brushRef="#br0" timeOffset="-205482.65">4115 5278 870 0,'-1'-6'258'15,"1"6"-25"-15,0 0-10 0,0 0-39 0,0 0-5 16,0 0-35-16,-11 14 7 0,8-8-23 16,0 5-18-16,3-3 18 0,-4 6-16 0,2-3-25 15,1 3 1-15,1-3-9 0,1 4-7 0,-1 0-11 16,2-3-10-16,2 3 13 0,-1 1-2 15,4-4-21-15,-4 2 12 0,4-2-22 0,0 0 7 16,-4-4-15-16,4 3 64 0,-3-4-12 0,3 0 4 16,0 1-2-16,-4-4-5 0,1 2-14 15,2-5-4-15,0 4-3 0,2-4-7 0,-8-1-3 16,10-6-3-16,-3 4-7 0,-1-7 10 0,2 1 0 16,-2-6-18-16,-2 2 5 0,0-4-13 15,-1 0 11-15,0-5-8 0,0 4 0 0,-3-1-11 16,0 0 17-16,-3 0-4 0,3 2-7 0,-4-1 7 15,1 0-9-15,0 3-4 0,-3-3 11 0,2 6-8 16,-3-4-2-16,0 5 0 0,3-4-1 0,-5 6-12 16,2-3 10-16,-1 4-10 0,-2 0 13 15,4 1-5-15,-5 1 7 0,4-1-3 0,-2 4-9 16,1 2 7-16,1-2-2 0,7 2-6 0,-13 0 6 16,13 0-11-16,-14 4 0 0,7-2 11 15,3 2 4-15,1 1-4 0,0 1 2 0,0 0-13 16,3-2 16-16,0 3 2 0,3 1-10 0,0-1 0 15,0 1 5-15,4 0 8 0,1 1-10 16,-1-1 10-16,3 2-21 0,3-2-10 0,-3 3 0 16,4-1-43-16,0-1-11 0,-4 0-12 0,4 0-55 15,0-2-81-15,-1-1-161 0,4 1-415 0,-3 0 69 16,0-1 66-16,-1-5 65 0,1 1 76 0</inkml:trace>
  <inkml:trace contextRef="#ctx0" brushRef="#br0" timeOffset="-205249.34">4459 5325 854 0,'0'4'320'0,"1"3"-15"0,2 3-26 0,-3 3-26 15,3 0-15-15,0 1-25 0,-3 4-90 0,3 0-16 16,1 2-20-16,-4-1 0 0,3-1 3 15,1 6-13-15,0-1-8 0,-1 1-18 0,0-3-18 16,1 0-12-16,-1 0-37 0,1 2-83 16,-1 0-96-16,4 2-422 0,-4-5-36 0,4 1 42 15,-4-4 65-15</inkml:trace>
  <inkml:trace contextRef="#ctx0" brushRef="#br0" timeOffset="-203765.75">1820 3643 527 0,'3'-1'169'16,"-3"1"-26"-16,0 0 0 0,0 0-30 15,0 0-8-15,0 0 0 0,0 0-23 0,0-6-8 16,0 6-15-16,0 0-8 0,0 0 3 0,0 0 7 15,0 0-17-15,0 0 2 0,0 0 0 16,0 0 10-16,1-5-7 0,-1 5-3 0,0 0 8 16,0 0 2-16,0 0-33 0,0 0 23 0,0 0-10 15,0 0 5-15,0 0-3 0,0 0 65 16,0 0-6-16,0 0-2 0,0 0-13 0,0 0-6 16,0 0-6-16,-11 12-6 0,8-5-11 0,0-4-2 15,0 4 1-15,-1 0-6 0,0 1-13 16,0 1 3-16,1 0 0 0,-4 0-11 0,4 2 3 15,-4 1-12-15,0-1 4 0,0 3-12 16,1-3 10-16,0 3-3 0,2-3 1 0,-3-1 7 16,3 3-16-16,1-4 11 0,-1 1-13 0,1-2 11 15,3-1-21-15,-3 0-1 0,-1-3-14 0,2 3 2 16,2-1-2-16,0-6 9 0,-1 4 4 0,1-4-9 16,0 0 1-16,0 0 2 0,0 0-2 15,0 0 7-15,0 0 3 0,0 0 2 0,10-18-2 16,-7 7-15-16,0 3 12 0,1-6 11 15,-1 0-8-15,1 0 10 0,3-1-3 0,-6-1 14 16,5 1-6-16,-2 3 5 0,-1-1 3 0,3 1 8 16,-3-1 7-16,-2 2-15 0,6 1 15 15,-4-1 8-15,-2 3-8 0,2 2-7 0,0-2 5 0,0 2-16 16,1 1 3-16,2 0-10 0,-1 4 10 16,1-3-3-16,-6 4-2 0,14 0 2 0,-3 5-7 15,1 3-3-15,-1-3 8 0,3 6 10 16,2 0-8-16,-1 3-5 0,1 0-4 0,-2 1-4 15,0 2-2-15,3 1-20 0,-4 2-11 0,1-3-41 16,-4 2-53-16,0-1-116 0,4 0-468 16,-4 1 8-16,-3-6 94 0,-3-1 41 0,0-2 72 15</inkml:trace>
  <inkml:trace contextRef="#ctx0" brushRef="#br0" timeOffset="-203299.65">952 3321 901 0,'0'-7'314'16,"0"7"-37"-16,3-8-29 0,1 4-28 16,2-2-23-16,2 2-15 0,1-4-13 0,5 0-18 15,0-1-18-15,0 2-15 0,3-2-3 0,2 0-25 16,0-2 2-16,1 1-10 0,0 0-11 16,1 1-4-16,-1 1-3 0,-3 0-15 0,-2 0 7 15,1 1-13-15,-1 2-32 0,-3 0-6 0,-2 0-46 16,1 0-49-16,-4 0-81 0,-1 4-42 0,1 0-58 15,-3-1-389-15,-4 2 20 0,0 0 43 16,0 0 52-16</inkml:trace>
  <inkml:trace contextRef="#ctx0" brushRef="#br0" timeOffset="-202949.09">1208 3378 534 0,'6'16'233'0,"3"-1"-23"16,-3-3-18-16,0 2-25 0,-2-3-1 0,2 2-18 15,-1-2-84-15,1 0 39 0,-5 1-24 0,2-2-2 16,0 1 84-16,-3 1-10 0,0-3-12 16,0 2-17-16,-3-1-6 0,2 1-1 0,-2-2-8 15,0 1-17-15,-4-3 10 0,3 2-6 0,-2-1-9 16,2-1 12-16,-3-3-15 0,1 0-5 15,-1-2 0-15,0 0-11 0,7-2-68 0,-14 2-4 16,4-4-6-16,10 2 19 0,-14-2 19 0,7 0-13 16,7 2 5-16,-14-4-13 0,8 1 5 15,6 3-5-15,-10-1-15 0,6-3 5 0,4 4-18 16,-10-3-16-16,10 3-7 0,-7-4-46 0,7 4-20 16,-6-2-47-16,6 2-13 0,0 0-32 15,-7 5-14-15,2-4-69 0,2 3-94 0,0 2-256 16,3 0 84-16,-3 2 23 0</inkml:trace>
  <inkml:trace contextRef="#ctx0" brushRef="#br0" timeOffset="-197116.72">1522 3870 685 0,'0'0'208'16,"0"0"-32"-16,0 0-9 0,-6-3-44 0,6 3-6 16,0 0-14-16,0 0-1 0,0 0-25 0,-3-6 18 15,3 6-13-15,0 0-11 0,0 0-17 16,0 0-5-16,0 0-8 0,0 0 5 0,0 0-3 16,0 0-2-16,0 0-2 0,9 17-6 15,-8-11 8-15,2 1-21 0,1-3 11 0,-1 4-3 16,-2-2 0-16,2 2-23 0,3 0 18 0,-3 1 13 15,1-1-15-15,-1 3-21 0,4-3 13 0,-3 2 5 16,0-2 5-16,2 4-3 0,-3-3 0 0,1 2-2 16,3-1-18-16,-1 0 23 15,-2 1-7-15,2-2-9 0,1 3 6 0,-4-4-15 0,5 6 17 16,-4-3-10-16,2 2-2 0,-2-4-1 16,2 4 1-16,1-2 5 0,0 0-80 0,0 2 5 15,-3-4 21-15,2 2-7 0,1-1 4 16,0 3 5-16,-3-4 14 0,2 1-1 0,0 0 26 15,-2-2-13-15,3 5 20 0,0-5-32 0,-3 3 9 16,2-3 3-16,0 2 13 0,2 0-20 0,-1 1 20 16,-3-3-6-16,2 2 11 0,1 0-18 0,0-1 26 15,0 4-8-15,-1-2-5 0,1-3-3 16,0 2-5-16,0 3 8 0,-1-2-2 0,1-3 9 16,0 2 6-16,-3 2-23 0,3-3 17 15,-1-1-20-15,1 3 18 0,-3-3 8 0,3 2-13 16,-1 0 18-16,1 0-16 0,0 0 8 15,-3 0 8-15,6 0-11 0,-6 0-7 0,2 1 8 16,1 0-1-16,0-1 1 0,0 2-6 0,-1-3 16 16,1-1-8-16,-1 3 3 0,2-3-16 0,-4 2 3 15,2-2-10-15,1 1 17 0,-3-1 34 0,2 0-28 16,1 1-16-16,0-1 11 0,-3 0-1 16,2-1 6-16,0 2 7 0,2-1-9 0,-4-1-1 15,2 0-10-15,0 1 7 0,-2-2 3 16,3 1-2-16,-3 0 2 0,2 1 3 0,1-2-1 0,-4 2-12 15,4-3 8-15,-2 1-11 0,1 2 11 16,-3-2-11-16,1-1 8 0,-1 1-8 0,3 0-5 16,-2-2 6-16,1 3 7 0,1-2 7 15,-3-1 9-15,1 1-1 0,2-1-5 0,-2 1-12 16,3-1 2-16,-3 0 13 0,2 2-3 0,-3-3-20 16,1 0 30-16,2 2-10 0,-2-1 6 15,3 0 2-15,-3-1-16 0,2 2 19 0,-2-3-34 16,2 4 36-16,1-3 2 0,0 2-12 0,-4-2-8 15,4 1-5-15,-4 0-2 0,4 1-8 0,-2-3 2 16,1 2 10-16,-2 0 4 0,2 2 12 16,1-2-16-16,0 1 1 0,-3-3-3 0,2 5 0 15,0-4 12-15,1 1-12 0,-4 0 3 0,5 1 2 16,-5-3-5-16,4 2 82 0,-4 0-10 16,4-1-3-16,-4 2-15 0,2-3-13 0,1 3-1 15,-2-3 4-15,2 1-8 0,-2 1-8 16,-4-4-18-16,13 3 16 0,-9-2-1 0,0 4-2 15,2-4-7-15,0 0 2 0,-2 4 5 0,3-4-10 16,-3 2-3-16,2-1 5 0,1 1-7 16,-7-3 5-16,11 3-6 0,-5 1 4 0,-2-2-4 0,2-1-2 15,-6-1 0-15,10 6 3 0,-2-5 0 16,-4 0-13-16,-4-1-3 0,12 3 26 0,-5-2-5 16,0 2-8-16,-7-3-5 0,11 0 5 0,-4 1 3 15,-7-1-11-15,13 0-7 0,-13 0 12 16,13 2 1-16,-6-2-3 0,-7 0 3 0,12 0 12 15,-12 0-10-15,13 0 8 0,-4 0-6 16,-9 0-9-16,12-2 4 0,-12 2-4 0,16-1-3 16,-9 1 5-16,0-3 2 0,-1 2 1 0,2 0 5 15,-8 1-8-15,17-2 0 0,-10 1 5 0,2 0 5 16,-1-2-2-16,-1 1-1 0,2 0 6 0,-2 2-10 16,4-5-3-16,-4 4 0 0,2-1 2 15,-2 1-2-15,4-3 10 0,-1 1 1 0,0 2-4 16,-2-5-7-16,2 4 3 0,0-3 2 0,1 2 16 15,-2 2-9-15,1-4-4 0,1 2-8 16,2-3 5-16,-3 4 5 0,1-4-7 0,-1 3 0 16,0-2 2-16,1 1 7 0,-1-1 9 0,4 1-26 15,-4-2 15-15,0 0-5 0,1 2-2 16,-4-2 2-16,2 0 5 0,1 2 0 0,1-3-2 16,-4 0-5-16,3 3 4 0,0-3-9 0,-3 0 4 15,3 0-2-15,-3 3 3 0,1-3-1 0,1-1 1 16,-2 2-3-16,-1-2 10 0,2 1-7 15,-1-1 10-15,-1-1 2 0,1 2-10 0,-1-2-2 16,2 0-6-16,-4 1 0 0,3-2 11 0,-1 2-3 16,-2-2 8-16,3 1-8 0,0 0 5 15,-1-3-7-15,0 2 5 0,1-1-1 0,1-3-2 16,-2 2 1-16,1-3-4 0,-3 2-4 0,2 0 22 16,1-1-23-16,0 0 14 0,-3 1 9 15,2-3-7-15,-2 2-3 0,3 2-12 0,-3-2 17 0,2 2-56 16,-2-3 0-16,2 0-10 0,-3 4 18 15,0-4 2-15,2 1 3 0,-1-1 5 0,-1 1 5 16,3 0 5-16,-3-3 64 0,4 2-2 0,-4 0-3 16,2 1-8-16,1-3 1 0,-5 2-1 15,5-2 3-15,-2 2-5 0,2-2-8 0,1 1 0 16,-4-1 0-16,1 0-5 0,-1-1 16 16,1 3-3-16,2-3-8 0,-5 1-5 0,2 0 0 15,1 0 13-15,-1 0-11 0,1 1 1 0,-1 1-11 16,0-1 1-16,0 0-4 0,0 0 17 15,1 3-6-15,-4-1-18 0,3-1 15 0,0 3 1 16,-1-2 2-16,1 3 5 0,0-2-10 0,-2 2-11 16,1 1 11-16,-1-2-13 0,2 2 3 0,0-1 8 15,0-2 4-15,-2 2-15 0,2 2 8 0,0-4 0 16,-3 1 0-16,3-1-8 0,1 3 0 16,-3-1 0-16,2 2-8 0,0-3 8 0,-2 3 13 15,1-1-7-15,2 2-9 0,-4-1 3 0,0 2-5 16,3 0 5-16,-3 3 3 0,0-4 2 15,1 4 1-15,1-3-9 0,-2 7 6 0,0-10-8 16,1 6-23-16,2 0-18 0,-3 4-13 0,0-4-30 16,0-1-44-16,0 5-70 0,0-4-178 0,0 4-420 15,0 0 95-15,-10 0 17 0,10 0 88 16,-16 2 56-16</inkml:trace>
  <inkml:trace contextRef="#ctx0" brushRef="#br0" timeOffset="-172169.77">27069 14055 698 0,'0'0'205'0,"0"0"-10"16,0-7-19-16,0 7-2 0,0 0-7 15,0-7-98-15,0 7 5 0,0 0 5 0,0-7 3 16,0 7-8-16,0 0-2 0,0 0 5 16,-6-3-26-16,6 3 8 0,0 0 0 0,0 0-8 15,-7-5-15-15,7 5 2 0,0 0 1 0,0 0-6 16,-17 7 5-16,13-1-4 0,-2-4-1 0,-2 8-20 15,1-3 7-15,1 1 1 0,2 4-1 16,-2 1-4-16,-2 1-1 0,2-3 10 0,2 6 1 16,1-2 15-16,0 2-8 0,2 1-10 0,-2-3-10 15,3 3-5-15,0-1 5 0,3 1-1 0,-2-3-4 16,5 2 20-16,-2-2-2 0,2 1-34 16,2-4 3-16,1 2 2 0,-2-3 9 0,3 2-4 15,1-5-2-15,-1 0 5 0,4-1 6 0,-1-3-1 16,-2 0 5-16,3-2 3 0,-4-1-10 15,4-1 2-15,-1-1 8 0,0-5-21 0,-2 4 8 16,4-6 13-16,-3-1-7 0,-1-5-4 0,-1 3-7 16,2-6 0-16,-4-1 8 0,-1-3-11 15,1 1 16-15,-5-3-10 0,0 1 7 0,-3 4 0 0,0-3-2 16,0 0-8-16,-3 3-3 0,0 0 72 16,-2 0-2-16,-1 3-8 0,-1-1-10 0,-3 1 2 15,-1 2 2-15,1 1-6 0,0 2 1 16,-4 1-81-16,1 1-5 0,-1 2 22 0,2-1-2 15,-4 5 3-15,3 0 0 0,0 2-1 0,-2 0 19 16,2 4-16-16,-4 0 8 0,4-1-3 16,-2 5 13-16,5 0-2 0,-4 1-6 0,4 1-4 15,3 3 19-15,1-3-22 0,0 0 0 0,1-2 2 16,2 4 3-16,3 0 5 0,3-4 10 0,3 2-2 16,-1-2-8-16,5 1-8 0,3 1 11 15,4-4 10-15,0 3-13 0,4-1-26 0,3-1 0 16,2 0-40-16,0-4-31 0,0 5-65 15,1-1-50-15,-2-6-31 0,5 6-456 0,-5-2 82 0,-4-2 44 16,2-1 63-16</inkml:trace>
  <inkml:trace contextRef="#ctx0" brushRef="#br0" timeOffset="-171786.91">27466 14249 563 0,'-7'7'204'16,"0"-1"-19"-16,0 0-9 0,0 7-12 0,-2-3 54 16,1 5-19-16,1-5-9 0,1 7-24 0,-1-3-22 15,4 1-19-15,1-1-7 0,-1 1-6 16,3-3-20-16,3 1-5 0,-2-1-35 0,3 1-50 16,1-3 1-16,0 3-3 0,2-5-18 0,3 3 23 15,-3-4-10-15,3-1 5 0,0-1 13 0,4 0-1 16,-4-3-6-16,1-2 4 0,-1 0-5 15,0-2 3-15,1-3 2 0,-1 0-2 0,0-1 7 16,0-4-18-16,-3-4 8 0,0 3 1 0,-4-5-9 16,2-1 21-16,-4 0 8 0,0-4-34 15,-2 3 21-15,0 3 7 0,-4-2 19 0,-1 3-16 16,2 0 7-16,-2-1 4 0,-2 7-14 0,-2-3-7 16,0 3 7-16,-1 0-7 0,1 3 10 15,-3 2-7-15,2 2-6 0,-2 2-3 0,-1 0-9 16,4 5-24-16,-3-2-7 0,1 5-41 15,1 3-34-15,2-1-102 0,-1 1-143 0,7 1-318 16,3-1 78-16,0 0 40 0,0-1 41 0</inkml:trace>
  <inkml:trace contextRef="#ctx0" brushRef="#br0" timeOffset="-171519.46">27876 14409 650 0,'-13'12'174'15,"9"-7"-21"-15,0 2-9 0,0 1 2 16,1 2-11-16,-3-2-22 0,2 5-6 0,1-2-9 15,-3 1-14-15,1 1-22 0,-1 3 2 0,5 0-24 16,-5-1-50-16,3 1-82 0,-1 0-128 16,1 1-374-16,3-1 64 0,-3-3 41 0</inkml:trace>
  <inkml:trace contextRef="#ctx0" brushRef="#br0" timeOffset="-170919.36">28180 14016 611 0,'-17'7'243'0,"10"-2"-15"0,2 0-18 0,-3 3-18 15,4 4-20-15,-6 0-19 0,6 1-20 0,-2 0-10 16,2 4-13-16,-2-1-15 0,5 1-3 0,-6 0-13 16,4 1 1-16,3-1-9 0,0-1-7 15,-3 3-23-15,3-6 3 0,3 4 5 0,-3-7-14 16,3 5-1-16,1-3 7 0,0-1-11 0,-1-1 9 16,4 0-1-16,-1-3-5 0,1 1 8 15,1 0-7-15,4-2 9 0,-2-3-4 0,2-2-19 16,1-1-5-16,-2 0-4 0,5-1 9 15,-2-2-12-15,0-4 2 0,-1 0 8 0,4-1-3 16,-4-4 8-16,-1-1-10 0,1-4-5 0,-2-2 12 16,-1 0 14-16,-1-1-14 0,-5-5 59 0,3 4-17 15,-6-2-3-15,-1 0-8 0,0 5-2 16,-1-2-3-16,-6 0-3 0,4 3-2 0,-4 2-8 16,3-2 8-16,-5 5-10 0,-2-1 0 0,1 3-13 15,0 1 10-15,-1 0-3 0,-2 2-4 0,2 1-11 16,1 4 13-16,-3 2 0 0,2 0-10 15,-2 2-3-15,3 3 8 0,-4 2-8 0,0 2-4 16,3 0-1-16,-2 1 5 0,3 3-10 0,-1-1 10 16,5 1 8-16,-1-1-13 0,3 1 13 15,1-1-15-15,-1 1 2 0,4-1 0 0,4 1 3 16,-1-1-1-16,-2-4 1 0,8 6 5 0,1-3-1 16,1-1-1-16,3-3-4 0,0 1 1 0,3 0-23 15,3 1-3-15,-3-5-36 0,4 0-28 16,3-2-28-16,-4 2-77 0,4-3-92 0,-3 0-161 15,3-2-323-15,-1-1 75 0,-2-3 53 0,0-2 74 16,-1 1 72-16</inkml:trace>
  <inkml:trace contextRef="#ctx0" brushRef="#br0" timeOffset="-170735.75">28608 14087 601 0,'0'0'187'0,"0"0"-10"15,0 0-9-15,0 0-1 0,0 0-6 0,-10 14-5 16,10-7-5-16,-1 3-20 0,-3 5-8 0,1-2-6 15,0 3 1-15,3 2-18 0,-1 1-3 0,0 0-17 16,1 3-4-16,0-4-12 0,1 4 11 16,0-1-22-16,-1 4-1 0,3-2-40 0,-3 2-27 15,7 0-41-15,-6 0-88 0,-1 2-176 0,3 0-363 16,0-2 102-16,-6 0 41 0,0-2 59 16</inkml:trace>
  <inkml:trace contextRef="#ctx0" brushRef="#br0" timeOffset="-169037.32">26789 15105 683 0,'0'0'248'16,"0"0"-17"-16,0 0-27 0,0 0-7 0,0 0-20 16,0 0-34-16,21 1 1 0,-21-1-16 0,16 0-13 15,-6 0-5-15,-2 0-8 0,5 0-7 0,4 0-8 16,-3-1-28-16,3 1 8 0,0-1-9 16,7-2 1-16,0 1-8 0,4 0-4 0,2 1-12 15,-2-4 14-15,6 5-16 0,5-4-5 16,-3 0 1-16,4 1 1 0,-1-1 4 0,-2 1-24 15,4 0 21-15,-4-1-3 0,2 1-10 0,-2-1 0 16,1 3-8-16,-1-3-5 0,-3 1 5 0,6-2-5 16,-4 0-5-16,4 1 5 0,-2-2 3 15,3 1 0-15,-3-1 10 0,2 1-3 0,-2-2-12 16,4 3 4-16,-2-2-7 0,-2-1 11 0,6 3-6 16,-3 0 5-16,-3 0-5 0,4-2 5 15,-5 4 0-15,3-3 1 0,-6 4-6 0,0-2 8 16,0-1-8-16,-6 4-3 0,7-4 1 0,-8 1 2 15,4 1-74-15,-1 0-3 0,-2 0 21 16,-4-2-8-16,0 4 3 0,0-3 7 0,-1-1 16 16,-2 3-8-16,0-1 3 0,-1 1 20 0,0-3-5 15,-5 4 5-15,1-2 10 0,-1 1-2 0,1 0 2 16,-1-1 3-16,-2 2 5 0,0-4-10 16,1 4 25-16,1-1-23 0,-2-1-7 0,-3 1 5 15,4-3-3-15,-4 4 13 0,0 0-3 0,1-3 6 16,-2 2-16-16,-2-2 21 0,0 1 0 15,4 1-16-15,-5-1 10 0,1-3-14 0,0 5 14 16,3-3-4-16,-6-2 12 0,5 3-13 0,-2-3 3 16,-3 2 0-16,3 0 8 0,0-2 0 15,-1-2 2-15,-2 3 8 0,4-3-10 0,-2 0 4 16,-3-2-4-16,1 0-13 0,2-4 7 0,-2 2 1 16,-1-3-3-16,0 1 0 0,-3-4 0 15,6-4 5-15,-5 4 0 0,-1-4-7 0,0-1 12 16,0-4 5-16,0-1-17 0,-1-3-3 0,-5-5 5 15,6 0-6-15,-3-2 6 0,0-1 6 0,-1-1 4 16,-2-1-5-16,2-10 21 0,-2 12-24 16,3 1-4-16,-2 4 7 0,0-2-10 0,-3 2 76 15,5 1-14-15,-4 0-4 0,3 4-9 0,0 1-1 16,1 2 6-16,-1-3-11 0,-2 3-9 16,3 3-1-16,-1 0 0 0,1 4 3 0,-4-1-8 15,3 3 5-15,1 0-13 0,0 1-2 0,-1-1 10 16,1 6-5-16,-1-3-13 0,-3 3 18 0,4 0 13 15,-4-3 0-15,1 3 0 0,2 3-11 16,-2-3-10-16,-2 2 1 0,3-1-6 0,-3 1 13 16,1 0-8-16,-1 1 6 0,-1-1-3 15,-1 5 5-15,-1-4-10 0,1 2-3 0,-3 2 0 0,0-1-5 16,-2-1-5-16,-3 3 5 0,-1-3 3 16,1 4-8-16,-1 1 18 0,-3-2-10 0,0 2-1 15,-4-1-12-15,-3 2 5 0,-3-1 3 0,1 2 4 16,-6-2 1-16,-1 0 8 0,-4 1-16 15,1 4-8-15,-2-3 13 0,1-2-5 0,-2 5 3 16,-1-1 4-16,4-1-4 0,-3 2-11 16,-1 1 3-16,-13-2 5 0,11 2 0 0,5 1-3 0,1-4-2 15,-2 4 8-15,1-2 5 0,1 0-1 0,3 0-17 16,-6-2 10-16,6 3 0 0,-2-3 3 16,1 2-3-16,2 0 2 0,0 0 1 0,5-4-6 15,-1 4 8-15,2-3-7 0,0 3-3 0,3 0 10 16,-5-1 2-16,5-1-4 0,0 1-6 15,-2 0 6-15,6 1-6 0,1-3 6 0,1 1-3 16,-1 2-5-16,3-3 2 0,-1 2 8 0,5 0-15 16,-2-4 0-16,0 6 2 0,2-2 6 15,1 0 4-15,-1-1-4 0,2-2 2 0,1 5 0 16,-2-3-3-16,2 2 8 0,3-2 0 0,-4 2-10 16,4-3 5-16,-4 4 3 0,4-4-3 15,0 0-3-15,4 2 3 0,-3-2-5 0,0 0-5 16,2 2 15-16,0-1 10 0,0-3-12 0,7 0-6 15,-10 6-2-15,5-4 13 0,-4 0-3 0,5 2-5 16,-2 0-5-16,2 0 13 0,-2-1-14 0,2-2 1 16,-3 4 0-16,3-3 8 0,-2 3-8 15,3-3-3-15,-1 1 8 0,-2 2 8 0,3-3-6 16,-2 4 1-16,-1-4-6 0,5 4-5 0,-5-2 19 16,3 1-11-16,2 1-11 0,-5-2 9 15,3 3-6-15,3 0 13 0,-4 0-7 0,3-1 2 16,-2 2 2-16,3 5 3 0,-3-4-10 15,3 2 3-15,-3 4 15 0,3 0-11 0,0 2-2 16,0 0 0-16,-1 1 3 0,1 5 4 0,-3-4 1 16,3 6-5-16,-3 0 4 0,3 0 1 0,-3 1 0 15,3 4-1-15,-1-3-4 0,0 4 7 0,1-2 0 16,-5 7 1-16,5-1-11 0,0 1 5 0,0 1 18 16,5-2-16-16,-4 0-12 0,0-1 10 15,2 1 11-15,0 3-8 0,4-2-6 0,-4 1 8 16,1-1-5-16,3-1 1 0,0 3 9 0,-1-4-2 15,-2 0-1-15,5 0-9 0,-1 0 0 16,-1-3-1-16,1-1-2 0,1 0 3 0,-5-3-1 16,5-2 3-16,-5-2 3 0,3 0-5 0,0-3 4 15,3 2-2-15,-4-6-12 0,-2 1 4 16,3-5 1-16,0 1-1 0,-3-4 8 0,2 1-5 16,4-3 10-16,-2-4-89 0,5 2 33 0,0-3-18 15,8-4 0-15,0-3 3 0,6 2 4 0,1-4-30 16,3 0-20-16,3-1-39 0,3-2-187 15,-3 3-419-15,0-1 43 0,0 1 89 0,-3-4 80 16,-1-5 33-16</inkml:trace>
  <inkml:trace contextRef="#ctx0" brushRef="#br0" timeOffset="-167852.8">23326 12734 796 0,'0'0'235'0,"-7"-1"-17"0,7 1-26 15,0 0-21-15,0 0-5 0,0 0-7 16,0 0-15-16,0 0 48 0,0 0-16 0,0 0-22 15,27-7-8-15,-17 4-8 0,5 1-23 0,4-3 0 16,2 3-5-16,6-4-18 0,-2 3-10 16,5-1-5-16,-2-1-10 0,0 0-34 0,-1 4-23 15,-1 0-43-15,-5-1-23 0,0-2-70 0,-4 4-102 16,-3 0-135-16,-1 1-338 0,-3-1 58 16,-3 3 49-16,-7-3 67 0</inkml:trace>
  <inkml:trace contextRef="#ctx0" brushRef="#br0" timeOffset="-167570.55">23479 12748 596 0,'-3'8'251'15,"3"1"-21"-15,0-1-94 0,3 2 10 0,2 7-34 16,1-2 11-16,1 3-18 0,3 0 5 0,1 4-20 16,5 2-16-16,-1 1-7 0,-2 1 9 0,4 1 9 15,-3-1-42-15,0-1 85 0,-1 0-5 16,-3-1-5-16,-2-3-11 0,1-1 6 0,-5-2-16 15,-1 0 1-15,-3 1-4 0,-3-1-4 0,-4-2-6 16,-4 1-7-16,1 0-10 0,-6-1 4 0,-2-5-4 16,0 4-3-16,-1-5-5 0,-2 0-11 15,-3-3-7-15,7 1 5 0,-3-6-12 0,-1 3 2 16,1-3-6-16,2-1 6 0,2-2-10 16,1-2-21-16,-1-1-26 0,2 2-35 0,4-2-44 15,3 0-20-15,-1-4-118 0,2-1-215 0,6 1-313 16,3-2 114-16,0-4 73 0,5 1 39 0</inkml:trace>
  <inkml:trace contextRef="#ctx0" brushRef="#br0" timeOffset="-167303.32">23958 12581 793 0,'0'0'235'16,"-14"8"-9"-16,8 0-21 0,-1 3-26 0,3 7-10 16,-2 3-8-16,-2 0-8 0,2 7-9 0,-1 2-16 15,1 2 0-15,2 0-21 0,-2 1-17 16,1 2 63-16,2-2-12 0,3 7-15 0,0-5-14 16,-3 5-27-16,6-5-11 0,0 0-36 0,2-2-35 15,1-1-34-15,1 2-35 0,0-7-88 16,5-3-102-16,-4 0-453 0,5-6 62 0,-1-2 42 15,1-3 53-15</inkml:trace>
  <inkml:trace contextRef="#ctx0" brushRef="#br0" timeOffset="-166870.79">24159 12922 852 0,'-10'0'258'0,"10"0"-32"0,-10 9-29 15,4-3-8-15,-1 3-17 0,0 1-14 0,4 0 39 16,2 4-12-16,-2-3-14 0,0 6-25 0,3-4-5 16,3 3-23-16,-3-1-11 0,4 1-17 15,-1-1 2-15,4 0-5 0,0-1-23 0,0-3 8 0,2-1-19 16,1-2 1-16,1-2-85 0,1-3 11 16,0-2 10-16,-1-2 20 0,2-3-25 0,1-2-3 15,-1-3 2-15,2-4 6 0,-3 0 8 0,-1-5-4 16,-1-3 4-16,-3 1-11 0,-3-5 3 15,-1 0 0-15,-3-3 2 0,-3 1-7 0,-1 2 9 16,1 0 12-16,-4 2 11 0,0 3-17 0,-3-1 3 16,3 3 15-16,-3 6-5 0,-1-2-6 15,-2 6-4-15,-1-1 10 0,1 7-16 0,-2 0 13 16,2 2 3-16,-3 3-8 0,1 0 6 0,-2 5 7 16,4-1-8-16,3 1 10 0,-2 3-10 0,3 2-4 15,2-2 4-15,1 2-13 0,1-2 11 0,2-2 10 16,3 5-16-16,3-4-2 0,1 4 16 15,3-3-14-15,0-1 14 0,3 2-9 16,4-1 6-16,-1-2-8 0,3-1-18 0,-1-1-12 0,3 0-14 16,1-3-50-16,2 1-39 0,-3-2-95 0,-2 3-161 15,2-5-322-15,1-1 43 0,-4 0 89 16,-2 0 68-16</inkml:trace>
  <inkml:trace contextRef="#ctx0" brushRef="#br0" timeOffset="-166170.38">24454 13134 749 0,'0'0'315'0,"0"-8"-38"0,0 8-21 0,0-8-34 15,0 8 1-15,0-4-39 0,0 4-20 0,0 0-13 16,0-6-18-16,0 6-17 0,-3-6-1 16,3 6-15-16,0 0-11 0,0 0-7 0,0 0-8 15,-1-5-17-15,1 5 1 0,0 0 12 0,0 0-22 16,0 0 9-16,0 0-14 0,0 0-5 15,0 0 1-15,0 0-8 0,0 0 2 0,0 0-5 16,-13 11-2-16,12-4-6 0,-2-1-5 0,3-1-4 16,-3 3 9-16,3 1-7 0,-3 0-5 0,3 4-6 15,0-2 1-15,0 0 15 0,0 0-18 0,3-1 0 16,0 3 10-16,1-1-2 0,3-4-1 16,-1 3-7-16,1 1 11 0,0-4-4 0,1 0 3 15,2-1 1-15,-1-3-4 0,2 2 1 16,-4-2 2-16,3-4-5 0,-3 0 3 0,-7 0 0 15,14-1-1-15,-5-2 1 0,-5-3-3 0,2-1 3 16,-5-1 5-16,3-2-6 0,-1-1 1 0,-6-4-11 16,3 0 21-16,-5-2-18 0,-1 0 6 15,3 1 4-15,-4-1 8 0,3 0 7 0,-6 6 9 16,3-3-17-16,1 6 9 0,-1-3-5 16,-4 4-4-16,6 0-11 0,-6 4-52 0,4-1-6 0,-4 4-14 15,11 0-6-15,-13 1-28 0,3 5-23 16,2 1-38-16,2 0-100 0,-4 4-141 0,9 2-343 15,-2-1 82-15,3-2 46 0,4 3 72 0</inkml:trace>
  <inkml:trace contextRef="#ctx0" brushRef="#br0" timeOffset="-165970.86">24738 13276 1041 0,'0'0'302'0,"0"0"-33"0,0 0-23 16,-17 15-34-16,13-6-27 0,-3-1-6 0,1 0-18 15,-1 2-15-15,3 3-21 0,-6-1-12 16,3 3-46-16,-3-1-34 0,4-3-59 0,-5 6-81 16,4-2-152-16,0-1-455 0,4-3 72 0,0-1 73 15,2-2 42-15</inkml:trace>
  <inkml:trace contextRef="#ctx0" brushRef="#br0" timeOffset="-165487.04">24888 12839 660 0,'-5'8'264'0,"0"3"-16"0,-1 2-18 0,1 3-22 16,-1 2-37-16,5 0-20 0,-2 0 82 0,3 6-38 16,0-2-21-16,3 3-21 0,-2-3 3 15,5 2-23-15,2 1-15 0,0-7-13 0,-3 2-18 16,5-4 5-16,-2-2-10 0,2-3-13 0,2-1 3 16,-1-5-8-16,-1 1 3 0,1-6-11 15,2 1-89-15,-3-2 10 0,2-6 15 0,-2-3-10 16,3 2-5-16,-2-9 8 0,-1 2 4 0,0-3-2 15,0-7 6-15,-6 0 2 0,2 0 2 16,-2 0-5-16,-1-3-4 0,-3 0 14 0,0 7-2 16,-3-2 3-16,-1-2 2 0,-2 6 10 0,-1 2-5 15,0 3 8-15,-3-1 3 0,0 6-3 16,-3 2 0-16,-2 3-3 0,1 3-7 0,1 1 17 16,-2 3-7-16,-1-1-5 0,0 5 13 0,-2 0-6 15,7 3 1-15,-2 1-3 0,3-1-3 0,-1 1-10 16,4 2 5-16,1-1 6 0,2-2-9 15,1 3 1-15,0-3-5 0,3 4-11 0,3-3 5 16,2 0 19-16,0 2-6 0,2-2-10 0,4 2-10 16,2-4-6-16,0 1-27 0,1-2-54 0,3 1-47 15,0-3-107-15,-3 2-250 0,6-4-224 0,-2 3 52 16,0-6 59-16,-5 0 81 0</inkml:trace>
  <inkml:trace contextRef="#ctx0" brushRef="#br0" timeOffset="-165286.69">25285 13033 941 0,'0'8'297'0,"0"-1"-23"0,0 3-18 0,-1 3-28 16,2-1-100-16,-1 3-3 0,0-1-25 0,3 1-2 15,-3 1-11-15,3-1-11 0,0 3-22 16,-2-3-39-16,2 2-40 0,-3-3-29 0,4-3-128 15,-1 3-148-15,-2-3-312 0,5-1 38 0,-3-1 92 16</inkml:trace>
  <inkml:trace contextRef="#ctx0" brushRef="#br0" timeOffset="-164970.75">25449 12476 783 0,'14'15'297'0,"-11"-5"-18"0,4 5-23 16,-1 2-21-16,2 5-22 0,5 4-6 0,-3 2-30 15,4 4-6-15,0 10-20 0,0-7-2 0,-1 6-9 16,-3-3-24-16,1-4-4 0,-5-1-7 0,1 1-5 15,-4-1-13-15,1 0-13 0,-4-6-79 16,0 3 15-16,-1-3-5 0,-5 1 1 0,3-3-12 16,-7 4 6-16,-1-1 6 0,1-6 11 0,0-1-1 15,-1-1-19-15,1 0-4 0,-3-3-47 16,2 1-64-16,1-5-53 0,0-1-280 0,3-5-261 16,0 0 37-16,3-6 81 0,4-1 77 0</inkml:trace>
  <inkml:trace contextRef="#ctx0" brushRef="#br0" timeOffset="-164802.18">26064 12764 854 0,'9'-6'313'0,"1"4"-88"0,-2 1-71 15,3-2-98-15,-1 3-194 0,0 4-449 0,4-2 65 16</inkml:trace>
  <inkml:trace contextRef="#ctx0" brushRef="#br0" timeOffset="-164636.44">26078 13026 924 0,'-5'5'386'16,"5"-5"-28"-16,-6 2-30 0,6-2-54 0,0 0-21 15,0 0-30-15,0 0-21 0,0 0-10 0,0 0-36 16,24-7-28-16,-17 4-53 0,4 1-24 0,-1-3-102 16,4 4-164-16,-4 0-561 0,3-1 93 15,-2-2 40-15,-1 2 59 0,0-3 80 0</inkml:trace>
  <inkml:trace contextRef="#ctx0" brushRef="#br0" timeOffset="-164070.93">27264 12033 875 0,'0'0'225'0,"-2"-7"-20"0,2 7-28 0,-5 0-19 16,5 0-7-16,0 0-5 0,-3 13-13 0,0-4-7 16,3 1-14-16,-1 5-7 0,-2 2-18 15,3 1-7-15,0 0-1 0,3 4 3 0,-2 2 51 16,-1 1-10-16,3 0-31 0,0 3-33 16,3 5-28-16,-2-2-49 0,3 1-80 0,-3-2-145 15,3 2-432-15,-4 0 14 0,3-6 80 0,-5-2 51 16</inkml:trace>
  <inkml:trace contextRef="#ctx0" brushRef="#br0" timeOffset="-163836.93">27029 12718 926 0,'0'0'318'0,"-5"-3"-47"0,5 3-13 0,0-7-30 15,0 7-15-15,8-8-24 0,-2 1-25 16,1 1-11-16,4 0-17 0,2-2-8 0,5 1-5 16,2-3-8-16,2 0-30 0,1 1 2 0,3-1-8 15,1 4-7-15,-2-1-34 0,7 1-25 16,-6-1-28-16,5 3-62 0,-4-2-62 0,-3 6-124 16,3 0-454-16,-6 0 29 0,1 0 83 0,-7 0 53 15,-1 2 40-15</inkml:trace>
  <inkml:trace contextRef="#ctx0" brushRef="#br0" timeOffset="-163320.45">27032 12858 790 0,'6'-8'254'0,"-2"-1"-21"0,6 2-18 15,1 0-8-15,2-2-28 0,4 5-25 16,-3-2-6-16,6-1-20 0,-3 6-12 16,1-2 1-16,2 3-22 0,-3 3-5 0,4-2 4 0,-2 6-27 15,2 1-1-15,-3 3-2 0,-1 3 5 0,0 1-2 16,-4 2-16-16,-2 1-5 0,-4 5 3 15,-4-4-72-15,-6 3-3 0,0 4 8 0,-5 1 0 16,-5-1-5-16,2 4 29 0,-9-4-14 16,-4 7 8-16,1-6-10 0,2-5-8 0,-3-3 2 15,2-1 19-15,-1 0 71 0,-1-4-15 0,3 0 18 16,2-5-23-16,1-5-3 0,1 3 0 0,3-6-2 16,-3-1-8-16,4-1-8 0,0-6 8 15,1 1 0-15,2-5-28 0,1 1 17 0,-2 0 6 16,7-3 0-16,-2 3-16 0,3 0 3 0,3 1 6 15,-1-3-9-15,1 3 6 0,1 3-8 16,5-4-3-16,-2 5 0 0,7-1 6 0,-2 4-1 16,1 0-2-16,0 2-5 0,4 3 0 0,-1-2-6 15,2 6 4-15,3 3-11 0,-2-3 10 0,1 4 0 16,3 2-7-16,-2 0-34 0,-2 1-10 16,2 3-49-16,-2-4-48 0,-1-1-146 0,4 3-438 15,-4-4-20-15,1 3 97 0,-2-6 66 0,-4-2 52 16</inkml:trace>
  <inkml:trace contextRef="#ctx0" brushRef="#br0" timeOffset="-162703.75">27507 12968 724 0,'0'0'304'0,"6"19"-86"16,-6-10-41-16,0 3-13 0,0-2-8 0,0 6-13 15,0 2-18-15,3 2-12 0,-3-1-3 0,0 2-20 16,0 0-11-16,0-2-2 0,0 2-11 0,0-3-7 16,0 3-20-16,2-6-11 0,-4-1-28 15,4 1-5-15,-2-5 0 0,0 0-6 0,0-3-27 16,0-1 15-16,0-6-5 0,0 0-6 16,0 0-1-16,0 0 22 0,0 0-10 0,-11-23 2 15,10 8 32-15,-5-3-27 0,3-1 21 0,1-4 6 16,-3 4 14-16,1-2-2 0,3 3 28 0,-2-1 21 15,0 2-3-15,0 1 0 0,3 1-5 16,0 5 3-16,-3 0-16 0,3 1-15 0,3 3 2 16,-3 1 3-16,0 5-10 0,0 0-3 0,10 0-7 15,-10 0 12-15,10 7-15 0,-6 1 10 16,3 1-13-16,-1-1-4 0,2 0 6 0,1 3-9 16,-2 1 77-16,0-3-6 0,1 1-2 0,-2-2-8 15,-2-1-10-15,2 0-3 0,1-3-5 0,-4 3 0 16,5-5-5-16,-5 1 6 0,-3-3-14 15,13 0-7-15,-13 0-6 0,16-9 4 0,-11 2 4 16,2-5-10-16,3 2 8 0,-3-7-8 16,0 2-11-16,2-5 4 0,-2-3 2 0,1-2-3 0,-2 0 3 15,-2-6-8-15,3 5-7 0,-1 1 4 16,1 1 9-16,-6 2 2 0,2 4 0 0,3 2-6 16,-5 1-14-16,2 0 12 0,0 8 0 0,-3 4-2 15,3-1-11-15,-3 4 14 0,0 0-9 0,4 14 11 16,-4-3-5-16,4 3-1 0,-4 3 4 15,4 2-6-15,-4 4 8 0,3-5-6 0,0 7 6 16,0 0-8-16,1 0-74 0,-1-2 13 0,3 2 7 16,-1-1-2-16,1-5 10 0,-2 2-8 15,2-4 16-15,-2-2 13 0,5-1-11 0,-7-3 8 16,6 0 7-16,-3-3-1 0,2 0-17 0,3-6-48 16,-3 3-51-16,3-4-171 0,0-2-490 0,1-4 111 15,2-2 25-15,3-5 84 0,-4-5 57 16</inkml:trace>
  <inkml:trace contextRef="#ctx0" brushRef="#br0" timeOffset="-161387.78">28218 11821 788 0,'0'0'258'0,"0"0"-40"16,-4-5-6-16,4 5-22 0,0 0-14 15,0 0-17-15,0 0-23 0,0 0 0 0,21-1-21 16,-21 1-5-16,17-4-8 0,-3 2 1 0,2 1-9 15,2 1-27-15,2-7-65 0,0 7-25 16,-2-4 13-16,6 0 5 0,-4 2 2 0,1-3-9 16,-4 2 1-16,5 3 4 0,-9-2-21 0,3-3 2 15,-6 5-33-15,1 0-7 0,-4-1-19 0,-7 1-28 16,10-2 26-16,-10 2-2 0,0 0-8 16,0 0-8-16,0 0 15 0,0 0 18 0,-28-1 1 15,18 1 9-15,-3 1 6 0,-1 1 23 0,-3-1 40 16,0-1-12-16,-4 4 21 0,4-1 14 15,-4-2-7-15,1 5 8 0,0-4-3 16,-1 4 8-16,1 1 33 0,4-3-28 0,-3 3 3 0,4 3-3 16,-4-3-3-16,6 3 13 0,1 2-18 15,-1-1 19-15,3 3-6 0,0-3 10 0,3 4 3 16,4 0-5-16,1-3-19 0,2 2 12 0,1-3-1 16,0 6-5-16,5-1-16 0,2-1 6 15,2 1 2-15,3 2 0 0,1 0-4 0,-1-1-9 0,2-1 3 16,3 1-8-16,-2 2-9 0,2 0 19 15,-5 0-9-15,3-1-6 0,0 0 15 0,-4-1-12 16,-1 5 5-16,1-3-8 0,-3 5 8 16,-4-1 3-16,2 2 9 0,-6-1-4 0,2 4-11 15,-3-3-4-15,-3 1 9 0,2 5 6 0,-6 0 20 16,0 0-23-16,-1 1 0 0,-3 0 2 16,-7 11-7-16,5-6 5 0,-5 0-12 0,5-4 14 15,-1-2-9-15,0-2 9 0,0 0-4 0,-2-1-11 16,5 1 5-16,-2-1-5 0,3-2 70 0,-1 1 2 15,4-4-5-15,1 2-21 0,-1-2-5 16,3-4 8-16,3-2-5 0,0-1-6 0,1-1-2 16,1-5-7-16,0 4-6 0,3-3-2 0,3-2-11 15,3-1 19-15,3-4-4 0,-2 0-4 0,2-2 2 16,6-2-9-16,0 0-1 0,1-2-13 16,7 0 0-16,-2-4 0 0,5 0-2 0,-2 1 2 15,6-1-69-15,3-2 6 0,-1 1 4 0,-7-1 11 16,-1 5 2-16,-1-4 2 0,-1 4-4 15,-8-1-13-15,0 0-3 0,-5-2 8 0,1 6-23 16,-1-2-39-16,-5-3-91 0,-1 5-106 0,2-1-412 16,-5 1 52-16,2 0 38 0,-6 0 89 15,0 0 31-15</inkml:trace>
  <inkml:trace contextRef="#ctx0" brushRef="#br0" timeOffset="-160654.54">29063 11801 573 0,'0'0'240'0,"-15"7"-25"0,8-1-20 16,-2 3 0-16,1 2-19 0,-2 6 19 0,0 8-19 16,-1 0-12-16,-2 8-10 0,0 9-77 0,2 5 2 15,-2-2-10-15,2 3 13 0,4 2 69 16,0 5-23-16,1 0-10 0,6 0-3 0,3 1-18 16,0-2-10-16,1 2-8 0,2-2 9 0,2-4-14 15,5 0-3-15,0-5-17 0,2-2-10 0,5-5-8 16,0 1-8-16,4-5-18 0,-2-8-18 15,1-4-12-15,1-4-16 0,3-1-31 0,1-2-38 16,-4-5-87-16,0-2-166 0,2 1-371 0,-1-7 55 16,-4 1 83-16,2-7 51 0</inkml:trace>
  <inkml:trace contextRef="#ctx0" brushRef="#br0" timeOffset="-159118.36">29387 12143 680 0,'0'0'272'0,"-10"5"-29"0,0-2-10 0,2 4 2 16,1 1-48-16,-2 2-15 0,-2 4-9 15,4-2-1-15,0 2-98 0,-2 3 2 0,5 1 1 16,0-3-26-16,1 2 2 0,3 1 1 0,0-1-11 16,0-1-7-16,3 2 4 0,5-4-1 0,-2 3-1 15,-2 0 13-15,6-5-16 0,0 1-2 16,0-5-2-16,0 0-3 0,1-1 2 0,-1-4 13 16,0 1-22-16,1-3 91 0,-1-1-25 0,0-4-3 15,1 0-10-15,2-3-13 0,-3-1-2 16,1-3-8-16,-1-3 5 0,-2 2-8 0,-2-4 6 15,1-6-1-15,-1 3-20 0,-3-4-2 0,-1-2 4 16,-4 0 11-16,2 0-13 0,-3 0 3 16,-3 5-3-16,2-1 21 0,-3 4-14 0,3 0 9 15,-3 2-4-15,-2 3-4 0,2-1 10 0,-1 3-8 16,-2 5-10-16,1 2-7 0,-4 3 7 0,1 0 5 16,0 6 3-16,-3-2-16 0,2 4 11 0,-1 2-11 15,4 2-2-15,-1-1 5 0,4 3-8 16,1-1 0-16,-1 2 3 0,4-2 7 0,3-1-2 15,0 3-7-15,0-1-4 0,6-3 4 16,-2 6-1-16,2-3-10 0,5-2 0 0,-1 4-87 16,0-7 5-16,4 4-21 0,1-2-17 0,-2-3-36 15,3 2-21-15,1-3-122 0,-3 0-456 0,7-1 79 16,-3-1 8-16,-2-4 87 0,0 2 61 16</inkml:trace>
  <inkml:trace contextRef="#ctx0" brushRef="#br0" timeOffset="-158703.65">29675 12368 614 0,'-5'7'192'0,"-1"-2"2"0,4 2-25 16,-3-1-18-16,1 3-18 0,-2 3-7 0,3-1-8 15,0 1-6-15,-2 2-4 0,2-1-14 0,3-1-32 16,-3 3 12-16,3 0-12 0,0-5-4 0,0 7-6 16,3-4-6-16,0-1-11 0,2 1 12 0,-2-3-1 15,5 0 10-15,-3 0-18 0,2-3-12 16,4-1 15-16,0-4-10 0,0 3 12 0,1-4-2 16,-2-1 0-16,1-1-3 0,1-4-12 15,-2 3-3-15,0-4-2 0,-2-2-1 0,-1-1 18 16,1-2-15-16,-6-3 0 0,1 0-5 0,0 2 8 15,-1-3 12-15,-4-1-22 0,-1 3 22 0,0-2 72 16,-4 0-5-16,4 7-10 0,-7-4-11 16,2 0-4-16,1 4-14 0,-3 3 8 0,-1-1-17 15,2 0-3-15,-1 5-13 0,-1-1-1 0,1 1-80 16,10 1-12-16,-16 3-22 0,8-2-23 0,4 5-21 16,-2-3-66-16,3 5-82 0,-1-1-162 15,6-1-271-15,0-4 34 0,1 4 89 0,3-2 79 16</inkml:trace>
  <inkml:trace contextRef="#ctx0" brushRef="#br0" timeOffset="-158521.09">30091 12383 913 0,'17'-7'208'0,"-3"-1"-9"0,3 5-37 0,-4-4-4 16,-2 5-17-16,6-3-18 0,-7 4-13 15,7-2-10-15,-3-1-18 0,0 2-23 0,-1 1-31 16,4 0-49-16,-6-2-68 0,3 1-126 16,-4 2-348-16,0 0 2 0,-1-1 18 0</inkml:trace>
  <inkml:trace contextRef="#ctx0" brushRef="#br0" timeOffset="-158337.99">30208 12225 634 0,'-12'8'218'16,"11"-5"48"-16,-4 2-18 0,5 5-33 0,0-3-10 15,-3 3-23-15,3 5-18 0,3-5-85 16,-3 5-23-16,0 3-12 0,0-3-8 0,5 3-29 16,-2 0-45-16,0 1-77 0,0 0-103 0,1-1-148 15,2-1-223-15,1-2 37 0</inkml:trace>
  <inkml:trace contextRef="#ctx0" brushRef="#br0" timeOffset="-157868.3">30433 12147 729 0,'0'0'256'0,"-13"11"-28"15,9-3-31-15,1 2-3 0,-1 0-30 16,3 4-8-16,0-5-17 0,1 7-17 0,0-2 68 16,1-2-31-16,-1 3-14 0,1 2-9 0,3-2-18 15,2 1-16-15,-2-3-4 0,3 1-9 16,-1 0-2-16,5-3-15 0,-4-1 5 0,3-3-16 16,1 1-5-16,1-3-7 0,-1-1 0 0,0-3-3 15,2-2-13-15,1-1 3 0,-4-3-5 0,3-1-1 16,1-4 6-16,-1-1-10 0,-3 1-6 0,3-7-2 15,-3-1 5-15,-5-3-5 0,2-3-3 16,-3-1 3-16,-4 0-13 0,0-1 3 0,-3-1 2 16,2 2-2-16,-6 0 15 0,3 3 10 0,-5 1 1 15,-1 0-1-15,-1 3-10 0,4 3-5 16,-6 5-10-16,-1 2 12 0,1 1 0 0,0 3-12 16,-2 0 13-16,1 4-9 0,1 4 1 0,0 0 13 15,0 4-3-15,1 4 0 0,1-2-18 16,2 0 3-16,2 5 5 0,2-5-3 0,0 7 0 15,5-7 0-15,-4 5-10 0,8-1 3 0,-1-2 2 16,1 4-3-16,5-2-76 0,1-2-5 0,4 3 12 16,0-1-27-16,3-3-42 0,0 4-25 15,3-5-72-15,1 1-136 0,-1 1-350 0,4-4 23 16,-3 0 74-16,-1-5 53 0,-2 3 52 0</inkml:trace>
  <inkml:trace contextRef="#ctx0" brushRef="#br0" timeOffset="-157653.29">30891 12248 565 0,'0'0'202'0,"0"0"65"0,-4 18-14 16,3-8-17-16,-1 0-19 0,2 2-91 0,-3-1-11 16,3 5-3-16,0-1-22 0,-3 0-6 0,6 1-4 15,-6 3-16-15,6-1 2 0,-3 0-17 0,3-1 12 16,-1 4-17-16,0-2-29 0,1-2-25 15,0-1-57-15,1 1-55 0,-1-3-109 0,4 1-294 16,-3-2-74-16,4-5 52 0,-3-1 37 0</inkml:trace>
  <inkml:trace contextRef="#ctx0" brushRef="#br0" timeOffset="-157353.62">31048 12001 724 0,'3'-1'292'0,"-3"1"-13"16,0 0-34-16,7 14-32 0,1-6-6 0,0 3-10 15,0 2-20-15,-1-1-77 0,7 6-21 0,1-1 6 16,-2 1-27-16,6 4 6 0,-4-5-10 15,1 1-3-15,5 5 67 0,0-6-8 0,-2 5-10 16,-1-2-5-16,3-4-13 0,-4 7-29 0,0-7-9 16,0-3-31-16,-3 2-26 0,2 0-18 0,-3-5-56 15,-2 0-95-15,-1-1-91 0,1 1-452 16,-4-6 80-16,-2 1 54 0,-3-5 46 0</inkml:trace>
  <inkml:trace contextRef="#ctx0" brushRef="#br0" timeOffset="-157071.54">31330 11951 767 0,'-8'7'218'0,"4"1"10"0,-5 1-36 16,1 2-10-16,3 4-21 0,-3 0-23 0,1 2 5 15,-1-2-10-15,-1 3-5 0,2 5-33 0,2-4 8 16,-5 0-6-16,1 4-18 0,2-2-7 16,0-1-1-16,-3 4 4 0,3-5-19 0,0 5-10 15,0-2 64-15,-3-1-7 0,3 3-6 0,1-2-15 16,-1 2-3-16,3-4-12 0,-3 5-37 0,3-1-27 16,1 0-70-16,0-5-86 0,0 4-221 15,3-4-371-15,0-3 95 0,0-2 41 0,3-4 69 16</inkml:trace>
  <inkml:trace contextRef="#ctx0" brushRef="#br0" timeOffset="-156286.92">31547 12171 701 0,'0'0'205'0,"-5"-5"-31"16,5 5 69-16,0 0-36 0,0 0-10 15,0 0-18-15,0 0-25 0,0 0-3 0,0 0-15 16,0 0-13-16,0 0-8 0,0 0-10 0,0 0 0 15,0 0-3-15,0 0 0 0,0 0-9 16,21 0-9-16,-13 0-2 0,2-1-5 0,1 1-18 16,5-1-11-16,-1-2 11 0,1 1-3 0,-1 1-12 15,1 1-6-15,1-2-4 0,-6 1-6 16,6-2 8-16,-7 2 2 0,4 1-12 0,-4 0-1 16,-3 0 6-16,3-1 2 0,-10 1-7 0,14-2-6 15,-14 2-2-15,10-1 0 0,-10 1-5 0,11-1-5 16,-11 1-44-16,0 0-15 0,10 0-62 15,-10 0-66-15,0 0 2 0,0 0-94 0,8 0-384 16,-8 0-44-16,0 0 77 0,0 0 61 0,0 0 70 16</inkml:trace>
  <inkml:trace contextRef="#ctx0" brushRef="#br0" timeOffset="-155787.69">32060 11701 760 0,'0'0'197'0,"0"0"2"0,0 0-14 0,0 0-19 15,0 0 11-15,10 17-47 0,-4-5 3 0,-1-1-20 16,2 3-8-16,3-2 15 0,-4 4-40 0,5 2 9 16,2-3-25-16,-2 3 8 0,-1-1-8 15,0 3-8-15,4-5-12 0,-7 0 9 0,3 0-9 16,0-5-6-16,-1 4 6 0,-4-3-16 16,2-4 5-16,-1 1-2 0,-1 1 2 0,1-1-5 15,0-5 3-15,-5 2-5 0,5 0-3 0,-3-1 2 16,-3-4 4-16,8 1-17 0,-8-1-24 0,0 0-52 15,0 0-23-15,0 0-75 0,7-10-122 0,-7 3-138 16,5 3-221-16,-3-5 55 0,1-3 45 16</inkml:trace>
  <inkml:trace contextRef="#ctx0" brushRef="#br0" timeOffset="-155488.38">32319 11706 821 0,'0'0'254'15,"-1"-6"-14"-15,1 6-20 0,0 0-84 0,0 0-13 16,0 0 0-16,-12 14-8 0,6-5 5 0,2 2-17 16,-3 6 4-16,3-1-12 0,-2 8 5 15,2-1-11-15,-2 2-7 0,2 1 10 0,-3 0-25 16,3-1 15-16,1 5-16 0,-3-4 11 0,5 3 0 16,0-4-13-16,-1 4-5 0,-1-3 41 15,3-1 15-15,3 0-21 0,-1-4-4 0,-1 4-3 16,0-1-18-16,2-4 0 0,2 0-7 0,-3-2-19 15,1-1 3-15,1 0-7 0,-1-1-6 0,-2-2 11 16,2-1-16-16,2-1-10 0,-4-2-6 16,0-2-7-16,2 2-12 0,-3-3-19 0,0 0-40 15,0-4-70-15,0 2-163 0,3-2-485 0,-3-3 29 16,0 0 102-16,0 0 70 0,0 0 40 0</inkml:trace>
  <inkml:trace contextRef="#ctx0" brushRef="#br0" timeOffset="-154505.49">31554 12701 496 0,'7'-10'205'16,"-3"-1"-29"-16,2 2-17 0,-2 0 8 0,-1-1-39 15,0 1 76-15,1 0-12 0,-2 1-18 0,0-2-12 16,-2 2 12-16,3-2-23 0,-3 3-77 0,0-1-8 16,0 0 4-16,0-1-4 0,0 5-7 0,0-2 0 15,-3 1-23-15,3 5 23 0,0-10-13 16,0 10-3-16,0 0 1 0,0 0-3 0,0 0-3 16,-15 14-5-16,9-7 1 0,3 3-6 0,2 1-5 15,0-3 5-15,-1 7-13 0,-1-5-4 16,0 5 9-16,3-3-10 0,0 3-2 0,3 0 12 15,-3-1-14-15,3 0 14 0,-1-1-5 16,0-1-7-16,1 1-21 0,3-2-38 0,-2-3-44 0,-1 2-28 16,5-1-109-16,-5-2-150 0,4 0-286 15,1-1 41-15,-3-5 74 0,2-1 44 16</inkml:trace>
  <inkml:trace contextRef="#ctx0" brushRef="#br0" timeOffset="-154404.4">31598 12475 570 0,'0'0'213'0,"-1"-7"-34"0,1 7-82 16,0 0-197-16,0 0-427 0</inkml:trace>
  <inkml:trace contextRef="#ctx0" brushRef="#br0" timeOffset="-153954.92">32432 12625 586 0,'7'-17'207'15,"1"5"-18"-15,-2-1-91 0,-2-4-4 16,-1 6-17-16,3-4-5 0,-5-2-8 0,5 2 25 16,-4-3-27-16,1 3 56 0,-3-1-19 0,0 4 101 15,0-2 0-15,0 2-21 0,-1-1-87 16,-1 3 16-16,0 3 14 0,-1-1-14 0,3 1-21 15,-3-1-13-15,1 6-5 0,-3-3-10 16,5 5-13-16,0 0-2 0,-8 0 68 0,8 0-2 16,0 0-10-16,-9 12-13 0,9-5-10 0,0-3-10 15,0 3-8-15,4 2-3 0,-4-1-5 0,5 0-10 16,-3 2 8-16,1-3-26 0,0 3-28 0,4 2-39 16,1-3-35-16,-2-1-52 0,4 0-99 0,-3-4-231 15,7 3-284-15,-4-5 82 0,0 2 46 16,1-4 80-16</inkml:trace>
  <inkml:trace contextRef="#ctx0" brushRef="#br0" timeOffset="-153838.34">32543 12223 378 0,'0'0'100'0,"-2"-7"-115"15,2 7-85-15</inkml:trace>
  <inkml:trace contextRef="#ctx0" brushRef="#br0" timeOffset="-153471.53">32737 11536 783 0,'0'0'266'0,"0"0"-28"0,18 15-5 16,-15-5-28-16,6 2-11 0,0 8-91 0,0-2-14 16,-2 5 9-16,3 4-22 0,0 5 9 0,1 1-21 15,-2 0 0-15,2 16 15 0,-1 1-17 0,-3 0-11 16,-2-8 13-16,-3-3-11 0,-2-2-12 15,3 3-5-15,-3 0 3 0,0-3 2 0,-3 3-3 16,3 0-2-16,-4-4-11 0,1 3 6 0,-1-4-13 16,0-2 18-16,-5 2-3 0,2-3-35 15,2 0-3-15,-3-6-39 0,1-1-20 0,1-7-44 16,1 0-81-16,-1-4-100 0,4 0-379 0,-3-5 71 16,2-7 27-16,3-2 68 0</inkml:trace>
  <inkml:trace contextRef="#ctx0" brushRef="#br0" timeOffset="-153038.94">33155 11451 842 0,'9'0'258'0,"-9"0"-20"16,14 5-25-16,-4-3-19 0,-1 5-17 0,-4 0-8 16,3 2-28-16,-2 0-1 15,0 1-1-15,-5-1-78 0,-1 5-15 0,0-3 15 0,-1 3-9 16,-5 3-22-16,-5-1-1 0,3 1 76 0,-2 0 2 16,-6 1-17-16,3-4-8 0,-1 0-3 15,0 1-13-15,0-2-12 0,4-4 10 0,2 1-18 16,-3 0-7-16,2-3 9 0,3 1 1 15,-1-1-6-15,0-1-9 0,4-1 22 0,1 2-7 16,2-4-3-16,0-3-13 0,5 7-5 0,2-3 0 16,0-1 3-16,6-2 10 0,1-1-23 0,0 0 10 15,3 0-10-15,0 0 10 0,3 0-10 0,2-1 8 16,0-1-11-16,-1 0 5 0,3-1-4 16,-2 2-6-16,0 0-5 0,-1 0 8 0,-3-3-10 15,-1 2-1-15,-3 1 6 0,-1 1-6 0,0 0-9 16,-5-2-39-16,-8 2-16 0,13 2-25 0,-13-1-89 15,0-1-413-15,-10 8-192 0,-1-2 108 16,-8-3 56-16,1 4 77 0,-6-4 38 0</inkml:trace>
  <inkml:trace contextRef="#ctx0" brushRef="#br0" timeOffset="-152138.38">28374 13383 693 0,'0'0'251'15,"0"0"-23"-15,0 0-18 0,0 0-21 0,0 0-12 16,0 0 5-16,0 0-19 0,-1 20-7 0,-1-14-15 16,2 3-10-16,-3 3-8 0,3-2-13 0,0 1-13 15,-3 0-10-15,3 2 0 0,0 1-13 0,0-3-7 16,0 3-11-16,0-2 11 0,0 1-26 15,0-1-3-15,0-1-7 0,3 0-52 0,-3-1-43 16,6-2-25-16,-5 2-108 0,6-3-177 16,-3 1-322-16,2-6 51 0,1 1 56 0,-7-3 80 15</inkml:trace>
  <inkml:trace contextRef="#ctx0" brushRef="#br0" timeOffset="-152004.42">28505 13191 629 0,'0'0'218'0,"4"-7"-42"15,2 6-83-15,-6 1-204 0,7 0-408 0,-7 0 38 16</inkml:trace>
  <inkml:trace contextRef="#ctx0" brushRef="#br0" timeOffset="-151767.68">28651 13353 924 0,'0'0'309'15,"0"0"-27"-15,12-13-31 0,-12 13-31 0,11-7-21 16,-3 7-12-16,0-3-15 0,-1-1-34 15,2 4-18-15,-2-3-35 0,4 1-26 0,-4-1-59 16,2 1-31-16,-2 2-59 0,1 0-86 0,-2 0-172 16,-2 0-323-16,2 5 82 0,-6-5 42 0</inkml:trace>
  <inkml:trace contextRef="#ctx0" brushRef="#br0" timeOffset="-151572.36">28684 13514 870 0,'-5'2'220'0,"5"-2"-15"0,0 0-8 0,0 6-13 16,0-6-10-16,0 0-23 0,0 0 51 0,0 0-10 15,0 0-23-15,21-10-13 0,-14 6-17 16,2-1-11-16,-1 0-16 0,5-2-35 0,-3 5-62 16,1-4-40-16,2 3-57 0,0-4-169 15,-1 0-455-15,5-1 61 0,-2 3 53 0,-3-5 52 16</inkml:trace>
  <inkml:trace contextRef="#ctx0" brushRef="#br0" timeOffset="-151405.78">28998 13197 627 0,'0'9'243'15,"-1"1"-26"-15,-1 0-22 0,0 5-11 0,-1 2-5 16,3 0-30-16,0-1-11 0,-3 5-13 15,3 0-14-15,0 2-9 0,0 2-61 0,0 0-36 16,3 0-69-16,-6 0-197 0,6-3-389 0,4-2 82 16,-6-2 56-16</inkml:trace>
  <inkml:trace contextRef="#ctx0" brushRef="#br0" timeOffset="-150322.5">28054 11173 737 0,'-3'10'271'0,"3"5"-7"0,-1 2-21 15,1 1-18-15,0 0-28 0,1 3-28 0,-1 0-10 16,3 0-16-16,-3-2-23 0,0 4-2 0,3-3-8 16,-3-2-69-16,0 4-23 0,3-5 3 15,-1 1-19-15,-1-1 3 0,-1-2 0 0,1-2 13 16,-1-1-10-16,0-2-8 0,0-2 10 15,3-1 3-15,-3 1 8 0,0-3-9 0,0-5-1 16,0 4-6-16,0-4 2 0,0 0 1 0,0 0 2 16,0 0 13-16,6-24-12 0,-5 14-19 0,0-5 5 15,-1 0 8-15,3-3 1 0,0-2-6 16,0-2 15-16,1 1 0 0,-1-1 6 0,4 5 2 16,-4 1-3-16,4-1-15 0,-3 3 8 0,1 4-3 15,-3 2 11-15,4 5-8 0,1-2-3 0,1 5-7 16,-8 0-3-16,19 4 10 0,-8 0 8 15,-1 2 12-15,0 3-1 0,6-2-29 0,-4 2 2 16,2 0 3-16,-4 0-5 0,3-2 10 0,-2 1-2 16,-1-1-5-16,0-3-11 0,1 3 11 15,-2-1-6-15,-2-2 3 0,1-3 10 0,0 3-5 16,-3-2-2-16,5-1 2 0,-10-1 10 0,19-7-4 16,-9 6-9-16,-1-8-2 0,1 1 16 0,0 0-9 15,1-4 3-15,-1-1-7 0,-3-4 12 16,3-1-4-16,2 3-6 0,-4-6-3 0,-1 0 3 15,1 3 11-15,-2 3-3 0,-2-2 74 0,2 9-11 16,-1-3-6-16,-3 2 1 0,1 4-12 16,3 2-23-16,-6 3 7 0,0 0-7 0,0 0 0 15,8 18-3-15,-5-4-4 0,-2 3 4 0,-1 1-10 16,0 1-3-16,3 6 3 0,-3 5-25 16,3-3-31-16,-3 8-24 0,-3 2-76 0,3 1-84 15,0 2-298-15,0 0-253 0,-5 10 100 0,0-7 61 16,-6 2 57-16,-2 0 59 0</inkml:trace>
  <inkml:trace contextRef="#ctx0" brushRef="#br0" timeOffset="-125208.07">22355 15951 970 0,'-10'15'317'0,"-1"-5"-28"0,5 4-46 0,2-3-25 16,-2 3-11-16,6-3-17 0,-3 4-21 0,3-1-21 15,3-2-15-15,-3 6-5 0,6-2-23 0,-2-1 0 16,2 0-8-16,1-4-12 0,0 3-3 16,0-3 0-16,0-2-21 0,3 0-10 0,0-2-2 15,-3-1 2-15,0-2 3 0,4-4-3 16,-4 2-2-16,-7-2-16 0,16-6-56 0,-8-1-8 15,1-1 13-15,-2-2 13 0,-3-3-10 0,2-2 15 16,-2-1-10-16,0-3-1 0,-4-1 4 0,0-3 4 16,0-2-2-16,-4 0-10 0,0 3 20 0,1-2-5 15,-1 1 5-15,-2 1 15 0,-1 4-14 16,1 2-4-16,-5 3 16 0,4 0 0 16,0 3-8-16,-3 2-12 0,-1 2 17 0,1 2-5 0,-3 3-7 15,3 1 10-15,-4 3-8 0,3-1-10 16,-2 7 25-16,-1-2-15 0,4 2-5 0,-3 5-2 15,5-3 9-15,-2 3 3 0,4 1-7 0,2 0-6 16,1-2 6-16,3 1 2 0,3 3-7 0,1-2 2 16,-1 1 7-16,7-1-2 0,1 0-2 15,5-1 10-15,-1-2-3 0,4 2-20 0,5-3-18 16,0-2-13-16,4 3-39 0,6-4-60 16,-3-3-37-16,3 0-77 0,-3-1-53 0,-1-3-138 15,1-1-249-15,0 0 72 0,-3-3 57 0,-4 1 40 16</inkml:trace>
  <inkml:trace contextRef="#ctx0" brushRef="#br0" timeOffset="-124842.26">22875 16092 678 0,'0'0'217'0,"0"0"-25"0,0 0-7 0,0 0-4 0,0 0-9 15,-14 19 48-15,10-13-2 0,-5 6-19 0,5 1-22 16,-3 1-11-16,0 3-20 0,3-2-13 16,-2 3-12-16,3 0 7 0,1 3-13 0,-3-3-13 15,5 0-20-15,0 2 10 0,3-1-10 0,1-2-10 16,-1 0-8-16,4-4 2 0,-1 1-4 0,5 0-11 15,-1-3-2-15,4-2 2 0,-4-4-3 0,3-2-2 16,1-2 1-16,0-2-4 0,0-5-2 16,2 0-3-16,-4-3 19 0,1-3-16 0,0-4 2 15,-5-2-4-15,1 0-1 0,-5 0 0 0,-4-3-71 16,0 2 0-16,0 0 30 0,-4-1-20 16,-2 2 8-16,-1 1 20 0,-3 2 0 0,3 0-20 15,-6 4-8-15,1 0 7 0,-4 2 9 16,2 0-16-16,0 3 12 0,-6 2 1 0,6 1 5 15,-3 1-3-15,4 2-2 0,-1 2 5 0,0-2 64 16,0 3 0-16,1 2-26 0,3 1-2 0,-1-1-26 16,1 1-10-16,4 0-21 0,-2 0-5 0,5 0-38 15,3-1-28-15,0 0-18 0,3 0-31 0,4 0-87 16,-6 0-264-16,12-1-245 0,1-1 36 16,2-2 84-16,-1 2 46 0,5-3 61 0</inkml:trace>
  <inkml:trace contextRef="#ctx0" brushRef="#br0" timeOffset="-123991.43">23647 15935 988 0,'0'0'335'0,"0"0"-20"16,0 0-34-16,0 0-17 0,0 0-31 0,14-15-39 15,-3 11-7-15,-1-1-18 0,3-1-15 0,-2 0-24 16,5 2-20-16,-2 0-20 0,-1 0-41 0,-1 0-34 16,1 2-66-16,-3 1-31 0,1 0-44 15,-1 1-81-15,-1 0-21 0,-5 1-435 0,5 0 26 16,-7 4 43-16,-2-1 49 0</inkml:trace>
  <inkml:trace contextRef="#ctx0" brushRef="#br0" timeOffset="-123741.59">23688 16117 604 0,'0'0'271'0,"4"7"-94"15,-4-7 7-15,0 0-38 0,14 0 15 0,-14 0-36 0,16-1 14 16,-5-5-14-16,-1 5-2 0,0-3-18 16,1 2 5-16,-1-2 3 0,0-1-29 0,4 3-2 15,-7 1-15-15,3-2-11 0,-4-1 5 16,2 3-2-16,-2-2 3 0,-6 3 12 0,10-2 0 15,-2 0-13-15,-8 2 73 0,7-2-12 0,-7 2-24 16,6-2-34-16,-6 2-26 0,0 0-23 16,0 0-25-16,0 0-72 0,0 0-43 0,0 0-164 15,6 4-479-15,-6-4 107 0,-3 5 37 0,3-5 71 16</inkml:trace>
  <inkml:trace contextRef="#ctx0" brushRef="#br0" timeOffset="-123140.88">24783 15474 724 0,'0'0'351'0,"-4"-4"-29"0,4 4-35 0,-7-4-18 16,7 4-26-16,0 0-18 0,-1-8-23 0,1 8-25 16,0 0-21-16,8-7 3 0,-1 4-26 15,3 0-13-15,-1-1-12 0,2 1-14 0,0-2 4 16,2 2-19-16,-2-1-7 0,2 1-55 0,-2 1 4 15,-1-3-29-15,-1 5-51 0,-1-1-38 16,-8 1 23-16,10-2-39 0,-10 2-51 0,4-1-132 16,-4 1-406-16,0 0 16 0,0 0 82 0,-21 4 54 15,14 0 53-15</inkml:trace>
  <inkml:trace contextRef="#ctx0" brushRef="#br0" timeOffset="-122808.74">24704 15461 366 0,'-7'2'163'0,"3"1"52"0,-2 1 8 0,1-1-26 16,-1-2-2-16,2 5-16 0,1-3 0 15,-3 2-23-15,3 2 0 0,3-1-10 0,-1 1-20 16,-2 6 2-16,3-1-8 0,0 0-13 16,3 4 9-16,-2 3-17 0,2-1 1 0,0 7 0 15,2-3 8-15,-3-1-14 0,1 4-4 0,0 4-75 16,1-4 1-16,3 0 9 0,-3-4-2 0,2 8 5 16,-2-7-5-16,2 3 11 0,2-1-16 0,-2 0 71 15,-2-2-7-15,2-1-8 0,1 1 6 16,1-3-6-16,-2-1-15 0,1 0-5 15,-4-2 2-15,4-2-15 0,0 1 2 0,-3-3-7 0,2 0 0 16,-2-1-5-16,-1-2 7 0,3 0-7 16,-2 0-11-16,0-2 1 0,-1 0 10 0,1-2-26 15,2 0 5-15,-2 0 8 0,2-3-3 0,2-1-2 16,0 1-16-16,-8-2 1 0,18-3-6 16,-7 3 3-16,-1-6-15 0,0 4-9 0,4-2-17 15,-4-1-23-15,1 0-33 0,5 0-8 16,-5 0-62-16,-1 0-107 0,0 0-325 0,0 0-164 0,-2-1 116 15,-1-1 45-15,2 0 57 0</inkml:trace>
  <inkml:trace contextRef="#ctx0" brushRef="#br0" timeOffset="-122358.51">25072 15833 732 0,'0'0'243'0,"-6"-2"-3"0,6 2-25 16,0 0-28-16,-7 9-5 0,4-4-13 0,-1 1-10 16,1 1-11-16,2 2-30 0,1 0-6 15,-3 3-14-15,6-1-9 0,-3 1 9 0,1 0-11 16,-1 0 0-16,7-2-21 0,-4 1 75 0,1-1-26 16,2 0-2-16,-2 0-11 0,5-4-20 15,-1 3 13-15,2-2-24 0,0 0-7 0,4-5 0 16,-4 4-17-16,4-5-1 0,-4-1 7 0,4 0-4 15,0-1-16-15,-4-5-2 0,4 2 5 0,-4-3 0 16,0-1-1-16,1-3-6 0,-2-2-9 16,-5-1-10-16,-1 0 24 0,1-1 12 0,-4 1-23 15,0 2 2-15,-1-5 9 0,-2 5 1 0,-3-2-12 16,-1 3-2-16,3 1-1 0,-9 0-14 0,6 3 22 16,-3 3-5-16,-4-1-18 0,4 2 10 15,-4-1 3-15,3 4-5 0,-2 0-8 0,-1 3 8 16,1-1-3-16,-1 1-12 0,1 2 2 0,2 0 10 15,-3 0-5-15,4 4-3 0,-4-1 4 16,4 0-4-16,0 3-10 0,2 2-4 0,-1-1-9 16,5 1-27-16,-2-1-27 0,6 2-37 0,0 0-24 15,3-1-99-15,1 3-308 0,7-2-261 0,-2 2 100 16,1-5 69-16,4-2 57 0,0 3 51 16</inkml:trace>
  <inkml:trace contextRef="#ctx0" brushRef="#br0" timeOffset="-122108.46">25586 15961 739 0,'0'0'279'0,"0"0"-38"0,0 0 2 0,0 0-33 15,0 0-26-15,-14 18-5 0,13-11-30 0,-5 3-6 16,3-1 59-16,2 1-28 0,-5 1-15 15,3 0-10-15,1 0-24 0,-4 1 0 0,3 1-7 16,0-1-28-16,-1 1 7 0,1-1-18 16,3 1-22-16,0-3-16 0,-3 2-39 0,3-1-22 15,3-4-37-15,-3 3-101 0,3-2-78 16,1-1-491-16,2 0 6 0,2-4 93 0,-2-2 60 16,-6-1 56-16</inkml:trace>
  <inkml:trace contextRef="#ctx0" brushRef="#br0" timeOffset="-121891.43">25739 15756 1092 0,'0'0'305'0,"0"0"-85"0,1 14-33 0,-1-8-18 15,0 4 3-15,0 2-27 0,3-2-11 16,0 5-14-16,0-1-5 0,-2 0-15 0,5 2 0 15,-3 0-3-15,2-1-28 0,-2 0-15 0,3 1-29 16,-5-3-48-16,5 0-41 0,-2-1-102 0,2-3-272 16,2 1-250-16,-1-4 89 0,-4 0 43 15,5-6 47-15</inkml:trace>
  <inkml:trace contextRef="#ctx0" brushRef="#br0" timeOffset="-121509">25856 15474 1034 0,'3'-8'337'0,"0"0"-22"0,1 1-38 0,3-3-16 16,-1 5-31-16,5-2-22 0,-4 1-86 16,3-1-29-16,4 3-1 0,-4 0-13 0,0 2-5 15,4 1-10-15,-1 1-7 0,-2 0 1 0,2 1-14 16,0 1 0-16,-1 3-11 0,1 2 0 15,-2 2-10-15,2 0 16 0,-3 4-14 0,4 2-10 16,-1 2 11-16,1 5-11 0,-2 2 6 0,0 3 12 16,2 0-12-16,6 14 2 0,-9-7-3 15,2-2-10-15,1-1 19 0,1 9-22 0,-3-3-4 16,-2-9 20-16,-3 2-13 0,4 0 18 0,-5-4-18 16,-2-1 14-16,2-1-17 0,-2 1 11 0,-1-3-3 15,0 0 9-15,-3-4 11 0,1 1-27 0,-2 0 7 16,1-1 34-16,-3-2 5 0,0-1-29 15,-1-1-2-15,-2 0 26 0,1-3-11 0,-6 1 14 16,-1 0-11-16,-1-4-21 0,-8 3-38 0,0-4-89 16,-6-2-101-16,0 1-647 0,0-1 98 15,-8-4 66-15,-9 0 86 0,-4-2 60 0,-14-3 59 16</inkml:trace>
  <inkml:trace contextRef="#ctx0" brushRef="#br0" timeOffset="-120676.18">22236 16948 872 0,'0'0'272'15,"-10"0"-27"-15,10 0-50 0,-11 4 2 16,4 2-15-16,3 3-18 0,-2 1-16 0,0 3-10 16,1 2-17-16,2 3-9 0,3-1-22 0,0 3-1 15,0-1 1-15,3 0-16 0,1 0 11 0,0 0-26 16,5 1-3-16,-2-2-7 0,4 0-6 15,-1-2 3-15,3-1 0 0,2-2-10 0,-2-3 2 16,4-2-15-16,-3-2 11 0,0-1 9 0,-1-4-4 16,1-1-6-16,0-3-23 0,-4-2 18 15,4-4-28-15,-1 0 31 0,-2-4-8 0,-4-4-2 16,2 0-14-16,-5-3 6 0,-4-5 82 0,0 4-8 16,0-7-28-16,-7 2 12 0,1-5-25 15,-1 6 0-15,-4 0-5 0,4 4 11 0,-3 1-6 16,-1 0-8-16,-2 6-2 0,3 2-11 0,-4-1 6 15,1 7 10-15,-2 0-8 0,2 2-2 0,-4 2-3 16,4 4-12-16,-2 1 4 0,2 1-7 16,-1 3 0-16,1 1 10 0,3 2 5 0,2 2-18 15,2-1 6-15,2 0 1 0,1 3-4 0,3-3 0 16,0 3-3-16,7 0-5 0,3-1 13 0,0 2-5 16,4-3 2-16,3 1-7 0,0 0 5 15,7-1-16-15,0-4-32 0,7 3-19 0,0-4-41 16,3 0-35-16,0 2-101 0,-3-4-288 0,-1-2-303 15,-2 1 85-15,-4-4 53 0,0-1 88 16,-4-2 56-16</inkml:trace>
  <inkml:trace contextRef="#ctx0" brushRef="#br0" timeOffset="-120492.7">22823 17067 831 0,'0'12'310'0,"0"-1"-23"0,0 3-13 15,0-1-34-15,0 3-9 0,3 2-50 16,-2-1 4-16,2 1-19 0,0 1-28 0,2-1 6 16,1 0-32-16,-2 1-9 0,-1-2-55 15,5 1-63-15,-3-2-100 0,3 3-525 0,2-3-54 16,0-2 67-16,2-3 56 0,-7-3 77 0</inkml:trace>
  <inkml:trace contextRef="#ctx0" brushRef="#br0" timeOffset="-120292.36">23426 16954 803 0,'3'-5'325'0,"3"2"-35"0,-2-2-17 0,2 1-55 16,2-2-36-16,2 5-59 0,0-3-44 15,1 1-53-15,-2 3-24 0,1 0-173 0,2 0-482 16,-3 3 80-16,1-2 20 0</inkml:trace>
  <inkml:trace contextRef="#ctx0" brushRef="#br0" timeOffset="-120125.72">23466 17196 693 0,'0'0'312'0,"0"0"-50"0,0 0-27 0,0 0-17 16,0 0-29-16,27-15-30 0,-16 7-24 16,6 1-27-16,-1-3-85 0,5 2-56 0,0-3-72 15,-1 3-167-15,8-5-355 0,-1 1 49 0,0-4 58 16</inkml:trace>
  <inkml:trace contextRef="#ctx0" brushRef="#br0" timeOffset="-119909.26">24297 16751 888 0,'7'-5'340'15,"-1"1"-38"-15,5-2-25 0,-4 1-29 0,3-2-56 16,1 3-28-16,0-1-62 0,-3 1-30 15,3-1-39-15,-4 3-61 0,0-1-28 0,-1 0-16 16,0 1-77-16,-6 2-188 0,0 0-250 0,0 0 17 16,0 0 42-16</inkml:trace>
  <inkml:trace contextRef="#ctx0" brushRef="#br0" timeOffset="-119609.32">24211 16724 578 0,'-10'3'184'0,"3"0"-5"15,-3-2 62-15,3 3-23 0,1-2-8 0,-1 2-8 16,-1-3-21-16,2 5-14 0,2 1-8 0,-2-1-3 15,4 0-13-15,-3 4-82 0,1 0 16 16,4 2-18-16,-3 2 15 0,3 3 1 0,0 1-6 16,0 0-5-16,0 2 18 0,3 4-13 0,1 1 8 15,-1-2-11-15,1 4-7 0,2-1-3 16,-2 0 3-16,-1 0 0 0,0-1-8 0,5-1-7 0,-5 1 17 16,1-1-20-16,2-4 0 0,1 3-10 15,-1-3 79-15,-1-2-23 0,1-2 5 0,1 2-5 16,0-3-8-16,-1-1-7 0,2-1-10 0,-2-1-1 15,1-2 8-15,0-1-10 0,4-2-3 16,-2 2-10-16,-2-6-18 0,4 2-10 0,-1-5-2 16,3 1-29-16,4-2-18 0,0-4-28 0,0 0-30 15,-3-2-60-15,4-1-81 0,2 1-333 16,-3-3-274-16,2-1 118 0,-4-3 48 0,-1 1 77 16,-4-3 67-16</inkml:trace>
  <inkml:trace contextRef="#ctx0" brushRef="#br0" timeOffset="-119225.57">24571 17024 939 0,'0'0'315'0,"-18"17"-16"16,18-10-102-16,-3 1-10 0,3-1-23 0,-1 4-13 16,1 0-5-16,1 0-10 0,-1-1-19 0,3 4-7 15,0-3-7-15,0 0-3 0,2-1-16 16,1 1 6-16,-2-1-26 0,5-2-8 0,-2-1 13 15,1 0-10-15,2-3-13 0,-3 1 8 0,6-3-6 16,-3-2 4-16,1-1-14 0,0-5-20 0,1 2 10 16,-1-5 0-16,3-3 0 0,-4 0 18 15,1-5-10-15,-1-1 10 0,-1-4-15 0,-5-2 69 16,3 3 5-16,-6 1-13 0,2 1 5 0,0 2-22 16,-6-1-4-16,3 5 3 0,-3-2-15 15,2 2 5-15,-6 1-23 0,3 2 8 0,-5 2-11 16,2-1-4-16,-7 5 1 0,4 1-9 0,-4 2 2 15,4 1 11-15,-3 1-24 0,-2 4 8 16,-1 1-10-16,2 1 5 0,0 2-11 0,0 1 1 16,1 2-11-16,3-2-27 0,-1 3-39 0,4-1-6 15,1 3-35-15,5-5-43 0,-2 3-55 0,0-1-168 16,8 3-451-16,-3-5 82 0,4-1 52 0,1 0 86 16,4-4 49-16,-1 1 56 0</inkml:trace>
  <inkml:trace contextRef="#ctx0" brushRef="#br0" timeOffset="-119007.99">25001 17017 854 0,'0'0'274'0,"0"0"-20"0,10 12-9 16,-10-8-27-16,3 5-11 0,-1 0-10 0,-1 3-20 15,-1 1-39-15,0 2 6 0,1 0-24 0,-1 3 0 16,0 0-12-16,0 1-16 0,0 0-18 0,0-1 16 15,3 1-8-15,-3 0-21 0,0 0-17 16,0-1-16-16,0 0-21 0,4-1-42 0,-4 2-109 16,4 0-43-16,-4-5-115 0,0 3-417 0,3-1 69 15,0-4 51-15,1-2 61 0</inkml:trace>
  <inkml:trace contextRef="#ctx0" brushRef="#br0" timeOffset="-118759.26">25121 16996 716 0,'0'8'297'0,"0"0"-51"15,3 4-6-15,-3 1-14 0,4 4-27 0,-1-1-9 16,3 1-29-16,-2 1-10 0,3 0-10 0,-3 0-29 15,2-1 4-15,-2-2-9 0,2 2-12 16,-2-1-16-16,-1-2-2 0,5-1-8 0,-5 0-30 16,3-3-42-16,-2 1-53 0,-1-2-108 0,0 0-512 15,1-2 3-15,3-1 48 0,-3-3 72 0</inkml:trace>
  <inkml:trace contextRef="#ctx0" brushRef="#br0" timeOffset="-118241.53">25251 16605 1261 0,'0'-6'389'0,"0"6"-38"16,0-7-54-16,3 2-18 0,0-1-18 0,4 1-33 15,0-1-28-15,0-1-24 0,3 0-9 0,0 2-6 16,1-4-25-16,2 3-16 0,1-1-10 16,-4-1-8-16,3 0-15 0,-2 1-10 0,-1 2-5 15,-3 0-18-15,4 0-3 0,-1 1 0 0,-1 2-13 16,-5-2-4-16,4 4-14 0,1 0 16 0,-2 4-10 16,0 1-11-16,4 1-2 0,-2 3 12 0,-2 2-4 15,4 2 2-15,-1 0-3 0,0 6-7 16,1 0-10-16,-1 2 2 0,0 1 13 0,1 4-8 15,2 4 3-15,-3-1-8 0,4 1-3 0,-4-1 9 16,1 3 7-16,2 0-18 0,2 10 2 16,-6-5 1-16,1-6-6 0,-3 1 3 0,1-1 13 15,1 0-3-15,-2-1-10 0,-4-4-5 0,4-1 10 16,0 0-2-16,-3-1 17 0,-1-3-4 16,-3 1-4-16,4-1 14 0,-4-2-21 0,0 0 26 15,0 0-8-15,-1-1-8 0,-2 1 3 0,-3-2 3 16,-2 1 14-16,4 0-9 0,-5-2-6 0,-1 3 42 15,-4-1-62-15,4-2 41 0,-1-1-26 16,-3-2 1-16,1-1-16 0,-4-1 5 0,-4-1-3 16,7-2-22-16,-9 2-37 0,-2-3-24 0,-5-2-150 15,3 0-701-15,-4-4 60 0,-4 0 96 0,-2-3 72 16,-4-4 80-16,1-2 68 0,-12-7 42 16</inkml:trace>
  <inkml:trace contextRef="#ctx0" brushRef="#br0" timeOffset="-115107.72">27056 15867 1100 0,'-11'-1'335'0,"11"1"-35"15,0 0-21-15,-10-1-26 0,10 1-27 0,0 0-4 16,0 0-25-16,0 0-25 0,0 0-13 0,0 0-24 16,0 0-2-16,28-4-7 0,-15 1-24 15,8 3-5-15,0-2-7 0,8 2-8 0,2-2 0 16,1-1-16-16,5 0 6 0,4 0 2 0,-1-2-25 15,2 1 2-15,-1-1-10 0,0 3-2 16,0-1-11-16,-3 0 8 0,-4 1-29 0,-3-3-20 16,1 5-10-16,-9 0-23 0,4 0-43 0,-7 0-9 15,0-1-27-15,-2 1-59 0,-5 0-47 0,0-3-89 16,-1 3-435-16,-2-1 28 0,-1-2 90 16,-1 1 56-16,-2 0 43 0</inkml:trace>
  <inkml:trace contextRef="#ctx0" brushRef="#br0" timeOffset="-114826.38">27701 15651 693 0,'0'0'205'0,"0"0"-5"0,-3-2 2 0,3 2-15 16,0 0-11-16,0 0-14 0,0 0 65 0,24 16-27 15,-17-8-18-15,4 2-13 0,2 3-21 0,1 2 1 16,-1 0-24-16,0 4-7 0,0 1-26 15,-5-2 5-15,2 4-10 0,-2-3-2 0,-2 3-3 16,-4-2-21-16,-2 0 8 0,-2 0-82 0,-4 3 13 16,2-1-10-16,-7 0 15 0,1 1-5 15,-1-2-5-15,-8 2 10 0,4-2-2 0,-1-1-13 16,-1-2 7-16,3-1-12 0,-3-2-16 16,4 0-23-16,3-5-35 0,-2 1-19 0,3-4-94 15,2 0-510-15,0-1 39 0,3-2 25 0,-2-3 88 16,6-1 51-16</inkml:trace>
  <inkml:trace contextRef="#ctx0" brushRef="#br0" timeOffset="-113323.38">28703 15441 947 0,'0'-5'238'0,"0"5"-16"0,0 0-37 0,-3-5-11 0,3 5 0 15,0 0-18-15,0 0-13 0,0 0 1 0,3 20-1 16,-3-10-25-16,4 2-3 0,-1-2-8 0,0 6-20 16,0 0 6-16,2 2 1 0,-2 0-25 15,2 4 0-15,-4-4-17 0,3 7 12 0,-4-5-8 16,5 2 8-16,-3 1-21 0,1-3-9 0,0 2-32 16,2-4-20-16,-2 3-35 0,5-3-45 15,-6 0-73-15,7-4-80 0,-1 0-415 0,-1 0 16 16,3-3 26-16,-2-4 79 0,1-2 38 0</inkml:trace>
  <inkml:trace contextRef="#ctx0" brushRef="#br0" timeOffset="-112992.57">28946 15626 893 0,'6'15'261'0,"-5"-10"-15"16,-1 4-34-16,3 1-15 0,-3 1-13 15,3 0-7-15,1 0-13 0,0 3-26 0,3 0-5 16,-1 0-10-16,4 0-3 0,4-2-15 0,-1 3-2 16,2-1-16-16,1-4-10 0,2 0-3 15,2-2-5-15,-3-1-10 0,4-4-3 0,-1 1-5 16,0-3 13-16,-2-2 0 0,2-3-25 0,-2 1 76 16,2-4-2-16,-3-3-14 0,0-4-9 0,-6-2 7 15,1-1-5-15,-2-1-10 0,-5-4-13 16,1 4-5-16,-5-2-2 0,-1-2-3 0,-4 4 0 15,1 1 5-15,-2-1-26 0,-8 3-10 0,-3-1 10 16,-5 5-25-16,-3 2-18 0,-2 3-26 16,-6 5-17-16,-2 1-70 0,-4 3-82 0,-14 9-652 15,-1 4 35-15,1 2 96 0,2 1 83 0,-6-1 37 16,5 4 104-16</inkml:trace>
  <inkml:trace contextRef="#ctx0" brushRef="#br0" timeOffset="-110642.36">26977 16991 609 0,'-10'-1'251'16,"4"-1"-24"-16,6 2-6 0,-11 0-19 0,11 0-15 16,0 0-21-16,-10-1-23 0,10 1-15 15,0 0-7-15,-12-1-4 0,12 1-25 0,0 0 6 0,0 0-19 16,-9-1 0-16,9 1 3 0,0 0-5 15,0 0-8-15,0 0 87 0,0 0-17 0,0 0-6 16,0 0-8-16,0 0-22 0,0 0 4 0,30-4-12 16,-15 3-18-16,4-2 2 0,4 2-5 15,3-2-7-15,5-3-1 0,6 2-4 0,4-1 2 16,2 1-26-16,12-4 13 0,1 0-15 0,1 0 8 16,-1-1-1-16,-1 1-10 0,-11 3-7 15,-4 1 0-15,-2-2-3 0,-3 0-8 0,-5 2 5 16,-5 1-9-16,-2-1-14 0,-3 3-12 0,-6 0-26 15,0-2-31-15,1 1 0 0,-6 1 1 0,-2 1-37 16,0-2-104-16,-7 2-177 0,0 0-394 0,0 0 25 16,0 0 95-16,0 0 46 0,0 0 77 15</inkml:trace>
  <inkml:trace contextRef="#ctx0" brushRef="#br0" timeOffset="-110426.89">27675 16762 793 0,'6'5'276'15,"4"2"55"-15,0 4-32 0,1 0-17 0,2 5-31 16,1 2-21-16,-2 1-28 0,-2 5-23 16,-4-1-2-16,0 4-31 0,-5 6-13 0,-1 2-36 15,-4 1-35-15,-10 10-47 0,-2 1-92 0,-12-2-220 16,1-2-468-16,-1-2 97 0,-9 0 51 15,-5-4 74-15,-12 2 57 0</inkml:trace>
  <inkml:trace contextRef="#ctx0" brushRef="#br0" timeOffset="-109277.19">28440 16538 839 0,'-1'-5'323'0,"1"5"-32"0,0 0-27 15,-3-4-28-15,3 4-42 0,0 0-2 0,0 0-41 16,0 0-2-16,0 0-9 0,0 0 1 0,0 0-15 16,4 23-11-16,-4-12 2 0,4 3-91 0,-1 1 7 15,0 3 1-15,0-1-1 0,-2 2-18 0,2 0 13 16,0 1 8-16,0 1-8 0,-2 0 3 16,2 1-5-16,4-4-6 0,-6 3 6 0,5-3-3 15,-3 0 8-15,1 0-8 0,-1 2 7 0,0-2-4 16,1-2-21-16,-1 0-23 15,4-1-28-15,-6 0-64 0,7-1-49 0,-3-5-150 0,2 2-431 16,0-1 64-16,0-5 49 0,3 0 61 0,-2-3 82 16</inkml:trace>
  <inkml:trace contextRef="#ctx0" brushRef="#br0" timeOffset="-108743.36">28758 16785 734 0,'-3'14'256'15,"3"-8"-26"-15,0 0-20 0,0 3-20 0,0-2-8 16,0 2-21-16,3 1 0 0,0 0-33 16,1 1-8-16,-1 1-12 0,4-1-3 0,0 0-11 15,0 0-4-15,0 0-5 0,5 1-14 0,-1-5-7 16,-1 5-5-16,1-5 5 0,1-1-10 0,-2 0 7 15,1-2-12-15,-3 0-3 0,5 0 5 0,-2-3-7 16,-1 0-6-16,0-2 16 0,1 0-11 16,-1-3-12-16,0 0 20 0,1 0-20 0,-4-3 5 15,2-3-3-15,-2 2-2 0,1-4 7 0,-2-1-12 16,-2 0 5-16,2-5-16 0,-6 2 8 16,0-2-3-16,0 1 16 0,0-1-8 0,-3 0-15 15,0 0 3-15,-1 2 1 0,1 1 6 0,-1 0-7 16,0 0-1-16,-3 2-5 0,1 1 3 15,0 2-18-15,-5-1 15 0,4 2-7 0,-3 0-3 16,3 3 2-16,-4 1-4 0,-2-1 20 0,5 2-18 16,-5 1-3-16,0 1 1 0,-1 1 2 15,1 1 0-15,-1 0 7 0,3 1 1 0,0 1-10 0,-5 2 2 16,6 0 10-16,0 1 3 0,-1 0-11 16,1 1 3-16,1 2-2 0,1-1-3 0,1 2-8 15,1 0 6-15,2 1-9 0,1 0 86 0,0-1-14 16,3-2-10-16,3 4-5 0,-3-1 3 15,6 0-11-15,-2 1 8 0,3-3-12 0,-1 2-27 16,2-2-9-16,2 1-29 0,-1-1-18 0,2 2-27 16,-1-1-32-16,-3-2-45 0,4-1-80 15,-4 2-543-15,2-1-2 0,-2 0 133 0,-3-1 18 16,-4-1 51-16</inkml:trace>
  <inkml:trace contextRef="#ctx0" brushRef="#br0" timeOffset="-106143.36">25113 6775 706 0,'0'0'261'0,"0"0"-28"0,0 0-10 16,0 0-31-16,0 0-11 0,8 23-1 0,-5-10-35 16,1 4-1-16,-1 3-14 0,3 1-4 0,-2 3-19 15,3 0-12-15,-3 1-5 0,2 0 4 0,-2 2-30 16,2 4-2-16,-2-2 55 0,3-1-37 15,-3-1-49-15,2-1-60 0,0 4-63 0,1-9-82 16,-3 4-146-16,6-3-404 0,0-5 110 16,-3-2 27-16,4-5 45 0</inkml:trace>
  <inkml:trace contextRef="#ctx0" brushRef="#br0" timeOffset="-105776.88">25359 7009 1023 0,'0'0'290'0,"0"0"-27"0,0 0-35 0,0 0 2 16,5 17-43-16,-2-9-13 0,2 0-12 0,-3 1-19 15,1 1-15-15,3-2-15 0,1 1-6 16,-2 3-15-16,5-3 0 0,-4-1-5 0,4 0-23 16,4 1 11-16,-1-4-9 0,1 1-2 0,-3 0-8 15,3-5-12-15,2 1 5 0,-1 0-6 0,-2-2-7 16,4-3-3-16,-4 2 3 0,-2-5-10 15,3 2 27-15,-1-4-17 0,-2-1 8 0,-4-5 4 16,-1-1-17-16,-2 3 8 0,-4-9-6 0,0 2 3 16,-4-4-6-16,-2-2 11 0,-1 5 8 15,-4-4-80-15,1 3 3 0,0 1 10 0,-1 3 8 16,-2 0-5-16,-1 3 12 0,0 1-2 0,0 2-10 16,-2 5 7-16,1 0-2 0,-4 4-1 0,5-2 9 15,-3 4-3-15,3 5 0 0,0-4-11 16,-3 5-32-16,4-1-1 0,6 1-28 0,-4 1-18 15,5 0-38-15,2-2-10 0,4 2-39 0,0 0-28 16,3-1-38-16,1-1-90 0,7 2-332 16,-1-1 25-16,0-4 71 0,4 1 52 0</inkml:trace>
  <inkml:trace contextRef="#ctx0" brushRef="#br0" timeOffset="-105610.3">25760 6896 801 0,'12'4'194'0,"-4"-3"-9"15,7 2-17-15,-2 2 7 0,4 1-19 16,0-2 46-16,2 2-18 0,-1 1-15 0,0-3-10 16,6 4-26-16,-4 1-8 0,4-2-27 0,-3 0-11 15,-1 2-57-15,3-1-68 0,-8 0-136 0,2 0-502 16,0-1 26-16,-4-3 74 0,-2 2 51 16</inkml:trace>
  <inkml:trace contextRef="#ctx0" brushRef="#br0" timeOffset="-105344.24">26064 6746 816 0,'-4'-4'256'0,"4"4"-28"0,0 0-26 0,0 0-5 15,-9 8-15-15,8-1-16 0,-2 3-20 16,0 1-5-16,0 5-8 0,2 1-15 0,-3 1-13 15,1 3-8-15,-1 4 3 0,1-2-21 0,-3 2 1 16,3 0-14-16,2 1-7 0,-2-1 2 0,0-3-12 16,-1 6 0-16,4-9-6 0,0 4-17 15,0-3-34-15,0 1-28 0,4-3-30 0,-4-1-83 16,3 0-81-16,0-5-187 0,-2 1-315 0,5-4 122 16,1-1 55-16,-1-5 40 0</inkml:trace>
  <inkml:trace contextRef="#ctx0" brushRef="#br0" timeOffset="-105127.29">26368 6641 747 0,'0'9'258'16,"0"1"-22"-16,0-1-24 0,3 6-7 15,-2-3-10-15,2 3-34 0,-3 2-13 0,7 3-17 16,-4-1-8-16,1-1-16 0,1 6-14 0,-3-4-32 16,1 4-48-16,3-2-70 0,-5-3-88 0,6 4-526 15,-3-4 46-15,2-2 37 0,0-3 109 16</inkml:trace>
  <inkml:trace contextRef="#ctx0" brushRef="#br0" timeOffset="-104793.64">26601 6661 826 0,'0'7'336'0,"3"1"-42"16,-3 1-28-16,3 0-25 0,-2 1-34 0,2 3-10 15,0-2-23-15,1 3-25 0,3-2 2 16,0 1-28-16,0-1-11 0,4 1 1 0,-2-2-13 15,-2-3-6-15,3-1-9 0,-3 1-8 0,5-2-1 16,-4-3 9-16,-1-2-19 0,1-1 1 0,-8 0 12 16,16-7-15-16,-6 3-59 0,-2-4 11 15,-2 0 4-15,1-3 3 0,-1-2-2 0,-5 1 68 16,2-1-22-16,-3 1-6 0,0-1 14 0,0 1-19 16,-3-1 23-16,-1 3-30 0,-2 1 5 15,-1 2-13-15,0-1-41 0,-4 3-23 0,-5 2-26 16,2 3-74-16,-3 1-30 0,-4 5-93 0,-3 3-489 15,-3 1-10-15,3 5 23 0,-6 1 103 16,-7 9 53-16,1 0 52 0</inkml:trace>
  <inkml:trace contextRef="#ctx0" brushRef="#br0" timeOffset="-104460.88">25251 7728 959 0,'-7'8'238'0,"3"-1"-17"16,-3 0-24-16,4-1-3 0,3-4-25 0,0-2-13 15,0 8-2-15,0-8-8 0,11 2-11 0,-1-2-7 16,3 0-2-16,8 0-21 0,13-10 0 16,20-2-13-16,2-3-15 0,5-5 5 0,17-5-3 15,1 0-2-15,2-3-11 0,2-1-22 0,3 3 2 16,2-1-3-16,-2 2 11 0,-1-1-8 0,-2 2-13 15,-4 1 14-15,-13 5-22 0,-6 1-12 16,-2 2 2-16,-4 2 3 0,-4-2 72 0,-11 1-8 16,-8 6-13-16,-2 1-10 0,-6 1 0 0,-1-1-29 15,-7 2-17-15,2 3-21 0,-5 1-27 16,-4 0-32-16,-4 2-51 0,-4-1-81 0,0 3-439 16,-7 2-150-16,0 3 94 0,-10 0 47 0,-6 1 66 15,-5 0 76-15</inkml:trace>
  <inkml:trace contextRef="#ctx0" brushRef="#br0" timeOffset="-104060.82">25247 8018 947 0,'-3'1'340'0,"3"-1"-23"0,-3 5-15 0,3-5-38 15,0 0-5-15,0 0-39 0,0 0-15 0,26-6-39 16,-5-1 18-16,6-1-15 0,8-2-15 0,19-2-19 16,8-4-14-16,16-6-11 0,1 0 5 0,7 1-13 15,6-4-27-15,4 0-14 0,3-1 3 16,0 2-10-16,4-1 10 0,-4 1-16 0,-4 1 6 16,-2 2-23-16,-1-1 0 0,-6 5 10 0,1-2-18 15,-7-2 0-15,-12 9-3 0,-4-1-2 16,-5 1 2-16,-1-1-7 0,-6 2 15 0,-10 2-25 15,-10 2 7-15,-4 2 26 0,-4 0-15 0,-3-1 32 16,-4 0-27-16,0 3 28 0,-4 2-19 0,2-5-6 16,-4 5 17-16,-1 0-21 0,-1 0 24 15,-2-4-23-15,0 5 2 0,-1-1-10 0,0-1-8 16,-6 2-18-16,8 2 1 0,-8-2-17 0,2 5-37 16,-2-3-16-16,0-2-43 0,-5 11-29 0,0-3-63 15,-1-1-159-15,0 3-515 0,-1-2 113 0,4 5 74 16,-4-5 57-16,2 1 86 0,-1 0 42 15</inkml:trace>
  <inkml:trace contextRef="#ctx0" brushRef="#br0" timeOffset="-90978.61">12239 4284 852 0,'-6'-3'269'0,"6"3"-26"0,0 0-20 0,-7-5-19 16,7 5-32-16,0 0-11 0,-10 2-15 0,10-2-18 15,-8 7-13-15,2 0-5 0,3 1-15 16,-1 2-6-16,-2 0-17 0,3 1 2 0,-1 0 1 15,0 1-14-15,1 2-5 0,2-1-10 0,-2 2-2 16,3-1-6-16,0 1-2 0,0-4-18 16,3 3 8-16,1-1-1 0,0-1 11 15,3-1-10-15,0 3-1 0,2-5 9 0,2-1-14 0,2-4 13 16,-2 0-7-16,6-1-13 0,0-5 7 0,0 1-2 16,1-3 10-16,1 0-10 0,-1-4 0 0,-1 0 8 15,3-1-8-15,-5 1 0 0,1-6-1 16,-6 3 1-16,4-6 5 0,-7 3-12 0,-1-3 1 15,-2 1 1-15,0-3-13 0,-4 2 23 16,-4-4-2-16,0 0 17 0,-5 0-25 0,2 3 7 16,-4 0 1-16,1 0-11 0,0 2-2 0,-1 3 20 15,-2 3-2-15,3-1-8 0,-4 4-8 0,0 3 0 16,0 1 5-16,1 3-4 0,-1 0 1 16,1 6-4-16,-1-2 0 0,-3 3 2 0,4 1 72 15,-2 2-23-15,2 2-5 0,2-1 2 0,1-1-5 16,1 4-7-16,1-3-16 0,4 3 18 15,1-3-3-15,3 2-7 0,0-1-3 0,3 2 3 16,5-3-15-16,-1 3-1 0,6-3-12 0,1 2-26 16,3-2-18-16,4-2-41 0,3 3-35 0,3-7-65 15,0 0-48-15,3-2-59 0,-2 2-126 0,2-5-156 16,-2 0-166-16,0 0 85 0,-1-5 79 16,-3 2 38-16</inkml:trace>
  <inkml:trace contextRef="#ctx0" brushRef="#br0" timeOffset="-90662.46">12718 4359 581 0,'4'-5'296'15,"-4"5"-22"-15,3-3-23 0,-3 3-31 0,0 0-15 16,0 0-18-16,0 0-5 0,0 0-31 0,0 0-23 16,0 16 2-16,-3-8-15 0,0 1 1 0,2 0-17 15,-2 1-1-15,0 3-11 0,3-1 0 0,-3 1-13 16,2-3-7-16,1 2-16 0,1 1 3 16,2-1-1-16,0 0-2 0,0-1 1 0,1-1-11 15,2 0-6-15,-2-3 6 0,3 1 0 16,0-1-10-16,3-4-13 0,1 0 15 0,-1-3 6 15,3-3-16-15,1 0-10 0,-1-3-1 0,1 0 16 16,-4-1-79-16,1-1 21 0,3-1 4 16,-4 1 13-16,-1-5 13 0,-1 3 77 0,-5-1 0 15,-2-1-6-15,-1 0-65 0,-1 2-1 0,-2-3-8 16,0 2 6-16,-2 3-16 0,-1-1 15 0,-1 0 4 16,-3 2-1-16,-1 1 2 0,-2 3-2 15,3-2-7-15,-4 2 2 0,1 2 2 0,-2-2-2 16,5 6-28-16,-3-3-13 0,2 1-43 0,2-1-31 15,5 3-41-15,-3-2-134 0,3 3-96 0,4-4-387 16,0 0 112-16,14 3 42 0,-7-3 51 16</inkml:trace>
  <inkml:trace contextRef="#ctx0" brushRef="#br0" timeOffset="-90512.47">13266 4284 837 0,'6'-5'227'16,"-6"5"-45"-16,10-3-54 0,-10 3-49 0,11 0-53 16,-7 0-108-16,-4 0-166 0,9 3-282 0,-5 2-5 15</inkml:trace>
  <inkml:trace contextRef="#ctx0" brushRef="#br0" timeOffset="-90362.47">13259 4486 778 0,'0'0'325'16,"0"0"-28"-16,-4 5-16 0,4-5-38 0,0 0-17 16,0 0-24-16,0 0-28 0,30-10-36 15,-18 5-53-15,4-1-65 0,1-1-102 0,0 3-235 16,7-8-362-16,-3 1 47 0,0 1 64 0</inkml:trace>
  <inkml:trace contextRef="#ctx0" brushRef="#br0" timeOffset="-90145.78">13586 4028 1018 0,'0'-7'353'0,"0"7"-25"16,0 0-41-16,1-10-13 0,2 8-39 0,0-4-25 15,5 3-10-15,-2-4-36 0,1 5-11 0,0-4-7 16,4 0-36-16,-1 2-33 0,-1 0-46 15,2 0-47-15,-1 3-76 0,-6-2-67 0,2 0-43 16,-3 2-102-16,-3 1-382 0,0 0 12 0,0 0 93 16,0 0 54-16</inkml:trace>
  <inkml:trace contextRef="#ctx0" brushRef="#br0" timeOffset="-89878.59">13508 4021 755 0,'-7'5'266'15,"3"3"-102"-15,-2-4 7 0,2 4 3 0,-2 5-46 16,3-4 3-16,3 7-21 0,-3 0 5 0,1 2 5 15,4 1 54-15,1 5-10 0,3 1-15 16,-3 5-9-16,1-1-1 0,2 4-17 0,1 0 6 16,-2 2-10-16,4 12-3 0,-2 2 11 0,0-7-11 15,0-9-25-15,0 3-3 0,-1-1-13 0,-2-1 5 16,2 3 1-16,-1-5-83 0,1 2 6 0,1-6 4 16,-1-2 1-16,1 5-3 0,1-3-2 15,-2-3-6-15,4-2 6 0,-3-2 7 0,1-2 62 16,1-2-3-16,1-1 7 0,1-4-17 0,-1-1-10 15,3-2 2-15,1-4-5 0,-3-1-23 16,6-4-13-16,-4 0-33 0,5-4-38 0,-1 0-52 16,3-4-91-16,-6 0-290 0,10-2-326 0,-4-5 109 15,0-2 27-15,-2 0 93 0,-1-5 61 16</inkml:trace>
  <inkml:trace contextRef="#ctx0" brushRef="#br0" timeOffset="-89461.89">13980 4370 865 0,'-7'8'253'0,"0"-2"-10"0,3 2-25 0,1 3-21 16,0-3-13-16,0 6-7 0,2-1-31 15,1 2-3-15,0-1-20 0,4 3 2 0,2-4-25 16,-2 1 3-16,3 3-9 0,0-3-12 0,3-2-8 15,1 1-12-15,2-4 10 0,0 0-11 0,2-2 8 16,1-3-2-16,1 0-8 0,1-3-11 16,-2-2 8-16,2-3-22 0,-1-1 2 0,4-5 10 15,-1 0-8-15,-6-1-5 0,3-3-15 0,-4-1 10 16,0-3-7-16,-5-2-3 0,-5 3 2 16,1-3 11-16,-4-1-5 0,0-1-9 0,-4 4 14 15,-2-6 5-15,-2 4 2 0,1 0 1 0,-2 6 15 16,2-2-11-16,-4 3 13 0,1 3-17 15,-4 0 2-15,1 3-11 0,0 5 4 0,-2-3-1 16,2 5-20-16,-5 5 12 0,2-3 1 0,-2 4-5 16,1 3-16-16,0 1-13 0,3 4-33 0,4-3-3 15,0 6-7-15,4-3-49 0,-2 3-30 0,5-5-49 16,6 8-121-16,0-2-127 0,5 1-310 16,2-2 20-16,3-1 90 0,1-1 76 0,-1-5 42 15</inkml:trace>
  <inkml:trace contextRef="#ctx0" brushRef="#br0" timeOffset="-89211.86">14561 4492 778 0,'0'0'291'0,"0"0"-6"0,0 0-42 16,0 11-15-16,-3-3-31 0,-1 2-18 0,0 0-18 15,1 2-12-15,0 5-24 0,-1-2 3 0,-2 2-18 16,2 1-8-16,1 0-12 0,-5-1-11 16,5-1-4-16,-3 2-6 0,2-1 0 0,1-2-23 15,0 2-21-15,-1-2-32 0,4-2-34 0,0-2-39 16,0 0-109-16,0-3-49 0,0 1-184 0,4-4-252 16,-1-1 35-16,3 1 52 0,-6-5 65 15</inkml:trace>
  <inkml:trace contextRef="#ctx0" brushRef="#br0" timeOffset="-88793.13">14722 4271 629 0,'0'0'287'16,"0"0"-29"-16,-1 21 34 0,-2-12-31 15,3 1-10-15,0 0-26 0,0 5-28 0,3 0-10 16,-2 1-18-16,5 1-13 0,-3-1-12 0,5 0-19 16,2-1-20-16,-3 0 8 0,3 0-8 15,0 0-28-15,0 0-3 0,4-5 3 0,-3 0 4 16,-1-1-22-16,4-3 8 0,-1-1-16 0,1-2 3 16,-1-2-6-16,0-2 1 0,-1-2 0 0,1-2-3 15,1-1-3-15,-1-3-20 0,1 1 11 0,-7-3 17 16,0-3-26-16,-1-1 4 0,-2-2 4 15,-4-1 39-15,0-1-55 0,-4 1 12 0,1-6-1 16,-4 3 28-16,-2 0-25 0,1 0 15 16,-2 3-3-16,0 3 9 0,-1 3 35 0,1-2-31 15,0 4-7-15,-4 3-1 0,4 0-9 0,0 3-1 16,-4 0 0-16,1 2-9 0,-2 2-6 0,2 5 10 16,2-3-8-16,-2 1-17 0,3 4-46 15,-4 0-6-15,7 0-10 0,-3 4-71 0,3-3-41 16,3 2-62-16,1 0-302 0,6 0-361 0,1 0 118 15,4-2 67-15,1 0 63 0,1 0 60 16,4-4 55-16</inkml:trace>
  <inkml:trace contextRef="#ctx0" brushRef="#br0" timeOffset="-88645.39">15214 4418 1034 0,'0'0'299'0,"0"0"-17"0,0 0-49 0,0 0-41 16,0 0-41-16,0 0-108 0,-3-5-130 0,3 5-279 16,3-3-241-16,0-1 26 0,-3 4 59 0</inkml:trace>
  <inkml:trace contextRef="#ctx0" brushRef="#br0" timeOffset="-88412.32">15324 4146 939 0,'0'0'338'0,"0"0"-28"0,0 0-24 0,0 0-20 15,6 14-89-15,-3-7 0 0,-2 2-19 0,2 1 4 16,0 0-34-16,0 4-11 0,1 1 70 0,3-2-23 16,0 3-18-16,-3 0-5 0,5 0-24 15,-5 1-17-15,6-2 10 0,-3 2-12 0,0 1-14 16,0 0-23-16,3 3-55 0,0-3-37 0,-3 0-92 15,0 4-146-15,7-5-534 0,-4 2 27 0,0-2 100 16,0-4 41-16,0-4 72 0</inkml:trace>
  <inkml:trace contextRef="#ctx0" brushRef="#br0" timeOffset="-88212.34">15758 4485 839 0,'0'0'310'16,"6"7"-29"-16,-6-7-20 0,0 9-15 0,0-1-36 16,-3 1-21-16,3 1-17 0,-3 4 2 0,-1-2-25 15,0 4-19-15,-2 0-15 0,2-1-25 16,-2 1-36-16,2 1-52 0,-2-1-38 0,1-5-87 16,-1 0-161-16,3 2-445 0,2-5 86 0,-2 0 32 15,3-3 65-15</inkml:trace>
  <inkml:trace contextRef="#ctx0" brushRef="#br0" timeOffset="-87829.42">15881 4279 747 0,'0'12'271'16,"0"-3"-33"-16,0 2-12 0,3-1-29 0,0 4-10 15,1-3-21-15,-1 4-5 0,4-1-23 16,3-1-2-16,-3 0-21 0,0-1-7 0,3 0-6 16,1-2 3-16,2-2-15 0,-2 0-14 0,2 0-4 15,-3-6 0-15,4 3-8 0,-1-4-8 0,2-1 8 16,-2-4 3-16,1 2-6 0,-4-3 6 16,3-1-3-16,-2-2-13 0,-1-5-5 0,-6 1 59 15,2-4-10-15,-3-1 9 0,2-1-22 0,-5-5 8 16,-1 5-3-16,-3-4 44 0,-2 4-26 15,-1-1-16-15,0-1-7 0,1 8 0 0,-2-4-33 16,2 4 15-16,-1 1-8 0,0 2 8 0,-4 4-23 16,1 0 0-16,-3 4-11 0,-1 1 6 15,1 1-15-15,-1 1-1 0,0 4 1 0,-3 2-24 16,4 1-35-16,-2-1-19 0,2 1-32 0,3 1-16 16,3 3-100-16,3-4-138 0,4 1-499 0,3 1 18 15,1-3 112-15,3 4 39 0,-3-7 64 0,6 5 66 16</inkml:trace>
  <inkml:trace contextRef="#ctx0" brushRef="#br0" timeOffset="-87712.57">16257 4421 885 0,'0'0'274'0,"3"-3"-41"0,-3 3-69 15,0 0-98-15,0-7-135 0,0 7-535 0,3-1 79 0</inkml:trace>
  <inkml:trace contextRef="#ctx0" brushRef="#br0" timeOffset="-87345.39">16311 4203 1039 0,'1'-7'402'0,"5"3"-16"0,-6-2-53 0,4 4-29 16,-1-4-19-16,3 3-37 0,2-1-36 0,-1 1-17 15,3 2-24-15,0 1-7 0,4 1-26 16,-4 1-10-16,4 3-20 0,-1 1-11 0,1 1-12 16,-4 5 9-16,0-2-4 0,-3 1-11 0,1 4-17 15,1 2-11-15,-6-3 3 0,-2 4-11 0,2-2 3 16,-3 0-15-16,-3 1-3 0,3-1 11 16,-4 1-16-16,1-5-3 0,3 1-2 0,-3-2 0 15,0 2 20-15,2-4-20 0,1 0 0 0,0-1 13 16,0 0 12-16,-3-4-27 0,3 3 43 15,3-2-11-15,-3-5-15 0,0 6-17 0,0-6-6 16,10 3-2-16,-3-2 22 0,-7-1-6 0,21-1 1 16,-8-2-4-16,1 1-16 0,3-1-26 15,3-1-43-15,-2 0-71 0,-1-2-91 0,3 3-170 16,0-4-513-16,-2 0 108 0,3 0 46 0,-2 3 79 16,-4-4 56-16,1 0 73 0</inkml:trace>
  <inkml:trace contextRef="#ctx0" brushRef="#br0" timeOffset="-87178.86">16896 4331 867 0,'0'0'266'0,"0"0"-2"16,0 0-13-16,-3 14-10 0,3-6-19 15,-4 0-53-15,3 6 28 0,-2-3-30 0,0 6-1 16,0 1-7-16,2 6-16 0,-2 1-15 0,0-3-8 16,3-3-15-16,-3 6-10 0,3-2-13 0,0-3-3 15,3 2-20-15,-3-2-69 0,3 0-64 0,0-2-149 16,1-2-540-16,2 0 52 0,2-6 43 15,-1-1 69-15,3-3 58 0</inkml:trace>
  <inkml:trace contextRef="#ctx0" brushRef="#br0" timeOffset="-86996.26">17367 4454 1039 0,'0'0'399'0,"4"-3"-43"0,2 2-31 16,-2-3-26-16,3 1-35 0,0 2-34 0,0-3-79 15,3 1-102-15,0 2-149 0,1-4-609 0,6 4 10 16,-1-2 108-16,2-2 18 0</inkml:trace>
  <inkml:trace contextRef="#ctx0" brushRef="#br0" timeOffset="-86812.86">18085 4401 1292 0,'0'0'384'0,"0"0"-23"16,0 0-38-16,0 0-42 0,11 0-76 0,-11 0-100 15,7 0-100-15,-7 0-192 0,10-1-507 0,-4 1 24 16,2 0 91-16,-8 0 42 0</inkml:trace>
  <inkml:trace contextRef="#ctx0" brushRef="#br0" timeOffset="-86645.82">18506 4426 1149 0,'0'0'333'0,"0"0"-13"16,10 0-16-16,-10 0-30 0,0 0-28 15,7 2-24-15,-7-2-22 0,0 0-95 0,0 0-38 16,7 0-131-16,-7 0-146 0,0 0-551 0,0 0 93 16,0 6 75-16,0-6 29 0</inkml:trace>
  <inkml:trace contextRef="#ctx0" brushRef="#br0" timeOffset="-86112.52">18940 4196 709 0,'0'0'309'0,"0"0"-37"0,0 0-24 15,0 0 0-15,7 20-30 0,-4-11-16 0,-3 0-18 16,3 3-22-16,1 1-1 0,-3 3-15 0,-1 0-13 15,0 2-15-15,3 1-6 0,-3-1-12 16,0 3-16-16,0-2 1 0,0 4-21 0,0-4-21 16,3 3-35-16,-3-5-49 0,3 2-46 0,1-1-156 15,-1-1-415-15,4-2-25 0,0-1 48 0,0-4 46 16,-4-3 70-16</inkml:trace>
  <inkml:trace contextRef="#ctx0" brushRef="#br0" timeOffset="-85529.28">19337 4067 865 0,'0'0'332'16,"0"0"-32"-16,-18 11-36 0,15-1-19 0,0-2-14 16,-1 5-19-16,1 3-94 0,0-3-3 0,3 2-20 15,-1 0 5-15,2 2-29 0,-1 1-7 16,3-1-2-16,3-1 2 0,-2-1-8 0,2 1-2 16,2-4-11-16,2 1-15 0,0-2 24 0,1 2 1 15,2-4-1-15,4-3-24 0,-6-1 0 16,2 1-3-16,1-5 11 0,-1 1 8 0,1-2-21 15,0-3 5-15,-3-1-18 0,-1 0 31 0,0-5-13 16,0-3 6-16,-3-1 9 0,-4-3-12 0,-3-5 2 16,3 0 0-16,-9-3 1 0,3-1-4 15,-5 0 22-15,1 2-9 0,-2-1 29 16,2 6-1-16,-4-1 6 0,1 2-36 0,0 3 44 0,-1 3-34 16,1 0-15-16,0 1 0 0,-1 6 2 0,-2 0 11 15,3 1-24-15,-4 3-7 0,4 1-3 16,-4 4-15-16,4-3-23 0,0 5-51 0,-1 2-56 15,5-1-101-15,2 1-176 0,4 0-430 16,4-1 87-16,5 2 44 0,2 0 84 0,-1 2 64 16</inkml:trace>
  <inkml:trace contextRef="#ctx0" brushRef="#br0" timeOffset="-85395.86">19761 4225 1041 0,'0'0'290'0,"0"-4"-55"0,0 4-40 16,0 0-67-16,0-5-75 0,0 0-232 0,0 5-456 16,10-2 90-16,-4-1 20 0</inkml:trace>
  <inkml:trace contextRef="#ctx0" brushRef="#br0" timeOffset="-84996.43">20085 3881 1231 0,'-3'-6'394'0,"-1"-1"-82"16,1 2-35-16,0 3-21 0,3 2-13 15,-11-2-33-15,11 2-13 0,-14 4-36 0,2 1-10 16,0 3-2-16,-1 2-19 0,-1 0-5 0,1 3-17 16,3-1-18-16,-4 2-3 0,4 1-13 15,3-2 3-15,-4 2 2 0,5-2-7 0,5-1-16 16,-5 1-15-16,6-1-13 0,0-2 5 0,3 2 1 15,0-1-6-15,1-2 2 0,3-1-6 0,3-1-24 16,0-1 2-16,0-2-10 0,1-3-4 0,2 3 4 16,-3-4 0-16,4-4 3 0,-4 3 3 15,0-2 12-15,1-3-13 0,-4 1 3 0,3 2 8 16,1-4-8-16,-5 4 0 0,1 2 5 0,-1-3-5 16,-1 1 3-16,1 2-16 0,-6 1 5 15,0 0 6-15,11 4 9 0,-8 1 9 0,0 3-6 16,0 1-5-16,2 2 3 0,-5 2 2 0,3-1-8 15,0 4 1-15,0 1 0 0,-2 0-3 0,2 4-13 16,0-4 13-16,1-1-36 0,-1 2-46 16,5-1-25-16,-5 1-91 0,7 0-203 0,0-3-449 15,4 2 102-15,-1-7 47 0,1 2 66 0,0-8 69 16</inkml:trace>
  <inkml:trace contextRef="#ctx0" brushRef="#br0" timeOffset="-84796.11">20516 4279 993 0,'0'0'286'0,"0"0"-2"15,0 0-45-15,-7 17 73 0,4-9-10 16,-1 4-31-16,-3-3-28 0,3 2-33 0,-2 3-18 16,-1-3-18-16,1 4-25 0,-2 1-16 0,2-2-10 15,2 1-18-15,-2-1-18 0,2 1-39 0,1-4-55 16,0 3-55-16,-2-3-96 0,5-1-313 0,4-2-338 15,-3-1 102-15,2-1 47 0,3-6 56 16,-6 0 79-16</inkml:trace>
  <inkml:trace contextRef="#ctx0" brushRef="#br0" timeOffset="-84562.38">20769 3828 1026 0,'11'10'371'0,"-8"-3"-38"16,0 4-16-16,-3 1-45 0,0 6 1 15,3 0-24-15,1 6-32 0,-1 1-25 0,3 1-23 16,-1 1 5-16,-2 1-23 0,1-2-5 0,2 2-18 16,1-3-15-16,-1 4-16 0,2-4-30 0,-2 0-21 15,1-4-69-15,0 1-85 0,4-4-176 16,-1 0-527-16,0-4 38 0,1-4 84 0,-1-4 64 15,2-4 57-15</inkml:trace>
  <inkml:trace contextRef="#ctx0" brushRef="#br0" timeOffset="-84113.68">21049 3663 1354 0,'0'-7'376'0,"4"1"-28"0,-1-1-28 0,1 0-18 16,5-1-33-16,-2 0-24 0,4-1-22 16,5 1-36-16,-1 0-15 0,-2 1-11 0,5 0-10 15,-2 1-23-15,2-1-13 0,-2 2-2 0,2 1-21 16,-2-3-13-16,-1 5-12 0,-5-3-6 16,4 2-10-16,-1 3-7 0,-3 0 2 0,1 1-3 15,-1 2-12-15,0 2-3 0,1 5-2 0,-2 0-16 16,-2 5 11-16,1 1-1 0,1 3 6 0,-2 3-14 15,0 2-9-15,1 5 2 0,-2 4 18 16,1 1-5-16,3 14 3 0,1 0-6 0,-1-1-7 16,3 3-3-16,-2 0 13 0,2-2 7 0,1 2-12 15,-1-1-13-15,1 1 8 0,0-2-3 0,-1 1 2 16,-2-3-7-16,2 0 11 0,-9-7-16 0,3-4 15 16,0-1 28-16,-4-3-12 0,0-3-6 15,1-1 14-15,-4 0 9 0,0-4-15 0,-1 1-15 16,-2 0 13-16,-3-4 17 0,-1 2 13 0,-4-5-48 15,1 0 23-15,-4-1-26 0,1 0-13 16,-8-4 8-16,1 1-7 0,-4-2-45 0,-10-3-37 16,0 1-44-16,-8-3-210 0,-19 0-609 0,-1-3 81 15,-3-2 101-15,-6-2 86 0,3-2 50 16,-11-3 78-16,-20-2 47 0</inkml:trace>
  <inkml:trace contextRef="#ctx0" brushRef="#br0" timeOffset="-83163.68">12171 5713 898 0,'0'0'276'15,"0"0"-32"-15,0 0-29 0,-10 13-16 0,7-5-20 16,0 0-17-16,3 4-11 0,0 2-18 0,0 2-10 16,0 0-13-16,0 1-8 0,3 0-10 15,3-1-15-15,-2 0 0 0,2-3-16 0,2 3 1 16,-1-2-3-16,3 0-1 0,-1-3 4 15,2 0-13-15,0-3 2 0,3 0-15 0,-4-2 10 16,3-2 5-16,1 0-18 0,-1-4 3 0,-2 0 0 16,2-2-13-16,-3-3 0 0,1 0-15 0,-1-1 9 15,0-5 6-15,-2 0 31 0,-2-3-31 0,-2 0 0 16,-1-2-5-16,-3-4 39 0,-3 2-29 0,0-6-3 16,-4 2 29-16,-4-3-33 0,1 2 2 15,0 0 23-15,2 4 2 0,-5 2-7 0,-1 1 8 16,4 3-1-16,0 1-1 0,-1 0 6 15,1 3-4-15,0 5-23 0,-1-2 15 0,1 3-16 16,0 3 6-16,0 0-3 0,0 1-5 0,3 2-5 16,-3 3 13-16,2 1-13 0,2 1-3 15,2 1-2-15,-2-2-3 0,3 2-13 0,3 1 14 16,0-2-1-16,3 2 0 0,0-2-5 0,4 6 11 16,-1-4-6-16,5 1-5 0,0 0 3 0,6-2-11 15,0 0 3-15,6 0-13 0,-1-1 18 16,4-2-25-16,1-1-59 0,1 1-26 0,2-2-98 15,1 0-70-15,-3-4-127 0,2 3-419 0,-5-3 82 16,-1 0 51-16,-4-3 69 0,0 2 64 0</inkml:trace>
  <inkml:trace contextRef="#ctx0" brushRef="#br0" timeOffset="-82979.38">12715 5753 893 0,'0'0'322'15,"3"-3"-20"-15,-3 3-23 0,0 0-12 0,0 0-109 16,0 0-2-16,4 17 3 0,-1-8-10 0,0 1-21 15,1 4 0-15,0-1-21 0,-1 2 6 0,1 3-13 16,5 3-11-16,-2-2 1 0,1 4-24 0,1-4 6 16,-2 3-11-16,3-2-12 0,-2 1-21 15,2-1-23-15,3 1-107 0,-2-3-103 0,2-1-171 16,1 0-402-16,0-5 110 0,3-4 51 16,-4-1 61-16</inkml:trace>
  <inkml:trace contextRef="#ctx0" brushRef="#br0" timeOffset="-82795.66">13186 5767 924 0,'4'-7'327'0,"-1"1"-38"16,0 2-12-16,5-3-29 0,-1 0-38 0,-1 3-41 15,5-3-38-15,-1 3-47 0,3 0-102 0,1 0-95 16,-3 2-104-16,3 1-382 0,-1 1-18 15,-3 1 39-15,1-1 76 0</inkml:trace>
  <inkml:trace contextRef="#ctx0" brushRef="#br0" timeOffset="-82660.34">13262 5917 916 0,'-7'4'330'0,"7"-4"-13"0,-4 4-94 15,4-4-16-15,-3 3-12 0,3-3-16 0,0 0-15 16,0 0-13-16,0 0-15 0,0 0-34 0,27-11-33 15,-16 5-36-15,6-1-43 0,-1 1-97 16,2-6-124-16,3 2-488 0,-4-3 100 0,6 1 7 16,-5-3 77-16</inkml:trace>
  <inkml:trace contextRef="#ctx0" brushRef="#br0" timeOffset="-82196.88">13580 5484 1059 0,'0'-6'369'16,"0"6"-34"-16,0 0-41 0,6-10-15 15,-2 8-30-15,2-3-21 0,2-2-26 0,2 3-41 16,3-1-41-16,-2-2-53 0,2 3-36 0,-2-2-39 16,2 3-28-16,-6-2-33 0,1 2-23 0,-2-3-23 15,-2 5-72-15,-1 0-3 0,-3 1-9 16,0 0 35-16,0 0 44 0,0 0 45 0,0 0 50 15,-21 7 35-15,14-6 11 0,1 2 30 0,-5 2 15 16,1-1 16-16,0 2 5 0,3 1 3 16,-4 1 7-16,2-1-7 0,2 2 2 0,-1 0 5 15,-2 2-10-15,4 3 5 0,-1-3-10 0,1 6 5 16,4-2-7-16,-1 3-4 0,0 3 11 16,3 0-2-16,0 4-14 0,0 0 11 0,3 6-71 15,0-5 7-15,-1 6-3 0,4 1 16 0,-2 1 7 16,2-5-2-16,1 6 13 0,4-1-29 0,-5-5 13 15,4 2 13-15,0-3-18 0,1 2 6 16,-1-2 2-16,0-5 20 0,1 4-20 0,-1-5 0 16,1-3-3-16,-2 3 8 0,1-4-10 0,0-1 4 15,-2-2-9-15,2-3 0 0,0 2-9 0,1-5-6 16,2 1-1-16,-3-3-38 0,7 0-67 16,-6-6-38-16,6-1-128 0,-4-1-215 0,5-6-310 15,3 0 46-15,-2-4 103 0,-4-5 79 16,1-1 31-16</inkml:trace>
  <inkml:trace contextRef="#ctx0" brushRef="#br0" timeOffset="-81830.11">13912 5738 721 0,'-4'4'282'0,"-3"4"-26"15,4 1-16-15,-1 2-30 0,4 3-20 0,-3-2-6 16,3 3-18-16,0 2-15 0,0 1-20 0,3 2-18 15,1-2-6-15,2-2 3 0,2 1-15 16,-2 0 2-16,1-3-17 0,3-2 4 0,1 1 3 16,-1-2-18-16,4-3-15 0,-4 1-3 0,3-3 0 15,1-4 3-15,-1 0-5 0,2-3-3 0,-2 0-23 16,4-4 25-16,-6 1-22 0,2-4 2 0,1-5 13 16,-4 1-2-16,-4-2 2 0,2-3-6 15,-8-1-9-15,3-2 25 0,-6-3-30 0,-4-1 7 16,0 1-21-16,0-1 24 0,-3 4 46 0,3-3-34 15,-3 7 1-15,-3-1 12 0,2 5-10 0,1-1 0 16,-3 3 1-16,1 3-12 0,-4 5-12 16,2-3 13-16,-3 8-15 0,0-1 9 0,-4 5-7 15,4 2-15-15,-4 2-54 0,2 4 0 0,4-3-67 16,-1 7-12-16,5-1-62 0,4 2-61 16,1-4-175-16,6 5-378 0,0-3 105 0,6-1 31 15,-2 0 63-15,2-1 44 0</inkml:trace>
  <inkml:trace contextRef="#ctx0" brushRef="#br0" timeOffset="-81612.79">14273 6017 957 0,'4'3'353'0,"-4"-3"-25"15,7 8-31-15,-7-2-23 0,3 2-21 0,-3 3 0 16,1-1-58-16,2 3-3 0,-6 2-21 15,3-2-9-15,-1 2-11 0,1 2-23 0,-3 0 2 16,0-1-12-16,0 1-18 0,2 0-39 0,-3-2-25 16,4 2-59-16,-3-4-67 0,3-1-53 15,0-1-287-15,7 0-338 0,-3-2 41 0,-1-6 100 16,4 1 46-16,-1-2 56 0</inkml:trace>
  <inkml:trace contextRef="#ctx0" brushRef="#br0" timeOffset="-81230.47">14424 5748 898 0,'0'0'294'0,"0"0"-43"0,0 0-3 16,-4 19-25-16,4-8-26 0,0 2-7 16,0 0-19-16,1 4-7 0,2 0-21 0,4 2-22 15,-3-1 1-15,2-1-19 0,1 1-11 0,0 0 16 16,3-1-39-16,0-1-3 0,-3-2 14 15,4-1-4-15,-1-1-4 0,3-3-11 0,-2 0-7 16,-1-2-8-16,3-4 0 0,-2-2 6 0,2-2-12 16,2 1-4-16,-2-3-13 0,1-5 6 0,-1 1-4 15,-3-3-2-15,1-5 3 0,-4 1 2 16,3-6 3-16,-4 1-8 0,2-4-18 0,-11 0 77 16,6 3 7-16,-6-4-17 0,-2 3-11 0,2 3 29 15,-4 0-3-15,1 3 3 0,-1-1-16 0,-1 5-5 16,-2 2-13-16,-3 1 3 0,-1 3-8 15,1 2-2-15,-1 2-3 0,0 2-8 0,-3 2 1 16,0 1 7-16,0 0-23 0,4 2 3 0,-2 1-21 16,2 2-8-16,3 1-30 0,2 2-31 15,2-1-46-15,3-3-77 0,3 3-107 0,0-3-349 16,3 4-227-16,4-1 102 0,0-3 72 0,3 0 56 16,0 1 71-16</inkml:trace>
  <inkml:trace contextRef="#ctx0" brushRef="#br0" timeOffset="-81079.49">14801 5891 998 0,'0'0'389'0,"0"-6"-51"16,0 6-16-16,0 0-63 0,0-7-39 16,0 7-51-16,0 0-95 0,-1-3-51 0,-3-1-233 15,4 4-491-15,0 0 43 0,0-8 72 0,4 4 64 16</inkml:trace>
  <inkml:trace contextRef="#ctx0" brushRef="#br0" timeOffset="-80862.84">14903 5559 1080 0,'0'0'350'15,"0"0"-27"-15,0 0-11 0,0 0-33 16,13 19-20-16,-10-11-11 0,5 6-15 0,-1-1-39 15,-1 2-4-15,4 7-29 0,-2-4-18 0,2 5-2 16,-1-3-18-16,-1 3-8 0,-1 0-7 0,0-1-80 16,2 2-38-16,2-1-41 0,-7-1-157 0,6 0-583 15,-1 0 0-15,3-5 110 0,-3-3 62 16,1-3 71-16,-2-3 36 0</inkml:trace>
  <inkml:trace contextRef="#ctx0" brushRef="#br0" timeOffset="-80663.21">15374 5842 995 0,'0'0'315'0,"0"0"-23"16,-10 17-34-16,7-9-20 0,0 1-23 0,0 1-25 16,-2 5-16-16,-2 1-26 0,1 1 1 15,2-1-1-15,-9 1-35 0,6 2-6 0,-3 2-30 16,3-5-61-16,0-1-83 0,0 0-48 0,0-1-213 15,4-3-429-15,0-3 94 0,0-1 48 16,3-2 67-16</inkml:trace>
  <inkml:trace contextRef="#ctx0" brushRef="#br0" timeOffset="-80297.29">15590 5557 918 0,'0'14'323'0,"-3"-7"-29"0,3 1-25 16,-1 2-23-16,1 1-26 0,0 2-18 15,0 1-20-15,4-1-5 0,-1 1-32 0,4 3-6 16,-3-3-11-16,2 1-29 0,1-2-4 16,3 1-5-16,-2-3-3 0,2-2 0 0,-1-2-23 15,2 5 15-15,-4-7-7 0,3 1-11 0,-3-4-7 16,3-2-5-16,0 0 2 0,-10 0 5 0,18-4-23 15,-8-3 6-15,-4-1 20 0,1-2-23 0,1-4-11 16,-2-1 19-16,-2-2-34 0,-4-2 8 0,3-1 10 16,-3 1 10-16,-3 1-15 0,-1 0 18 15,1 1-13-15,-3 1-2 0,-2-1-3 0,1 3-2 16,-3 3-6-16,-4 3 11 0,1 0 2 16,-5 4-10-16,2 0-8 0,-2 4 3 0,-2 2-1 15,0 3 9-15,2-2-31 0,1 3-16 0,0 1-30 16,1 2-70-16,-2 0-43 0,8 0-171 15,-1 2-515-15,5 1 90 0,2-2 51 0,4-2 76 0,0 0 52 16,3 1 69-16</inkml:trace>
  <inkml:trace contextRef="#ctx0" brushRef="#br0" timeOffset="-80146.63">15956 5711 1223 0,'0'-10'338'0,"0"6"-59"0,0 4-74 0,-1-11-108 16,-2 9-130-16,3 2-630 0,0-6 77 0,0 3 35 15</inkml:trace>
  <inkml:trace contextRef="#ctx0" brushRef="#br0" timeOffset="-79680.27">16048 5491 1182 0,'3'-5'410'16,"-3"5"-34"-16,11-4-36 0,-4 1-32 0,-7 3-14 15,16 0-46-15,-8 3-20 0,5 0-28 0,-3 0-16 16,4 4-41-16,-1 1 11 0,-1 0-21 16,1 3-23-16,-3 1 3 0,0 0-29 0,-6 3 11 0,2 0 0 15,-5 1-26-15,-1 2-3 0,-1-2 3 16,1 1-18-16,-6 0 8 0,3-1 5 0,-1 0-15 15,0-5 2-15,1 3-18 0,2-5 11 0,-2 1-3 16,0-1 13-16,0-1 2 0,3-1-30 16,-1 0 35-16,-2-1-53 0,3-1-54 0,0-5 7 15,3 8 1-15,-3-8-1 0,7 2 4 0,0-2 9 16,-7 0-12-16,24-2-14 0,-10 0 11 16,-1 0-46-16,5-2-2 0,-1 1-49 0,0-4-19 15,0 2-70-15,0 1-24 0,0-4 18 0,0 2 8 16,-3 2 40-16,3-3 9 0,-4 1 73 15,-2 1 29-15,2 0 41 0,-6 3 71 0,1-3 24 16,1 3-14-16,-5 0 34 0,3-2-18 0,-7 4 3 16,11-2-8-16,-11 2 2 0,0 0 13 0,12 2 8 15,-11 4 0-15,-1-6-5 0,0 14-5 0,0-5-14 16,0 1 14-16,0 1-13 0,-1 3-3 16,-2-2-7-16,3 5-16 0,-3-2 16 0,0 3-16 15,3-1-20-15,-4-2-28 0,4-1-52 16,-3 2-151-16,-1-4-173 0,4 2-446 0,0-3 107 15,4-4 55-15,-4 0 55 0,3-6 59 0</inkml:trace>
  <inkml:trace contextRef="#ctx0" brushRef="#br0" timeOffset="-79446.34">17032 5776 1141 0,'0'-6'389'0,"4"3"-38"15,-4 3-47-15,6-7-35 0,-1 4-46 0,-2-1-26 16,7 1-51-16,0-4-64 0,1 5-90 0,5-3-74 16,2 3-156-16,-2-3-82 0,5 2-56 0,-3 0 15 15,2 1-248-15,1-2 59 0,3 3 53 16</inkml:trace>
  <inkml:trace contextRef="#ctx0" brushRef="#br0" timeOffset="-79313.66">17747 5675 1034 0,'11'-4'335'0,"-5"3"-100"16,-6 1-9-16,7-3-29 0,-7 3-8 0,10-4-38 15,-7 2 5-15,5 1-51 0,-8 1-51 0,13-3-64 16,-3-1-57-16,1 1-161 0,-1-1-468 0,4 1 92 15,-4 2 26-15</inkml:trace>
  <inkml:trace contextRef="#ctx0" brushRef="#br0" timeOffset="-79146.86">18198 5586 957 0,'0'0'304'0,"10"0"-19"16,-10 0-17-16,11-2-50 0,-4 2-11 0,-7 0-30 15,9-5-1-15,-9 5-60 0,7-1-27 0,-3-1-166 16,-4 2-629-16,7-1 79 0,-7 1 20 0,0 0 75 16</inkml:trace>
  <inkml:trace contextRef="#ctx0" brushRef="#br0" timeOffset="-79014.36">18506 5529 1021 0,'0'0'379'16,"7"-1"-88"-16,-7 1-119 0,0-3-338 0,0 3-446 15,0 0 46-15,0 0 52 0</inkml:trace>
  <inkml:trace contextRef="#ctx0" brushRef="#br0" timeOffset="-78479.96">18971 5568 998 0,'0'0'330'0,"3"8"-13"15,-3 0-35-15,3-1-26 0,-3 2-28 0,0 2-18 16,0 3-18-16,0 2-16 0,0 2-30 16,0 1-18-16,0 0 0 0,0 2-36 0,0 2-20 15,0-3-70-15,1 4-40 0,2 0-92 0,0-5-103 16,1-1-484-16,3-3 49 0,-1 0 18 16,-2-5 76-16,3-3 60 0</inkml:trace>
  <inkml:trace contextRef="#ctx0" brushRef="#br0" timeOffset="-78095.86">19288 5442 844 0,'0'0'366'16,"0"0"-30"-16,0 0-34 0,-10 19-31 0,7-8-30 15,0 1-21-15,3 1-23 0,-3 1-21 16,3 3-9-16,0-3-14 0,0 4-27 0,3-2-11 15,0 0 3-15,4 1-13 0,-1-5 0 0,2 2-21 16,2-2-12-16,0 0-13 0,1-4 7 0,2 0-4 16,0-5-9-16,1 3-4 0,0-5 5 15,0-1-16-15,2-1 3 0,-5-4-5 0,3 1-16 16,0-5 11-16,-4-3-3 0,0 0 23 0,-4-2-28 16,-1-4-7-16,-2-6-1 0,-6-1 29 15,-2-1-72-15,-1 1 15 0,-1 1 15 0,0-1 19 16,-3 6 7-16,0-1-13 0,0 2 3 0,-1 6-5 15,1-2-3-15,-3 4 16 0,2 3-11 16,-3 3 1-16,-3 0-1 0,4 5-12 0,-2 4 17 16,-1-3-12-16,-2 7 4 0,-1 3-9 0,4-1-8 15,-1 5-10-15,2-3-16 0,4 0-25 16,6 2-44-16,1-2-67 0,0 2-53 0,6-2-146 16,0 0-481-16,4 1 105 0,3-3 48 0,4 2 59 15,-1-5 75-15</inkml:trace>
  <inkml:trace contextRef="#ctx0" brushRef="#br0" timeOffset="-77946.66">19573 5610 1187 0,'7'-1'353'0,"-7"1"-15"16,0 0-43-16,0 0-47 0,9-2-43 0,-9 2-64 16,0 0-93-16,0 0-63 0,7-3-103 0,-7 3-522 15,11 3-15-15,-4-6 66 0,-1 2 64 16</inkml:trace>
  <inkml:trace contextRef="#ctx0" brushRef="#br0" timeOffset="-77530.33">20099 5311 1085 0,'0'-8'340'16,"-3"5"16"-16,-1-5-33 0,0 2-65 0,1 2-7 15,-4 0-26-15,1 2-10 0,-5 1-20 0,11 1-24 16,-20 3-9-16,6 3-22 0,1 2-14 16,-2 0-21-16,-1 3 0 0,1 4-16 0,-1 1-4 15,2-1-3-15,4-2-8 0,3 1-10 0,-3-1-13 16,3 1 5-16,3 0-22 0,1-3 7 16,3 3-11-16,0-4-9 0,3 0-14 0,-2-2 4 15,5 0-27-15,2-2-22 0,2-1 7 0,3 1-7 16,1-6-24-16,-1 0 14 0,2 0-1 15,-2-2 0-15,1-3 11 0,-1 0 7 0,0-2-5 16,2-5 19-16,-5 1-4 0,1 0 8 0,-1-3 18 16,2 3 24-16,-4-3-19 0,2 4 28 15,-6 1-17-15,2 1 20 0,-2 0-18 0,3 2-21 16,-1 2 8-16,-2-1 3 0,-1 5 8 0,-3 0-3 16,7 9-6-16,-4-1 9 0,2 0-8 0,-2 6 5 15,0-1-11-15,-3 3 11 0,3 5-2 16,1-4-4-16,-1 2 9 0,-3 2-39 0,3 0-28 15,-3 4-64-15,4-2-92 0,-4 1-170 16,6-3-475-16,-1 0 97 0,4-4 62 0,-5-6 53 16,2-2 90-16</inkml:trace>
  <inkml:trace contextRef="#ctx0" brushRef="#br0" timeOffset="-77313.66">20537 5584 1092 0,'0'0'320'16,"0"0"-35"-16,0 0 4 0,-15 13-18 0,9-3-40 15,-1 0-22-15,-3-1-11 0,-1 3-19 0,4 0-28 16,-5 1 2-16,1 2-20 0,1-1-23 16,0-2-15-16,2 2-39 0,-2 2-43 0,3-7-72 15,-2 2-115-15,4 1-92 0,-1-3-502 0,6-2 103 16,-1-3 25-16,1 1 49 0,0-5 61 0</inkml:trace>
  <inkml:trace contextRef="#ctx0" brushRef="#br0" timeOffset="-77079.36">20810 5117 1174 0,'0'0'372'0,"0"0"-24"0,0 0-41 0,10 11 15 16,-10-3-55-16,4 3-19 0,-1 5-20 0,0 0-16 16,0 6-20-16,2 2-23 0,1-2-10 0,-2 3-18 15,2 3-6-15,-2-3-15 0,2 0-15 16,-1 0-15-16,1-3-3 0,-3 1-49 0,4 0-25 16,-1 0-125-16,-2-5-101 0,4-2-314 0,1-3-328 15,-2-1 110-15,0-3 57 0,0-5 60 0,0 0 75 16</inkml:trace>
  <inkml:trace contextRef="#ctx0" brushRef="#br0" timeOffset="-76664.24">21138 4836 1044 0,'7'-4'348'0,"-3"-3"-26"0,6-1-30 15,-1 2-31-15,2 4-20 0,2-4-16 0,2 0-17 16,1 2-32-16,-1 3-15 0,1 1-15 0,2 0-15 16,-2 0-6-16,2 1-30 0,1 3-8 15,-1 2-8-15,-4 0-15 0,6 2-7 0,-5 3 7 16,-2 2-5-16,4 3-11 0,-4 2-2 16,-2 4-10-16,3 6 0 0,-4 0-10 0,0 3-1 15,0 1 3-15,4 11 0 0,-3-6-7 0,-1 9 7 16,3-3-7-16,1 1-11 0,-1 2 0 15,1-4 0-15,-1-6 13 0,-3-5-7 0,2 1-1 0,-3-2 0 16,1 0-7-16,4 3 5 0,-4-6 2 16,-3 0-30-16,4 1 28 0,-4-6 2 0,-1 0-10 15,-2 2 8-15,3-7-3 0,-4 0 13 0,-3 1 85 16,1-1 4-16,-1-3 14 0,-1 3-29 16,-2-5-23-16,-4 1 8 0,0-2-89 0,-3 1-19 15,-1-3 36-15,-5 0-18 0,-5 0-22 0,-3-1-9 16,-3-2-43-16,-11 3-63 0,-16 0-178 15,-1 0-601-15,-10-2 113 0,0-3 32 0,-10 3 116 16,0-5 90-16,-5-1 25 0</inkml:trace>
  <inkml:trace contextRef="#ctx0" brushRef="#br0" timeOffset="-71080.69">17050 6617 762 0,'-8'-6'310'16,"-1"4"-8"-16,5-4-26 0,-2 4-37 0,6 2-19 15,-7-1-10-15,7 1-21 0,0 0-20 0,-14 4-26 16,10 3-5-16,-2 3-4 0,2 1-24 16,-3 3-13-16,3 1-7 0,-2 8-14 0,3 2 6 15,2-2-10-15,-2-2-11 0,6 4-17 0,-2 0 4 16,2 0 9-16,3-2-3 0,5 1-19 0,-1-1 4 16,0-3-11-16,1 2 0 0,3-5 5 15,3 1-7-15,0-7-11 0,3 3 6 0,-3-5-6 16,1-2 1-16,2-5-1 15,-3 1-5-15,0-5-5 0,0 0 11 0,0-4-19 0,0-1 16 16,0-3-8-16,-3-2 5 0,0-4-2 0,-4-2-6 16,-3-2 6-16,3-4 5 0,-6 2-3 0,-4-3-18 15,-3 0 8-15,2-3 13 0,-2 3-5 0,-5 3-18 16,2 0 15-16,-1 2 28 0,-3-3-15 16,0 6 8-16,0 1-14 0,0 3 9 0,-2 3-19 15,-1 2 19-15,-4 1-13 0,3 3-3 0,-3 4 5 16,1 0-5-16,-2 2 10 0,1 4 6 15,-3 1-19-15,5 2 4 0,-4 3-14 0,4 2 5 16,2-2 8-16,3 5 13 0,2-2-10 0,-1 2-5 16,8-2 12-16,-2 2-15 0,6-1 0 0,1 0 3 15,2 1-1-15,5 0 6 0,-1-1-1 0,5 1-12 16,4-7-7-16,-1 5-45 0,5-6-17 16,1 1-64-16,7-2-54 0,-4-1-110 0,1 0-192 15,3-3-269-15,0 1 51 0,-1-5 101 0,-6 0 53 16,1-2 51-16</inkml:trace>
  <inkml:trace contextRef="#ctx0" brushRef="#br0" timeOffset="-70577.42">17635 6836 1080 0,'0'0'343'0,"0"0"-28"16,-18 10-36-16,15-3-36 0,-4 1-10 0,4 6-18 15,-5-3-26-15,5 3-7 0,-1 3-16 0,-2 0-12 16,3 0-31-16,2 1-13 0,-2-1 0 16,3 4-8-16,0-3-2 0,4-1-18 0,-4 0-3 15,3-1-12-15,3 0-8 0,1-3 5 0,1 0 2 16,-2-2-20-16,4 1 5 0,0-3 1 16,1-5-11-16,2 2 5 0,1-4-16 0,-3-2-7 15,6-1 0-15,-4 0-2 0,5-5-3 0,-5-1 2 16,4 2 11-16,-6-7-8 0,2 2-8 15,-2 0 3-15,-2 0 3 0,-2-4-26 0,-3 0 12 16,3 2 19-16,-7-4-16 0,0 5 13 0,0-2-10 16,-4 1 13-16,1-3-8 0,2 2 40 0,-5 2 4 15,2 0-8-15,-2-3-3 0,-1 6-15 16,0-1 12-16,0 0-22 0,-3 2 2 0,4 0 0 16,-2 0-5-16,1 3 5 0,1-2-10 0,-1 2-5 15,0 0 3-15,0 1 12 0,0 1-5 16,1-2-13-16,-5 3 3 0,4 0 7 0,1 1-7 15,-4 0-5-15,2 0-6 0,8 0 14 0,-13 0-1 16,13 0-18-16,-14 0 1 0,4 0 7 0,10 0 8 16,-13 0-11-16,13 0 9 0,-11 0-9 0,11 0-7 15,-10 0-3-15,6 0 6 0,4 0-11 16,-7 0-20-16,1 2-49 0,6-2-21 0,-11 4-35 16,5-1-38-16,2 0-65 0,-2 3-174 0,2 0-450 15,0-3 46-15,1 4 100 0,3-1 74 16,0-6 71-16,3 9 47 0</inkml:trace>
  <inkml:trace contextRef="#ctx0" brushRef="#br0" timeOffset="-70211.49">18020 6950 949 0,'0'0'338'0,"4"-6"-23"16,-4 6-36-16,0 0-26 0,0 0-27 0,0 0-22 16,0 0-1-16,0 0-32 0,0 0-7 15,-1 15-5-15,1-15 2 0,-6 10-33 0,3-3-18 16,3 1 8-16,-4 0-1 0,1 1 4 0,0 0-32 15,-1-1 11-15,3 3-13 0,-2 1-5 0,0 0-8 16,0 1 3-16,2-1-21 0,-2 2 11 16,0 1-24-16,3-3 11 0,-3 5-5 0,3-2-18 15,0 0 9-15,0-3-14 0,0 2-28 0,3-2-19 16,-3 1-46-16,6-2-14 0,-5-3-37 16,2 5-151-16,3-8-422 0,-1 2-144 0,2-1 75 15,2-2 90-15,-5-4 68 0,-4 0 52 16</inkml:trace>
  <inkml:trace contextRef="#ctx0" brushRef="#br0" timeOffset="-69698.46">18226 6729 1039 0,'0'0'289'0,"0"0"-18"16,-7 17-33-16,3-6-23 0,4-1-23 0,-3 1-23 16,3 3-2-16,0 1-24 0,0 3-28 15,3-2-5-15,1 2-5 0,-1-2-13 0,1-1-10 16,-1-2-13-16,4 2-10 0,-1 1 8 0,5-6-3 16,-4 3-13-16,3-4-5 0,1 0 0 0,2-2-5 15,-3-4-8-15,4-2 11 0,2 3-13 0,-1-4-1 16,-2-4 1-16,5 0 2 0,-5-3-7 15,4-1 5-15,-4-2-11 0,-1-3-7 0,-2-3 5 16,-1-1 5-16,-2-2-13 0,-3-2 8 0,-1-4-8 16,-6 0-5-16,-1-3 11 0,-3 0-3 15,1-1-6-15,-4 0-22 0,2 6 15 0,-2 0 25 16,0 4-12-16,-1 2 13 0,2 1 2 0,-1 3 5 16,-1 1 6-16,-2 3-19 0,2 1 1 15,-3 7-11-15,1-4-2 0,-1 7 2 0,1 2 5 16,-2 2-5-16,2-1 8 0,3 3 0 0,-1 4-10 15,1-1 2-15,0 1 8 0,3 1 3 16,0 1-9-16,4-2-4 0,0 3 25 0,3-4-17 16,0 3 7-16,3 2-23 0,4-4 15 0,3 2-5 15,-3-2 1-15,6 1-11 0,2-1-16 0,1 1-25 16,5-2-66-16,0-4 7 0,-2 0-31 0,3-3-58 16,2 0-57-16,0-3-79 0,-4-1-148 15,1-1-247-15,3 1 52 0,-5-4 90 16,-1 0 38-16</inkml:trace>
  <inkml:trace contextRef="#ctx0" brushRef="#br0" timeOffset="-69513.72">18612 6717 1028 0,'0'0'346'0,"0"-8"-21"0,0 8-48 0,-1-6-27 15,1 6-17-15,0 0-30 0,0 0 4 16,0 0-20-16,0 0-16 0,-6 14-2 0,6-6-18 16,0 3-41-16,0 3 21 0,3-3-8 0,-3 4-11 15,4 1-12-15,-4 2-8 0,3 0-10 0,4 2-2 16,-3-1-4-16,-1-1-1 0,3 0-19 15,-2-2-25-15,2 5-19 0,2-4-50 0,-1 0-69 16,-1-5-60-16,1 3-76 0,4-1-453 16,-1-4-98-16,0-3 88 0,1-3 71 0,-1 0 82 15,-1-4 28-15</inkml:trace>
  <inkml:trace contextRef="#ctx0" brushRef="#br0" timeOffset="-69297.59">19155 6610 939 0,'4'-6'348'16,"-1"5"-33"-16,0-2-28 0,1-1-42 0,3 2-30 15,0 0-43-15,-1 2-49 0,4 0-70 0,1 0-68 16,3 0-103-16,0 0-150 0,-1 2-424 15,1 2 99-15,-1-2 32 0</inkml:trace>
  <inkml:trace contextRef="#ctx0" brushRef="#br0" timeOffset="-69131.19">19272 6811 1213 0,'0'0'353'0,"-4"5"-84"16,4-5-6-16,0 0-22 0,0 0-23 0,0 0-26 15,0 0-13-15,0 0-26 0,0 0-17 0,28-9-49 16,-18 5-43-16,3 1-32 0,1-1-63 16,-1 0-143-16,-1 3-544 0,1 0 81 0,0-4 17 15,-2 4 79-15,-1-5 65 0</inkml:trace>
  <inkml:trace contextRef="#ctx0" brushRef="#br0" timeOffset="-68530.74">20122 6335 1113 0,'0'0'307'15,"0"0"-13"-15,0 0-50 0,0 0-9 0,-19 15-20 16,15-6-95-16,-3 0 6 0,0 5-19 16,1 0-20-16,2 1 3 0,1 2-6 0,0 1-2 15,3-1-18-15,0-1 0 0,3 3-7 0,0-6-4 16,1 4-9-16,2-2 10 0,1 1-1 0,4-6 1 16,-1 5-10-16,-1-7-8 0,6 1-1 15,1-1 9-15,-1-6-3 0,4 4-3 0,-1-5-10 16,-1-1-2-16,3-1-8 0,-2-5 8 0,-2 4 2 15,2-7-15-15,-2 0 12 0,-2-4-10 16,-3 1 8-16,-1-4-17 0,-3 1 24 0,0-3-14 16,-7 1 7-16,3-4 2 0,-6 3 11 0,3 1-5 15,-7 1-3-15,3-1 13 0,-3 0 18 16,0 5-13-16,-2-2-5 0,-1 5-3 0,-4 0-10 16,0 1 6-16,0 4-1 0,1 2 0 0,-5 4-2 15,2 2-11-15,-5 2 3 0,0 0-15 0,1 6 2 16,3 0-43-16,3 2-23 0,-3 1-44 0,7 1 23 15,3-3-74-15,0 2-20 0,7 0-60 16,0-3-73-16,4 2-119 0,6 3-311 0,0-7 35 16,4 3 90-16,3-3 56 0</inkml:trace>
  <inkml:trace contextRef="#ctx0" brushRef="#br0" timeOffset="-68314.28">20663 6523 742 0,'0'0'289'16,"0"0"-15"-16,0 0-3 0,3 11-17 0,-3-7-16 16,0 1-33-16,-3 5-1 0,3-2-40 15,-3 4-10-15,2-1-16 0,-5 1-13 0,2 1 1 16,1 3-6-16,-1-3-23 0,1 3-15 0,-1 1 10 16,-2-2-56-16,3 2-8 0,-1-1-38 15,0 0-44-15,1 0-104 0,3-2-83 0,0-4-145 16,3 1-334-16,1-1 47 0,3-3 107 0,-1-6 49 15</inkml:trace>
  <inkml:trace contextRef="#ctx0" brushRef="#br0" timeOffset="-67912.66">20946 6276 1087 0,'0'-8'356'0,"0"8"-31"0,0 0-33 0,0 0-5 16,0 0-100-16,-9 16-8 0,8-8-3 0,-2 4-32 16,0 2 7-16,3 2-34 0,-4 1-4 0,4 1-10 15,0-1-4-15,0 4-1 0,4-3-24 16,-1-1-10-16,1 1 5 0,5 1-10 0,-2 2 15 16,4-5-7-16,-4-3-21 0,6 1-5 0,-2 0-3 15,-1-4 0-15,3-1-7 0,-2-1 2 0,5-1-10 16,-2-5-5-16,-3-2 16 0,6-1-19 15,-4 0-5-15,2-6 3 0,1-1-8 0,-2-2 11 16,-1-6-1-16,1 0 3 0,-3-2-3 0,-2-5 1 16,-2 3 22-16,-3-3-36 0,3 1 11 15,-4-2-5-15,-3 5 28 0,1 1 35 0,-8-1-65 16,3 0 35-16,-3 1-18 0,0 3 7 0,-2 1 11 16,1-1-2-16,-2 1-27 0,0 3 9 0,-4 3-1 15,4-1 3-15,-4 1-15 0,0 4-3 16,-2 2-12-16,-2 2-40 0,-3 5-68 0,-2 0-20 15,-1 3-101-15,3 1-84 0,0 3-542 0,2 1 89 16,4-1 63-16,2-2 76 0,7-3 53 0,-5 1 48 16</inkml:trace>
  <inkml:trace contextRef="#ctx0" brushRef="#br0" timeOffset="-67681.34">21445 6218 1108 0,'21'10'356'0,"-7"4"-31"0,-1-3-36 16,-3 3-77-16,1 1-12 0,-4 3-23 0,-3 1-8 16,2 4-3-16,-3 2-20 0,-3 2-16 0,-6 5-12 15,-1 2-23-15,-10 13-21 0,-7-4-69 0,-3 0-46 16,-15 10-79-16,-2-6-167 0,-10 2-465 15,-2-5 71-15,-8-2 54 0,-1-4 53 0</inkml:trace>
  <inkml:trace contextRef="#ctx0" brushRef="#br0" timeOffset="-67381.33">19727 6461 1016 0,'0'0'330'16,"0"0"-43"-16,0 0-19 0,-8 18-14 0,5-5-16 16,0 4-13-16,2 2 5 0,-2 6-32 15,3 1-14-15,0 5-13 0,3 3-15 0,1 4-15 16,2 9-13-16,5 0 10 0,6-4-22 0,0-1-17 15,7 0-4-15,0-4-5 0,6-4-67 16,4 0-8-16,2-3-7 0,8-5-21 0,1-1-61 16,5-1-57-16,2-10-137 0,3 7-580 0,-5-4 103 15,-8-9 59-15,-11 1 52 0,-5-8 73 16</inkml:trace>
  <inkml:trace contextRef="#ctx0" brushRef="#br0" timeOffset="-66748.59">16824 7024 913 0,'-4'-7'254'16,"4"1"-19"-16,0 6-27 0,-6-2-11 0,6 2-26 0,-4-6-15 16,4 6-12-16,0 0-19 0,-9 14-15 0,7-2 5 15,-1 3-30-15,3 7 94 0,0 2-31 0,5 2-32 16,1 4 4-16,4 2 3 0,7 14-13 15,3-4-15-15,5-1-8 0,2-2 5 0,7 1 0 16,0-1-33-16,8-3-11 0,2-3-43 0,14 5-12 16,4-9-49-16,6 2-60 0,-10-12-132 15,20 1-512-15,-6-8 10 0,0-6 102 0,4-6 77 16,-2-8 44-16</inkml:trace>
  <inkml:trace contextRef="#ctx0" brushRef="#br0" timeOffset="-66448.2">18711 6326 575 0,'0'0'249'0,"0"0"-19"0,0 0-5 16,20 15-12-16,-9-6-11 0,2 2-20 0,0 6 12 16,5 5-27-16,-4 3-16 0,6 1-11 15,1 9-9-15,3 5 12 0,-7 0-20 0,4 1-8 16,-8 2-17-16,-2 3-24 0,-4 0-10 0,-4-2-31 16,-3-2-79-16,-4 14-28 0,-7 1-110 15,-8 12-198-15,-2-3-350 0,0-14 95 0,-5-1 51 16,-5 6 43-16</inkml:trace>
  <inkml:trace contextRef="#ctx0" brushRef="#br0" timeOffset="-65548.84">19214 7558 831 0,'-4'3'323'0,"4"-3"-29"15,0 0-22-15,0 0-22 0,0 0-1 16,0 0-52-16,0 0-8 0,0 0-7 0,0 0-16 16,13 4-15-16,-13-4-20 0,0 0-11 0,21-7-10 15,-11 6-5-15,4-3-18 0,-3 2-56 16,2 1-51-16,1 0-70 0,-1-4-153 0,1 5-520 15,-1 2 54-15,-1-2 82 0,-3 3 64 0,-2-2 48 16</inkml:trace>
  <inkml:trace contextRef="#ctx0" brushRef="#br0" timeOffset="-65361.13">19337 7753 977 0,'0'0'346'0,"0"7"-49"15,0-7-26-15,0 0-23 0,0 0-22 16,13-2-34-16,-13 2-13 0,18-5-13 0,-2 2-25 16,-2 2-21-16,3-4-33 0,3 4-28 0,-2-2-28 15,-5-1-39-15,5 4-61 0,-5-1-87 16,1 1-126-16,-1 0-442 0,-6 1 69 0,4-1 56 16,-7 4 59-16</inkml:trace>
  <inkml:trace contextRef="#ctx0" brushRef="#br0" timeOffset="-63315.52">20553 7261 849 0,'0'0'328'0,"0"0"-36"0,0 0-23 15,0 0-31-15,0 0-18 0,0 0-97 0,-13 15-1 16,10-5 1-16,3 4-2 0,-1 2-4 0,-2 1-14 16,3 3 25-16,0 1-39 0,0-1-4 15,0 7-8-15,0 1 2 0,4-2-15 0,-1 2 2 16,0 2-14-16,4 3-11 0,1-6-8 16,1 4-43-16,4-4-47 0,-2-2-14 0,0 0-57 15,2-5-34-15,1-1-227 0,2-2-343 0,-1-5 87 16,-2 0 18-16,5-7 87 0</inkml:trace>
  <inkml:trace contextRef="#ctx0" brushRef="#br0" timeOffset="-62948.19">20817 7436 683 0,'0'0'284'0,"0"0"-20"0,-10 10-19 16,6-3-30-16,0 1-20 0,4 5-11 0,-3-2-22 15,3 4-1-15,0-4-23 0,0 6-15 0,3-1-13 16,1 1-8-16,0-2-2 0,3 1-15 0,-1-1-19 16,1-3 1-16,3 2-8 0,-3-4-1 0,3 0-11 15,0-2-1-15,1-1-11 0,-1-1 9 0,0-5-18 16,4 0-1-16,-1-2 6 0,-2 0 0 16,2-5-8-16,-3-4-3 0,1 2 1 0,-1-6 7 15,-3 2 2-15,0-8-4 0,-6 2-3 16,2-1 13-16,-6-6-5 0,-2 0-8 0,-1 0 23 15,-1 0-13-15,0 2 87 0,-7-3-4 0,4 8 1 16,0-3-2-16,-4 7 8 0,1-1-28 16,-1 1-16-16,0 6-4 0,-3-1-14 0,0 6 11 15,0 2-19-15,0 2 6 0,0 0-20 0,0 6-1 16,0-3-22-16,-1 4-6 0,5 6 8 0,3-4-77 16,-4 5-36-16,10 2-30 0,1-2-49 15,0 3-121-15,3-1-224 0,6 1-326 0,4 0 98 16,4 0 48-16,0-3 69 0,3 0 75 15</inkml:trace>
  <inkml:trace contextRef="#ctx0" brushRef="#br0" timeOffset="-62731.59">21316 7600 1116 0,'3'3'345'0,"-3"2"-15"16,0 3-28-16,-3 0-38 0,0 0 5 0,2 3-44 15,-2 2-5-15,-3-1-20 0,2 3-24 0,-3 2-27 16,0-1-11-16,4 0-36 0,-4 2-30 16,1-2-41-16,1 0-41 0,2-2-52 15,0 0-58-15,3 0-159 0,0-3-438 0,3-2-23 0,0 0 111 16,1-4 43-16,3-3 51 0</inkml:trace>
  <inkml:trace contextRef="#ctx0" brushRef="#br0" timeOffset="-62346.02">21521 7335 773 0,'0'0'296'0,"0"0"-24"0,-11 19-11 0,8-8-36 16,0-1-12-16,2 1-34 0,-2 4-5 0,0 0-15 15,3-3-26-15,3 4-23 0,-3 1 2 16,4 0-14-16,2-1-1 0,-1-2-8 0,1 2-7 15,1-4-13-15,3-2 3 0,0 1-5 0,0-2-14 16,1-4-9-16,2-1-1 0,-2-3-12 16,3 1 20-16,-1-5-15 0,-3 2 0 0,4-6-5 15,-1-2-6-15,-2 1 9 0,-1-6-6 0,0 3-13 16,-3-6 13-16,0 0-5 0,-3-7-10 0,-1 1 69 16,-6 4 13-16,0-6-6 0,2 0 1 15,-6 8 12-15,4 0 3 0,-4 1-28 0,0-1 28 16,1 3-18-16,-5 3-13 0,1 2-10 15,0 1-7-15,-4 0 9 0,1 3-7 0,1 3 0 0,-4 1-3 16,2 2-15-16,0 1-8 0,-3 3-4 16,4 3-14-16,0 0-13 0,-2 0-17 0,5 2-8 15,-1 1-38-15,5 3-24 0,2-3-48 0,-2 1-79 16,6-1-72-16,3-1-228 0,4 4-318 16,4-3 44-16,-1-1 98 0,3-2 66 0,4-1 77 15,-3-1 45-15</inkml:trace>
  <inkml:trace contextRef="#ctx0" brushRef="#br0" timeOffset="-62198.7">21904 7444 885 0,'0'0'295'0,"10"-2"-16"0,-10 2-31 16,0 0-20-16,7-2-8 0,-7 2-33 16,0 0-21-16,4-4-48 0,-4 4-75 0,0 0-56 15,9-1-30-15,-9 1-93 0,0 0-245 0,11 1-256 16,-7-2 30-16,-4 1 72 0</inkml:trace>
  <inkml:trace contextRef="#ctx0" brushRef="#br0" timeOffset="-61982.5">22177 7211 773 0,'0'0'314'0,"10"13"-27"0,-10-9-11 15,0 3-22-15,4 2-31 0,0 1-14 0,-1 3-24 16,0 2-19-16,1-1-2 0,-1 1-28 16,4 0-1-16,-4 1-9 0,4 0-39 0,-3 2-51 15,3-1-24-15,-4 0-70 0,3 1-132 0,-2-2-250 16,3 0-264-16,0-1 46 0,0-5 77 0,-4-3 49 16</inkml:trace>
  <inkml:trace contextRef="#ctx0" brushRef="#br0" timeOffset="-61748.82">22393 6934 929 0,'6'2'343'0,"5"5"-16"15,2 3-99-15,5 4-28 0,-2 3 5 0,2 3-24 16,6 12 6-16,-1 6-26 0,-2-1 77 0,-3 5-35 15,-5-1-6-15,0 5-36 0,-5-7-7 16,-5 11-6-16,0-3-25 0,-9 6-21 0,-2 4-43 16,-2-1-87-16,-3 2-51 0,-4-5-147 0,0 2-593 15,-4-5 28-15,-3-5 123 0,-3-2 39 16,-4-6 78-16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6:43:24.5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9929 733 793 0,'-4'-6'261'0,"1"0"-7"15,-1 2-22-15,1 0-9 0,0-1-26 0,0 2-25 16,3 3-19-16,-3-7-25 0,3 7-5 0,0 0-10 15,-1-3-11-15,1 3-15 0,0 0-5 16,0 0 0-16,10 15-10 0,-3-8-1 0,-1 2-12 16,5 3-2-16,-4 0-9 0,3 1 1 0,1-1-3 15,-1 1-8-15,3 1-7 0,1 1-3 16,-4-2 3-16,4-1-8 0,-4-1-3 0,3 0-7 16,2 0 15-16,-2-1-12 0,1-3 2 0,-1 1-8 15,-1-3 5-15,0-2 1 0,-1 0 1 0,3-4-9 16,-1-2 5-16,-3-1-8 0,4-3 8 0,-1 0 0 15,-2-2-3-15,-1-2-8 0,-3-2 11 16,1-2-2-16,-2 1 70 0,-2-2-9 0,-1 0-18 16,0-2-6-16,0 1-4 0,-3-1 2 0,-3 3-5 15,3 1-5-15,0 2 2 0,0-1-15 16,0 3 8-16,-3 2-11 0,3 1-7 0,0 1 5 16,0 6-8-16,0 0 3 0,0 0-8 0,0 0 6 15,3 20-1-15,-3-6 0 0,0 5-7 16,3-1-1-16,-3 7 6 0,3 3 2 0,-3-1 0 15,1 3 1-15,2-2-11 0,0 1 10 0,1-3-2 16,0 8-6-16,2-1 1 0,-2-7 4 0,-1 1-7 16,4-1-18-16,3 3-35 0,-6-4-45 0,3 0-53 15,2-5-212-15,2 2-441 0,2-4 21 16,-3-5 107-16,1-4 54 0,-4-2 59 0</inkml:trace>
  <inkml:trace contextRef="#ctx0" brushRef="#br0" timeOffset="199.12">10609 989 1072 0,'4'-3'356'0,"-4"3"-36"0,6-9-34 16,-2 5-50-16,2-2-18 0,4 2-19 15,2-4-15-15,4-1-17 0,1 2-29 0,0 0-46 16,1-2-48-16,6 0-80 0,-5 1-113 15,2 3-311-15,0 0-270 0,-4-2 88 0,0 3 71 16,0-1 56-16</inkml:trace>
  <inkml:trace contextRef="#ctx0" brushRef="#br0" timeOffset="365.85">10872 1092 734 0,'0'4'256'0,"0"-4"-15"16,0 0-19-16,0 0-14 0,18 2-34 0,-8-4-97 16,3-2-54-16,4-2-121 0,0 0-99 0,10-3-358 15,1 1-19-15,3-3 73 0</inkml:trace>
  <inkml:trace contextRef="#ctx0" brushRef="#br0" timeOffset="799.83">11522 803 732 0,'-4'8'230'16,"-5"2"-15"-16,1 1-33 0,1 3-8 0,-3 3-13 15,4 0-15-15,-2-1-18 0,1 1-15 16,1 0 2-16,3-1-18 0,2 1-10 0,1-4-10 16,1 3 12-16,5-1-19 0,-3-1-12 15,4-2 9-15,4 0-18 0,-1-2 71 0,4-2-2 16,0 0-16-16,3-3-5 0,-1-3-7 0,-1 0-3 15,4-4-15-15,-1 0-6 0,-1-3-4 0,0-3-16 16,4-2 10-16,-5-1-10 0,2-1 3 16,-5-4-6-16,-3-2-4 0,-2 0-1 0,-1-2 8 15,-4 1-13-15,-3 0-5 0,0-3 6 0,-4 2-4 16,-2-1-58-16,-2 0-5 0,2 1 13 16,-4 5 4-16,3 2 1 0,-7 1 10 0,4 2-6 15,-8 2 6-15,2 3 3 0,-2 3 4 0,-2 2 9 16,0 1-14-16,-1 4 13 0,1 1-2 15,-1 2 0-15,3-1-6 0,2 3-2 0,-1 0 3 16,6-1-8-16,-2 1 5 0,6 1 5 0,0-1 2 16,1-2-12-16,6 3 26 0,0-2-14 0,6 0-4 15,-2-1-3-15,10 1 5 0,-1 0 0 16,8-2 11-16,2 1-6 0,4-3-10 0,1 1-23 16,-1-2-34-16,1 0-17 0,2-1-38 0,-2 1-32 15,-4-4-30-15,3 2-95 0,-6-1-99 16,2-1-331-16,-1 1 28 0,0-2 85 0,-7 1 38 15</inkml:trace>
  <inkml:trace contextRef="#ctx0" brushRef="#br0" timeOffset="1132.2">11943 928 632 0,'0'0'220'0,"0"0"-26"0,9-2 80 0,-9 2-25 15,0 0-32-15,7-3-12 0,-7 3-26 0,0 0 3 16,0 0-36-16,3 9 2 0,-3-3-10 0,-3 2-7 16,3 2-6-16,0 0-22 0,-3 1-8 0,3 1-1 15,-3 1-20-15,3 1 6 0,0-2-9 16,0 2 6-16,3 2-8 0,0-1 0 0,0 0-25 15,5-1 17-15,-5 0-12 0,4-2-77 16,3-1 5-16,-2 1 2 0,1-2-2 0,1-1 21 16,4-2-3-16,-4-1 10 0,4-1 2 0,0-5-14 15,-1 1-1-15,1-2 13 0,0-1 5 16,0-2 6-16,-1-1 2 0,-3-1-5 0,1-4-16 16,-1 0 16-16,-4-3-6 0,-2 0 6 0,0-4 5 15,-1 1-15-15,-6 2-6 0,3-1 13 16,-7 0-4-16,3 2-1 0,-2 1 15 0,-1 2-12 15,-4 2 2-15,1-1 3 0,0 5-11 0,-4 1-2 16,1 2 3-16,3 1 7 0,-5 1-10 0,3 2-15 16,0 1-13-16,2 1-36 0,0 0-39 0,3 0-63 15,0 1-113-15,4 0-123 0,0-1-312 16,3 0 20-16,3-2 82 0,4-1 60 0</inkml:trace>
  <inkml:trace contextRef="#ctx0" brushRef="#br0" timeOffset="1267.55">12694 957 696 0,'14'-6'197'0,"-4"1"-3"0,0 0-20 0,1 2-20 16,-4-3-16-16,3 2-25 0,1 1-62 16,-2-2-141-16,-2-1-514 0,3 2 57 0</inkml:trace>
  <inkml:trace contextRef="#ctx0" brushRef="#br0" timeOffset="1466.16">12718 744 839 0,'0'7'317'0,"-3"2"-22"0,3 2-29 15,0 1-18-15,0 3-30 0,3 3-26 0,-3 1-13 16,4 3-23-16,2 1-15 0,-2 0-18 0,3 1 5 15,0-1-31-15,0 0-48 0,2 0-67 0,2-2-166 16,-1 1-515-16,4-1 8 0,0-4 58 16,-4-2 40-16</inkml:trace>
  <inkml:trace contextRef="#ctx0" brushRef="#br0" timeOffset="1899.27">13149 827 911 0,'-3'12'325'0,"0"1"-18"15,2 4-31-15,-2-1-38 0,3 1-20 0,-3 1-16 16,6 0-35-16,0-1-9 0,-2-1-2 16,5 1-30-16,1 1-11 0,0-1-15 0,6-1-13 15,-3 0-10-15,5-2 0 0,1-2-3 16,-1-2-5-16,1-3-13 0,1-2-5 0,0-1-2 15,1-1 0-15,-2-5-11 0,2 0-5 0,-2-4-5 16,-2-2 3-16,0-3-3 0,0-4-10 0,-4-3 0 16,-4-3-2-16,-1-4-4 0,-2-2 4 15,-3-2-11-15,-3 3 15 0,-2-2 6 0,-1 5-72 16,2-1-3-16,-5 2 21 0,-2 5 0 0,1-1 7 16,0 6-4-16,-4 0 7 0,0 5 3 0,-3 2-3 15,0 3 5-15,0 2 8 0,-3 3 5 16,2 1 0-16,1 3-3 0,0 2 8 0,3 0 6 15,1 3-14-15,0-1 8 0,5 1-2 0,1 1 9 16,1-2-6-16,6 0-9 0,0 0-5 16,3 1 34-16,4 1-11 0,7-3-7 0,2 3 0 15,2-3-14-15,6 1-11 0,0-2-53 0,3-4-42 16,3 4-90-16,-5-6-157 0,5 2-398 0,-2-2 48 16,-4-2 87-16,-1-2 56 0,-2-2 56 0</inkml:trace>
  <inkml:trace contextRef="#ctx0" brushRef="#br0" timeOffset="2065.92">13662 861 737 0,'0'0'304'15,"0"0"-17"-15,-7 15-39 0,7-8-7 16,-1 5-18-16,1 0-19 0,0 1-22 0,0 0-8 16,0 2-15-16,0 3-16 0,0-1-17 0,1 1-1 15,2 0-20-15,-3-1-10 0,4 2-19 0,-1-3-42 16,1 2-73-16,3-1-181 0,2 2-476 15,2-2-36-15,-1-4 89 0,0-2 60 0,1-6 58 16</inkml:trace>
  <inkml:trace contextRef="#ctx0" brushRef="#br0" timeOffset="2315.98">13998 630 831 0,'13'6'282'15,"-4"-1"-13"-15,2 0-34 0,-1 5-20 0,7 3-18 16,0 0-23-16,8 1-2 0,-1 4-26 0,2 1-13 16,2 0-10-16,6 6 0 0,4 1-26 15,-4-1-13-15,-6-3 1 0,-1-3-26 0,-4 0-39 16,1-1-40-16,1-1-72 0,-5-2-157 0,-3-1-511 15,0-2 107-15,-3-1 49 0,-4-5 33 16</inkml:trace>
  <inkml:trace contextRef="#ctx0" brushRef="#br0" timeOffset="2582.11">14373 561 1011 0,'0'0'309'16,"-7"12"-99"-16,3-4-8 0,1 6-20 15,-3 2-13-15,2 4 0 0,-6 2-23 0,-1 6-18 16,-2 1 10-16,-1 0-15 0,-3 13 5 0,0-10 0 16,4-3-28-16,1-1-3 0,-1-2-7 0,0 1-16 15,2-5-2-15,1-1-11 0,3-1-2 0,-6 0-3 16,6-1 0-16,0-5-25 0,0 3-15 15,-4 0-55-15,2-2-143 0,-1-1-606 0,-1-2 69 16,1 1 35-16,-7-2 75 0,0-3 82 0</inkml:trace>
  <inkml:trace contextRef="#ctx0" brushRef="#br0" timeOffset="12298.1">14639 833 875 0,'3'-3'233'16,"-3"3"-10"-16,0-7-37 0,0 7-12 0,-3-6-17 15,3 6-22-15,0 0-2 0,0 0 6 16,0 0-34-16,0 0 7 0,0 0-27 0,0 0 7 16,8 19-23-16,-8-9 8 0,3 4-11 0,0 1-15 15,1 2 3-15,-1 1 0 0,1 0 0 16,-1 0-8-16,3 5-5 0,-1-3 15 0,1 2-23 16,-2-1 1-16,2 0-27 0,1-1-43 0,0-1-40 15,3 2-111-15,-3-4-192 0,7 1-345 16,-4-3 81-16,3-5 54 0,-2-3 47 0</inkml:trace>
  <inkml:trace contextRef="#ctx0" brushRef="#br0" timeOffset="12531.12">15070 896 1026 0,'7'0'325'0,"-7"0"-28"0,14-4-28 0,-7 0-24 16,7-1-30-16,2 2-23 0,2-4-10 0,1 1-21 15,2-1-84-15,3 0-18 0,1 0-13 16,-2 0-43-16,1 1-111 0,0-1-148 0,0 1-489 16,-4 0 90-16,-5 0 43 0,1-1 80 15</inkml:trace>
  <inkml:trace contextRef="#ctx0" brushRef="#br0" timeOffset="12731.85">15272 685 670 0,'0'10'271'0,"0"2"-38"0,0 2 0 16,0 3-33-16,3 1-23 0,1 3-16 0,2 3-8 15,2 0-19-15,-2-1-19 0,4 5-8 16,-3-1-22-16,4-4-49 0,-1 3-75 0,3-1-109 16,2-2-354-16,5-2-123 0,-7-4 37 0,1-4 50 15</inkml:trace>
  <inkml:trace contextRef="#ctx0" brushRef="#br0" timeOffset="13164.47">15724 696 952 0,'-8'20'340'0,"8"-9"-45"0,-3 0-29 16,0 2-23-16,3 0-18 0,0 3-23 0,3-2-22 16,0 2-19-16,0 0-13 0,5 0-17 0,-2-1-19 15,1-1-12-15,0 1-2 0,4-3-14 16,-1 0 3-16,3-3-18 0,-2-2-10 0,2-2 10 15,1-3-13-15,-4-2-7 0,3-2 12 0,2-2-9 16,-2-3-1-16,1-2-10 0,-4-2-5 16,0-3 23-16,1-3-19 0,-5-1-6 0,-2-3-16 15,-1 1 7-15,-3-1-9 0,-3 2-1 0,-1-1 3 16,1-2 8-16,-3 5 7 0,-5 0 3 0,4 1 2 16,-3 2-5-16,3 2-5 0,-7 4 8 15,1 2-13-15,-1-1-5 0,1 6 0 0,-2-1-5 16,-1 4 7-16,-2 3-7 0,2-1-8 0,1 3 6 15,2 2 1-15,-1-1-1 0,1 0-9 16,6 2 1-16,0-2 20 0,3 1-18 0,1 0 3 16,3 0-3-16,0-2-18 0,3 2 28 0,5 0-20 15,2-2 18-15,0 1-8 0,7-1-5 0,0-3-2 16,4 0-34-16,0 0-18 0,6-1-56 0,-1 1-95 16,2 0-286-16,-1-2-390 0,-3 2 129 15,-3-2 63-15,-4-1 54 0,0 0 75 0</inkml:trace>
  <inkml:trace contextRef="#ctx0" brushRef="#br0" timeOffset="13464.09">16185 836 988 0,'0'0'307'16,"10"0"-21"-16,-10 0-30 0,0 0-18 0,17 3-23 15,-10 2-28-15,3-1-10 0,0 3-18 0,-2 1-16 16,5 0-15-16,-3 3-8 0,-2 2-20 15,1-1 0-15,1 2-13 0,-6 1-15 0,3 1-8 16,-3 1 7-16,-1-1 1 0,-3-1-21 0,-3 1-5 16,2 0 5-16,-6-2 11 0,4 1-93 15,-1-1 18-15,1-3 8 0,-3-1 10 0,5 0 6 16,-2-3 12-16,0 0-8 0,3-1 0 0,-3 0 11 16,2 0 12-16,1-6-15 0,1 6 3 0,-1-6 7 15,0 0 3-15,13-2-8 0,-13 2-2 16,21-7-13-16,-11 2-34 0,7-2-20 0,-1-2-15 15,2 1-26-15,2-3-61 0,1-2-67 0,3-3-185 16,-4 2-393-16,0 0 84 0,-2-1 59 16,-5-2 51-16,0-1 67 0</inkml:trace>
  <inkml:trace contextRef="#ctx0" brushRef="#br0" timeOffset="13647.26">16544 664 765 0,'0'0'235'0,"0"0"-4"0,0 0-24 16,14 14-18-16,-8-6 1 0,7 1-19 0,-2 1 16 16,3-1-38-16,3 4-21 0,0-2-23 0,4 3 0 15,-2-2 2-15,6 4-17 0,-1-1-6 0,3 0-10 16,-3 0-33-16,-4-2-61 0,1-3-200 16,0 2-305-16,-1-1-143 0,-3-4 31 0,-7-2 102 15</inkml:trace>
  <inkml:trace contextRef="#ctx0" brushRef="#br0" timeOffset="13864.16">16762 596 703 0,'-6'10'295'15,"-1"0"-29"-15,0 4-18 0,-3 1-20 16,0 3-28-16,3 1-3 0,0 2-23 0,0 2-18 15,0-1-10-15,0 3-10 0,1 0-11 0,-2 2-23 16,2-2 6-16,2 1-29 0,1-1-25 16,0 1-36-16,-1-1-113 0,8 0-294 0,-4-6-333 15,6-1 49-15,-3-2 64 0,1-5 71 0</inkml:trace>
  <inkml:trace contextRef="#ctx0" brushRef="#br0" timeOffset="14164.65">17087 778 1054 0,'10'-3'287'0,"-10"3"-29"0,10 1-20 0,-10-1-30 16,11 9-16-16,-4-2-23 0,-1 3-23 0,1 2-11 15,1 4-22-15,-5 0-1 0,3 1-7 0,-6 2-7 16,1 0-11-16,2-1 10 0,-3-1-31 0,-3 0-14 15,2 1 9-15,1-1-5 0,0-4-7 16,-3 2-11-16,3-3-4 0,-3-1-1 0,3 1 11 16,0-3-11-16,0 0-13 0,0-3 24 0,0 1-19 15,0-1-2-15,3 0 3 0,0-2 2 16,1-1-7-16,2 1-6 0,-6-4 8 0,15 2 5 16,-5-3-25-16,7-2-65 0,-4 2-76 0,5-5-159 15,-1 2-527-15,3-3 115 0,1-2 43 16,-4-3 73-16,0-4 45 0</inkml:trace>
  <inkml:trace contextRef="#ctx0" brushRef="#br0" timeOffset="14347.75">17545 681 934 0,'1'11'299'0,"-1"3"-45"16,3 3-24-16,0 1-12 0,1 4-24 0,2 1-15 15,-3 2-20-15,5 3-18 0,-1 3-44 16,3-1-74-16,-4 0-294 0,2-3-433 0,-2-2 74 16,-2-4 62-16,-1-4 36 0</inkml:trace>
  <inkml:trace contextRef="#ctx0" brushRef="#br0" timeOffset="14531.47">17491 925 1139 0,'3'-5'312'0,"0"-1"-41"0,1 0-15 0,6 0-23 15,0-1-23-15,4 0-33 0,3 1-16 16,7 0-31-16,-1-1-50 0,8 1-98 0,4-1-146 16,-4 3-571-16,6 0 101 0,1 1 27 0,-1-3 57 15</inkml:trace>
  <inkml:trace contextRef="#ctx0" brushRef="#br0" timeOffset="14714.29">18301 881 918 0,'0'0'313'0,"0"0"-57"0,0 0-16 0,23-8-43 15,-13 5-58-15,1-1-65 0,0 1-107 0,9 1-93 16,-3-1-306-16,3 0-160 0,1 0 14 0</inkml:trace>
  <inkml:trace contextRef="#ctx0" brushRef="#br0" timeOffset="14980.79">18957 820 419 0,'7'-3'179'0,"3"2"39"0,0-2-21 15,1 1 0-15,-1 1-33 0,4-2-15 0,-4 2-11 16,0-2-10-16,1 1-31 0,-1 1 16 16,-3-1-16-16,2 0 23 0,-1 2 18 0,-1-1 1 15,-7 1 4-15,13-3-53 0,-6 2 15 0,-7 1 7 16,10-3 55-16,-10 3 9 0,7 0-22 15,-7 0-11-15,7-2-18 0,-7 2-12 0,0 0-16 16,10-3-33-16,-10 3-59 0,0 0-104 0,4 0-208 16,-4 0-487-16,0 0 21 0,0 0 113 15,0 0 73-15,0 0 58 0</inkml:trace>
  <inkml:trace contextRef="#ctx0" brushRef="#br0" timeOffset="15415.14">19836 556 867 0,'0'0'233'0,"3"17"-13"0,0-9-15 16,-3 5-13-16,4-1-18 0,-4 3-5 0,4 3-28 15,-1 3-18-15,1 0 0 0,-1 4-16 16,0-1-5-16,3 2-12 0,-2-1-8 0,-1 1-15 16,5-1-42-16,-5 0-68 0,1-1-96 0,2 0-201 15,-2-3-369-15,2-5 87 0,1-1 46 16</inkml:trace>
  <inkml:trace contextRef="#ctx0" brushRef="#br0" timeOffset="15614.47">19706 892 1077 0,'-4'-4'335'16,"4"4"-76"-16,-3-6-18 0,3 6-11 0,3-9-36 15,1 5-12-15,3-2-28 0,7-2-11 16,2-1-17-16,2 1 60 0,9-3-17 0,-4 3-53 16,8-4-22-16,3 3-94 0,1-1-100 0,-1 3-186 15,4-3-487-15,-4 2 92 0,3-2 43 0,-6 1 68 16</inkml:trace>
  <inkml:trace contextRef="#ctx0" brushRef="#br0" timeOffset="16046.67">20427 546 801 0,'-7'7'343'0,"1"3"-28"0,-4 0-113 15,2 5-18-15,-2 2-18 0,0 1-9 16,-1 4-6-16,4-1-11 0,1 1 4 0,-1 1-27 16,3 1-14-16,4-3-16 0,0-1-5 0,4 0-8 15,3 3-7-15,0-3 7 0,3-1-15 0,1-1 5 16,1-3-21-16,3-1-10 0,-2-5 11 15,0 0-8-15,2-4 0 0,-2-1-1 0,1-4-6 16,-1-1 6-16,2-3 1 0,-2-2 8 0,1-2-21 16,-1-4 0-16,-3-1 8 0,1-5-3 15,-4-2 13-15,-1-3-21 0,-2-1-15 0,-4-1 6 16,0 3 1-16,-1-2-1 0,-5 0-9 0,3 4 1 16,-4-1 12-16,1 5-10 0,-2 1 8 15,-2 0 15-15,0 5-10 0,-4 1-3 0,1 3-4 16,-2-1-9-16,2 4 11 0,-1 2 5 0,1 2-3 15,-2 1-20-15,2 4 13 0,3-2 7 0,-1 4-12 16,1 2 7-16,4-1 5 0,3-1 1 16,-1 4-9-16,4-2 9 0,0 1 7 0,4 0-18 15,2 1 3-15,1 1 4 0,4-1-9 0,2 0-8 16,0 0 13-16,5-2 2 0,2 2-23 0,-3-3-28 16,4 0-46-16,3-1-38 0,-1-2-185 15,4 2-496-15,-2-2 81 0,-4-1 39 0,-1-3 90 16,0-2 33-16</inkml:trace>
  <inkml:trace contextRef="#ctx0" brushRef="#br0" timeOffset="16230.7">20892 831 801 0,'3'8'274'15,"-3"3"-16"-15,4 0-28 0,-4 1-2 0,3 3-31 16,-2-1-17-16,5 3-9 0,-2-1-28 15,-1 1-15-15,3 1-15 0,-2-2 0 0,3 0-21 16,0 1-33-16,0-3-80 0,-1 3-109 0,5-4-234 16,-4 0-301-16,3-1 17 0,1-4 62 0,-2-2 53 15</inkml:trace>
  <inkml:trace contextRef="#ctx0" brushRef="#br0" timeOffset="16846.66">21118 917 883 0,'-4'9'353'0,"-3"0"-41"0,4 1-28 16,-1 0-30-16,4 1-4 0,0 0-52 0,0 1 1 16,0 1-17-16,4-2-21 0,-1 2-10 0,4-1-15 15,0-2-18-15,0 2-11 0,3-2-12 16,-3-2-6-16,3-1-7 0,-3 0-15 0,3-3-6 15,-3 1 1-15,0-3-3 0,0 0 5 0,2-2-3 16,-9 0-15-16,12-5-5 0,-6 1 0 16,-3-1-10-16,1-3-3 0,-1 1 3 0,-3-2-3 15,0-1 3-15,0-1-1 0,-3 1 1 0,3-1-3 16,-3-1-10-16,2 0 18 0,-2 0 7 16,0 1-9-16,3 0-70 0,-3 0-3 0,2 1 4 15,-2 0 9-15,3 0 6 0,0 1-1 16,3 2-2-16,-2-2-3 0,2 2 3 0,0-1 16 15,1 0-6-15,5 1 0 0,-1 0-2 0,2 3 10 16,3 0 0-16,-2-1-8 0,2 4 0 0,2-1 5 16,-2 4-10-16,4 0 11 0,-3 3-4 0,3 1 4 15,-4 2-4-15,2 3-4 0,-2-1 10 16,0 3 0-16,1 1-3 0,-4-2 3 0,-3 2 13 16,4-2-16-16,-2 1 3 0,-2-2 5 0,1 0-5 15,-2-1 13-15,1-1-19 0,-1-1 9 16,-2-1-3-16,3-1-6 0,-3-2 14 0,3-1-3 15,-1 0-3-15,4-3 6 0,-2 0-8 0,2-4 2 16,0 1 6-16,0-4 2 0,3-1-5 16,-3-2 5-16,-2-4 3 0,2 1-11 0,-3-3 3 15,-1 0 10-15,-1-2-7 0,-2 1-8 0,-3-3 10 16,0 5 18-16,0-3 64 0,-4 3 0 0,-3 0-25 16,3 2 4-16,-5 0 6 0,2 2-8 0,-4 3-11 15,1-2 9-15,-3 3-19 0,2 5-2 16,-2-3-12-16,-2 4 11 0,2 1-14 0,-4 0-16 15,4 1-43-15,-1 2-36 0,0 1-59 0,4 0-41 16,3 1-120-16,0 0-431 0,4-2-124 0,0 0 125 16,2 0 43-16,1-3 51 0,0 0 72 15</inkml:trace>
  <inkml:trace contextRef="#ctx0" brushRef="#br0" timeOffset="17297.75">21725 498 1180 0,'0'0'343'0,"5"-3"-36"0,-5 3-33 0,0 0-24 16,13 1-17-16,-13-1-28 0,18 6-13 15,-9-2-26-15,2 3-15 0,3 0-10 0,-4-2-23 16,3 1-10-16,1 1-6 0,2-1-43 0,-4-2-34 15,1 1-43-15,1-2-46 0,-1 4-38 16,1-6-34-16,-3 2-7 0,2-3-8 0,-2 0-5 16,-2-1 18-16,-2-2 20 0,0 0 26 0,0-2 33 15,-3-2 13-15,2 0 15 0,-2-3 31 0,-4 0 23 16,3 0 31-16,0-1 25 0,-3-1 3 0,0 1 15 16,0 1 24-16,0 1 17 0,0 2-13 0,0 0-12 15,-3 1-16-15,3-1-22 0,0 4-4 16,0 3-2-16,0 0 3 0,0 0-5 0,0 0-6 15,-4 11 3-15,1 0-18 0,3-1 15 0,-3 3-9 16,0 2-9-16,3 0 8 0,-4 3-10 16,4 3-7-16,-3 0 17 0,3 2-13 0,0 2 11 15,-4-1-11-15,4 2-12 0,0 1 15 16,4-2-21-16,-1 1-4 0,1 2-19 0,-1-1-38 16,3-2-56-16,1 0-108 0,-3-2-197 0,7-2-445 15,1-3 107-15,-5-3 52 0,4-4 76 16,-4-2 36-16</inkml:trace>
  <inkml:trace contextRef="#ctx0" brushRef="#br0" timeOffset="17913.6">21866 435 773 0,'-3'-5'314'0,"3"5"-35"0,-3-4-30 15,3 4-29-15,0 0-18 0,0 0-15 0,0 0-21 16,6 15-4-16,1-6-24 0,0 1-15 0,7 5-6 15,-1-1 9-15,5 3-16 0,2 2-5 16,4 2-16-16,0-1 1 0,10 8-8 0,0-3-21 16,0 1 1-16,-7-5-9 0,-2-2 4 0,-1-1-3 15,0 0-21-15,-4 0 3 0,0-1 0 16,-2-2-8-16,-2 0-8 0,-5 0-33 0,3-3-99 16,-5 1-124-16,-2-1-268 0,1-2-233 0,-2-3 43 15,-5-2 57-15,2-4 71 0</inkml:trace>
  <inkml:trace contextRef="#ctx0" brushRef="#br0" timeOffset="18263.48">22137 333 1026 0,'0'0'302'0,"0"0"-41"16,0 0-23-16,-11 11-20 0,7-2-24 0,1 2 6 15,0 5-31-15,-4 0 2 0,1 4-68 16,2 3-3-16,-4 2-11 0,-1 7 16 0,2-1-10 16,-4 2-8-16,4 1-5 0,-2-1-3 15,2 1-7-15,-4 0 15 0,4-1-23 0,-2 2-5 0,2-3 7 16,-1 0-9-16,1-2 1 0,1-4-14 15,-1-1-19-15,0-2 32 0,3-1-24 0,-2-4 11 16,3-1-14-16,-1 0 4 0,1-3-11 16,0-2 12-16,3-1-12 0,-1 0-15 0,1-1-41 15,-3-3-44-15,3-1-30 0,0 0-55 0,4-2-89 16,2-1-478-16,-2 0-18 0,6-1 50 0,0-4 83 16,0-1 66-16</inkml:trace>
  <inkml:trace contextRef="#ctx0" brushRef="#br0" timeOffset="18530.09">22444 664 901 0,'0'0'322'0,"0"0"-17"15,0 0-16-15,0 0-25 0,0 22-24 16,0-13-35-16,0 2-11 0,0 3-12 0,3 2-15 16,-3 1-24-16,1 1-20 0,-1 0 5 0,3 3-16 15,-3 0-14-15,0 0-1 0,3 3-5 16,0-2-25-16,-2-1-42 0,2-2-91 0,0 0-73 16,1-1-518-16,0-2-142 0,2-2 116 0,1-6 50 15,-4-1 65-15</inkml:trace>
  <inkml:trace contextRef="#ctx0" brushRef="#br0" timeOffset="19080.18">22642 753 970 0,'-3'5'268'0,"3"1"-27"0,-1 1-29 16,1 0-14-16,1 1-17 0,-1 0-27 0,3 1-3 15,0 1 0-15,5-2-23 0,-2 2-13 0,1-3-10 16,0 1-13-16,3-1 3 0,0 0-13 0,0-3 5 16,1 1-10-16,1-3-13 0,-4 0 2 15,3-2-22-15,-1-2-1 0,-3 1 21 0,2-2-15 16,-4-3-6-16,1 0-4 0,-2-3-6 0,-4 1 8 16,0-3-10-16,-3 0 10 0,-1 0-23 15,1-5 7-15,-3 2 75 0,-2-3-5 0,1 1 22 16,1 0-19-16,2 0-27 0,-3-2 16 0,3 3-7 15,1 1-19-15,0-1 16 0,1 3-3 16,0-1-10-16,2 1-10 0,2 1-3 0,0 0-5 16,1 2-7-16,3 0-6 0,2 1 3 0,-1 1-6 15,0 1-4-15,5 1 2 0,0 2-5 0,-2 2-10 16,4 1 10-16,-1 3 0 0,4-1-20 16,-3 4 2-16,3 2 10 0,-3 1-10 0,8 2 3 15,-7 3-6-15,3-2 4 0,1 3-4 0,-1-1 1 16,-1 1 2-16,0-2 3 0,1 2-1 0,-2-2-2 15,1-1-5-15,-6-1 5 0,3-2-2 0,-1 0 7 16,0-3 0-16,-2 0-12 0,-1-4-1 16,0 2 14-16,-2-3-17 0,2-2 24 0,-1-1-7 15,-1 0 9-15,-1-3-5 0,2 0-2 0,-2-3-8 16,-3 0 11-16,3-1-29 16,-4-2 33-16,0 0 19 0,-3 0-44 0,-3 2 25 0,0-2-7 15,-4 1 7-15,0 1-2 0,-3 1-5 0,-8 0-21 16,-5 4 6-16,-7 1-100 0,-1 0-80 15,-14 6-394-15,-17 2-364 0,-6 1 109 0,-3-2 119 16,-8 3 49-16,-20 0 64 0,-11 0 26 0</inkml:trace>
  <inkml:trace contextRef="#ctx0" brushRef="#br0" timeOffset="20480.07">11659 1602 693 0,'0'0'243'0,"0"0"-17"16,0 0-24-16,-4-4 3 0,4 4-19 0,0 0-9 16,0 0-26-16,-4-3-5 0,4 3-5 15,0 0-13-15,0 0 5 0,-6-4-90 0,6 4 24 16,0 0 10-16,0 0-13 0,0 0 12 15,0 0-14-15,-3-3-11 0,3 3 5 0,0 0-7 0,0 0 0 16,0 0 2-16,10-8 8 0,0 3-16 16,-3-1-7-16,6 0 8 0,5-2 61 0,2-2-18 15,0 0-5-15,1-2 15 0,7-1-31 16,2-2-76-16,1 0 0 0,10-5 5 0,0-1 5 16,7 2-3-16,-4-1-17 0,4 2 12 0,-4 0 26 15,-8 5-10-15,-3 1-8 0,-2 1 2 16,-8 3-9-16,-2 1 4 0,0 1-7 0,-5 0-13 15,-5 1-29-15,0 3-1 0,-1 0-6 0,0 1-33 16,-6 1-54-16,-4 0-51 0,3 4-210 0,0 1-307 16,-3-2 58-16,0 2 62 0,0-5 52 0</inkml:trace>
  <inkml:trace contextRef="#ctx0" brushRef="#br0" timeOffset="20863.16">13156 1595 701 0,'0'0'212'0,"0"0"-7"0,14-1 13 16,-14 1-44-16,16-6-8 0,-4 0-7 16,4 1-8-16,1-1-16 0,4-4-7 0,3 0-15 15,3 1 61-15,4-3-10 0,-4 1-16 0,4-2-17 16,0 2-13-16,-1-2-21 0,-5 2-2 0,-2 3-80 15,1 0-7-15,0-1-1 0,-6 2 1 0,1 1-16 16,-4 0-15-16,1 0-28 0,-6 4-13 16,4-1-61-16,-4 0-65 0,-3 3-188 0,7 0-347 15,-1-2 108-15,1 2 36 0,-3-1 51 0</inkml:trace>
  <inkml:trace contextRef="#ctx0" brushRef="#br0" timeOffset="21363.48">16103 1344 990 0,'0'0'279'0,"0"0"-28"15,0 0 2-15,16-8-33 0,-2 3-20 0,0-1-23 16,6 0-16-16,1-2-13 0,3 0-30 0,0 0 8 15,7-2-29-15,-1 2-10 0,1 0 0 0,-4 0-20 16,-2 2-3-16,-1-1-29 0,-4 3-40 16,1-1-28-16,-4 1-80 0,-1 0-176 0,-5 4-476 15,0 0 109-15,-2-1 40 0,-9 1 47 0</inkml:trace>
  <inkml:trace contextRef="#ctx0" brushRef="#br0" timeOffset="22112.93">20694 1521 862 0,'-4'6'241'15,"4"-6"-24"-15,0 0 3 0,0 0-12 0,0 0-1 16,7 6-23-16,3-6-4 0,4-1-70 16,6-1-8-16,8-3-2 0,6-3-5 0,17-3-11 0,4 0-2 15,6-1-10-15,-2 0-6 0,2-2 14 16,-2-1-16-16,2 1-3 0,-3 0-10 0,0 2-2 16,-3-1-6-16,-1 1 62 0,-13 4 3 15,-2-1-14-15,-5 0-9 0,-1 2 2 0,-5 1-15 16,-5 0-8-16,-2 1-11 0,-3-1 6 0,-2 5-8 15,-2-2-4-15,-4 0-4 0,3 2-15 16,-5-1-5-16,-1 1-2 0,-7 1-21 0,10 0-31 16,-10 0-82-16,0 4-276 0,0 2-425 0,-3-1 44 0,-4 0 81 15,-3-2 60-15,-4 2 81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6:44:09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2422 8200 468 0,'0'0'159'0,"-3"-9"-8"16,3 4-3-16,-5 1-12 0,5 4-6 0,-2-7 73 16,2 7-17-16,-1-7-1 0,-2 5-14 15,3 2-12-15,0 0-6 0,0-8-12 0,0 8-20 16,0 0-6-16,-3-5-15 0,3 5-3 0,0 0-15 16,0 0-3-16,0 0-17 0,0 0 7 15,6-3-3-15,-6 3-7 0,0 0-74 0,0 0-6 16,18 1 29-16,-18-1-8 0,13 2 10 0,-5 1-7 15,1-2 17-15,2 0-7 0,2-1-3 0,1 2 16 16,0-2-6-16,2 1 3 0,3-1-10 16,4 4 10-16,1-3 3 0,6 1-6 0,1-2-4 15,0 1 9-15,3-1-2 0,0 0 3 0,4 2-1 16,-4-2-9-16,4 0-11 0,-4 0 18 0,7 0 0 16,-3-2-5-16,2 1 7 0,1 1 57 15,1 0-15-15,-1 0 25 0,0 0-28 0,3 0 10 16,-3 0-10-16,0-2-12 0,4 1 1 15,-5-3-4-15,5 4-3 0,-1 0-8 0,0-1 6 0,1-1-13 16,-1 2-1-16,2-1 1 0,1 1-5 16,1-1-1-16,-1-2-2 0,-2 1-2 0,-1 1 20 15,1 1-13-15,-1-1-13 0,1-2 8 0,-1 1-2 16,-3 1-3-16,4 1-8 0,-4 0-10 16,4 0 13-16,2 0-8 0,-2 0 8 0,2 0-19 15,-2 0 17-15,-1-2-6 0,4 2 3 0,-3-1 2 16,0-3-3-16,2 4 4 0,-6 0-24 0,4 0 18 15,-1-1-10-15,0 1 18 0,0 0-13 16,1-2 12-16,-3 2-4 0,1-1-5 0,2 0 2 16,-4 1 0-16,4-3-2 0,-1 1 9 0,-3 1-1 15,1 0-9-15,1-2 3 0,-9 3-15 16,5-3 13-16,1 3 7 0,-6-2-5 0,0 1 0 16,-2-3-15-16,1 1 10 0,-1 2-3 0,1 0 3 15,1-4-51-15,-3 5-21 0,0-1 8 0,4 0 0 16,-4-4 23-16,3 4 6 0,-3-1 4 15,3-3 8-15,3 4-8 0,-3-1 0 0,4-3 34 16,3 3-18-16,-4 0-3 0,1-3 23 0,0 4-15 16,3-2 12-16,-4-1 1 0,1 1-14 0,0 1 22 15,3-3-9-15,-3 3-9 0,2-4 4 16,2 4 6-16,-5-3-6 0,1 2 8 0,2 1-13 16,-5-3 6-16,6 4 2 0,-3 0-13 0,2-5 13 15,-3 6-8-15,2-7 11 0,-5 6 2 16,0-1-10-16,0 0 8 0,-3-1-1 0,3 1 11 15,0 1-16-15,0-3-4 0,0 1 12 0,-3 1-5 16,4-3-5-16,-4 4 10 0,0-1-5 0,2 0 15 16,-5-3-10-16,-1 4-5 0,3-3 0 15,-5 1 0-15,2 1 5 0,-3-3-7 0,0 2-6 16,3 2 18-16,-3-4 1 0,0 3-9 0,3-2 6 16,-3 1 12-16,-3 3-12 0,2-7-11 0,-2 6 21 15,0-1-18-15,-1 0 16 0,-2-3-6 0,-2 4-2 16,-2 1-26-16,-1-4-16 0,-2 2-94 0,-1 2-66 15,-6-1-136-15,-4 1-512 0,0 0 110 16,0 0 30-16,-21-7 80 0,-2 4 62 16</inkml:trace>
  <inkml:trace contextRef="#ctx0" brushRef="#br0" timeOffset="1283.16">2426 8390 857 0,'0'0'274'0,"0"0"-21"0,0 0-25 15,0 0-13-15,0 0-2 0,0 0-16 0,0 0-16 16,31-4-14-16,-19 3-14 0,2-1-17 15,3 1 2-15,1-3 0 0,6 2-30 0,2 0-6 16,5-3-12-16,4 4 7 0,3-2-12 0,2-2-6 16,1 3 0-16,0-3-25 0,0 3-3 0,0 1 8 15,1-3-13-15,-2 1 5 16,1 3-81-16,-2-6 2 0,4 4 20 0,-2 0-10 16,1-3 0-16,2 3 0 0,-6 0 8 0,6-3 13 0,-3 4 2 15,1-2 2-15,-1-1 6 0,2 1 5 16,2 1-5-16,-4-3-3 0,3 4 3 0,-2-3-5 15,1 1 15-15,2 3-21 0,-1-3 3 0,-1-1 16 16,1 1 4-16,0 3-7 0,1-1-5 16,-2-3 0-16,-1 2 2 0,-1 1 6 0,-1 1-6 15,-6 0 0-15,8-4 1 0,-4 2-9 0,3 1 14 16,0 1-19-16,-4 0-2 0,4-2 18 0,-3 1-10 16,6 1 0-16,-6-3 12 0,-1 2 3 15,1 0-15-15,4-1 2 0,-6 2-7 0,-1-1 15 16,2 0-8-16,2-2 23 0,1 1-35 0,-5 1 14 15,1 1 1-15,-1 0 0 0,6-1-8 16,-7-2 5-16,1 3 8 0,-1-2-5 16,3 1-10-16,-3 1 15 0,4 0-3 0,-6 0 5 15,4-2-2-15,-1 2-13 0,5-4 11 0,-5 3-3 16,3 1 4-16,-4-3-17 0,3 3 6 0,-3-2 1 16,0-1 1-16,1 1-5 0,-2 2 7 0,1-1 0 15,2 0-7-15,4-2-6 0,-2 0-5 0,-4 3 19 16,3 0-14-16,2-2 3 0,1-3-8 15,-5 5 3-15,2-1 10 0,-3-1 11 0,1 2 2 16,-1-1-24-16,0 1 14 0,0-1 2 0,0-2-10 16,0 1 8-16,0 1-3 0,-3 1-7 0,0-1 12 15,3-4-13-15,0 4 1 0,-3 1 4 16,0-2 9-16,0 1-1 0,2-3 3 0,0 1-6 16,1 3 1-16,-1-1-8 0,1 0 0 0,-3-4 10 15,0 5-20-15,3-1 23 0,-3 0-13 16,-1-2-10-16,2 1 20 0,1 1 0 0,-2 1-10 15,3 0 10-15,-3 0-10 0,3-3-10 0,0-1 36 16,5 3-16-16,-2-1 13 0,-3 2-15 16,4-1-26-16,2-3 36 0,-5 4-21 0,-1-2-7 15,0 2 20-15,0 0 28 0,0-1-32 0,-2 1 47 16,1-1-7-16,1-2 23 0,0 0 8 0,-3 3-18 16,-3 0-8-16,3 0-10 0,-1-2 5 0,-2 1 8 15,-4 1 0-15,0 0-29 0,-1 0-12 16,-2 0 5-16,-4 0 13 0,0-4-6 0,-2 4 16 15,-2 4-23-15,1-8-2 0,-4 8-24 0,-1-8 3 16,-2 8-26-16,1-3-5 0,-8-1-138 16,0 0-120-16,0 0-635 0,-17 8 51 0,6-8 118 15,-9-3 66-15,-1 0 67 0,-3-4 69 0,0 3 23 16</inkml:trace>
  <inkml:trace contextRef="#ctx0" brushRef="#br0" timeOffset="2529.84">21811 1146 806 0,'0'-5'274'16,"-3"0"-29"-16,0 1-7 0,3 4-12 16,0-7-29-16,-4 3-15 0,4 4-14 0,-3-5-24 15,3 5-11-15,-3-5-10 0,3 5-21 0,0 0-10 16,0 0-2-16,-15 10-6 0,9-4-17 16,2 3 5-16,-5 1-6 0,1 2-15 0,2 1 1 15,-1 4-1-15,4-2-5 0,-4 3 51 0,3-1 0 16,3 1-4-16,-2-1-17 0,3 2-4 0,4-1 2 15,0-2-20-15,-1 0-3 0,1-1-2 16,6-1-8-16,-1 3-3 0,2-5 3 0,2-1 0 16,-1-1 10-16,4-3-7 0,1-2-8 0,0 0 17 15,1-4-22-15,-2-1-3 0,5-1 0 16,-3-4 3-16,4-2-5 0,-1-2-8 0,-3-2 5 16,-1-3-3-16,0-1 1 0,-1-2-3 0,-4-2-8 15,-3-2 0-15,-2-3 10 0,-3 1-4 0,-4-4 2 16,0 2-8-16,-4 2 0 0,-2 0-2 15,-1 0 2-15,-1 3-2 0,-2 1-6 0,-3 1 11 16,-1 1-15-16,-3 5 25 0,0 1-21 0,3 2 3 16,-6 4-7-16,2 2 12 0,2 3 0 15,-2 1-5-15,2 4-7 0,-5 1-8 0,7 1 12 16,-6 3 21-16,7 0-13 0,-2 2-4 0,5 0-9 16,-1 1-7-16,5 1 20 0,2 0-2 0,1-1-8 15,3 1-3-15,3-2 26 0,1 2-28 0,2-1 0 16,5 0-3-16,-1-1 8 0,5 0 10 15,1-1-12-15,2-1 4 0,4-1 6 0,0-1-46 16,5-2-44-16,0 1-62 0,-2-1-27 0,2 2-187 16,0-2-497-16,0-1 43 0,0 0 108 0,-6 0 72 15,-4-1 54-15,0-1 63 0</inkml:trace>
  <inkml:trace contextRef="#ctx0" brushRef="#br0" timeOffset="2814.17">22315 1341 1018 0,'0'0'305'16,"0"0"-18"-16,-1-6-29 0,1 6-35 0,0 0-21 16,0 0-15-16,0 0-18 0,0 0-13 15,0 0-28-15,-4 21 2 0,4-11-19 0,0 1 4 16,0 3-28-16,0-2-5 0,0 4 2 0,4 0-12 15,-3 0 2-15,2 2-5 0,-3-1-18 16,3 0-2-16,1 0 0 0,-1 1-3 0,0-3-11 16,0 1-9-16,1-4 2 0,-1-1 8 0,4 2-10 15,-3-5-19-15,3 0 9 0,-1 1-44 0,1-4-44 16,4-2-82-16,-2-3-127 0,1-2-533 0,2-1 89 16,-3-3 50-16,1-5 65 0,-2-2 50 0</inkml:trace>
  <inkml:trace contextRef="#ctx0" brushRef="#br0" timeOffset="2963.38">22410 1110 821 0,'-3'-4'328'0,"-1"0"-42"0,4 4-45 0,-4-6-21 16,4 6-43-16,-6-2-44 0,6 2-28 0,0 0-92 15,0 0-146-15,-1 8-520 0,2-2 59 0,-1 2 56 16</inkml:trace>
  <inkml:trace contextRef="#ctx0" brushRef="#br0" timeOffset="3562.71">22731 1598 778 0,'0'0'286'0,"0"0"-30"0,0 0-23 15,0 0-15-15,0 23-26 0,6-12-3 0,-5 1-28 16,2-1-15-16,5 4-10 0,-5-2-11 0,3 2-17 16,-2 0-16-16,-1-2 3 0,3-1-16 15,-1-2-5-15,-2 2-20 0,0-2 20 0,-2 0-15 16,2-2 8-16,-3-1 17 0,3-1-4 15,-3 0-1-15,3 0 3 0,-2-2-5 0,-1-4 7 16,0 0-5-16,0 0-7 0,0 0-10 0,0 0 2 16,0 0-18-16,-7-22-8 0,7 10-2 15,0-1-3-15,-3-2-2 0,3-2 7 0,0-1-2 16,3-1-13-16,-3 3 3 0,3 0-8 0,-3 2 0 16,4 1-3-16,-1-1-66 0,0 5 20 0,0-3-5 15,2 1 0-15,1 4 3 0,-2 1-5 0,5 3 20 16,-2 0-3-16,1 2-4 0,2 1 7 15,0 2 10-15,1 3-17 0,-1 1 27 0,3 3-15 16,-2 1 3-16,2 2 5 0,1 3 2 0,-4 0-2 16,3 1-5-16,-2 0 0 0,-1 2-8 15,0 1-31-15,1-2-30 0,-1 0-44 0,0 0-84 16,-6-1-170-16,6-2-421 0,-3-1 102 0,-1 0 50 16,2-4 71-16,-1-2 55 0</inkml:trace>
  <inkml:trace contextRef="#ctx0" brushRef="#br0" timeOffset="3932.29">23162 1817 1215 0,'0'0'369'0,"3"-4"-49"0,0-1-28 0,1 0-39 16,0 2-20-16,2-3-15 0,-2 0-29 0,3-1-5 15,-1-1-15-15,2 1-30 0,-2-3-9 16,1 0-17-16,0 2-8 0,-1-4-77 0,2-1-10 15,-2 1 0-15,-2-1-3 0,2 0 11 0,-2 1-3 16,-1-1 0-16,1 1-13 0,-4 4 18 0,3-1 3 16,-2-1 15-16,-1 2-13 0,0 1 3 0,0-1 2 15,0 2-7-15,0 1-5 0,0 5-1 16,0-7 1-16,0 7-8 0,0 0-11 0,-11 0 11 16,11 0-10-16,-7 8 0 0,1-1-3 0,2 2-3 15,-2-1 19-15,1 3-8 0,2 1-6 16,0-1 1-16,2 1-3 0,-2 1 18 0,3-1-5 15,0 1 13-15,0-1-13 0,0 1-16 0,4-3-4 16,-1 2 7-16,0 0 5 0,5-2 3 0,-2-2 0 16,1 2-11-16,0-2 19 0,3-1-29 0,0 0-61 15,0-1-18-15,-2-2-49 0,5-2-66 16,-3-2-100-16,1 0-453 0,-1-1 5 0,0-2 41 16,-2-4 71-16,2-1 70 0</inkml:trace>
  <inkml:trace contextRef="#ctx0" brushRef="#br0" timeOffset="4512.64">23435 1614 844 0,'0'-7'243'0,"0"7"3"15,0 0-23-15,0 0-21 0,0 0-18 0,0 0-7 16,0 0-6-16,0 24-25 0,3-17-7 0,-2 3-6 16,-1 0-13-16,3 1-13 0,0 0-22 0,1-2 7 15,0 2-7-15,-1-1-14 0,1 0-2 16,-1-2-10-16,3 2 0 0,-5-4 8 0,2 0-16 15,3-1 5-15,-1 0-17 0,1-2 7 0,-2-2 2 16,-4-1-4-16,13 0 7 0,-13 0-18 16,11-4-5-16,-2 0 3 0,-2-2-5 0,-3 0-1 15,2 0 1-15,2 0-13 0,-5 1 17 16,1 1-14-16,-1 1-11 0,-3 3-15 0,6-6 5 16,-6 6 15-16,0 0-5 0,0 0 0 0,0 0 3 15,14 12-11-15,-13-6 8 0,5 1-5 0,-3 2 3 16,1 0 2-16,-1 0-3 0,1 0 6 0,3-1-3 15,0 1-5-15,-1 0 16 0,4-2-11 16,-2 1 18-16,2-3-13 0,0 1 0 0,1-1-5 16,-1 1-5-16,0-5 8 0,0 2 2 0,0-3-10 15,0 0 11-15,-2-3-9 0,2 2 6 16,-1-4 2-16,-2 0-18 0,-2-2 16 0,1-1-5 16,-2-4 7-16,-1-1 0 0,-3 0-15 0,0-1 5 15,0-2-3-15,-3-1 14 0,-1 2-6 16,-2-2 2-16,1 4-7 0,-1 0 8 0,2 1-8 15,1 2 3-15,-1 0 17 0,-2 3-10 0,3-3 8 16,-1 5 8-16,3-1-3 0,-2-1-15 0,0 2 7 16,0 1-2-16,3-2-3 0,0 6 8 0,-1-8-8 15,-2 4 6-15,3 4 4 0,0-9-7 0,3 5 20 16,-3 4-5-16,4-10-12 0,3 5 4 16,3-1 6-16,-3 0-3 0,3 0-11 0,4-3-1 15,-4 4-6-15,3-1 5 0,-2-1 11 16,2 2-19-16,0-1-4 0,-5 2 4 0,2-2-33 15,1 1-22-15,-4 1-88 0,2 1-36 0,-2-1-48 16,1 1-185-16,2 1-419 0,0-2 112 16,1 2 52-16,-2-2 40 0,-2-1 95 0</inkml:trace>
  <inkml:trace contextRef="#ctx0" brushRef="#br0" timeOffset="4746.68">24413 1291 1149 0,'3'-3'422'0,"-3"3"-30"0,7-3-65 0,-3 0-14 16,-1 1-19-16,4-1-41 0,0 1-25 15,0-2-10-15,3 3-34 0,1 0-25 0,-1-4-31 16,3 4-59-16,1-1-64 0,-4 1-56 0,4-1-103 15,-1 2-281-15,-3 2-384 0,-2-2 95 0,2 0 56 16,-10 0 97-16,9 1 26 0</inkml:trace>
  <inkml:trace contextRef="#ctx0" brushRef="#br0" timeOffset="4946.72">24457 1488 1305 0,'-3'3'456'0,"3"-3"-80"16,0 0-20-16,0 0-34 0,0 0-43 0,0 0-20 16,0 0-24-16,28-8-35 0,-17 5-13 15,1 0-41-15,-1-3-31 0,-1 4-46 0,4-3-23 16,-4 4-69-16,4-4-62 0,-4 2-94 0,3 0-484 16,-2 1-146-16,-1-3 103 0,-3-1 53 0,-1 2 59 15,-2-1 54-15</inkml:trace>
  <inkml:trace contextRef="#ctx0" brushRef="#br0" timeOffset="5680.71">25128 1046 721 0,'-7'-1'313'0,"7"1"-52"0,0 0-13 15,-11 6-20-15,8-1-16 0,1 2-22 0,-3 1-21 16,2 4-8-16,-1 1-13 0,1 4-20 0,0-2-15 15,-1 2-16-15,3-1-10 0,1 0-59 16,1 2 1-16,-1-3-1 0,4 0-5 0,-1 2-8 16,1-2 3-16,2-1 5 0,1 0 8 0,3-3-13 15,-3 0 7-15,3-2-2 0,0-2-2 16,1 0 7-16,2-5-8 0,1 1 6 0,-1-3 2 16,2-2 11-16,2-3-9 0,0-2-19 15,-1 0 22-15,-1-2 0 0,1-4 0 0,-1-2-2 16,-2-1 2-16,-3-3-7 0,1-2-3 0,-5 0 3 0,1-3-3 15,-4 0 0-15,0 0-5 0,-3 3-6 16,-3 2 9-16,0 1 12 0,0-1-2 0,-1 3-13 16,1 2 0-16,-7 0-6 0,2 3 4 0,-2 3-11 15,-3-2 5-15,2 7-5 0,-2-1 8 16,-1 3 0-16,0 2-11 0,0 3 27 0,-2 1-19 16,1 1-2-16,2 2 2 0,-4 0-3 0,7 3 11 15,-3-1-7-15,2 2 1 0,1-2-1 0,3 2-6 16,1 0 5-16,-2-1 3 0,5-2-8 15,2 3 5-15,0-2 11 0,1-1-9 0,1 1 14 16,0-1-8-16,5-2-3 0,2 3 3 0,-1-3-15 16,6-1 10-16,1 0 2 0,3-3-5 0,6 2-17 15,-2-2-29-15,2-1-39 0,-1 1-63 16,2-2-179-16,7 1-507 0,-1-1 74 0,-4-1 51 16,-3 0 92-16,-4-3 62 0</inkml:trace>
  <inkml:trace contextRef="#ctx0" brushRef="#br0" timeOffset="6063.44">25657 1535 883 0,'3'6'371'0,"-3"-6"-90"15,0 0-12-15,0 0-33 0,0 0-29 16,0 0-7-16,15-9-26 0,-9 4-26 15,1-2-5-15,-1-3-9 0,2 0-24 0,-4-2-21 0,2-3-12 16,1 0-8-16,2-2 5 0,-4-1-12 16,-2 1-14-16,1-1 4 0,-1 0-1 0,0 1-5 15,-3 3 8-15,3 2-1 0,-3-1-22 0,1 2 25 16,-1 3-10-16,0 1 1 0,0-1-14 16,0 1-10-16,0 3 0 0,0 4-15 0,-4-6 12 15,4 6-2-15,0 0-8 0,0 0 0 0,-13 14 1 16,9-8-4-16,3 5 9 0,-2-2 2 0,0 1 0 15,3 3-11-15,0-1-4 0,0 0 12 16,0 1-2-16,3 0 2 0,1 2-17 0,0-1 7 16,3 0-8-16,-1-2-2 0,1 2-28 0,0-3-41 15,6-1-26-15,-3 0-31 0,2-1-73 0,-2-5-129 16,3 1-420-16,-2-4 47 0,2-1 45 16,-3-3 60-16,4-1 74 0</inkml:trace>
  <inkml:trace contextRef="#ctx0" brushRef="#br0" timeOffset="6179.22">25910 1108 711 0,'-5'-2'223'0,"5"2"-88"0,0 0-122 0,-2 14-532 16,4-7 4-16</inkml:trace>
  <inkml:trace contextRef="#ctx0" brushRef="#br0" timeOffset="7329.18">26170 1546 785 0,'0'0'269'0,"-14"7"-18"16,8 0-31-16,-1 0-18 0,3 2-17 0,-2 1-19 15,1 0-2-15,2 2-23 0,-3 1-16 0,5-1-7 16,-2 1-6-16,0-1-12 0,3 0-13 16,0 0-13-16,0 0-10 0,3-3 8 0,0 1-8 15,1-2-8-15,1 1 14 0,1-1-14 0,1-4-5 16,-1 0-13-16,4 0 9 0,-2-3-7 15,2-1-4-15,-1 0 8 0,-2-5-8 0,4 1-8 0,-4-3 3 16,3-2-8-16,-3-3-6 0,0-2 4 16,-4-3-21-16,1-2 3 0,-4 0 7 0,3-3-5 15,-3 1 5-15,-3-3 3 0,-1 4 10 0,1 0 3 16,0 3 2-16,-1-1-5 0,-3 3-13 16,3 2 3-16,-2 1 5 0,-1 2-11 0,0 3 9 15,-3 2-6-15,3 2-5 0,-3 3-7 0,-1 0 7 16,1 3 7-16,0 1 1 0,2 2-8 15,-1 0 3-15,2 3-3 0,1 0 0 0,2 1 8 16,0-1-13-16,4 2 8 0,0-2-1 0,0 2-17 16,4-1 23-16,0-1-18 0,2 0 18 15,1-1-16-15,2 0 11 0,2-2-1 0,-1-3-7 16,2 1 16-16,1-1-11 0,0-2 8 0,1-2-6 16,2-2-9-16,-1-1 7 0,3-3-5 0,-5 0-3 15,3-2 1-15,-2-2-6 0,-1-5 6 16,-1 1-14-16,-2-4-4 0,1 0-1 0,-2-4-27 15,-2 1 12-15,-1-2 3 0,-2 3-1 0,-1 2 14 16,0-1-1-16,-2 4 24 0,-1 2 12 0,0 0 3 16,0 3 5-16,0 0-13 0,0 1-10 15,0 1 0-15,0 3 3 0,0 1 2 0,0 1 13 16,0 4-18-16,0 0-5 0,0 0 2 0,0 0-9 16,3 17 4-16,-3-9-2 0,0 6-1 15,4-1 14-15,-4 5-8 0,5-1 2 0,-3 3-4 16,1-2 12-16,2 6 0 0,0-3 5 0,2 1-10 15,0 0 13-15,3-2 0 0,0 1 7 0,1-2-7 16,2 0-8-16,3-1 10 0,-1-2-2 0,3-1-15 16,-2-1 9-16,5-3 11 0,0-1 8 15,-1-2-11-15,4-1-17 0,-3-6 7 0,-2 2-13 16,-1-3 0-16,3-3 3 0,-2-1 5 0,-1-1-7 16,-3-4-4-16,-2-1-9 0,3-3 17 15,-2-2-7-15,-4 3-3 0,-3-1 13 0,4 1 11 16,-5 1 4-16,-2-1-10 0,-1 3 18 0,3 1-5 15,-5 2-3-15,-1 0-12 0,3 0 7 0,-3 6-7 16,0 0-3-16,-7-2 2 0,7 2-4 16,-13 5-9-16,6 0 9 0,3 2 10 0,-3 1-8 15,1 0-3-15,2 1 8 0,-2 1-5 0,-1-2 3 16,3 3 2-16,1-1-8 0,0 0 8 0,3 1-10 16,0-3 10-16,0 2-2 0,0-3 15 0,3 1-13 15,0-2 10-15,1-1-10 0,3 1-2 16,-1-5 0-16,1 1-6 0,0-2 13 0,-7 0-5 15,18-3-2-15,-6-3-3 0,-3-1 0 0,0-2 3 16,1-1-9-16,0-2 4 0,1-6-31 16,-4-1 7-16,2-3-18 0,-5-2-7 0,0-1 13 15,0-3-1-15,-4-2-9 0,0 0 12 0,0-1 0 16,-4 2 3-16,4 2 30 0,-4 2 16 16,1 2-8-16,2 4 11 0,-2 1 4 0,0 3-2 15,0 0-13-15,3 7-2 0,-2-2 2 0,-3 3 5 16,5 6-5-16,-4 0-7 0,4 1 4 0,0 0 3 15,-10 14 3-15,6-5-5 0,1 4 12 0,3-2 10 16,-3 3-12-16,3 1 13 0,3 3-6 16,-3-3-15-16,3 3 18 0,1-1-12 0,-1 2 7 15,4-3-3-15,0 2-2 0,0-3 2 16,3 2-5-16,1-2-17 0,-1-1-27 0,4-2-37 16,2 0-73-16,-1-3-55 0,5-2-623 0,-3-1 87 15,3-3 65-15,1-4 66 0,-1-3 43 0</inkml:trace>
  <inkml:trace contextRef="#ctx0" brushRef="#br0" timeOffset="7663.57">27479 1226 870 0,'0'0'381'0,"-3"4"-38"16,3-4-33-16,0 0-41 0,0 0-8 16,0 0-21-16,8 3-45 0,-6-1-6 0,-2-2-30 15,14 0 7-15,-4 0 3 0,-2 1-10 0,1-1-34 16,1 0-14-16,0 0-24 0,1-1-16 0,2 1-7 16,-2-2 5-16,-1 1 11 0,0-1 17 15,1-1-25-15,-1 2 35 0,-3 0-66 0,3-1 5 16,0 0-10-16,-6 2 5 0,5 0-13 0,-5-1 18 15,4 0-23-15,-2-1-20 0,-2-1-16 16,-4 3-89-16,10 0-98 0,-10 0-79 0,10 0-599 16,-10 0 92-16,7-1 62 0,-7 1 74 0,0 0 58 15,0-7 62-15</inkml:trace>
  <inkml:trace contextRef="#ctx0" brushRef="#br0" timeOffset="8496.61">29155 895 749 0,'-11'11'259'0,"8"-3"-34"16,-1 4-30-16,-2 1-13 0,-1 3-16 0,1 0-15 16,-5 4-21-16,4 0 9 0,-3 1-24 15,2-1-26-15,-5 1 6 0,3 1-5 0,-1-1-19 16,-2-1-9-16,-1 0 12 0,1 0 52 16,2-1-14-16,-1-1-4 0,-3-3-11 0,1 1-10 15,4-5-3-15,0 1-78 0,-1-2 22 0,1-4 2 16,2-1-4-16,-1-1 5 0,-1-1-1 0,3-3 1 15,7 0-3-15,-18-7 3 0,9 2-3 0,-1-3 13 16,2-1-13-16,2-2 0 0,-1-2 16 16,0 1-24-16,-1-1 6 0,2-1 0 0,0 3-21 15,2 0 13-15,1 1 10 0,0 0-28 0,2 0 18 16,0 1 5-16,-1 2-33 0,-2 0 25 16,4 0-2-16,4 3 0 0,-4 4-1 0,4-6-1 15,2 5-9-15,-6 1-4 0,0 0 2 0,21 4 5 16,-11 2 5-16,3-1 3 0,1 2-8 15,0 0 3-15,6 2-1 0,1 3-2 0,-1-1-10 16,7 1 18-16,-2 1-16 0,2-1 6 0,1 1 5 16,-1-1-3-16,-4-1 8 0,-2-3-21 0,3 0 10 15,-7-1 6-15,2-1-3 0,-4 1 3 16,2-2-8-16,-4-2 10 0,-1 1 3 0,-2-1 2 16,-1-2 1-16,2 3-6 0,-4-4-5 0,3 1 5 15,-2-1 3-15,-8 0-13 0,13-1 13 0,-5-1 0 16,-8 2-36-16,11-3-26 0,-6 0-92 15,-2 2-71-15,1-2-216 0,2 1-375 0,1-1 88 16,-3 0 52-16,-4 3 82 0,7-9 64 0</inkml:trace>
  <inkml:trace contextRef="#ctx0" brushRef="#br0" timeOffset="9245.68">29999 757 890 0,'0'-5'287'0,"0"5"-18"15,-1-7-34-15,1 1-17 0,0 6-31 16,1-7-11-16,-1 7-17 0,8-6-21 0,-6 3-18 16,8 1-4-16,-10 2-6 0,14 0-8 0,0 0-28 15,-1 4 1-15,2 2-9 0,6 2-4 16,-2 4-9-16,-2 1-4 0,4 5-11 0,3 2 8 0,-3 3-12 15,5 8 2-15,1 1 7 0,-4-3-15 16,-7-4 5-16,2 2-12 0,-2 0-3 0,-3-2-10 16,-3 4 2-16,1-2 5 0,-4-3-5 15,-4 1-10-15,2-1 6 0,-5 1 1 0,0 0-4 16,-5-2-6-16,2 0 6 0,-4 0 2 0,-4-4 3 16,4 1 2-16,-4-2-10 0,-5 0 10 0,0-4-2 15,1-1 10-15,-2-2 0 0,-3-1 7 16,3-4-7-16,-3-1 8 0,2-1 7 0,1-4-2 15,-3-2-6-15,-1-1 6 0,1-3 15 0,4 1-10 16,-2-3-13-16,2 0 49 0,-2-3-24 0,4 2 14 16,3-2-11-16,-1-1 0 0,3 1-10 0,0 0-8 15,2-1 8-15,3 2-7 0,4-3-4 16,-3 1-7-16,6 1 5 0,1-2-2 0,3 1 2 16,1-1-10-16,2 2-8 0,2 0-28 0,2 1-17 15,3-1-32-15,0 3-28 0,4-2-51 16,0 3-5-16,0 0-84 0,0-2-141 0,-2 5-436 15,1-2 90-15,1 0 52 0,-1 2 45 16,-3-4 75-16</inkml:trace>
  <inkml:trace contextRef="#ctx0" brushRef="#br0" timeOffset="9749.77">30536 850 901 0,'0'-6'340'16,"0"6"-23"-16,6-6-25 0,-5 1-31 16,7 3-20-16,-3-2-29 0,6 0-15 0,-1 1-25 15,3-1-21-15,4-1-15 0,-3 1-8 0,3 0-6 16,-1-1-17-16,-4 2-15 0,1 0 0 0,1 0-14 15,-4 2-9-15,0-1-24 0,-2 1-9 0,0-2-9 16,-3 2 6-16,-5 1-31 0,10-1 15 16,-10 1-7-16,10-2 0 0,-10 2-1 0,0 0-7 15,4 7 6-15,-4-7-9 0,0 7-5 0,0 1 8 16,-3 0-7-16,3 4 12 0,-1 1 5 16,1 4-2-16,1 3-16 0,-1-1 13 0,3 5-2 15,4 1 2-15,-1 0 2 0,-2 0-1 0,8 4 9 16,-4-1 0-16,2-2 8 0,-3-1 5 15,1-2-10-15,-2-1 5 0,1 0-10 0,-4-4-5 16,3-1 10-16,-4 1 2 0,1-2-20 0,0-2 21 16,-3 0 7-16,-3-3-13 0,0 1 11 0,0 0 33 15,-5-4-31-15,1 2-59 0,0-3 18 16,-3-1 6-16,0-1 4 0,-1-1-12 0,-2-1 2 16,1-2 23-16,-1 2 6 0,0 0-14 0,5-2 8 15,-3-1-10-15,2 2 0 0,0-2 6 16,-1 2-6-16,2-1-24 0,8-1-14 0,-16 0-59 15,12 1-80-15,-4-1-74 0,2 3-568 0,0-2 82 16,2 0 38-16,-2 0 62 0,6-1 64 0</inkml:trace>
  <inkml:trace contextRef="#ctx0" brushRef="#br0" timeOffset="10028.18">30067 1691 895 0,'0'0'318'0,"0"0"12"0,0 0-10 16,0 0-36-16,0 0-25 0,0 0-26 16,29-9-16-16,-10 4-12 0,5-1-31 0,0-1-5 15,11 0-26-15,2 0-15 0,2-1-2 0,11-2-24 16,4-1-7-16,1 3-6 0,3 2-17 0,-8 1 5 15,-8 1-8-15,2 2-23 0,-2 0-38 16,-8 2-47-16,0 0-35 0,-3 1-80 0,-7 0-137 16,-7 4-516-16,0 1 52 0,-4 1 85 0,-5 0 48 15,-8 2 61-15</inkml:trace>
  <inkml:trace contextRef="#ctx0" brushRef="#br0" timeOffset="10495.84">29715 2228 813 0,'-3'-5'310'0,"0"1"-26"0,3 4-25 0,0-9-34 15,0 4-10-15,3 0-18 0,3 0-23 16,1-1-18-16,4 2-15 0,-1 2-13 0,6-1-5 15,-1 1-26-15,3 4-7 0,1-2-8 0,2 3-5 16,3 3-11-16,1 3-10 0,-1 3-2 16,-1 1-3-16,1 3-7 0,-1 1-3 0,-2 3-13 15,-7-4 0-15,2 5-5 0,-4-1 13 0,-3-1-10 16,-2 2-3-16,-4-2-3 0,-1 0 6 0,-2-1-21 16,-5 1 0-16,-2 2 3 0,-2-2 7 15,-2-1 3-15,-1-3-5 0,-4 2 5 0,0-4 0 16,4-1 10-16,-1-4-5 0,-4-1-3 0,4 1 24 15,-5-3-1-15,5-2-15 0,-1-3-2 0,3-2 2 16,-2 1 21-16,-1-4-1 0,4-2-27 16,-4-1 35-16,7 1-30 0,-3-3 17 0,1-2-4 15,4-1-1-15,-1 0 1 0,6 0-4 0,0 1-4 16,0-3 15-16,6 0-20 0,2 0 2 16,-1 2-13-16,5-1 3 0,3 1-8 0,1-1-35 15,-1 5-16-15,5-3-41 0,3 4-41 0,-1-1-61 16,2 3-103-16,3 2-386 0,-1-2-110 15,2 3 51-15,-1-3 92 0,-2 2 79 0,-1-2 42 0</inkml:trace>
  <inkml:trace contextRef="#ctx0" brushRef="#br0" timeOffset="11012.18">30481 2213 749 0,'-3'10'285'0,"0"-5"-11"0,-2 3-19 16,2 2-22-16,-1 0-38 0,3 1 5 0,-4 1-29 16,2 1-20-16,2 1-8 0,0 0-4 0,-1 2-16 15,2-2-19-15,2-1-4 0,0 3-5 16,1-3-8-16,0-1-15 0,1 3 5 0,2-5-8 16,-1 0-21-16,1-3 26 0,4 1-15 0,0 1-5 15,-2-6 5-15,5 1-21 0,-3-3 11 16,4-1 5-16,-1-2-13 0,1-3 5 0,0-1 0 15,0-2-18-15,-1-3 3 0,3-3 7 0,-4-3 8 16,-1-3 3-16,-2-1-6 0,-2-2-9 16,0-7-9-16,-4 4-9 0,0-2 9 0,-1 1-2 15,-2 2-2-15,-2 0 2 0,-4 2-13 0,4 1 3 16,-3 4-3-16,-2 1 0 0,-1 2 11 16,-4 3-16-16,2-1 10 0,-5 5-7 0,-1-1 5 15,0 7 5-15,1-1-18 0,-2 1-3 0,3 1 0 16,-3 5 6-16,3 0-8 0,0 1 13 0,-2 2 4 15,5-1-17-15,1 1 8 0,0 3 2 16,5-2-8-16,-1 3 21 0,0-3-30 0,5 1 9 0,1 0-2 16,1 0 2-16,5-2 14 0,2-1 6 15,2 1-9-15,3-2 0 0,1-2 5 0,2 0 5 16,2-2-6-16,-2 1 11 0,2-4-12 0,0 1 9 16,1-1-2-16,-1 1-8 0,-3-2 11 15,-2 1-3-15,0-3 5 0,0 3-18 0,1-3 10 16,-4 4-15-16,1-3-8 0,-4 1 8 0,2 1-74 15,-5 1-54-15,4-1-97 0,-5 0-392 0,-3 2-202 16,0 0 61-16,0 0 65 0,0 0 73 16,0 0 65-16</inkml:trace>
  <inkml:trace contextRef="#ctx0" brushRef="#br0" timeOffset="13711.94">30956 2703 345 0,'0'0'141'0,"0"0"30"16,0 0-32-16,0 0 106 0,0 0-17 16,0 0-23-16,0 0 10 0,0 0-82 0,0 0-5 15,0 0 15-15,0 0-25 0,0 0 2 0,0 0 1 16,0 0-16-16,0 0-8 0,0 0 8 0,0 0-18 16,8-12 0-16,-8 12-23 0,2-5 2 15,-2 5-2-15,4-8-7 0,-1 5-9 0,-1-2 6 16,0 1-13-16,1-1 3 0,-3-2 2 0,5 3-13 15,-3-2-2-15,1 0 15 0,0-3-13 0,-3 1-12 16,5 0-6-16,-2-2 10 0,0 2-2 16,0-1-10-16,0-2 10 0,-2 0 5 0,2 0-10 15,-3 2 3-15,3-2-8 0,-3-1 10 16,2 4-3-16,-1 1-4 0,-1-3-4 0,1 3 11 16,-1 1-2-16,0 0 7 0,0 0-5 0,0 1-2 15,0 5-16-15,0-8 0 0,0 3 8 0,0 5-8 16,0-7-3-16,0 7 11 0,0 0-16 15,0 0 9-15,0 0-6 0,0 0-3 0,0 0 0 16,-11 12 6-16,8-6 5 0,0 3-1 0,0 1-1 16,0-2-4-16,1 3-2 0,-1 0 8 15,0 1-11-15,0 1 16 0,2 0-10 0,-2-1-3 16,0 2 2-16,3 0 8 0,-3-2-5 0,2 1 11 16,1-1 9-16,-1-1-14 0,1 1-9 15,0 0 1-15,0-4 4 0,0 0 4 0,0 1-1 16,1-1-2-16,0-1 2 0,2 0-8 0,-3-1 1 15,3-1-6-15,0 0 11 0,-2 0 15 0,2-1-10 16,0 0 5-16,2-1-8 0,-2 1 3 0,3-2 0 16,-2 1-3-16,2-1-8 0,-6-2 6 15,10 5 0-15,-10-5-13 0,11 0 10 0,-4 0 13 16,-7 0-16-16,13 0-7 0,-13 0-15 16,11 0-31-16,-11 0-13 0,10-2-36 0,-10 2-97 15,6-3-208-15,-5 2-406 0,-1 1 99 0,0 0 70 16,0-7 45-16,0 7 55 0</inkml:trace>
  <inkml:trace contextRef="#ctx0" brushRef="#br0" timeOffset="14195.35">31045 2161 698 0,'3'-6'233'0,"-3"6"-31"15,5-7-2-15,-5 7-18 0,2-3-36 16,-2 3-3-16,7-3-23 0,-7 3-2 0,0 0-85 15,0 0 6-15,7-3-6 0,-7 3-2 0,0 0-6 16,0 0 14-16,0 0 2 0,0 0 5 16,0 0 13-16,0 0-16 0,0 0 3 0,0 0 8 15,5 9-8-15,-5-9 3 0,0 0-13 0,0 0 2 16,0 0-7-16,-8 8-3 0,8-8 3 0,0 0-3 16,0 0 5-16,-4 4-7 0,4-4 22 15,0 0 55-15,0 0 2 0,0 0-3 0,0 0-2 16,0 0-16-16,0 0-10 0,0 0-12 0,0 0-8 15,0 0-1-15,0 0 6 0,0 0-13 16,0 0-5-16,10-15-10 0,-10 15-8 0,4-6 18 16,-4 6-10-16,3-3-3 0,-3 3-13 0,6-3-10 15,-6 3-20-15,0 0-8 0,0 0-41 16,0 0-54-16,11 2-122 0,-11-2-531 0,3 9 49 16,-3-5 77-16,-1 4 69 0,-4 0 47 0</inkml:trace>
  <inkml:trace contextRef="#ctx0" brushRef="#br0" timeOffset="16631.07">31608 616 616 0,'0'0'200'0,"0"-5"-13"16,0 5-26-16,0 0-10 0,0 0-15 0,0 0-8 15,0 0-28-15,0 0-6 0,-6 22 1 0,3-9 5 16,3 1-16-16,-1 3-7 0,-2 6-13 15,0 2 8-15,-1 2 5 0,-3 6-26 0,4 2 28 16,0 0-12-16,-1 2-11 0,1 1 5 0,0 1-7 16,3-1-8-16,-2 1-2 0,2 16-6 15,-5-3 67-15,8-5-10 0,-6 5-6 0,3-6-19 16,0 8 29-16,-3 2-19 0,6-1-3 16,-6 2 10-16,3-1-23 0,-2-1-6 0,-1 2-19 15,3-1 12-15,0-2 10 0,0 4-4 0,-3-1-24 16,0 3 16-16,2 2-6 0,-2-2-7 0,0 3-8 15,0-1 0-15,-1-1 16 0,1-3-3 0,-4 3 2 16,3-5-17-16,-2-2-6 0,4-1 16 16,-3-3-13-16,1 0 13 0,1-9-5 0,-4-1 30 15,4-1-25-15,3-1-21 0,-4 1 32 0,4 1-17 16,-3 11-14-16,0-7 19 0,2-6-19 16,-2 0-3-16,0-1-1 0,3 0 37 0,-3-1-16 15,2 0 44-15,1 1-31 0,0 1-18 0,0-3 0 16,0 1 16-16,0-7-16 0,0 0 0 15,0 1 34-15,1-3-39 0,-1-1 13 0,0 1 7 16,3-2-33-16,-3-4 21 0,3-2 5 0,0 2-8 16,-2-3-20-16,-1-1 15 0,3-2 0 15,-3-3-3-15,3 1-15 0,-3-2 21 0,0 0 2 16,3 0-5-16,-2 0 8 0,-1-4-31 0,3 1 13 16,-3 0 12-16,0-3-17 0,0 1-8 0,4 0 5 15,-4-1-28-15,0-5 21 0,0 7-45 0,0-3-111 16,0-4-132-16,0 3-636 0,0-3 48 15,0 0 113-15,0 0 71 0,-4-17 90 0,1 6 51 16,-1-3 49-16</inkml:trace>
  <inkml:trace contextRef="#ctx0" brushRef="#br0" timeOffset="18811.41">31954 3739 706 0,'-4'-3'235'0,"4"3"-14"0,0 0-24 0,0 0-3 16,0 0-15-16,0 0-17 0,-8 10-22 0,3-4 11 16,2 1-20-16,3 1-13 0,-4 0-8 15,1 2 2-15,-4 1-1 0,7 3-12 0,-4 1-7 16,1 2-15-16,0 0 3 0,1-1-6 15,0 1-23-15,-1 0 8 0,3-1-10 0,0-3 2 16,0 2-3-16,0-1-9 0,0 0-75 0,3-2-2 16,0 1 7-16,-2-2-5 0,5 0 21 15,-2 2-6-15,0-4 13 0,4 0 3 0,-3-2-2 16,1-3 14-16,1 1 1 0,1-1 2 0,-1 1 6 16,-1-5-4-16,1 0 11 0,-7 0-7 0,19-3 2 15,-11 0 0-15,-1 0 2 0,3-5-15 16,0 2 6-16,-3-2-4 0,1 1 6 0,-1-4 5 15,4 1-18-15,-6-5 5 0,3 1-5 0,-5-3 21 16,3 1-19-16,-2-2-10 0,-1-1 16 16,0 2-5-16,-2-6 15 0,-1 4-13 0,0-3 2 15,3 2 75-15,-6-2-28 0,3 3 15 0,0-2-7 16,-1 3-85-16,0 1 12 0,-4 2 1 16,2-2-3-16,3 5 8 0,-2-2 5 0,-3 3-2 15,2 2 7-15,2-3-3 0,-3 2 16 0,1 3 0 16,0-1 8-16,1 4-6 0,-3-4-15 0,2 3 8 15,-1 1-5-15,-2 1-1 0,6 3-7 0,-11-1-5 16,11 1 5-16,-13 5 0 0,2-2-2 16,6 4 4-16,-4 3 1 0,0-2 2 0,-2 2 3 15,4 1-16-15,-1-1 11 0,0 1 7 16,0 1-10-16,3-2 18 0,-3 1-21 0,4 2 13 16,-2-4-7-16,2 1 7 0,3 1-12 0,-2 0 2 15,0-2-5-15,0-1 7 0,3 0 1 16,0 1-1-16,0-4-7 0,0 1 3 0,3 0 12 15,-3-1 13-15,6-1-8 0,-1 2 0 0,1-4 3 0,1 1-5 16,0 1 0-16,3-4-5 0,-1 1 4 16,-1-1-1-16,-8 0-11 0,17 0-5 0,-10-1-11 15,0 1-35-15,-7 0-44 0,14 0-58 16,-7 0-83-16,-7 0-250 0,8 0-223 0,-6 3 13 16,4-3 89-16,-6 0 57 0</inkml:trace>
  <inkml:trace contextRef="#ctx0" brushRef="#br0" timeOffset="19294.23">32087 4454 668 0,'0'0'248'15,"0"0"-20"-15,0 0-16 0,11-8-28 0,-5 4 57 16,0-2-26-16,-1-1-18 0,1-1-23 0,1 3-15 16,-3-5-13-16,5 0-18 0,-4-2-18 0,4-1-5 15,-2 2-8-15,-3 1 11 0,3-4-11 16,-3 3-15-16,-1 2-3 0,3-4-2 0,-5 5-8 15,2-1-10-15,0 1 13 0,2 0-6 0,-3 1-2 16,-1 3 3-16,2-2-6 0,-3-1-10 16,0 7-7-16,0-5-1 0,0 5-4 0,0 0-3 15,0 0 2-15,0 0-5 0,0 0-5 0,0 0-7 16,0 0-1-16,-6 15-2 0,4-10 13 16,-1 4-16-16,3-1 6 0,0-1-14 0,0 0 14 15,3 2-29-15,-3-1 19 0,2 0-11 0,1 0-3 16,0 1 8-16,2-2-2 0,-3-2 2 0,6 2-5 15,-3 0 0-15,3-1 10 0,3-4-15 16,-1 5 10-16,2-6 0 0,-1 1-28 0,1-1 10 16,0 1-35-16,1-2-45 0,1-2-24 0,-1 1-70 15,-1-6-128-15,1 4-481 0,-2-4 38 0,-2 0 98 16,1-2 40-16,-6-2 68 0</inkml:trace>
  <inkml:trace contextRef="#ctx0" brushRef="#br0" timeOffset="19445.14">32392 3917 739 0,'0'0'289'0,"-3"-7"-50"0,3 7-37 0,0-4-28 16,0 4-15-16,0 0-57 0,0 0-48 0,0 0-123 16,0 0-518-16,3 19 9 0,-3-13 43 15</inkml:trace>
  <inkml:trace contextRef="#ctx0" brushRef="#br0" timeOffset="20811.29">32641 4479 980 0,'0'0'264'0,"0"0"-11"0,0 0-15 0,0 0-31 16,-14 13-17-16,11-9-21 0,0 3 5 0,1 0-21 15,-3 0-20-15,5 1 3 0,-3 2-18 0,3 0-8 16,-1-1-13-16,1 0 0 0,0 3-30 15,1-3 5-15,-1-1-6 0,3 1-9 0,-3 0-1 16,5-1-82-16,-3-1-7 0,4 2 20 16,-1-5 3-16,1 3 10 0,0-2-3 0,1-2 14 15,0-2-9-15,4-1 19 0,-4 2-24 0,5-4 8 16,-2 1-10-16,0-2 5 0,-2-2 3 0,3-4-1 16,-4 2 8-16,2-2-15 0,-5-2-5 15,4-6 0-15,-2 3-23 0,-3-3 20 0,-1-1 3 16,-2 1-11-16,-2 0 3 0,-1 0 10 0,-3 0 8 15,3 2-7-15,-5 0 4 0,4 4 6 0,-3-3-6 16,-2 5-2-16,1 1-3 0,0 1 8 16,-1 2 3-16,-2 0 0 0,-1 3 7 0,2-3-13 15,2 4 6-15,-2 1-8 0,10 0 5 16,-16 1 5-16,8 1 0 0,1 1-5 0,1-1-3 16,-1 4 3-16,4-2-2 0,-2 1 9 0,2 3-1 15,0-4-9-15,3 3 8 0,0 1 0 0,0-1-2 16,3 0 10-16,2 1-8 0,-2 1 5 15,5-5-10-15,-3 4-15 0,1-3 27 0,1 0-14 16,1 0 7-16,2 0 13 0,-1-4-8 0,1-1 16 16,-2 1-6-16,2-2 6 0,1 1-31 15,-1-4 5-15,0 1-5 0,1-3 7 0,-1 2-10 16,0-5-22-16,1-3 7 0,-2 1-41 0,-5-3 0 16,4 1-28-16,-3-7-1 0,1-1-4 15,-4-4-13-15,-2 0-10 0,3-4 38 0,-3 3-10 16,0-2 28-16,0 3 5 0,0 3 28 0,0 2 21 15,0-2 12-15,-3 5 24 0,3 1-18 0,-1 2 28 16,0 1-3-16,1 1-13 0,-2 2-17 16,-2 2 5-16,4 1 2 0,0 2-5 0,-3 0-5 15,3 5 13-15,0 0 7 0,0 0 3 0,0 0 13 16,0 0-10-16,-4 21-1 0,4-10 3 16,0 2 21-16,2-1-16 0,-2 3-5 0,0 3 11 15,1-1-8-15,0 1 2 0,-1 3-23 0,3-2 31 16,-3 4-28-16,6-3 2 0,-4 4 16 15,1-1-3-15,3 1-20 0,-2-3 2 0,2 1 3 16,-2 2 10-16,3-3-5 0,0 1 2 0,-1-3-15 16,1 2 11-16,1-3-11 0,2-1 13 0,0-2 2 15,1-2 13-15,-1 0-22 0,1-3 4 16,1 1-5-16,2-4 3 0,0 0 8 0,2-1-11 16,-1-3 5-16,-2-2-7 0,2 0 0 0,1-2 15 15,-3-2-11-15,5-2 6 0,-5 1 0 16,6-4 3-16,-7 0-3 0,2 0-16 0,-1-2 19 15,-2 1-1-15,-1-4-2 0,0 2-15 0,-2-3-6 16,-2 3 85-16,0-2-8 0,-2 4-12 0,1-1 2 16,-4 3-6-16,0-1-9 0,-1-1-3 15,0 7-7-15,0-6 2 0,0 8-24 0,-4-6 19 16,-2 3-28-16,6 3 18 0,-13 1 4 0,13-1-14 16,-18 8 4-16,13-3 11 0,-6 2-23 15,0 1 7-15,1 2-2 0,3 1 12 0,-1-3-20 16,2 2 1-16,-1 1 6 0,4-1-4 0,-1 1-8 15,1-2 15-15,-1 1-7 0,4-1 10 16,-3-1-18-16,6-1 5 0,-3 0 10 0,6-2 1 16,-4 1-6-16,4-5-10 0,0 4 10 0,1-4-5 15,-7-1-7-15,15-1 7 0,-6-2 3 16,-2-2 2-16,4-1-5 0,-1-3 0 0,-3-1-18 16,4 0 21-16,-2-5 0 0,-2-2-13 0,0-6 10 15,2 0-16-15,-4-2-7 0,0-4 6 0,0-5-11 16,-5-5-3-16,3 3 0 0,-3-1 16 0,3 2 0 15,-1-1 5-15,-7 7 18 0,5 4 2 16,0 4-10-16,0 0 21 0,-3 4-11 0,3 5-7 16,-3-2-11-16,3 3 13 0,-4 4-7 15,-2 3 0-15,4 1-1 0,2 3 3 0,0 0-2 16,-19 13 2-16,12-4 0 0,1 2 0 0,-2 4 0 16,5 1 6-16,1 1-4 0,0-1-4 0,-1 1 2 15,3 1 8-15,0 0-3 0,3 0 0 16,1 2-5-16,-1-2 8 0,2 1-3 0,1-1 6 15,2 3-1-15,-3-2-2 0,2 1-8 0,4-1-8 16,-1-2 9-16,1 1 4 0,-5-2-5 0,4 0 0 16,0 1 5-16,-3-5-7 0,5 2-44 15,-10-4-51-15,7 4-29 0,-5-5-132 0,-1 1-262 16,1 0-306-16,-3-2 81 0,-1-1 75 0,0-1 48 16,0-6 64-16</inkml:trace>
  <inkml:trace contextRef="#ctx0" brushRef="#br0" timeOffset="28727.7">11539 4236 622 0,'-3'-8'207'0,"-1"1"8"16,0 2-18-16,1-2 69 0,3 1 0 0,-3-1-30 16,-1 2 4-16,1-1-22 0,0 0-29 15,0 2 3-15,2-1-102 0,1 5 7 0,-3-8 1 16,-1 5-17-16,4 3-9 0,-4-6-13 0,4 6-8 16,0 0 13-16,0 0-18 0,0 0 3 15,0 0-6-15,0 0 6 0,15 17-5 0,-8-9-11 16,3 0 0-16,3 2-5 0,-3 3-5 0,5-1-5 15,-2 3 10-15,4-1 8 0,-3-3-13 0,3 4 11 16,0 0-4-16,0-3-7 0,0 2 0 16,0-2-15-16,0 2 5 0,0-3 5 0,-3 2-3 15,0-2-10-15,-1-3 5 0,1 2-7 0,-4 3-11 16,0-6-12-16,-2-2-26 0,2 2 0 0,-4 0-39 16,1-1-15-16,1-2-12 0,-2 1-49 15,-3-4-72-15,1 1-72 0,2-2-117 0,-6 0-190 16,11-3-18-16,-7-2 75 0,2 1 40 0</inkml:trace>
  <inkml:trace contextRef="#ctx0" brushRef="#br0" timeOffset="29026.85">11922 4184 721 0,'0'-9'208'0,"0"1"-9"0,0 0-7 16,0 2-5-16,0-1 67 0,0 7-37 0,0-8-12 15,0 8-18-15,-3-7-21 0,3 7-12 16,0 0-21-16,0 0-5 0,0 0-8 0,0 0-10 15,0 0-5-15,-7 19-10 0,7-9 2 0,-4 1 0 16,4 4-7-16,-3 3-85 0,-1 3-2 0,0-3 2 16,1 6 10-16,3 2-2 0,-3 1 2 0,-3 4 3 15,5 3-2-15,-5-2 9 0,6 2 11 16,-4-1-8-16,0 0-20 0,1 0 17 0,0-5 4 16,2-2-1-16,-2 1-10 0,0 1 15 0,3-3-7 15,0 0 7-15,-3-6-15 0,2 3 7 16,1-2-9-16,0-2 2 0,0 1-16 0,0-4-10 15,0-1 6-15,-3 0-39 0,6-4-10 0,-3 0-31 16,0-2-13-16,0 0-56 0,1-1-102 16,2 0-280-16,0-6-204 0,0 1 49 0,-3-2 78 15,0 0 42-15</inkml:trace>
  <inkml:trace contextRef="#ctx0" brushRef="#br0" timeOffset="29294.04">12370 4518 1110 0,'0'0'382'0,"0"0"-96"0,3 2-30 0,-3-2-35 16,0 0-14-16,0 0-18 0,0 0-15 0,0 0-17 15,17-2-22-15,-10 1 1 0,4 1-31 16,2-4-8-16,4 2-5 0,-3 2-48 0,6-2-14 16,-2-1-37-16,1 0-26 0,-1 3-57 0,-1-3-71 15,0 0-116-15,-4 2-176 0,2 0-230 16,1-1 30-16,-5 2 69 0,-1 0 55 0</inkml:trace>
  <inkml:trace contextRef="#ctx0" brushRef="#br0" timeOffset="29509.84">12442 4709 988 0,'0'0'320'16,"-4"2"-26"-16,4-2-18 0,0 0-9 16,0 0-47-16,0 0-13 0,0 0-12 0,0 0-16 15,24 0-10-15,-11-1-11 0,-2 0-14 0,6-2-29 16,1 0-23-16,1 0-23 0,2-2-51 0,0 1-67 15,2-2-89-15,2 0-248 0,2 2-344 0,-3-3 24 16,0 0 71-16,-1 0 64 0</inkml:trace>
  <inkml:trace contextRef="#ctx0" brushRef="#br0" timeOffset="30027.38">13228 4293 757 0,'0'0'328'15,"0"0"-36"-15,0 0-31 0,0 0-26 0,-14 18-30 16,11-9-10-16,0 0-21 0,2 4-16 0,1-2-4 16,0 3-31-16,0-2 2 0,1 2-22 0,2 2-6 15,0 1-15-15,3-1-6 0,-2 1-6 16,4-1-9-16,1-3-5 0,1 2-4 0,-2-2 9 15,2-1-2-15,0-2-13 0,4 2-18 0,-4-6 16 16,3 1-6-16,1-2 6 0,-3-2-6 16,3-2 8-16,-1-1-8 0,1-1-4 0,-1-3-19 15,1-2 11-15,0-1-14 0,-1-1 9 0,-2-2-6 16,-1-1-2-16,0-3-10 0,1-1 15 0,-5-3-8 16,-3 1 13-16,1-6-5 0,-1 2-8 15,-6 0-2-15,0-4-3 0,-1 4 10 0,1-1-5 16,-3 4 11-16,1 0-11 0,-2 2 3 15,-2 1 0-15,2 4-8 0,-4-3-3 0,1 6 9 0,0-2-4 16,-4 5-2-16,1 2 6 0,-2 2-11 16,-1 1 7-16,2 1 9 0,-3 2-11 0,0 2 0 15,3 2-10-15,0 2 10 0,1-1-8 0,3 1-4 16,-4 1 9-16,7 0 6 0,0 3-6 16,0-5-2-16,3 3 11 0,-2-1 12 0,6-2-13 15,0 5-2-15,0-5-11 0,3 0 18 0,4 1 1 16,1-2-19-16,2-2 13 0,3 2 1 15,4 0-6-15,1-1 5 0,1-4-20 0,2 5-29 16,-1-4-27-16,1 0-75 0,0 0-43 0,0-1-103 16,-4 0-250-16,6 2-229 0,-6-1 34 0,0-2 110 15,-3-1 46-15,0 0 41 0</inkml:trace>
  <inkml:trace contextRef="#ctx0" brushRef="#br0" timeOffset="30409.79">13645 4488 936 0,'-3'9'305'0,"2"3"-23"0,-2-3-21 16,0 4-13-16,-1 1-33 0,0 2-10 15,4 1-21-15,-3-2-7 0,3 2-11 0,0-2-18 16,0 2-12-16,3 0-5 0,1 0-11 0,0-1-25 16,-1-2 7-16,4 0-15 0,-1 0 0 15,1-3-10-15,4-2-8 0,-1 3-15 0,1-3-3 16,-1-5-5-16,0 2-72 0,1-3 14 0,2 1-6 15,-3-4 2-15,4 0 11 0,-4 0-10 0,0-6 7 16,1 2-5-16,-2-3 6 0,1-5 7 16,-2-1 7-16,-1-2 11 0,-4-3-15 0,0-6-1 15,0 3-4-15,-6 0-3 0,3-2 15 0,0 4-5 16,-3-4 8-16,-3 4 5 0,2 2-10 0,-4 1 9 16,2 0-6-16,-1 2 17 0,1 3-13 15,-5 2-2-15,1 0 10 0,0 4-18 0,-1 1 10 16,1-1-9-16,-3 5-1 0,2 0 2 0,-2 0-17 15,3 5-13-15,-1-4-23 0,4 7-28 16,0-5-21-16,-3 4-46 0,6 0-97 0,1 1-112 16,0-2-444-16,6-1 95 0,0 2 54 0,1 0 54 15,-1-4 59-15</inkml:trace>
  <inkml:trace contextRef="#ctx0" brushRef="#br0" timeOffset="30609.94">14055 4559 1064 0,'0'0'305'0,"11"-6"-21"15,-5 6-33-15,1-3 2 0,0 0-25 0,6 1-15 16,-3-1-19-16,1 2-28 0,6-4-12 0,0 3-28 16,3-1-14-16,-2 0-15 0,-1 0-17 15,3-1-62-15,-2 1-36 0,-1 2-100 0,0-3-156 16,-1 2-463-16,-1 2 61 0,-2-2 44 0,-3-1 48 15</inkml:trace>
  <inkml:trace contextRef="#ctx0" brushRef="#br0" timeOffset="30826.39">14229 4325 949 0,'-3'6'287'0,"3"-1"-26"0,-3 2-20 16,6 3-32-16,-3 3-17 0,0-1-10 0,3 3-15 16,1 3-22-16,-1 0-11 0,3 4-14 0,-1 2-20 15,1-3-3-15,-2 1-41 0,2 2-66 16,1 0-46-16,1-4-134 0,1 3-317 0,1-4-158 16,1 0 33-16,-1-5 79 0,0 0 49 0</inkml:trace>
  <inkml:trace contextRef="#ctx0" brushRef="#br0" timeOffset="31364.73">14777 4359 1315 0,'-4'-6'364'0,"4"6"-21"0,0 0-52 15,0 0-24-15,-8 15-22 0,5-8-27 0,0 3-11 16,0-2-15-16,3 3-25 0,0 1-19 16,0 0-17-16,3 1-11 0,0-1-7 0,-3 1-14 15,4-1-9-15,3 2-11 0,-4-2-12 0,4 1 2 16,0-2 0-16,-1 2-15 0,2-4 0 16,2 0-6-16,-3-5-4 0,3 3 12 0,0-2-12 15,0-2-3-15,1 0-21 0,-1 0 21 0,-3-3 0 16,7-5-18-16,-4 4-5 0,0-2 8 0,1-4 4 15,-1 0-20-15,-1 0 19 0,2-2-1 0,-4-2-5 16,0-1 0-16,2-1 8 0,-5-3-11 0,0-1 6 16,-1 0-8-16,-3-4-13 0,0 1 7 15,-3 2-1-15,-1-6-19 0,0 7 23 0,-2-6-12 16,0 3 28-16,2 4-39 0,-2 1-10 0,1 1 46 16,-2 2-12-16,1-1 7 0,2 5-11 15,-2-1 17-15,-2 5-14 0,-2-3-5 0,1 5 3 16,-2-3 7-16,1 5-12 0,0 2-3 0,-4 2 0 15,4 0 6-15,-3 1-4 0,1 0-4 16,3 0-3-16,-2 5 2 0,1-2 9 0,3 1 4 16,0 3 0-16,1-3 1 0,1 0-9 0,2 1-32 15,0 0 7-15,3 2 13 0,0-3-3 0,0-1 16 16,6 3 5-16,-1-3 4 0,2 1 7 0,2-1-1 16,5 0-6-16,-3-1-14 0,5 1 0 15,1 0-16-15,1-6-20 0,-1 5-65 0,3-4-55 16,-3 1-116-16,1-1-179 0,2 3-479 0,0-6 108 15,-5 2 51-15,-2-2 87 0,1 0 65 0,-4 0 60 16</inkml:trace>
  <inkml:trace contextRef="#ctx0" brushRef="#br0" timeOffset="31593.54">15170 4400 747 0,'0'0'312'0,"0"9"-5"0,0-2-71 0,3-2 10 16,-3 8-24-16,3-4 1 0,-2 4-18 0,2 2-16 16,3 0 8-16,-2 5-28 0,-1-1-23 15,5 2-15-15,-2 0-14 0,1-2-7 0,-4 4-10 16,1-3 3-16,2-2-19 0,-1 1-35 0,1-1-52 16,-3-5-84-16,4 3-84 0,-4-3-190 15,1-1-433-15,3 0 98 0,0-6 46 0,-4-2 69 16,4-3 59-16</inkml:trace>
  <inkml:trace contextRef="#ctx0" brushRef="#br0" timeOffset="31894.1">15477 4196 888 0,'1'-4'345'16,"-1"4"-30"-16,0 0-3 0,0 0-53 16,0 0-13-16,0 0 10 0,20 12-41 0,-6-3-16 15,-1-1-32-15,4 6-6 0,0-3 31 0,4 3-67 16,-1-3-17-16,-3 4 7 0,7 0-10 0,0 1-5 16,-1 1-29-16,-2 0 11 0,4-1-10 15,-1 1-11-15,-1-1 14 0,1 1 2 0,0 0-34 16,0 0-12-16,-7-2-13 0,0 0-64 0,0-3-31 15,0 1-77-15,-7-1-63 0,-2-2-277 0,2-2-287 16,-4 1 31-16,-5-4 90 0,2-4 63 16,-3-1 52-16</inkml:trace>
  <inkml:trace contextRef="#ctx0" brushRef="#br0" timeOffset="32209.59">15867 4136 1215 0,'-4'-7'395'15,"4"7"-47"-15,0 0-28 0,0 0-52 16,0 0 9-16,-16 12-31 0,8-7-21 0,1 9 0 16,-2-3-10-16,-3 9-43 0,-4 0-6 0,-2 5 34 15,-1 0-134-15,-6 10 3 0,-2 0-2 16,0 4-26-16,10-9-5 0,-7 8 33 0,6-6 13 15,-6 2 7-15,8-3-25 0,1-5-41 0,-1 1 18 16,2-2 13-16,1-3-23 0,3-3-3 0,2-1 28 16,1-2-15-16,-2-1-5 0,5-2-13 0,-3-3 0 15,3-1-2-15,-2-1-6 0,2 0 10 16,1 0-27-16,0-4-13 0,0 1-88 0,2-1-50 16,-5 0-388-16,2-2-380 0,0-1 117 0,-3-1 82 15,7 0 52-15,-20-4 61 0,3-3 56 16</inkml:trace>
  <inkml:trace contextRef="#ctx0" brushRef="#br0" timeOffset="44625.71">20027 6651 760 0,'0'0'274'0,"-3"-8"-29"0,2 6-9 16,1 2-31-16,-3-6-13 0,3 6-29 0,0 0-6 15,-3-6-22-15,3 6-17 0,0 0-5 16,0 0-11-16,0 0-18 0,-10 13-4 0,7-5-3 15,1 2 2-15,-1 3-10 0,-3 4-2 16,2 2-6-16,1 1-15 0,0 4-2 0,0 1 12 16,3-2-5-16,0 1-10 0,0 1 5 0,3 0-2 15,0 0-11-15,0-2-13 0,1 0 1 0,2-1 20 16,2 2-23-16,2-6-3 0,-3 1 6 16,4-2 4-16,2-2 3 0,-3-1-7 0,1-3-8 15,2-1 20-15,1-2-13 0,-4-2-2 0,3-1-2 16,1-4 4-16,0 0-4 0,0-3 1 15,2-4 6-15,-1 0-5 0,1-4-2 0,1-1-1 0,-3-4 6 16,0 1-6-16,-4-4 3 0,0-2-10 16,-2-3-6-16,-2-1 13 0,-2-1-2 0,-4-1 8 15,0 1-6-15,-1-1-12 0,-5 1 7 0,1 0-10 16,-4 1 15-16,2-1-10 0,-3 4 11 16,-1 1-9-16,1 1 4 0,0 2-22 0,-4 0 17 15,1 3 57-15,2-1 9 0,-2 7-18 0,0 0 5 16,-2-1-8-16,5 6-10 0,-7-2-5 15,4 5-11-15,1 5 6 0,-4-3-3 0,-1 5-10 16,3 2 13-16,3-1-6 0,-2 3 9 0,3 3-19 16,-1-2 21-16,2 2-26 0,5 2 3 0,1-2-8 15,0-1 3-15,6 1 10 0,-3 3-8 0,6-2 0 16,-2-1-5-16,5 0-2 0,2 1-6 0,0-4 19 16,3 3-4-16,2-3-6 0,-1 1 1 15,4-1 1-15,-1-3 0 0,3 1-24 0,-2-1-20 16,-1-1-25-16,2 2-44 0,-2-2-26 0,-1-3-55 15,-1 3-68-15,-1 0-166 0,1 2-355 16,2-2 25-16,-5-2 89 0,4 2 65 0,-7-1 71 16</inkml:trace>
  <inkml:trace contextRef="#ctx0" brushRef="#br0" timeOffset="45141.65">20482 7103 995 0,'-7'-3'310'0,"7"3"-36"16,0 0-16-16,0 0-25 0,0 0-25 15,-6 11-24-15,5-3-18 0,-3 2-4 0,4 3-19 16,-3-4-25-16,0 6 5 0,3-3-19 0,0 2-9 15,0 1 10-15,0-3-31 0,0 5 6 16,3 1-16-16,0 2-3 0,2-3-20 0,1-1 10 16,0 1 8-16,1-5-20 0,0 3-6 0,1-1 8 15,2-4 2-15,-1 1-20 0,2-1 8 16,-1-3-3-16,0-2 0 0,4-2-7 0,-1 1 2 16,-1-3-69-16,-2-2-3 0,2-4 8 0,0-1 8 15,-3 2 5-15,2-6-6 0,-4-2 9 0,0-1-3 16,2-3 0-16,-5-1 5 0,-1-4 7 0,0 2 3 15,-1 2 16-15,-2-5-8 0,-2 2 10 16,-1 2-5-16,0-1 0 0,-1 1 23 0,-2 0-3 16,2 1-9-16,-6 2 2 0,3 3 2 0,0-1 3 15,-3 2 0-15,-1 1-16 0,2 3 3 16,-1 0 6-16,-1 5-14 0,1-3 8 0,0 5 5 16,-1 0 1-16,1 5 4 0,0-3-10 0,-1 5-10 15,2 2 13-15,2-2 4 0,3 3-17 16,-6 5 10-16,6-5 1 0,1 6-9 0,0-4-12 15,3 5-19-15,0-2-30 0,0 2-71 0,0-2-67 16,3 3-234-16,3-3-319 0,-2 1 41 0,0-5 79 16,0 2 57-16</inkml:trace>
  <inkml:trace contextRef="#ctx0" brushRef="#br0" timeOffset="46008.28">20823 7328 819 0,'0'12'245'0,"0"-2"-27"0,1 1-18 15,2 6 9-15,0-2-42 0,4 2-24 0,-3-1-10 16,-1 0-12-16,4 0-16 0,-4 1-16 16,1 0 3-16,2-2-17 0,-2-4-9 0,-3 0 6 15,2 1-19-15,0-3 6 0,0-1-5 0,0 1 18 16,-2-1-1-16,-1-4-14 0,0 0-3 0,0-4 2 16,0 0-10-16,0 0 0 0,0 0-3 15,0 0-22-15,0 0 17 0,-10-22 1 0,7 11-3 16,3-3-6-16,-1 2-2 0,-3-8-12 0,4 6-3 15,4-5 12-15,-3 1-2 0,2 1-2 16,0 0 2-16,3 1-8 0,-2-1 0 0,-1 6-15 16,4-3 16-16,0 3-3 0,0 3-6 0,0-1 9 15,2 1-1-15,-1 2-7 0,2 4 5 0,0 1 2 16,4 2-5-16,-1-1 0 0,-1 7 1 16,1-3 1-16,0 4 6 0,1 6 3 0,-1-3-11 15,1 4-10-15,-3 1 5 0,-1 2 0 0,1 0 11 16,-2 3-9-16,-2-3-14 0,1 1-22 15,-5 5-27-15,3-6-64 0,-5 0-108 0,2 2-315 0,0-3-189 16,0-1 39-16,1-5 99 0,-4-2 43 16</inkml:trace>
  <inkml:trace contextRef="#ctx0" brushRef="#br0" timeOffset="46841.44">21312 7507 944 0,'1'-7'351'0,"2"-1"-29"0,0-1-45 0,0 2-88 16,1-2-20-16,0 0-15 0,-1 1-8 0,1 0-26 16,-1-1-8-16,3 0-12 0,-5 0-5 0,2-3 12 15,-3 2-9-15,3 0-19 0,-3 3 23 0,0-1-25 16,0 1-28-16,0 0 25 0,0 3-5 15,-3-3-5-15,3 4 5 0,0 3-20 0,-4-8-3 16,1 4-15-16,3 4 0 0,0 0 2 0,0 0-3 16,-21 12 9-16,12-8-16 0,2 5 13 15,0 4-23-15,0-1-6 0,0 2 9 0,0-2 12 16,1 3 5-16,3 1 0 0,2 0-7 0,-3-1-6 16,8-2-7-16,-4 2 5 0,1 1 3 15,5-1 4-15,0 1-15 0,1-4 19 0,4 2-17 16,-1-3 6-16,0-3-2 0,4 0-4 0,3-1-1 15,0-4-4-15,-3 1-2 0,3-4 8 0,0-1-13 16,4-3-5-16,-1-3 0 0,-3-3 8 16,3 0 2-16,-3-1-10 0,-2-5-1 0,1 0 6 15,-2 0 0-15,-4-1 11 0,1 2-9 0,-1 4 1 16,-3-3 12-16,2 4 6 0,-4 2-21 16,2-1 0-16,-4 2-3 0,3 2 6 0,-3 1-8 15,-3 4 10-15,4-2-3 0,-4 2-4 0,0 0 2 16,0 0 7-16,3 11 6 0,1-4-5 0,-3 0-6 15,-1-3 1-15,3 5 5 0,-3-2-24 0,3 1 21 16,0 0-5-16,1 1-5 0,-1-1 0 16,1 0 8-16,2-1 7 0,1 2-15 15,-3-2 7-15,3-3-7 0,-1 0 3 0,1-3 2 0,1 2 0 16,-2 1 0-16,1-3-8 0,2 0 5 0,-9-1-4 16,15 0 14-16,-8 0-9 0,-1 0-6 15,1 1 3-15,-7-1-3 0,10 6-7 0,-6-5 13 16,2 2-1-16,-2 2 8 0,3 2-5 0,-3-1 3 15,2 1-11-15,1 0 11 0,0 1-3 16,0 0 5-16,0 1-5 0,0-1 0 0,2 0 2 16,-1 1-7-16,2-1 3 0,-3-1 7 0,3-1 2 15,3-2-7-15,-3 1 3 0,1-2-6 16,0-3 8-16,-2 0 3 0,6 0 10 0,-5-7-8 16,3 4-2-16,1-4-13 0,-1-1 13 0,-2-2-3 15,-1-4-3-15,-3 2 1 0,-4-4-6 0,4-1 8 16,-7-4 3-16,0 1-11 0,-4-5 1 0,-2 0 4 15,-1 2 11-15,-3-4 13 0,-1 2-31 16,1 3 10-16,0 3 8 0,-1-2 2 0,-2 3 0 16,3 0 11-16,-1 4-13 0,2 3 10 0,2 1-13 15,-1 0 5-15,2 2 11 0,-1 1-34 16,0-1-7-16,4 6-21 0,-4-3-71 0,0 3-6 16,7 2-94-16,0 0-83 0,0 0-232 0,0 0-302 15,-3 8 123-15,3-8 38 0,0 0 74 16,0 0 57-16</inkml:trace>
  <inkml:trace contextRef="#ctx0" brushRef="#br0" timeOffset="47108.75">22526 7010 1059 0,'0'0'323'0,"0"0"-29"0,4-3-23 16,-4 3-33-16,10-4-12 0,-3 2-27 16,2 1-4-16,5-3-26 0,-3 1-26 0,6 2-20 15,-1-1-49-15,2-2-35 0,-5 2-37 0,2 2-84 16,1-2-87-16,-2-1-143 0,0 2-397 15,0 1 26-15,-4-2 112 0,-1 1 46 0</inkml:trace>
  <inkml:trace contextRef="#ctx0" brushRef="#br0" timeOffset="47325.39">22519 7246 995 0,'0'0'387'0,"-3"4"-44"0,3-4 0 16,0 0-46-16,0 0-34 0,0 0-20 16,21 1-30-16,-11-2-24 0,4 1-9 0,2-4-35 15,2 1-1-15,2 2-14 0,0-1-9 0,-2-3-47 16,-1 3-26-16,-3-2-55 0,2 3-55 0,-6-2-91 16,1-1-154-16,-1 4-477 0,-3 0 32 15,0-3 99-15,-3 2 39 0,-4 1 69 0</inkml:trace>
  <inkml:trace contextRef="#ctx0" brushRef="#br0" timeOffset="48108.85">23367 6776 877 0,'-6'-3'292'0,"6"3"-36"0,-8-5-2 16,8 5-42-16,0 0-28 0,-13 7 6 0,10-3-26 15,-4 7-18-15,-1 0-8 0,5 5-13 0,-4 1 6 16,4-1-31-16,0 1-3 0,-1 2-18 16,1-1-10-16,3 3 3 0,0-3-11 0,3 0-4 15,1 5 2-15,2-7-11 0,-2 1 19 0,2 0-26 16,5-1 7-16,-4-5-17 0,3 4-8 0,4-5 8 16,2 0-6-16,-2-3-7 0,0-1-10 15,0-4 20-15,-1 2 5 0,1-4 14 0,3-5-24 16,-4 2 2-16,2-4-7 0,-5-2-3 0,4-3 1 15,-4 0 2-15,0-5-5 0,1-4-1 0,-5 1 9 16,-2-4-3-16,-1-1-16 0,-3-1 6 16,-3 2 5-16,3 4-6 0,-4-4-12 0,1 0 10 15,-5 3 11-15,5 4 4 0,-4-1-15 0,0 5 6 16,-2 0 4-16,1 1 5 0,-2 0-25 16,-3 4 13-16,2 1 10 0,1 2-16 0,0 0 1 15,-4 5 2-15,1 4-5 0,2-2 5 0,-2 2 3 16,3 3-11-16,-4 1 3 0,7 4 11 15,-3-1 1-15,2 1-1 0,5 2-9 0,-1 1 3 16,1-4 3-16,3 4-13 0,0 0 25 0,4-2-9 16,-1 2-1-16,5 1 13 0,1-3 0 0,2 0-5 15,6 1 5-15,0-4-5 0,3-2-18 0,1 0 13 16,2 0 7-16,2-6 6 0,2 2-21 16,0-2-8-16,-2-2-10 0,2 0-30 0,-4-1-13 15,1 0-37-15,1-3-11 0,-2 2-40 0,-6 2-61 16,4-5-74-16,-8 4-135 0,2-1-316 15,-2 2 19-15,-2 0 94 0,-1 0 41 0,-4 2 77 16</inkml:trace>
  <inkml:trace contextRef="#ctx0" brushRef="#br0" timeOffset="48575.68">23845 7184 821 0,'-7'7'333'0,"1"-6"-18"16,3 6-29-16,-1-3-30 0,-3 3-89 0,3 1-26 15,-2 2-8-15,2 2-18 0,-2-2-15 0,3 1 0 16,2 3-8-16,-3-3-13 0,4 3-10 0,0 1-10 16,0-4 0-16,0 3 5 0,5-3 0 0,-2 3 2 15,4-3-20-15,-1-1 1 0,-2 0-12 16,9-2-6-16,-6-1 4 0,3 1 0 0,1-2-7 15,4-5 12-15,-2 1-7 0,0-2-13 0,0-2 35 16,1 0-22-16,0-5 5 0,0-2 2 16,-1 2-20-16,-3-3 8 0,1-3 7 0,-1-4-10 15,-2-2 11-15,-5-2-1 0,0 3-8 16,0-7-2-16,1 5 13 0,-5-2 21 0,-2 3-29 16,0 2 5-16,0-1 39 0,1 1-52 0,-4 2 24 15,3 0-8-15,-1 5-1 0,-2 1-1 16,-1 0-14-16,0 2 3 0,-3 0-7 0,3 5 4 0,0 1 6 15,-3-3-3-15,10 4-3 0,-17 5-10 0,6-3-5 16,4 4 11-16,-2-2-1 0,2 2-7 16,-1 2-11-16,1 0-2 0,1 1-20 0,3-1-21 15,0 3-13-15,3-3-36 0,0 6-74 0,3-4-43 16,0 1-34-16,4 2-164 0,4-1-368 16,-1 0 79-16,3-3 31 0,1 0 80 0,2-2 60 15</inkml:trace>
  <inkml:trace contextRef="#ctx0" brushRef="#br0" timeOffset="49707.57">24441 7174 967 0,'0'0'236'16,"0"0"-4"-16,0 0-27 0,-14 10-8 0,13-8-30 15,-5 6-6-15,-1 1-15 0,4 3-8 0,-2-2-25 16,-1 5-1-16,3-5-25 0,0 1-2 16,-1 4-6-16,4-1-7 0,0-1 2 0,0 0-12 15,3-1-14-15,-2 1 6 0,2-3-5 0,0 0 9 16,4-2-19-16,0 1 2 0,-3-2-3 0,6 0-10 16,-4-5 6-16,5 4-1 0,-4-6 5 15,3 0-17-15,0 0-11 0,-10 0 10 0,17-6 6 16,-10 3-8-16,0-5-8 0,0 0-2 0,-4-2 5 15,1-5 0-15,-1 0-13 0,-3-3-3 0,0 2 8 16,0-2-7-16,0 2-1 0,-3 2 13 16,-1 1 0-16,1-1 1 0,-1 5 1 0,-3-1-4 15,2 3 5-15,-3-1-8 0,-2 2 10 0,-1 5 6 16,1 1-16-16,3 0-5 0,-7 1 5 16,4 4 0-16,0-2 6 0,1 3 9 0,1 1-5 15,1 2 8-15,1-1 52 0,5 0-11 0,-2 0-3 16,6 1 6-16,-2-4-3 0,2 6-8 15,0-5-20-15,1 2 17 0,5-1-22 0,-1-1 5 16,5-2 8-16,-3 0-14 0,4-3-14 0,-4 1 14 16,5-2-14-16,1-3 12 0,-2-1-10 15,3 0-3-15,0-3-5 0,-3-2 6 0,0 0-3 0,2-5-1 16,-1 1-1-16,-2-3-6 0,-3-5-13 0,1 2 16 16,-1-5-21-16,-1 0-13 0,-5-8 11 15,3 3 2-15,-6-4-5 0,2 0 3 0,0 6-1 16,0-1-1-16,-3 2 9 0,0 7 18 0,0 0 3 15,0 0-5-15,0 5-11 0,0 0 0 16,-3 3 1-16,3-2-6 0,0 5 11 0,0 4-3 16,-3 0 2-16,3 4 1 0,0 0-1 0,0 0-4 15,-4 14 4-15,1-3 4 0,3 3-1 16,0 3-8-16,-4-1 16 0,4 3-5 0,4 3 17 16,-4 3-12-16,4 0-5 0,-1-1 5 0,5 2-6 15,-3-1 3-15,2 2-10 0,4 1 6 0,-1 1 6 16,3-8-7-16,-2 2 16 0,5 1-18 0,-2-6 9 15,0 3-1-15,3-4-4 0,0-5-2 16,0 2 0-16,4-4-5 0,-4-1 3 0,5-2 0 16,-3-4-3-16,-2 1 7 0,4-2-2 0,-5-1-5 15,2-2 0-15,-2-2 0 0,2-1-5 0,-1-3 5 16,-3 2 11-16,3-4-6 0,-4-2-10 16,-3 0 7-16,4 1 1 0,-7-4-6 0,3 3 8 15,-3-3 3-15,-3 3-6 0,2 2-14 0,-5 0 14 16,2 1-4-16,0 0 4 0,-6 1 1 15,3 1 4-15,0 6-7 0,-10-2 0 0,10 2-7 16,-14 2 7-16,7 4 7 0,-3 0-4 0,-1 0 2 16,1 5 3-16,3-1-3 0,-3 1-5 0,3 3-3 15,0-3 3-15,1 3 3 0,2-3 2 16,1 3-8-16,-1-3 3 0,4 2 6 0,0-3 12 16,0 0-8-16,4-2-5 0,0 1-10 0,2-1 2 15,1-2 1-15,-1-2 12 0,2 0 3 16,-1-3-11-16,3-1 8 0,0-1-4 0,1-3-1 15,0-1-3-15,2-3-4 0,-3-1-3 0,0-5 5 16,2 0 5-16,-4-4-3 0,-1-3-7 16,0-3-23-16,0 0 0 0,-3-9 2 0,-1-1-4 0,-3-5 14 15,3 2-20-15,-6-1 8 0,0 1 0 16,-1 3 2-16,0 0 34 0,1 5 0 0,-1 4-6 16,1 4 19-16,0 1-19 0,-1 3-2 0,4 2-5 15,-3 3 13-15,0 3-16 0,1 1 8 16,-4 2 5-16,6 6 3 0,-6 0-5 0,6 0 2 15,-4 14 0-15,1-3 5 0,0 1-5 0,3 1 5 16,3 5 8-16,-3 1-7 0,3 0 4 0,1-1-2 16,-1 6-3-16,7-5 8 0,-3 3-3 0,0-3-10 15,3 2-2-15,1-2 12 0,2-3-15 16,1 2-18-16,0-1-20 0,3-2-57 16,-1 0-48-16,-1-5-123 0,4 0-566 0,2-2 10 0,-3-1 103 15,-2-6 56-15,-1-2 46 0,1 0 82 16</inkml:trace>
  <inkml:trace contextRef="#ctx0" brushRef="#br0" timeOffset="50041.75">25849 6784 1098 0,'0'0'384'0,"-7"2"-31"0,7-2-46 16,0 0-36-16,0 0-20 0,0 0-23 0,0 0-18 0,0 0-11 15,0 0-19-15,14 6-11 0,-7-5-8 16,-7-1-18-16,16 0-20 0,-5 0-18 0,-1 0-3 16,0-1-7-16,4 1-3 0,0-1-79 0,0 0 10 15,-1-3-18-15,1 4 8 0,-4-1 13 16,3 0-6-16,-2 1-5 0,-4-2 3 0,2 2-15 15,-2-3-1-15,-7 3-9 0,14-1-9 0,-14 1-50 16,0 0-11-16,14 4-41 0,-14-4-33 16,0 2-235-16,0-2-464 0,0 0 108 0,0 0 43 15,0 0 72-15,0 0 82 0</inkml:trace>
  <inkml:trace contextRef="#ctx0" brushRef="#br0" timeOffset="50891.24">27547 6486 1190 0,'0'-2'350'0,"-3"-4"-37"0,3 6-32 15,-3-9-38-15,3 9-15 0,0 0-20 16,0 0-22-16,0 0-14 0,-11 17-24 0,5-3-12 16,-2 2-13-16,-1 2-10 0,-1 2-1 15,-2 5-22-15,-1 3 4 0,-4 0-17 0,0 12-5 16,-4-5 2-16,2-3-10 0,4-6-5 0,-1 0-10 16,-2-1-6-16,1 0-4 0,3-1-4 0,-3-1-9 15,4-5 7-15,-1-2-2 0,0 0 15 16,4-4 0-16,-1-4-23 0,1 5-5 0,1-9 10 15,-1 2 3-15,-1-4-13 0,4-2 13 0,7 0-13 16,-17-7 5-16,10 2-8 0,1-9-2 0,-1 0 5 16,-1-3-3-16,5-1-7 0,0 1 4 15,1-1 9-15,-3 1-11 0,5 0 3 16,-3 0 0-16,3 1-8 0,3 0-51 0,-3 2 20 0,0 2-17 16,3-2 4-16,-1 3 16 0,0 1 0 15,1 1 10-15,0-3-4 0,2 8 6 0,1-3-22 16,1 0 10-16,3 6 10 0,1-1-2 0,-1 2 2 15,4 1 8-15,4 0-18 0,-2 7 8 16,4 1 4-16,1-1 1 0,1 3 18 0,0 4-8 16,1 3-3-16,-1-1-2 0,2 1 8 0,-1 3-3 15,-2-3 0-15,3 0 2 0,-4 0-12 0,1 2 7 16,-4-4 3-16,0-4-2 0,0 3 7 0,0-3 0 16,-3 1 0-16,-1-4 3 0,3 1-8 15,-4-3 10-15,2 0-15 0,-4-3 13 0,3 0-1 16,-2-1 9-16,2-3-6 0,-3 0-5 0,1 1-13 15,-1-1-25-15,-3-1-62 0,4-2-61 16,0-1-105-16,-3 0-561 0,3-2 52 0,-1 2 48 16,0-3 72-16,4-3 66 0,-4-2 52 0</inkml:trace>
  <inkml:trace contextRef="#ctx0" brushRef="#br0" timeOffset="51774.21">28473 6243 729 0,'1'-7'253'0,"0"-1"67"0,-1 1-23 0,3 2-33 15,0-2-26-15,1-1-20 0,2 3-24 0,1 1-15 16,3-2-25-16,-3 5-3 0,0 0-31 15,7 1-5-15,1 2-12 0,1 4-14 0,2 0-4 16,1 5-13-16,1 1 2 0,4 3 0 16,0 6-18-16,-1 0 3 0,6 10-15 0,-1 1 2 15,-2 2-3-15,-5-6-17 0,-2-2-8 0,-7 2 5 16,5-1-3-16,-7-1 1 0,0 0-1 0,-2-2-12 16,-2 0 5-16,-2-4 7 0,-1 1 1 15,-6-3-6-15,3 0-5 0,-4-1-10 0,-3-1 21 16,-3 0-8-16,3-1 7 0,-6-4 3 0,-1-1-18 15,2-2 5-15,-4-1-7 0,-1-1 7 0,0-6-2 16,1 0 7-16,-2-1-5 0,-3-4 8 16,4 1 5-16,-3-3 13 0,6-1-8 0,-3 0 6 15,4-1 30-15,-1 0-28 0,3 0-70 0,1-4 9 16,-1 3 17-16,5-1-7 0,0-1-3 16,2 1 0-16,1-1 5 0,3 0 3 0,3 2 0 15,1-3-1-15,2 2 1 0,1-3-3 0,4 3 13 16,5-3 3-16,2 3-13 0,0-2 12 0,1 3-17 15,2 0-39-15,2 1-18 0,3 0-15 16,-1 2-120-16,0-2-131 0,-1 3-476 0,3 0 82 16,-3 2 67-16,3-5 86 0,-9 2 57 0</inkml:trace>
  <inkml:trace contextRef="#ctx0" brushRef="#br0" timeOffset="52243.71">29052 6291 903 0,'7'-7'310'0,"0"1"-31"16,-1 3-23-16,1-4-18 0,4 0-28 0,2 5-31 15,0-4 3-15,2 3-31 0,-2-3-21 0,6 3-15 16,-7-2-20-16,-1 3-28 0,2 0-3 15,-3-2 0-15,1 2-23 0,-5 1 7 0,1-1-15 16,0 0-7-16,-7 2 25 0,10-2-33 0,-10 2-13 16,0 0 13-16,0 0-13 0,0 0 6 15,4 9-4-15,-6-3 6 0,-3 1 2 0,2 2-9 16,-2 0 6-16,2 3-7 0,0 3 21 0,0 3-13 16,3 3 2-16,3 4 1 0,0 0-11 15,5 3 2-15,1 3 6 0,1-4 3 0,2 5-1 16,-2 0 0-16,2-4-2 0,0 3 2 0,-2-2-4 15,0 0 7-15,2-2-11 0,-7-3 6 0,2 0-3 16,-4-6 3-16,3 0-3 0,-5-2 6 16,-2 0 12-16,-2-1 5 0,0 1-12 0,-4-4 17 15,-1-4 8-15,-5 4-20 0,0-6 12 16,-1 1-17-16,-2-2-4 0,-2-3 6 0,3 1 6 16,-4-1-4-16,6 0-7 0,-2-2-2 0,-1 0 17 15,1 0-8-15,2-2-14 0,-1 2 7 16,1-2-47-16,0 2-37 0,2 0-67 0,1 2-67 0,0-2-66 15,-1 3-464-15,1-1 3 0,0 4 52 16,-1-5 81-16,3 4 43 0</inkml:trace>
  <inkml:trace contextRef="#ctx0" brushRef="#br0" timeOffset="52523.98">28532 7253 796 0,'0'0'289'0,"0"0"-28"0,0 0-23 0,21-13-5 16,0 6-23-16,2-1-39 0,4-1-2 0,8-3-13 16,2 2-5-16,14-5-12 0,4 3-11 15,6-2-8-15,-2 3-13 0,2 1-9 0,-2-1-22 16,-4 1 9-16,-8 3-6 0,-5 3-10 0,-5 0-17 15,-6 1-27-15,0 2-94 0,-4 1-8 16,-3 0-51-16,-7 2-61 0,-3 0-88 0,-1 3-470 16,-6 1 94-16,1 2 29 0,-6-5 61 0</inkml:trace>
  <inkml:trace contextRef="#ctx0" brushRef="#br0" timeOffset="52974.41">28395 7579 867 0,'0'-8'289'0,"0"8"-25"0,4-10-41 15,2 7-3-15,2 2-20 0,-1-3-16 0,3 4-23 0,4-2-7 16,-1 2-24-16,5 2-7 0,-2 3-26 15,5-2 70-15,-1 7-21 0,4 1-8 0,-3 0-2 16,0 3-31-16,-1 4-8 0,3 0-18 0,-5 0 8 16,-2 2-13-16,-5-1-2 0,0-1-16 15,-2 7 6-15,-5-3 4 0,-1-1-7 0,-3 0-89 16,-3-2 14-16,-1 5-4 0,-2-5 25 0,-1 3-5 16,-4-5-13-16,-2 1-5 0,3-1 13 15,-4-2 8-15,1-5-1 0,-1-2 13 0,2 1-2 16,-4-1 0-16,3-8-5 0,-1 3-6 0,2-3 47 15,-3-2-41-15,1 1 17 0,4-6 16 0,-4 4-8 16,4-4 8-16,3-1 0 0,0 1-10 16,-3-2-3-16,6 0-10 0,-2-1 5 0,6 1-13 15,0-4 6-15,0 2-1 0,3 1 8 0,3-2-15 16,1 2 12-16,1-2-15 0,2 0-25 0,3 1-47 16,-2 4-27-16,2-1-62 0,4 1-57 15,-3-1-120-15,4 4-463 0,1-2 54 0,-1-1 48 16,3-1 93-16,-2 4 73 0</inkml:trace>
  <inkml:trace contextRef="#ctx0" brushRef="#br0" timeOffset="53440.71">28983 7621 944 0,'0'0'282'15,"0"0"-26"-15,0 0-8 0,0 12-38 0,-3-2-16 16,0-3 6-16,3 3-36 0,-3 4-18 15,2-3 10-15,1 0-13 0,0 3-35 0,0 0 4 16,1-2-9-16,-1 2-16 0,3-3 0 0,5 4-13 16,-6-1-5-16,8-3 0 0,-3-1-13 0,3 3 11 15,0-5-21-15,4 0 10 0,-1-4-4 16,-1 2-14-16,4-5-7 0,-2-1 5 0,0-1 2 16,3 0-10-16,-1-5 5 0,-1-2-10 0,3-1 6 15,-2-2 1-15,-3-4-2 0,3-3-12 16,-5-4 4-16,0-5-12 0,-4 2 10 0,0-5 10 15,-4 5-15-15,-3 0-3 0,0 0 16 0,-3 0-37 16,3 5 78-16,-4 2 12 0,-2 2-12 16,1-1-18-16,-4 2 4 0,2 1 4 0,-3 3-1 15,-4 1-25-15,1 3 2 0,0 0 3 0,-2 4 10 16,-2-1-26-16,5 4 1 0,-4 0-3 16,0 5-3-16,3-4 13 0,1 6-18 0,-1-3 1 15,2 1 7-15,1 3 0 0,3 0 2 0,-3-3-2 16,6 2-13-16,-2 0 8 0,3 3 7 0,2-3-12 15,-2 0 2-15,3 0 0 0,0-3 16 0,4 3-8 16,2-1-3-16,-2-3-7 0,8 3-3 16,-1-3-10-16,0 2 8 0,9-2 4 0,-6 2-58 15,7-2-44-15,2 4-38 0,-1 0-72 16,0 1-163-16,0 1-510 0,1-1 61 0,-3 2 96 16,3-3 68-16,-7 0 87 0,2-3 34 0</inkml:trace>
  <inkml:trace contextRef="#ctx0" brushRef="#br0" timeOffset="53892.11">29534 7791 1028 0,'0'0'359'0,"0"0"-39"0,0 0-21 0,0 0-30 15,-10-13-31-15,10 13-20 0,0 0-16 16,0 0-25-16,0 0-9 0,-8 12-27 0,5-9 21 15,0 4-52-15,3 0 5 0,-2 1-5 0,-3 1-10 16,2-1-13-16,0 1 5 0,2 1-72 0,-2 0 6 16,0 4 2-16,3-4-10 0,0 4 0 0,-4-5 0 15,8 4 10-15,-4-1-5 0,0-1 3 16,3 3-6-16,0-4 16 0,1 0 2 0,-1 2-20 16,4-3-5-16,1-2 15 0,1-2-12 0,1 0-1 15,0-3-18-15,1-1 14 0,-1-1-9 16,0-1 6-16,4-2-1 0,-4-2 22 0,4-4-11 15,-4 1 5-15,0-2-13 0,1-4-10 0,-1-3 8 16,-3-2-1-16,-1-3-7 0,2 1 13 16,-5-4-10-16,-3 1 7 0,0-1 5 0,0 2-2 15,0 1-16-15,-6 1 6 0,1 3 7 0,2 2 6 16,-1 0-6-16,-2 2-3 0,1 4 1 16,-4 2-5-16,-1 1 4 0,0 4 4 0,-4 3-4 0,4 0-9 15,-3 3 12-15,1 4 16 0,-1-1-34 16,-1 2 3-16,1 1 5 0,0 0 0 0,2 1-26 15,4-1 11-15,-3 5-62 0,3-3-36 0,5 1-56 16,-3-2-35-16,2-1-109 0,6-1-488 16,-3 0 46-16,6-3 44 0,-1-1 71 0,1-1 84 15</inkml:trace>
  <inkml:trace contextRef="#ctx0" brushRef="#br0" timeOffset="54407.74">30081 6303 703 0,'-3'-9'279'0,"3"9"-23"16,0 0-23-16,0 0-23 0,0 0-23 0,0 0-15 16,0 0-1-16,-8 25-25 0,5-9-5 15,3 3-18-15,-3 3 58 0,2 5 6 0,0 6-26 16,-1 6-2-16,2-3 0 0,-3 19-41 0,3 2 4 16,3-2 1-16,-3 3-7 0,0 0-12 0,0 1 17 15,0 3 7-15,4-2-13 0,-4 5-23 0,3-2-18 16,0 1 42-16,1 2-37 0,0 1 13 15,-1 0-61-15,0-1 30 0,0 1 19 0,1 12-1 16,-1-15-38-16,-1 1-54 0,0-2-30 0,-2-1 27 16,7-2-12-16,-3-2 59 0,-1-1 35 15,3 3-50-15,-6-7-4 0,1 1 1 0,2-11-20 16,0-3 4-16,2-4 26 0,-4 3 13 0,0-3-5 16,3-4-29-16,-1-2 3 0,0-3 16 15,-2-2 2-15,-1-5-13 0,3 2 5 0,-3-4 3 16,3-5-33-16,-1 0 46 0,-1 0-13 0,-1-2-13 15,1-3-21-15,-1-1-9 0,-1 1-44 0,0-6-24 16,-4 2-101-16,5-4-123 0,0 0-613 0,-7-3 104 16,0 0 55-16,0-5 108 0,-3-1 82 15,2-7 38-15</inkml:trace>
  <inkml:trace contextRef="#ctx0" brushRef="#br0" timeOffset="55374.21">30808 7796 680 0,'-6'-2'277'0,"6"2"-16"0,-10-1-38 16,10 1-14-16,0 0-19 0,-14 6-6 15,10-4-20-15,-2 4-3 0,1-2-84 0,-3 4-18 16,3 1 13-16,-1 3 4 0,-1-1-17 16,1 4 23-16,4 0-8 0,-3 0-12 0,2 4 15 15,0-2-6-15,1 1-17 0,-1 1-8 0,3 3-7 16,3-5 4-16,0 1 6 0,-1 2-11 0,4 0 6 16,-2-4-11-16,7 2 5 0,-3 0-10 15,0-5 6-15,5-1-21 0,-3-2 17 0,6-2-4 16,-4 0 2-16,5-1 0 0,-2-5-23 0,-2 1 13 15,3-6-2-15,2 0-6 0,-2-4 20 0,2-3-4 16,1-2-8-16,-4-2 64 0,-1-3-8 16,-1-4-7-16,0-5-1 0,-2 1-12 0,-4-7-5 15,0 2-11-15,-4-2 8 0,0 1-15 16,-3 6 28-16,-3-3-3 0,0-1-18 0,3 4 3 16,-7 4 0-16,2-1 11 0,-3 0-6 0,-3 4-8 15,1 1 5-15,0 6-4 0,-1-3 7 16,-2 6-13-16,-1 1 6 0,3 4-6 0,-2 0-10 15,-1-1 15-15,1 9-20 0,-1-3-2 0,1 5 4 16,1 1 8-16,1 2-7 0,0-2 2 0,0 2-3 16,4 4-10-16,2-3 1 0,-3 3-11 0,7-3 5 15,-2 2 10-15,3-2 1 0,0 0 1 16,2 1-14-16,0-2 2 0,4 0 5 0,1 2-7 16,3-2 7-16,4-3 3 0,1 1 2 15,1-2-10-15,0 1-15 0,-1 0-64 0,6 1-23 16,1-1-44-16,-1 1-128 0,-3 2-130 0,2-2-438 15,1 2 23-15,-1 0 123 0,-6 2 43 0,-1-2 70 16,-2-2 61-16</inkml:trace>
  <inkml:trace contextRef="#ctx0" brushRef="#br0" timeOffset="55957.37">31254 8326 675 0,'-2'-7'290'0,"2"7"-1"0,-5-3-41 0,5 3-12 16,-4-6-29-16,4 6-36 0,0 0-9 0,0 0-1 15,0 0-25-15,-10 1 4 0,10-1-17 0,-10 7 3 16,7 0-14-16,-1-4 3 0,-3 6-33 15,3 0 21-15,-2 2-6 0,2 0-2 0,-2 2-36 16,-2-1-1-16,5 1-11 0,0 0 1 0,-1 1 1 16,4-3-3-16,0 3-3 0,0 2-9 0,3-5 68 15,-2 4-7-15,5-3-16 0,1 1-10 16,0-1 5-16,-3 0-12 0,6-3 2 16,1 1-8-16,0-3-5 0,-1-1-5 0,1-2 11 0,-3-2-16 15,5 2-8-15,0-2 11 0,-5-4-9 0,2 1 1 16,1-3 0-16,-1 0-10 0,0-2-8 15,-2-1 2-15,2-1 6 0,-1-2-19 0,-1-1 14 16,-2-4-8-16,-2 0 12 0,3-2-7 16,-4 0-8-16,3-1 3 0,-5 1-5 0,3 1 5 15,-4-2-16-15,3 2 8 0,-3 0-13 0,0 2 14 16,0 2-9-16,-3-2-2 0,-1 3 15 0,3-3 6 16,-2 4 4-16,0 0 3 0,-1-2-28 15,-2 2 7-15,2 3 14 0,1-3-6 0,-5 5 0 16,2-1-22-16,0 1 4 0,2 1 21 0,-2-1-16 15,-2 5 8-15,8 0 5 0,-14 0-25 0,5 2 18 16,1 2-6-16,0-1 11 0,-1 3-13 0,0-3 7 16,-2 4 14-16,4 2-16 0,0-1 0 15,-3 2-6-15,0 5-27 0,3-7-36 0,1 7-31 16,5-5-56-16,-6 1-67 0,7 2-125 0,0-2-491 16,4 2 25-16,0-4 97 0,-1 4 67 15,3-2 64-15,1 0 76 0</inkml:trace>
  <inkml:trace contextRef="#ctx0" brushRef="#br0" timeOffset="57391.07">31851 8428 762 0,'2'-4'300'16,"-2"4"-26"-16,0 0-18 0,0 0-18 15,0 0-28-15,0 0-13 0,0 0-13 0,0 0-5 16,-18 13-28-16,14-6 5 0,-3 2-28 0,2 0-20 16,0 4 2-16,2-5-10 0,-1 3-16 0,1 3 1 15,3-4-3-15,-3 4-24 0,3-3 9 16,3-1-13-16,-3 3 5 0,6-3-6 0,-2 1-9 15,1-1 2-15,0-1-10 0,3-3 5 0,1 0 0 16,1-2-21-16,3-1 8 0,-3-3-2 0,-2 0-3 16,6-1-15-16,-2-4 4 0,-1 2 1 15,0-5-5-15,-1 0-8 0,-3-5 2 0,4 1-7 16,-5-6-7-16,-2-4 14 0,2-2-20 16,-3 0 16-16,-3 5-1 0,0-5-7 0,-1 5 20 15,-1-3 0-15,-1 5 21 0,-3-1-26 0,2 3 0 16,-2 5-2-16,-2-5 10 0,3 5-1 0,-3 3-1 15,-2 2-4-15,2 0-7 0,0 4 3 0,-1 0-1 16,-1 1 19-16,10 0-13 0,-14 4-3 16,5 1-5-16,5 3-3 0,-3 0 11 15,6-1 0-15,0 2-11 0,-1 0 11 0,2-1 2 16,2 1 3-16,0 0 2 0,1-1-7 0,5 2 7 16,0-3-10-16,-3 0-2 0,5-2-1 0,1 1-2 15,-1-3 0-15,4 1 3 0,-4-4 12 16,3 1-10-16,-2-2 13 0,2-3-10 0,1 1-8 15,-1-4 5-15,-2-1-15 0,1-2 7 0,-2 0-4 16,-2-5-19-16,0-3 11 0,-1-1-26 16,-1-4-11-16,-1-3 4 0,-3-3-16 0,1 1 10 0,-3-6-18 15,0 3 29-15,0 2-1 0,0-1-2 16,0 5 21-16,0 6 4 0,-3-2 11 0,3 3 2 16,-1 1 29-16,0 6-34 0,-1-3 0 0,-1 6 6 15,3 0 1-15,-3 1 4 0,3 7 7 16,-3-3-5-16,3 3-18 0,0 0 23 0,0 0 0 15,0 24 6-15,0-15-1 16,0 7-10-16,3-4 5 0,0 8 5 0,0-1 13 0,1 2-10 16,-1 1-5-16,4 3 2 0,-3 0-2 0,2 0 9 15,1-2-1-15,0 1-6 0,2-2-7 0,-4 1 4 16,5-1 6-16,0-3-5 0,1 1 5 0,2-1 7 16,-2-2-7-16,-1-6-8 0,0 2 8 15,1-1 0-15,-1-5-1 0,3-1 1 0,-2-2-5 16,-1-2 2-16,3 2 3 0,1-4 0 15,-4-1-8-15,6-3 10 0,-5 1-5 0,0-2-12 16,2 2 7-16,-2-4 10 0,0 1-15 0,-1 1 11 16,-1-2-22-16,-2 0 11 0,4 4 16 0,-4-4 7 15,-1 0-28-15,-2 6 15 0,3-5-8 16,-1 5 4-16,-6 1-19 0,7-7 31 0,-4 4-3 16,-3 3-20-16,4-2 13 0,-4 2-1 0,0 0 6 15,0 0-18-15,0 0 13 0,0 0-6 0,-15 12-2 16,6-5-5-16,4 0 18 0,-3 1 0 15,1-2-18-15,2 4 20 0,-4-1-18 0,5 0 11 16,-2-1 2-16,2 3-7 0,-2-3-1 0,3 1 1 16,3-1 2-16,-3 0 16 0,1 2-6 15,2-3 3-15,2 0-5 0,0-1-19 0,2-2 22 16,1 1 4-16,0-2 6 0,1-3-16 16,-6 0 11-16,15 0-14 0,-5 0-7 0,0-2 13 0,2-4-8 15,-2-1-10-15,1 0 18 0,1-3-8 16,0-1 0-16,0-6-15 0,-2 2-21 0,0-7 3 15,4-5-31-15,-5 1 5 0,-2-9-17 0,-3 2 4 16,-1-5 6-16,3 1-11 0,-5-17 34 16,-1 8-37-16,-1 6 27 0,-1 1-6 0,-2 3 21 15,1 1 10-15,-1 3 20 0,1 7 16 0,-1 0 2 16,1 6 11-16,-3 1-6 0,5 3-2 16,-6 0-5-16,4 7-10 0,-1-2 22 0,-2 3-9 15,2 5-16-15,-2-1 7 0,6 3 4 0,0 0-9 16,-14 11 19-16,12-2-9 0,-3 1 1 0,2 4 5 15,0 2-3-15,3 3 9 0,3-1-9 16,-3 7 5-16,3 1 9 0,2 4-27 0,0-1 19 16,2 4 4-16,2 0 11 0,-1 1-23 0,8 7-8 15,-5-3 18-15,0-9 8 0,3 3-16 16,2-6-5-16,-2 4 13 0,0-4-7 0,0-1 4 16,-4-6-22-16,0 3 22 0,1-5-5 0,-2-1-7 15,0-3 0-15,-4 0 2 0,3-1 3 16,-2 0-18-16,-2-4 0 0,2 1 10 0,-3 0-33 15,1-2-6-15,-4-2-73 0,4 1-111 0,-4 1-634 16,0 0 84-16,-4-2 54 0,0 1 76 0,-2-3 78 16,-4-3 43-16</inkml:trace>
  <inkml:trace contextRef="#ctx0" brushRef="#br0" timeOffset="59024.21">19897 9383 816 0,'0'-5'294'16,"0"5"-4"-16,0 0-40 0,-3-3-24 0,3 3-19 15,0 0-30-15,0 0 7 0,-4-6-28 0,4 6-15 16,0 0-80-16,0 0-2 0,-14 9 3 0,11-2 9 16,-1 1-14-16,-2 0-6 0,-1 6 0 0,1-3 0 15,-2 6 11-15,2 0-14 0,-1 4 19 16,3-1-11-16,-2 4 8 0,-1-2-20 0,3-1-1 15,1 4-7-15,0 0 2 0,3-5-7 16,-1 0 0-16,2 3 7 0,-1-1-25 0,6 1 20 16,-2 0-5-16,3-4-10 0,0-2 13 0,2-1-8 15,1 2-10-15,1-4 15 0,-1-3-13 16,3 2 1-16,-1-2-1 0,1-4 6 0,1-1-14 16,-1-3 4-16,1 3 1 0,-4-5-9 0,4-1 2 15,-3-1 18-15,2-3-2 0,1 0-16 0,-4-2-8 16,3-2 13-16,-2-3 11 0,2-2-6 0,-6 1-2 15,4-2-3-15,-5-3-2 0,1-3 7 16,0-1-12-16,-3-1-3 0,2 0 10 0,-6-1-5 16,1-2 0-16,-2 0-2 0,-2-2 5 0,-4 1-8 15,3 1 0-15,-2 0 2 0,2 3-7 16,-5-3-3-16,1 6 3 0,1-4 5 0,0 5 8 16,-2 3 0-16,1 3-14 0,-5-1 4 0,3 3 7 15,-1 1-8-15,-2 3 1 0,-1-2 7 16,3 5-5-16,-5-3 0 0,2 6 0 0,1 0 3 15,-5 0-6-15,5 2 8 0,-2 3-5 0,-1 2 5 16,-1 0 8-16,6 2-10 0,-3 0 4 0,4 2 3 16,-3 0-2-16,6 3 2 0,0 3-15 15,1-3 10-15,5 3-2 0,-2-1 2 0,3-3 3 16,3 2 2-16,1 2-10 0,2-1 13 0,5-1-8 16,-4 0 15-16,6-3-22 0,4 3 20 0,-3-4 0 15,3 2-6-15,0-4-9 0,1-3 0 16,2-2 2-16,0 3 0 0,4-2-10 0,-3-2-6 15,2-1-27-15,-2 2-21 0,3-2-46 0,-3 0-23 16,2-2-33-16,-5 5-31 0,-1-3-64 16,0 0-2-16,-4-1-80 0,1 4-292 0,-1-3-23 15,-6 2 26-15,4-1 87 0</inkml:trace>
  <inkml:trace contextRef="#ctx0" brushRef="#br0" timeOffset="59390.38">20287 9760 714 0,'0'0'258'0,"0"0"-33"16,0 0 1-16,0 0-29 0,4 8 64 15,-4-1-28-15,0 1-5 0,0 3-26 16,0 2 3-16,3-1-19 0,-3 7-9 0,3-4-23 0,1 4 15 16,-1 0-52-16,0-2-12 0,4 1 5 15,-3 0-15-15,-1-1-5 0,4 0-11 0,-4-1-15 16,1-1 15-16,-1 2-2 0,4-3-21 0,-4-3 11 16,-2-1-11-16,2 1-10 0,0-2 16 15,1 0-21-15,-4-5 15 0,3 3-20 0,-3 0 5 16,3 0-3-16,-3-4-17 0,3 3-8 0,-3-6-11 15,1 4-27-15,-1-4-55 0,0 0-73 0,-4 5-134 16,4-5-563-16,0 3 44 0,0-3 112 16,0 0 54-16,0 0 67 0,0 0 51 0</inkml:trace>
  <inkml:trace contextRef="#ctx0" brushRef="#br0" timeOffset="60606.21">19005 6992 547 0,'0'0'187'0,"0"0"0"0,0 0-16 16,3 17-12-16,-3-9-23 0,0 0 0 0,0 3-1 15,0 3 39-15,3 1-13 0,-3-1-15 0,0 1-10 16,0 2-23-16,1 1-3 0,2 2-5 16,-3-2-18-16,0-1-16 0,4 0-22 0,-4-1-13 15,0 0-39-15,3 1-35 0,-3-6-75 16,4 3-43-16,-4-3-154 0,3-1-329 0,0 1 27 15,0-7 41-15</inkml:trace>
  <inkml:trace contextRef="#ctx0" brushRef="#br0" timeOffset="61142.49">18943 6909 719 0,'-6'0'238'16,"-1"-2"-13"-16,7 2-33 0,-17 3-5 0,10 3-16 16,-3-1 1-16,-1 3-19 0,-2 5-22 15,2 2 2-15,-2 2-2 0,3 1-85 0,-1 1 13 0,1 4-8 16,3 0 74-16,-4 4-7 0,5-2-16 16,2 0-9-16,-2 0-1 0,3 0-10 0,-1 1-1 15,4-1 1-15,0 0-7 0,0 0-11 0,4 0-5 16,-1-2-8-16,3 2-10 0,-2-4 2 15,3 1-4-15,3 1 2 0,0-5-16 0,4-2 3 16,-4 1-5-16,3-6-2 0,-1 2-1 16,1-4 1-16,-3-2 2 0,4-4-5 0,-1 3-3 15,1-6 3-15,0 0 0 0,3-3-8 0,-3-1 13 16,3-2 5-16,-1-1-7 0,2 2 4 0,-5-8 4 16,5 3-17-16,-2-1 4 0,-1-4-3 0,1-2-3 15,-2 1 5-15,0-1-2 0,-3-5 7 0,2 2-20 16,-4-2 0-16,-1 1 5 0,-1-2 3 15,0-2 10-15,-1 1-13 0,1-1-7 0,-6 1 22 16,2 5-15-16,-3-3 11 0,0 1-4 16,0-1 6-16,-3 3 5 0,2-3-5 0,-6 3 18 15,0-3-13-15,1 3 8 0,-1 1-11 0,-4 1-7 16,1 0 3-16,-3 1 4 0,2 1-5 0,1 4-4 16,-4-1 9-16,1 2-12 0,0 2-1 15,-2 1 4-15,2 4-4 0,-4-1-7 0,3 2-2 16,-3 6-6-16,0-2 3 0,-3 5-8 0,-1 2 0 15,1 1-40-15,-1 5-22 0,0 1-17 0,4 3-74 16,-3 5-18-16,6 1-147 0,0 4-490 16,1 3 84-16,-1 10 61 0,7-2 54 0,0 9 71 15</inkml:trace>
  <inkml:trace contextRef="#ctx0" brushRef="#br0" timeOffset="61956.84">18506 9451 801 0,'3'-8'340'0,"-3"1"-35"0,0-1-26 16,3 4-28-16,-2-2-24 0,2-1-17 16,3 2-25-16,-1 0-16 0,1 1-11 0,1 0-20 15,3 1-20-15,-2 0-18 0,1 3-10 0,1 3-8 16,1-2 5-16,-1 1-8 0,0 5-15 0,1 1 0 15,-1 2-13-15,0 0 3 0,-3 3-11 16,0-1 1-16,0 3-11 0,-1 2 6 0,-5-1-9 16,2 1-4-16,-3 3-1 0,0-2 6 0,-3 1-5 15,2-1-8-15,-5-3-3 0,2 3-2 0,-2-1 5 16,1-2-8-16,-4 2 3 0,5-4-3 16,-5 0 13-16,5-1-13 0,0-1 11 0,0-2 4 15,1 1-12-15,-3-3 5 0,5-1 5 0,-2-1-5 16,3 2 13-16,-3-3 12 0,3-4-32 15,0 6-1-15,0-6 28 0,6 4-7 0,-6-4-8 16,0 0 23-16,21-6-15 0,-11 5-3 0,4-2-28 16,0-1 13-16,-1-1 7 0,5 0 6 15,2-2-13-15,-6 5-16 0,6-4-10 0,-3 3-15 16,1-4-51-16,-5 5-47 0,4-3-56 0,-3-3-132 16,-3 6-505-16,-1-4 28 0,-1 2 92 0,-2-2 77 15,-3-1 31-15</inkml:trace>
  <inkml:trace contextRef="#ctx0" brushRef="#br0" timeOffset="62489.92">18458 9328 865 0,'-13'5'322'15,"3"2"-38"-15,-1 0-12 0,1-1-32 16,0 7-17-16,-1-3-87 0,1 7-26 0,0 2-18 16,-1 1 15-16,4-1-2 0,-2 5-15 0,1 0-18 15,1-1-8-15,1 2 0 0,2 0-18 16,1 2 23-16,0-1-18 0,3 0 3 0,0-1-3 16,3 5-3-16,3-4-1 0,-2 0-12 0,6 2-1 15,1-1 4-15,5 0-7 0,2-4-11 0,3 0 11 16,-1-1 2-16,4-4 6 0,3 0-19 15,0-1-5-15,1-3-12 0,0-5 15 0,-2 0-5 16,2-2 12-16,-1-6-9 0,1 1-1 0,-1-4 13 16,0 2 3-16,1-7 10 0,-4 1-33 0,2-4 30 15,-1-2-15-15,2-3 10 0,-3-3-20 16,-3-4 2-16,-4 2 14 0,0-3 6 0,0-2-9 16,-3 0-3-16,-4-3 10 0,0-1-17 0,-3 3 7 15,-4-1-10-15,-2 0 10 0,-1-3-3 16,-1 5 6-16,-6-2-8 0,1 0 5 0,2 2-3 15,-6-3-12-15,-1 6 2 0,1 0 0 0,-3 3 3 16,-1 0-8-16,1 1-2 0,-5 2 4 16,2 6-1-16,-5-5-4 0,0 5 3 0,1 0 13 15,-7 2-5-15,2 1-3 0,1 1-12 0,-6 2 9 16,5 2 6-16,-1-1-15 0,2 3-4 0,0 3 12 16,-4-1-19-16,4 2-5 0,-3 2-28 0,7 2-31 15,-1 2-20-15,0 4-21 0,4-2-8 16,0 4-37-16,7 3-57 0,3-5-126 0,1 3-440 15,2 4 95-15,4-2 61 0,7-1 44 0,-1 4 59 16</inkml:trace>
  <inkml:trace contextRef="#ctx0" brushRef="#br0" timeOffset="63456.58">20622 9934 793 0,'0'0'220'0,"0"0"-18"16,0 0 1-16,0 0-45 0,0 0-4 0,4 24-24 16,-1-13-4-16,0 2-6 0,4-2-15 15,-1 4 61-15,-2-1-30 0,3 0-3 0,-3 1-18 16,2-1-10-16,-2-3-10 0,-1 4-8 0,0-5-10 16,2 5-5-16,-2-5-14 0,0 0 4 0,1 1-6 15,-1-2 0-15,-3-2-2 0,3-1-56 0,0 1 7 16,-3-1 18-16,3-4-3 0,-3-2-12 15,0 0 5-15,0 0 7 0,0 0-17 0,0 0 10 16,0 0-6-16,1-16 4 0,-1 6-4 0,0-1 9 16,0-3-11-16,3-1 13 0,-3-2-13 15,3 2 5-15,-3 3-2 0,5-4 4 0,-2 2 4 16,0 3-14-16,1 0 9 0,-1 0-17 0,0 1 14 16,1 3-13-16,2 4 13 0,1-4-8 15,0 6-5-15,-3 0 15 0,-4 1 3 0,20 1-1 16,-13 6-1-16,3-3 4 0,1 3 3 0,-1 5 8 15,0-1-11-15,1-1 11 0,-1 5-9 0,0-3 4 16,1 3-6-16,1 2 11 0,-5-1-11 16,4 3-7-16,-1 0 10 0,0-5 0 0,-3 1-8 15,0 2-5-15,0-4-10 0,0-1-28 0,-1 2-44 16,2-3-43-16,-2-1-72 0,-2 0-126 0,2 1-404 16,-2-7 34-16,2 1 40 0,-1-2 67 15,-2-1 54-15</inkml:trace>
  <inkml:trace contextRef="#ctx0" brushRef="#br0" timeOffset="64256.74">21049 10190 959 0,'0'-7'310'0,"4"0"-36"0,-1 3-15 0,-3-2-27 15,3-2-24-15,-2 1-19 0,2-1-12 0,3-2-13 16,-5 1-13-16,2-2-23 0,0-1 5 15,0 2-13-15,-2-3-15 0,-1 1-10 0,4-3-6 16,-8 5-7-16,4-3-8 0,0 3 11 0,-1-2 25 16,-2 0-43-16,0 2 20 0,0 2-18 0,-1 0-8 15,1 5-12-15,0-4-11 0,-1 5 18 0,4 2-27 16,-11-3 14-16,11 3-7 0,-13 6-3 16,6 3-7-16,-3-1-1 0,3 2 1 0,0 3-6 15,1-1 11-15,-2 3-15 0,5 0-1 0,-1 1 8 16,1 1-13-16,0-1-5 0,3-3-69 15,3 2 3-15,-3 0 23 0,4 3-3 0,2-4 7 16,2-3 1-16,-1 4 7 0,5-5 6 16,0 0-6-16,-2-3 11 0,7 1 0 0,-4-6 4 15,5 3 11-15,-5-5-15 0,4-1 2 0,0-5 13 16,0 4-2-16,-3-4 2 0,3-4-3 16,-3 2-2-16,0-2 8 0,-4-4 14 0,0 3-6 15,1-3-19-15,-1 3 18 0,-4-1-7 0,1 3-3 16,0 1 15-16,-3 0-23 0,-1 5 8 0,3-4-10 15,-5 7 0-15,-1 0 0 0,0 0 10 0,0 0-8 16,0 0 3-16,9 8 8 0,-8-1 7 16,-1 1-18-16,3 0 6 0,-3-1 7 0,4 0-8 15,-4-1 1-15,4 1 9 0,-1 3-9 0,0-3-14 16,0 1 6-16,1-2 25 0,-1 0-9 16,3-1-19-16,-1-1 20 0,-2 0-7 0,1-4 11 15,-4 0-19-15,13 5 8 0,-13-5 3 0,14-5-1 16,-8 3 1-16,-2-4 9 0,3 3-1 0,-1-4-11 15,2 5 7-15,-2-4-4 0,-2 0 2 16,-1 5-8-16,0-4-4 0,-3 5 2 0,7-5-6 16,-7 5 6-16,8 0-2 0,-8 0 9 0,0 0-2 15,10 7-10-15,-4-4 10 0,-2 5 3 0,6-1-3 16,-6 1 2-16,2 0-12 0,1-1 7 16,0 0-7-16,3-1 15 0,0 1-5 0,-3 0 5 15,4 1-2-15,-4-5-6 0,5 3 16 0,-1-5-10 16,-1 4-3-16,0-4 2 0,-2-1 14 15,5-4-9-15,-6 2-4 0,4 0 7 0,-1-4-10 16,-1-1 10-16,-2-1 1 0,-2 2-9 0,-2-5 11 16,3 1-8-16,-5-1 0 0,-1-4 3 15,0-2 10-15,-1 2 0 0,-5-4-6 0,-2-4 4 16,2 5 4-16,-4-2-17 0,0 1-16 0,-1 1 8 16,1 1 28-16,0 7-13 0,-1-6-7 15,1 7-29-15,0-4 29 0,-1 3 4 0,5 2 4 16,-1-1-16-16,1 3-6 0,1 2-50 0,-1-2-11 0,2 3-53 15,1-1-19-15,3 4-91 0,0 0-139 16,0 0-330-16,10-3-35 0,1 3 88 0,-4-1 70 16,6-3 59-16</inkml:trace>
  <inkml:trace contextRef="#ctx0" brushRef="#br0" timeOffset="64506.74">22403 9758 995 0,'0'0'389'0,"0"0"-35"0,10-5-37 16,-10 5-25-16,4-2-44 0,2 1-12 15,-6 1-29-15,14-6-2 0,-7 5-47 0,3-1-2 16,4-3-12-16,-1 2-106 0,1-2-28 0,6 3 1 15,-2 0-63-15,-4-4-40 0,3 4-84 16,0-3-139-16,-3 4-448 0,2-1 69 0,-2 1 60 16,-2 0 63-16</inkml:trace>
  <inkml:trace contextRef="#ctx0" brushRef="#br0" timeOffset="64723.42">22571 9872 821 0,'0'0'282'15,"0"0"-26"-15,0 0-11 0,0 0-32 0,0 0-34 16,0 0-7-16,0 0-11 0,22 4-8 0,-14-4-35 16,5-1-44-16,2 0-40 0,-2 1-60 15,4-5-81-15,0 4-80 0,4 1-318 0,0-3-109 16,6-3 15-16,-2 0 74 0</inkml:trace>
  <inkml:trace contextRef="#ctx0" brushRef="#br0" timeOffset="65256.42">23264 9424 773 0,'0'0'273'0,"-7"19"-19"0,4-11-19 16,0 7-27-16,0 0-14 0,-1 1-12 15,4 2-13-15,-3 0-18 0,3 0-15 0,0 3-3 16,0 0-23-16,0-4-13 0,3 5-2 0,1-3-13 16,-1-2-8-16,6 5-2 0,-5-4-11 15,4-1 3-15,2-1-5 0,-1-4-8 0,-1 3 3 16,5-7-11-16,-3 2 1 0,4-3-3 0,-1 0 2 15,-1-6-2-15,1 1 0 0,0-4-18 16,1 2 16-16,-1-4-9 0,-1-3-4 0,4-2 2 16,-5-3-7-16,-1 0 12 0,0-4-10 0,1-3 5 15,-5-2-10-15,1-4-3 0,-4 2-2 0,-3-4-5 16,0 2 7-16,-3-1 0 0,0 0-15 0,-1 1 8 16,-4 1-3-16,-1 0-12 0,2 1 17 15,-3 3 8-15,-1 3-16 0,-2 1 14 0,-4 2-9 16,0 3 6-16,0 4 8 0,0 0-9 0,-1 4 11 15,-2 2-7-15,0 1-6 0,-1 1 16 16,4 3-19-16,-3 2 1 0,5 0-3 0,-1-2 8 16,2 4 0-16,4 0 0 0,0 5-11 0,3-4 6 15,-1 1-18-15,5-1 43 0,0 3-33 16,3-2 13-16,3 1-8 0,0 2 8 0,1-3-8 16,3 0-8-16,3 1 8 0,0 2 11 0,1-5-6 15,2 2 15-15,2 0-7 0,1 0 8 16,2 1-21-16,1-4-10 0,2 2-49 0,3-2-20 15,-1 2-54-15,-1 0-82 0,2-2-125 0,3 2-487 16,-3-2 80-16,-1-2 66 0,-2 1 67 0,0-4 46 16</inkml:trace>
  <inkml:trace contextRef="#ctx0" brushRef="#br0" timeOffset="65573.25">23771 9641 1003 0,'0'0'287'0,"0"0"-39"0,0 0-8 0,0 0-25 15,0 0-15-15,0 0-16 0,0 0-27 0,3 20-14 16,0-7-20-16,0-2 15 0,0 5-23 0,-2 1-5 16,2 1 18-16,0-1-25 0,1 4 4 0,0-2-4 15,3 4-19-15,-4-6-12 0,4 7 20 16,-4 0-23-16,6-4 13 0,-4 1-8 0,-2-5-23 15,1-1 26-15,-1 0-33 0,3-1 9 0,-5-3-19 16,6-3 9-16,-4 4-4 0,-2-3 1 16,2-3 9-16,0 2-8 0,-3-1-26 0,5 0 8 15,-4-4-2-15,0 2 7 0,2 0-43 0,-3-5-1 16,0 0-71-16,0 5-53 0,0-5-58 16,0 0-224-16,0 0-415 0,0 0 100 0,0 0 46 0,0 0 74 15,0 0 84-15</inkml:trace>
  <inkml:trace contextRef="#ctx0" brushRef="#br0" timeOffset="66805.73">24174 9918 936 0,'0'0'331'0,"0"0"-40"0,0 0-17 16,-3 22-25-16,2-13-32 0,1-1-12 16,1 3-21-16,-1 2-12 0,0-1-21 0,3-2-11 15,0 5-24-15,0-7 19 0,1 7-35 16,-1-5-8-16,4 0 0 0,-3 1-71 0,3-2-8 15,-1 0 15-15,1-5-10 0,3 3-5 0,-3-1-1 16,3-5 1-16,4 0 8 0,-4 1-6 0,0-4-5 16,1 1 8-16,-1-1-5 0,0-3 33 15,1-3-25-15,-4 1 2 0,-1-3-16 0,-2 2 3 16,-1-9 1-16,0 0-6 0,-3-1-13 0,0-4-5 16,-3 0-2-16,-1-1 10 0,-2 0-10 0,-4 4 15 15,2 2-3-15,-1 2-2 0,-1-1 5 0,-1 7 5 16,0 0 0-16,-2 1 0 0,-1 1 11 15,1 6-6-15,-1 0-10 0,4 1 7 0,-3 2-7 16,2 0 16-16,1 5-3 0,-3 1-6 0,5 0-2 16,1 0 3-16,1 2 5 0,4 3-11 15,-3-2 11-15,1-3-15 0,4 6 12 0,4-4-10 16,-1-2 13-16,1 3 7 0,-1 1-17 0,4-3 2 16,-1 0-8-16,5-5 6 0,-1 2 33 15,0 0-36-15,1-3 2 0,2-2 9 0,1 2-14 16,-1-3 13-16,-2-3 0 0,3 2 6 0,-1-4-11 15,1 0 8-15,0-3-11 0,0-1 3 0,-4-6-12 16,3 2-14-16,-2-3 11 0,-1-5-16 16,0 1-17-16,-3-3-13 0,-3 0 7 0,-1-1-2 0,3-4 12 15,-5 3 6-15,-1 0-3 0,3 2 13 16,-3 4 16-16,0 2 4 0,0 0 6 0,0 3-1 16,0 2 1-16,0-1-16 0,0 3 5 15,0 3 3-15,-3 5-5 0,3 2 5 0,0 0 5 16,0 0-3-16,0 0 16 0,-7 12-5 0,7 1 12 15,0-2-12-15,3 4 5 0,-3 3 12 16,3-3-7-16,-2 3-15 0,2 7 17 0,5-2-2 16,-2 0 3-16,1-2 2 0,-1 4 0 0,4-5-3 15,1 1 6-15,-1 1-11 0,3-2 21 0,2-3-21 16,-2 1 6-16,4-3-1 0,0 2 1 16,0-4-16-16,1-1 5 0,2-2-2 0,-3-2 2 0,0-1 3 15,4 0-3-15,-1-6 10 0,-3 1-9 16,1 1 1-16,1-6-12 0,-1 1 6 0,0 0 4 15,1-4 0-15,-4-1-5 0,1 2-5 0,-2-4-7 16,0-2 7-16,-1 1 12 0,-3 2-4 16,-3-3 0-16,0 1-16 0,0-1 8 0,-6 1 0 15,2 2 0-15,0-3-5 0,-3 4 7 0,0 0-12 16,0-2 18-16,-3 6-18 0,-1-2 7 16,-3 4-7-16,0 0 0 0,7 1 15 0,-17 2-5 15,4 3 0-15,3 0-3 0,-1 3 13 0,-2 1-12 16,3 4 15-16,-1-3-13 0,1 4 2 15,3-3 8-15,0 3-7 0,0-3-3 0,3 3 13 16,-2-3-13-16,3-1-3 0,3 3 8 0,-1-5 3 16,1 1 7-16,1-1-4 0,2-1-1 0,0-2-2 15,0 2-3-15,1-6 2 0,4 5-2 0,-2-5 6 16,-6-1-6-16,16-1 5 0,-8-2-2 16,-1-1 10-16,0-3-13 0,4-1-3 0,-2-2 11 15,-2-2-18-15,-1-3 0 0,-2-2-23 0,-1-7 2 16,4-1-17-16,-6-1 7 0,-1-5-3 0,0 3-4 15,-1-6-6-15,-3-4 1 0,1 1-4 16,-3-1 11-16,5 5 29 0,-5-1-19 0,3 9 26 16,-1 2 10-16,1 3-5 0,-2 5 3 0,2-2-1 15,0 7-2-15,0 1-2 0,-1 3 12 0,-2 6-10 16,6 0 5-16,0 0 0 0,-11 12 5 16,7-1 13-16,1 1 5 0,0 3-2 0,3 8-5 15,0-4 14-15,6 7 1 0,-5 4-18 16,6-3 5-16,3 5 0 0,0-4 8 0,1 2-3 15,-1-3 3-15,0-1-8 0,7-1-3 0,-3 0 1 16,0-1-8-16,-1-9 15 0,4 3 5 0,-6-3-23 16,2-5 29-16,1 2-32 0,-4-1-2 0,4-4 1 15,-7-2-96-15,3 2-66 0,0-6-277 16,-3 2-450-16,0-3 136 0,-7 0 53 0,6-4 75 16,-6 4 61-16</inkml:trace>
  <inkml:trace contextRef="#ctx0" brushRef="#br0" timeOffset="67472.4">25897 9640 890 0,'-7'1'336'0,"7"-1"-39"0,-8 2-18 15,8-2-24-15,-9 4-24 0,9-4-6 16,0 0-18-16,-1 4-22 0,1-4-37 0,0 0 13 16,0 0-10-16,18 2 6 0,-8-2-75 0,3-2-24 15,5 2 24-15,3-1-2 0,6-5-32 16,0 5 16-16,11-9-2 0,-4 5 12 0,5 2-20 15,-6-4-8-15,-3 4-5 0,-2-2-21 0,-1-2 16 16,-6 5 5-16,-4 1-15 0,0-2 12 0,-1 0-20 16,-4 2 5-16,-2 1 5 0,1-2 5 15,-6 1-2-15,-5 1-16 0,17-2 16 0,-17 2-18 16,7 0-31-16,-7 0-5 0,0 0-33 0,0 0-54 16,0 0-26-16,0 9-25 0,-3-5-80 0,-1-2-261 15,4 3-273-15,0-5 53 0,1 7 80 16,-1-7 71-16,6 3 59 0</inkml:trace>
  <inkml:trace contextRef="#ctx0" brushRef="#br0" timeOffset="68023.78">27592 9226 1092 0,'0'7'323'0,"-3"3"-29"0,3-2-27 0,-4 9-24 16,-3-2-21-16,4 2-32 0,-4 5-11 0,0-1-20 15,-2 2-11-15,-2-2-17 0,1 0-16 16,0 4-13-16,-4-2-10 0,4-3 1 0,-3 1 1 15,-2-2-25-15,1-2 11 0,0 1-6 0,-6-1-2 16,6-4-8-16,-6-1 5 0,3 1-8 0,3-4 8 16,-6 0-12-16,3-5 4 0,3 1-2 15,-3-3-8-15,4-1 0 0,0-2 11 0,-2-1-8 16,4-5-6-16,-2-1-7 0,3-2 0 0,-1-4-15 16,5-2 10-16,-1 1-13 0,4-5 10 15,1 3-15-15,0-1 2 0,4 1 11 0,-1 0-21 16,0 1 13-16,2 1-7 0,0 5 1 0,1-1 1 15,2 1-10-15,-2 4-13 0,6 0 5 16,-3 0 15-16,3 5-2 0,1 2-8 0,2 4-7 16,0-1 14-16,2 4 1 0,1 6 10 0,2-2-28 15,2 2 3-15,-3 3 7 0,1 2-5 0,5 1 7 16,-3-1 1-16,-2-2 2 0,2 1 3 0,1-3 10 16,-2 2-13-16,-4-2-7 0,6-1 7 15,-5-3-2-15,5-1 7 0,-3 3-2 0,1-6 8 16,-1-1-11-16,-1 1 0 0,3-2-18 0,-2-3-7 15,2 1-85-15,-6 1-59 0,-1-4-50 16,2 0-357-16,-2-2-299 0,-3-1 58 0,1 1 80 16,-2-5 70-16,-5 0 76 0,-1 1 48 0</inkml:trace>
  <inkml:trace contextRef="#ctx0" brushRef="#br0" timeOffset="68789.42">28481 9101 790 0,'0'-8'238'0,"0"2"-22"0,0 6-19 16,4-6-26-16,2 1-17 0,0 4-14 0,-6 1-14 16,15 0-1-16,-8 0-22 0,3 1 63 0,4 5-12 15,-1-1-21-15,4 2-21 0,0 6-4 0,1-2-11 16,-2 4-7-16,2 2-8 0,2 1-6 0,-3 1-12 16,1 4-10-16,-5 0 5 0,4 1-10 0,-7-5 2 15,0 5-2-15,-2 0-14 0,-2-4-73 16,-2 4-6-16,-4-6 9 0,3 3-6 0,-6-3 10 15,2 0 0-15,-5 0 21 0,0-3 5 16,-5 2-10-16,4-2 2 0,-3-4 13 0,-1 2-5 16,-2-4 5-16,3-1 0 0,-1-6 18 0,-2 4 15 15,2-5-8-15,1-1 6 0,3 0-8 0,-3-5 16 16,0 3-1-16,0-6-2 0,3 1-3 16,2-1 5-16,-4-1-4 0,5 1 7 0,1-2 10 15,0 2-2-15,0-2-14 0,3 1-4 16,0-3 5-16,0 1-8 0,6 3 5 0,-1-2-12 15,0 2 2-15,3-2-10 0,2-2-1 0,3 3-6 16,4 1 1-16,-4-2-20 0,2 6-12 0,4-3-49 16,-4-1-21-16,5 1-66 0,-3 1-98 0,1 3-237 15,1-2-242-15,-1 2 52 0,-1-2 64 16,0 2 121-16</inkml:trace>
  <inkml:trace contextRef="#ctx0" brushRef="#br0" timeOffset="69255.73">28987 9200 875 0,'6'-6'281'0,"-1"3"-32"16,5-5-24-16,0 3-20 0,7-1-18 0,-1 0-31 15,-1-2-21-15,1 3 4 0,-1 1-32 16,1-2-12-16,-2 3-31 0,-1-1 8 0,-2 1-31 15,-1-2-8-15,-3 3-8 0,0 1-58 16,0 0 8-16,-7 1-16 0,10 0 23 0,-10 0-11 16,0 0 6-16,0 0 13 0,0 0 3 0,-14 13-14 15,9-7 3-15,-3 1 21 0,1 1 7 0,1 2-8 16,1 0 4-16,-1 5 1 0,2-1 1 0,1 1 15 16,3-1 3-16,3 6 4 0,1-2 9 15,2 1-11-15,-1-1 8 0,6 4-26 0,-3-2 16 16,-1 2-3-16,1-4 0 0,2 4 7 0,-4-4-7 15,1-1 0-15,0-2 3 0,-3-2 10 16,-1 2 0-16,-3-5-3 0,0 5 5 0,-3-7-9 16,1 4 9-16,-7-1 3 0,-1-2 2 15,0 1-4-15,-1-3-9 0,-2-4 22 0,0 2 53 16,2 0-13-16,-1-2-10 0,-4-1-11 0,6-1 16 16,-3 2-5-16,2-1-10 0,-2-1-16 0,6 0-5 15,-4-1-4-15,11 0-4 0,-16 0-17 16,8 0-29-16,8 0-66 0,-13 0-21 0,9 2-43 15,-2 2-82-15,2-1-517 0,-3 0-31 0,3 2 77 16,-2-4 87-16,3 5 64 0</inkml:trace>
  <inkml:trace contextRef="#ctx0" brushRef="#br0" timeOffset="69522.23">28522 9953 698 0,'0'0'287'0,"0"0"56"15,0 0-3-15,0 0-38 0,0 0-17 0,31-2-37 16,-14-2-20-16,9-2-11 0,-4-2-27 16,12 0-19-16,0-1-10 0,4-1-10 0,12-5-23 15,-1 0-5-15,6 2-20 0,-1 1-3 16,1 1-8-16,-1-1-21 0,-11 8-22 0,-7-2-11 0,-9 1-30 15,-3 3-34-15,-3-1-38 0,0 3-35 16,-5 0-32-16,-5 3-53 0,-1 4-218 0,-3-1-389 16,-4-2 87-16,-3 4 49 0,-6 0 66 0,-1 4 59 15</inkml:trace>
  <inkml:trace contextRef="#ctx0" brushRef="#br0" timeOffset="69939.17">28358 10259 877 0,'0'-3'338'0,"0"3"-30"0,5-13-37 0,-3 6-31 16,6 3-27-16,-3-2-6 0,6-1-22 0,-1 6-32 16,4-6 6-16,-1 4-11 0,0 2-25 15,2 1-10-15,4 1-16 0,-4 2 5 0,6 4-15 16,-2 1-81-16,4 2-4 0,-4 5-7 0,1 2 20 15,1 1-2-15,-1 3-8 0,-9-2 6 16,2 4 6-16,-2-3-1 0,-5 4-6 0,-4 1 5 16,-2-5-4-16,-5 3-9 0,2 0 11 15,-4 1-5-15,-2-2 2 0,-1-2-2 0,-2-2-6 0,-5-2 6 16,4 1-6-16,-2-2 4 0,-1-5-4 16,0 0 8-16,1-3-2 0,-2 0 5 0,-1-6 18 15,5 4 12-15,0-3 8 0,1-2-28 0,-1-1 5 16,2-1 11-16,2-3-3 0,-1-2-1 15,6 2-4-15,-3-2 5 0,6-2-5 0,0 0-6 16,2 1 3-16,0-4 3 0,9 2-5 0,-1 1-6 16,-1-4-9-16,8 3 6 0,-4 2-22 15,9-3-66-15,-8 4-39 0,7 0-31 0,-2 0-77 16,-3 3-289-16,4-2-253 0,4 5 46 0,-2-5 84 16,0 3 52-16,-4-5 84 0</inkml:trace>
  <inkml:trace contextRef="#ctx0" brushRef="#br0" timeOffset="70389.05">28998 10351 1141 0,'0'0'335'0,"0"0"-40"0,-18 14-29 16,15-7-18-16,-1-1-25 0,1 6-13 0,0-2-21 15,-1-1-12-15,4 6-18 0,-1-6-19 0,2 5-17 16,-1-3-8-16,4 0 1 0,-1 1-14 0,0 0-5 15,1-4-5-15,2 2-17 0,-2-3-4 0,7 1-2 16,-2-1 3-16,2-2-13 0,3-2-15 0,-1-1 7 16,4-2-13-16,-3-2 6 0,3-3-1 15,-3 1-12-15,3-3 10 0,-4 0-10 0,2-5-1 16,-3-1-2-16,-1-4 6 0,-1-1-14 16,-3-2-10-16,0-3 11 0,-7-2-8 0,3 0-11 15,-3 3 14-15,-3-3-6 0,0 4 3 0,-4 0-11 16,0 3 11-16,-1 3 0 0,-2 3 5 15,-3-1-13-15,-1 3-5 0,-2 3 15 0,-2-1-10 16,1 6 16-16,3-1-14 0,-3 3-4 0,3 2 0 16,-6 1 9-16,7 1 6 0,-5 5-20 0,5-2 2 15,-2 6 20-15,5-3-2 0,1 4 5 0,2-5 0 16,-1 6-23-16,5-6 8 0,0 2 7 16,3 2 3-16,0-2 8 0,3-3-6 0,1 4 8 15,6-1-22-15,0-3 11 0,3 0-6 0,2-4 1 16,6 2 4-16,-1-3 2 0,7 2-8 15,2-5-64-15,-6 1-76 0,1 1-42 0,-1-2-115 16,4 0-542-16,-6 0-10 0,0-2 99 0,-1 1 62 16,-6 0 84-16,1 0 41 0</inkml:trace>
  <inkml:trace contextRef="#ctx0" brushRef="#br0" timeOffset="70688.72">29421 10328 1131 0,'0'0'361'0,"0"0"-34"0,0 15-30 0,0-9-18 15,0 1-23-15,3 5-20 0,1-4-31 0,-1 7-6 16,-2 1-20-16,2 1 31 0,4-1-82 0,-4 0 23 16,3 0-2-16,-2 2-34 0,0-2 23 0,2 2-12 15,-5-1-21-15,5-1-3 0,-3 1 0 16,1-3-2-16,1-1-26 0,-3-1-15 0,-2 0 3 15,4-4-26-15,-1 2-6 0,0-2 11 0,-2-1-10 16,-1 1 2-16,3-2-10 0,-3-2-5 16,3 3-28-16,-3-7-21 0,3 8-56 0,-1-6-51 15,-2-2-77-15,1 1-241 0,-1-1-404 0,0 0 64 16,0 0 62-16,4-11 94 0,-4 4 59 16,3-1 53-16</inkml:trace>
  <inkml:trace contextRef="#ctx0" brushRef="#br0" timeOffset="71239.23">29783 9000 714 0,'-3'-7'235'0,"3"7"-40"0,0 0-6 0,0 0-35 15,0 0 20-15,0 0-3 0,-4 19-12 0,4-5-3 16,0 3-23-16,-1 6-18 0,1 2 31 16,0 2-28-16,0 8 59 0,0 5 9 0,2 10-19 15,-2-6-1-15,3 10 8 0,2-1-30 0,-3 3-19 16,1 2 6-16,5 2-21 0,-2-2 33 16,1 4 8-16,1 0-31 0,-3-5-2 0,3 4-33 15,2-1 9-15,-4 3-2 0,5-3-10 16,-4 4-5-16,3-3-13 0,-2 6-13 0,-2-9 13 0,1 4-12 15,2-1-12-15,-2-5 4 0,1 2-6 0,1-5 6 16,-5-1-21-16,3-2 26 0,-1-10-42 16,2 10 37-16,0 0 4 0,-3 0-19 0,2-1-9 15,0-12 3-15,0-5 23 0,1 1-28 16,-3-1 0-16,1-5 28 0,-1-4-23 0,2 0 0 16,-4-4-8-16,3-1-9 0,-2-1-22 0,-1-5-17 15,2 1-3-15,-2-5-28 0,-3 0-56 16,0-1-192-16,3-5-651 0,-3 2 65 0,0-4 135 15,0 0 46-15,-14-21 80 0,1 4 69 0,0-9 66 16</inkml:trace>
  <inkml:trace contextRef="#ctx0" brushRef="#br0" timeOffset="72072.19">30453 10236 1069 0,'0'0'308'0,"-9"5"-27"15,1-3-2-15,5 5-43 0,0 0-11 0,-4 4-20 16,4-3-18-16,1 9-11 0,-3-2-4 15,1 3-24-15,3 0 13 0,0 3-35 0,-1-3 2 16,2 2-10-16,2 2-19 0,-1-4-12 0,0 4-7 16,6-4-3-16,-3 0-11 0,2-1-2 0,-2-2-2 15,7 1-4-15,-5-4-19 0,4 1 7 16,3-4-10-16,-2-1 2 0,-1-2 8 0,0-2-5 16,4-4-5-16,-1 0-13 0,0-4 0 0,-1-2 3 15,2-4 2-15,2-3 0 0,-3-4-5 16,0-1 3-16,-3-4-16 0,1-6 0 0,-6-4 0 15,2 3-10-15,-4 0 8 0,-3 1 10 0,-3-4-8 16,3 6-2-16,-7-5 2 0,3 5-2 16,-6 2 12-16,3-1-7 0,-3 6-16 0,2 0 11 15,-3 0-3-15,-4 3 0 0,-2 6 11 0,6-1-14 16,-6 4 16-16,1 1-18 0,3 5-7 0,-5 1 19 16,2 0 1-16,-2 7-8 0,0 0 3 15,1 2-3-15,6 1 16 0,-1 2-9 0,0 1-24 16,2 4-9-16,1-2 47 0,7 1-11 0,-4 0 0 15,6-5 6-15,3 6-11 0,1-2 16 0,0-1-11 16,6-3-7-16,0 0-3 0,4 2 0 16,2-4 0-16,5 0-7 0,3-2 4 0,-2-3-4 15,4 3-9-15,3-3-14 0,-3-2-19 0,3 0-43 16,-3 0-36-16,-2 2-79 0,-1-2-90 16,-2 4-158-16,0-3-398 0,0 4 88 0,-8-4 59 15,0 2 66-15,-2 0 75 0</inkml:trace>
  <inkml:trace contextRef="#ctx0" brushRef="#br0" timeOffset="72371.73">30881 10532 972 0,'-3'4'274'0,"3"-4"-10"0,3 7-1 0,-3-1-19 15,3 0 22-15,0 4-56 0,1 0-31 0,-1-1 8 16,1 7 5-16,2-1-31 0,-1-4-31 16,-2 6-7-16,3-2 0 0,-2 2-15 0,4-2 2 15,-3 0-18-15,2-2-18 0,-3 2 3 0,2 1-11 16,-2-4 4-16,-1 1-1 0,3-4-13 0,-5 1-7 16,3-2-6-16,2 2 1 0,-5-3-6 15,2 1 0-15,0-1-27 0,-1-1-27 0,0-2-48 16,-2 2-61-16,0-6-64 0,3 7-129 0,0-5-114 15,0 1-354-15,2 1 84 0,-5-4 52 0,8 3 77 16,-8-3 53-16</inkml:trace>
  <inkml:trace contextRef="#ctx0" brushRef="#br0" timeOffset="73588.61">31377 10638 918 0,'0'0'328'16,"3"-5"-31"-16,-3 5-33 0,0 0-34 15,0 0-12-15,0 0-19 0,0 0-27 0,-7 18-11 16,7-11-10-16,-3 1-10 0,3 1-18 0,0-1-16 16,0 2-4-16,0-2-19 0,3 4-12 15,-1-1-11-15,0-3 6 0,-2 0-6 0,3-1 1 16,2 1-9-16,-3-2 1 0,4 1 7 0,2-3-25 15,-2-1-5-15,1-2 5 0,0-1 0 0,3 0 20 16,-10 0-18-16,17-2-9 0,-7-4-1 0,-2 3 8 16,1-5-8-16,-2 0-10 0,-3-3-13 15,3-1 10-15,-2-6-10 0,-4 1-2 0,-1 0 12 16,0-1-5-16,-1 3-12 0,-1 0 4 16,-1-2 1-16,-1 7-3 0,1-1-5 0,-4-1 10 15,2 4-8-15,-3 3 9 0,-3 0-4 0,1 2-2 16,0-1 8-16,-1 4-8 0,11 0 2 0,-17 5-2 15,6-3-7-15,2 5 12 0,2-3 5 0,0 3-7 16,-1 1 7-16,2 1-5 0,3-1 8 16,0 2-6-16,3-2 6 0,0 3-8 0,0-3-2 15,3 3 5-15,0-4-3 0,3 0-3 16,-1-1-9-16,2 1 7 0,3 0-8 0,-1-4 13 16,2 2 5-16,1-3 0 0,1-2-7 15,0 0-6-15,4 0 19 0,-3-2-8 0,3-5 4 0,0 3-1 16,0-2-9-16,-2-5 1 0,1-1-6 15,-3-3-5-15,3 1-2 0,-6-7-26 0,0 2 1 16,-5-5 11-16,5-1-9 0,-6-1-18 0,-4-5 10 16,5-1 3-16,-4 6-6 0,-1-4 19 15,0 3-14-15,-1 2 14 0,1 7 25 0,-2-1 0 16,-1 2 12-16,3 3-22 0,0 2 8 0,-3-1-11 16,3 4 0-16,-1 6 18 0,0-2-2 0,1 5 2 15,0 0-5-15,0 0 0 0,-12 12 5 16,10-1-8-16,0-2 11 0,-1 7 0 0,3-4 10 15,0 5-3-15,0 4 16 0,0-2-19 0,5 3 19 16,-3-1-10-16,1 2 2 0,6 2 2 0,-4-1-4 16,2 1-3-16,3-2 18 0,1 2-8 0,1-5-8 15,3 5 8-15,2-1 0 0,0-5-25 16,3 3 12-16,0-5 11 0,2 1-3 0,0-3-15 16,-1-5 7-16,2 2-2 0,0-3 0 0,4 0-6 15,-7-7 6-15,4 5-10 0,2-6-3 16,-8-1-3-16,8-3 18 0,-7-1-7 0,7-4-3 15,-5 0-15-15,0-2 10 0,-3-5-10 0,0-2 20 16,-2 2-7-16,-3-2-14 0,-2 3 9 0,-1 0 4 16,-3-1-2-16,-1 4 11 0,2-3 1 15,-5 6-1-15,-3-1-1 0,0 1 0 0,0 4-7 16,-3-2 12-16,-2 1 8 0,-1 2-10 0,-4 3-13 16,10 0-3-16,-21 5 11 0,11 0 0 0,-4 2-13 15,1 1 15-15,2 2 10 0,-2-2-9 0,3 6 9 16,0-3-20-16,-1-1 15 0,7 4-2 15,-5-3-10-15,7 0-11 0,-3 0 5 0,1-1 1 16,4-2-1-16,0 0 6 0,0 1-3 0,4-2 15 16,2-1-12-16,-2-1 10 0,5 0-11 15,-5-3-9-15,7-2 14 0,-1 0-9 0,0 0 2 16,4-3 5-16,-4-4 18 0,6 0-23 0,-3-1 10 16,-1-9-5-16,2 2 8 0,-1-3 0 15,1-7-8-15,-4-2-3 0,-3-5-2 0,1-1 6 16,-2 0-12-16,0-17 1 0,-2 7-2 0,-4 2 9 15,0 4-22-15,-3-2 9 0,3 6 4 16,-1 1 14-16,0 7-1 0,-4 1-27 0,5 6 21 16,-3 0 0-16,0 7-5 0,1 2 10 0,-4 4-5 15,2 4 3-15,4 1-11 0,-16 8-2 0,10 3 10 16,-2 1 0-16,-2 7 7 0,6 2 14 0,-2 4-13 16,1 4 20-16,2-2-18 0,0 7 5 15,3-3-12-15,3 1 12 0,-1-4-25 0,0 6 33 16,2-5-10-16,3 0 10 0,1-4-13 0,-3-1-12 15,5-5 9-15,-6 2 39 0,3-6-38 16,-4-2-16-16,3 1 6 0,-2-3 12 0,2-3 18 16,-4-1-10-16,4 0-5 0,-3-4 2 0,0 1-12 15,-3-4-21-15,4 4 13 0,-4-4-13 0,0 0-21 16,0 0-60-16,0 0-81 0,0 0-88 16,0 0-175-16,0 0-430 0,-16-8 110 0,8 5 80 15,-2-4 53-15,-3 0 77 0,-3-1 46 0</inkml:trace>
  <inkml:trace contextRef="#ctx0" brushRef="#br0" timeOffset="78208.81">2546 7503 575 0,'0'0'215'0,"-8"5"-5"16,8-5-25-16,-4 2-27 0,4-2-7 0,-6 5-18 15,6-5 1-15,0 0-9 0,0 0-5 0,0 0 8 16,0 0 62-16,0 0-11 0,0 0-10 15,0 0 0-15,0 0-21 0,24-12-15 0,-11 5 0 16,1-3-28-16,3 3-7 0,0-1 4 16,0-2-20-16,4 2-10 0,0-3-3 0,3 1-13 15,-5 2-7-15,-1-5-11 0,-1 6-7 0,0-1-13 16,-3 3-26-16,0-3-46 0,-4 3-33 16,0 2-82-16,0 3 18 0,-6-4-33 0,2 4-69 15,-6 0-208-15,0 0-243 0,0 0 74 0,3 5 44 16,-3-5 51-16</inkml:trace>
  <inkml:trace contextRef="#ctx0" brushRef="#br0" timeOffset="78504.53">2580 7665 662 0,'-1'4'231'15,"1"-4"9"-15,-3 7-7 0,3-7-15 0,0 0-16 16,7 2-23-16,-7-2-51 0,10 0-25 0,-10 0-6 15,20-3-2-15,-10-3 2 0,4 2-18 16,3-3 3-16,0-1-8 0,3-1 1 0,4-1-14 16,-2-3-5-16,2 3 1 0,-1 1 4 0,1-4-5 15,-3 3-22-15,0 1 12 0,-5 0-13 16,-1 2 16-16,1 2-16 0,-6 1 5 0,-2-2 6 16,1 3 2-16,-2-1 56 0,-3 3-17 0,-4 1-13 15,3-3-14-15,-3 3-14 0,0 0-18 0,0 0-39 16,0 0-21-16,-24 3-45 0,13-2-67 15,-1 5-92-15,2 0-366 0,-2-1-113 0,0 0 80 16,1 1 53-16,0-2 42 0</inkml:trace>
  <inkml:trace contextRef="#ctx0" brushRef="#br0" timeOffset="91019.79">11864 8782 911 0,'-7'-4'243'0,"7"4"-26"16,0 0-14-16,0 0-6 0,-4-2-18 15,4 2-13-15,0 0-22 0,0 0-1 0,0 0-7 16,0 0-16-16,0 0-12 0,0-7-1 0,0 7-10 15,0 0-7-15,14-4-13 0,-7-3-6 0,4 2 1 16,5 1 10-16,1-4-18 0,7-2 2 16,7-2-4-16,3 1-11 0,10-4-7 0,5 0-1 15,3-1-2-15,-2 4-5 0,1-2 10 0,-3 3-20 16,-6 1-1-16,-8 2 1 0,-3 0-8 16,-1 2 7-16,-6-1-20 0,-4 3 21 0,-2-2-13 15,-5 5-3-15,1-5 3 0,-1 5 7 0,-2-1-9 16,-4 1-4-16,0-2 3 0,-7 3-4 15,9-1-19-15,-9 1 3 0,0 0-34 0,0 0-30 16,0 0-31-16,-20 13-33 0,7-11-59 0,3 5-131 16,0 1-412-16,2 0 59 0,1-1 34 0,-2-2 73 15</inkml:trace>
  <inkml:trace contextRef="#ctx0" brushRef="#br0" timeOffset="91952.87">14715 8868 670 0,'0'0'256'0,"0"0"-18"0,0 0-5 0,0 0-28 15,0 0-23-15,0 0 2 0,0 0-28 0,0 0-13 16,0 0-17-16,16-11-24 0,-12 7 6 0,7 1-8 16,-1 0-24-16,0-1 14 0,7-3-16 15,1 3 8-15,1-3-23 0,6 1-8 0,-1-1 0 16,3 1-15-16,1 0 8 0,-2-1-3 0,5 0-6 16,-4 3 4-16,1-3-8 0,2 0-16 0,-5 1 18 15,2 2 8-15,1-3 3 16,-4 3-24-16,-4 0 8 0,0-2-7 0,1 4-3 15,-4-1 7-15,0-3-4 0,-6 5 2 0,2-2-5 0,1 0 5 16,-4 2-3-16,1-1 11 0,-1-2-13 16,-4 3 10-16,1 0-2 0,-7 1-8 0,11-2-6 15,-11 2-1-15,10 0-6 0,-10 0 2 0,0 0-12 16,0 0-18-16,0 0-33 0,0 10-85 16,0-10-125-16,-13 8-533 0,5 6 101 0,-2-5 29 15,-3 0 76-15,2-1 58 0</inkml:trace>
  <inkml:trace contextRef="#ctx0" brushRef="#br0" timeOffset="105317.49">29440 5654 276 0,'0'0'120'0,"0"0"-10"0,-5-4-2 16,5 4 2-16,0 0-28 0,0-5 13 16,0 5 20-16,0 0-39 0,-3-7-9 0,3 7-13 15,0 0 15-15,-2-4-23 0,2 4 10 16,0 0-5-16,-6-6 6 0,6 6-11 0,0 0-3 16,-3-3-4-16,3 3-19 0,-4-4 21 0,4 4 0 15,-6-3-15-15,6 3 17 0,0 0-4 16,-10-2-21-16,10 2-11 0,-11-5 29 0,11 5 61 15,-10 0-4-15,10 0-14 0,-13-1-25 0,13 1 15 16,-15-1-16-16,6 1-17 0,-2 0 21 0,11 0-11 16,-17 0 7-16,7 0-4 0,-1 0-18 15,1 0 10-15,-4 0-5 0,6 0 7 0,-2 0-12 16,-3 0 0-16,0 0 4 0,3-2 1 16,-4 2-10-16,1 0 10 0,-1 2-26 0,3-2 10 15,-2 0 1-15,-1 0-6 0,1 1 6 0,-4-1-6 16,3 1 3-16,0-1-13 0,1 2 5 15,-2 1 6-15,-1-2-6 0,-1-1-5 0,3 1 3 16,0 2-1-16,-2-2 11 0,1 2-15 0,2-2 2 16,-4 1 3-16,3-1 2 0,0 4-77 0,-2-5-2 15,4 2 8-15,-7 0 10 0,5 2-1 16,0-3-1-16,-3 2 22 0,3 1 0 0,-3-1 1 16,2-2 6-16,-1 4-9 0,3-4-5 0,0 2 22 15,-2 1-7-15,-1-3 11 0,1 3 1 16,-1 0-12-16,2-1 13 0,-1 2 5 0,-4-3 13 15,5 4-16-15,-3-2 0 0,0 0-2 0,3-1-3 16,-3 3 13-16,2-4 3 0,-1 4-1 16,0-2 21-16,-2 1-17 0,4 3-14 0,-3-6 10 15,1 7-12-15,1-1 8 0,-1-2-1 0,-2 2-10 16,2 0 6-16,0 1-1 0,-2-1 0 0,3 0 3 16,-5 1-3-16,6-1-9 0,-6 3 6 15,3-1 14-15,-1 2-1 0,-1-1-2 0,1 1-2 16,1 0 17-16,0-1-12 0,3 2 12 15,1-2-23-15,1-2 6 0,-4 4-1 0,3-2 3 16,-1 3 3-16,4-3-1 0,-4 3-2 0,3 3-5 16,-2-3 16-16,2-2-11 0,-2 4 2 0,6 0-2 15,-4-4 0-15,2 3-2 0,-1 1 4 0,2-1 11 16,1 1-16-16,-2-3 16 0,2 4-26 16,-4-2-5-16,5 2 18 0,-1-1 6 0,0 1-6 15,0-2 5-15,0 1-3 0,1 1 16 0,-1-1-5 16,0 1-10-16,3 0 2 0,-3-1-5 15,0 1 0-15,1 2 10 0,-1-1-5 0,-3 3-5 16,3-3-8-16,2 2 6 0,-3 1 4 16,0-2-14-16,2 3 6 0,-1-4 14 0,0 2 0 0,0 1 2 15,3-1-13-15,-2 1 9 0,2-3 11 16,-2 6-6-16,2-5-1 0,-3 4 5 0,4-4-2 16,-1 1-3-16,1-1-17 0,0 0-1 0,3-1 23 15,-1 3-10-15,-2-3 6 0,3 0-11 16,-3 5 2-16,3-6 1 0,0 3 12 0,0 1-7 15,3-2-6-15,-3 2 4 0,2-2 14 0,-2 1-15 16,2 1-5-16,-2-2 3 0,0 4-3 16,3-4 2-16,-3 3 3 0,3-1 3 0,-3 0-13 15,0-2 5-15,0 4-5 0,3-4 12 16,-2 3-1-16,-1-3-4 0,3 4 16 0,-3-4-8 0,4 2-7 16,-4-2-1-16,0 1 4 0,4 1-4 15,-4-2 24-15,3 3-26 0,-3-2-8 0,3 2 0 16,0-4 8-16,0 0 0 0,-2 4 0 0,2-5 8 15,2 2-5-15,-3 4 9 0,2-4-6 16,-1-2 1-16,1 4 3 0,-1-4 3 0,0 0-8 16,1 0-7-16,-1 1-21 0,0-1 23 0,4 1 79 15,-3-3-7-15,2 3-8 0,-2 4-16 16,2-2 4-16,-2 1-6 0,3-4-8 0,0 0 3 16,-1 1 8-16,1-1-8 0,-3-2-6 0,6 2-9 15,-3-1 2-15,0 0 5 0,1-2 3 0,3 6-10 16,-3-3-6-16,-1-1 3 0,4-4-7 0,-2 3-9 15,1 0 24-15,2 0-26 0,-2-3 3 16,3 3 12-16,-2-2-12 0,-1-1-5 0,3 1 9 16,-2-1-1-16,2-2-9 0,1 5 9 0,-4-4 4 15,3 3-18-15,-2-4 16 0,3 0-5 16,0 3-1-16,-4-4 6 0,3-1-10 0,1 2-11 16,1-2 13-16,-2 2 3 0,0-3 0 15,1 1-6-15,-1 1 8 0,1-1-2 0,0-1-8 16,-4 0 3-16,4 1-8 0,-1-4 5 0,1 3-3 15,-4-1 16-15,0-2-6 0,6 3 1 0,-4 0-16 16,-1-4 16-16,2 4-10 0,0-2 4 0,1-2 6 16,-1 4-3-16,0-6 8 0,-1 5-16 15,2-2 3-15,-1 0 5 0,3-1-7 0,-5 3 7 16,2-4-13-16,-1 0 18 0,1 3 1 0,-3-3-14 16,4 0 1-16,-1 2 7 0,1-2 7 15,-1-2-6-15,-1 1 22 0,1-1-21 0,0 2 1 16,3-2 0-16,-4 0 5 0,2 0 2 0,-1 0-5 15,3 0 6-15,-4 0 1 0,2-2-14 16,-1 2 10-16,-3 0-6 0,4 0-4 0,-1 0 10 16,-2 0-5-16,-1 0-3 0,3 0-3 0,0-1 6 15,-1 1 15-15,-2 0-13 0,4 0-5 0,-1-2-2 16,1 1 5-16,-1-2 4 0,2 1-1 16,-2 0 4-16,4 1 3 0,-3-3-13 0,3 2 8 15,0 1 2-15,0-3-10 0,-3 1 0 0,3 1 11 16,-1-2 2-16,-1 2 7 0,-2 0-7 0,5-3-15 15,-2 2 15-15,1-1-6 0,-3 1-4 16,5 0-3-16,-7-2-2 0,5 1 12 0,-1-1-2 16,-1 0-8-16,1 2 0 0,-1-4 0 0,-2 3 11 15,1-3-11-15,2 1 2 0,-4 2 11 16,1-3-18-16,1 0 8 0,-1 0 7 0,0 3 3 16,0-4-13-16,-2 1 8 0,1 0-8 0,1-3-69 15,-3 2 3-15,4 1 5 0,-1-3 2 0,-2 1 23 16,2-4 8-16,0 3-10 0,-1 0 15 15,1-3 3-15,-2 3-6 0,2-2 16 0,0-1-8 16,-2 1 3-16,-1-1 2 0,4-2 1 0,-4 5 9 16,3-5-7-16,-2 5 2 0,-1-5-2 15,0 5 3-15,1-2 7 0,-1-1 3 0,0 1 2 16,4-1-13-16,-7 2-4 0,3-2 17 0,1 2-10 16,-1-1-3-16,-1-1 11 0,-1 4 5 0,-1-4-11 15,3 2 1-15,-4 1 12 0,2-2 1 16,0 2-4-16,-6 0-14 0,6 2 2 0,-3-2-8 15,2-2 11-15,-3 3-11 0,2 1 21 0,-2-2-6 16,2 2-1-16,-2-2-1 0,-1 2-5 16,5-2 0-16,-5-2 0 0,3 2 15 0,-2-1-20 15,2-3 20-15,-2 2-15 0,3-1-5 0,-3-2 5 16,-1-2-2-16,2 6-1 0,-3-6 21 0,4 2-18 16,-3 3-3-16,2-3 11 0,-2 2-3 0,0 0 3 15,-2-2-11-15,2 1 6 0,0 2-3 0,0-2 8 16,-1 0-11-16,0 1 8 0,-2-3-10 15,3 3 5-15,0 1 3 0,1-2-9 0,-3-3 14 16,-1 0 0-16,3 1 0 0,0 3 7 0,-1-3-7 16,-1-1-6-16,0 0 3 0,-1 1-2 15,0-1-1-15,3 2 3 0,-3 1-10 0,0-3 18 16,3 2-8-16,-3 1-7 0,0-1 4 0,0-1 3 16,-3-1 3-16,3 0 5 0,0 1-5 15,-3-1-6-15,3 0-7 0,-1 1 8 0,0 0 9 16,-1 0-17-16,-1 0 5 0,3-1 5 0,-3 2-2 15,0-2-1-15,1 3-2 0,-1-2 0 16,0-1 6-16,1 2-4 0,-3-2 1 0,2 1 7 16,3-1-8-16,-4 0-7 0,1 1 8 0,0-1 2 15,-1 0 3-15,3 1-6 0,-2-1-7 0,0 3 8 16,-1-3-3-16,1 4-3 0,0-1 8 0,0-3-7 16,-1 1 4-16,1 1-7 0,-1 2-5 0,1-1 28 15,-1-1-23-15,4 5 5 0,-6-5-3 16,6 5 1-16,-2-5-1 0,-3 5 3 0,2-1-8 15,2-2 8-15,-2 3 0 0,-1-4 5 0,1 6-15 16,2-3 15-16,0-2-10 0,-4 3 10 16,2 1 0-16,3-1-7 0,-3 1 7 0,-1-3-8 15,1 2 1-15,3 1 2 0,-3-1 0 0,2 1-5 16,-3 0 10-16,1-2-5 0,0 1 10 16,2 2-10-16,0-2-2 0,-4 2 2 0,5 1-3 15,-3-2 13-15,2 1-10 0,-2 4 0 0,0-3-2 16,0-1 4-16,3 1-7 0,-4 0 10 0,0 0-2 15,4 2 2-15,-3-2-5 0,0-1-3 0,2 0 29 16,-2 1-29-16,0 3-2 0,0-5 0 16,1-1 10-16,-3 4-7 0,1-3 4 0,3-1-9 15,-2 4 7-15,0-1 2 0,0-1 1 0,0 0-8 16,2 0 2-16,-2 0-7 0,0 1 7 16,0 3 6-16,2-3-1 0,-2-1-2 0,-1 2-2 15,1 2 2-15,2-3 2 0,-2 1-7 0,0 0 3 16,0 2-6-16,2-2 13 0,-2 1-5 15,0-1 3-15,0 0 2 0,0 4-8 0,3-4-10 0,-5 1 16 16,2-1-6-16,3 0 14 0,0 6-4 16,-4-8-1-16,3 1 1 0,-4 3-2 15,5-2 6-15,-3 2-19 0,2-2 8 0,-2 1 5 0,0 1-10 16,0-2 5-16,0 2 0 0,-2-2-5 16,2 1-3-16,0 1 6 0,-1-2-1 0,-2 2 13 15,4-2-20-15,-3 1 10 0,1 0-3 0,0-1 11 16,-2 0-31-16,2 2 20 0,-2-3 16 0,-1 0-8 15,0 3 11-15,3-3-11 0,-2 2 5 16,-1-2 0-16,3 3 8 0,-3-2-13 0,1-1-2 16,2 3 5-16,-2-2 4 0,2-1-1 0,-2 3-6 15,3-3 8-15,-5 2-8 0,7 1 0 0,-5-2-3 16,0 3-4-16,5-4 2 0,-5 2 0 16,2 1 0-16,0-1 5 0,-2 1 0 0,4 0-7 15,-3 0 14-15,2-2-12 0,3 6-10 0,-7-4 10 16,0 0 0-16,6 1-10 0,1 3 5 0,-6-7-3 15,2 5 5-15,4 2-9 0,-6-5-1 16,2 3 0-16,4 2-2 0,-7-6-11 0,4 6-2 16,1-3-3-16,-3 1-15 0,-1-1-20 15,-1 0-44-15,1 2-11 0,-3-2-50 0,-2 1 4 0,-5 0-137 16,0 3-490-16,-2 0 88 0,-6-1 61 16,1 5 46-16,2-4 92 0</inkml:trace>
  <inkml:trace contextRef="#ctx0" brushRef="#br0" timeOffset="112836.93">29370 8853 337 0,'0'0'190'16,"0"-3"-14"-16,0 3-37 0,0-7 1 0,0 7-17 15,-3-6-2-15,3 6-9 0,-4-5-22 16,0 1 7-16,4 4-23 0,-3-4 3 0,3 4 2 16,-5-6-15-16,5 6 6 0,-8-7-19 0,6 4 10 15,2 3-17-15,-9-5 17 0,9 5-17 16,-7-3-1-16,1 2-7 0,6 1-5 0,-7-6-1 15,0 6-4-15,7 0 10 0,-14-6-16 0,8 4 19 16,6 2-14-16,-11-2 11 0,1 0-13 16,3-1 16-16,2 1-85 0,-7 1-16 0,5 1 26 15,-3-3 11-15,3 0-9 0,-2 2 11 0,-2 1 11 16,1-2-6-16,-2 1-13 0,1-2 16 0,0 2 7 16,-1 0 10-16,1-1 21 0,-2 2-35 15,0-1 1-15,3 0 9 0,-4-2-6 0,4 3 8 16,-4-2 0-16,4 2 0 0,0 0-7 0,-1 0 14 15,1 0-14-15,0 0 1 0,1 0-9 16,-1 2 30-16,-2 1-9 0,1-1 6 0,0 0-7 16,-1 0-2-16,-2 4-16 0,1-5 0 0,2 5 11 15,-2-3 4-15,-2 4 9 0,-1 1-11 16,-1-4-5-16,0 0 2 0,2 3 8 0,-1 1-5 16,-1-2-5-16,0-2 5 0,0 5 3 15,5-1 4-15,-7-1-14 0,6 0 4 0,-5-2-2 0,2 5 10 16,1-4 10-16,-1 3-17 0,1 1-1 15,-1 1 1-15,0-1 4 0,-2-2 1 0,2 6-1 16,-3-4 3-16,5 1-5 0,-3 3 0 0,1-2-2 16,1 1-1-16,-1 2 8 0,-2-2-10 15,5 2 16-15,-3 0-4 0,-2 2-7 0,4-1 3 16,-3 0 2-16,0 2-8 0,3-2 3 16,-3 1 0-16,4 1-2 0,-2-1 2 0,-1 1-8 15,2-1 11-15,0 2-8 0,0 0 5 0,1-2 10 16,-1 7-13-16,0-6 13 0,1 1 3 0,-1 3-36 15,-2 2 31-15,4-6-18 0,1 2 2 0,-5 3 5 16,3 0 3-16,3-4 0 0,-1 3 6 16,1-2-9-16,0 1-10 0,-1-1 11 0,4 4 9 15,-2-2-4-15,2-1-3 0,-1 4 2 16,-1 0-7-16,2-2 21 0,0 2-19 0,-1-3 3 16,2 1-5-16,-1-1 20 0,1 3-10 0,-2-2-12 15,2-3 2-15,-1 4 0 0,3-6 5 0,-2 7-8 16,-1-5 3-16,3 0 0 0,-2 3 12 15,-1-3-4-15,3 1 7 0,-2-2 62 0,2 3-1 0,0-2-17 16,-2 4-8-16,3-5 8 16,-1-2-18-16,1 5 10 0,0-4-10 0,-1 2 2 15,0 2-7-15,1-4-11 0,3 4-2 0,-2-4-2 0,-3 2 4 16,5 1-12-16,-3-2 12 0,2 1-7 16,0 0 0-16,-1-2 2 0,2 5 1 0,-3-4-9 15,3-3 4-15,0 1 9 0,0 4-15 0,3-3 5 16,-3-1 3-16,2 1-3 0,-1 0-2 15,0-3-3-15,-1 3 0 0,3-1 8 0,0 1 0 16,-1-3-5-16,0 3 2 0,-2-1 5 16,7-2-2-16,-4 2-3 0,1-1-7 0,-1 1 12 15,1 0-7-15,2 6-3 0,1-7 0 0,0 2-2 16,-3 0 9-16,2-3 6 0,1 2-18 0,-1-1 8 16,2-1 2-16,-1-2-7 0,-1 2-1 15,1 2 6-15,1-3-3 0,1 1 3 0,-2-2 2 16,3 2-5-16,-2-1 5 0,2-3-12 0,-1 3 15 15,-1-3 5-15,2 0-11 0,-3 2 1 0,3-2-8 16,1 1 5-16,0-2 5 0,0 0 6 16,-3-2-11-16,5 2-3 0,0-2 6 0,-2 2-5 15,0-2 4-15,6-1-4 0,-4 3 4 0,2-3-7 16,-2 1 0-16,1 2 11 0,-1-2-14 0,4-1 13 16,-6 0-17-16,2 3 20 0,1-3-11 15,2-2 3-15,-4-1-7 0,4 5-3 0,-2-8 15 16,0 6 0-16,3-2-10 0,-4-3-5 0,2 4 10 15,1-2 8-15,-2-4-11 0,0 5-4 0,0-2 7 16,2-3 3-16,-2 5-8 0,0-3 10 16,-1 1-13-16,3 1-4 0,-4-1 12 0,2-3-5 15,-1 1 5-15,5 3-10 0,-5-2-3 0,4-1 13 16,-3-1-7-16,3 0 2 0,-2 4-3 16,-2-3 8-16,3-1-7 0,1 0 12 0,-3 0-5 15,3-1 5-15,-3 1-5 0,3-4-10 0,-1 4 13 16,-1 0 0-16,3-1 2 0,-2-1-10 15,0 1 0-15,-1-3 2 0,1 4-2 0,-1-3 8 16,1-1-3-16,1 1 8 0,-3 2 5 0,3-1-3 16,-3-2-7-16,3 1 7 0,0-2-2 0,-3 5-3 15,3-4 6-15,-3-2-1 0,3 4-15 0,0-3 8 16,0 2-1-16,0-2 6 0,2 1-3 16,-4-2 3-16,4-1 3 0,-4 0-4 0,3 3 4 15,2-4-3-15,-6 2-8 0,6-2 7 0,-6-1-4 16,3 1 5-16,-1 1 5 0,-1 2-8 15,-2-4 3-15,3 2 7 0,-4-1-2 0,2 1-7 16,-1 0-4-16,-3-1 1 0,1 1 5 0,2 1 2 16,-6-1 8-16,4 2-8 0,-1-2-7 15,-1 2-69-15,-1-1 22 0,2-1-2 0,-3-2 5 16,3 1 6-16,1 4 7 0,-2-3 2 0,-2-1-4 16,1-1 9-16,2 2 4 0,-4-2 14 0,4 0-2 15,-2 1 3-15,0 0 2 0,0 0 8 0,-4-1-6 16,6 0 1-16,-6 0-8 0,5 1 18 15,-5-1-13-15,3-3 0 0,0 3 8 0,0 1-16 16,0-2 16-16,-1 0-13 0,2-3 5 0,0 3 3 16,-3 1 0-16,2-4 7 0,-1 2-7 15,2 0-11-15,-2-2 16 0,-2 3-3 0,4 0 3 16,-6-2-5-16,7 1 4 0,-7 2-9 0,4-1 10 16,-2-3 10-16,-1 3-26 0,3 0 29 15,-2-3-26-15,0 3 0 0,1 1-5 0,-3-4 17 16,4 3 9-16,-3-1-13 0,1-3 2 0,-1 6-5 15,0-4 5-15,-2-1-7 0,3 3 4 0,-1-1 9 16,0-2-11-16,0 5 10 0,-2-3-15 0,2 1 11 16,2-2-1-16,-4 2-8 0,0-1-2 15,-1 0 13-15,3 1-3 0,-3 0-10 0,3-1 5 16,-1-1-2-16,0 2 5 0,-2 1-3 0,1-6-3 16,-1 6-2-16,3-3 6 0,-3 0-6 0,0 2 0 15,0-3 10-15,3 3-8 0,-3-5-12 16,0 5 2-16,3-5 8 0,-3 5-5 0,1-1 5 15,-1-3 16-15,3 3-32 0,-3-2 3 0,3 2 11 16,-3-3 4-16,0 4-4 0,3 0 4 16,-1-3-7-16,-1 3 10 0,-1 0-10 0,1-3 10 15,-1 3 13-15,0 0-23 0,0 2 8 0,0-2 2 16,-1-2 8-16,1 2 7 0,0 0-15 0,-1 2-7 16,-1-4 9-16,2 0 1 0,-3 4-16 15,3-3 21-15,-3 1-15 0,3-1 7 0,-3 1-13 16,3 0 8-16,-1 0 3 0,-2-3 4 0,0 3-4 15,3 1 7-15,-3-2-12 0,3-1-1 16,-1 2 6-16,-1-3-6 0,2 3 8 0,-2 0 8 0,-1-1-8 16,3-2 3-16,-3 4-11 0,3-3-2 15,0 0 8-15,0 2-1 0,-1-3-7 0,0 3 10 16,1-1 0-16,0-2-12 0,-2 4 7 0,-1-1 2 16,3 0-7-16,0-4 10 0,0 6 8 15,-3-3-13-15,3 1-5 0,0-2-5 0,-1 3 17 16,1-2-7-16,-1-3-2 0,-1 6 7 0,2-2-3 15,-3-1 9-15,3 0-11 0,-3 1 5 16,-1 2 0-16,4-3-15 0,-1-2 7 0,-2 4 8 16,3 0 0-16,-3-1-12 0,0 0 2 0,3-2 5 15,0 6 0-15,-1-6 12 0,0 4-6 0,-1 0-9 16,-1-1 3-16,3 1 0 0,-3 0 8 0,3-1-8 16,0 1 0-16,-1 1 2 0,0-3-2 15,-1 3-7-15,-1 3 14 0,3-4-4 0,0 1-6 16,-4 0 6-16,4-3-6 0,-1 3 11 0,0 0-8 15,1 3 5-15,-2-4-10 0,-1 1 7 0,3 0 6 16,0-1 0-16,-3 1-11 0,3 3-4 16,-3-2 7-16,3-2 5 0,0 8 5 0,-1-10-2 15,1 3-11-15,-3 1 0 0,3 2 3 0,-3-3 0 16,3 3 6-16,0 0-6 0,-3-3-3 16,3 2 3-16,-1-1-3 0,0 0 11 0,-1 2-3 15,-2-3 0-15,4 0 1 0,-3 5 1 0,3-4-14 16,-1 0 12-16,0 1 0 0,-4-1-8 15,5-1-2-15,-3 4 5 0,2-3 10 0,0 2-10 16,1 4 0-16,-5-13-7 0,5 10 9 0,-3-4-2 16,3 2 3-16,-3 1 10 0,2-2-8 0,-3 0-13 15,4 6 13-15,0-11 0 0,-3 9-10 0,0-4 3 16,3 0 2-16,0 6 0 0,-4-11-18 16,1 9 15-16,3-4 3 0,-3-1 3 0,2 3-8 15,0-2 5-15,-4 2 5 0,5-2-16 0,-3 0 6 16,2 2 0-16,-1-2 8 0,-3 0-1 0,5 6-4 15,-3-8-1-15,3 5 1 0,-3-4-9 16,3 7 16-16,-4-7 6 0,4 7-9 0,-3-7 9 16,3 3-14-16,0 4-10 0,-4-7 16 0,4 7-8 15,-6-7 12-15,6 6-4 0,0 1-1 16,-5-10 6-16,4 8-10 0,1 2-4 0,-5-7 9 16,2 1 2-16,3 6-5 0,-4-10 0 0,1 8 0 15,0-4-2-15,0-1 2 0,-1 4 2 0,0-4-2 16,1 0 10-16,-1-1-10 0,-2 1-2 15,2-1 7-15,1 4-13 0,-2-4 3 0,-1-1 13 16,0 2-3-16,2 0-3 0,-2-3 1 0,2 3-13 16,-2 0 15-16,3 0-3 0,-5 2-9 0,4-2 7 15,-2 0 0-15,2 1-8 0,-2 1 3 16,0-2 2-16,-2 1 3 0,1 3 11 0,-3-2-24 16,-4 2-26-16,-3 2-37 0,-7 2-70 0,-10-1-90 15,-7 7-580-15,-18 0 96 0,2-3 50 16,8-4 76-16,-12-4 67 0</inkml:trace>
  <inkml:trace contextRef="#ctx0" brushRef="#br0" timeOffset="124282.28">27616 6204 399 0,'0'0'141'0,"0"0"2"0,0 0-13 0,2-4 85 16,-2 4-33-16,0 0-5 0,0 0-18 15,0 0-19-15,0 0-7 0,0 0-20 0,1-6 10 16,-1 6-10-16,0 0-6 0,0 0-15 16,0 0-7-16,0 0-14 0,0 0 4 0,0 0-6 15,-13-2 0-15,13 2 0 0,-10 0-8 0,10 0-15 16,0 0 0-16,-18 2-20 0,13-2 7 0,-6 2 1 16,4 0-1-16,-7 0-13 0,4-2 11 0,-3 1-21 15,-2 1 13-15,2-2 6 0,-4 1-6 16,-1 4-5-16,-2-5-11 0,-1 2 14 0,0 0-11 15,-2 2 13-15,2-3-13 0,-3 2-7 16,0-1-83-16,1 0 29 0,-1-1-5 0,3 1 7 16,-2 2-5-16,-1-2 14 0,3-2 14 15,0 2-5-15,1-2 21 0,-1 5-16 0,1-4 3 0,0 0 23 16,2 2-20-16,2-1 10 0,-5 0-8 16,8 1-3-16,-2-2 11 0,2 4-23 0,-1-5 28 15,1 1 17-15,1 0-12 0,2 4-12 16,1-4 1-16,2 0 6 0,-4 2-13 0,5 1 11 15,-1-3 2-15,2 1 12 0,-4 4-12 0,5-4 20 16,-2 4-27-16,2-2 7 0,-2 3 7 0,1 0-2 16,-1 0 0-16,3 1 5 0,-1 1-2 15,-2 0-1-15,3 1 16 0,-1-2-5 0,1 6-5 16,-1-4 2-16,3 3 80 0,-2-2-19 16,0 1 14-16,3 2-1 0,-3 1-20 0,2 1-2 15,0 0-16-15,-4 0 13 0,5-1-21 0,-3 4 13 16,3-1-2-16,-1-1-13 0,0 1-8 15,-1 0 13-15,-1 2-13 0,3-1-5 0,-4 0 5 0,4 2-2 16,-3-2-6-16,3-1-7 0,-1 4-3 16,-2-3 3-16,3-1 2 0,-3 2-4 0,3-1 4 15,0-2-2-15,0 0 2 0,0 1 0 0,0-1-15 16,-3 0 16-16,3-2-16 0,3 1 2 16,-3 0-2-16,0-5 3 0,0 4 10 0,0 0-13 15,3-3 7-15,-3 2-1 0,3-2 1 0,-2 1-2 16,-1-1-7-16,3 1 9 0,1-2-7 15,-1 1 11-15,-1-2 1 0,0-1-19 0,1 0 14 16,3 1-1-16,-2-2-1 0,-1 2 2 0,5-3-4 16,-5 1-8-16,4 0 13 0,1-1-3 0,-3 1-72 15,6-2 6-15,-1-2 7 0,0 2 10 0,1 1 3 16,2-4 11-16,-3 3-9 0,4-4 9 16,-1 4 4-16,2-4-2 0,-2 1 15 0,1 1-13 15,-1-1 21-15,2 1-10 0,1-3 5 0,-3 0-1 16,5 0 1-16,-4 0-8 0,2 1 6 15,-1 1 14-15,-2-2-4 0,3-1-6 0,-1 0 0 16,-2 0 8-16,4 0 0 0,-3 1-18 0,0-1 21 16,3 0-3-16,-3 0-8 0,2 0 11 15,2 0-14-15,-2 0 27 0,-1 0-19 0,1 0 6 16,0 0-8-16,-4 0-3 0,5 0 16 0,-2-1-11 16,-2 1-2-16,0 0 5 0,1 0-5 0,-1-1 5 15,2 1 2-15,-3-3-9 0,-1 3 7 0,3-2-5 16,-4 1 15-16,4 0-5 0,-1 1-5 15,0 0-3-15,0-1 3 0,-2 0-2 0,1-3 10 16,-2 3-8-16,2-1-6 0,-1 2 17 0,-1-1-24 16,-3-2 23-16,4 2 0 0,-4 1-12 15,3-2 2-15,-4 1 0 0,-6 1-3 0,15-1-4 16,-6-4 12-16,-5 4 2 0,-4 1 1 0,14-2 0 16,-7-3-11-16,-1 4 8 0,-2-2 3 15,6-1 0-15,-6 1-3 0,4-1 0 0,-3 0-5 16,1-2 10-16,-2 4-15 0,4-4 8 0,-2 3-9 15,0-4 29-15,-2 4-33 0,2-3 15 0,-1 0-5 16,-2-1 3-16,1 2 5 0,-1-2-1 16,3-1-7-16,-5 0-2 0,2 1 7 0,0 0-5 15,0-3 0-15,0 2 8 0,-1 0-11 0,-2-3 6 16,3 1-6-16,-3-3 8 0,0 3 0 0,0 0-7 16,0-4 12-16,0 0-15 0,0 2 0 0,0-5 12 15,0 1-4-15,0-1-6 0,-3 0 1 16,3 1-6-16,0-1 23 0,-1 0-15 0,-3 0 8 15,1 1-13-15,3-1 2 0,-3 0 11 0,0 1-5 16,3-1 4-16,-4 0-7 0,4 3 3 16,-3 3-16-16,0-4 21 0,3 1-3 0,0 2-8 15,-1 1 8-15,-2-2-7 0,3 3 7 0,0-4-8 16,-3 4-4-16,3 0 14 0,0-3-9 0,0 4 4 16,-4 0 1-16,4-1 0 0,0-2-6 15,0 6 6-15,-1-5-1 0,1 1-12 0,-1 0 12 16,1 1-2-16,0 1 0 0,-2-1 6 0,2 1-4 15,-3 0-4-15,3-1 2 0,0 0 7 16,-3 0 4-16,3 2-9 0,0-2 11 0,0 2-3 16,-1-2-2-16,1 1-1 0,-3 1 4 0,0-2-4 15,3 1-1-15,-3 1 4 0,3-1-10 0,-3 1 2 16,-1-1 3-16,0-1 8 0,1 1-5 16,-1-2-11-16,-2 2 1 0,4-1 7 0,-6 1-5 15,6 0 18-15,-7 1-18 0,5-3 0 0,-2 3 7 16,-1 3 1-16,1-4-8 0,-2 2-10 0,3-1 5 15,-3 3-21-15,-2 0-12 0,2 1-21 16,0 1 0-16,-1-1-41 0,-4 3-51 0,-1 4-69 16,0 0-397-16,-2 3-46 0,-2-1 34 0,4 2 76 15,-3-2 51-15</inkml:trace>
  <inkml:trace contextRef="#ctx0" brushRef="#br0" timeOffset="126216.67">27732 8943 506 0,'0'-8'223'0,"0"8"-39"0,-3-4-17 0,3 4-19 16,-1-6-17-16,1 6 4 0,-6-6-32 15,6 6-1-15,-4-1-2 0,-2-2-10 0,6 3-14 16,-11-4-14-16,4 3 22 0,-2-1-25 0,9 2 3 16,-22 0-16-16,9-1-5 0,-4 0 10 15,-3-2-21-15,-1 1 27 0,0 2-6 0,-3-1-2 16,1 1 10-16,2 0-8 0,-3 0-10 16,0 0 64-16,1 0 2 0,-1 1-17 0,0-1-8 15,4 2 2-15,-1 2-15 0,0-3-5 0,0 3 3 16,4 0-24-16,-3-1 8 0,3 3-20 0,0-5 8 15,3 6-1-15,-3-4-5 0,4 4-5 0,-2-1-7 16,-1-2 4-16,5 3-2 0,1-1 6 16,0 0-17-16,-1-2 1 0,1 5-3 0,0-1 8 15,-1-1-7-15,2 0-4 0,2 1 1 0,0 1 0 16,-1-2 2-16,-1 2 0 0,5 0-2 16,-5-1-8-16,4 1 8 0,-1 0 2 0,2-2-13 15,-2 2 16-15,2 0-3 0,1-1-7 0,-3 2 7 16,4 0-7-16,-1 3 7 0,0-3-5 15,0 1-2-15,-1 2 7 0,4-1-5 0,-3 2 8 16,3 1-6-16,0-3-7 0,-3 4 11 0,3 0-11 16,-1 0 7-16,-2 2-78 0,3 0 19 0,0 2 4 15,-3-1-6-15,3-1 8 0,0 4 2 0,0-3 11 16,-3 2-10-16,3-2 20 0,0 0-3 16,-2 5 0-16,2-6 6 0,-1 3 2 0,-1-2 13 15,4 4-13-15,-4-4-3 0,2 3 16 0,-3-4-2 16,6 5 7-16,-3-3-13 0,0 1 15 15,0 0-7-15,0-1 3 0,0 0 7 0,0-2 13 16,0 3-21-16,0-2 16 0,0-2-16 0,0 1 1 16,-3-1 7-16,6-1-10 0,-3 1-3 15,0-3 3-15,0-3 13 0,2 4-1 0,-2-5-12 16,1 4-2-16,1-3 19 0,-2-1-17 0,3 1 5 16,0-2 13-16,1 0-10 0,-1-2 12 0,0-1-10 15,4 0-5-15,-1 3 5 0,2-3-10 0,-1-4 10 16,2 5 3-16,-2-2 5 0,4 0-6 15,-1-5-7-15,4 4 8 0,-1 0-5 0,-2-4 2 16,6 2 3-16,-4-2-3 0,5 3-5 0,-2-3 7 16,-1 0 4-16,5 0-9 0,-3-3 6 15,3 3-8-15,0-2 5 0,-2 2-13 0,3-1 13 16,-4 0 0-16,5-1 13 0,-3-2-12 0,-2 4-1 16,4-2-8-16,-2-1 16 0,-1-1-11 15,0 3-4-15,3-1 15 0,-2-3-1 0,-2 4-14 16,0-2 2-16,1-1 0 0,0 4-8 0,-2-3 1 15,2-1 9-15,-5 1 3 0,3 2-5 0,0-3-5 16,-4 2 5-16,5 2 3 0,-4-2 7 16,2-3-13-16,-2 4 11 0,0-1-13 0,3-1 13 15,-5-1-14-15,1 3 12 0,1-1-9 0,1-3-2 16,-1 5 7-16,-3-2-2 0,4 0 3 0,-1-2-6 16,-1 2 1-16,0-1 12 0,-1-2-10 0,0 4 3 15,-1-5-1-15,2 5-2 0,-1-5 0 16,-4 5 3-16,3-4-8 0,-2 0 10 0,2 0 8 15,-1 2-6-15,-2-4 1 0,1 4-3 16,-1-4 18-16,-1 0-15 0,1 0-1 0,2-1 6 16,-4 0 5-16,-2-2 0 0,1 1-13 0,2 1 5 15,-2-2 11-15,-1-3-3 0,1 3-5 0,1-1 17 16,-3-2-24-16,1 2 11 0,0 2-4 16,0-5 3-16,-2 3 9 0,2-2-15 0,-3 2-2 15,0-1 2-15,3 0 1 0,-3-1 4 0,0 1 8 16,3 1-23-16,-3-3 5 0,0 3 3 0,0-3 5 15,0-1-13-15,0 4-3 0,-3-4 6 0,3 2-1 16,0-2-2-16,0 1 5 0,-3-3 11 16,3 4-19-16,0-1 8 0,-3-2 3 0,3 1-3 15,0 3-10-15,0-1 15 0,-1-4-20 0,1 7 15 16,-1-5-5-16,1 5 10 0,0-5-2 16,-2 7 5-16,2-4-3 0,-3-1 3 0,3 3-8 15,0-1 8-15,-3-1-18 0,3 2 10 0,0-3 0 16,0 2 15-16,0 3-4 0,0-3-14 0,0-2-2 15,0 4 8-15,0-1-6 0,0 1-2 0,3-1 8 16,-3-3 2-16,-3 3-10 0,3 2-2 16,0-2 9-16,0-2 1 0,0 2-18 0,0 0 10 15,-1-1 10-15,1-1-2 0,-1 2-13 0,-1 0 7 16,2-4 3-16,-3 6-5 0,3-3-7 0,0-2 9 16,-4 4-9-16,1-1 4 0,3 0 3 15,-1-4 0-15,-2 6 3 0,0-3 4 0,3 1 19 16,-3-1-29-16,2 1 13 0,-2 2-17 0,3-2 17 15,-3 2 13-15,3 1-10 0,-3-3-11 16,3 3 6-16,-2 0 10 0,0 0-10 0,-2 2-16 16,1-2 11-16,2 0 2 0,0 1 59 0,-4 1-13 15,-1-2 5-15,-1 1-12 0,3 3-1 16,-7-3-9-16,0 3-9 0,-11-1-12 0,1 2-28 16,-10 2-62-16,-3 5-13 0,-24-3-81 0,-7 8-167 15,0 0-525-15,0 3 123 0,-3-4 52 16,0-2 53-16,-2-2 69 0</inkml:trace>
  <inkml:trace contextRef="#ctx0" brushRef="#br0" timeOffset="173661.56">8113 7182 181 0,'0'0'74'16,"0"4"-10"-16,0-4-15 0,-3 7 2 15,0-1-5-15,3-6-20 0,-1 4 15 0,-2 2-5 16,3-6 0-16,-3 8-3 0,0-6 5 15,2 4-2-15,-2-2 15 0,0 2-35 0,0 0-1 16,-1-1 34-16,0 2-39 0,-2 1 0 0,2 0 3 16,-3 1 2-16,1-1-20 0,-2 2-28 15,2-2-52-15,-1 3-73 0,-3-1-336 0</inkml:trace>
  <inkml:trace contextRef="#ctx0" brushRef="#br0" timeOffset="174626.84">7871 7600 796 0,'0'-8'238'0,"0"8"-90"0,0-6-15 16,0 6-10-16,0 0-3 0,0-7-4 0,0 7-14 15,0-4-7-15,0 4-6 0,0-8 1 16,0 8-3-16,1-9-21 0,-1 5-2 0,2 0-2 16,-2-3 4-16,0 7-12 0,1-11 0 0,2 4-3 15,-3-1-15-15,3 1 74 0,-3 0-13 0,1-4 1 16,-1 2-9-16,2 1-12 0,-2-1-11 0,1-3 1 16,2 4-11-16,-3 2-5 0,3-2 11 15,-3 1-19-15,0-1 9 0,3-1-17 0,-3 4-9 16,0 1 12-16,0-3-12 0,0 1 7 15,0 6-2-15,0-8-3 0,1 5-5 0,-1 3 5 16,0-8-12-16,0 8-6 0,0-6 5 0,0 6-7 16,0 0-13-16,0-7 15 0,0 7 0 0,0 0-15 15,0 0 31-15,0 0-18 0,0 0 4 0,0 0 1 16,0 0 3-16,-7 15-4 0,7-9-7 16,0 1 18-16,-3-3-5 0,2 4 0 0,1 1-2 15,0-1-1-15,-2 6-10 0,4-6 0 0,-2 3 8 16,1 2 5-16,-1-3-10 0,3 1 20 15,-3 2-21-15,3-3 4 0,0 0 2 0,-2 0-3 16,2 2 15-16,1-3-17 0,-1 0 0 16,1 0-8-16,-1-1 10 0,1 0 8 0,2-1-10 15,0 1 12-15,-5-3-12 0,6 0-3 0,-4 1 8 16,4-2-6-16,-4 0 1 0,4-1-5 0,0-3 9 16,0 3 9-16,-7-3-11 0,14 0 3 15,-4 0 0-15,-10 0-1 0,14-2-14 0,-5 1 4 16,-5 1-17-16,-4 0-21 0,14-3-12 0,-10-1-60 15,2 3-74-15,-3-1-207 0,0-2-412 0,2 3 97 16,-5-2 46-16,0 3 67 0,0-14 61 16</inkml:trace>
  <inkml:trace contextRef="#ctx0" brushRef="#br0" timeOffset="175244">7906 7178 435 0,'0'0'161'16,"0"0"-15"-16,0 0-8 0,0 0-2 0,0 0-6 16,0 0 1-16,0 0 10 0,0 0-26 15,0 0 10-15,0 0-7 0,0 0 0 0,0 0-3 0,0 0-20 16,6 14-75-16,-6-14-20 0,0 0 31 15,0 0-3-15,0 0 5 0,0 0 0 0,0 0 8 16,0 0 0-16,0 7 5 0,0-7 3 0,0 0 15 16,0 0-8-16,0 0 1 0,0 0-16 15,0 0-11-15,0 0-1 0,0 0 6 0,0 0 4 16,0 0-1-16,0 0-10 0,0 0 0 0,0 0-22 16,0 0 6-16,0 0-1 0,0 0 1 15,0 0-4-15,0 0-16 0,0 0 21 0,0 0-18 16,0 0 20-16,0 0-2 0,0 0-10 0,0 0 4 15,16-5 6-15,-16 5-10 0,5 6-3 0,-5-6-3 16,3 3 14-16,-3-3-17 0,3 4 6 16,-3-4 11-16,1 4-1 0,-1-4 13 0,3 5 69 15,-3-5-5-15,0 0-8 0,0 0 3 16,3 3 8-16,-3-3 0 0,0 0-14 0,0 0-73 16,0 0-6-16,0 0-2 0,0 0 13 0,0 0-8 15,0 0-3-15,0 0-25 0,-3-16 5 0,3 16-23 16,0-10-41-16,0 7-69 0,0-3-90 15,3 1-307-15,0 2-120 0,-2-2 36 0,-1 5 79 16,3-10 61-16</inkml:trace>
  <inkml:trace contextRef="#ctx0" brushRef="#br0" timeOffset="196091.24">16168 4453 749 0,'0'0'208'15,"3"-3"-16"-15,-3 3-18 0,0-7-8 0,0 7-25 16,0 0-13-16,0 0 67 0,3-5-32 15,-3 5-17-15,0 0-20 0,0 0-16 0,0 0 2 16,0 0-12-16,0 0-10 0,0 0 15 0,7 15-23 16,-7-5 2-16,4 2 1 0,-1-1-19 0,1 3 1 15,-1 2-1-15,0-3-9 0,1 5-9 0,-1 1 1 16,0-4-3-16,1 4-5 0,0-2-18 16,-1 1-33-16,1-2-26 0,2 1-67 0,-3 0-106 15,4-2-398-15,1-2-123 0,-2-1 129 16,1-3 17-16,-1-2 65 0</inkml:trace>
  <inkml:trace contextRef="#ctx0" brushRef="#br0" timeOffset="196308.1">16393 4495 724 0,'6'-3'317'0,"-1"-3"-20"0,1 4-41 0,1-4-31 16,3 3-12-16,4-2-24 0,-1-2-27 16,2 3-14-16,1-2-15 0,2 3-28 0,-2-2-33 15,2 1-42-15,-1-1-76 0,-3 3-46 0,3-4-141 16,-3 4-448-16,-1 1 62 0,-2-3 30 0,-2 0 59 16</inkml:trace>
  <inkml:trace contextRef="#ctx0" brushRef="#br0" timeOffset="196508.22">16547 4278 734 0,'0'0'310'16,"-7"14"-16"-16,7-10-109 0,3 3-9 0,-3 1-22 15,1 2-21-15,2 3-8 0,0-4-7 16,1 4-21-16,0 1-17 0,2 1-16 0,-2 1-54 15,-1 0-18-15,4 1-81 0,0-1-109 0,0 4-229 16,3-5-190-16,-4 0 31 0,5-4 87 0</inkml:trace>
  <inkml:trace contextRef="#ctx0" brushRef="#br0" timeOffset="196944.53">16885 4267 583 0,'0'0'241'16,"-7"17"-11"-16,4-10 54 0,0 2-38 0,0 0-31 15,3 0 0-15,-3 2-28 0,2 2-21 0,1-2-17 16,1-1-16-16,-1 3-5 0,3-3-23 16,0 4-3-16,0-4-12 0,4 0-1 0,-1-2-20 15,2 0-2-15,-1 1-8 0,0-3 2 0,5-1-4 16,0-2 1-16,-2-2-22 0,4-1 10 0,-1-1 6 15,0-4-6-15,1 1-5 0,-1-4-8 16,-2-3-5-16,-1 0-72 0,0-5 14 0,-2 3-9 16,-2-3 9-16,-5-6-4 0,-1 3 14 0,0-4 5 15,0 0 4-15,-4 2 6 0,-2-1 8 0,-2 2 4 16,1 1 19-16,-2 5-3 0,-2-2 0 16,1 6-13-16,0-3 18 0,-4 6-10 0,0 2 0 15,0 0 0-15,1 4 3 0,-2 2 2 16,-4 4-10-16,1-3-1 0,2 6 1 0,1 0 0 15,2 0 0-15,-1 1-3 0,4 1 8 0,3 0-18 16,-2 0 15-16,4 0-12 0,2-1 5 0,0 1-3 16,6 0 5-16,0-2-2 0,5 2-3 15,2-2-10-15,3 2-13 0,4 0-36 0,4-5-8 16,-1 3-35-16,4-1-31 0,0-1-59 0,-7-2-71 16,1 3-172-16,2-4-272 0,0 1 50 0,-2-1 45 15,-5 1 67-15</inkml:trace>
  <inkml:trace contextRef="#ctx0" brushRef="#br0" timeOffset="197224.83">17196 4336 906 0,'0'0'261'0,"11"0"-21"0,-11 0-27 0,0 0-21 16,7 5-16-16,-4-3 1 0,3 1-31 0,-5 4-5 16,5 1 5-16,-2 1-18 0,0-1-23 0,-1 5-1 15,-3-3 1-15,3 0-2 0,-3 5-14 16,-3 0-4-16,3-3-11 0,-3 3-2 0,-1 1 5 15,-3 0-16-15,3 0 13 0,-2-4 6 16,-1 2-9-16,1-5-7 0,1 1 0 0,2-1 5 16,0-1 3-16,0-1-5 0,-1-1-14 0,4-1 9 15,0-1-11-15,0-4-5 0,0 0-72 16,0 0 3-16,13 1 11 0,-13-1-4 0,18-8-4 16,-5 1 2-16,5 2-26 0,-1-4-25 0,3 0-38 15,-2-1-44-15,3 0-90 0,-1 1-289 16,3-3-204-16,-2 1 37 0,-4-3 65 0,0 1 66 0</inkml:trace>
  <inkml:trace contextRef="#ctx0" brushRef="#br0" timeOffset="197474.81">17422 4117 860 0,'-7'-6'320'15,"7"6"-26"-15,0 0-36 0,0 0-14 0,0 0-27 16,0 0-15-16,17 10-17 0,-10-3-24 0,7 0-2 16,-1 3-21-16,5-1-8 0,2 3-7 15,1-2-23-15,3 0-5 0,3 5 0 0,-3-3-24 16,3 3-2-16,1-1 0 0,-1-2-17 16,3 1-34-16,-5 1-52 0,-1-3-30 0,-4 0-74 15,1-3-133-15,-4 1-472 0,-3-1 22 0,3-2 101 16,-10-4 52-16,-1 3 64 0</inkml:trace>
  <inkml:trace contextRef="#ctx0" brushRef="#br0" timeOffset="197674.45">17774 4038 934 0,'0'0'353'0,"0"0"-30"0,-13 12-34 15,5-3-33-15,2 2-5 0,-1 4-31 0,-3 3-8 16,2 4-28-16,-1-1-22 0,-4 8-83 0,1-3-15 16,-1 2-10-16,6 2-16 0,-6-1-33 0,6 1-30 15,-3 2-67-15,2-1-41 0,5-3-121 16,0-1-460-16,3 3 71 0,0-8 24 0,3-1 84 16</inkml:trace>
  <inkml:trace contextRef="#ctx0" brushRef="#br0" timeOffset="197974.36">17962 4346 801 0,'4'-3'274'0,"3"2"-31"0,0 0-8 0,-7 1-20 0,0 0-28 16,16 4 0-16,-12 1-26 0,3-2-15 15,-3 5-10-15,2 1-16 0,-3 2-12 0,1 0 2 16,-4 1-31-16,0 2 3 0,0 2-5 15,-1 1-6-15,-2-1-14 0,0 2-1 0,0-2-10 16,-1 0 8-16,1 1-8 0,0-5 0 0,-2 1-10 16,2-1 0-16,0-2 2 0,3 1-7 15,-3-3 5-15,3-2-8 0,-1 1-8 0,1-2 1 16,1 2 12-16,2-4-2 0,3-2-21 0,2 1-18 16,2 1-38-16,3-6-33 0,2 1-31 0,5-1-59 15,-3-3-174-15,7-1-292 0,0-3-36 0,4-1 44 16,-2-3 31-16,-2-3 71 0</inkml:trace>
  <inkml:trace contextRef="#ctx0" brushRef="#br0" timeOffset="198142.12">18461 4211 895 0,'0'0'313'0,"0"0"-29"15,0 0-21-15,0 0-25 0,0 0-17 0,0 18-24 16,0-11-18-16,0 3-23 0,4 3-23 0,-1-1-15 15,-2 2-31-15,5 1-44 0,-2 1-27 0,-1-1-73 16,3 0-150-16,-2 5-412 0,3-5-60 16,-3 0 75-16,-1-2 67 0</inkml:trace>
  <inkml:trace contextRef="#ctx0" brushRef="#br0" timeOffset="198307.81">18399 4478 860 0,'-3'-3'332'0,"0"-2"-32"0,0 1-26 0,3-2-31 16,0 6-36-16,-1-9-17 0,1 9-32 0,4-9-12 16,2 3-36-16,2 4-35 0,5-4-35 0,2 3-32 15,4-2-69-15,2 2-90 0,3-4-141 16,0 3-399-16,3 1 87 0,0 0 25 0,1-2 54 16</inkml:trace>
  <inkml:trace contextRef="#ctx0" brushRef="#br0" timeOffset="198460.28">19008 4345 806 0,'11'-4'199'15,"-8"-1"-12"-15,1 4-23 0,-4 1 0 0,10-4-49 16,-1 2-5-16,-1 1-23 0,-1-1-41 0,3 1-28 16,0 1-61-16,1-4-83 0,-2 3-112 15,3 1-361-15,1-2 77 0</inkml:trace>
  <inkml:trace contextRef="#ctx0" brushRef="#br0" timeOffset="198641.01">19565 4285 601 0,'11'-1'156'0,"-1"1"-20"15,0 0-31-15,4 0-59 0,0 0-31 0,0 0-53 16,5 0 15-16,-1 0-31 0,-1 1-61 0,4 0-34 16,-1-1-160-16,-3 0-11 0</inkml:trace>
  <inkml:trace contextRef="#ctx0" brushRef="#br0" timeOffset="198791.7">19958 4293 537 0,'10'-1'312'0,"-10"1"-17"15,8-4-27-15,-8 4-73 0,10-2-13 16,-10 2-24-16,7-2 11 0,-4-1-25 0,-3 3-6 15,8-3-15-15,-8 3-8 0,6-3-15 0,-6 3-16 16,7-4 1-16,-7 4-19 0,3-3-35 16,-3 3-77-16,0 0-79 0,4-1-180 0,-4 1-419 15,0 0 96-15,0 0 55 0,0 0 48 0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6:47:44.23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2962 1892 693 0,'0'0'287'0,"0"0"48"0,-7 4-20 15,7-4-31-15,0 0-43 0,0 0-8 0,0 0-21 16,0 0-10-16,0 0-7 0,16 2-16 16,-16-2-20-16,18 0-13 0,-8-2-11 0,4 2-25 15,3-1 3-15,1-2-77 0,3 0-13 0,1 0 8 16,6-2-13-16,0 1-3 0,2 0 5 0,1 1-9 16,-1-1-11-16,-2-1-21 0,-1 1-38 15,-3 2-41-15,-4-1-35 0,1 1-114 0,-8-2-83 16,2 3-388-16,-2-2 19 0,-5 0 102 15,-1 2 54-15,-4-4 53 0</inkml:trace>
  <inkml:trace contextRef="#ctx0" brushRef="#br0" timeOffset="350.28">3287 1803 578 0,'-8'7'225'0,"8"-4"-15"0,-3 3-18 0,0 1-5 15,2 3-21-15,-1 0 65 0,2 4-34 0,0-1-8 16,2 6-10-16,-1-1-17 0,2 5-6 16,0 0-85-16,5 1-14 0,-5 1 2 0,1 1-13 15,2 3 10-15,1-3-12 0,0 1 4 0,-6-1-17 16,5 6-5-16,-3-5 7 0,-2 0-5 0,-1-1 3 16,-1 0-3-16,1-1 13 0,-3-1-11 0,-4 0 11 15,0-3 0-15,-3 0 0 0,0 0 3 16,-1-5 7-16,-2 1 0 0,-5 0-2 0,5-5 7 15,-7 1 3-15,3-5-8 0,2 0 13 0,-1-2-15 16,-1-2-8-16,3-1 7 0,0 0-9 16,-2-2-6-16,1-1-12 0,2-1 7 0,-1 0-5 15,3 1 0-15,-1-2 0 0,0 1-18 0,3-1-18 16,2 1-41-16,-1-1-81 0,2-1-106 16,-1 3-317-16,7 0-182 0,0 0 37 0,10-8 91 15,-5 2 59-15,4 0 61 0</inkml:trace>
  <inkml:trace contextRef="#ctx0" brushRef="#br0" timeOffset="883.2">3656 1803 624 0,'-6'11'269'0,"1"6"-6"16,-1 3 45-16,2 5-19 0,-2 5-31 16,2 5-25-16,1 1-7 0,-1 3-24 0,0 14-3 15,4-9-35-15,0 12-18 0,0-4-5 0,4 2-5 16,0-3-24-16,3 0 3 0,0-3-20 16,2-10-31-16,2-5-43 0,2 12-9 0,-1-11-37 15,0-7-29-15,2-1-59 0,0-2-53 16,-1-5-108-16,1-2-192 0,-1-3-243 0,2-3 49 15,-2-3 89-15,0-2 34 0</inkml:trace>
  <inkml:trace contextRef="#ctx0" brushRef="#br0" timeOffset="1316.99">3987 2188 977 0,'0'-8'277'0,"-3"1"-26"15,3 3-31-15,0 4 0 0,-3-5-51 16,3 5 0-16,0 0-26 0,-11 12-10 0,8-2-7 15,-4 2-27-15,0 3 1 0,1 1-10 0,2 5 2 16,0-1-23-16,1 2 0 0,3-1-5 0,-3 1-13 16,6-1 24-16,-3-1-29 0,4 0 5 15,5 1-13-15,-2-3-2 0,4-1-3 0,-1-3 6 16,0-2-16-16,1-1 5 0,2-2 0 0,1-4-7 16,-1 0-1-16,2-5 1 0,1 0-1 15,-1-7 6-15,1 0 2 0,-1-4-13 0,1-5 8 16,-2-1-7-16,-1-8 2 0,-3-4-1 15,-2 0-6-15,-4-2 7 0,-1-3-16 0,0 5 1 16,-6 0 9-16,2-2 6 0,-2 6-2 0,0 0-6 16,-4 0-13-16,0 3 16 0,0 2 15 0,0 5-10 15,-4 1-7-15,1 3 9 0,-3 1-2 0,-1 5 2 16,-2 2-4-16,2 0 9 0,0 3-4 16,-3 3-3-16,4 0-3 0,-2 2-2 0,2 2 5 15,2 3-13-15,1-2 5 0,3 4-5 0,4-1 13 16,0 1-13-16,3-1 6 0,3 0-6 0,1 3 2 15,5-1-4-15,3 2 7 0,4 0-7 16,1-2-3-16,0 0-8 0,1-1-10 0,5 1-56 16,-3-1 2-16,1 1-38 0,0-3-46 0,-1 2-105 15,1-3-138-15,-4 1-341 0,3-2 26 16,-6-2 89-16,3-1 60 0,-3-3 50 0</inkml:trace>
  <inkml:trace contextRef="#ctx0" brushRef="#br0" timeOffset="1683.37">4405 2408 790 0,'-1'9'244'16,"-5"2"83"-16,2 0-32 0,-3 3-37 0,0 2-17 15,1-2-16-15,-1 4-7 0,1 0-26 0,1-1-16 16,-1-1-22-16,2 2-11 0,1 0-5 16,-1-2-17-16,1 0-4 0,3-1-12 0,0-4-13 15,1 4-10-15,1-3-2 0,5-2-6 0,-6 1 3 16,5-2-13-16,2-1-3 0,1-3-5 0,-2 0-20 15,3-5 8-15,4 2-11 0,-4-4 8 16,4 0-13-16,0-6 11 0,0-1-14 0,-1-2 6 16,0-4 5-16,-1-3 0 0,0-2-6 0,-1-2 14 15,-4-2-21-15,0 1-5 0,-4 4 18 16,0-2-11-16,0 2 6 0,-6 0 10 0,3-1-92 16,-3 3-8-16,-4 1 23 0,1 1 13 15,-2 0-5-15,1 3 12 0,-3 2-9 0,0 0 15 0,-1 4 4 16,-1 0-6-16,0 3 1 0,0 2 6 0,1 1 5 15,0 3-5-15,-2 0-8 0,4 1-17 16,0 2-19-16,0 3 3 0,5 0-46 0,-2 0-36 16,6 2-51-16,0 1-59 0,0-2-113 15,6 0-417-15,4 4 41 0,1-4 97 0,-1-2 57 16,3-1 61-16</inkml:trace>
  <inkml:trace contextRef="#ctx0" brushRef="#br0" timeOffset="1900.17">4897 2416 1159 0,'6'-2'351'15,"-6"2"-44"-15,0 0-36 0,0 0-17 16,-9 17-16-16,5-9-31 0,-2 3-7 0,1 2-21 16,-4-1-26-16,2 2-12 0,0 3-13 0,-1-2-10 15,-1 3-5-15,5-1-14 0,-6 2-19 0,3-2-50 16,3-1-32-16,1-1-42 0,0 0-76 15,3-3-208-15,0 1-439 0,3-1 40 0,1-4 61 16,3 0 57-16,-1-3 59 0</inkml:trace>
  <inkml:trace contextRef="#ctx0" brushRef="#br0" timeOffset="2383.31">5180 2108 883 0,'0'0'335'0,"-20"15"-43"0,13-5-21 15,0 2-30-15,1 3-34 0,2 1-15 0,-3 2-5 16,3 4-11-16,1 0-42 0,3-2-4 0,0 1-10 16,3 3-20-16,1 0-3 0,3-3-15 15,0 1-5-15,3-4-10 0,1 2-26 0,2-5 5 16,1 0-23-16,3-5 13 0,-3 0-1 0,2-4-6 15,2-1 14-15,-4-3-12 0,3-3 5 16,-1-2-6-16,2-1-1 0,-5-5 6 0,4-1-14 16,0-6-1-16,-3-1-2 0,-4-3 8 0,0-7-11 15,1-2 3-15,-4-3-13 0,-4 0 11 0,0-1-21 16,-3 3 12-16,-3 3 6 0,3 1 5 16,-6-1 2-16,2 2-9 0,-3 3 9 0,0 2-10 15,-3 1 13-15,0 3-5 0,-1 3 3 16,-2 2 2-16,-4 4-3 0,3 0-4 0,-4 4-6 0,2 3 5 15,-1 1 6-15,0 2-1 0,-1 4-10 0,2-1 6 16,2 3 9-16,0 1 52 0,1 2 5 16,3 0-28-16,3 1 12 0,-1 0-12 0,5 1-3 15,0-3-2-15,6 3-31 0,0-3 33 16,2 3-25-16,4-3 30 0,2 3-10 0,3-3-23 16,5 1 5-16,2-4-12 0,0-1-47 0,2 0-20 15,2-1-39-15,2-3-15 0,-3 2-48 0,0-3-44 16,-4-2-177-16,1 2-491 0,0-2 97 15,-5-2 46-15,2 2 59 0,-5-4 77 0,1 0 56 16</inkml:trace>
  <inkml:trace contextRef="#ctx0" brushRef="#br0" timeOffset="2566.3">5626 2171 711 0,'0'0'300'16,"6"5"-6"-16,-6-5-20 0,0 9-11 15,3-3-17-15,-3 1-10 0,0 3-16 0,0 2-13 16,0 1-30-16,0 0-11 0,0 2-12 0,1 2-11 15,-1 1-23-15,2-1 3 0,-2 3-23 0,1-1-5 16,2 0-6-16,-3 2-9 0,3-2-44 0,-3 1-13 16,3-1-67-16,-2 0-74 0,3-3-109 15,-1 0-562-15,0 0 52 0,1-2 94 0,2-6 42 16,-3 1 84-16</inkml:trace>
  <inkml:trace contextRef="#ctx0" brushRef="#br0" timeOffset="2867.49">5844 1753 1057 0,'13'8'350'0,"-9"-2"-19"15,3 4-106-15,0 4-26 0,3 2 9 16,4 5-34-16,-1 6-15 0,0 3-16 0,8 11 3 15,-3 3-26-15,-2 2-12 0,-1 1-9 0,1 1 1 16,-2 2-10-16,-4-1-6 0,0 2-7 0,-2-2-10 16,-5-7 2-16,0-5-10 0,-3 0-3 15,-3 0-5-15,0-4-18 0,-5-1 1 0,1 0 9 16,-3-3 11-16,0 1 0 0,0-4-11 0,0-5-2 16,-1 1-8-16,1-4 11 0,0-1-18 0,3-2-34 15,-3-2-43-15,3-1-70 0,0-5-83 16,0-1-646-16,3-4 82 0,1-1 64 0,3-1 77 15,0 0 56-15</inkml:trace>
  <inkml:trace contextRef="#ctx0" brushRef="#br0" timeOffset="3066.57">6641 2213 1315 0,'13'-8'405'0,"-3"-1"-50"0,-2 4-30 0,1 2-28 16,-2-2-66-16,0 3-34 0,3 1-90 16,0 1-78-16,0 0-157 0,1 3-318 0,-1 0-301 15,-3 2 104-15,1 0 52 0,-2 2 48 16</inkml:trace>
  <inkml:trace contextRef="#ctx0" brushRef="#br0" timeOffset="3217.41">6657 2511 1177 0,'-3'6'302'16,"3"-6"8"-16,-3 4 2 0,3-4-38 0,0 0-18 16,0 0-23-16,0 0-36 0,21-8-23 15,-9 3-28-15,3 0-31 0,1-2-43 0,5 0-80 16,-1 1-97-16,-2-1-448 0,2 1-176 0,-3-1 30 16,4-2 87-16,-4-1 59 0</inkml:trace>
  <inkml:trace contextRef="#ctx0" brushRef="#br0" timeOffset="3767.33">8466 1438 834 0,'0'0'251'0,"0"0"-13"0,0 0-15 0,0 0-24 16,0 20 6-16,0-8-23 0,0 1-3 0,3 5-31 16,0 1-7-16,-2 0-21 0,5 5-4 15,-2 1-9-15,3 0-20 0,-1 0 3 0,1 0-13 16,-4 0-13-16,4 6-26 0,-3-5-33 0,3 4-66 15,0 1-80-15,-4-5-174 0,3 5-422 0,-2-5 105 16,0-1 22-16,-1-3 47 0</inkml:trace>
  <inkml:trace contextRef="#ctx0" brushRef="#br0" timeOffset="4016.82">8210 2185 862 0,'-8'-2'353'0,"8"2"-43"0,0 0-23 0,0 0-3 15,-3-5-23-15,3 5-20 0,11-7-34 16,-1 2-18-16,6-3-15 0,8-2-17 0,4 0-4 16,6 0-22-16,17-2-6 0,-3-1-23 0,7 2-9 15,-4 0-9-15,1 1-33 0,-5 3-5 0,-9 3-53 16,4-1-50-16,-2 2-73 0,-6 2-24 15,-3 1-117-15,-3 4-354 0,-1 1-94 0,-6-1 43 16,-8 2 59-16,-3 0 67 0</inkml:trace>
  <inkml:trace contextRef="#ctx0" brushRef="#br0" timeOffset="4516.82">8042 2616 1100 0,'-4'-5'323'0,"4"0"-29"16,0 5-23-16,4-10-30 0,2 3-16 0,2 3-43 0,-1-3-8 16,3 2-20-16,4-1-8 0,-4 3-18 15,3 2-21-15,4-1-5 0,-4 2-17 0,2 2-11 16,2 2 0-16,0 2-12 0,-1 2-14 0,-1 3 4 15,-2 3 1-15,1 1-14 0,-4 2 4 16,-3-1-2-16,-4 3-2 0,1 2-11 0,-8 1-8 16,-3 1-63-16,-2 1 15 0,-2 2 17 0,-6 1-19 15,-1-2-1-15,-2-3 8 0,0 3 5 16,-5-5-10-16,2-1 5 0,-1-2 7 0,0-1 4 16,3-5-1-16,1-1 10 0,3-3 6 0,0 0-3 15,0-6 0-15,3 3 0 0,1-8-3 0,2 0 6 16,0 0 2-16,2-3 5 0,5 1-5 15,-2-3 6-15,2-1-11 0,1 0 7 0,3 3 1 16,0 1-11-16,3-2 6 0,-2 2 5 0,5 0-3 16,0-1-5-16,4 2-16 0,-2 0 11 15,5 5 5-15,-2-1 8 0,6 2-8 0,0 3 0 16,0-2 2-16,0 4-4 0,3-1 7 0,-2 7-8 16,3-4-4-16,-2 3 2 0,-1-1 15 0,-1 3-5 15,0 1-15-15,0 0-39 0,0-1-15 16,1 0-28-16,-2 1-64 0,-2 1-80 0,0-4-245 15,-1-1-241-15,-2 2 44 0,-1-7 89 16,0 2 59-16</inkml:trace>
  <inkml:trace contextRef="#ctx0" brushRef="#br0" timeOffset="4717.35">8537 2753 885 0,'1'8'284'16,"2"2"-30"-16,0 0-24 0,4 1-25 0,-6 5-26 15,2-3-15-15,3 4-29 0,-2 1-42 0,2 1-42 16,-2 0-79-16,0 0-105 0,0 3-477 16,2-4 11-16,-3 0 34 0,0-3 37 0</inkml:trace>
  <inkml:trace contextRef="#ctx0" brushRef="#br0" timeOffset="5216.42">8469 2723 1098 0,'0'-4'361'0,"3"-2"-42"16,-2 3-50-16,-1 3-13 0,6-6-28 0,-6 6-23 15,14 2-8-15,-4 0-13 0,0 3-99 16,4 2-9-16,-3 1-14 0,6 2-1 0,-4-2 8 16,5 4-20-16,1 1-5 0,-1-1-3 0,-1 0-8 15,0 1 3-15,0 0-6 0,0 1-17 0,-3-4 20 16,-3-1-17-16,2 0 17 0,-2-2-18 16,-2-1 6-16,1 1 15 0,-2-2-16 0,-1-2 1 15,2 0 15-15,-2-2-19 0,-7-1-4 0,14-4 3 16,-4-1-4-16,-3-2 6 0,0-1 0 0,0-3 5 15,0-3-5-15,-1-3-8 0,2-4 11 16,-2-2-3-16,1-4-10 0,-4-4 9 0,4 0-11 16,-4 6 1-16,2-1 16 0,-2 1-36 15,-3 3 11-15,3 2 25 0,-3 5 8 0,1-2 7 16,1 4-15-16,-2 1 3 0,0 2-8 0,0 1-11 16,1 3 11-16,-1 6 5 0,0 0-10 0,3 0-5 15,-3 0 15-15,3 18-5 0,0-5-6 0,1 5 12 16,-1 0-19-16,1 2 13 0,0 1-6 15,2 2 4-15,-2 1-9 0,2-2 4 0,1 1-9 16,0 2 6-16,0-1 0 0,0-2-1 0,0 2-2 16,4-2 3-16,-2-2-36 0,1-1-13 15,4 0-13-15,-7-4-38 0,3-1-39 0,-2-1-71 16,5-1-67-16,-6-4-232 0,6 0-257 0,1-3 41 16,0-5 70-16,-1 0 68 0,-3-4 60 15</inkml:trace>
  <inkml:trace contextRef="#ctx0" brushRef="#br0" timeOffset="5983.29">9912 1381 916 0,'0'0'279'0,"0"0"-28"15,6-5-16-15,-6 5-30 0,15-3-10 16,-2 1-24-16,0 2-17 0,1-1-6 0,3 0-25 15,1-1 2-15,2-1-25 0,-3 2-3 0,4-1-17 16,-8 1-16-16,4-1-13 0,-3 1-13 16,-3 0-9-16,2 0 4 0,-6-1-18 0,3 1-30 15,-10 1-13-15,11-1-13 0,-5 0 0 16,-6 1-13-16,0 0-2 0,0 0 4 0,0 0 1 16,0 0 5-16,0 0 8 0,-34 1 7 0,21 0-2 15,-8 2 15-15,0 0 26 0,1 2-3 0,-7-1 8 16,6 0 7-16,-3 3-2 0,1-2 5 15,5 1 5-15,-3 1 10 0,5-1-2 0,1 2 3 16,-1-1-11-16,2 1-3 0,4 2-7 0,0 1 8 16,2 0-3-16,5 2 8 0,0 0-8 0,2 0-10 15,5 5 17-15,-1 1 4 0,5 1-4 16,-1 3-4-16,2-3 10 0,5 5-6 0,0 0-1 16,3 0 14-16,0 0-7 0,0 0-3 0,0 0-5 15,1 0-5-15,5 10 11 0,-3-5-22 16,-2-3 6-16,-2-2 16 0,2 4-19 0,-5-1 8 15,1 3-10-15,0 12-3 0,-6-7 16 0,-2-3-3 16,-2 0-8-16,-2 4-10 0,-2 1-7 16,-3 11 4-16,-6 1 14 0,1-10 7 0,-2 4-11 15,0-4-6-15,2-8 4 0,-8 11 3 0,1-8 22 16,5-6-4-16,-2 1 5 0,1-2-23 0,0-2 7 16,2-4-10-16,1 2 14 0,1 1-12 15,-3-3 14-15,4-3-3 0,1-2 10 0,2 1-25 16,0-1-6-16,0-3 27 0,2-1 1 0,1 0-9 15,4-1 15-15,-1 0-3 0,2-1-7 0,1-3 12 16,4-1 11-16,0 3-1 0,7-3-2 16,-3-3 0-16,4 0 3 0,2 1-8 0,-3-3-18 15,7-1 15-15,-3 1-9 0,-2 0-1 0,2-4 0 16,0 2-20-16,-1 2-6 0,-3-4-74 16,-3 0-74-16,0 0-81 0,-1 1-436 0,-3 0-144 15,-2-3 47-15,-1 0 97 0,-4 0 57 0,0-5 53 16</inkml:trace>
  <inkml:trace contextRef="#ctx0" brushRef="#br0" timeOffset="6600.09">11013 1681 834 0,'-7'30'292'0,"3"1"-29"0,1-2-9 15,3 6-8-15,0 3-3 0,0 3-108 0,0 16-9 16,6 3 12-16,2 1-30 0,-2 3-11 16,1-2-5-16,0 1 15 0,4-2-32 0,2-3-4 15,0-1-2-15,2-2-2 0,1-5-8 0,2-2-18 16,-1-2-13-16,3-2-33 0,-2-2-51 16,1-5-57-16,-1-8-110 0,0-4-509 0,-2-2 72 15,1-6 30-15,-6-7 70 0</inkml:trace>
  <inkml:trace contextRef="#ctx0" brushRef="#br0" timeOffset="7083.14">11464 2053 972 0,'-1'-5'343'0,"1"5"-38"0,-6-2-31 0,6 2-8 15,0 0-31-15,-7 10-27 0,4-3-32 0,-4 5-4 16,6 1-19-16,-2 1-17 0,3 4-11 16,0 0-17-16,3 2-6 0,-2-1-15 0,6 2 3 15,-1 2-21-15,1-3 5 0,3 0-5 0,1 0-7 16,-1-3-19-16,4-1-12 0,-1-1 10 0,1-3 5 16,0-3-5-16,2-1-15 0,-1-3 2 15,-2-5-5-15,4 0 5 0,-3-2-7 0,3-5-6 16,-3-1 3-16,3-5 5 0,-1 0-3 0,-4-5 3 15,1-3-79-15,-3-2 5 0,-3-6 5 16,-3 2 7-16,-1-2 6 0,-3-2 0 0,0 2 17 16,-7-4 1-16,4 5 0 0,-5-3 12 0,-1 4-17 15,2 4 12-15,-3 2 0 0,-4 1 3 0,1 3-8 16,-2 0 13-16,-5 6 13 0,0 2-20 0,-2 3 22 16,-1 3-15-16,3 2 23 0,-1 2-23 15,0 2 5-15,-2 2 5 0,2 1 6 0,0 2-19 16,4 3 18-16,0-1-17 0,7 1 2 0,0 1 0 15,2 1 8-15,2-1 4 0,3 1-1 16,3-1-11-16,3 0-5 0,3 1 2 0,2 0 3 16,5 2-3-16,5-1-15 0,2-1 6 0,1-3-6 15,3 2-28-15,6-1-29 0,1 1-78 16,-7-4-72-16,6 2-65 0,1 0-488 0,-4-2 87 16,-2 0 31-16,-1 0 68 0,0-1 40 15</inkml:trace>
  <inkml:trace contextRef="#ctx0" brushRef="#br0" timeOffset="7499.14">12024 2275 729 0,'-3'4'256'0,"3"3"3"15,-4-2-32-15,1 2-22 0,0 3 0 0,-1-2-26 16,1 3-20-16,-3 0-18 0,5 2-6 0,-6 2-12 15,4 0-15-15,2 0-6 0,-2 2 0 0,3 1-7 16,3-1 5-16,-3 1-31 0,4 1 0 16,-1-3-2-16,2 2-3 0,1-2-8 0,4 2-13 15,-3-2 6-15,3-2-10 0,1-2 7 0,2-1-13 16,-2-1 8-16,2-1-5 0,1-3-6 16,-1-1-1-16,1-3-9 0,-3-2 6 0,2 0-6 15,1-3-2-15,-4-3 2 0,4-2 6 0,-4 0-3 16,0-5-5-16,-3-2 13 0,0-6-16 15,0-2 8-15,-7-2 8 0,0-3-8 0,-4 3 2 16,1-2-4-16,-4-1 5 0,0 3 2 0,0 3 51 16,1 0 3-16,-1 4-15 0,-1 3-3 0,2 1 0 15,-4 3-8-15,3 3-8 0,-3 5-1 0,-1 2-17 16,1 2 1-16,-3 5-3 0,2 4-5 16,0 0-7-16,-2 8-40 0,3 3-32 0,3 0-44 15,3 2-112-15,4 2-354 0,4 0-307 0,3 0 121 16,3-3 66-16,0-2 66 0,1-3 65 15</inkml:trace>
  <inkml:trace contextRef="#ctx0" brushRef="#br0" timeOffset="8116.92">12527 2251 908 0,'7'-3'369'0,"-1"0"-31"0,1-3-44 16,4 0-20-16,2 0-26 0,2 0-35 0,1-1-37 16,2 1-55-16,1 1-60 0,5-2-48 0,-6 3-118 15,-1 0-202-15,3 2-384 0,1-1 58 0,-8 0 42 16,2-1 48-16</inkml:trace>
  <inkml:trace contextRef="#ctx0" brushRef="#br0" timeOffset="8301.45">12639 2077 916 0,'-3'8'310'0,"3"3"-37"0,3 3-19 15,-3 2-29-15,4 3-18 0,0 5-7 0,-1 1-23 16,4 4-19-16,-1 4-32 0,5-1-44 16,-4 0-39-16,3 0-53 0,4-1-77 0,-4-1-148 15,3-1-457-15,1-1 45 0,0-3 68 0,0-6 73 16</inkml:trace>
  <inkml:trace contextRef="#ctx0" brushRef="#br0" timeOffset="8782.44">13159 2038 875 0,'0'0'317'16,"-23"12"-35"-16,18-2-29 0,-4 1-22 0,5 4-29 15,-5 0-18-15,5 3-23 0,-3 1-20 16,6-1 0-16,-2 2-28 0,3 0-1 0,3 0-7 15,1 2-15-15,3-2-11 0,0 1-23 0,0-2 16 16,3-3-28-16,4-1-6 0,-1-2-2 0,1-3 5 16,3-1 0-16,0-4-13 0,0-1-2 0,0-4-3 15,-3-1-8-15,6-5 8 0,-5 1-5 16,1-5-10-16,-1-3 4 0,1-2 6 0,-6-4-7 16,-2-4 1-16,-2 1-4 0,-2-5-3 0,-5 0 5 15,1-4 8-15,-6-2-7 0,2 1 1 16,-6-1 6-16,0 4 5 0,0-1 8 0,-4 5-3 15,7 5-5-15,-3 1 5 0,-4 2-10 0,7 4-13 16,-6 3 8-16,2 3 3 0,-2 2-1 16,-2 3 0-16,2 6 3 0,-4-1 0 0,3 5-8 15,0 1 3-15,-2 1-5 0,6 1 2 0,-1 3 5 16,1 1-9-16,3 0 6 0,0 1-12 16,3 0 3-16,4 0-1 0,1-1-4 0,2 0 4 15,5 2 4-15,2-2-4 0,2 0-7 0,6 0 8 16,3-2-14-16,-1 0-7 0,4-3-46 0,3 0 6 15,-2-3-99-15,2 0-78 0,1-3-177 0,-2 1-364 16,1-4 108-16,-6-1 28 0,3-1 59 16,-4-2 56-16</inkml:trace>
  <inkml:trace contextRef="#ctx0" brushRef="#br0" timeOffset="8966.35">13655 2108 993 0,'-1'6'294'15,"1"3"-20"-15,0 1-23 0,-3 2 0 16,3 1-24-16,0 5-14 0,0 1-3 0,0 0-44 16,0 2-2-16,0 0-10 0,0 0-11 0,3 3-23 15,-2 0-12-15,2-4-8 0,-3-1-31 16,4 2-41-16,-1-3-41 0,1 0-95 0,-1-1-96 16,0-1-508-16,4-1-17 0,-3-6 81 15,6-1 70-15,-6-5 55 0</inkml:trace>
  <inkml:trace contextRef="#ctx0" brushRef="#br0" timeOffset="9215.86">13894 1810 903 0,'0'0'387'0,"0"0"-34"16,0 0-43-16,24 11-29 0,-14-5-35 0,1 5-8 15,6 2-28-15,0 0-13 0,0 6-26 16,4 1-12-16,3 0-18 0,10 9-13 0,-3-1-23 16,-1 0-3-16,-5-3-2 0,-2-3-23 0,1-1-16 15,-3 1-20-15,-1 0-77 0,1-1-25 0,-1-1-72 16,-6-3-100-16,3 0-543 0,-4-2 6 0,-2-4 109 16,-1-4 75-16,-3-2 56 0</inkml:trace>
  <inkml:trace contextRef="#ctx0" brushRef="#br0" timeOffset="9449.36">14346 1685 1092 0,'0'0'341'15,"-7"-3"-26"-15,7 3-31 0,0 0-36 16,-17 13-17-16,10-5-34 0,0 3 0 0,-4 3-28 15,1 4-26-15,0 0 5 0,-4 7-7 16,1-1-20-16,-4 1-14 0,4 0-22 0,1 1-6 16,-1 2-10-16,-1 1-54 0,1 0-30 0,3-1-64 15,-4 2-90-15,7 1-520 0,1 1-71 0,2-7 102 16,4 0 62-16,0-4 53 0</inkml:trace>
  <inkml:trace contextRef="#ctx0" brushRef="#br0" timeOffset="9799.44">14485 2533 1133 0,'4'-7'364'0,"3"-3"-29"0,0-2-40 16,-1-1-14-16,1-1-35 0,1 0-26 0,-1-5-89 15,2-2-24-15,-2-1 1 0,0-1-11 0,0 1-5 16,-3-3-25-16,2 2 4 0,-2 3 16 15,-1 1-20-15,0 1-6 0,1 3-10 0,-4 2 67 16,4 3-18-16,-4-3-8 0,0 4-7 0,3 1-11 16,-3 2-13-16,0 0-12 0,0 6 17 15,0 0-14-15,0 0-9 0,0 0-10 0,0 0 3 16,-11 20-2-16,11-11-6 0,-3 4 0 0,0-1-3 16,2 1 6-16,2 3-5 0,-1 1 5 0,0 0-11 15,3 1-2-15,0-1 10 0,1-1-13 16,0 1 8-16,-1-2-17 0,3 2 14 0,1-4 6 15,0-1-14-15,0 0-12 0,3-1-25 0,0-2-6 16,4-2-25-16,-4-1-44 0,0-1-79 0,1-5-249 16,2 0-421-16,-2-3 91 0,3-5 26 15,-5-2 74-15,2-4 95 0,-4-4 43 16</inkml:trace>
  <inkml:trace contextRef="#ctx0" brushRef="#br0" timeOffset="9932.26">14712 1888 839 0,'0'0'256'0,"-4"-6"-72"0,4 6-38 15,-4-4-56-15,4 4-29 0,0 0-155 0,0 0-470 0,0 0 47 16</inkml:trace>
  <inkml:trace contextRef="#ctx0" brushRef="#br0" timeOffset="10165.83">15166 2045 977 0,'0'0'343'15,"0"0"-23"-15,0 0-33 0,14-1-16 16,-14 1-25-16,13-5-13 0,-5 4-23 0,5-1-34 15,0-1-9-15,1 0-37 0,-1 0-61 0,5-1-25 16,-1 2-80-16,3 0-20 0,1 0-151 16,-7 1-247-16,10 1-280 0,-3-2 89 0,-1 1 41 15,3-2 46-15</inkml:trace>
  <inkml:trace contextRef="#ctx0" brushRef="#br0" timeOffset="10633.39">15593 1561 1059 0,'0'0'374'0,"0"-6"-34"0,0 6-40 0,0 0-19 16,0 0-40-16,0 0-5 0,14 14-24 0,-7-5-10 15,0 2-38-15,4 3-18 0,1 3 0 16,-2-1-16-16,2 1-12 0,1 1-18 0,1 2-3 0,-4-1-12 15,3-2-6-15,1 2-10 0,-1-2-7 16,-2 0-24-16,-1-3-2 0,0-2-46 0,1-1 4 16,-4-1-9-16,3-1-3 0,-4-3 10 0,2 0 3 15,-1-3 0-15,2-1-5 0,-2-3 0 16,-7 1 0-16,14-7 4 0,-10-2-4 0,2-1 5 16,-2-3 8-16,2-4-11 0,-2-2-7 0,0-1 12 15,-1-2 3-15,0 1 20 0,-3 3-4 16,1-1 4-16,2 3 29 0,-3 1-11 0,0 4-9 15,3-3-4-15,-3 6 3 0,0 0-15 0,0 1 5 16,0 4 10-16,0 3-23 0,0 0 16 0,0 0-1 16,0 0-2-16,-10 18 0 0,7-8 3 0,0 3-1 15,2 4-2-15,-3 1-8 0,1 2 6 16,-1 2 9-16,1 3-22 0,-3 0 12 16,6 0-2-16,-1 0 0 0,-5 0-3 0,6 3 5 0,-3 0-2 15,-1-1-13-15,3 2-8 0,-2-3-22 16,3 1-50-16,-3 1-48 0,3-1-97 0,0 3-638 15,0-5 19-15,3 0 132 0,0-5 39 0,2-2 74 16,-2-2 56-16</inkml:trace>
  <inkml:trace contextRef="#ctx0" brushRef="#br0" timeOffset="10982.02">16038 2361 1236 0,'7'-8'386'0,"-1"-1"-48"16,5-4-107-16,-4 2-32 0,2-3-9 0,-2 0-16 16,7-3-18-16,-4-2-8 0,-3 1-17 0,1 0-16 15,2-1-7-15,-4 3-9 0,-2 1-29 16,2 0-4-16,-2 2 8 0,0 2 3 0,2 1 0 16,-3 2-11-16,-2 0 11 0,2-1-20 0,-3 4-9 15,3 2-7-15,-3 3 0 0,0-7-13 0,0 7 5 16,0 0 1-16,0 0-16 0,0 0 15 0,-16 15-10 15,12-8 5-15,-3 1-7 0,3 2-3 16,1 0 5-16,0 0-16 0,0 2 4 0,3-1-4 16,-1 2 19-16,-2-1-19 0,6 0 14 0,-2 0-3 15,2-2-3-15,3 0-7 0,-2 1 5 16,3-2-29-16,3 1-12 0,0-2-8 0,1-2-58 16,2-2-22-16,0 0-50 0,-1-1-49 0,1-3-148 15,1-2-439-15,-1-1 88 0,1-3 36 16,-4 0 82-16,3-5 40 0</inkml:trace>
  <inkml:trace contextRef="#ctx0" brushRef="#br0" timeOffset="11099.21">16345 2017 1077 0,'-3'-4'320'16,"0"-1"-31"-16,-1 0-33 0,4 0-64 0,0 5-53 16,-4-6-99-16,1 2-180 0,0 4-500 15,3 0 33-15,-4-3 54 0</inkml:trace>
  <inkml:trace contextRef="#ctx0" brushRef="#br0" timeOffset="11416.88">16427 1221 982 0,'18'9'292'0,"-9"-1"-23"16,2 2-34-16,-1 6-14 0,8 6-19 0,-2 5-13 15,5 6-27-15,-1 7-17 0,1 2-1 0,0 3-24 16,-1 2 0-16,-3 2-20 0,-4 1-5 16,-2-3 0-16,-1 1-13 0,0 1 17 0,-7-6-14 15,-1-3-26-15,1-1-21 0,-3 1 11 16,0-1-8-16,-5 0-8 0,5 0 10 0,-6 11 6 15,2-9 2-15,-2-5-10 0,2-2-18 0,-2 1-5 16,-2-3-38-16,5-6-67 0,-4-1-85 0,4-1-353 16,0-6-237-16,0-4 40 0,2-3 82 0,1-7 59 15,0-2 64-15</inkml:trace>
  <inkml:trace contextRef="#ctx0" brushRef="#br0" timeOffset="11915.83">16943 901 1215 0,'14'-6'382'0,"-3"0"-14"0,-2 3-48 0,3 0-33 16,1 3-31-16,-3 0-26 0,4 2-10 0,-4 1-20 15,4 1-23-15,-1 2-13 0,0 2-31 16,2 0 2-16,-2 4-30 0,-2 0 10 0,-5 2-20 16,1 3-13-16,-4-1-8 0,-3 1-10 0,-3 2-5 15,-3 2 0-15,-1 0-10 0,-1-1-13 0,-2 0-1 16,-3-2 6-16,2 3-7 0,-2-3-1 0,3 0-2 16,-1-1 7-16,1-4-12 0,3 0-9 0,1-1 4 15,-2-1-16-15,2-3 26 0,2 1-18 16,1-1 15-16,0-2-13 0,3 0 26 15,3-1-5-15,0 0 2 0,4-1 1 0,7-3-19 0,-1 1-12 16,2 0-3-16,1-2-15 0,2 0 35 16,2-2-12-16,-3 2 26 0,3-2-11 0,-2 0-8 15,2-1-4-15,-3 0 30 0,4-2-5 0,-1 3-11 16,-3-1 11-16,1 0-46 0,-5 1 46 16,1 0-31-16,-4 1 13 0,0 0 13 0,1-2-10 15,-1 1-26-15,-4 1 15 0,1-1-12 0,1 1 20 16,-2-1-18-16,-6 2 0 0,7-1-5 0,-7 1-8 15,0 0-33-15,0 0-28 0,3 6-43 16,-3-6-157-16,-7 6-686 0,-2-2 41 0,-2 1 123 16,-3 0 75-16,-3 0 76 0,-3-2 79 0,-7 0 11 15</inkml:trace>
  <inkml:trace contextRef="#ctx0" brushRef="#br0" timeOffset="13265.2">2049 4629 811 0,'-4'-9'358'0,"1"0"-33"16,3 2-28-16,0 3-18 0,0-4-38 0,0 2-21 16,3-1-18-16,-2 3-25 0,3-1-16 15,2 1-10-15,1-1-28 0,0 0-8 0,3 2-5 16,0 3-10-16,0 0-15 0,2 1-6 0,4 5-7 15,1 1-14-15,3 4-1 0,-3 3-9 0,4 3 1 16,-1 2-16-16,-2 3-7 0,-1 0 7 0,0 1-7 16,-1 2-13-16,-4 0 10 0,-3-2-5 15,-2 1-13-15,-3 1 7 0,0-1-73 0,-1 1 10 16,-3-5-3-16,-4 3 18 0,0 0 0 16,-3-2 13-16,1-2-10 0,-4 1 15 0,-1-2-2 15,2-3 4-15,1-4 6 0,-5 0 38 0,6 1-20 16,-3-5 28-16,-1-2-13 0,1 0-13 15,0-3 18-15,-1 2 3 0,1-7 0 0,1-1-11 16,-2-1 24-16,4 1-29 0,0-3 13 0,0-2-5 16,1 1-15-16,1-2 38 0,2 0 8 0,3 1-18 15,-3-1 4-15,3 2-6 0,3-3 9 16,-2 2-12-16,6-3-3 0,0 0 8 0,2 2-13 16,1-3-5-16,4 2-10 0,0 3-14 0,4-4-11 15,2 1-45-15,0 1-4 0,1 1-55 0,0 1-35 16,2-1-118-16,4 1-338 0,-5 0-153 15,2 0 41-15,-2-1 86 0,-1 1 62 0,-3-1 67 16</inkml:trace>
  <inkml:trace contextRef="#ctx0" brushRef="#br0" timeOffset="13716.37">2562 4592 990 0,'3'-4'348'16,"-3"4"-53"-16,11-7-27 0,-5 2-19 0,2 0-37 16,5 1-15-16,-3-2-41 0,4 1-10 0,3 0-28 15,-3 1-23-15,0 0-11 0,-1 2-17 0,1-3 2 16,-4 3-15-16,0-1-6 0,-4 1-15 16,2 1-30-16,-8 1 7 0,10-3 1 0,-10 3 4 15,0 0 5-15,0 0-17 0,0 0 7 0,0 0 6 16,3 9-14-16,-3-9 8 0,-9 11-7 15,5-3 7-15,1 2 0 0,-5 5 6 0,5-1-6 16,-1 4 13-16,1 0 5 0,3 1-7 16,-3 1-6-16,3 1-2 0,3 1-3 0,-2 2 3 0,2 1-6 15,3 0 4-15,-3-2 12 0,5-2-16 16,-4 2 14-16,2 1-8 0,-3-6 10 0,-2 0-10 16,1 0-6-16,-1 0 27 0,-1-4-1 0,-3 4 8 15,-1-2 5-15,-2-2 0 0,-1-2-54 16,-1 1 16-16,-2-5-3 0,-3 3 13 0,-1-4-16 15,-2 0 16-15,4 1 0 0,-4-5-5 16,-2 1 8-16,5-2 14 0,-5-2-19 0,5 1 15 16,-1-2-3-16,1 1 0 0,-2 0-13 0,5-2 8 15,1 2 5-15,-2-3-12 0,1 2-21 0,10 1-59 16,-13-2-98-16,5 1-117 0,5 1-345 0,3 0-126 16,-7 0 46-16,7 0 54 0,0 0 76 15,0 0 50-15</inkml:trace>
  <inkml:trace contextRef="#ctx0" brushRef="#br0" timeOffset="13999.38">2070 5434 1075 0,'0'0'317'0,"0"0"-7"0,20 2-36 0,-9-3 5 16,6 0-54-16,3-5-13 0,7 3-9 0,7-5-22 16,4 0-66-16,16-1-35 0,1-5 7 0,1 6-26 15,5-4 8-15,1-1-10 0,3 5-2 16,-1-2-9-16,-3 0-15 0,-2 2 11 0,-11 2-39 16,-11 2-7-16,-3 0-16 0,-3 1-85 15,-9 3-55-15,0 0-114 0,-7 1-104 0,1 2-323 16,-8 2 31-16,-2-1 79 0,-5 1 59 0</inkml:trace>
  <inkml:trace contextRef="#ctx0" brushRef="#br0" timeOffset="14465.49">1981 5750 877 0,'7'-8'364'0,"-3"1"-42"0,5 0-37 16,-2 0-9-16,0 2-33 0,7-1-10 16,-4 3-33-16,7-1-11 0,-4 4-25 0,5 0-3 15,2 1-28-15,-2 4-12 0,5 2-16 0,-2 2-75 16,2 1-1-16,1 5-4 0,1 3-10 15,-8 2-2-15,3 2-5 0,-7-4 12 0,-1 2-20 16,0 0 18-16,-4 3-7 0,2-3-1 0,-6 3 0 16,-1-4 0-16,-3 3 1 0,-3-4-1 0,-1 0 3 15,-2 3-8-15,-2-3 8 0,1-5-6 16,-3 2 1-16,-1-1 5 0,-1-3 10 0,1-1-28 16,-3-2 20-16,1-4-2 0,-1-1 10 0,1-3-5 15,-1 0 5-15,0 0 10 0,1-3 18 16,2-3 0-16,-2 0-7 0,1-3-16 0,2 1 3 15,1-2 25-15,2-1 0 0,0 2-27 0,4-4 9 16,2 2-10-16,1 1 8 0,0-2-8 16,3 1-13-16,1 0-7 0,3-1 5 0,0 2-34 15,3 1 4-15,1-1-96 0,-1 1-15 0,3 2-44 16,1 0-73-16,0 1-155 0,6 1-391 0,-3-1 80 16,1-1 43-16,2 1 59 0,0 2 74 15</inkml:trace>
  <inkml:trace contextRef="#ctx0" brushRef="#br0" timeOffset="14898.74">2599 5754 767 0,'4'12'295'0,"-4"-12"-52"0,-7 13-15 0,3 0-16 16,1-2-27-16,0 3-14 0,0 1 3 15,2-2-41-15,-1 3 3 0,1-1-24 0,1 1-7 0,0-4-10 16,1 2 5-16,1 0-34 0,2-3 16 0,-1 0-12 15,1 2 4-15,2-5-13 0,2 1 1 16,-2-1-11-16,4-4 5 0,1 0 3 0,2-3-10 16,-2-1-3-16,6-1-16 0,-4-4-7 0,4-4 26 15,0 2-26-15,-2-4 5 0,1-3-7 16,-1 1 4-16,-3-5 1 0,-1-2-8 16,-1-4 7-16,-6 2-12 0,-1-1 18 0,-3-2-16 15,0 2 11-15,0-2-13 0,-4 7 0 0,1 0-1 16,-4 2 11-16,1 0 18 0,-2 5-10 0,2-1-5 15,-4 2-8-15,-1 3 2 0,1 1-2 0,-3 4 5 16,-1 0-3-16,4 2-12 0,0 2 7 0,-1 3-9 16,1-2 1-16,0 3 11 0,2 1-8 15,2-1 1-15,-1 4 1 0,1-4-4 0,3 2-8 16,2 0 16-16,1-1-9 0,0 2 21 0,1-1-17 16,5 0-6-16,-3-1 13 0,7 1 0 15,1 0-8-15,-1-6 8 0,6 4-46 0,2-3-6 16,0 0-53-16,2 0-38 0,3 0-75 15,-2 2-84-15,0-4-297 0,2 2-166 0,-2 1 43 16,-4-1 77-16,1 0 69 0</inkml:trace>
  <inkml:trace contextRef="#ctx0" brushRef="#br0" timeOffset="15249.24">3092 5910 834 0,'0'11'322'15,"-1"2"-27"-15,1-1-8 0,-3 3-19 0,3 2-19 16,0 1-32-16,0 2-7 0,0-2-26 0,0-1-10 16,3 0-28-16,0 1 18 0,2-1-41 0,-2-3-5 15,4 1 2-15,-3-3-25 0,5 1-3 16,-1-3-15-16,1-2-65 0,2-1-4 0,0-4 2 16,2-2 3-16,-3-1-3 0,4-1-2 0,-1-2 0 15,1-4 12-15,-3-1-2 0,-1-2-8 16,3-5 13-16,-3-2-5 0,-3-4-5 0,-4 1 13 15,2-4 61-15,-5 2-3 0,-3 1 3 16,3-1-7-16,-5 3 9 0,2 2-2 0,-1 0-15 16,-2 1 0-16,-1 1-31 0,-4 5 15 0,1 0-15 15,-3 3 2-15,-4-1-7 0,3 3 0 0,0 2-8 16,-3 3-12-16,0 0 4 0,-1 2-2 0,2 1-13 16,-1 0-15-16,3 0-13 0,1 2-51 0,2-3-29 15,1 4-45-15,4-2-62 0,3 0-92 16,3-1-586-16,0-3 117 0,12 4 44 15,-5-4 80-15,7-4 55 0,-3 1 50 0</inkml:trace>
  <inkml:trace contextRef="#ctx0" brushRef="#br0" timeOffset="15532.57">4066 5309 1016 0,'0'0'353'0,"0"0"0"0,0-9-35 16,0 9-27-16,3-5-9 0,-3 5-31 16,7-7-41-16,1 4-16 0,2 2-7 0,3-5-38 15,4 3-14-15,0-4-22 0,3 5-39 0,-1-4-33 16,3 3-15-16,-4-1-65 0,-1 1-50 15,0 3-42-15,-3-3-38 0,-1 2-107 0,-2 1-357 16,0 4-55-16,-2-3 35 0,-6 1 85 0,1 4 56 16</inkml:trace>
  <inkml:trace contextRef="#ctx0" brushRef="#br0" timeOffset="15715.33">4148 5485 808 0,'-7'3'343'0,"4"1"-15"0,3-4 7 16,-4 4-53-16,4-4-29 0,0 4 14 0,0-4-78 15,0 0-7-15,0 0-21 0,0 0-18 16,14 3 1-16,-4-3-22 0,1-2-11 0,3 1-4 16,-1-2-10-16,5-1-2 0,-2 3-18 0,2-5 2 15,-2 4-25-15,1-3-11 0,-4 2-60 0,2 2-68 16,-2-6-117-16,1 6-500 0,-3-5-60 0,-1 4 60 16,0-4 68-16,-3 0 78 0,-1 1 34 15</inkml:trace>
  <inkml:trace contextRef="#ctx0" brushRef="#br0" timeOffset="16499.04">6302 4542 875 0,'0'-6'371'16,"0"6"-115"-16,0-7-20 0,0 7-44 0,-3-4-16 16,3 4-7-16,0 0-28 0,0 0 5 0,0 0-13 15,10 20-23-15,-7-6 5 0,1 2-10 0,2 2-8 16,0 2-2-16,2 3-13 0,2 1 8 0,-3 0-11 16,1 1-5-16,1 1-28 0,1 0-30 15,-3-1-45-15,1 6-58 0,-2-6-59 0,-2 0-253 16,5 0-364-16,-5 0 100 0,3-6 47 0,-4 2 63 15</inkml:trace>
  <inkml:trace contextRef="#ctx0" brushRef="#br0" timeOffset="16748.75">6127 5235 967 0,'0'0'330'0,"-9"1"-15"0,9-1-38 0,0 0-24 16,0 0-23-16,0 0-20 0,0 0-18 15,30-7-25-15,-13 4-6 0,4-2-28 0,6 0 5 16,7-2-25-16,1-2-16 0,2 1-7 0,3 0-21 16,9-5-15-16,-4 3-21 0,-8 3-46 15,4 3-41-15,-4-1-58 0,0 1-93 0,-6 1-230 16,-3 3-351-16,-4 0 110 0,-6 4 59 0,-5-4 49 15</inkml:trace>
  <inkml:trace contextRef="#ctx0" brushRef="#br0" timeOffset="17231.79">6230 5642 1016 0,'-4'-8'350'0,"4"3"-25"0,0 5-30 16,0-8-39-16,0 8-18 0,1-8-28 0,2 5-16 15,-3 3-17-15,7-6-21 0,0 6-2 0,-7 0-32 16,13 5-6-16,-6-4-9 0,4 6-7 16,-4-2-16-16,3 7-4 0,3-4-14 0,-6 3-4 15,0 3-19-15,-1 3 9 0,-3-1-4 16,2 1-9-16,-5 0-4 0,-5 2-1 0,2-1-1 15,-7 3-2-15,0-2 2 0,-4 2-2 0,1 0-11 16,-5 1 6-16,2-5-6 0,-2-2 1 16,-5-1 4-16,6-1-4 0,-4-2 4 0,1 1-7 15,-1-3-72-15,4-5 8 0,3 1 29 0,0-4-7 16,-2-1 1-16,6-1 11 0,-1-3-9 0,1 0 72 16,0-2 1-16,2 2-4 0,2-2-12 0,2 1 13 15,4 0-19-15,-3-2-1 0,3-1 6 16,3 2-6-16,-2-1-17 0,5 1 4 0,0-1 7 15,3 2 0-15,3 1-5 0,-2-1 0 0,5 3-11 16,1 0 9-16,2 2 2 0,2 0-11 16,0 2 14-16,1 0-16 0,0 4 0 0,2 0 23 15,1-1-20-15,-3 3-3 0,0 2-20 0,-1 1-29 16,-2-1 0-16,1-1-53 0,-5 1-31 16,0-1-53-16,0-1-132 0,0 0-544 0,0 2 86 15,-1-3 47-15,-3-1 94 0,1-4 64 0,-2-2 52 16</inkml:trace>
  <inkml:trace contextRef="#ctx0" brushRef="#br0" timeOffset="17848.43">6699 5563 854 0,'0'0'369'0,"0"0"-29"0,0 0-27 0,0 0-39 16,0 0-21-16,0 0-23 0,0 0-2 15,0 29-36-15,0-18-102 0,3 3 5 0,0 3-8 16,-3-1-6-16,4 1-4 0,-4 2-13 0,3 2-15 16,0-2 2-16,-2 1-7 0,2 0-32 15,-3-1-17-15,3-1-20 0,0 2-19 0,-2-5-48 16,1 0-21-16,3-2-15 0,-2-3 36 0,-3 0-28 16,1-4-11-16,2-2-30 0,0 0 18 15,-3-4 33-15,0 0 2 0,0 0 44 0,3-14 0 16,-3 6 39-16,0-3 20 0,-3-5 33 0,3 0 28 15,-3-2-7-15,2-1 38 0,-1 0 10 0,2 1 10 16,0 0 14-16,0 3-11 0,0 3-18 0,0-1 5 16,0 1 6-16,2-1-29 0,-2 5 0 15,0-1-20-15,1 2 5 0,2 4 0 0,0-1-13 16,-3 4 2-16,13-2-9 0,-13 2 2 0,15 5-16 16,-6-1 26-16,2 3-28 0,0 0-10 15,1 3 15-15,0-2-17 0,1 3 12 0,1 1 0 16,-1-4-13-16,0 1 8 0,-2 1-5 0,2-3 7 15,2 1-2-15,-5 0-8 0,0-6 3 16,4 4 2-16,-4-5-2 0,4-1 8 0,-1 0-3 16,0-1-8-16,2-5 5 0,1-1-2 0,-2-1 0 15,0-2-16-15,3-1 14 0,-4-5-9 0,2-2 13 16,-5-3-9-16,4-6-1 0,-4 0-8 0,0-5 24 16,-4 1-9-16,2-1-6 0,-2 6-6 15,-2-1 0-15,2 5 0 0,-2 4 20 0,-1 0-15 16,1 1-2-16,-3 6 2 0,2 0-8 0,-3 6 13 15,3 0-2-15,-3 5 23 0,0 0-23 16,0 0-1-16,4 25 9 0,-1-8 4 0,0 1-2 16,0 3-3-16,0 3 11 0,5 1-13 15,-5 0 2-15,1 0 6 0,2 1-16 0,-2-1-10 16,3 5 10-16,3-1-46 0,-3-4-31 0,-1-1-15 16,1-3-97-16,4 0-103 0,-4-3-540 0,6-2 93 15,-2-4 58-15,-4-5 59 0,2-2 67 16</inkml:trace>
  <inkml:trace contextRef="#ctx0" brushRef="#br0" timeOffset="18748.09">7977 4351 1031 0,'0'0'294'0,"0"0"-27"16,10-5-17-16,-10 5-24 0,17-3-19 0,-4 2-23 15,5 0-25-15,3-4-28 0,-1 5-3 0,7-2-11 16,1-3-22-16,2 2 2 0,-2 2-15 16,-1-4 0-16,1 2-13 0,-1-1-28 0,-4 2-5 15,-2 0-28-15,-3-1-21 0,-2 1 15 0,-2 1-9 16,-4-2-24-16,0 3-2 0,-3-4-39 0,-7 4 18 16,8-3-4-16,-8 3-12 0,0 0 22 15,0 0 4-15,-18-1-2 0,18 1 3 0,-21 0 27 16,5 0 9-16,-5 3 9 0,1-2 14 0,-1 3 12 15,-9 0-10-15,2 2 20 0,0 0 0 16,-2-1 11-16,2 2 0 0,4 0-8 0,-2 0 28 16,5 1-33-16,0 1 5 0,4-1-6 0,3 0-1 15,1 2-1-15,-1 1-5 0,4 2 3 0,3-1-6 16,4 2-4-16,-1-2 2 0,5 2 2 16,2 3-4-16,3-2 2 0,8 3-8 0,0 0 24 15,3 4-19-15,7-3 16 0,0 2 0 0,3-3-13 16,1-1 8-16,2-1-3 0,8 8 0 15,-4-9 8-15,-3 1-18 0,13 3 0 0,-13-4 5 16,0 0-8-16,-1-1-7 0,-3 1 2 0,-5 2 3 16,1 0 2-16,-6-1-7 0,0 1 12 0,-3 1 6 15,-3 1-13-15,-1 3-6 0,-4 2 6 0,-3 1 66 16,-3 1-12-16,-2 2-8 0,1 4 7 16,-5 3 1-16,-4 10 0 0,-4 0-16 0,0 4 5 15,-3-2-25-15,3-4 15 0,-3-1 8 16,0 0-16-16,3-9 11 0,-6 4-11 0,3 4-5 15,-1-8 3-15,8-4-10 0,-3 0 2 0,-1 1 5 16,1-4-7-16,2 3 5 0,1 0 2 0,0-1-15 16,3-3-3-16,0-3 8 0,0 1-5 15,4-4-18-15,-1-2 10 0,4-1 29 0,-3-5-47 16,6 6 16-16,-6-4-11 0,6-4-30 0,1 2 89 16,2-2-30-16,-2-1 12 0,6 0 13 15,4-1-23-15,3 0 1 0,0-3 1 0,4 1 9 0,6-3-21 16,1 0 0-16,2 1 2 0,-2-2 1 15,6-1-9-15,-3 0 27 0,3 0-6 0,0 0-5 16,-3 0-18-16,3 0 3 0,0-1 5 0,-4 2-5 16,1-2 7-16,-3 1 1 0,-4 0-21 15,0 0 13-15,-1 0 5 0,-2-3-18 0,-7 3 10 16,3 0-3-16,-4 0-19 0,-2 0 12 16,-1 0-13-16,-10 0-2 0,14 0-8 0,-7 3-52 15,-7-3-89-15,3-3-84 0,-3 3-200 0,0 0-512 16,0 0 123-16,-21-2 69 0,15 0 75 0,-4-4 63 15,-4 3 62-15</inkml:trace>
  <inkml:trace contextRef="#ctx0" brushRef="#br0" timeOffset="20153.72">9368 4817 744 0,'0'0'305'0,"-10"1"-36"0,10-1-13 0,0 0-28 16,0 0-24-16,-14-1-17 0,14 1-10 0,-7-6-16 16,7 6-2-16,-3-4-24 0,-1 0 6 15,1-2-5-15,0 1-3 0,0-3-20 0,3 0-24 16,-4-1 1-16,4 1-3 0,0-4-8 0,0 1-46 16,0 3-15-16,-4-3-15 0,8 3 7 15,-4-4 11-15,1 1-19 0,2 3-4 0,0 0 9 16,0-1 11-16,-2 4-10 0,5 0-3 15,-3 1-10-15,4 2 10 0,-7 2 13 0,17 2-13 16,-7 4-15-16,1 2 17 0,2 3-9 0,2 3 17 16,-5 4-7-16,3 3-5 0,1 0-3 0,-4 5 2 15,0 2 8-15,-3 0-17 0,-3 4 19 0,-1-4 55 16,-3 1-8-16,-3 0-5 0,-1 3 12 0,-3-1-7 16,-3-4 2-16,0 0-27 0,-1 2 2 15,-5-5 5-15,2-2-1 0,3-1-1 0,-2-5-8 16,-1-3-1-16,4-1-12 0,-4-2 26 15,4-3-14-15,0-6 11 0,3 1-7 0,-4-4-4 16,2 1 1-16,2-5-5 0,-1-2-6 0,2 1-2 16,2-1-3-16,1-1-4 0,0 1-1 15,0 0 16-15,3 2-16 0,0-1 10 0,3-1-12 16,0 2-3-16,0-2 5 0,4 2-2 0,0 1 7 16,3-1-2-16,-3 5-10 0,7 0 2 0,-3 1-5 15,5 0-3-15,-2 1 6 0,2 2 2 16,2 1-3-16,0 4 4 0,-2-4-6 0,2 5-23 15,1 0-31-15,-1 1-28 0,-1 0-69 0,0-1-133 16,-3 3-569-16,6 0 34 0,-2-1 108 0,-5-5 50 16,1-1 73-16,-4-1 60 0</inkml:trace>
  <inkml:trace contextRef="#ctx0" brushRef="#br0" timeOffset="20764.34">10356 4400 842 0,'0'0'263'0,"-16"13"-9"0,12-5-21 0,-4 7-21 16,2 5 8-16,-1 3-25 0,1 8-21 15,2 2-13-15,0 2 0 0,-2 3-5 0,5 0-28 16,1 4 6-16,0 13 34 0,4-2-9 0,-1 2-26 16,4-3-2-16,3-2-24 0,0-1-12 15,1 0-28-15,2-5-24 0,2 3-17 0,2-6-62 16,3-3-23-16,0 0-64 0,-2-12-153 0,2-2-531 15,-3-5 103-15,1-5 34 0,-2-7 86 16,-2-5 47-16</inkml:trace>
  <inkml:trace contextRef="#ctx0" brushRef="#br0" timeOffset="21214.51">10729 4772 1082 0,'-17'12'333'0,"13"-5"-34"16,-3 2-37-16,4 1-14 0,0 1-31 0,2 3-30 16,-2 1-13-16,3-2-15 0,0 6-13 0,3-1-21 15,-2-1-4-15,2 0-34 0,4 0 0 16,-3-1-10-16,2 1-8 0,1-4-5 0,0 0-3 16,3-1-17-16,0 0-3 0,-3-8 2 0,7 3-10 15,-4-5 1-15,3 1-11 0,1-6-3 16,-4-1-10-16,5-3 13 0,1-1 0 0,-2-3-15 15,0-3 2-15,-4-5 8 0,1 1-7 0,-2-6 12 16,-2-1-11-16,-3-6 9 0,3-2-3 0,-7 5 2 16,-3-4 11-16,-1-1 5 0,3 7 5 15,-5 1-11-15,-1 0 14 0,0 4 5 0,-3 3-1 16,3 2-9-16,-3 4 2 0,0-1 5 0,-4 5-18 16,1 0 0-16,-1 5-13 0,3 2 3 15,-3 2 5-15,1 2 0 0,-4 6-10 0,6 3 5 16,-5 0-3-16,5 3-4 0,1 2-4 15,3 0 11-15,4-1-8 0,-1 1 1 0,4 1-1 16,0-1-7-16,4 1-62 0,0 1 18 0,5-3-5 16,1 2 10-16,2-2-5 0,4 0 0 0,1-4 0 15,0 2-51-15,4-3-44 0,0-3-30 16,-1 3-67-16,4-1-192 0,0-4-379 0,-3 1 93 0,-2-2 42 16,-1-2 91-16,-2-2 51 0</inkml:trace>
  <inkml:trace contextRef="#ctx0" brushRef="#br0" timeOffset="21531.24">11143 4935 931 0,'0'0'292'0,"-1"10"-80"0,-2-2-35 0,0 0-11 16,-1 6-2-16,1-3-23 0,2 3 2 0,-2 2-20 16,0 0-8-16,3 2-17 0,0-2 4 0,0-3 3 15,0 4-15-15,3-2 2 0,0 2-5 0,-2-2-5 16,6 1-5-16,-4-4-13 0,1 1-8 15,5-5 0-15,-5 0-2 0,3-1-5 0,3-3-14 16,0 1 11-16,0-4-2 0,-2-1-11 0,5-4 13 16,-3 1-15-16,1-4-13 0,-1-1 10 15,0-2 0-15,1-4-7 0,-5 0-3 0,1-7 2 16,-4 2 3-16,0-1-2 0,-3-1-11 16,-3-1 0-16,3 4 8 0,-6-1 15 0,2 2-20 15,-2 1 5-15,-1-1-5 0,-1 4 2 0,-2 1-10 16,-2 4 3-16,0-1-3 0,-1 1-7 0,2 2-16 15,-2 5-8-15,3 0-58 0,-1 1-52 0,1 0-102 16,1 0-302-16,5 2-200 0,-3 0 34 0,7-2 78 16,0 0 70-16</inkml:trace>
  <inkml:trace contextRef="#ctx0" brushRef="#br0" timeOffset="21730.44">11662 4875 1072 0,'17'-8'346'0,"0"2"-29"0,0 2-48 0,0 0-44 16,0 1-66-16,0-4-85 0,1 5-66 16,-1-4-159-16,3 5-484 0,-3-5 3 0,1 3 71 15</inkml:trace>
  <inkml:trace contextRef="#ctx0" brushRef="#br0" timeOffset="21914.3">11805 4611 860 0,'-3'10'332'0,"3"0"-17"0,0 2-8 0,3 4-40 16,-3 0-27-16,3 1-22 0,2 2-16 0,1 4-20 15,-2-3-26-15,2 4-15 0,-2 1-34 16,3 0-45-16,0 0-55 0,0-2-68 0,-1 1-170 16,1 1-496-16,4-4 34 0,-5 0 58 0,1-6 77 15</inkml:trace>
  <inkml:trace contextRef="#ctx0" brushRef="#br0" timeOffset="22398.19">12185 4591 865 0,'-3'18'320'16,"3"-11"-29"-16,-4 2-24 0,1 2-37 0,2 3-18 16,1-1-7-16,0 2-26 0,-3 0-20 0,6 3-23 15,-3-1-13-15,4 1-6 0,0-1-4 0,3-1-21 16,-1 0-2-16,-2-2-6 0,5 2-7 15,-1-6-13-15,2 1 0 0,0 0-10 0,1-2-16 16,2-5 6-16,1 1-3 0,0-5 2 0,-1 1-4 16,4-2-4-16,1-6-6 0,-2 2-1 15,-1-1-3-15,1-6 1 0,-2-1-3 0,-3-3-3 16,1-7 1-16,-4 0 2 0,-5-2-3 0,1-3 1 16,-4 2 10-16,-4-4-14 0,1 5 22 0,-4 0-31 15,0 5 9-15,0-4 4 0,-2 7 7 16,1-2-15-16,-2 5 5 0,0 3 5 0,-4 2-5 15,4 3-8-15,-7 0 5 0,6 2 8 16,-6 2 8-16,4 4-8 0,-1 1 0 0,0 4-13 16,-2 2 3-16,1 0-8 0,5 2 11 0,-1 4 7 15,2 0-18-15,5 1-5 0,-2 2 8 0,2-2-6 16,4-3 3-16,0 2 8 0,1 0 8 0,5 1-4 16,-2-3 1-16,5 1 3 0,2-3 4 15,2 2-7-15,2-3-7 0,1-1-1 0,2-2-36 16,1 2-7-16,3-3-90 0,1-1-41 0,-3-2-135 15,1-2-477-15,3 0-2 0,0-2 56 16,-7 0 95-16,4-5 51 0,-5-1 69 0</inkml:trace>
  <inkml:trace contextRef="#ctx0" brushRef="#br0" timeOffset="22580.96">12701 4718 906 0,'0'7'373'0,"0"2"-35"0,4 0-15 15,-4 1-14-15,0 4-42 0,3-3-91 0,-3 3-20 16,0 1-10-16,4 0-15 0,-4 1-6 0,3 0-12 16,0 1-13-16,1-2-36 0,-1 2-54 0,0-4-15 15,-3-1-82-15,4 1-69 0,-4-1-282 16,7-4-315-16,-3 1 116 0,2-3 30 0,-2-3 60 16</inkml:trace>
  <inkml:trace contextRef="#ctx0" brushRef="#br0" timeOffset="22798.95">12931 4421 985 0,'0'0'397'0,"6"-3"-44"16,-6 3-25-16,0 0-31 0,17 3-41 0,-10 4-13 15,6 1-10-15,2 6-24 0,1 2-6 16,8 2-47-16,-3 2 0 0,10 11-15 0,-3 0-18 15,2-4-13-15,-6-2-13 0,9 7-28 0,-9-7-13 16,-3-7-50-16,-3 6-32 0,2-5-28 16,-3 1-64-16,-4-4-140 0,2 0-546 0,-5-3 21 15,-3-3 94-15,-1-1 72 0,-3-4 49 0</inkml:trace>
  <inkml:trace contextRef="#ctx0" brushRef="#br0" timeOffset="23064.3">13262 4296 965 0,'0'0'322'0,"-7"-3"-33"0,7 3-35 0,0 0-6 16,-14 10-28-16,8-2-20 0,-5 6-19 0,4-4-12 15,-6 6-12-15,2 3-1 0,1-1-41 16,0 4 8-16,-4 3-34 0,1 1-7 0,-1-1 13 15,1 2-3-15,2 2-13 0,-3-3-9 0,4 1-6 16,0-1-6-16,-1-4-24 0,1 2-42 0,4-3-41 16,-2 2-76-16,2 0-139 0,2-7-537 0,4 1 84 15,0-2 34-15,0-5 89 0,4 1 59 16</inkml:trace>
  <inkml:trace contextRef="#ctx0" brushRef="#br0" timeOffset="23413.88">13429 4996 854 0,'10'-14'341'16,"4"0"-26"-16,-4 5-26 0,-3-4-23 16,4 1-38-16,-1-2-13 0,-4 1-8 0,5-6-30 15,-1-1-18-15,-3 2-24 0,-1-3 4 0,2 2-29 16,-4 2-16-16,-1 2 34 0,3 0 3 0,-6 5-44 15,1-1 0-15,2 3 5 0,0-1-7 16,-3 1-1-16,0 2-12 0,0 6-11 0,-3-2 3 16,3 2-18-16,0 0 3 0,0 0-3 0,-10 11 2 15,6-3-17-15,1 0 2 0,0 3-7 16,-2 2 7-16,2-1-10 0,3 1 0 0,0 2-7 16,0-4 4-16,0 4-2 15,3 0-5-15,-2-2 10 0,3 0-8 0,2-1-12 0,-2 2 12 16,2-3 3-16,-2-2-2 0,5 0-11 0,-1-2-10 0,2 0-47 15,0-1-50-15,1-6-57 0,-1 0-130 16,3 0-594-16,1-4 112 0,-4 1 37 0,5-6 68 16,-5 0 55-16,-1-5 76 0</inkml:trace>
  <inkml:trace contextRef="#ctx0" brushRef="#br0" timeOffset="23548.66">13696 4325 995 0,'0'0'325'0,"-3"-8"-51"16,3 8-56-16,-3-6-70 0,3 6-66 0,-4 0-87 16,4 0-584-16,0 0 6 0,0 0 27 15</inkml:trace>
  <inkml:trace contextRef="#ctx0" brushRef="#br0" timeOffset="23881.35">14257 4618 924 0,'-10'-1'396'0,"10"1"-40"0,0 0-33 0,0 0-21 16,0 0-31-16,0 0-30 0,0 0-16 0,0 0-38 15,0 0-8-15,0 0-2 0,34-4-37 16,-24 4-12-16,7-2-5 0,-3 2-10 0,6 0-11 16,-3-1-30-16,4 0-24 0,-4 1-50 0,6-3-26 15,-2 0-75-15,-4 3-58 0,4-3-251 0,0 3-412 16,-2-4 122-16,-1 0 32 0,0-2 55 0,-2-2 65 15</inkml:trace>
  <inkml:trace contextRef="#ctx0" brushRef="#br0" timeOffset="24264.22">14657 4216 944 0,'0'0'269'0,"0"0"-26"0,6 18-18 0,-5-10-20 15,5 1-21-15,-3 0-15 0,5 1-18 0,-2 4 0 16,1-5-15-16,3 2-21 0,-2 2-5 0,2-4-20 16,3 1 12-16,-5-1 8 0,5-1-25 15,-3 0 12-15,1-2-25 0,-1-2-11 0,4 3 1 16,-4-6-16-16,0 4 2 0,1-5-7 0,1 0-8 16,-2-5 11-16,-2 2-3 0,2-3-13 15,-3-1-2-15,-1-2-1 0,2-3-9 0,-1-2-11 16,-4-1 5-16,0-2 13 0,0 0-8 0,-2 1 8 15,2-1-7-15,0 5 14 0,-3-1 1 16,0 2-21-16,3 1 3 0,-3 2 0 0,0 2-5 16,0 4-3-16,0 2 10 0,0 0-12 0,0 0 20 15,0 0-3-15,-13 16 1 0,7-5-3 0,2 4-6 16,-3 1 6-16,3-2-2 0,-2 5-14 16,2 1 11-16,-2 2 0 0,2 2 10 0,-3 1-10 15,4 0-16-15,-1 1-10 0,1 2-69 0,3 2-66 16,-4 4-203-16,4-7-483 0,1 0 102 0,2-2 46 15,0-2 66-15,1 1 83 0</inkml:trace>
  <inkml:trace contextRef="#ctx0" brushRef="#br0" timeOffset="24581.12">15084 4854 918 0,'4'-4'410'0,"2"-4"-57"16,1 1 6-16,0-2-57 0,0 0-26 15,-1 1-28-15,1-8-15 0,0 2-25 0,0-4-22 16,-3 2-24-16,2-4-11 0,-2-5-21 0,-1 6 21 16,-3-2-25-16,3 3-21 0,-6 1 10 15,3 1-2-15,0 3-19 0,3 1-4 0,-3 0-6 16,0 1-22-16,0 4 17 0,-3 3-23 0,3 0 1 16,0 4-1-16,0 0 5 0,0 0-17 0,0 0-18 15,-17 13 2-15,14-5 23 0,-1 1-26 16,1 1-17-16,3 4 28 0,-1-3-5 0,1 3-6 15,1-3-17-15,2 0 10 0,1 2 2 16,3 2 6-16,-1-4-3 0,1 3 0 16,0-4-5-16,4-2-23 0,2 2-11 0,-2-2-30 0,2-1-110 15,4 0-31-15,-4-4-191 0,1-3-526 0,0 0 36 16,-1-3 149-16,-2-2 38 0,-1-6 80 16,-3-2 55-16,0-2 60 0</inkml:trace>
  <inkml:trace contextRef="#ctx0" brushRef="#br0" timeOffset="24698.12">15309 4353 796 0,'-3'-7'273'0,"0"4"-29"0,-1 1-14 0,1-3-51 15,3 5-74-15,-7-7-41 0,6 6-143 16,-2-2-326-16,3 3-173 0,-3-4 28 0</inkml:trace>
  <inkml:trace contextRef="#ctx0" brushRef="#br0" timeOffset="25014.94">15556 3828 1034 0,'0'0'271'0,"14"6"-15"0,-4-2-8 16,0 4-5-16,7 7-28 0,0 3-10 0,4 4-8 15,6 12-5-15,0 1-20 0,-2 1-26 16,-2 4 30-16,-2-1-32 0,3 2 4 0,-5 1-17 16,-4 3-26-16,-2 2-11 0,-2 2-2 0,-4 1 1 15,-1 0 1-15,-9-6-43 0,0-5 36 0,-4 11-23 16,-1 0 11-16,-5-1-29 0,-4-4 15 16,-3 3-15-16,-4-7-7 0,-1 0 20 0,-2-6-31 15,0 0 8-15,0-1-16 0,0-1-12 0,3-11-3 16,6 0-87-16,-2-2-67 0,3-5-91 0,0-1-648 15,0-1 102-15,3-4 56 0,3 1 62 16,-2-2 72-16,2-2 53 0</inkml:trace>
  <inkml:trace contextRef="#ctx0" brushRef="#br0" timeOffset="26900.48">9771 4442 982 0,'4'-6'295'0,"-4"6"-21"0,4-2-21 16,-4 2-38-16,0 0-13 0,0 0-17 0,0 0-1 15,0 0-5-15,0 0-15 0,-14 11-21 16,7-2 3-16,-7 7-15 0,-3 6-19 0,-7 11-73 16,-3 2 12-16,-1 2 0 0,-3 2-15 0,-3 3 13 15,-6 8-16-15,-1 0 3 0,-1 1-3 16,2-1-10-16,2 5 10 0,7-14-10 0,-2 2-18 15,5 2-17-15,0 1-45 0,-2-1-109 0,-7 12-231 16,12-9-399-16,-5-7 105 0,5-3 49 0,-6-1 71 16,-2-8 61-16</inkml:trace>
  <inkml:trace contextRef="#ctx0" brushRef="#br0" timeOffset="27680.36">6555 5397 650 0,'0'0'274'0,"0"-5"-36"0,0 5-41 0,0 0 5 0,0 0 5 16,0 0-28-16,-7 19-28 0,0-4 77 15,3 1-8-15,-6 3-25 0,4 5-11 0,-9 4-17 16,-1 12 12-16,-5 0-31 0,0 2-91 0,-1 1 4 16,0 0 3-16,-5 2-15 0,3-2-1 15,-4 1 3-15,2-1 6 0,-2-1-14 0,-3-2 11 16,4-1-3-16,0-3-23 0,-1-1 6 0,4-2-4 15,0-4-1-15,8-10-14 0,-5 4 5 16,7-4-9-16,-3-1-47 0,4 1-28 0,-2-6-49 16,5 2-130-16,0-3-525 0,0 0 44 0,3-3 38 15,1-2 69-15,5-5 54 0</inkml:trace>
  <inkml:trace contextRef="#ctx0" brushRef="#br0" timeOffset="28431.04">16653 4150 1123 0,'-3'-4'287'0,"3"4"-39"16,0 0-12-16,-7-4-29 0,7 4-5 0,0 0-17 15,13-8-29-15,-6 3-3 0,3 2-9 16,4-2-29-16,3 2-15 0,4 1-54 0,-1-1-39 16,0-1-78-16,1 1-114 0,0 3-544 15,-1-2 68-15,-2 2 45 0,-1 0 73 0</inkml:trace>
  <inkml:trace contextRef="#ctx0" brushRef="#br0" timeOffset="28597.84">16869 4284 1026 0,'0'0'297'0,"-3"2"-26"0,3-2-28 15,0 0-23-15,0 0-15 0,9 7-8 0,1-7-35 16,4 2-16-16,3-4-47 0,4 2-55 16,3 0-67-16,4-1-103 0,5-3-273 0,2 1-302 15,2-4 89-15,3 0 36 0</inkml:trace>
  <inkml:trace contextRef="#ctx0" brushRef="#br0" timeOffset="28848.41">18250 3513 1067 0,'0'0'310'0,"0"0"-34"0,6 15 34 16,-6-5-29-16,-3 3-14 0,3 3-19 0,0 5-36 16,-3 0-7-16,3-2-26 0,3 6-10 0,-3 0-23 15,3 3-5-15,-3 0-21 0,1-2-10 16,-1 2-23-16,3 1-48 0,0-3-37 0,-3 2-79 16,3 1-74-16,-3-1-297 0,4-2-373 0,-4-1 112 15,3-4 54-15,-3-3 56 0,0-1 79 0</inkml:trace>
  <inkml:trace contextRef="#ctx0" brushRef="#br0" timeOffset="29097.62">18024 4278 847 0,'0'0'330'0,"0"0"-5"0,0 0-54 0,0 0-30 16,0 0-16-16,0 0-12 0,27-3-29 0,-10-1-15 15,0 0-23-15,4-2-18 0,6 1-8 0,1-1-2 16,3-2-16-16,3 1-12 0,3 0-1 0,0-1-14 16,-2 1-14-16,3 3 13 0,-1-5-5 15,-3 4-25-15,-3 1-3 0,0 1-28 0,-7 1-36 16,-1 2-34-16,-5 0-42 0,3 6-68 0,-11-3-148 16,0 3-471-16,0 2 100 0,-6 0 34 15,-4 0 55-15,-4 2 70 0</inkml:trace>
  <inkml:trace contextRef="#ctx0" brushRef="#br0" timeOffset="29347.38">18113 4693 803 0,'0'0'341'0,"0"10"-9"0,0-3-40 15,3 1-26-15,-3 3-25 0,3 3 10 0,0 2-39 16,-2 3-9-16,3 0-14 0,-1 4-18 0,0 0-9 16,-3 1-32-16,1 1 6 0,-1-4-36 0,0 7-5 15,-1-2-21-15,1-1-8 0,-3 0-27 16,0 0-47-16,-1-4-46 0,4 0-33 0,-4-5-43 16,1 1-67-16,0-6-108 0,3-3-463 0,-1 1 69 15,-2-4 47-15,0-5 71 0,3 0 63 0</inkml:trace>
  <inkml:trace contextRef="#ctx0" brushRef="#br0" timeOffset="29780.51">18075 4746 1251 0,'0'-5'343'0,"0"-1"-36"0,3 2-28 16,-3 4-30-16,0 0-9 0,0 0-20 0,0 0-25 16,10 10-70-16,-2-5 8 0,-2 3-33 0,1 5-10 15,3-2-6-15,-2 3-4 0,2-2 2 16,0 2-3-16,1 3-15 0,-1-2 0 0,0-4-5 15,3 3-11-15,-3-3 4 0,1 3-9 0,0-5-4 16,1-1 9-16,-1 0-9 0,0-4-4 16,2 1-22-16,-2-3 15 0,-1-2-7 0,3 0-1 15,1-2 3-15,-1-4-2 0,2-1 2 0,-2-3-15 16,-3-1 4-16,4-5 9 0,-4-7-13 16,4-3 9-16,-7-2 1 0,3-1-2 0,-4 1 2 15,2 3 2-15,-2 1 8 0,-2 7-28 0,-1-1-5 16,0 2 20-16,1 0 21 0,-1 4-18 15,1 1 3-15,-1 1-3 0,-2 2-6 0,2 3 14 16,-3 3-5-16,0 2-11 0,0 0-5 0,6 10 13 16,-5 3-5-16,-1-1-6 0,3 5 14 0,0 6-14 15,0 2-1-15,1 2 6 0,3 5 34 16,0 2-46-16,0 15 11 0,2-1-14 0,-1 1 1 16,-1-7 12-16,-4-9-5 0,4 2 3 0,-1-3-6 15,2-2 6-15,-1 1 5 0,-1-8-3 0,-2-3-10 16,2-3 8-16,-2-2-21 0,0-1 8 15,2-3-21-15,-2-3-30 0,-1-2-98 0,0-3-199 16,1-2-551-16,-4-1 116 0,0 0 48 0,0 0 80 16,3-18 76-16,-7 7 44 0</inkml:trace>
  <inkml:trace contextRef="#ctx0" brushRef="#br0" timeOffset="30746.77">19480 3481 609 0,'-14'0'258'16,"14"0"-40"-16,0 0 74 0,-9 3-39 0,9-3-15 16,0 0-20-16,0 0-24 0,0 0-10 15,24 2-20-15,-11-2-10 0,4-1-8 0,3 1 2 16,4-1-25-16,1-2-10 0,5 0-83 15,1 1-1-15,6-3-6 0,1 2-3 0,-1-2-2 16,2 2 5-16,-6-1-13 0,-5 1-15 0,-2 2-13 16,-5-1-33-16,0-2 10 0,-4 4-13 15,-3-1-4-15,-7 1 4 0,2 0 5 0,-9 0 0 16,0 0-2-16,0 0-8 0,0 0 13 0,0 0 3 16,-33 6 22-16,19-4-12 0,-7 1 23 0,0 1 0 15,-5 0 20-15,-1 2 8 0,2 0 0 0,-2-1 25 16,0 2-4-16,2-2-9 0,5 3 6 15,-4 0-10-15,7-3 4 0,0 2-4 0,3 3 2 16,-2-3-10-16,6 1 8 0,2 5-3 0,1-5 13 16,4 2-8-16,0 1 10 0,0 1-20 15,6-1 8-15,0-1-6 0,4 5 8 0,4-1-2 16,-1-1-6-16,6 1 9 0,2 1-4 0,-1 2-12 16,6-1 20-16,-2 1-20 0,3 0 7 15,-4 1-4-15,4 0 2 0,-3 0-5 0,0 3-8 16,-1-4 0-16,-2 3 8 0,-2 1 7 0,-2-2 3 15,-4 1-2-15,0 2-4 0,-2-4 14 16,-5 6-15-16,0-2 9 0,-3 2-2 0,-3-2 77 0,0 3-8 16,-5 0-15-16,-2 4 2 0,-3-3-12 15,-1 2 5-15,1-3-21 0,-2 4 20 0,-1-4-9 16,1 0-11-16,-1 0-5 0,2 0 0 0,0 0 8 16,-3 0-11-16,4-4 11 0,3 0-8 15,-4-2-2-15,7-1-21 0,0-1 18 0,0-2-5 16,0-1-3-16,1-1-8 0,5-1-1 0,-2-2 1 15,0 0 3-15,3-2-20 0,3 0 10 16,1-1 23-16,2 1-16 0,8 0-2 0,-1-6-7 16,5 4 15-16,2-3-21 0,4-2 3 0,4 0 7 15,5-1 3-15,-2 0-20 0,4-1 20 0,6 0 0 16,-3 1-13-16,2 0-10 0,-6 0-8 16,-3 0-33-16,0-2-69 0,-7 4-33 0,0-1-70 15,-7-1-68-15,0 1-559 0,-7 2-2 0,-3-3 102 16,0 0 65-16,-7 0 63 0,4-7 59 0</inkml:trace>
  <inkml:trace contextRef="#ctx0" brushRef="#br0" timeOffset="31234.07">20649 3577 624 0,'-7'11'269'0,"4"5"-23"0,-4 5-11 16,1 4-5-16,2 9-15 0,-3 0-17 0,3 18-14 15,1-1-13-15,0 4-27 0,3 0-11 0,-3 2-3 16,6-3-17-16,0-1-18 0,0-2-16 0,1-1-64 16,3 0 6-16,3 4-62 0,0-8-46 15,4 3-72-15,-4-3-112 0,8-3-428 0,-5-10 64 16,0-8 29-16,1-6 68 0</inkml:trace>
  <inkml:trace contextRef="#ctx0" brushRef="#br0" timeOffset="31746.66">20964 3836 842 0,'0'0'294'0,"0"0"-28"0,0 0-18 0,-14 10-27 16,11 0-22-16,-1 4-7 0,1 2-30 0,0 2-19 16,-1 6 0-16,4 1-20 0,0 0-10 15,-3 3-24-15,6 0 1 0,0-2 2 0,1-1-18 16,2 1 3-16,1-1-26 0,1-2 0 0,1-1 3 16,2-2-13-16,0 0-5 0,5-5 7 15,-2 0-7-15,3-3 8 0,4-4-11 0,-5-1-2 16,5-4-13-16,0 0 2 0,-1-8-7 0,0 2 5 15,1-6-5-15,-1-4 2 0,4-3 8 0,-3-4-2 16,-4-3-16-16,-3-5 5 0,-1-1-13 16,-2-3 14-16,-4-3 1 0,-1 2-4 0,-5-4-5 15,2 3 9-15,-6 3-12 0,2-2 11 0,-5 1 12 16,-1 3-10-16,-4 5 22 0,1 2-22 16,0 2 20-16,-4 3-12 0,1 0-16 0,-1 2-2 15,-3 5 12-15,-1 2-2 0,-2 2-16 0,3 4 19 16,-4 2-9-16,2 2-14 0,-2 4 25 15,3-1-16-15,-2 6 3 0,0 0 3 0,6 3-3 16,-3-1 8-16,7-1-11 0,2 1 32 0,2 2-24 16,-1-1 18-16,4 0-5 0,3 0-15 0,0 0-6 15,6-3 14-15,1 3-9 0,1-5 11 16,5 2-5-16,7 2 5 0,-3-5-8 0,7 1-7 0,0-2-24 16,1-2-58-16,5 2-64 0,-6-1-108 15,6-2-300-15,1 0-211 0,-3 0 32 0,2 0 103 16,-2-1 51-16,-4-2 62 0</inkml:trace>
  <inkml:trace contextRef="#ctx0" brushRef="#br0" timeOffset="32096.85">21549 4075 880 0,'-11'13'323'0,"1"2"-50"16,3-2-9-16,0-1-23 0,-3 2-6 15,6-2-56-15,-2 5 11 0,-1-2-21 0,4 2-8 16,-1-2-20-16,0 2-3 0,4-1-5 16,0 0-33-16,0 1-3 0,4-5 3 0,0 3-23 15,2 0 12-15,1-3-19 0,0 1-1 0,4-3-11 16,-1-1-6-16,3-1 4 0,4-2-12 0,-3-4 4 16,3 3-25-16,0-5 13 0,3-3-8 15,-2 1-5-15,-1-5-2 0,0 3-1 0,-1-5-2 16,-1-6-3-16,-2 0 6 0,-2-3-8 0,-1 0-3 15,-3-4 5-15,-4-2-7 0,0 4 0 16,-3-1-1-16,-3 1 6 0,0 2-5 0,-1 2 15 16,1-1-8-16,-4 3-10 0,-1 2 6 0,-1 0 7 15,-4 3-13-15,2 2 2 0,0 3-7 0,-2-1 3 16,-1 4-80-16,4 1-5 0,-1 0-59 16,1 0-66-16,1 1-95 0,-2 4-509 0,7-3 94 15,1 3 39-15,0-4 48 0,3-1 97 0</inkml:trace>
  <inkml:trace contextRef="#ctx0" brushRef="#br0" timeOffset="32297.41">22191 4018 1028 0,'17'-2'351'0,"1"-3"-33"0,-2 3-34 0,2-3-33 16,-2 4-54-16,1-1-49 0,-3 1-69 0,4 1-79 16,2-4-130-16,-3 4-528 0,-3-1 31 0,-1 1 41 15,1-2 56-15</inkml:trace>
  <inkml:trace contextRef="#ctx0" brushRef="#br0" timeOffset="32496.59">22229 3771 867 0,'-7'6'320'15,"3"1"-25"-15,4 1-16 0,-3 3-36 0,6 2-21 16,-3 0-30-16,4 4-7 0,-1 4-19 0,1 4-7 16,-1 0-13-16,4 0-34 0,-1 0-32 15,2 4-57-15,-2-4-62 0,-2 0-117 0,6 7-548 16,1-6 8-16,2 1 71 0,-3-5 44 0</inkml:trace>
  <inkml:trace contextRef="#ctx0" brushRef="#br0" timeOffset="32996.35">22772 3770 906 0,'0'0'322'16,"0"0"-17"-16,0 0-42 0,-17 18-22 0,14-10-18 16,-1 7-26-16,-3-1-21 0,4 3-12 0,-1 0-15 15,1 0-9-15,3 0-9 0,-3 3-21 0,3-2-10 16,0 1 0-16,0-2-8 0,3 1-15 16,0-2-16-16,0 0 3 0,1 1-8 0,3-5 3 15,-3-2-10-15,6 1-8 0,-1-2-8 0,2-1 6 16,0-4 4-16,3-1-22 0,2-3 7 15,-1 0-3-15,6-5-14 0,-2-2 12 0,2-1-8 16,-1-3 3-16,-2-3-8 0,1-4-2 0,-1-1 17 16,-1-5-17-16,-3-2-8 0,-4-2 13 15,-3-2-13-15,0-4 0 0,-4 1 0 0,-3 2 8 16,0 4-14-16,-3-6 12 0,0 8 29 0,-5 2-24 16,1 3 1-16,1-1 1 0,-5 5-5 0,-2-1 10 15,-4 6-5-15,-1 1 5 0,-3 2-1 0,2 4 1 16,-2 2-10-16,4 1 5 0,-3 2-3 15,2 2-2-15,1 4 2 0,0 0 3 0,4 3-8 16,2 2 3-16,-2 1-1 0,6 0 21 0,0 0-2 16,0 2-21-16,6 1 8 0,-2-2 5 15,6 2-8-15,-2 1 11 0,6 0 2 0,3 0-3 16,0 0-5-16,4 1-2 0,3-1-5 0,4-2-11 16,3 3-48-16,-1-1-41 0,5-4-59 15,2-3-72-15,-6 0-28 0,1-1-307 0,2-1-222 16,-3-2 50-16,-4-4 85 0,1 0 85 0,-5-2 40 15</inkml:trace>
  <inkml:trace contextRef="#ctx0" brushRef="#br0" timeOffset="33180.97">23268 3896 732 0,'3'5'325'0,"-3"3"-5"0,1 0-34 15,-1 1-2-15,0 3-28 0,0 3-20 0,0 0-29 0,0 3-5 16,0 0-17-16,0 3-24 0,0 0-18 15,0 0-17-15,0 0-78 0,0 0-12 0,0-2 0 0,0 3-21 16,0-2-30-16,0 1-31 0,0-3-120 16,3-1-62-16,-3 2-486 0,3-4 30 0,0-4 44 15,1 2 69-15,-1-9 42 0</inkml:trace>
  <inkml:trace contextRef="#ctx0" brushRef="#br0" timeOffset="33430.01">23582 3525 1016 0,'7'9'294'0,"3"3"-25"0,1 5-29 15,2 4-22-15,5-1-11 0,1 4-25 0,6 9-21 16,2-1-10-16,-1 1-18 0,0 0-10 15,0-3-10-15,-1-2-8 0,-1 1-49 0,0 0-43 16,-3-8-41-16,-1 0-57 0,-3-2-58 16,-1-2-210-16,-1-3-328 0,-5-2 26 0,0-3 84 15,1-2 51-15</inkml:trace>
  <inkml:trace contextRef="#ctx0" brushRef="#br0" timeOffset="33663.22">24002 3381 975 0,'-6'-3'348'0,"6"3"-33"0,0 0-18 16,-13 14-21-16,2-5-35 0,4 4-6 16,-3 7-15-16,-1-2-97 0,-2 7-36 0,0 1 10 15,-1 2-12-15,0 1 2 0,-4 7-18 0,2-1 5 16,-1 2 6-16,-4 4-21 0,7-11-3 15,0 1-2-15,-5 8-6 0,4-6-17 0,2-5-21 0,3 2-48 16,-4-2-77-16,4 3-80 0,3-5-281 16,3-1-287-16,-2-1 87 0,6-7 47 0,-1-2 68 15</inkml:trace>
  <inkml:trace contextRef="#ctx0" brushRef="#br0" timeOffset="34012.75">24115 4138 1123 0,'11'-13'318'0,"2"1"-32"0,-2-1-22 16,-2 1-13-16,-1-1-26 0,2-2-28 0,0-3-33 16,-2 1-16-16,2-4 3 0,-4 2-17 0,1 1-14 15,2 2-15-15,-4 0 10 0,-2 2-2 0,0 2-3 16,-2 3-10-16,2-3-8 0,0 5-21 15,-3 1-9-15,0 1 2 0,0 5-5 0,-6-3-6 16,6 3-12-16,0 0 3 0,-11 4-3 16,1 4-5-16,7 1-13 0,-4-1 13 0,0 6-8 15,4 1 10-15,-5-2-20 0,5 0-3 0,0 2-4 16,3-3-4-16,0 2 14 0,0 0 2 16,0-2-21-16,0 4 6 0,0-7 10 0,6 4-13 15,-1-2 13-15,-2-2-21 0,4 0-17 0,6-1-36 16,-3-1-57-16,1-3-53 0,-1 1-116 0,7-5-517 15,-4-3 16-15,2 0 66 0,1-4 75 0,-2-3 61 16,0-5 54-16</inkml:trace>
  <inkml:trace contextRef="#ctx0" brushRef="#br0" timeOffset="34146.37">24423 3631 739 0,'0'-5'320'0,"0"0"-31"0,0 5-27 16,-3-4-35-16,3 4-47 0,-3-6-60 0,3 6-69 15,0 0-89-15,0 0-259 0,-11 3-351 16,11-3 72-16,0 0 46 0</inkml:trace>
  <inkml:trace contextRef="#ctx0" brushRef="#br0" timeOffset="34363.44">24629 3742 939 0,'13'0'330'0,"-13"0"-30"0,17-3-29 16,-10 2-33-16,6 1-10 0,1-2-34 0,-3 1-17 16,6 0-34-16,0-2-51 0,3 0-28 0,1 1-48 15,-4 1-80-15,7-4-133 0,-3 2-507 16,-1-1 72-16,2 1 40 0,-3-4 50 0</inkml:trace>
  <inkml:trace contextRef="#ctx0" brushRef="#br0" timeOffset="34778.85">25035 3300 982 0,'-3'-6'366'0,"3"6"-20"16,0 0-44-16,0 0-2 0,0 0-27 0,0 23-32 15,3-13-95-15,0 1-13 0,-2 4-10 0,5 2 0 16,-2 1-21-16,3-3 11 0,0 7-34 0,-1-4 8 16,1 2-20-16,4 1 4 0,-4-4-14 15,5 2-4-15,-1-3-6 0,-1-2-1 0,0-1-3 16,1-1-4-16,-1-2-1 0,3-2 0 0,-1 0 11 16,1-5-26-16,-3 2-3 0,1-5 16 15,2-3-25-15,-2-1-14 0,-1-2 13 0,0-2-15 16,1-3-5-16,-2-2-6 0,-2-1 4 0,0-7 7 15,0 1-8-15,-3-1 3 0,2 3 15 16,-2-1 7-16,-1 3 9 0,0 2-3 0,0 2 7 16,-1 3-14-16,0-3-1 0,-2 8 0 0,0-3-12 15,0 7 7-15,0 0 0 0,0 0 10 0,0 0-5 16,-13 23 1-16,9-10-1 0,1 5-2 16,-4 1-14-16,3 2 27 0,-3 4-3 0,4 0-8 15,-1 4-7-15,-2 2 9 0,0 1-6 0,5-3 1 16,-3-1-9-16,1 4-42 0,0-3-63 0,3 1-67 15,0-2-100-15,0 1-579 0,3-1 91 16,0 2 60-16,1-3 78 0,0-4 91 0</inkml:trace>
  <inkml:trace contextRef="#ctx0" brushRef="#br0" timeOffset="35079.37">25469 4093 1223 0,'10'-12'366'0,"1"1"-36"0,-4-3 0 15,2 0-33-15,2 1-28 0,-4 0-41 0,3-7-13 16,0 2-33-16,1-1-3 0,-1 1-23 0,-3-3 0 16,0 5 39-16,-3 3-67 0,-1 0 20 15,0 2 3-15,2 0-25 0,-3 1-29 0,1 5-5 16,0-2-8-16,-3 1-9 0,0-1-9 0,0 7 3 16,0 0-15-16,0 0-5 0,0 0-11 15,0 0 8-15,-23 15-15 0,16-6 12 0,3 2 4 16,1 0-22-16,0 0 3 0,-1 3-15 0,1-3 5 15,3 4 13-15,0 1-13 0,0-5 10 16,0 3 10-16,3-3-17 0,0 0-6 0,-2 0-10 0,2-2-2 16,4 0-3-16,0-2-21 0,0 1-27 15,3-5-78-15,0 0-27 0,0-3-196 0,0 0-585 16,2-3 59-16,-3-4 115 0,1-1 68 0,-3-5 91 16,1-3 53-16,1-7 41 0</inkml:trace>
  <inkml:trace contextRef="#ctx0" brushRef="#br0" timeOffset="35179">25654 3429 965 0,'-3'-4'271'0,"-1"0"-84"15,-2-3-167-15,1 6-586 0,-1-2 16 0</inkml:trace>
  <inkml:trace contextRef="#ctx0" brushRef="#br0" timeOffset="35480.37">25986 3060 988 0,'10'11'391'0,"4"3"-25"0,-1 2-77 15,8 8-12-15,-5 1-16 0,9 13 0 0,2 1-8 16,7 19-20-16,-6-14 21 0,6 15-95 15,3-2 9-15,-6 2-32 0,-2 7 33 0,-6-1 0 16,1 1-26-16,-8-8-43 0,-2 0 10 16,-7 0 23-16,-1 1-58 0,-7-1-17 0,-7 0-6 15,-3-5 7-15,-6 3-8 0,-7 6-13 0,-5 1 1 16,-7-5-22-16,-5-4-19 0,0 3-37 0,-7-1-50 16,-3-6-83-16,-8-9-91 0,-5-3-646 15,-1-1 80-15,-6-9 74 0,-5-3 71 0,-5-6 70 16,-2-5 53-16</inkml:trace>
  <inkml:trace contextRef="#ctx0" brushRef="#br0" timeOffset="36829.24">1816 7390 865 0,'-9'-7'381'16,"1"2"-48"-16,1 1-80 0,4-2-22 0,0 3-19 15,0-4 6-15,3 7-39 0,-1-5-10 16,1 5-18-16,0-7-26 0,0 7-17 0,7-4-8 16,-7 4-6-16,14 0-4 0,-14 0-13 0,24 8-11 15,-7 0-7-15,4 1-5 0,-1 6-8 0,7 3-5 16,4 8 2-16,0 5-7 0,-4 2-5 0,1 2 10 15,-4-2-3-15,-7-1-15 0,-3-4 0 16,-4-3-7-16,0 3 4 0,-3 0-2 0,-6-3-5 16,-1 1 5-16,-1-1-3 0,-6-1-2 0,0-2 2 15,-3 0 3-15,-1-4-18 0,1 2 3 16,-6-5 17-16,1-1-10 0,-5-3 1 0,6-4 12 16,-3-2-3-16,1-2 6 0,1-4-13 15,-4-2 17-15,4-3-4 0,-1-2 7 0,2 1-2 16,3-4 0-16,1 2-3 0,-1-1-8 0,5-3 11 15,-1 3 2-15,4-2-15 0,3 1 5 0,0 1-2 16,3-4 2-16,4 3-10 0,2-3-6 16,3 3-2-16,4-3-12 0,2 4 7 0,3 2-41 15,1-2-67-15,3 2-4 0,-1 1-101 0,3-1-120 16,1 4-506-16,-1-2 81 0,0 0 62 0,0 3 87 16,-3-5 40-16</inkml:trace>
  <inkml:trace contextRef="#ctx0" brushRef="#br0" timeOffset="37278.87">2426 7425 1005 0,'3'-8'282'0,"3"2"0"0,-2-2-44 16,3-2-8-16,4 2-43 0,1-1 5 0,0 1-28 15,4 0-13-15,1 1-11 0,3-2-17 16,1 1-18-16,0 5-18 0,-1-2-12 0,1 1-47 15,-1-1-46-15,0 3-31 0,-6 2-63 0,0-2-9 16,-3 3-4-16,-4-1-42 0,-1 1 11 0,-6-1-10 16,0 4 56-16,0-4-34 0,-10 7 42 15,2-2 46-15,-1 3 38 0,2-3 13 0,-7 3 30 16,4 3 16-16,0-2 16 0,-1 0 7 0,1 4 10 16,0-1-13-16,3 5 13 0,0 0 21 0,1 2-18 15,2 3 23-15,1-2-16 0,2 5-4 16,-1 0 7-16,4 0-3 0,2 1 6 0,0 3-3 15,2-1 0-15,2 4-13 0,1-4-5 0,-2 1-10 16,3-1 25-16,-3 1-35 0,0-3 7 16,-3-2-10-16,2 0 6 0,-3-5-4 0,-3-1-9 15,0-1 20-15,-3-1 2 0,0 1 11 0,-4-7 12 16,-2 5-4-16,0-7-24 0,-3 1 3 16,2-1 5-16,-2-5-11 0,0 1-14 0,0-3 2 15,-1 1 10-15,0-2-2 0,-2-2-11 0,2 2-10 16,2-1 0-16,1 0-12 0,-2-4-6 15,4 4-23-15,-2-1-36 0,3 1-73 0,-3-3-139 0,6 3-295 16,-3 1-243-16,7 0 47 0,-10 0 84 16,4 1 59-16,6-1 46 0</inkml:trace>
  <inkml:trace contextRef="#ctx0" brushRef="#br0" timeOffset="37613.37">1950 8566 752 0,'0'0'320'0,"0"0"-26"0,0 0-35 16,17-15 43-16,-7 10-5 0,5 0-31 15,4-3-23-15,2-1-28 0,7-4-18 0,5 2 6 16,12-7-24-16,3 1-13 0,3-2-20 0,3 1 2 16,-2 1-22-16,3-1-3 0,3 1-21 15,0 3-17-15,1 1-1 0,-2-1-20 0,1 4 3 16,-13 3-14-16,-8 0-32 0,-6 4-31 0,-3 2-70 16,-4 1-30-16,-8 0-51 0,-6 3-223 0,1 5-443 15,-7-5 44-15,-5 4 100 0,-2 1 86 16,-11 2 49-16,-5 2 52 0</inkml:trace>
  <inkml:trace contextRef="#ctx0" brushRef="#br0" timeOffset="38046.04">1718 8731 947 0,'3'-12'327'0,"1"4"-14"0,5 0-32 16,2-2-33-16,0 0-15 0,9 2-28 0,0-2-8 16,4 1-33-16,1 2-8 0,5-1-28 0,0 2 5 15,1 3-20-15,0-1-16 0,0 7-5 0,0-1-20 16,6 2-8-16,-3 3 5 0,-3 7-15 16,0 0-11-16,-4 4-2 0,-3 0-2 0,-3 0-4 15,-4 7-1-15,-3 5-9 0,-4-1-4 0,-7-4 7 16,-2 2-5-16,-2 2-10 0,-8-2-3 15,-2 5 11-15,0-6 2 0,-2-1-13 0,-4 0 10 16,-1-1 1-16,-5-5-24 0,2 2 49 0,-6-8-23 16,6 0 13-16,-2-4-10 0,-1-2 20 0,6-3-23 15,-5 0 10-15,5-1 0 0,1-3 3 0,0-3 3 16,3-2-6-16,4 2-2 0,-3-3-11 16,5-2-2-16,-1 1 8 0,2-3-6 15,3 2 3-15,4-2-7 0,0 2-9 0,0-5 14 16,7 2 2-16,-1 1-8 0,2 0-7 0,5-3-11 15,0 3-2-15,2 2-31 0,5-1-33 0,-3 1-64 16,4 1-67-16,-1 0-102 0,4 4-279 16,1-3-202-16,2 3 33 0,0-3 74 0,-4-1 77 15,2 4 67-15</inkml:trace>
  <inkml:trace contextRef="#ctx0" brushRef="#br0" timeOffset="38478.85">2528 8850 985 0,'-1'11'297'0,"1"-11"-33"0,-3 14-6 16,0-4-40-16,-3 4-1 0,5-2-27 0,-2 3-29 15,-1 2-13-15,4-2-7 0,0 2-10 0,0 1-26 16,4 0 5-16,-1-3-13 0,-2 3-20 0,5-1-3 16,-2-3-5-16,5 1 8 0,-1-4-18 15,2-1-3-15,0-3 0 0,4 0-15 0,-1-6 18 16,5-1-20-16,1-1 7 0,2-2-5 0,1-3-11 15,0-4 1-15,-1-3 2 0,3-4-12 16,-7-1-3-16,1-4 7 0,-1-3-4 0,-4-4 2 16,-3-3-23-16,-2 0 8 0,-5-3-1 0,0 5 9 15,-6 2-4-15,3 2 4 0,-7 1-11 16,0 1 38-16,0 5-9 0,-6-1-9 0,-4 6 11 16,-1 0 0-16,1 5 43 0,-3 1-40 0,3 2 22 15,-4 4-23-15,0 2-7 0,5 0 0 16,-5 0-16-16,4 4 13 0,-3 2 1 0,5 1-4 15,2 1 8-15,0 0-9 0,2 1 9 0,4 2-13 16,-2 2-10-16,5-4 1 0,0 1-6 0,4 0-5 16,4 2 13-16,0-2-3 0,5-2-5 15,1 2-5-15,4-2 0 0,3-1-15 0,4-3-8 16,6 2-39-16,1-2 3 0,6-1-99 0,0-3-34 16,-3 1-39-16,3-1-247 0,0 0-357 15,0 0 106-15,-6-1 45 0,2-6 57 0,-5 0 69 16</inkml:trace>
  <inkml:trace contextRef="#ctx0" brushRef="#br0" timeOffset="38663.25">3146 8733 888 0,'4'8'353'16,"-4"-2"-89"-16,0 0 2 0,3 6-20 16,-3-1-29-16,0 6 3 0,3-2-25 0,-3 5-1 15,2 3-30-15,1 2-15 0,0 0-4 0,0 5-32 16,1-4-3-16,-1 0-5 0,3 6-26 15,1-4-2-15,-2 4-87 0,1-4-31 0,1-3-66 16,-1-2-57-16,-5-2-230 0,9 0-377 0,-4-7 90 16,1-3 57-16,0-3 53 0</inkml:trace>
  <inkml:trace contextRef="#ctx0" brushRef="#br0" timeOffset="38895.86">3772 8232 1080 0,'10'-6'386'15,"0"5"-45"-15,2-3-32 0,1 1-27 0,3 3-24 16,-1-3-35-16,5-1-36 0,0 1-46 0,-2 3-90 15,1-2-54-15,2 2-96 0,-3 0-183 16,1 1-427-16,-1 0 13 0,-5-1 104 0,-2 2 24 16</inkml:trace>
  <inkml:trace contextRef="#ctx0" brushRef="#br0" timeOffset="39062.85">3967 8400 1008 0,'-3'6'384'0,"3"-6"0"0,-4 2-44 0,4-2-35 15,0 0 0-15,0 0-49 0,0 0-8 0,17 0-25 16,-17 0-34-16,21-2-25 0,-8-3-31 0,-2 5-72 16,2-1-56-16,0-5-61 0,-1 3-146 15,0-1-597-15,0 0 31 0,-2 2 77 0,-1-4 69 16,-2-1 69-16</inkml:trace>
  <inkml:trace contextRef="#ctx0" brushRef="#br0" timeOffset="39562.94">6148 7342 921 0,'4'11'271'15,"2"3"-30"-15,-2-2-11 0,5 9-15 0,-1-2-38 16,2 4-8-16,-3 2-13 0,4 1-15 16,2 5-8-16,-3-2-28 0,0 1-16 0,0 3-60 0,0-3-68 15,1 2-66-15,-1 1-261 0,-3 0-307 16,0-1 43-16,0-5 62 0</inkml:trace>
  <inkml:trace contextRef="#ctx0" brushRef="#br0" timeOffset="39812.5">5967 8075 1054 0,'0'0'374'0,"-11"0"-26"0,11 0-51 0,0 0-28 15,0 0-19-15,0 0-17 0,0 0-28 16,0 0-13-16,24-7-23 0,-6 4-23 0,6-4 0 15,3 0-3-15,11-1-17 0,13-3-1 0,3 0-33 16,1 1-2-16,0 0-8 0,-1 2-18 16,-6 1-39-16,-10 4-43 0,-4 2-71 0,-3 0-72 15,-1 2-200-15,1 0-435 0,-10 1 20 0,-3 3 121 16,-5-2 30-16,-6 0 108 0</inkml:trace>
  <inkml:trace contextRef="#ctx0" brushRef="#br0" timeOffset="40312.15">5844 8446 785 0,'-4'-3'354'15,"1"-3"-32"-15,3 6-30 0,0-11-26 16,0 10-33-16,0 1-10 0,1-7-26 0,-1 7-18 15,9-6-25-15,-6 5-26 0,-3 1-6 0,0 0 6 16,21 7-23-16,-14-1-20 0,3-2 4 0,1 5-12 16,-4 4 0-16,2-2-5 0,-2 4-21 15,0 2 0-15,-3 0 13 0,0 1-87 0,-2 3-5 16,-4-2 12-16,-2 6 63 0,-3 0 9 0,0-2 0 16,-3-2-33-16,-5 4 23 0,2-1-20 15,-4 0 5-15,0-2-3 0,0-4-3 0,3-2 1 16,-3-4 7-16,0 3 3 0,3-7 5 0,1-1-5 15,-1-3-8-15,1 0-13 0,0-4 24 0,1-1-9 16,2-3-9-16,0 0 15 0,0-3 0 16,3 0-36-16,1-3 25 0,2 2-17 0,1-1 20 15,-1-1-13-15,8 3 8 0,-4-2-7 0,3 0-6 16,0 2 0-16,0-1 6 0,4 0-11 16,-3 3 5-16,6 2 3 0,0 0-3 0,-3 0 8 15,7 2-8-15,-1 1 6 0,1 4 1 0,3-1-19 16,1 4 4-16,-1-2 4 0,6 7-9 0,-2-3 11 15,2 1-6-15,-2 3-2 0,0-1-7 0,-4 2-39 16,3 1-34-16,-3-2-48 0,0 2-54 16,-3-5-143-16,0 5-517 0,-1-5 33 0,1-2 116 15,-3 0 48-15,-2-2 64 0,2-5 81 0</inkml:trace>
  <inkml:trace contextRef="#ctx0" brushRef="#br0" timeOffset="40880.36">6319 8506 1246 0,'-4'19'361'0,"4"-11"-36"16,0 3-23-16,1 3-38 0,-1-1-24 0,3 2-17 16,-3 2-26-16,0-1-25 0,3 2-3 0,0 1-26 15,-3-3-5-15,3 2-18 0,-1-7-22 16,-2 4 7-16,3-5-11 0,-3-1-19 0,0-1 17 15,0 0-87-15,0-2 0 0,0-6-8 0,0 0 9 16,0 0-1-16,0 0-5 0,0 0 12 0,-14-24-9 16,10 9 0-16,1-3 4 0,-3-1-2 15,5-2 3-15,-2 2 15 0,3 2 21 16,-3-1-42-16,3 3 11 0,-4 0 23 0,4 4-26 0,0-3 3 16,4 6 10-16,-4 1-10 0,3 2-6 15,1 0 4-15,2 4 4 0,1 1-2 0,0 1-11 16,4 5 3-16,1-2 16 0,0 3-19 0,4 1 1 15,-2 1 5-15,0 0 5 0,3 3-8 16,-4-3-8-16,0 1 11 0,1-3 5 0,0 1-1 16,0-1-12-16,-4-3 8 0,0 3-23 0,1-4 40 15,-1 1-25-15,0-4 0 0,0-3 0 0,0-1-5 16,0 2 5-16,1-5-2 0,-1-2 9 16,0-5 1-16,1-1-21 0,-4-3 18 0,0 0-2 15,2-6-8-15,-4-1 2 0,1 0 1 0,-3 5 7 16,1-3-5-16,2 6 10 0,-2 1-15 0,-1 1 5 15,1 5-3-15,-3-3-12 0,2 7-8 16,0 0 10-16,0 6 11 0,-3 0-9 0,0 0 9 16,10 10 4-16,-6-1-7 0,3 5 15 15,0 3-7-15,-1-1 5 0,1 3 4 0,-1 3-14 16,2-3 15-16,-1 4-16 0,-1-4 16 0,1 3-8 16,4-4-13-16,-5 2-25 0,1-4-26 0,0 0-41 15,1-1-69-15,1-4-63 0,-5 0-122 0,5-2-478 16,-1-3 95-16,2 0 44 0,-3-5 53 0,0-1 92 15</inkml:trace>
  <inkml:trace contextRef="#ctx0" brushRef="#br0" timeOffset="41728.86">7519 7226 895 0,'6'-5'369'15,"2"2"-31"-15,-2 0-41 0,4-2-16 0,0-1-30 16,1 3-38-16,6-2-9 0,0 1-32 0,4 2-13 16,-1-3-13-16,1 2-11 0,3-1-14 15,-4 1-17-15,1-1-27 0,-1 1-3 0,0 2-12 16,-5 0-21-16,1-4-28 0,-5 5-21 0,-1 0-5 16,0-1-2-16,-2 0-16 0,1 1-23 15,-9 0-7-15,4 0-29 0,-4 0 6 0,0 0 15 16,0 0 15-16,-25 0 5 0,12 1 1 0,-1 0 14 15,1 4 6-15,-5-4 0 0,-2 1 20 0,0 4 16 16,-4 1 7-16,7-3 9 0,-4 2 19 16,0 2-2-16,1-1 5 0,3 1 0 0,0-4-7 15,3 5 22-15,1-1-15 0,-1 0 5 0,4 2 0 16,0 2 3-16,2-2 0 0,1 0-5 0,4 0-1 16,0 2-9-16,0-2-1 0,6 1-5 15,0 2 11-15,4-1-8 0,-1 2 2 0,9 1-10 16,-2 2 3-16,2-2-6 0,4-2 1 0,2 3-3 15,3 1 3-15,0 4-1 0,0-3-4 0,3 0 2 16,4 10 0-16,-4-6 0 0,-3 1 0 16,-3 1 0-16,-1-3 0 0,-3 8 3 0,-3-3 2 15,3 1-3-15,-7 1 9 0,1 2-1 0,-7 2 16 16,2 3-29-16,-3-2 16 0,-3 2-3 16,-6 3-10-16,2-4 18 0,1 2-18 0,-8 13 26 0,-2-2-21 15,2-4 3-15,-2-1 7 0,-5 1 16 16,8-8-16-16,0-5-2 0,-1 3-26 0,1-3 21 15,-2 0 0-15,1 2-6 0,1 0-4 16,3-3-11-16,-4 2 54 0,4 1-54 0,-2-3 3 16,5-4 18-16,-3 0 7 0,3-1-12 0,-2-1 5 15,3-5-11-15,2 0-2 0,1-1-8 0,-3-3 3 16,3-2 23-16,0 1-11 0,3-2-43 0,-2 0 44 16,5-5 18-16,5 2 30 0,2-1-51 15,1-6-3-15,3 4-7 0,1-4 13 0,4-1-3 16,-1 0-10-16,3-1 2 0,0-1-13 0,4-2 32 15,-2 4-32-15,2-6-2 0,-1 2 5 16,1 2-7-16,-1-3 4 0,-3 1 19 0,-4 0-21 16,4 2-3-16,-6-3 6 0,-1 2-1 0,3 1-27 15,-9-1 15-15,2 1-16 0,-2 1-12 0,-2 0-26 16,2 1-62-16,-4-2-91 0,-4-2-57 16,1 4-655-16,-4 0 43 0,3-3 118 0,-3-4 67 0,0 7 86 15,-10-8 29-15,4-1 77 0</inkml:trace>
  <inkml:trace contextRef="#ctx0" brushRef="#br0" timeOffset="42578.75">8712 7526 1028 0,'-3'-5'336'0,"-1"1"-88"0,4-2-15 0,-3-1-21 16,-1 3-30-16,4-4-10 0,0 1-24 16,0 0-12-16,4 3-13 0,0-3-8 0,5 0-10 15,-2 1-23-15,0 2 5 0,7 0-13 0,-4 2-13 16,4 1-7-16,-1 2-5 0,1 4 2 0,0-1-5 16,3 3-13-16,-4 2 16 0,5 5-31 15,-5 2 25-15,-3 1-14 0,1 0-9 0,-5 3 8 16,1 2-10-16,-4-4 5 0,-3 5-5 0,-3-4-10 15,0 4 2-15,-3 2-2 0,-1-2-1 16,-1-1 14-16,-2 0-13 0,0-1 15 0,-4-1-3 16,4-3-10-16,0 1-2 0,-4-1 15 0,4-3-8 15,3-3 3-15,-3 2 0 0,3-3 0 0,3-2 0 16,-2-1 5-16,2-2-8 0,0 2 6 16,4-4-8-16,0 2 10 0,0-5-26 0,5 7 16 15,4-7-8-15,1 0 16 0,2 0-9 0,7-2 1 16,5-1 3-16,1-1-9 0,5-2 3 0,-2-1 13 15,9 3-5-15,-3-3-7 0,0 0 4 16,-3 4-5-16,-3-4 11 0,-1 2-3 0,-3 3-21 16,-4 1-20-16,-2-3-28 0,-2 1-46 15,-2 3-24-15,-1 0-53 0,-2-2 3 0,-1 1-98 16,-3 1-243-16,-1-4-217 0,2 3 60 0,-8 1 47 16,10-4 70-16</inkml:trace>
  <inkml:trace contextRef="#ctx0" brushRef="#br0" timeOffset="42861.41">9426 7219 947 0,'0'0'297'0,"0"0"-31"16,0 0-26-16,0 0-25 0,-9 14-71 15,8-5-24-15,-2 7-13 0,3 4-7 0,-3 6 21 0,3 5-16 16,0 8-3-16,-4-2-10 0,8 18-15 16,-1-2-5-16,-3 3-8 0,3-3 7 0,4 1-17 15,-4-3 15-15,1 2-23 0,6-3-2 0,-3 0-6 16,3-1-10-16,4-3-2 0,-1-3-29 16,-3-9-7-16,5-6-36 0,1 2-51 0,-1-5-31 15,4-5-69-15,-5-6-223 0,7-3-235 16,2 2 4-16,-2-12 96 0,0-1 40 0</inkml:trace>
  <inkml:trace contextRef="#ctx0" brushRef="#br0" timeOffset="43314.52">9875 7557 821 0,'-5'-3'266'0,"5"3"-28"0,0 0-17 16,-16 17-22-16,12-5-17 0,-2 5-3 0,-2 1-18 15,2 0-15-15,5 4-23 0,-5 3 64 0,6-5-15 16,0 2-16-16,3 3 2 0,1-1-40 0,2-4-3 16,2 4-10-16,-2-6-10 0,4-1-13 15,0 1-3-15,1-3-12 0,2-1-3 0,-1-6 0 16,4 2-13-16,-2-4-15 0,0-4 12 16,3-2-12-16,-1-1 0 0,2-6 8 0,-2-1-16 15,2-2-8-15,-2-7 8 0,2-5-5 0,-4 1-2 16,0-8 12-16,-1 0-28 0,1-13 21 15,-8 2-13-15,-2 6 2 0,-1-4-5 0,-3 3 6 16,0 7 4-16,-3-8-71 0,0 10 13 0,-1 1 14 16,-2 1-6-16,-2 5 9 0,1 0 11 0,-6 3 2 15,-1 1 13-15,1 5-10 0,-5 2 8 16,2 6-1-16,-5-2-4 0,3 4 2 0,2 6 10 16,-5 1 11-16,1 2-16 0,3 1 8 0,3 4-8 15,0 0-8-15,4 0 8 0,3 1 3 0,0 2-6 16,4-2 11-16,3-1-13 0,3 1 3 15,0 2-1-15,5-1 11 0,2 1-15 0,4 0 2 16,2-3 0-16,2 1-11 0,-2-3 6 0,5 2-38 16,1-1-11-16,0 1-41 0,-1-3-71 15,3 1-34-15,-4-2-138 0,4 4-470 0,-3-3 88 16,-1-1 45-16,-5-2 81 0,5-1 51 0</inkml:trace>
  <inkml:trace contextRef="#ctx0" brushRef="#br0" timeOffset="43678.6">10383 7811 944 0,'-3'7'338'0,"-3"3"-23"16,5 2-118-16,-2-2-8 0,-5 5-10 0,8-4-17 16,-3 6-11-16,0-2-16 0,3-2-9 15,3 1-16-15,-3 1-13 0,3-4-2 0,2 3-3 16,-2-4-25-16,4 1 9 0,-1-1-4 0,1-1-8 15,1-5-8-15,2 2 6 0,3-3-14 16,1 1-2-16,-1-5-12 0,5-2-4 0,-2 0 14 16,2-4-21-16,3-3 15 0,-5 1 8 0,2-7-17 15,-2 1-1-15,-2-3 3 0,-4-4-21 16,0 2 8-16,-6-3-6 0,3 3 17 0,-4-2-11 16,-6 4-1-16,3 0-1 0,-3 1 17 0,-5 2-2 15,-1 0 2-15,-1 4-2 0,-2-2-3 16,-1 5-8-16,-4 1-2 0,0 4 5 0,0 0-12 15,3 3-6-15,-6 0 8 0,3 3-37 0,0 0 9 16,3 2-36-16,0 2 13 0,1 3-70 0,5-3-48 16,2 0-57-16,2-3-109 0,4 6-451 0,1-3 59 15,5 0 69-15,1-2 48 0,0-2 65 16</inkml:trace>
  <inkml:trace contextRef="#ctx0" brushRef="#br0" timeOffset="43861.42">10841 7703 1075 0,'10'-3'343'0,"1"-3"-31"0,-1 3-36 0,3-3-30 16,5 2-23-16,-4-2-21 0,6-1-20 16,1 4-21-16,-1-4-54 0,-2 2-45 0,5 2-93 15,-6 2-53-15,4-4-180 0,-4 4-442 0,-3 1 30 16,-1-7 100-16,-2 6 51 0</inkml:trace>
  <inkml:trace contextRef="#ctx0" brushRef="#br0" timeOffset="44062.85">10999 7400 847 0,'0'0'284'0,"0"0"10"15,-7 8-38-15,4 0-15 0,3 1-16 16,0 2-20-16,3 6-16 0,-3 4-17 0,3 1 2 15,-2 1-15-15,2 4-16 0,3-2-23 0,-5 3 0 16,6-2-17-16,-4 0-1 0,1 1-35 16,2-2-31-16,1 5-49 0,-1-5-46 0,5 0-72 15,-4-1-227-15,3-5-405 0,1-1 62 0,2-1 64 16,-3-7 73-16</inkml:trace>
  <inkml:trace contextRef="#ctx0" brushRef="#br0" timeOffset="44678.86">11337 7391 985 0,'0'0'328'0,"0"0"-26"0,-10 12-26 16,7-4-17-16,0 6-11 0,2-3-38 16,-3 6-26-16,1 4-2 0,3-3-29 0,0 1-2 15,3 2-10-15,1-3-23 0,0 1-13 0,-1 2-10 16,1-4 7-16,5 0-28 0,-2-1 11 15,1-3-24-15,1 0-5 0,1-3 6 0,2-1-6 16,1-1-12-16,4-5 4 0,-4 1 4 16,2-4-17-16,1-1-6 0,2-5-6 0,-2-1 10 15,5-1-5-15,-4-4-7 0,-3-4 4 0,2-1-4 16,-4-1-1-16,0-5-5 0,-5-2 3 0,-3 0-7 16,-3-2-1-16,-1-2 8 0,-1 0-18 0,-6-4 0 15,0 1 18-15,1 7 0 0,-4-1 30 16,2 3-4-16,-2 5-14 0,-3 1-83 0,2 5 17 15,-5 2 26-15,-2 2-11 0,1 5 13 0,-3-1 1 16,2 8 14-16,-2 0 6 0,0 3-20 16,-1 7 1-16,7-3 9 0,-3 4-13 0,3 1 15 15,5-1 0-15,-2 3 15 0,7-1-9 0,1-1-1 16,0 1-7-16,6 0-1 0,0-1 1 16,1 1 7-16,6-2-8 0,0-2 1 0,1 1 2 15,6-2-2-15,0 1-8 0,4-4-18 0,2-2-34 16,-2 1-20-16,6-6-28 0,-6 1-43 0,3 0-16 15,0-6-43-15,-1 1-31 0,-2 0-54 0,0-4-210 16,-1-2-202-16,0-1 34 0,-2 1 84 16,-1 0 102-16,-3-2 538 0,-1 2 81 0,-6-2 32 15,4 2 25-15,-2 1 17 0,-2 0-45 16,0 0-18-16,0 3-18 0,-3-2-18 0,2 3 11 16,-6 3 14-16,4-1 57 0,-4 1-10 0,0 0 7 15,6 10-4-15,-3-1-14 0,-3 1-12 16,0 4-11-16,0 2-9 0,0 1 1 0,4 3-12 15,-4 2-7-15,4 2-27 0,-4-2-7 0,3 3-7 16,1-2-4-16,-1 1-14 0,0 1-3 0,-2 0-31 16,2-7-59-16,0 2-63 0,0-1-106 15,1-1-606-15,3-3 17 0,-3-5 90 0,2-2 52 16,-3-2 79-16</inkml:trace>
  <inkml:trace contextRef="#ctx0" brushRef="#br0" timeOffset="44928.75">12024 7299 834 0,'14'18'310'0,"0"-2"-34"15,0 0-5-15,-1 0-25 0,4 1-15 16,3 2-39-16,4 5-13 0,4 4-18 0,-1-3-5 15,-3-4-20-15,-4-2-11 0,5 4-40 0,-1-4-21 16,0-1-41-16,0 3-77 0,-7-9-48 16,0 2-264-16,3-3-336 0,-3-3 26 0,-3-1 95 15,-3-2 57-15</inkml:trace>
  <inkml:trace contextRef="#ctx0" brushRef="#br0" timeOffset="45178.24">12367 7075 982 0,'0'0'379'16,"0"0"-43"-16,0 0-40 0,-15 9 32 0,9-1-64 16,-1 3 17-16,-4 7-58 0,1 2 0 0,1 4-77 15,-2 3-11-15,-2 0-20 0,3 5-10 0,-8 9-10 16,8-5 15-16,-1-3-7 0,1-1-27 15,-7 11-1-15,7-4-19 0,3-7-15 0,0-3-16 16,0 3-37-16,3-6-42 0,-2 1-107 0,2-4-65 16,4 1-329-16,0-2-223 0,0-4 56 15,0-1 72-15,1-6 48 0,2 3 57 0</inkml:trace>
  <inkml:trace contextRef="#ctx0" brushRef="#br0" timeOffset="45512.38">12574 7811 982 0,'11'-17'374'16,"-4"1"-36"-16,-1-2-26 0,-2 1-35 0,2 0-19 16,-1-1-30-16,-2 1-21 0,1-3-27 0,2 2-9 15,-3 1-2-15,-2 5-23 0,2-2 5 0,-3 3-33 16,3-2 12-16,0 5-12 0,-3-1-26 15,0 5 16-15,0-3-32 0,0 7 14 0,-3-5-13 16,3 5 7-16,0 0 1 0,-10 12-19 0,7-3 6 16,-1-1-11-16,1 3-2 0,0 3 21 0,3 0-24 15,-4 5-5-15,4-6 28 0,4 3-38 16,-4 1-10-16,3 0 13 0,1-1-6 0,2 1-15 16,1-2 3-16,-1-1-11 0,2-1-5 15,2-1-22-15,3-2-37 0,-2-2-102 0,2-5-56 16,-2 4-206-16,2-6-480 0,-3-1 56 0,1-1 72 15,-1-6 94-15,-3-1 59 0,4-4 54 0</inkml:trace>
  <inkml:trace contextRef="#ctx0" brushRef="#br0" timeOffset="45662.39">12786 7261 1236 0,'-6'-4'343'0,"6"4"-26"15,-3-4-43-15,3 4-61 0,0 0-44 16,0 0-80-16,0 0-102 0,0 0-130 0,-7 8-556 16,7-2 69-16,0 1 52 0,0-7 69 0</inkml:trace>
  <inkml:trace contextRef="#ctx0" brushRef="#br0" timeOffset="46195.17">13214 7403 885 0,'-7'0'387'16,"7"0"-39"-16,0 0-102 0,-11-3-16 0,11 3-10 15,0 0-25-15,0 0-16 0,0 0-21 0,21-7-12 16,-7 6-7-16,0-1-19 0,6-3-13 16,1 2-17-16,2-1-52 0,2 2-45 0,-4 0-68 15,6-4-78-15,-1 3-121 0,-4-1-463 0,5 0 94 16,-6 0 29-16,-2-3 41 0</inkml:trace>
  <inkml:trace contextRef="#ctx0" brushRef="#br0" timeOffset="46612.13">13621 6841 813 0,'0'0'254'0,"0"0"-19"0,6 12-4 16,-1-4 48-16,1 2-16 0,-2 3-40 0,5 1-23 15,2-1-13-15,-4 2-21 0,6 1-2 0,1 1-34 16,-1-1-4-16,2 1-16 0,1-2 2 15,2-4-22-15,-5 5-11 0,1-8 6 0,-1 3-6 16,1-3-5-16,-3-2 6 0,2 1-21 0,-2-5 0 16,-1 0-11-16,0-2-9 0,1 0 9 15,-1-3-9-15,-1-4-4 0,2 0 4 0,-7-1 2 16,2-3-13-16,1-3 0 0,-1 1 3 0,-5-8-11 16,2 3 1-16,1-1 2 0,-4-3 0 15,3 3 2-15,-3-1-7 0,0 2 13 0,1 1-62 16,-1 6-2-16,3-3 15 0,-3 6 3 0,0-2-6 15,-3 8 11-15,3 2 0 0,0 0 7 16,0 0-2-16,-1 18 5 0,1-2-5 0,0 3 18 16,-3 6 38-16,-1 4-25 0,0 1 7 0,1 7-23 15,3-2 8-15,-3 1-5 0,3 3 5 0,0-3-3 16,0 3 3-16,0-3-3 0,0 2-9 16,3-4 1-16,0 1-48 0,-2 0-56 0,2-6-51 15,1-1-106-15,-1-2-542 0,-2 3 8 0,5-8 61 16,-3-4 102-16,1-1 54 0,-1-2 62 15</inkml:trace>
  <inkml:trace contextRef="#ctx0" brushRef="#br0" timeOffset="47045.54">14054 7741 1057 0,'4'-8'358'0,"3"1"-33"0,3-1-25 0,0-4-29 16,1-1-18-16,2-2-25 0,2-2-21 0,-5 0-17 15,3-1 7-15,-2 0-38 0,2-4-19 0,-3 3-9 16,1-2-8-16,-5 3 23 0,1 1-8 0,0 2-36 16,0 2 8-16,-3-1 6 0,-1 5-19 15,0 0 0-15,1 0-23 0,-1 3 6 0,-3 3-11 16,0 3-10-16,0 0 2 0,0 0-5 0,0 0-9 16,0 0-4-16,3 20-10 0,0-7 13 15,-3-1-15-15,1 2 8 0,3 2-11 0,-1 1 0 16,0 0 8-16,1-1-8 0,2 1-8 0,-2 0-9 15,2-1-4-15,2 1-4 0,-2-6-19 16,1 4-1-16,0-5-32 0,4 3-23 0,-2-6-25 16,-2-2-57-16,4 0-27 0,-4-3-40 0,3-4-78 15,-1-3-146-15,-1 0-351 0,-1-5 66 0,-1-3 47 16,-2-2 71-16,-1-3 33 0,-3-6 98 16,0-1 427-16,0-1 154 0,-3 0 26 0,-1-2 17 15,-2 3 108-15,2 0 0 0,1 3-47 0,-4 1-14 16,3 3 53-16,1 1-7 0,-3 2-21 15,2 2-23-15,1 1-21 0,-1 1-23 0,1 2-22 16,-1 1-21-16,1 1-49 0,-1 0-46 16,4 4-51-16,-3-2-76 0,0 3-413 0,3 2-151 15,0 0 90-15,-4-7 58 0</inkml:trace>
  <inkml:trace contextRef="#ctx0" brushRef="#br0" timeOffset="47378.75">14485 6723 854 0,'15'11'336'0,"-5"-3"-37"0,4 4-20 0,2 5-23 16,2 5-13-16,2 3-22 0,7 10 1 0,-3 4-27 15,4 3-88-15,-1 0-7 0,0 1 0 16,-3 5-13-16,0 1 3 0,-6 0 12 0,1 2-12 16,-1 1-6-16,-5 5 11 0,1 0 15 0,-7-3-36 15,0 3-5-15,-4-1 8 0,-3-2-3 16,-4 0-23-16,-2-3 13 0,-4-2-10 0,3-3-3 16,-4-6-12-16,2-9 2 0,-1-2-26 0,2-6-38 15,1 0-79-15,1-7-52 0,-4-3-71 0,2 2-579 16,2-8 46-16,-1-6 39 0,0-1 92 0,7 0 61 15</inkml:trace>
  <inkml:trace contextRef="#ctx0" brushRef="#br0" timeOffset="47662.14">15077 6869 962 0,'17'9'366'0,"-10"-2"-44"0,7 2-22 0,2 6-24 16,-1-1-25-16,5 5-23 0,0 0-21 16,4 4-22-16,4 8-14 0,-4-6-27 0,3 4-14 15,-3-2-71-15,6 3-13 0,-9-3 3 0,0-4-8 16,-4 0-29-16,0-3-12 0,0 3-12 0,0-7-11 15,-4 4-77-15,-1-6-33 0,-3 1-64 16,-2-5-200-16,3-1-348 0,-2 0 77 0,-5-3 46 16,3-5 61-16</inkml:trace>
  <inkml:trace contextRef="#ctx0" brushRef="#br0" timeOffset="47927.86">15423 6859 1041 0,'0'0'333'0,"0"0"-13"0,-15 8-8 15,9 1-38-15,-1 5-20 0,0-1-1 16,-4 7-33-16,-2 5-2 0,3-4-1 0,-4 9-35 16,4-1 30-16,-4 0-63 0,-3 10 12 15,3-6-23-15,1-3-33 0,3 1-5 0,-4-4-5 16,4 2 7-16,-1 1-10 0,1 1-7 0,3-2-24 15,-2 2-2-15,1 1-33 0,1-3-65 16,1 1-30-16,2 2-82 0,1-7-94 0,0 0-610 16,3-5 36-16,3-1 89 0,-3 1 75 0,3-8 69 15,1 1 43-15</inkml:trace>
  <inkml:trace contextRef="#ctx0" brushRef="#br0" timeOffset="48311.34">15601 7746 1026 0,'13'-13'299'16,"-3"-2"-25"-16,1 3-25 0,-5-3-22 0,1-1-19 16,0-2-27-16,0-4-4 0,0-2-26 0,-1 3-18 15,-2-3-5-15,-1 0-13 0,0 6-2 0,0-3 28 16,-2 4-3-16,-1 6-10 0,0-4-20 15,4 5-9-15,-4 0-22 0,0-1-3 0,0 7 8 16,-4-3-23-16,4 7 10 0,-4-7-18 0,1 7 6 16,3 0-6-16,0 0-15 0,-10 10 30 0,7-3-32 15,-1 0-4-15,1 1 6 0,3 3-23 16,0 2 18-16,0 2-3 0,0-3 10 0,4 4-20 16,-1 0 0-16,3 0 5 0,-2 0 8 0,2 1-18 15,2-1-6-15,2-3 19 0,0 1-3 16,1 0 3-16,-1-3-6 0,0-1-2 0,4-2-10 15,-1 0-6-15,1-2-2 0,-1 0-23 0,1-4-25 16,0 0-11-16,-4-1-67 0,4-2-89 16,-1-1-184-16,-3 0-479 0,1-4 130 0,2-4 50 15,-6-5 65-15,1-2 52 0,-5 0 85 0</inkml:trace>
  <inkml:trace contextRef="#ctx0" brushRef="#br0" timeOffset="48445.38">15873 7061 993 0,'0'0'389'0,"-6"-2"-67"15,6 2-38-15,0 0-58 0,0 0-80 0,-10 1-159 16,9 6-666-16,-2 0 55 0,0-2 66 16</inkml:trace>
  <inkml:trace contextRef="#ctx0" brushRef="#br0" timeOffset="49910.86">8971 7335 540 0,'0'-6'204'0,"0"6"6"0,0 0-25 15,0 0-16-15,0 0-16 0,0 22 3 0,0-8-18 16,-3 0 8-16,0 7 0 0,-1 3-8 0,-2 2-2 16,-1 6-16-16,-1 1 88 0,-1 2-32 0,-4 7-12 15,2 2-3-15,-2 3-10 0,2-11-10 16,4-2-87-16,-7 7 5 0,3-3-13 0,5-5-10 16,-4-5 5-16,3 3-8 0,0-6 21 15,0-3-18-15,1 0-3 0,2 1 3 0,1-6-8 16,-3 1 0-16,5-1-15 0,-3-2-39 0,1 1-20 15,0-5-59-15,2 3-48 0,1-5-114 16,-3 1-211-16,0 0-247 0,-1-3 39 0,-2-1 95 16,-2-4 66-16</inkml:trace>
  <inkml:trace contextRef="#ctx0" brushRef="#br0" timeOffset="51261.71">5970 8468 875 0,'0'0'276'0,"0"0"-20"0,0 0-23 15,0 0-25-15,-9 19-9 0,8-6-7 16,-3 5-38-16,1 7-6 0,-1 0-79 0,1 8 3 16,-4 1-13-16,4 3 5 0,-4-1-8 0,0 14 13 15,0-1 0-15,1-7 1 0,-1 6-4 16,-1-9-4-16,5-7-9 0,-4 1 1 0,1-1 15 0,-1 1 13 15,0-6-20-15,3-2-16 0,1 0 18 16,0-3-18-16,-3-5-11 0,5 1 9 0,-2-3-8 16,-1-4 2-16,2 3-7 0,1-4-3 0,-3-2 8 15,1 2-5-15,3-3 12 0,-3 0-10 16,3-2-15-16,-1 1 16 0,1 1-11 0,-3-4 2 16,3 2-7-16,0-5-2 0,0 10-6 0,0-6-23 15,0-4-51-15,-3 4-49 0,3-4-9 16,0 7-55-16,-3-3-74 0,2 2-46 0,1-5-379 15,-3 5-5-15,3-5 36 0,-3 6 100 16,3-7 51-16</inkml:trace>
  <inkml:trace contextRef="#ctx0" brushRef="#br0" timeOffset="53028.11">16944 6851 985 0,'0'0'366'16,"0"0"-26"-16,-4-3-48 0,4 3-31 16,0 0-20-16,18-8-18 0,-8 2-24 0,6 0-20 15,1 1-15-15,1-1-15 0,5 0-8 0,1-1-31 16,1 3-16-16,-1 0-19 0,-1 1-52 0,1 2-80 15,0 1-71-15,-3 0-82 0,-1 2-519 16,-2 5-1-16,-2 1 78 0,-2-1 60 0,-4 2 73 16</inkml:trace>
  <inkml:trace contextRef="#ctx0" brushRef="#br0" timeOffset="53211.09">17087 7132 1023 0,'-6'2'372'0,"-2"0"-29"16,8-2-77-16,-7 4-3 0,1-3-27 15,6-1-26-15,0 0-16 0,0 0-12 0,0 0-13 16,0 0-10-16,0 0-16 0,21-9-23 16,-11 5-20-16,6 0 5 0,2-3-46 0,2 1-33 15,0 2-52-15,5-3-23 0,5 0-50 0,-2 4-63 16,9-5-150-16,2 1-469 0,1 0 88 16,15-2 45-16,-1 0 80 0,1-5 56 0</inkml:trace>
  <inkml:trace contextRef="#ctx0" brushRef="#br0" timeOffset="53494.28">18762 6318 918 0,'3'-7'392'0,"0"3"-52"0,-2-2-20 15,-1 6-25-15,0-5-39 0,0 5 0 16,0 0-44-16,0 0 6 0,0 0-16 0,7 21-28 16,-4-10-13-16,-2 5-10 0,-1 6-2 0,3 0-31 15,0 1-1-15,0 4-25 0,-2 2-10 16,-1-2 5-16,0 4-10 0,0-2-3 0,3 8-12 16,-3-3-39-16,0 1-46 0,0-1-49 0,3 0-97 15,-3-3-156-15,3 2-532 0,-2-6 61 16,3 0 117-16,-8-6 47 0,3-3 54 15,-5-2 76-15</inkml:trace>
  <inkml:trace contextRef="#ctx0" brushRef="#br0" timeOffset="53728.1">18389 7201 957 0,'-9'2'343'0,"9"-2"-39"0,0 0-27 15,0 0-21-15,0 0-8 0,24-9-28 16,-11 6-30-16,8-4-16 0,6 1-5 0,7-3-23 16,4 1-16-16,13-3-12 0,0-3-6 0,1 4-9 15,-1 0-6-15,3-3-10 0,-2 3-13 0,-8 2-12 16,-3 2-11-16,-3 2-36 0,-4 0-89 0,-3 2-59 16,-4 2-136-16,-6 5-550 0,-5-3 115 15,-1 4 23-15,-9-3 75 0,-2 3 48 0</inkml:trace>
  <inkml:trace contextRef="#ctx0" brushRef="#br0" timeOffset="54430.11">18650 7485 1215 0,'-4'8'405'15,"0"2"-75"-15,1-2-7 0,0 7-24 16,3 1-17-16,0 0-42 0,0 4-22 0,0 2-34 16,0-1-2-16,0 4-24 0,0 3-1 0,0-2-22 15,0-1-2-15,-1 1-5 0,-2-1-20 0,3 2-11 16,-3-2-12-16,0-2-9 0,3-3-14 16,-3 0 4-16,2-3-17 0,-2-4-5 0,3-1 4 15,-4-1-2-15,4 1 0 0,0-7-10 16,-3 2-3-16,3-4-10 0,0-3 11 0,0 0-11 15,0 0-8-15,-7-18-2 0,7 8-3 0,-3-7 6 16,2-1 7-16,-2 0-13 0,3-3 5 16,0 2-2-16,0 1 7 0,0 1-9 0,3-2-4 15,-2 1 1-15,-1 5 2 0,3-2 11 0,0 5-6 16,1-2 6-16,-1 2-1 0,4 2-17 0,0 1 2 16,0 4-8-16,-1 3 1 0,5 0 9 0,-11 0 1 15,20 6-3-15,-6-1 8 0,0 2-16 16,0 3 11-16,-1 2-16 0,5 1 11 0,-5 0 2 15,4-1-5-15,-3 3 8 0,0-2-8 0,-1-1 12 16,0-2 1-16,1 3-13 0,-4-4 0 16,4-1 5-16,-4-1 8 0,0-4-10 0,1-2 7 15,-1-1-13-15,3 0-2 0,-2-1 3 16,2-6-3-16,-1-1-3 0,1-2 3 0,0-5 7 16,4-5-9-16,-6-3 14 0,3-4 6 0,-1-3 0 15,1-13-10-15,-4 4 4 0,-3 4-2 0,-1 3 3 16,2 3-3-16,-1 3-84 0,-4 2 25 15,3 3-10-15,-2 3 18 0,-1 6 2 0,1-2 21 16,-3 4 0-16,2 2-7 0,-3 2 19 0,0 6-4 16,0 0-18-16,0 0 20 0,0 0-7 0,-3 29 12 15,6-11-15-15,-3 2 41 0,0 5-13 16,0 5-10-16,3 6 20 0,-3-1-15 0,3 4 0 16,-3-1 10-16,4-1 8 0,2 11-5 0,1-7-21 15,-3-5 6-15,0-4-11 0,2-7 3 16,-3 0-8-16,1-7 26 0,2-1 66 0,-2-1-36 15,0-1 44-15,2-6-20 0,-2-1-32 0,-1-5 4 16,1 2-29-16,2-5-3 0,-6 0-66 0,8-8-92 16,-5 1-169-16,-3 0-584 0,0-2 34 0,0-2 115 15,-4-7 79-15,-3-5 69 0,0-2 54 0,-3-5 67 16</inkml:trace>
  <inkml:trace contextRef="#ctx0" brushRef="#br0" timeOffset="55410.64">20033 6341 1041 0,'-10'1'292'0,"10"-1"-41"0,-6 0-21 0,6 0-12 16,0 0-6-16,0 0-22 0,0 0-6 15,24 4-12-15,-11-4-16 0,5 0-8 0,2-2-12 16,7 0-11-16,4 1-10 0,0-4-15 0,10 1 3 16,-3 0-14-16,-1-1-4 0,-6 0-16 15,0 3 0-15,-1-3-15 0,-5 3-18 0,-1 0 2 16,-8-1-12-16,2 2-9 0,-5-1-4 0,-3 1-3 16,1-1-12-16,-5-2-11 0,-6 4-15 15,0 0 13-15,0-3-1 0,0 3 6 0,0 0 7 16,-27-3 1-16,11 3-3 0,1 3 7 0,-6-2-7 15,1 0 15-15,-4 2 1 0,0 2 7 0,-3 1 7 16,4-2-4-16,-2 3-9 0,1 1 4 16,-3 1-3-16,3-1 10 0,4 2 5 0,-1 3-10 15,0-1 2-15,5 1-7 0,-2-1 2 0,5 2-71 16,6 1 2-16,-4-3 13 0,5 3-2 0,3-3 20 16,3 1-5-16,3 1 20 0,3-1-10 15,2 2 5-15,5 1 26 0,1 1-18 0,6-1 0 16,4 0 7-16,4 0-9 0,-1 2 7 0,4-2-8 15,7 4 0-15,-5-3 8 0,-5 1 3 16,-1-3 2-16,-2 2 5 0,1 1-7 0,-5 1 15 16,0-2-18-16,-1-1 10 0,-6 1 26 0,-1 0-8 15,1 1-23-15,-7 0 10 0,0 4 6 16,-4-1-1-16,0 0-7 0,-3 0 18 0,-3 2 5 0,-1 2-16 16,-5-1 11-16,2 1-8 0,-4 3 5 15,1 1-2-15,-4-2-1 0,-3 0-7 0,3-2 21 16,-2 0-9-16,1 0-12 0,2 0 0 0,-3-3 3 15,4-2-14-15,0 2 24 0,0-4-8 16,2 0 0-16,1-1-10 0,1-3 0 0,1-2 0 16,1 1-6-16,2-2 11 0,1 1 3 0,3-6-9 15,0 1-17-15,4 1 21 0,2-2 9 16,4 1-7-16,4-5 10 0,0 0-23 0,6 2 6 16,1-4-1-16,-1 0 10 0,4 0-7 15,0-3-3-15,1 2 3 0,2 1-10 0,1-3-3 0,-2 3 10 16,4-4-28-16,-2 1-31 0,-1 2-25 0,1-5-18 15,-4 5-54-15,-4-1-115 0,1-3-399 16,0 2-134-16,-2-3 52 0,-4-2 69 16,5 0 61-16,-6-5 67 0</inkml:trace>
  <inkml:trace contextRef="#ctx0" brushRef="#br0" timeOffset="55694.56">21103 6478 947 0,'0'0'297'0,"0"0"-18"0,15 1-44 15,-5 4-20-15,7 3-10 0,-3 0-26 16,6 3-15-16,0 3-16 0,8 2-10 0,-4 2-17 15,3-2-3-15,8 10-14 0,-5-4 4 0,-6-3-1 16,1 0-35-16,-2 4-5 0,1-4-11 0,-3 1-7 16,-1-1-26-16,0 4-13 0,-2-9-51 0,-5 5-67 15,1-2-71-15,-4-4-246 0,0 1-332 16,-3-3 104-16,0-3 54 0,-3-1 46 0</inkml:trace>
  <inkml:trace contextRef="#ctx0" brushRef="#br0" timeOffset="55961.58">21521 6484 1034 0,'-3'-6'286'16,"3"6"-12"-16,0 0-43 0,0 0-11 15,0 0-26-15,0 0-9 0,-21 13-27 0,14-4 9 16,-4 2-19-16,-2 6-2 0,0-2-26 0,-1 3-15 15,-3 5 5-15,0 2 16 0,-1 0-6 16,2 0-10-16,-2 2-18 0,2 2-5 0,-5 6-15 16,4-3 2-16,3-5-12 0,1 0-21 0,2 3-34 15,1-3-45-15,3-2-36 0,0-1-126 0,0 0-153 16,7-4-454-16,0 1 96 0,7-3 48 16,-6-1 56-16,5-6 77 0</inkml:trace>
  <inkml:trace contextRef="#ctx0" brushRef="#br0" timeOffset="56310.11">21664 7190 1215 0,'18'-11'346'0,"-5"3"-34"16,1-2-30-16,-1 3-34 0,-2-1-7 0,-1-2-26 15,3 2-28-15,-2-3-16 0,2-2-10 0,-1-1-20 16,1-2-18-16,-3-5 5 0,-3 2-38 15,3 1 17-15,-3-4-5 0,-4 6 3 0,3-1 13 16,-1 6 5-16,-2 1-21 0,1-2-12 0,-4 1 0 16,3 3-9-16,0-1-11 0,-3 2-4 0,0 5-4 15,0 2-14-15,0 0 1 0,0 0-3 16,0 0 5-16,-10 9-23 0,7 0 0 0,-1-1 6 16,3 3-1-16,-2 1-10 0,3-1-10 0,-3 4 15 15,3-2-15-15,3 1 5 0,-3 3 2 16,4-2-2-16,0 2 3 0,-1 0-4 0,1-2-4 15,2-3 5-15,1 3-23 0,-1 0-5 0,2-5-8 16,5 0-64-16,-3 3-26 0,4-8-114 16,-4 2-221-16,4-1-445 0,0-4 58 0,-4-2 103 15,4-2 41-15,-4-4 57 0,1-2 81 0</inkml:trace>
  <inkml:trace contextRef="#ctx0" brushRef="#br0" timeOffset="56427.42">22044 6663 775 0,'-3'-4'300'0,"0"-1"-73"16,3 5-91-16,-5-4-108 0,5 0-345 0,0 4-246 15,0 0 66-15</inkml:trace>
  <inkml:trace contextRef="#ctx0" brushRef="#br0" timeOffset="56746.58">22362 6104 924 0,'0'0'353'16,"0"0"-41"-16,0 0-41 0,0 0-4 0,0 0-22 0,-4 17-19 15,1-2-22-15,-3 6-14 0,5 0-1 16,-6 5-38-16,4 6 5 0,-1 5-5 0,-2 15-76 16,-1-11 7-16,4 9-6 0,-1 1-9 0,0-1 20 15,4-4-23-15,0 8 10 0,5-2-12 16,1 2-4-16,1-2-1 0,3-2-1 0,4-2-10 16,3-3-13-16,3 3-4 0,1-4-12 0,2-4-45 15,-2 1-46-15,7-7-41 0,-4 0-59 16,3-9-90-16,-7-6-493 0,4 2 9 0,0-9 42 15,-3 1 102-15,-4-9 20 0</inkml:trace>
  <inkml:trace contextRef="#ctx0" brushRef="#br0" timeOffset="57244.33">22817 6511 813 0,'0'-2'336'15,"0"2"-34"-15,0 0-18 0,0 0-28 16,0 0-26-16,-10 19-22 0,6-9-21 0,0 5-16 16,-2 3-20-16,2 2-13 0,1 2-2 0,0 1-3 15,2 4-18-15,-2 1-15 0,3-2-5 0,0-1-6 16,4 1-17-16,-1-2-5 0,0 1-9 16,1-1-6-16,2-4-9 0,5 1 8 0,-1-3-5 15,0-2 0-15,4-4-10 0,-1-4 8 0,2-1-11 16,4 0-10-16,-1-7 5 0,3 0 0 0,-1-4 1 15,0-1-4-15,1-7 6 0,-1 0-3 16,1-7-7-16,0-4-6 0,-4-2 5 0,0-4 9 16,-1-13-17-16,-1-1 14 0,-5-1-29 0,-4 5 24 15,-3 3-6-15,-2 1-12 0,-1 3-6 16,-1 3 16-16,-5 1-5 0,3 2-21 0,-1 2 23 16,-5 2 13-16,-2 2-10 0,1 3 0 0,-5 1-6 15,2 2 14-15,-4 6-1 0,3 0-14 16,-3 5-6-16,0 2 23 0,0 2-16 0,0 0 9 15,0 6-4-15,0 1 6 0,-1 2 0 0,2 4-8 16,2-3-7-16,4 4 7 0,-1 0 8 0,6-2-8 16,-3 2-7-16,5 1 7 0,3-1 6 0,0-4-4 15,6 6 1-15,0-3-13 0,2-2 3 16,2 1 2-16,4 2 0 0,0-5 3 0,5 1-16 16,-1-1-7-16,3 2-29 0,-1-2-61 0,1-1-61 15,0 0-52-15,1-1-109 0,-1 2-521 16,0-3 80-16,-1 0 52 0,-2-4 78 0,2 1 50 15,-6-3 53-15</inkml:trace>
  <inkml:trace contextRef="#ctx0" brushRef="#br0" timeOffset="57598.9">23384 6734 721 0,'0'6'290'0,"0"0"-14"0,0 2-12 16,0 4-31-16,0 0-16 0,0 2-20 0,0 1-15 15,3 1-8-15,-3 2-23 0,3-2-23 16,-3 2-8-16,5-2-7 0,1 0 2 0,-3-2-12 16,1 1-19-16,3-1-5 0,0-3-2 0,3 2 5 15,-3-5-18-15,2-4-8 0,2 3-2 0,0-1 0 16,1-5 0-16,0 0-8 0,1-2-3 16,4-3 1-16,-3-2-6 0,0-5 1 0,-1-1-24 15,4-5 18-15,-6-5 3 0,3-3-15 0,-4 0 4 16,-1-3-4-16,-5 1 4 0,-1 2-9 0,-3 2 1 15,0 1 35-15,0 1-17 0,-3 0 14 16,0 3 10-16,-1 1-13 0,-3 2-13 0,-2 4-2 16,-2-3-5-16,-2 4 7 0,-2 1 3 0,-1 3-18 15,2 2-3-15,0 0-41 0,-3 2-20 16,4 2-18-16,-2 0-46 0,2 2-30 0,3 2-63 16,2-2-24-16,-1 2-145 0,5 1-431 0,1 2 88 15,3-4 47-15,0-3 59 0,0 0 54 16</inkml:trace>
  <inkml:trace contextRef="#ctx0" brushRef="#br0" timeOffset="57776.87">23918 6650 808 0,'16'-7'351'0,"-2"2"-26"0,0 2-105 0,-1-3-25 16,1 3-21-16,2 2-18 0,-1-6 10 0,3 6-38 15,-2-5-23-15,1 4-54 0,-3 0-51 0,-1-1-51 16,1 2-77-16,-4-1-297 0,1-1-248 0,-4 1 118 16,-1-2 10-16</inkml:trace>
  <inkml:trace contextRef="#ctx0" brushRef="#br0" timeOffset="57967.53">23968 6417 860 0,'0'8'353'0,"-3"1"-49"0,3-1-12 0,0 4-100 16,0 2-18-16,3 4-5 0,0-1-13 0,-2 5-20 15,6-1-8-15,-3 0-8 0,2 3-5 16,-2-2-33-16,5 1-18 0,-1 2-51 0,-1 0-74 16,2-2-113-16,-2-3-556 0,4 1 83 0,-4-4 42 15,2-5 45-15</inkml:trace>
  <inkml:trace contextRef="#ctx0" brushRef="#br0" timeOffset="58460.86">24426 6300 1128 0,'1'4'282'0,"-1"3"5"15,3 3-21-15,-3 3-26 0,3-1-25 16,-3 3-33-16,4 2 5 0,3 3-23 0,-1-1-11 16,-2 2-17-16,3 1-11 0,4-3 1 0,-2 2-26 15,1-3-8-15,1 0-5 0,-1-1-8 16,4-1-7-16,0-1-3 0,-1-6-20 0,1 1 12 16,2-3-2-16,-1-4 0 0,1 1-18 15,-1-4 5-15,-2 0-10 0,5-6 2 0,-5 2 8 16,1-5-23-16,-1-3-7 0,-3-5 7 0,1-1-8 15,-4-5-5-15,-1-1-2 0,-6-2-3 16,3-2 8-16,-6 1 12 0,0-2-12 0,-4 2-10 16,1 2-1-16,-2 1 11 0,-2 2 0 0,0 2 5 15,-1 3 10-15,-2 0-10 0,-4 3 5 0,0 4-3 16,0 2-14-16,0 1 11 0,-4 5 1 0,4 1-2 16,0 4-26-16,0-2 12 0,0 5 34 0,2 1-18 15,-1 1 0-15,2 2-3 0,1 1 6 16,3 2 7-16,2-1-23 0,2 2 20 0,2 1-9 15,4 1 2-15,0-4-3 0,4 3 8 0,5 3-15 16,4-1 5-16,-1-3-3 0,2 3-20 16,5-7 12-16,2 3-15 0,3-3 11 0,-3 1 7 15,6-4-54-15,1 0-71 0,-1-3-18 0,4 0-52 16,-1-1-101-16,-9-5-206 0,7-1-335 16,-5-3 115-16,1 0 31 0,-3-2 62 0,-1-1 86 15</inkml:trace>
  <inkml:trace contextRef="#ctx0" brushRef="#br0" timeOffset="58643.68">24974 6363 563 0,'3'-3'210'0,"-3"3"17"0,7-1-30 0,-7 1 18 16,0 0 54-16,0 0 15 0,0 0-12 16,-1 16-96-16,-2-7 16 0,0 1-33 0,-2 6 20 15,0 2-23-15,2 5 16 0,-1 1-11 16,0 2-23-16,1 1-23 0,-1 5 1 0,1 0 1 16,-3 1-7-16,5-5-15 0,-2 3-5 0,0-4-6 15,3 4-12-15,0-6-11 0,0 1-17 16,0-3-77-16,0-4-42 0,-4-1-101 0,3-4-270 0,1-3-393 15,1-4 112-15,-2-1 41 0,1-6 77 16,0 0 58-16</inkml:trace>
  <inkml:trace contextRef="#ctx0" brushRef="#br0" timeOffset="59093.37">25343 6113 929 0,'0'0'363'0,"21"15"-20"0,-8-7 3 15,5 9-44-15,3 3-28 0,8 10 0 0,5 2-36 16,0 0-23-16,3 2-13 0,-4 1-33 16,4 4 7-16,-3-4-22 0,0 1-24 0,0 0-30 15,0-2-72-15,-3-2-25 0,0-2-64 16,-10-5-62-16,1-7-128 0,-10-3-502 0,2-1-27 16,-7-5 96-16,2-2 60 0,-5-5 58 0</inkml:trace>
  <inkml:trace contextRef="#ctx0" brushRef="#br0" timeOffset="59310.15">25736 6150 890 0,'0'0'292'0,"-11"0"-33"16,11 0-24-16,-19 4-22 0,11 3 4 15,-5 1 37-15,0 5-6 0,-2 1-18 0,2 1-20 16,-4 3-26-16,3 6-4 0,-4-2-35 0,-2 3 19 15,7-2-23-15,-1 4-23 0,-3-2-8 0,4 3-21 16,2-2-40-16,1 4-64 0,6-5-70 0,-2 0-81 16,2 0-607-16,8-2 2 0,-1-2 83 15,1-3 74-15,2-3 61 0,1-1 46 0</inkml:trace>
  <inkml:trace contextRef="#ctx0" brushRef="#br0" timeOffset="59627.41">25905 6794 1031 0,'12'-12'415'0,"-5"1"-16"15,3 1-69-15,0 0-10 0,1 1-36 0,-1-1-30 16,0-5-24-16,1 1-23 0,-1-3-9 16,4-1-32-16,-7 0-82 0,5-3-25 0,-3 3 3 15,-3 1 22-15,0 2-17 0,-2 2-11 0,2 0 21 16,-2 2 2-16,-1 3-10 0,3-1-25 15,-5 1-1-15,0 1 8 0,-1 4-7 0,0 3-8 16,0 0 0-16,0 0-13 0,0 0 10 0,0 0-7 16,-18 16 4-16,15-7-4 0,0 1-6 15,-1 2-4-15,1 1-3 0,0 2 10 0,3-1-8 0,0 0-2 16,0 1-3-16,3 2-5 0,0 0 5 16,0-1-10-16,1-1-12 0,2-2-4 0,1 1-38 15,1-2-17-15,2 1-37 0,0-2-97 0,1-5-114 16,1 2-562-16,3-4 146 0,-2-2 19 15,0-4 83-15,1-2 47 0,-3-3 51 0</inkml:trace>
  <inkml:trace contextRef="#ctx0" brushRef="#br0" timeOffset="59761.08">26235 6309 378 0,'0'-2'-69'0</inkml:trace>
  <inkml:trace contextRef="#ctx0" brushRef="#br0" timeOffset="60010.53">26505 6429 1049 0,'0'0'356'0,"0"0"-16"0,0 0-30 0,0 0-29 16,22-4-32-16,-16 4-6 0,4-4-41 16,3 1-18-16,1 2-15 0,0 0-18 0,0-2-38 15,-1 1-16-15,1 0-56 0,0 2-36 0,3-5-43 16,-7 4-67-16,3-2-128 0,3 1-455 15,-5 0-34-15,1-2 38 0,-2-2 90 0,1 2 62 16</inkml:trace>
  <inkml:trace contextRef="#ctx0" brushRef="#br0" timeOffset="60443.75">26844 6084 995 0,'0'4'356'0,"0"2"-23"0,0 3-29 16,0-1-27-16,0 6-26 0,3-3-34 16,1 3-9-16,-1-3-14 0,0 4-17 0,1 1-16 15,2-4-23-15,2 3-15 0,0 0 8 0,-3-5-24 16,2 5-10-16,4-6-2 0,-2 1-10 16,1 0-14-16,4 0 11 0,-3-4-33 0,0 0-6 15,2-3 3-15,-3 1-5 0,4-4-5 0,-4 0 0 16,0-1-13-16,4-5 5 0,-7 0-7 0,6-2-19 15,-3-3 3-15,-3-3 3 0,3-4 2 0,-2-1 3 16,-2-4-8-16,-2 4 8 0,2-5-18 16,-2 2 15-16,2 4 5 0,-1 1 14 0,-2 2-29 15,0 3 18-15,0-1-1 0,0 3 1 16,-2 2-7-16,-1 5-1 0,0 3 10 0,0 0 11 16,0 0-13-16,0 0-3 0,-13 25-2 0,5-12 10 15,5 8-7-15,-1-2 40 0,1 4 8 16,-1 4-21-16,-2-1-2 0,3 2-2 0,-2 3-14 15,2-2 6-15,0 4-13 0,0-7 5 0,3 2-3 16,0 2-2-16,0-3-13 0,3 0-53 0,0-2-32 16,0 3-81-16,2-8-92 0,-2 5-318 0,3-2-307 15,-2-4 108-15,-1-4 43 0,1 1 89 16,2-4 60-16,-3 1 68 0</inkml:trace>
  <inkml:trace contextRef="#ctx0" brushRef="#br0" timeOffset="60761.58">27309 6784 778 0,'10'-11'386'0,"0"-1"-38"16,0 4-12-16,0-3-27 0,-3 3-25 15,4-3-38-15,-4-2-33 0,2-1-11 0,-2 0-18 16,1-7-12-16,1 2-21 0,-2-5-11 0,0 2-14 16,0 1-8-16,-6 0-3 0,2 3 3 15,0 3-8-15,2 3 2 0,-4-1-22 0,0 2 20 16,-1 1-21-16,3 2-4 0,-3 0-8 15,0 2-18-15,-3 3 7 0,3 3-10 0,-2-6-9 16,2 6-1-16,0 0 2 0,0 0-25 0,-11 10 0 16,6-3 29-16,2 3-32 0,0-2-5 0,3 5 8 15,-1-2 3-15,1 3 15 0,0-2 15 0,1 2-20 16,-1 2-21-16,3-4 8 0,0 2-2 16,2 2-3-16,-2-1 0 0,5-3 0 0,-6 2 0 15,6-3-3-15,-6 2-20 0,5-4-26 0,-3 0-51 16,5-2-41-16,-5-4-161 0,4 4-642 15,-2-4 40-15,0 0 110 0,-6-3 73 0,7-7 73 16,-3 0 64-16,-4-2 49 0</inkml:trace>
  <inkml:trace contextRef="#ctx0" brushRef="#br0" timeOffset="60911.28">27463 6103 1105 0,'-1'-3'392'0,"1"3"-62"0,-3-7-71 16,3 7-85-16,0 0-46 0,0 0-95 16,-9 0-389-16,9 0-302 0,0 0 82 0,0 0 57 15</inkml:trace>
  <inkml:trace contextRef="#ctx0" brushRef="#br0" timeOffset="61226.65">27715 5800 1036 0,'10'0'312'0,"-10"0"-40"0,11 9-26 16,-4-1-31-16,3 4 33 0,0 7-28 0,7 4-33 15,-4 6-18-15,5 13-3 0,-5 1-10 0,4 6-7 16,-6-5-14-16,3 3 22 0,-7 1-14 0,4 4 0 15,-5-1-15-15,1 2-25 0,-4 2-11 0,-3 2-10 16,-4-2-3-16,-2 2 16 0,0 0-11 16,-5-1 3-16,-3-4-36 0,-3 1 19 0,-4-1-14 15,-2-6-5-15,-1 2-28 0,-7-6-23 0,-3 2-33 16,-11 3-54-16,4-13-118 0,0-1-622 16,-7-6 18-16,4-2 41 0,-4-4 82 0,10-10 80 15,1-5 78-15</inkml:trace>
  <inkml:trace contextRef="#ctx0" brushRef="#br0" timeOffset="80708.59">1657 10608 908 0,'-4'-3'328'0,"-4"-1"-3"0,1 2-31 16,1 0-20-16,-3-1-23 0,0 6-10 0,-1 0-21 15,-2-2-26-15,-2 6-25 0,0 3-10 0,-3 2-5 16,0 1-19-16,-4 2-20 0,0 8-12 16,1-3 22-16,-11 15-33 0,1 4 8 0,2 0-51 15,-2 2 10-15,2 3 0 0,1 0-1 0,3 2 1 16,3-3 8-16,4 0-21 0,0-2-8 0,7-6-12 15,3-4 7-15,4-5 3 0,3 0-16 16,3 1 9-16,3 1-6 0,4-2-3 0,5-1 3 16,2-4-23-16,6 0 8 0,1-2-8 0,4-4-13 15,-1-5 3-15,4 3-16 0,-6-6 11 0,1-2-24 16,-2-1 11-16,-3-1 3 0,0-5 12 16,-5-3-15-16,2 2 15 0,-5-2-15 0,-3-5 25 15,1 3-15-15,-7-1 3 0,2-2 2 0,-3 2 26 16,-3-1 10-16,-3-1-15 0,-1-2-1 15,-2 2-4-15,0 2 10 0,-5 0 5 0,1-3-6 16,0 1 11-16,-2 2 6 0,0-1-14 0,5 2 26 16,-4 2-31-16,4-5 0 0,-2 7 13 15,5-4-2-15,-4 2-13 0,5-2-8 0,0 3-8 16,-1-2-2-16,5 5 10 0,-1 1 5 0,9-7 0 16,-5 4-15-16,6 2 7 0,1-4-10 15,3 4 13-15,-1 1-2 0,4 0-8 0,3 0 15 16,1 3-16-16,0 2 9 0,-1-2 4 0,4 4-2 15,0 0-10-15,-4 4 10 0,1 2 0 0,0-2 3 16,-4 4-3-16,0 0 2 0,-1 2 6 0,-5-2 7 16,-1 2-10-16,-3-3-5 0,0 1-7 15,0 2-6-15,-4-2-31 0,-3 2-43 0,3-1-51 16,-2-1-84-16,-1-3-262 0,3 3-356 0,0-5 100 16,-2-2 52-16,1-1 81 0,-1-4 54 15</inkml:trace>
  <inkml:trace contextRef="#ctx0" brushRef="#br0" timeOffset="81091.28">2087 11036 916 0,'4'11'320'0,"2"1"-31"0,1 4-25 0,1 2-29 16,4 5-12-16,-2 4-36 0,1-2-8 0,0 0-13 15,1 1-20-15,2 2-15 0,-3-3-31 16,0-4 15-16,-1 2 8 0,-1-6-36 0,2 1-18 16,-7-1-13-16,2-4-2 0,1-1 10 0,-4-4-3 15,0 2 1-15,0-3-3 0,-3-3-11 0,0-4 11 16,0 0-13-16,0 0 31 0,0 0-23 16,-15-21-18-16,8 9 22 0,-1-9-14 0,-2 0 15 15,3-4-34-15,-3-4 6 0,3 2 5 16,0 2 7-16,4 0-12 0,-3 2 0 0,5-1-6 15,-5 6 9-15,5 0 2 0,1 1 7 0,0 2 1 16,4-3-9-16,-1 3-4 0,1 2-13 0,3-1 0 16,2-1 3-16,5 5 4 0,-1 1-17 15,5-4-26-15,-2 9-3 0,5-3-30 0,0 5-33 16,3 2-103-16,-1-1-113 0,2 2-580 16,5 1 97-16,1-1 63 0,0 4 73 0,0-3 61 0,-1 0 61 15</inkml:trace>
  <inkml:trace contextRef="#ctx0" brushRef="#br0" timeOffset="81491.14">2927 10958 1123 0,'-9'6'420'0,"-6"-2"-49"0,2 4-38 15,-8 2-34-15,5 5-25 0,-2 0-20 0,-5 2-9 16,5 5-22-16,1-1-44 0,-2 0-17 0,7 1 1 15,-1 2-17-15,2-6-15 0,2 3-11 16,1-2-23-16,5-2 13 0,-3 1-20 0,1-3-21 16,5 2-7-16,0-9-4 0,0 7-1 0,5-6-16 15,1-1 2-15,4-1-2 0,0-4-23 16,4-3 18-16,0 0-3 0,4 0-12 0,2-4 9 16,0-9-12-16,1 5 3 0,3-9-8 15,-4-2-6-15,0-4-4 0,1 3 10 0,-8 0-6 16,2 2 6-16,-2 3 8 0,-3 4-24 0,1-3 18 15,-5 4-4-15,1 2 1 0,0 1 1 0,-4 2 13 16,4 0-11-16,-3 5 8 0,-4 0-10 0,0 0-10 16,10 6 12-16,-7 1 0 0,-2-2-2 15,2 6 5-15,0-1-10 0,0 1 12 0,5 3-20 16,-2 1-5-16,-2-2 0 0,3 2-62 0,3 0-15 16,-3-2-58-16,3 2-57 0,1-2-77 15,2-2-225-15,0-2-356 0,2 0 51 0,1-1 72 16,-1-4 84-16,0-2 52 0,3-2 58 0</inkml:trace>
  <inkml:trace contextRef="#ctx0" brushRef="#br0" timeOffset="82108.48">3451 11076 1110 0,'-4'-4'402'16,"-2"0"-33"-16,2 0-13 0,-3-1-67 0,0 3-25 15,7 2-14-15,-10 1-42 0,-1 5 4 0,1-2-51 16,-3 4-17-16,-1 5 7 0,1-1-28 0,-2 5 0 15,2-2-6-15,3 3-12 0,-3-1-18 16,5 4-2-16,2-4-14 0,0-1 1 0,1 2-10 16,2-2-6-16,2-4 0 0,1 2-15 0,4-2-8 15,-1 0-12-15,2 0 2 0,1-4-13 0,4-2 0 16,0-2-5-16,1 0 11 0,2-4-16 16,-1-1-10-16,3-6 20 0,0 0 5 0,1-4-15 15,2-5 5-15,-5-1-2 0,1-7-11 16,-3-3 11-16,-2-3-11 0,2-2-15 0,-8-3 15 15,1-4-12-15,-1 1 7 0,-3-2-2 0,-3 0 4 16,0 0 1-16,0 5 5 0,2-1 10 16,-6 3 3-16,4 7 5 0,-1 2-8 0,4 3 20 15,-4 3 4-15,1 1-17 0,0 7-6 0,3 0-14 16,-3 4 26-16,0 0-11 0,2 5 1 0,1 1 0 16,0 0-3-16,-7 15 5 0,7-4-5 0,0 3 6 15,0 4 1-15,0 7-7 0,7 4 1 16,-3 0 1-16,2 6 19 0,1 1-11 0,-1-1-2 15,9 8 0-15,-2 0-6 0,1-1 6 16,-1-9-2-16,2-3-9 0,-2-3 3 0,2 4-7 16,1-6-1-16,1-3-2 0,0 0 8 0,0-5-19 15,0-3-25-15,0-5-15 0,0-1-8 0,-2-6-13 16,1-1 0-16,2-2 8 0,-2-6-2 16,2-3-22-16,-5-5-4 0,1-5 15 0,-1-5 11 15,-5-5 4-15,-2 5 8 0,-2 0 26 0,2 0 28 16,-3 4 35-16,1 0 9 0,-1 5-8 15,1 3-11-15,-4 1 11 0,1 0-8 0,2 0-10 0,-3 8 7 16,3-3 13-16,-3 7-2 0,0 0 0 16,0 0-6-16,0 0 3 0,3 11 3 0,-2-4 5 15,1 6-3-15,2-1-12 0,-1-2 4 0,-2 5-4 16,2 2 2-16,4-2-15 0,-3 0 2 16,2 2-28-16,-2-1-23 0,5-3-46 0,-5 1-133 15,3-3-174-15,0 0-482 0,-3-5 101 0,5 1 60 16,-5-7 81-16,-4 0 68 0</inkml:trace>
  <inkml:trace contextRef="#ctx0" brushRef="#br0" timeOffset="82257.35">3881 10784 1284 0,'0'0'379'15,"-6"-1"-46"-15,6 1-62 0,0 0-58 16,0 0-70-16,-11 10-145 0,8-4-275 0,6 0-383 15,1 4 20-15,0 0 72 0</inkml:trace>
  <inkml:trace contextRef="#ctx0" brushRef="#br0" timeOffset="82891.25">4110 10991 821 0,'5'-15'351'0,"1"4"-34"0,-6-3-20 0,3 4-20 15,-2-1 7-15,-1 0-51 0,-1 6-11 16,2-2-2-16,1 0-61 0,-2 0 38 0,0 7-7 16,0-10-37-16,-2 8-14 0,1-3 1 0,1 5-32 15,-9 0 22-15,9 0-22 0,-8 8-13 0,1 1-39 16,0 3 16-16,1 1-8 0,-2 2-3 0,2 3 3 16,-1 0 13-16,4 6-23 0,-4-2 17 15,7-1-15-15,0 1 8 0,-3-4-15 0,6 6-10 16,0-6-1-16,-2 3-5 0,5-4 3 15,1-1-10-15,3-2-11 0,1 0-5 0,2-5-35 16,4 0 2-16,-3-2-26 0,6-6 3 0,-2-1-5 16,2-3-34-16,1-2-7 0,-1-7-28 15,-3-1-11-15,1-4-10 0,-2-4-10 0,-1-4 29 16,-2 0-6-16,-3 3 35 0,1 4 35 0,-2 0 45 16,-2 3 13-16,-3 1-13 0,3 4 21 0,-4 2-11 15,1 1-5-15,2 0 13 0,-3 4 3 16,0 3 0-16,-3 0-8 0,0 0 15 0,8 10 3 15,-4-2 5-15,-1 5-5 0,0-2 0 0,0 3 13 16,-2-2 2-16,2 5-25 0,0-2 10 0,0 0 5 16,-2 1-11-16,2-4 11 0,-3 3 3 15,4-5-5-15,-4 4-1 0,0-6 6 0,0 2 30 16,0-3-5-16,0-3 0 0,-4 2-10 0,4-6 0 16,0 0 0-16,0 0-5 0,0 0-3 15,-7-17-17-15,7 3-4 0,0-4 11 0,0-1-17 16,0-4-6-16,3 0 2 0,1-2 3 0,3 3-2 15,0 1-1-15,-1-3 11 0,1 10-18 0,1-1 15 16,-2 1 11-16,4 4-26 0,0 1 7 16,-2 3 1-16,5 4-1 0,-3 0 11 0,4 4-10 15,-1 0 2-15,2 5-5 0,-2 3 0 0,4 2-3 16,0 1 3-16,1 0 3 0,2 0-3 0,-3 2 5 16,0 2-18-16,0-2 18 0,4 0-15 15,-5-2-51-15,2 1-11 0,3-3-64 0,-5 0-63 16,2-7-39-16,-8 3-269 0,7-5-292 0,-4-2 67 15,2 0 84-15,-2-4 57 0,0-3 38 16</inkml:trace>
  <inkml:trace contextRef="#ctx0" brushRef="#br0" timeOffset="83140.45">4952 10511 1026 0,'0'-6'361'15,"0"1"-31"-15,0 5-33 0,0 0-23 0,0 0-31 16,0 0 33-16,0 0-25 0,3 30-10 15,1-13-49-15,-1 5 13 0,3 3-3 0,2 7-20 16,-2 0-16-16,-2 3-41 0,2-2 24 16,4 16-90-16,-2-10-11 0,-2-3-4 0,1-3-1 0,0 2 9 15,0-2-19-15,-3-1 13 0,3 0-10 16,2-7-3-16,-6-1 3 0,5-5-8 0,-1-2-10 16,-1-2 15-16,1-4-12 0,0-4-26 0,3-4 0 15,1 1-24-15,3-5-4 0,2-5-49 16,2-1-107-16,-1-5-387 0,3-2-279 0,-3-6 92 15,-3-1 34-15,-4 1 89 0,-4-1 59 0,-1-4 46 16</inkml:trace>
  <inkml:trace contextRef="#ctx0" brushRef="#br0" timeOffset="83358.39">4811 10899 1223 0,'0'0'397'15,"-10"2"-47"-15,10-2-22 0,0 0-34 16,0 0-25-16,0 0-23 0,0 0-23 0,0 0-26 16,0 0-16-16,35-8-17 0,-15 4-20 0,0-2-16 15,7-1-16-15,1 3-25 0,-1-2-5 16,1-1-33-16,-1 3-16 0,0-2-35 0,-3 0-52 16,-3-1-128-16,0 3-220 0,-2-2-443 0,-1 2 96 15,-1 0 57-15,-7-5 68 0,0 6 71 16</inkml:trace>
  <inkml:trace contextRef="#ctx0" brushRef="#br0" timeOffset="83840.75">7054 10497 1231 0,'-4'8'391'16,"1"2"1"-16,0 1-59 0,0 3-39 0,2 1-38 15,-1 4 5-15,0 0-13 0,2-1-25 0,0 4-46 16,0 2 2-16,2 1-8 0,0 0-20 0,2-1-28 16,-1 1-28-16,0 1-31 0,-3-2-18 0,4 2-61 15,-1-3-62-15,0-3-74 0,1-4-169 16,-1 0-499-16,1-1 30 0,-1-5 103 0,-2-2 64 16,-1-5 59-16,0-3 64 0</inkml:trace>
  <inkml:trace contextRef="#ctx0" brushRef="#br0" timeOffset="84158.2">6913 10497 970 0,'0'-9'355'0,"4"2"-109"0,0 2-21 16,-1-3-28-16,4 1-2 0,3 3-36 16,0-2-11-16,7 4-15 0,0 0 0 0,5 2-2 15,4 3-29-15,2 0-4 0,6 5-14 0,4 5 3 16,6 6-18-16,0 1 5 0,-3 0-7 15,-3 5-13-15,-1 1-3 0,-3 1 0 0,-10-4 21 16,-3 0-26-16,-4 1-5 0,-3-5-8 0,-7 3 11 16,-1-1-11-16,-2 1 3 0,-7-4 2 0,-4 7 34 15,0-2-8-15,-4-3 18 0,-5 3-11 16,-5-4-4-16,1-1-13 0,-7 1 17 0,2-6-12 16,-5 2-13-16,-1-5 13 0,4-4-20 15,-1-4 25-15,0 3-8 0,1-4-31 0,0-2-17 16,3-4-3-16,-3-3-28 0,6-1-23 0,2 1-69 15,4 0-72-15,5-2-110 0,2 2-327 0,5-1-155 16,6 1 37-16,2 0 115 0,5-2 46 16,-1 0 51-16</inkml:trace>
  <inkml:trace contextRef="#ctx0" brushRef="#br0" timeOffset="84477.06">7642 10775 985 0,'9'-11'297'0,"0"-2"-41"16,0 5 5-16,-2-3-31 0,-1 1-25 0,-1-3-5 16,1 3-21-16,-2-6-10 0,-1 1-8 0,1 3-25 15,2-3-13-15,-6 0 2 0,3 5-5 16,-3 0 8-16,0-3 21 0,0 4-24 0,-3 1-7 16,3 4-8-16,-3 0-20 0,-1 2 7 0,4 2-23 15,-10 2-2-15,4 2 2 0,-5 0-15 16,4 4-5-16,0 2-8 0,-3 4-8 0,3-3 24 0,0 3-16 15,4 3 0-15,-4-1-8 0,4 0-7 16,-1 1-6-16,1-1-9 0,6 1 20 0,-3-2-1 16,4-1-11-16,-1 1-7 0,4 2 1 0,0-2-5 15,2-4 0-15,2 3-31 0,3-4-18 16,4 2-18-16,1-3-20 0,5-5-61 0,4 2-16 16,-4-5-67-16,4-1-92 0,-1-1-314 15,1-5-154-15,2 2 51 0,-7-5 79 0,1-2 64 16,0 0 65-16</inkml:trace>
  <inkml:trace contextRef="#ctx0" brushRef="#br0" timeOffset="84844.36">8213 10516 693 0,'3'-15'356'15,"-3"4"-10"-15,0 1 2 0,0 2-16 0,0-1-32 16,0 2-13-16,-3 2-29 0,3-2 8 16,-3 4-20-16,-2 0-26 0,2 1-18 0,-4 0-30 15,7 2-8-15,-20 7-26 0,7-4-5 0,-1 4-23 16,0 3-8-16,-3-2-12 0,0 6 5 15,0-3-26-15,3 4 13 0,1 2-21 0,2 0-7 16,1-3 15-16,3 1-28 0,0 1 10 0,7-3-15 16,0 4 15-16,4-2-20 0,-1 3 13 0,7-3-19 15,0 2 1-15,4 1-3 0,0-1-5 0,3-2 7 16,0 3-2-16,7-1 3 0,-3-1-8 16,-5 1-18-16,2-2 25 0,-2-1-17 15,2-1 5-15,-8-1-3 0,4-1 5 0,-4-1-25 0,-3-3 41 16,0 3-5-16,-3-2 9 0,-1 2 6 15,0-3-53-15,-3-1 24 0,-3 0 4 0,-3-2-3 16,-2 3 17-16,-5-1 3 0,2-2 14 16,-3-4-40-16,-2 5 11 0,1-4 10 0,-1-1-40 15,-5-1 17-15,3-4-36 0,-1 3-41 0,4-4-7 16,-1 2-67-16,2-4-59 0,4 2-99 16,3-1-201-16,4-3-401 0,3 3 67 0,3-1 99 0,4-2 87 15,0-4 57-15,7 3 51 0</inkml:trace>
  <inkml:trace contextRef="#ctx0" brushRef="#br0" timeOffset="85340.32">8657 10511 1162 0,'0'0'427'0,"0"0"-43"16,0 0-31-16,0 0-25 0,0 0-26 15,0 0-44-15,-24 13-7 0,14-5-28 0,0 3-13 16,-4 3-36-16,1 1-13 0,-1 3-17 0,3-2 14 15,1 2-9-15,-3-1-24 0,6 0-2 16,-3 1-3-16,6 0-17 0,0-1-9 0,1-2-12 16,0 2-23-16,3-3 13 0,3-2-11 0,4 3 8 15,0 1-28-15,0-5 11 0,2 0-17 16,6-2 14-16,-2-1-13 0,4-4-8 0,0 2-18 16,1-4 16-16,3-3-8 0,-1-2-5 15,3-1-1-15,2-5-12 0,-1 1 8 0,2-4-18 16,2-5 0-16,-1-4-6 0,4-5-4 0,0-5 12 15,-10 6-10-15,-1 6 5 0,-6 1 11 0,3-1 17 16,-7 3-10-16,0 0-12 0,1 3 9 16,-4 1 6-16,2-1 12 0,-5 3-4 0,2 3-1 15,-5-1-2-15,3 3-11 0,-1 0 32 0,-3 3-29 16,0 2 0-16,0 0-8 0,0 0 1 0,-18 5 20 16,12 2-18-16,-1 1-3 0,-4 2 16 15,5 4-5-15,-1-3 4 0,0 4 1 0,0-1-5 16,1-3-8-16,2 6 10 0,4-3-5 0,0-2 3 15,0 2 0-15,3 2-11 0,0-4 3 16,5 3 0-16,2-5-3 0,-3 3-27 0,7-4 17 16,-1 1-25-16,5-4-47 0,-2 0-28 0,-1-3 6 15,4-2-6-15,2 1-50 0,-4-4-47 0,3 1-36 16,-2-2-54-16,-2-3-132 0,5-4-398 16,-7-3 34-16,0-2 98 0,-1-3 73 0,-2 1 64 15,-1-2 65-15</inkml:trace>
  <inkml:trace contextRef="#ctx0" brushRef="#br0" timeOffset="85673.61">9300 10561 591 0,'3'-11'276'0,"0"1"-117"15,-2 3-5-15,2 4 2 0,0-1-3 0,-3 4 21 16,0 0-12-16,0 0-11 0,8 17-18 0,-5-9 10 16,0 6 62-16,0-3-8 0,1 6-8 0,-1-2-38 15,0 3-7-15,1-1-11 0,0-1-10 16,-4 1-11-16,3 0-4 0,-3-1-6 0,1 0 1 16,-1-3-11-16,-1 0-59 0,1-3 13 0,0 1-13 15,0-3 36-15,0-2 1 0,0 1 14 16,0-3-28-16,0-4 8 0,0 0-18 0,0 0 8 15,0 0-15-15,0 0 4 0,0-21-5 0,1 6-12 16,2-2 5-16,0-1-13 0,4-7-6 16,-1 4 6-16,-2-2-5 0,6-1-5 0,-3 6 5 15,3 0-11-15,-2 4 14 0,-2 0-6 0,1 4-10 16,3 6 5-16,-2 0 5 0,5 4 23 0,-4 0-2 16,3 6-26-16,1 2 11 0,1 1-6 15,-1 0 0-15,0 5 3 0,5-2-3 0,-5 4-5 16,2-3 13-16,1 0-8 0,1 2 8 0,-3-1-18 15,3-3 16-15,-3-1-24 0,3-3 13 16,-3 3-59-16,3-3-33 0,-1-6-59 0,5 4-53 16,-6-5-57-16,1-1-238 0,1-4-289 0,3-2 30 15,1-5 90-15,-3-3 69 0,-2-2 75 0</inkml:trace>
  <inkml:trace contextRef="#ctx0" brushRef="#br0" timeOffset="85924.29">10008 10094 931 0,'0'0'320'0,"0"0"-31"16,0 0 80-16,0 0 5 0,-4 24-18 0,4-14-100 16,0 12 53-16,0 2-58 0,0 3-23 0,-3 0 13 15,6 11-29-15,0-4-12 0,-2-1 4 16,2 2-53-16,0 0-2 0,0-5-34 0,-3-2 10 16,4-1-14-16,-1-2-9 0,2-2-20 0,1-3 15 15,-3-1-15-15,0-3-5 0,1-1-21 0,2-3-17 16,-1-4-4-16,5-1-6 0,-3-4-24 15,3-1-10-15,4-4-19 0,-1-2-42 0,5-3-113 16,-2-7-151-16,5 0-615 0,-8-1 62 16,1-4 82-16,-4-1 79 0,1 2 64 0,-8 0 85 15,0 2 40-15</inkml:trace>
  <inkml:trace contextRef="#ctx0" brushRef="#br0" timeOffset="86141">9888 10418 1000 0,'0'0'438'0,"0"0"-41"0,-10 0-18 16,10 0-13-16,0 0-41 0,-11 1-18 16,11-1-28-16,0 0-23 0,0 0-23 0,0 0-16 15,0 0-45-15,0 0 5 0,31-11-24 16,-17 9-7-16,2-4-18 0,-1-1-13 0,4 0-18 16,-1 2-4-16,0-2-19 0,1 1-20 0,2-4-11 15,-3 3-35-15,2-1-42 0,-3 1-53 16,0 2-99-16,0-1-331 0,-4-1-377 0,-1 4 78 0,-2-4 66 15,-1 0 100-15,-6 0 58 0,1 1 60 16</inkml:trace>
  <inkml:trace contextRef="#ctx0" brushRef="#br0" timeOffset="86823.9">12096 10008 844 0,'-3'8'376'15,"0"2"-102"-15,-2 2-2 0,2 3-45 0,0 6-6 16,-4 2-27-16,1 5 11 0,2 3-8 0,-3 4-20 16,0 0-24-16,0-2-12 0,-3 15-8 15,3-8-13-15,1-9-12 0,2 6-8 0,-2-5-11 16,2-3-14-16,1 0-6 0,-1-4-21 0,0-4-9 16,1-3-11-16,0 1-43 0,2-2-6 15,1-4 18-15,0-5-22 0,0-1-21 0,-3-2 0 16,6-3-36-16,-3-2 13 0,0 0-6 0,0-16 11 15,1 1 18-15,-1-1-2 0,0-8 7 0,0-2 31 16,3-11-3-16,-3-1 0 0,0-4 10 16,3-12 1-16,-3 0 12 0,0 5 11 0,4 11 32 15,-4 0-7-15,4 2-2 0,-4 3 5 16,3 3 12-16,-3 5 11 0,3 7-19 0,-3 0-9 16,1 3-1-16,2 4-9 0,0 4 9 0,0 1-4 15,1 5-14-15,-4 1-7 0,17 8 23 0,-7 0 3 16,1 7-14-16,5 2 1 0,-1 5 7 0,2 1-15 15,7 13 8-15,0 0-8 0,-1-1 3 16,1 3-1-16,-3-1-7 0,3 1 0 0,-1-1 13 16,1-2-21-16,-3 3-20 0,0-10-44 0,-5 0-35 15,-1-6-57-15,1 2-105 0,-6-6-251 16,1-3-294-16,-4-1 62 0,-4-7 101 0,-3-3 62 16,-3 0 57-16</inkml:trace>
  <inkml:trace contextRef="#ctx0" brushRef="#br0" timeOffset="87457.25">11970 10386 1095 0,'-14'-3'394'15,"7"-2"8"-15,0 3-46 0,1 0-8 0,-2-3-46 16,8 5 0-16,-6-1-33 0,6 1-26 0,-4-3-30 16,4 3-27-16,0 0-6 0,-6-6-19 15,6 6-15-15,0 0 0 0,0 0-21 0,20-6 8 16,-6 4-25-16,3-2-29 0,10 0 3 0,4-3-5 15,7-1-6-15,19-2-9 0,1 0 4 0,1 1-9 16,-1-4-6-16,3 2-31 0,-5-3 8 16,1 3-4-16,-6-5-27 0,1 1 3 0,-15 4 5 15,-3 0-10-15,-6-3 8 0,-4 5-3 0,-3-4-13 16,-5 3 8-16,-2 0 7 0,-4 0 6 16,-3 3 2-16,-3-2-15 0,-4 2-8 0,-1 0 3 15,-5 5 5-15,-4-4 0 0,-4 6 5 0,0-2 5 16,1 2-10-16,-8 2 5 0,1-1 5 15,3 6 0-15,-4-1-15 0,3 5 5 0,2-3 2 16,2 9-15-16,1-2-2 0,6 3 17 0,4 6 13 16,2-5-7-16,2 9-3 0,5 3-8 0,7 16-2 15,5-3 15-15,-1 5 0 0,7-6 8 16,-3 3-21-16,3-2 6 0,3-1 9 0,-4-1-1 16,1-2-4-16,0-1 8 0,-7-10-10 0,-3-1 21 15,-1-1-21-15,-2-2 2 0,-1-5-2 0,-3 4 16 16,-3-8-19-16,-1 1 11 0,-3 1 7 15,0-4 6-15,-4 3-14 0,-2-6 4 0,-4 0 4 16,-4-3 3-16,-3-5-10 0,-4 3 7 16,0-6 11-16,1-5-9 0,-10 3-6 0,2-4 7 15,1-2-3-15,0 4-5 0,5-3-2 0,-1 1 0 16,2-1 22-16,4 4-9 0,4-4-1 0,0 5-7 16,2-4-8-16,1 5 8 0,3-5-3 15,-1 5 3-15,5-3-10 0,0-1-14 0,3 5 16 16,6-8-10-16,2 0 10 0,-1 4 3 0,3-3-3 15,4 0 0-15,-1-2 0 0,1 1 6 0,0 1-11 16,-1-1-5-16,1-1 5 0,-4 5-21 16,1-2-12-16,-4 0-13 0,2 3-69 0,-5-4-65 15,2 5-88-15,-1-3-329 0,-5 5-342 0,3-1 117 16,-3 1 90-16,0 0 59 0,-3-10 59 0,-2 4 66 16,5 6 54-16</inkml:trace>
  <inkml:trace contextRef="#ctx0" brushRef="#br0" timeOffset="87990.84">12459 9926 609 0,'3'-2'230'0,"-3"2"3"0,0-9-21 0,3 3-17 15,-2 3-6-15,2-2-2 0,-3 5-18 16,3-8-10-16,0 1 56 0,-3 4 0 0,4-2-21 16,-4 5 1-16,3-9 0 0,-3 8-19 0,3-6-20 15,-3 7 21-15,0 0-44 0,0-8-2 16,0 8-19-16,1-4 11 0,-1 4-21 0,0 0-20 16,-1-6 8-16,1 6 0 0,0 0-9 0,0 0-17 15,0 0-12-15,0 0 4 0,-10 14-13 0,7-3 4 16,0-1-1-16,0 6-3 0,2 5 1 15,-2 2 2-15,0 2 2 0,3 3-4 0,0 0-13 16,3 9-16-16,1 0 18 0,-1-2 11 0,3 15-3 16,4-2-18-16,1 2 2 0,2-7-7 15,-1 3 5-15,1-10 3 0,-3-6-6 0,4-2 3 16,-4 3-7-16,0-3-3 0,1-3 7 0,-1-2-30 16,-4-3-8-16,5 1-56 0,-8-3-88 15,1-3-76-15,-1-4-665 0,-3 3 20 0,3-4 117 16,-3-3 85-16,-3-5 49 0,3 4 84 0,0-6 44 15</inkml:trace>
  <inkml:trace contextRef="#ctx0" brushRef="#br0" timeOffset="88473.9">13098 10256 995 0,'0'0'307'0,"0"0"-35"0,0 0-14 16,0 0-20-16,-14 19-23 0,8-10-28 15,-2 7-5-15,2 0-21 0,2-1-15 0,-3 3-5 16,1-2-18-16,1 2-16 0,2 0-12 0,0-1 5 15,3 1-23-15,-3 2 4 0,3-4-9 0,3 0-10 16,3-3 12-16,-1 4-3 0,1-4-30 0,1-1 11 16,3-4-6-16,4 0-8 0,-1-1-2 15,-1-5-10-15,4-1 12 0,1-1-13 0,0-1 1 16,1-6 7-16,3-3-2 0,-2 0 0 0,2-5-6 16,-4-4 9-16,3-5-6 0,-5-1-10 15,1-1 20-15,-6-3-30 0,1 2 30 0,-7 2 24 16,2 0-19-16,-6 7 31 0,0 1-74 0,-3 1 49 15,0 2 0-15,-4 3-8 0,-7 1 0 16,0 2 7-16,-3 2-7 0,-3 6-10 0,-1 0-3 16,0 7 0-16,0-2-12 0,1 4-11 0,0 2-16 15,0-1-22-15,2 5-31 0,1-1-43 0,7 2-96 16,0-3-19-16,3 4-180 0,3-3-458 16,4-3 89-16,4 2 73 0,0-4 60 0,-1-2 75 15,3-3 54-15</inkml:trace>
  <inkml:trace contextRef="#ctx0" brushRef="#br0" timeOffset="88973.71">13556 9999 1254 0,'0'0'371'0,"14"2"-46"0,-8 3-23 15,1 2-10-15,6 4-44 0,2 1-28 0,-2 3-18 16,5 9-12-16,2-5-85 0,0 5-28 0,1 1 2 16,-5 1-2-16,2 2-8 0,0-1-18 15,-5-2-7-15,4 1 7 0,-7 0-15 0,0-5 5 16,-6 0-8-16,3-5 5 0,-4 1-12 0,-3 0 5 16,0-3-11-16,0-3 8 0,-3 2-10 15,-1-4-10-15,0-2 15 0,-2-3-3 0,-1 2 11 16,1-5-5-16,6-1 4 0,-15-7-12 0,9 5 16 15,-1-6-14-15,0-1-5 0,0-1 34 0,0-3 0 16,1 3-26-16,3-5 30 0,2 5-30 0,1-5 8 16,0 5-10-16,1-5 9 0,2-1-7 15,6 1-2-15,-2 2 2 0,7-3-15 0,0 0 15 16,0 1-11-16,2 0 6 0,2 3-13 0,3-3 8 16,-1 4 18-16,1-3-21 0,3 4 6 15,-4-3-11-15,4 3-10 0,-3 1 22 0,3 3-14 16,-5 3 5-16,2-4-8 0,-4 7 10 0,0-2-2 15,1 4-6-15,-1-1-2 0,0 6 3 16,-1 0-8-16,-1 3 7 0,-5 0-7 0,3 3 10 16,-2-3-7-16,-1 7 2 0,-3-3 15 0,3 1-15 15,-3 1-10-15,-1 2-34 0,-2 0-9 16,-1-2-55-16,0 1-66 0,-2 1-248 0,3 0-467 16,-4-4 121-16,3-3 52 0,-3 2 78 0,0-6 68 15,0-2 60-15</inkml:trace>
  <inkml:trace contextRef="#ctx0" brushRef="#br0" timeOffset="89123.82">14178 9868 1031 0,'-4'-3'343'0,"4"-3"-82"0,0 6-82 0,0 0-81 0,-3-2-170 16,3 2-540-16,0 0 39 0,0 0 94 15</inkml:trace>
  <inkml:trace contextRef="#ctx0" brushRef="#br0" timeOffset="89341.12">14524 9797 1146 0,'6'21'364'0,"-5"2"-24"0,5 1-22 16,-3-3-27-16,4 2-22 0,-4 4-28 0,5 5-26 16,-2 0-18-16,-2 0-26 0,2 1-22 0,-2-1-44 15,3-1-36-15,-4-2-82 0,-2-2-84 0,2-2-182 16,-3 4-476-16,0-4 33 0,-3-5 51 16,-1-2 75-16,0-1 74 0</inkml:trace>
  <inkml:trace contextRef="#ctx0" brushRef="#br0" timeOffset="89890.58">14332 10125 1218 0,'0'-7'399'0,"0"7"-33"0,7-7-43 16,-4 4-31-16,4-2-11 0,3 2-40 0,4-3-24 16,0 3-25-16,6-4-18 0,0 5-5 15,4-4-33-15,1-1-5 0,2 3-9 0,0-3-19 16,-2 0-14-16,5-1-2 0,-6-2-18 0,6 2-2 15,-5-2 0-15,-1-2-24 0,0 2 1 0,-5-5-9 16,-1 3-22-16,-1-3-2 0,-3-3-17 0,-4 1 9 16,1-5-3-16,-1 3-3 0,-7-3 11 15,3 2-13-15,-6 3 8 0,0-2-1 0,0-2 8 16,0 6 3-16,-3 3-3 0,3-4-7 0,-3 7 15 16,3-2-8-16,0 1-7 0,-3 6 2 15,3-2 5-15,0 6-2 0,0 0 2 0,0 0 8 16,-10 14 0-16,10-3 2 0,0 3-7 0,0 5 20 15,3 6-2-15,0 0-21 0,-3 2 3 16,4 2 18-16,-1-2-8 0,0 7 13 0,1-1-11 16,2-1 3-16,-2 3 8 0,0-3-3 0,2 0 3 15,-2-6-20-15,-1-1 2 0,0-1-11 0,1-5 14 16,-1-2-1-16,1-2 6 0,-4-1-24 16,3-3 34-16,1-1 15 0,-1-2-22 0,0-8 4 15,1 2-2-15,-4-2 7 0,14-4-15 0,-4-5 8 16,-3-5-16-16,7-1-2 0,2-3-8 15,-1-6 5-15,1 4-17 0,5-4 12 0,-5 0-16 16,2 9 19-16,-2-2 0 0,-1 5-1 0,-2 2-14 16,1 1 2-16,-1 3 10 0,1 0-10 15,-3 6 15-15,2 0 0 0,1 5-5 0,-1-2 0 16,1 6-7-16,-3-2-6 0,3 1 8 0,-1 2 5 16,0 3-20-16,-2-1 23 0,-1 1-44 0,0-1 15 15,-2 2-53-15,1-2-108 0,-5 1-117 16,2-1-648-16,-2 1 48 0,0-2 111 0,-4-5 69 15,3-4 63-15,-3 5 63 0,0-7 63 0</inkml:trace>
  <inkml:trace contextRef="#ctx0" brushRef="#br0" timeOffset="90507.22">15442 9999 1328 0,'5'19'389'0,"-2"-3"-31"0,0 1-30 0,1 0-28 16,-1-3-42-16,3 3-81 0,-5-1-8 16,2-3-31-16,0 2-8 0,1 0-30 0,0-5 0 15,-4 3-13-15,3-3 3 0,-3-1-11 0,3-3 18 16,-3-1-12-16,1 2 4 0,-1-7 1 16,0 0-16-16,0 0-5 0,0 0-12 0,0 0-4 15,6-18-4-15,-3 8 2 0,-3-4-7 0,4 1-3 16,-1-1 2-16,1-2-17 0,0 2 17 0,2 3-20 15,-3 2 5-15,1 0-2 0,2 1 0 16,-2 2-14-16,0 4 4 0,3 0 12 0,-7 2-13 16,0 0 6-16,19 9-14 0,-14-4-4 0,2 2 12 15,-1 1 1-15,1 2-6 0,4 1-7 0,-5 0 12 16,1 0 0-16,3 2-2 0,-3-2-10 16,0-3 7-16,-1-1-2 0,-2 1 22 0,2 0-32 15,-2-1 14-15,0-5 17 0,0 5-17 0,2-6 11 16,-6-1-5-16,0 0-20 0,13-7 22 15,-5 4-12-15,-2-3 2 0,1-4 3 0,0-4-8 16,4 1 3-16,-1-6-11 0,0 0 11 16,4-9-16-16,-4-1 8 0,3-1 11 0,4-9-14 15,1 6 16-15,-5 5-26 0,0 3 13 0,-2 5-3 16,-1 2-2-16,-3 2 5 0,1 6-7 0,-2 1 1 16,1 4-4-16,-4 5 8 0,-3 0-3 0,10 14 12 15,-6-4-12-15,-1 7 0 0,-2 6 15 16,-1 0 6-16,3 5 9 0,-3-2-30 0,0 5 10 15,3 5 11-15,0-3-19 0,-2-1 0 0,2 3-4 16,3-3 20-16,-2-6-3 0,6 1-13 16,-3-4 13-16,0 2-33 0,0-8 16 0,4-1 17 15,-2 0-13-15,5-8 3 0,-3 2-12 0,5-6 12 16,1-1 18-16,1-2-21 0,-1-2-7 16,3-5-6-16,0 3-2 0,-2-5-30 0,0 1 2 15,-2-1 2-15,-2-2-109 0,-7-1-124 0,-1 2-652 16,-5-3 107-16,-5 4 60 0,-6-2 55 0,-11-4 80 15,-9 3 66-15</inkml:trace>
  <inkml:trace contextRef="#ctx0" brushRef="#br0" timeOffset="92156.9">1061 11933 895 0,'10'0'259'0,"1"0"-29"16,3 0-12-16,2-2-11 0,2 1-17 0,5-3-24 16,-2 4-10-16,7-3 51 0,5-2-20 15,-2 3-18-15,7-3-10 0,3 2-21 0,3-4-12 16,12 4-11-16,5-4-13 0,0-1-2 0,4 1 2 16,0-1-15-16,3 1-10 0,-3 2-3 15,1-4-15-15,-1 1-2 0,-1 0-4 0,1 0 4 16,-3 0-16-16,2-1-26 0,-1 0 23 0,4 1-9 15,1-1-1-15,5-3-5 0,11 2 2 16,-11 3-4-16,-1-1 10 0,4-1-11 0,-2 1 6 16,18 0-75-16,-3-2-2 0,1 3 25 0,1-1-10 15,2-2 16-15,-1 3-11 0,4-1 0 0,-3-1 16 16,2 1 0-16,0 3 5 0,1-5-11 16,-4 4 3-16,4-2 0 0,0 1 11 0,3 0 9 15,0-3-7-15,-3 2 5 0,-3 1 3 0,2 0-11 16,-2 2 13-16,2-1-15 0,0-1 12 15,1 0 3-15,-3 2 11 0,3 0-9 0,-4-3 6 16,-14 6-8-16,14-4-12 0,-12 2 12 0,12-1-8 16,4-2-4-16,-1 4 12 0,-17-2-3 0,15 1 3 15,3 0 3-15,-5-5-3 0,6 6 0 16,-5-3 8-16,4-1-8 0,0-3 11 0,3 3-29 16,0 2 10-16,1-1 13 0,-1-1-7 0,-4 0 0 15,-3-1 7-15,-14 6 5 0,14-6-5 16,-12 5-5-16,16-2 6 0,2-2-6 0,-2 5 10 15,-1-5-2-15,-15 6 2 0,18-2 3 0,-2-1 5 16,0-3-12-16,-14 6-6 0,11-2 13 0,-11-1-11 16,13 1-2-16,1 0 3 0,-17-1 5 0,14-3 0 15,5 4-1-15,-5-4-12 0,2 3 3 16,-2 0-3-16,5 0 10 0,1 0-12 0,-3 2 7 16,-14 1 5-16,-2-3-7 0,1 1 2 0,-2 2 5 15,-1 0-5-15,-2-4-13 0,5 5 16 16,1-3 10-16,14-2-5 0,-17 3-16 0,17-5 19 15,-18 5-1-15,1-4-5 0,0 3-7 0,-1-2-1 16,14-2 6-16,-16 2-8 0,16 0 5 0,-14-2 3 16,15 2 5-16,2-2-1 0,-6 0-9 15,-13 0 2-15,-1 3 5 0,0-3 16 0,0 1-24 16,0-2-2-16,1 5 18 0,-1-4-2 0,17 0-16 16,-16-1 10-16,19 1 10 0,-5 1-14 0,2-5 9 15,-18 8-5-15,15-6 18 0,-17 3-25 16,0-2 10-16,3 4-6 0,1-2-1 0,16-2 9 15,-14 2 0-15,14 2 1 0,1-3-9 16,-14 5 14-16,-4-3-29 0,-1 2 23 0,2-2 1 16,2 2-6-16,1-3 8 0,0 3 8 0,-1-2-21 15,18 2 10-15,-3-2-5 0,-11 3-7 0,0 0 20 16,-4-4-10-16,1 4 7 0,20-3-10 16,-6 1 6-16,2 0-3 0,1 0 10 0,-1-2-13 15,1 5 33-15,-14-1-20 0,11-4 11 0,2 0-27 16,1 3 11-16,-1-3-10 0,-2 4 2 15,-14-4 0-15,17 6 16 0,-14-2-11 0,17-3-15 16,0 2 8-16,0-2 25 0,-4 2-12 0,-2-4-11 16,-1 0 46-16,-16 6-17 0,2-3-60 0,18-2 29 15,-18 6 30-15,1-2-48 0,0-3 38 16,-4 3-5-16,-7 0 44 0,-3-2-1 0,-13 4-2 16,-8 0 0-16,-10-2-15 0,0 1-3 0,-6 0-5 15,-4-4-13-15,0 5 8 0,-5-1-8 16,-4 1-41-16,1 0-17 0,-5 0-50 0,-7 0-20 15,-4 0-58-15,3 3-114 0,-3-3-677 0,-28 8 30 16,1-1 110-16,-14-2 79 0,-24 3 78 0,-7-3 55 16,-27 7 62-16</inkml:trace>
  <inkml:trace contextRef="#ctx0" brushRef="#br0" timeOffset="93256.19">1291 12548 1144 0,'-4'-2'327'0,"-3"-3"-32"15,-3 5-21-15,3-1-39 0,7 1-12 0,-21 1-31 16,11-1-13-16,0 5-31 0,-1 0-4 0,1 2-16 16,0-1-34-16,-1-2-9 0,2 5-24 15,2 1 1-15,1-1-6 0,1 3-7 0,1-4-8 16,2 7-3-16,2-5 0 0,2 5-7 16,2-3 0-16,3 3-3 0,0 2-2 0,3-1-3 15,4 1-13-15,-3 0 15 0,6-2-7 0,-4 3-5 16,4-4-5-16,0 3 0 0,0-4 2 15,-3 1 8-15,3 3-5 0,-3-3-16 0,0-3 8 16,-4-1 3-16,0 3-3 0,-4-3 5 0,2 0 5 16,-4-2-12-16,-1 1 18 0,0 3 12 0,-6-5-10 15,2 3 8-15,-5 1-11 0,-1-4 13 0,-4 3-15 16,-1-2 10-16,0-1-5 0,-4 0-5 16,-2-2 0-16,-1 1 0 0,1 0-8 0,0-4 1 15,2 0-32-15,-5 1-40 0,5-2-57 0,2-2-66 16,0-4-195-16,3 3-397 0,4-4 34 15,1-4 74-15,2-1 61 0,4-4 77 0</inkml:trace>
  <inkml:trace contextRef="#ctx0" brushRef="#br0" timeOffset="93457.02">1519 12539 752 0,'3'20'307'0,"-2"4"-18"15,2 1-27-15,-3-3-9 0,1-1-28 16,-1 4-25-16,3 0-21 0,0 4-5 0,-2-1-13 16,1-3-33-16,2 1 0 0,2 6-23 0,-3-5-36 15,5 6-56-15,-5-9-64 0,1-1-126 0,3 1-532 16,-1-5 41-16,-2-2 62 0,-1-2 42 0</inkml:trace>
  <inkml:trace contextRef="#ctx0" brushRef="#br0" timeOffset="93855.9">1430 12908 1057 0,'0'0'312'0,"0"0"-25"0,4-7-31 16,-4 7-29-16,7-5 6 0,-3 0-43 0,8 4-1 15,2-5-33-15,0 3-23 0,6-2-2 16,2-5-13-16,1 3-8 0,4 0-28 0,-2-4 15 15,5 3-10-15,-2-4-5 0,2-1-13 0,-2-2 8 16,-1 5-21-16,-3-7-2 0,-1 9-3 16,-2-4 5-16,-4-1 3 0,-2-2 0 0,0 5-3 15,-4-5-20-15,-4 5 41 0,0 0-33 0,0 2 4 16,0 1 16-16,-4-1-18 0,0-1 11 0,1 7-22 16,-4-4 29-16,0 6-20 0,0 0-11 15,0 0-7-15,0 0 2 0,-24 15-8 0,14-5 6 16,3 0-11-16,-4 5 14 0,1-1-24 0,1 1 10 15,1 0-5-15,2-1 3 0,2 3-3 16,0 1-2-16,2-3-3 0,1 2-2 0,2 0 4 16,2-2 9-16,3 0-14 0,1-4 21 15,1 6-25-15,5-7-11 0,4 5-2 0,0-7-8 16,4 3-18-16,3-4-34 0,3 0-4 0,-3 0-87 16,6-4-52-16,-3-2-120 0,2-1-501 0,1-1 73 15,0-2 93-15,-2-4 56 0,-3 0 31 16,2-2 87-16</inkml:trace>
  <inkml:trace contextRef="#ctx0" brushRef="#br0" timeOffset="94073.17">2405 12741 670 0,'-3'27'312'0,"2"-2"-25"15,1 3-8-15,0-2-23 0,0 2-13 0,0 5 26 16,1 2-13-16,2 3-28 0,0-1-31 0,1 3-3 15,6 7-32-15,-6-6-6 0,2-6-21 16,1-1-12-16,-1-1-2 0,2-1-32 0,-2-4-38 16,1-3-43-16,-3 0-49 0,2-8-59 15,-2-3-2-15,0-3-72 0,-1-5-195 0,0-4-391 16,-2-2 74-16,-1 0 74 0,0 0 54 0,-1-17 80 16</inkml:trace>
  <inkml:trace contextRef="#ctx0" brushRef="#br0" timeOffset="94340.15">2368 12997 854 0,'-7'-32'254'0,"3"4"-1"15,0 5-22-15,0 0-6 0,4 7-25 0,-2-3-11 16,4 0-28-16,-1-2-20 0,2 6 2 16,1-2-15-16,3 4-23 0,-3 0-15 0,5 1 74 15,2 0-16-15,-4 5-38 0,6 3 13 0,1-1-21 16,-4 3-4-16,3 2-1 0,1 5-23 0,0 0 16 16,0 2-13-16,0 1 15 0,0 2-13 15,-2 1 29-15,-1 3 7 0,3 1-31 0,-7-4 11 16,2 3-21-16,-6 3-23 0,2-2 11 0,-5 1 12 15,-3 0-2-15,-1 1 12 0,0-2-7 16,-2-1-16-16,-1 1-12 0,0 2 5 0,-4-4-23 16,1-1 2-16,1-2-5 0,-2 2-10 0,1-3-39 15,3-5-32-15,0 0-114 0,-4-3-135 16,5-1-591-16,-1-2 38 0,0-5 113 0,3-2 71 16,1-5 59-16,6 0 54 0,-2-1 64 0</inkml:trace>
  <inkml:trace contextRef="#ctx0" brushRef="#br0" timeOffset="94826.46">3017 12625 1013 0,'3'-9'312'0,"0"1"-27"16,0 1-19-16,-2-3-31 0,2 2-35 15,0-2-11-15,-1 1-4 0,0 0-19 0,-2 0-23 16,0-3 72-16,0 4-28 0,0-2-23 0,0 2 23 15,0 1-39-15,-2-1 1 0,2 5-19 0,-2-4-9 16,2 7-4-16,0-7-14 0,0 7-16 16,0 0-8-16,0 0-7 0,0 0-11 0,0 0 1 15,-6 25-9-15,6-12 6 0,3 6-7 0,-3-1-19 16,3 7 10-16,1 1 3 0,0 5-12 16,2 0 4-16,-2-2-15 0,2 4 0 0,-2-1 5 15,3-7-2-15,-3 1-21 0,-1 2 18 16,0-3-18-16,0-3 13 0,-2 0 3 0,2-2 2 15,-3-3-16-15,0-2-7 0,0 2 21 0,0-3 17 16,-3-2-5-16,0-1 19 0,2-1 4 0,-2 1-28 16,-1-3-20-16,1 2 10 0,-4-3 10 0,3 1-3 15,1-1-12-15,-4 0 8 0,4-4-11 16,0 4 10-16,-1-4 11 0,4-3-5 0,-4 8-21 16,4-3 33-16,0-5-22 0,-3 6-1 15,3-6-7-15,0 4-11 0,0-4 18 0,0 0-7 16,11 0 7-16,-11 0 16 0,16 0-26 0,-16 0 31 15,18-2-10-15,-5-3-6 0,-2 4 3 0,2 1-15 16,-3-6-5-16,1 5-34 0,-1-2-51 0,-4 1 8 16,1-1-111-16,1 1-101 0,-8 2-134 15,0 0-496-15,4 5 38 0,-4-5 110 0,0 0 61 16,-22 12 75-16,9-5 69 0,-11 1 79 16</inkml:trace>
  <inkml:trace contextRef="#ctx0" brushRef="#br0" timeOffset="95205.9">1026 13658 995 0,'-15'6'284'0,"7"-4"-17"0,1-2-6 16,1 5-34-16,6-5-19 0,0 0-1 0,0 0-5 15,0 0-30-15,0 0 10 0,24 3-21 0,-4-5-13 16,3-2 3-16,8 2-5 0,8-5-28 0,15-1-11 16,7-2 14-16,1 0-6 0,6-5 0 15,14-3-25-15,10 0 30 0,4-4-25 0,-1 4-6 16,2-6-20-16,-1 6 13 0,3 1-2 0,-1-5-19 16,-2 4-15-16,4 0-2 0,2 3 2 15,-3-2-8-15,-3 2 6 0,-7 5-3 0,-18 0-26 16,-3 1 31-16,-5 1-13 0,-5 0-12 15,-14 2-8-15,-9 2 7 0,-5-1-10 0,-6 4 3 16,-4-2 0-16,1-1-10 0,-8 4-14 16,1 0 1-16,-4-2-33 0,-3 2-34 0,-7 0-23 0,7 3-31 15,-7-3-186-15,-10 12-569 0,0-3 85 16,-6 0 56-16,-6 2 72 0,-9 1 59 0,-17 4 84 16</inkml:trace>
  <inkml:trace contextRef="#ctx0" brushRef="#br0" timeOffset="95522.49">1214 13941 1259 0,'-6'5'358'16,"-1"-4"-25"-16,4 0-31 0,3-1-28 15,0 0-28-15,0 0-13 0,0 0-26 0,0 0 21 16,40-7-49-16,-12 5 18 0,6-7-2 15,21-5-9-15,6-1-22 0,19-8-20 0,8 1-16 16,4-1 25-16,4-4-27 0,1 2-22 0,1 0 19 16,-2 0-36-16,-1 2-7 0,1-2-1 0,0 0 3 15,3 6-5-15,-3-4-18 0,-6 5 0 0,-6 1-11 16,-19 2-2-16,-4 5-2 0,-5-5-8 16,-12 7-16-16,-10 1-2 0,-6 2-3 0,-2 0-7 15,-5 1-26-15,-3 0 3 0,-2-1-67 0,-2 2-54 16,-4-4-148-16,-3 4-581 0,-3-3-46 15,-2 2 109-15,-2-5 93 0,-3 0 69 0,0-5 57 16,-7-1 63-16</inkml:trace>
  <inkml:trace contextRef="#ctx0" brushRef="#br0" timeOffset="96872.45">4845 12384 1146 0,'0'0'330'16,"0"0"-43"-16,0 22-33 0,0-10-19 15,0 4-20-15,3 6-3 0,-3 2-27 0,5 4-14 16,-2-3-30-16,-3 6-8 0,3-4-13 0,1 0-15 16,-4 2-7-16,3-1-14 0,0-2 1 0,-3-1-11 15,3-1-2-15,-2-6-24 0,-1 4 19 0,3-6-11 16,-3 0-10-16,0-5-7 0,3 3 4 15,-3-3 6-15,1-4 10 0,2-1-8 0,-3-4-3 16,0-2-9-16,0 0-3 0,0 0-1 16,7-22-6-16,-7 5 4 0,0-2-8 0,3-7 11 15,-3-8-10-15,1-5-13 0,2 3-1 0,-3-3 9 16,3-2-11-16,-3-12 6 0,0 7-1 16,3 9 0-16,-3-2 6 0,1 4-6 0,2 3-2 15,-3 7-8-15,3 0 0 0,-3 3-7 0,4 4-1 16,-4 6-7-16,3-1 7 0,1 4 11 0,2 8-3 15,1-1-15-15,-7 2 7 0,18 5 21 0,-5 5-13 16,4 2 21-16,-4 6-21 0,8 7-2 16,4 7 17-16,5 3-7 0,-6 5 5 0,6-1-3 15,-6 3-5-15,1-1 1 0,-1-3 1 16,0 2 9-16,-1-2 2 0,-2-1-13 0,-7-8-23 16,3-2-20-16,-7-1-54 0,0-7-54 0,-3 3-94 15,0-5-264-15,-4-1-361 0,-3-5 99 0,-3-3 70 16,-1-4 77-16,-2-1 64 0,-5-2 40 15</inkml:trace>
  <inkml:trace contextRef="#ctx0" brushRef="#br0" timeOffset="97656.36">4887 12730 698 0,'0'0'318'0,"-7"3"-52"16,7-3 0-16,0 0-36 0,0 0 3 0,0 0-7 15,0 0-16-15,0 0-21 0,20-8 52 0,-5 1-19 16,1-2-7-16,8 0-33 0,4-7-23 16,12-6-6-16,1 0-9 0,4-4-11 0,-1 2-18 15,7-2-13-15,1 1-12 0,-2 0-6 0,-1-2-9 16,-2 2-1-16,-2 2-2 0,-8 0-19 16,-6 7 11-16,-9 0-18 0,-3 7 6 0,-5 0-9 15,-3 1 1-15,-1 1-11 0,-3-1-31 0,-1 5-7 16,-5-4 16-16,2 7-1 0,-3 0-5 15,0 0 10-15,0 0-15 0,0 0-2 0,-21 0 2 16,21 0 2-16,-16 7-2 0,9-1 0 0,-1 0-7 16,2 3-4-16,3 3-25 0,2-1 24 0,1 3-6 15,3 3 13-15,4-1-18 0,1 4 25 16,5 1 6-16,4 0-6 0,0 2-17 0,4 2 7 16,0 0 3-16,-2 0 3 0,2-1-1 15,-4 0-2-15,0-5 2 0,-6 3-9 0,0-4 1 16,-2 0-1-16,-2-1 14 0,-4 0-12 0,-3-2 0 15,0-3 7-15,-3 1-5 0,-3-2 3 0,-1 0 10 16,0-1 6-16,-4-2-4 0,1-5 4 0,0 4 24 16,-1-6-1-16,2-1-1 0,2 0-2 15,7 0-3-15,-15-1-5 0,12-6 0 0,0 1 5 16,0-3-7-16,3-1-14 0,6-1 9 0,-2-5-1 16,6-3-15-16,0-2 18 0,0 1-13 15,8-5 0-15,-2 0 3 0,-1-3 5 0,1 1-8 16,2 2 10-16,3-11-5 0,-2 7-10 15,-4 4 3-15,1 0-1 0,-5 7 6 0,-1-1 0 16,0 3-6-16,-6 1 9 0,3 5 1 0,-4-1-12 16,0 1 0-16,1 1-5 0,-4 5 0 0,0-2-3 15,0 6 8-15,0 0-7 0,-4-3-3 0,4 3 20 16,0 0-23-16,0 0-10 0,-11 16-3 16,11-7 11-16,0 1-3 0,5 1-7 0,-2 4 12 15,4-1-8-15,6 3 6 0,1 2 10 16,0 2-13-16,7 0 8 0,2 1-6 0,-3-1-4 15,1 1 4-15,0-2 19 0,-1 3 0 0,-3-6-11 16,-3 2 8-16,0-3-10 0,-4 0 17 0,-3 0 9 16,0-1-4-16,-4-4 19 0,-3 3-15 15,-3-3-1-15,-1-3 10 0,-3 5-7 0,-3-4 5 16,0 1-15-16,-7-3 13 0,3 1-9 0,-3-5-6 16,-1 3 22-16,2-5-23 0,-1 1 5 15,6 1-5-15,-2-3 10 0,-1 0-12 0,1 0-21 16,-1-5-10-16,7 5-3 0,0 0-58 0,-3-4-42 15,6 0-56-15,1-3-117 0,3 2-536 16,0-1 11-16,6-4 102 0,-2-4 74 0,3 3 59 16,3-7 77-16</inkml:trace>
  <inkml:trace contextRef="#ctx0" brushRef="#br0" timeOffset="98922.29">6322 12346 1077 0,'0'0'328'0,"3"-5"-13"15,-3 5-26-15,0 0-28 0,0 0-15 0,8 17-31 16,-8-9-5-16,0 6-8 0,0-3-38 0,0 6-3 16,0 1-20-16,0-1-3 0,3 5-33 0,-3-3 7 15,1 3-12-15,2 2-10 0,0-2-3 16,3 2-8-16,1 0-17 0,1-2 2 0,-2-3-5 16,4 2-11-16,1-3 6 0,-4-5-8 0,3 2-18 15,-1-7 11-15,3 2-14 0,-2-3 1 16,4-3-3-16,-4-2 2 0,3-4-7 0,1-2 8 15,-4-2-24-15,0-5 14 0,1 1 7 16,-1-7-21-16,0-4 11 0,-3 1-5 0,0-2 0 16,-1 1-1-16,-2 3-2 0,-1-3 0 0,0 7 11 15,-3 1 9-15,1-1 4 0,3 3 17 0,-4-1-5 16,0 6-8-16,3-1-15 0,-3 1-5 16,0 6-6-16,-3-6 6 0,3 6 20 0,0 0-20 15,0 0 5-15,-11 21 13 0,7-11 0 0,2-2-14 16,1 3-4-16,-2 2 23 0,0-2-28 0,3 3 17 15,0-3-9-15,3 3-9 0,-3-2 1 16,3 2 0-16,1 0-13 0,2-3 15 0,2 0 5 16,2 2-5-16,-1-3 14 0,6-2-17 15,-5 0-27-15,6-2-3 0,-4-2-34 0,1-4-2 16,7 0-38-16,-2 0 0 0,-2-5-31 0,-1-2-15 16,1-2-14-16,-3-5-24 0,2-1 14 0,-5-3 9 15,0 1 12-15,0-6 5 0,-3 5 31 16,-3-5 41-16,2 5 48 0,-2 0 42 0,0 4 10 15,-1 2-11-15,0-1 24 0,0 2 4 0,-2 3-7 16,2 1-5-16,-3 2 7 0,3 0 1 0,-3 5 15 16,0 0-28-16,0 0-1 0,0 0 9 15,15 17-4-15,-12-9 1 0,3 6-8 0,-3-1 8 16,1 2-10-16,-1 3 23 0,2-3-19 16,-2 2 11-16,0 0-2 0,1-1-1 0,-1-2-5 15,0-3-10-15,-3 3 5 0,3-3 13 0,-2-1 3 16,1-2 7-16,-1 1 5 0,2-1 8 0,-3-3-15 15,3-3 7-15,-3-2 3 0,0 0-10 0,0 0 0 16,0 0-8-16,4-17-8 0,-4 6 13 16,1-3-15-16,2-1-6 0,0-3 8 0,0 3 8 15,1-1-12-15,2 3-17 0,-2 0 1 0,-1 1 0 16,4 0-13-16,-3 3 10 0,2 5-5 16,1-2 0-16,0 0 8 0,0 5-23 0,-7 1 15 15,17 5-7-15,-9-2 7 0,2 4-5 0,-1 3 10 16,1 3-8-16,1-2 6 0,-1-2-8 15,-3 5 10-15,3-4-17 0,-2 4 4 0,1-3 3 16,-5-3-13-16,3 2 16 0,-3-3-1 0,2 1-9 16,-3-1 32-16,0 0-22 0,1-4 5 0,-1 1 2 15,-3-4-2-15,0 0 4 0,0 0-12 16,0 0 13-16,8-11 5 0,-8 1-8 0,0 2 1 16,3-9-14-16,-3 2 0 0,3-3 6 0,-2 0-3 15,5-1 0-15,-3-4-3 0,4 2-2 16,0 2 16-16,0 1-11 0,0 1-8 0,0 2 5 15,3 3-2-15,0-1 3 0,0 3 9 0,-3 1-4 16,4 3-11-16,-1-1 0 0,-1 3 3 16,2 3-5-16,-1 1 8 0,0 1 9 0,1 3-22 15,-1 3 17-15,0 1 1 0,-2 2-13 0,2 3 10 16,-3-1 10-16,3 3-23 0,-6 0 6 0,5 0 1 16,-5-2 12-16,3 4-1 0,0-2-8 15,-3 0 11-15,5 0-11 0,-5-3 8 0,2-4-7 16,-2 3 4-16,3 1 14 0,-3-5-14 0,2-1 21 15,0 0-18-15,1-2 1 0,1-1-6 16,2-3 0-16,-10 0 5 0,20-7 2 0,-9 0-4 16,2-3 12-16,4 2-5 0,-4-7-4 0,5 2-12 15,-4-5-4-15,3-1 15 0,0-2-7 16,-4-1 15-16,-2 2-13 0,3-1 0 0,-7 3 0 16,2 3 10-16,-1-2 3 0,-5 5-11 0,1-1 6 15,2 5-13-15,-3-2-5 0,-2 2 4 0,-1 2-1 16,0 4 2-16,0 2 5 0,0 0-13 15,0 0 13-15,-21 11-8 0,14 1 0 0,0 1-4 16,-3 3 7-16,0 4 15 0,3-1-15 0,0 2 17 16,1 0-12-16,2-3-2 0,0 2 4 15,4-1 14-15,0-1-14 0,0 0 9 0,5-1-4 16,1 2-2-16,0-5-5 0,1 1 6 0,4-1 4 16,2-3-3-16,0-1 1 0,5-3 13 0,0 1-6 15,-1-6-5-15,6 3-10 0,-2-2 13 0,-1-3 2 16,1 0 1-16,0 0-19 0,-2-1 6 15,-1-1-3-15,-4 0-34 0,0-3 6 0,-1 5-66 16,-7-1-42-16,2-5-130 0,-5 5-282 16,-3-1-379-16,0 2 95 0,0 0 108 0,-10-8 53 15,3 6 72-15,-3-3 59 0</inkml:trace>
  <inkml:trace contextRef="#ctx0" brushRef="#br0" timeOffset="99738.92">9094 12206 747 0,'0'0'294'15,"-13"5"-22"-15,6 0-24 0,-3 5-15 16,3 4-16-16,-3-2-22 0,-1 8 69 0,1-1-37 15,0 6-6-15,-1 0-32 0,5 0-20 0,-1 0-8 16,4 0-12-16,-3-1-19 0,5 1-20 0,1-6 3 16,3 5-18-16,4-1-16 0,-3-3 0 15,5-3 8-15,3 2-5 0,-2-5-8 0,7-1-7 16,-4-4 0-16,4-1-3 0,0-6-11 0,-2-1-7 16,1-1-10-16,5-1 13 0,-1-6-13 0,0-3-6 15,-2-5-7-15,-1-2 6 0,3-2-12 16,-6-5 4-16,0-2-11 0,-1 0 6 0,-6-5-4 15,0-1-1-15,-7 3 7 0,3-2 7 16,-6-2-12-16,0 0-3 0,-5-1 0 0,2 8-7 16,-4 1-3-16,3 1 10 0,-4 5-2 0,-2 2 15 15,-1 2-10-15,0 1 10 0,-3 4-8 0,0 5 3 16,-3 2-3-16,0 3 11 0,2 3-11 16,-3 2 6-16,-2 4-8 0,-1-1-1 0,4 6 19 15,3-2 8-15,-1 5-11 0,5-2 5 0,-1 2-20 16,7 1 0-16,0-3 12 0,4 2-2 15,3-4-5-15,3 0-10 0,4 4 10 0,3-2-11 16,5 2 19-16,4-3 0 0,2-3-14 0,3 2 11 16,7-3-20-16,0-2 17 0,6-4-7 0,0 1-5 15,-3-3-11-15,0-2 3 0,8-2 0 16,-8 0-25-16,1-3 9 0,-2 3-17 0,-5-4-16 16,-1 0 6-16,-6 1-57 0,-4-1-76 0,-3-2-114 15,-4 5-186-15,0-2-420 0,-4-2 98 16,-5 5 73-16,-1-3 83 0,0 5 56 0,0 0 61 15</inkml:trace>
  <inkml:trace contextRef="#ctx0" brushRef="#br0" timeOffset="101522.3">9614 12471 1036 0,'0'0'330'0,"-3"-7"-40"0,0 1-16 0,3 6-3 0,-4-2-38 16,4 2-36-16,0 0-3 0,-10-1-17 15,10 1-23-15,-17 9-6 0,10-2-23 0,-4 3-17 16,2 0-6-16,2 7 3 0,0-3-13 15,-1 3-25-15,-1 0 10 0,5-1-16 0,1 3 1 16,0-2 2-16,3 1-21 0,3-3-2 0,0 3 8 16,4-1-3-16,4 0-3 0,-1-2 1 0,6 0-11 15,-1-4-5-15,5 1 8 0,0-7-10 16,-2 2 2-16,2-6 8 0,4 2-11 0,-3-3-17 16,0-4 10-16,1-2-5 0,-4-3 10 0,3-1-3 15,-5-2-10-15,2-4 3 0,-8-5-8 16,0 3 3-16,-4-2 15 0,-1-3-10 0,-5 2-16 15,0 2 26-15,-3 2-12 0,-2 1-9 0,-1-1 37 16,-1 0-34-16,0 7 8 0,-7-5 7 0,4 7-7 16,-7 0 5-16,3-1-6 0,-3 7 9 15,0-3-13-15,0 5-3 0,0 5 5 0,-3-3-7 16,3 5-1-16,-1 1-7 0,-3 2 13 0,5 4-1 16,2-3-4-16,0 6-8 0,3 1 2 15,1-3-10-15,4 2-22 0,3 1-17 0,3-1-22 16,3 4-26-16,1-5-51 0,5 2-51 0,5 0-102 15,0-1-546-15,6-2 87 0,1-1 56 0,-1-4 85 16,-2-2 70-16,-1-4 63 0</inkml:trace>
  <inkml:trace contextRef="#ctx0" brushRef="#br0" timeOffset="103039.11">10793 12039 906 0,'-16'-8'363'0,"-2"3"-38"0,-1 4-15 15,1-1-29-15,4 2-27 0,-6 3-16 0,2 4-26 16,-2 1-17-16,0 7-18 0,-1-3-16 16,1 6-23-16,-1 4-10 0,5-4-5 0,4 3-26 15,-1-2 3-15,2 1-10 0,5 2-21 0,2-4-10 16,4-3-3-16,1 5-2 0,5-1-6 16,2-2 1-16,5 0-6 0,4-1-9 0,0-5-9 15,1 3-2-15,5-5-2 0,-3-2-11 0,1-2 8 16,-1-1-16-16,-5-3 6 0,1-1 5 15,1-1-10-15,-3-3 4 0,-3 1 1 0,2-4 7 16,-2-1-22-16,-4-4 9 0,2-1 3 0,-5-4-5 16,-1 3 13-16,0-2-8 0,-3 2 16 0,0 0-16 15,0 3 8-15,0-3 12 0,0 7-2 16,0-3-5-16,0 2-5 0,0 2 5 0,0 6-13 16,-6-2 13-16,6 2 2 0,0 0-2 0,0 0-7 15,-13 14 6-15,9-7-1 0,1-1-1 16,-2 3-5-16,2 2 1 0,3 0-1 0,0-3 0 15,-3 3-5-15,6-2-2 0,-3 1-1 0,3 0 9 16,2-1-17-16,-2-1 14 0,4 2-8 0,3-3 8 16,0-1-18-16,4 0-8 0,-1 0 0 15,4 0-16-15,1-4-32 0,-1-2-47 0,0 2-7 16,0-2-64-16,3-2-49 0,-6 0-80 16,4-4-91-16,-2-1-279 0,1-3-42 0,-6 2 96 15,3-3 35-15,-4 3 97 0,0-5 620 0,0 2 69 16,-3 2 23-16,-1 1 26 0,1 0-80 15,-2 1-2-15,1 0-16 0,-3 4-2 0,-3 3 7 0,7-1-10 16,-7 1-10-16,0 0-12 0,4 11-4 16,-1-4 3-16,0 3 64 0,-3-1-27 0,4 4-9 15,-4-1-23-15,0 2-15 0,3-3 10 16,-3 3-20-16,0-4 5 0,0 4-8 0,0-3 3 16,0-3-13-16,1 2 7 0,-1-3-4 0,0 1-1 15,0-2 34-15,-1-2-3 0,1-4-7 0,0 7-3 16,0-7-6-16,0 0-22 0,0 0 2 0,0 0-15 15,-11-18 3-15,11 8-11 0,-2-4-10 16,2 3-2-16,2-5 2 0,-1-1 0 0,2 0-5 16,4-4-20-16,-3 5 9 0,2-1 4 0,1 2-27 15,0 2 21-15,0 1-5 0,0 2-2 16,0 0-3-16,2 3 0 0,2 6-3 0,-1-2-10 16,0 0 3-16,1 6-6 0,-1 0-4 0,4 0-1 15,-1 2 24-15,-2 5-26 0,3-3 10 16,-1 1-21-16,-2 6-7 0,2-3-25 0,0 0-60 15,1 3-45-15,0-3-50 0,3 3-91 0,-4 0-548 16,2-3 25-16,1-2 90 0,-1-1 59 16,1-2 62-16,-2-4 71 0</inkml:trace>
  <inkml:trace contextRef="#ctx0" brushRef="#br0" timeOffset="103505.07">11716 12197 1046 0,'-3'-6'313'0,"0"5"-32"16,3 1-2-16,-10-6-36 0,10 6-28 0,-18 6-23 16,8-3-12-16,-3 4-19 0,-1 1-13 0,1 0-9 15,-1 2-17-15,3 3-6 0,1-1-9 0,-1 1-10 16,2-1-12-16,2 3 2 0,-1-4-10 16,5 3-16-16,-3 0 1 0,6-3 2 0,3 0-29 15,0 2 4-15,0-5 4 0,5 2-17 0,-1-3 2 16,2-4-5-16,2 4-13 0,3-6 8 15,-4-1-2-15,4-1-4 0,2-2 1 0,-1-3-13 16,1-2 5-16,-2-2-7 0,0-5 2 16,3-2-5-16,-7 1 2 0,4-7-7 0,-4-3 0 15,-3-4-11-15,-1-1 1 0,-2-1 12 0,0-4-15 16,-1 0 0-16,-3 1 5 0,-3-5 5 0,-1 5 3 16,1 0 5-16,-1 2-5 0,-2 8 22 0,2 0-12 15,-2 3 0-15,-2 2 16 0,2 5-9 16,2 0-4-16,-3 4 5 0,1 2-3 0,-2 1 0 15,2 8 3-15,-4 0 4 0,10 0-1 16,-15 9 9-16,6 0-2 0,2 6-5 0,1 2 15 16,2 5-18-16,0 3 13 0,0 0-7 15,4 3 7-15,0-3-13 0,4 3 13 0,0 2-10 0,0 0-6 16,5 0-2-16,-2-1 11 0,4-1-11 0,-4-5 3 16,6 4 7-16,-3-5-2 0,1-1-11 15,2-1-7-15,-2 0-36 0,2-3-23 0,1 0-71 16,-1-6-83-16,-3 0-156 0,4 0-450 15,0-5 72-15,6-2 83 0,-6 1 71 0,3-2 45 16</inkml:trace>
  <inkml:trace contextRef="#ctx0" brushRef="#br0" timeOffset="104072.31">12432 11990 865 0,'0'-7'355'0,"0"7"-42"0,0-7-21 15,0 7-39-15,0 0-23 0,0 0-12 0,0 0-36 16,-8 17-3-16,5-4-36 0,-1-3-2 0,-2 7 0 16,2-2-31-16,1 2 0 0,-3-1-18 15,5 1 21-15,-6 1-16 0,7-1-13 0,-3 1 1 16,3-3-11-16,0 2-10 0,3 1 0 0,0-3 0 15,1 2-13-15,3 0-10 0,0-3 5 16,-1-2-15-16,5-2 0 0,-1 1-1 0,3-2-4 16,2-1 15-16,1-6-8 0,-2 3 3 15,0-4-10-15,6-1 4 0,-6-6-19 0,3 5-11 16,0-6 25-16,-3-1-12 0,2-8 15 0,-1 4-7 16,-2-8 7-16,-2 1-20 0,2-8 4 0,-6-3 4 15,0 1-1-15,0-2-2 0,-4-2-11 16,-3 2-2-16,0 5 8 0,0-3-8 0,-3 0 0 15,-3 2 10-15,1 7 36 0,-2 0-38 0,-2 2 79 16,-1 1 5-16,-4 2-12 0,0 7-14 0,-3-1-7 16,-4 6-15-16,1 2 2 0,-1-3-3 15,0 9 11-15,-2 0-8 0,-1 2-5 0,3 1-3 16,1 6-10-16,0-3 13 0,5 4-18 0,-1 0 6 16,6 2-14-16,2-1 23 0,1-4-12 15,1 5-8-15,3-2 0 0,3 2 2 0,3-3 6 16,0-2-3-16,4 3 5 0,4-1-10 0,-1-3-10 15,3-1 10-15,4-2 2 0,0 4-10 0,4-6-7 16,3 1-8-16,-3-1-29 0,-1-5-27 16,0 5-57-16,1-2-43 0,2-3-156 0,-2 3-630 15,0-4 48-15,-1 0 106 0,1-4 96 16,0 3 55-16,-5-3 53 0,-2-2 67 0</inkml:trace>
  <inkml:trace contextRef="#ctx0" brushRef="#br0" timeOffset="104339.47">12920 11941 1213 0,'0'0'358'16,"0"0"-38"-16,0 0-20 0,0 25-27 0,0-15-22 16,0 0-31-16,4 5 3 0,-4 0-33 15,3 2 7-15,-3 2-10 0,3 0-26 0,-2 1 5 16,2-3-15-16,0 5-18 0,-3-5-7 0,3 2-3 15,-2-1-13-15,5 0-16 0,-2 2-9 0,-1-3-14 16,-3-1 6-16,4 0 0 0,-1-4-21 16,0 2-2-16,-3-3 2 0,4 2-17 0,-4-1-3 15,3-4-26-15,0 3-46 0,-3 1-46 0,1-4-69 16,2 0-89-16,-3-1-272 0,7-1-323 0,-6-1 34 16,5-2 71-16,-6-3 62 0,6 4 80 15,-6-4 55-15</inkml:trace>
  <inkml:trace contextRef="#ctx0" brushRef="#br0" timeOffset="109671.49">15894 11639 1041 0,'-6'-6'356'0,"2"4"-36"16,-3 1-26-16,7 1-20 0,-17 1-15 0,7 4-113 16,-1 2-13-16,1 6-10 0,0 2-16 0,-4 3-10 15,4 1-9-15,3-1-12 0,-3 4 1 0,6-2-3 16,-2 4-12-16,3-5-8 0,3 1 4 15,3 0-4-15,0 0-5 0,0 0-13 0,8-2-3 16,-4 3 10-16,6-5-7 0,1-4 0 0,0-2-5 16,3-2-1-16,3-1 1 0,1-1-13 15,0-6-3-15,2 0 11 0,-2-6-3 0,3 4-10 16,0-6 7-16,-1 0-7 0,-2-6 3 0,0 3-4 16,-5-4 4-16,-1-2 7 0,-2-5-13 15,-2 2 0-15,-1-5 6 0,-7 2 7 0,3-2-11 16,-6 0 4-16,1 0-9 0,-2 0 14 0,-5 4-3 15,2-1 15-15,-5 2-20 0,1 1 7 16,-2 5-7-16,0 0 3 0,-4 4 27 0,1 1-22 16,-2 3-9-16,-1 3 9 0,-2-1 2 0,-1 9-13 15,1 0 3-15,-3 2-3 0,4 6-7 0,-3-1 7 16,6 3 5-16,-3 0-7 0,7 2 2 0,-1-2-12 16,5 1 4-16,2-3 11 0,4 4-3 15,3 0-2-15,1-2 0 0,3 0-6 0,4 2 21 16,5-1-20-16,2-4 4 0,9 3-24 0,0-1-17 15,4-3-14-15,3-1-32 0,0-2-40 16,0 0-75-16,1-1-99 0,2-1-267 0,-2-3-204 16,-4-2 56-16,-1-1 49 0,1-3 63 0,-7-2 67 15</inkml:trace>
  <inkml:trace contextRef="#ctx0" brushRef="#br0" timeOffset="110071.43">16550 11791 793 0,'-10'10'279'0,"0"5"20"0,-4 0-40 16,7-3-23-16,-3 3-6 0,0 3-30 0,3 2-19 15,0-1-7-15,-2-1-20 0,5 5-8 0,0-6-34 16,0 1 16-16,4-1-20 0,0 1-11 16,0-1-7-16,4-2-8 0,0 2 0 0,0-2-24 15,5-3 4-15,-2 0-11 0,4-3-18 0,-1 1 16 16,3-7-5-16,5 2-4 0,-5-5 12 15,4 0-29-15,0 0 5 0,1-5 3 0,2 0 2 16,-3-5-8-16,0-3 4 0,0-4-6 16,-3-1-5-16,-4-3 5 0,0 0 7 0,-2-2 1 15,-2 1-5-15,-3 2 25 0,-3 1-36 0,0-2 47 16,-3 4-19-16,0-1-33 0,-1 3 11 0,-6 3 10 16,0-1-1-16,-3 2 16 0,1 1-10 15,-4 2-20-15,-2 2 4 0,2-2 18 0,-2 8-7 16,-2-2-10-16,6 2 4 0,-3 0-12 0,3 2 10 15,-3-1-28-15,4 6 18 0,3-2-23 16,-4 0-8-16,4 2-23 0,3 1-3 0,-1 1-22 16,5-1-42-16,0 0-56 0,3 2-35 0,3 0-114 15,1 1-229-15,6 0-226 0,0-3 33 0,4 1 90 16,3-3 105-16,-1-4 13 0</inkml:trace>
  <inkml:trace contextRef="#ctx0" brushRef="#br0" timeOffset="110272.57">17292 11791 747 0,'8'-7'310'15,"-2"6"-29"-15,-6 1-20 0,10-7-33 0,1 7-23 16,-1-3-31-16,0 2-38 0,4 0-37 0,-1 1-40 15,1-3-51-15,-1 2-85 0,-2 1-107 16,3 0-195-16,-1 0-238 0,-2 0 51 0,-1 0 24 16</inkml:trace>
  <inkml:trace contextRef="#ctx0" brushRef="#br0" timeOffset="110471.42">17245 11941 975 0,'0'0'340'0,"0"0"-22"0,0 0-45 16,0 0-1-16,0 0-47 0,0 0-18 15,0 0-22-15,24 0-4 0,-11 0-40 0,1 0-13 16,-1-1-51-16,2 0-49 0,1-4-56 16,2 4-103-16,1-1-263 0,2-3-338 0,0 4 77 15,-4-6 66-15,4 3 70 0</inkml:trace>
  <inkml:trace contextRef="#ctx0" brushRef="#br0" timeOffset="111187.71">17723 11681 1174 0,'0'0'341'0,"-14"12"-37"0,8-5-83 15,-1 1-14-15,0 2-2 0,0 3-1 16,3 2-45-16,-5-3-13 0,5 5 8 0,0-1-39 15,1 1 10-15,3 0-12 0,-3-1-11 0,6 1 1 16,0 0-16-16,4-1 0 0,-3 1-16 0,3-2-12 16,2-2 3-16,2 2-19 0,3-1 6 0,0-3 2 15,2-4-15-15,-1 1 10 0,4-2-3 16,-1-2-2-16,-1-4-10 0,3 4 15 0,1-8-7 16,-4 3-19-16,3-6 16 0,-3 0-5 0,1-3-13 15,3 0 12-15,-5-5-20 0,2-2 16 16,-5 1-5-16,1-2-1 0,-4-6 6 0,0 4-24 15,-2-3 19-15,-5-1-6 0,0 6-2 0,0-2 12 16,-3 0-7-16,0 2-36 0,-3 3 59 16,-3-2-18-16,1-1 21 0,-5 3-36 0,0 3 17 15,-1-1 6-15,-2 3-16 0,0 0 3 0,-1 2-5 16,1 1 5-16,-2 0 0 0,2-1 2 16,-1 6-4-16,1-5-4 0,3 6-1 0,-4-2-1 0,4-1-2 15,-1 4 17-15,1 0-25 0,3-1 0 16,7 1 10-16,-18 0-2 0,9 0 13 0,-1 1-21 15,2-1 0-15,-2 0 2 0,4 5-2 16,-4-3 3-16,2-2-1 0,8 0 1 0,-13 6-8 16,6-5 10-16,0 0-3 0,7-1 1 0,-10 2-3 15,6 1 10-15,4-3-12 0,-9 1 14 16,9-1-19-16,0 0 9 0,-11 4-7 0,11-4 3 0,0 0-1 16,-7 0 1-16,7 0 7 0,0 0-13 15,-3 4 16-15,3-4-8 0,0 0 7 0,0 0-9 16,0 0 2-16,0 0-8 0,0 0 13 0,0 0-2 15,-14-4-1-15,14 4 3 0,0 0-5 0,0 0 13 16,0 0-13-16,0 0 5 0,0 0-12 16,-10-1 7-16,10 1-5 0,0 0-1 0,0 0 1 15,0 0-5-15,0 0-15 0,0 0-4 16,-4-3-6-16,4 3-6 0,0 0 0 0,0 0-16 16,0 0 21-16,0 0-2 0,0 0 2 0,0 0-5 15,0 0 3-15,0 0 7 0,0 0-5 0,0 0 3 16,0 0 5-16,0 0 5 0,-6 0 7 15,6 0-7-15,0 0-28 0,0 0-28 0,0 0-36 16,0 0-13-16,0 0-41 0,0 0 0 0,0 0-31 16,0 0-22-16,-1 4-98 0,1-4-90 0,0 7-266 15,0-7 21-15,0 0 69 0,0 0 74 16</inkml:trace>
  <inkml:trace contextRef="#ctx0" brushRef="#br0" timeOffset="113171.13">19118 11476 1049 0,'-3'-4'348'0,"-5"-2"-43"0,2 1-3 16,-1 2-31-16,0 1-25 0,-4 2-21 16,11 0-33-16,-23 2 3 0,6 5-42 0,3 1-2 15,0 0-15-15,-3 4-11 0,0 0-15 0,1 1-7 16,1 2-9-16,5-2-14 0,0-1-9 0,3 3 6 15,0 1 0-15,4 0-28 0,0-3 4 0,3 0-14 16,0-1-8-16,3 3-6 0,0-5-12 16,4 3 2-16,4-3-10 0,-1 0-2 0,0-3 20 15,1-1-18-15,-1-2 0 0,0-1-2 0,0-3 10 16,0 0-3-16,0-3-5 0,-3-1 3 16,4-2-1-16,-2-1 1 0,-2-1 2 0,1-4 0 15,-2 2-2-15,-2-2 13 0,-1 4 2 0,1-2 0 16,-1 2 0-16,0 1-10 0,0 2-1 15,1-1 4-15,-3 0-4 0,-1 6 6 0,3-1-7 16,-3 1 1-16,0 0-4 0,0 0 2 0,0 0 3 16,-4 17-3-16,4-11 6 0,0 2-11 0,1-1-5 15,-1 2 10-15,3 0-7 0,0-2-3 0,1 3-18 16,2-1 8-16,1-2-11 0,1-3-35 16,1 3 5-16,1-1-39 0,1-2-10 0,-1-4-13 15,3 4-9-15,1-5-6 0,-4 1 15 0,5-3 5 16,-5 1 1-16,3-5 15 0,1 3 12 15,-1-4 6-15,2 0 18 0,-5-1-8 0,3 0 13 16,-2 2 17-16,-1-1-4 0,-1 2 25 0,-1-1-2 16,-1 5 5-16,-1 0 15 0,1-1 0 15,-7 3 8-15,0 0 17 0,14 7-1 0,-11-2 1 16,1 2-7-16,-1-1 0 0,0 4-2 0,-3 0-1 16,3-2 3-16,-2 0-5 0,-1 0-5 0,0-2-10 15,0 1 27-15,0 1 1 0,3-3-5 0,-3 0 35 16,0-5 6-16,0 7 2 0,0-7 8 15,0 0-21-15,0 0-2 0,0 0 5 0,0 0-13 16,0 0-5-16,4-17-13 0,-4 12 8 16,4-7-11-16,-1 4 3 0,0-3-7 0,1-3 15 15,2 2-21-15,-2-1 0 0,3 3 6 0,0 0-14 16,-1 0 11-16,-2 3-2 0,2-1-3 0,2 2-3 16,-1-1-8-16,2 7 16 0,-2-3-5 15,1 3-8-15,2 0-5 0,-1 1 5 0,2 1-2 16,3 1 10-16,-1 1-8 0,4 1 10 0,-3-2-2 15,6 3-13-15,-2-2 13 0,5 1-13 16,1-2 7-16,0 4-7 0,4-6-7 0,-1 5 14 0,4-3-14 16,-7-3 7-16,0 0-3 0,0 0 6 15,0-2-6-15,0 0-5 0,-4-4 14 0,1 4-9 16,-1-3 3-16,-3-3 3 0,0 4-3 0,-3-5 0 16,-3 0-8-16,2-1 13 0,-3 0-2 0,-4 2-3 15,2-2 2-15,-2 3 11 0,-2-1-18 16,-1 5-5-16,-3-3 15 0,0 6-8 0,0 0-5 15,-13-1 8-15,13 1 3 0,-17 7 2 0,7-1-2 16,-2-1-6-16,-1 5 6 0,3 1 2 16,-4 0-13-16,7 2 3 0,-2-1-3 0,2-2 6 15,0 3 4-15,7-1-17 0,-1-4 10 16,2 5-16-16,2-5-9 0,1 1 7 0,3-1-31 16,3-4 16-16,-1 1 2 0,2-3 2 0,-4-1 6 15,3-1 0-15,4-3-8 0,-4-2-5 0,3-2 21 16,1-3-6-16,-3 2-4 0,0-4-4 0,-2-3-2 15,-2-4 8-15,0-2 3 0,0 0-19 0,-3-4 13 16,-1-4 21-16,-3 0-8 0,0 0 5 16,0-6 16-16,-3-1-3 0,3 7 5 0,-1 1 18 15,-2 3 13-15,3 3 0 0,-3 4-5 0,3 1-8 16,-4 6 20-16,4 4-17 0,-4 1-6 16,4 5 8-16,0 1-5 0,0 0 6 0,-10 14-6 15,7-4-8-15,3 1 8 0,-3 4-10 0,3 0 10 16,0 2-10-16,3 1-1 0,-3 0 4 15,3 3-3-15,4 0-8 0,0 2-13 0,4-3-18 16,-1 2-20-16,-1 1-66 0,6-3-73 0,1 0-219 16,2 0-413-16,6-3 111 0,-4-4 30 0,1-1 67 15,3-4 107-15</inkml:trace>
  <inkml:trace contextRef="#ctx0" brushRef="#br0" timeOffset="113637.93">20864 11340 1182 0,'-10'11'364'16,"0"4"-32"-16,4-1-32 0,1-1-21 0,-1 0-33 16,3-1-14-16,2 3-22 0,-2-2-15 0,3 0-93 15,3 4-22-15,-2-2-4 0,2 2 9 0,0-4-11 16,4-1-12-16,0 2-6 0,0-3-7 15,0-1-3-15,4-2-3 0,-2-1 13 0,1-1-33 16,4-2 24-16,-3-4-24 0,-2 0 10 0,6 0-5 16,-5-3-2-16,7-4-6 0,-7-3-7 15,3-2 7-15,1-2 6 0,-4-2-3 0,1-6-8 16,-1 2-2-16,-3-5-5 0,-1-6-6 16,-2 4 14-16,0-3-11 0,-1 5 3 0,-3 0 17 15,-3 0-15-15,-1 4 11 0,0 0-11 0,-5 5-5 16,-1-1 5-16,-5 9-4 0,-4-4 19 0,1 7-12 15,-3 2 7-15,1 3-27 0,-7 3 63 16,3 4-25-16,0 3-8 0,-1 2 10 0,6 1 11 16,-2 2 9-16,4 0-37 0,3 1 22 0,1 0-2 15,5-3-10-15,2 2 4 0,2 0-9 0,1-4-3 16,6 5 7-16,0-1-9 0,4-4 2 0,4 4-3 16,2-1 5-16,5-3-7 0,2-1-23 15,1 0-13-15,3-3-36 0,3 1-31 0,0-3-55 16,1-3-47-16,-5-2-144 0,1 0-488 0,4-3 38 15,-1-4 72-15,0-1 74 0,-6-6 85 16,3 3 48-16</inkml:trace>
  <inkml:trace contextRef="#ctx0" brushRef="#br0" timeOffset="113821.14">21330 11297 622 0,'0'0'299'16,"3"11"-35"-16,-3-3-14 0,0 2 17 0,-3 0-45 15,-1 4-1-15,4 1-19 0,-4 1-15 0,1 3 51 16,0-1-11-16,3 3-32 0,-3-2-6 15,2 3-30-15,1-1-13 0,0 0-8 0,0 0-28 16,0 1 5-16,1-3-20 0,2 2-3 0,0-3-56 16,0 2-92-16,1-4-75 0,-4 1-304 0,4 0-358 15,2-2 43-15,-2-7 84 0,3 1 62 16,-1-4 46-16</inkml:trace>
  <inkml:trace contextRef="#ctx0" brushRef="#br0" timeOffset="114038.16">21767 11326 1392 0,'7'-4'374'0,"0"0"-21"0,4 1-33 15,-2-3-39-15,4 5-27 0,-1-1-14 16,4 1-35-16,-2-3-15 0,3 4-47 0,3-1-69 15,-6 1-61-15,7-2-74 0,-1-2-172 0,-6 4-540 16,0 0 38-16,-1 0 80 0,0-1 81 0,-5 1 57 16</inkml:trace>
  <inkml:trace contextRef="#ctx0" brushRef="#br0" timeOffset="114237.43">21808 11526 1095 0,'0'0'453'0,"0"0"-46"16,0 0-31-16,0 0-45 0,0 0-29 15,0 0-41-15,28-3-18 0,-19 3-26 0,6-1-27 0,1 0-24 16,2-2-40-16,-2 3-44 0,5 0-29 16,3 0-73-16,0-3-111 0,-4-1-227 0,7 1-436 15,-2-4 50-15,2 4 76 0,-2-4 74 0,-2-1 41 16</inkml:trace>
  <inkml:trace contextRef="#ctx0" brushRef="#br0" timeOffset="114637.84">22584 11144 934 0,'-3'25'343'0,"3"-1"-44"16,0-1 26-16,0-3-61 0,0 2-13 15,0 0-28-15,0 4-16 0,0-1-13 16,0 0-17-16,3 1-11 0,-3 0-20 0,3-1-18 0,-3 0-10 16,4-7-8-16,-2 3-5 0,0-2 0 15,1-2-18-15,-3-2-5 0,6 1-23 0,-5-4 2 16,-1-5-17-16,0 3 35 0,3-2 16 0,-3-3-29 16,3-3 14-16,-3-2-27 0,0 0 4 15,0 0-1-15,0 0-2 0,7-17-8 0,-3 2-8 16,-4 0-4-16,3-3 7 0,-2-7-11 0,2-3 9 15,0-6-9-15,2-4 1 0,-3 1 0 16,1-14 0-16,4 1-6 0,-3 9-10 0,2 3-2 16,-2 3-10-16,2 1 10 0,-5 7-6 0,5-2-4 15,-1 8 7-15,-2 0-5 0,-3 5-2 0,3-1-8 16,0 5 5-16,0-1 2 0,-3 3 1 0,1 1-13 16,-1 2-3-16,0 0-23 0,0 7 5 15,0-4-35-15,0 4-3 0,0 0-82 0,0 0-113 16,-24 11-361-16,13-4-255 0,-6 2 107 0,1-3 97 15,-2 2 49-15,-3-2 79 0,-2 1 59 16</inkml:trace>
  <inkml:trace contextRef="#ctx0" brushRef="#br0" timeOffset="126770.43">18858 9511 806 0,'0'0'248'0,"0"0"-23"16,0 0-17-16,-17 15-16 0,10-6-21 0,-3 3-15 15,0 1-15-15,-5 3-8 0,2 5-23 16,-4 0-5-16,-3 4 0 0,-5 6-15 0,-2-2-13 16,-3 3-8-16,8-7-5 0,-1-2 2 0,-1-3-10 15,3 3-7-15,-3-5 10 0,1 3-18 0,2-4 2 16,4-5 1-16,0 2-16 0,0-4 23 16,4-2 1-16,2-1 6 0,0 0-14 0,-2-4 7 15,2-2 11-15,2-1-14 0,9 0 6 0,-17-4-13 16,9-3 10-16,-1-1-10 0,5-6-10 0,-2 0 20 15,2-2-18-15,4-2-12 0,0 2 15 0,0-3-21 16,3 2 8-16,1 0 3 0,-1 1-3 16,1 6-8-16,2-7 0 0,1 9-7 0,0-2 0 15,0 3-1-15,0 0-7 0,2 6 0 0,5-1 5 16,-3 4 1-16,3-2-4 0,-1 7 8 16,5-1-2-16,1 4-3 0,2 0 5 0,0 7-10 15,2-3 0-15,1 4 0 0,1 0 0 0,-1-3 3 16,0 3 7-16,-1-1-7 0,1-1-6 15,-6 0 11-15,2-5 2 0,-3 2-2 0,-1-4-1 16,-1 1 6-16,-2-3-8 0,-2-4 6 0,-1 2 1 16,0-2 11-16,1 1-20 0,-1-4 0 0,0-4-3 15,1 1 0-15,-1-4 25 0,-1 5-9 0,2-6-9 16,-1 0 1-16,-3 1-3 0,4-1 5 16,-5-1 0-16,1 1-2 0,0 0 2 0,-1 3 13 15,-1 0-28-15,-2-2-18 0,3 5-41 0,-2-4-51 16,-1 6-21-16,-3-5-22 0,0 5-50 0,3-4-96 15,-3 4-165-15,0 0-258 0,0 0 47 16,0 0 81-16,0 0 61 0</inkml:trace>
  <inkml:trace contextRef="#ctx0" brushRef="#br0" timeOffset="127385.93">19538 9653 901 0,'0'0'330'0,"0"0"-31"0,0 0-7 0,0 0-44 16,0 0 16-16,-7-2-36 0,7 2-29 0,0 0-19 15,0 0 4-15,0 0-28 0,0 0-5 16,0 0-23-16,0 0-5 0,21-4-5 0,-11 1-16 16,4 2-15-16,-1 1-15 0,2-2 2 0,4-1-25 15,-1 1-19-15,6 1-30 0,-4-1-25 16,1 2-67-16,-5 0-39 0,-1 0-112 0,1 2-459 15,-5 1-60-15,-1 0 68 0,-3-1 64 0,-4-1 70 16</inkml:trace>
  <inkml:trace contextRef="#ctx0" brushRef="#br0" timeOffset="127586.17">19463 9901 952 0,'0'0'371'0,"0"0"-51"0,0 0-18 0,0 0-21 0,0 0-43 16,31-8-15-16,-18 8-23 0,8-3-26 15,-3-1-8-15,5 1-51 0,-2 2-45 0,3-3-65 16,0 2-80-16,-1 2-117 0,1 0-524 16,3 0 14-16,-6-1 65 0,4-2 66 0,-2-1 59 15</inkml:trace>
  <inkml:trace contextRef="#ctx0" brushRef="#br0" timeOffset="128085.46">20273 9608 813 0,'0'0'336'0,"0"0"-34"0,0 0-18 16,-10 11-28-16,7-4-28 0,-1 0-3 0,-2 3-30 15,2-2-16-15,0 7-15 0,1-5-16 0,0 4-5 16,3-3-15-16,0 6-12 0,0-3-19 0,3 1-13 16,0 1-2-16,5-3-10 0,-2 4-18 0,1-3 2 15,3-3-18-15,4 2 8 0,-1-1-7 16,2-4 2-16,-2-1 0 0,4 0-21 0,0-4 6 16,0-2 4-16,-3 2-17 0,3-6 8 0,0 2 15 15,0-4-19-15,0-2 7 0,0-6 4 16,0 2-21-16,-3-3 14 0,-1-3-11 0,-2-1 5 15,-1 0-7-15,-3-4 7 0,1 3 1 16,-2-2-75-16,-3 4 23 0,0-1-13 0,-2 0 19 16,-1 0 7-16,0 4-3 0,0-3 1 0,-1 7-4 15,-2-5 17-15,-3 7 9 0,3-4 8 16,-5 3-20-16,1 0 10 0,0 3-8 0,-7 0 21 16,4 2-16-16,-3 1 8 0,-1 3-8 0,-2 3 13 15,-2 1 6-15,0 2-11 0,2 0 17 0,-2 3-17 16,2 0 6-16,2 1-6 0,0 0 0 0,0 2 0 15,4 0 0-15,0-2 0 0,-1 2 10 16,5-1-15-16,-1 3 2 0,1-4 1 0,5 1 4 16,1 2-4-16,0-1-9 0,1-2 9 0,5 5-11 15,1-5-10-15,4 5-28 0,2-7-31 16,0 6-59-16,1-3-56 0,4-1-151 0,-2 4-420 16,2-6 72-16,-2 2 48 0,-1-2 100 0,-2-6 44 15</inkml:trace>
  <inkml:trace contextRef="#ctx0" brushRef="#br0" timeOffset="128602.32">20830 9693 821 0,'0'0'312'15,"0"0"-38"-15,0 0-18 0,0 0-20 0,-10 14-29 16,10-14-28-16,-3 6-10 0,3-1-13 0,-3-1-23 15,3-4 1-15,-4 4-19 0,4-4-5 0,0 6 13 16,0-6-90-16,0 0 18 0,0 0 0 16,0 6 8-16,0-6-13 0,0 0-7 0,0 0 25 15,0 0-21-15,0 0-12 0,0 0-3 0,0 0-2 16,0 0 2-16,4-20-20 0,-4 17-42 16,0-4-35-16,3 2-54 0,-3 1-82 0,0-2-296 15,0 1-203-15,0 0 20 0,3-2 78 0,-3 7 86 16</inkml:trace>
  <inkml:trace contextRef="#ctx0" brushRef="#br0" timeOffset="129019.19">21149 9403 1013 0,'3'-4'376'16,"-3"4"-35"-16,0 0-44 0,0 0-28 0,0 0-24 16,0 0-22-16,6 20-13 0,-5-6-36 15,-1 4-5-15,0 3-23 0,0 4-16 0,3 2 1 16,-3 0-16-16,0 7-2 0,3 0-26 0,0 3 2 16,-2-2-12-16,-1 0-16 0,7-3-2 0,-4 1 8 15,1-6-13-15,-1-1-6 0,0-1-2 0,0-1-7 16,-2-4-1-16,2-2-5 0,0-2-7 15,1-2-8-15,-4 0 23 0,0-3-69 0,4-3-3 16,-1 1 59-16,-3-3-7 0,0 3-11 0,3-9 13 16,-3 0-18-16,0 0 16 0,0 0-11 15,0 0-3-15,-3-21 9 0,3 6-1 0,-3-6-2 16,-2-4-5-16,-1-3-1 0,3-4 11 0,-1-1-7 16,-2-4-6-16,3-1 2 0,-1 2-4 15,0 1-11-15,0 1-5 0,-2 2 8 0,3 7-2 16,2 1-34-16,-2 5-46 0,0 0-47 0,0 3-109 15,2 6-174-15,1 0-438 0,-3 2 92 0,3 1 72 16,-4-1 56-16,4-1 80 0</inkml:trace>
  <inkml:trace contextRef="#ctx0" brushRef="#br0" timeOffset="130818.55">1294 14647 931 0,'-7'-2'389'0,"0"-2"-33"15,7 4-36-15,-24 6-20 0,10-2-42 16,-2 3-28-16,1 0-22 0,-2 1-21 0,0 2-6 0,0 3-27 16,0-1-8-16,1 2-21 0,1-2-10 15,2 1-12-15,2-2-3 0,1 2-26 0,0-1 0 16,0 0-7-16,6-2-14 0,-2 0-4 16,3-2-3-16,2 2-7 0,1-2-6 0,0-1 0 15,4 1-2-15,3-2-18 0,3-2 12 0,0 3 11 16,3-4-15-16,5 4-1 0,-2-6-7 0,5 5-6 15,0-1 11-15,-1-2-10 0,1 0 13 16,0 4-14-16,2-2-4 0,-3-2 12 0,1 4-12 16,0 0-1-16,-7-3 3 0,3 3-10 0,-4 1 5 15,0-1 3-15,-2 0 2 0,-1 1 0 0,-3 0-2 16,-3-3 4-16,0 7-2 0,-1-3 29 16,-3-1-1-16,-3 1-15 0,-1 2 13 0,0-3-11 15,-3 0 13-15,-3 2 11 0,-1 2-1 16,-2-3-9-16,0-1-11 0,-4 0 2 0,3 0 9 15,-3-4-11-15,3 3 12 0,-3-2-17 0,3-2 3 16,0-2-8-16,2 1-3 0,0 1-25 16,2-3-26-16,0 0-44 0,3-3-35 0,0-1-64 0,4-2-70 15,3-1-71-15,0-1-277 0,4-3-171 16,6-3 31-16,0-4 74 0,3 0 69 0,2-6 67 16</inkml:trace>
  <inkml:trace contextRef="#ctx0" brushRef="#br0" timeOffset="131001.92">1540 14641 893 0,'3'5'310'0,"1"0"-26"0,2 2-18 15,-1 5-13-15,1 1-22 0,-2 2-29 0,2 3-13 16,0 0-22-16,2 6-4 0,-2 1-14 16,1 0-31-16,-3 7-3 0,2-1-18 0,2-1-43 15,-5 2-59-15,0-3-103 0,-2-1-237 0,5 2-403 16,-3-4 90-16,-2-2 52 0,1-4 63 15</inkml:trace>
  <inkml:trace contextRef="#ctx0" brushRef="#br0" timeOffset="131419.2">1451 15031 1077 0,'0'0'312'15,"3"-7"-27"-15,1 3-29 0,3 0-16 16,3 0-22-16,4-2-26 0,3 1-26 0,3-1-30 16,4-2 10-16,4 1-13 0,5-1-26 0,2-1 1 15,2 1-8-15,-2-1-19 0,2-4-4 0,-3 4-10 16,0 0-6-16,-3-2 3 0,-3-2-13 16,-4 5-2-16,0-4-3 0,-7 0 3 0,0 1-19 15,-3-3 1-15,-4 2-8 0,0-2 11 0,-6 3 1 16,-1 1-12-16,0-1 72 0,0 1-3 15,-3 2-12-15,-3 1-6 0,3 1-8 0,0 0 9 16,-6 0-11-16,6 6-8 0,-11 0 5 0,11 0-17 16,-14 0-3-16,4 7-3 0,1 0-12 0,0 1 2 15,0 1 5-15,2 1-12 0,-3 0 7 16,6 4-18-16,-3-3 16 0,4 3-3 0,3-3-3 16,-3 3-10-16,6 0 8 0,0-2-2 0,1 4-6 15,6-5-10-15,0 4 10 0,1-2 3 16,9-1-5-16,-3-2-31 0,4-2-3 0,3-1-51 15,0 1-30-15,-4-3-83 0,4-4-68 0,0-1-308 16,4-4-279-16,-1-1 98 0,-3-3 51 16,0-1 58-16,-3-4 75 0,-1-2 46 0</inkml:trace>
  <inkml:trace contextRef="#ctx0" brushRef="#br0" timeOffset="131602.37">2402 14673 944 0,'-1'18'317'0,"1"-8"-22"0,0 3-24 15,0 2-30-15,0 3-8 0,0 1-21 16,0 10-20-16,3-2-20 0,1 5-14 0,-1 1-12 16,0 0-23-16,5 1 2 0,-1 0-25 15,-4 0-5-15,4 2-11 0,7 10-27 0,-4-9-6 16,-4-4-5-16,5-2-43 0,-4-3-44 0,0-3-28 16,-1-7-98-16,1-3-166 0,-3 2-396 0,0-9 17 15,2-1 103-15,-3-6 38 0,-3-1 67 0</inkml:trace>
  <inkml:trace contextRef="#ctx0" brushRef="#br0" timeOffset="131868.91">2380 14716 860 0,'0'-15'340'16,"0"1"-35"-16,4 3-34 0,-4 1-20 16,4 3-18-16,-1 3-29 0,1-2-24 0,2 2-14 15,-2 0-35-15,3 4-3 0,-7 0 2 0,17 0-17 16,-8 5-13-16,2 0-3 0,0 2-2 0,-1 6-8 15,0-1-8-15,0 1-2 0,-3 0 12 16,0 4-20-16,0 2-2 0,-4-2-6 0,1 1 11 16,-1 0 2-16,-3 0-20 0,-3 3-10 0,0 0 22 15,-1 1-7-15,-3-1-15 0,3-1-14 16,-5 0 3-16,1-3-4 0,-2-1-4 0,3-2 14 16,0-1-27-16,1-1-42 0,-5-3-68 0,4-2-109 15,1-3-650-15,-1-4 45 0,0 0 116 0,7 0 43 16,-13-13 70-16,9 1 53 0</inkml:trace>
  <inkml:trace contextRef="#ctx0" brushRef="#br0" timeOffset="132271.94">2911 14472 985 0,'10'2'266'0,"3"0"-18"0,2 5-12 16,1 0-47-16,-1 1-9 0,4 2-11 16,-4 5-29-16,4 1-9 0,-4 1 66 0,-2 0-23 15,1 1-13-15,-4 5-12 0,-4-4-29 0,-1 4-10 16,-2-3 0-16,0 0-15 0,-6-1-6 16,-4 3-12-16,3-1 10 0,-6-3-28 0,0 3 20 15,-1-3-7-15,1-2 0 0,-4-6-8 0,4 4 18 16,0-4-3-16,-4-4-12 0,4-3 2 15,0 2-16-15,-1-5 11 0,-2-3-2 0,3-2-1 16,-1 0-20-16,1-3 0 0,4 1 10 0,-1-3-12 16,0 6-6-16,3-2-10 0,1-1 0 0,0 3 3 15,3-1-16-15,0 5 0 0,6-7 6 0,-3 4-4 16,-3 3 6-16,15-1-2 0,-5 2-24 16,4 0 26-16,2 2 5 0,2 4-13 0,-2 0 11 15,5 3-21-15,-1-2 5 0,1 5 5 16,0-1-7-16,0 2-8 0,-2 1-39 0,-1-2-38 15,-5 5-74-15,2-3-123 0,-5 3-604 0,-4-1 51 16,-3-2 113-16,-3 2 51 0,-3-4 61 16,-6-1 64-16</inkml:trace>
  <inkml:trace contextRef="#ctx0" brushRef="#br0" timeOffset="132635.24">1068 15805 834 0,'0'6'346'0,"0"-6"-37"0,11 2-25 0,-1 0-28 15,4-2-18-15,6 0-17 0,4-2-27 0,6 0-15 16,7-3-18-16,5 0-4 0,16-5-93 16,4 2-8-16,3-4 0 0,17-4 1 0,7-3-11 15,3-1 0-15,3 3-3 0,-3-2-4 16,1-3 4-16,-1 5-12 0,1-1-3 0,-1 0 10 16,0 1-20-16,1 3 0 0,-1 5 3 0,-6-2-3 15,-18 3-23-15,-3 2-16 0,-17 2-25 0,-7 1-36 16,-6 1-41-16,-2 1-51 0,-10 1-105 15,-2 0-113-15,0 1-311 0,-7 1 58 0,-1-2 61 16,-5 3 54-16</inkml:trace>
  <inkml:trace contextRef="#ctx0" brushRef="#br0" timeOffset="132802.41">3002 15624 296 0,'0'0'-179'15</inkml:trace>
  <inkml:trace contextRef="#ctx0" brushRef="#br0" timeOffset="150234.28">4917 14222 954 0,'-2'-7'351'15,"2"0"-29"-15,2 0-22 0,-2 2-34 0,4-1-20 16,-1-1-36-16,-2 2-18 0,5 0-21 0,0-2-25 16,-2 6-10-16,4-5-13 0,1 5-16 15,1 1-7-15,1 0-18 0,2 4 0 0,1 0-10 16,0 4-1-16,4 2-15 0,1 5 3 0,-4 1-5 15,4 2-10-15,-1 5-3 0,-5-1-6 0,1 1-4 16,-4 0-3-16,0 0-2 0,-2 0 10 16,-2-2-3-16,-5 3-10 0,-1-5-2 0,0 5 12 15,-1-6-13-15,-2 5-7 0,-3-6-3 0,1 1 3 16,-4 3 10-16,2-6-7 0,0-2-1 16,-4-1-69-16,1-3-7 0,0-4 27 0,-1 2 1 15,1-3 13-15,0-3-1 0,-3-1 11 0,5 0 15 16,-2-5-8-16,0 4 6 0,0-5 5 15,3 3 2-15,-3-4-2 0,3-1-13 0,3 0 12 16,1 1 11-16,0-3-5 0,3 2 0 0,3-3-3 16,0-3 13-16,4 3-5 0,4-3-13 0,2-3-2 15,1 4 2-15,-1 0-8 0,5-1 11 0,2 2 0 16,1-1-16-16,0 3-13 0,-1 0-40 16,1 1-21-16,3 2-46 0,-2 0-67 0,-3 2-66 15,4 0-164-15,-3 3-342 0,-2-3 60 16,2 3 80-16,-6-3 54 0,0 4 66 0</inkml:trace>
  <inkml:trace contextRef="#ctx0" brushRef="#br0" timeOffset="150700.14">5540 14197 913 0,'6'-6'300'15,"-2"-2"-21"-15,6 1-23 0,-3-3-31 0,3 2-15 16,4 1-18-16,-4-3-26 0,3 2-17 0,1 1-21 16,0-1-8-16,-3 4-12 0,-2-2-4 0,1-1-6 15,1 4-11-15,-4-4-26 0,0 7 8 16,-1-4-5-16,-3 0-15 0,1 2-6 0,-4 2-12 16,7-5 10-16,-7 5-8 0,0 0-7 0,0 0-3 15,0 0-13-15,0 0 11 0,0 0-8 16,-17 15 4-16,14-5-6 0,-1-3 2 0,-2 3 2 15,2 5-15-15,0-1 15 0,1 4-7 0,3 0 2 16,0 2-5-16,0 1-5 0,3 2 3 0,1 2-3 16,-3-1 2-16,2 0 1 0,0-3-11 15,0 4 13-15,1-2 6 0,-1-4-19 0,-3-1 23 16,3 1-4-16,-3-2-6 0,-3-1 7 0,0 1-9 16,-1-4 17-16,-2 2-9 0,2-1-1 15,-7-2 3-15,2-3 10 0,-1-1-16 0,-4 2 6 16,0-5 67-16,-3-2-6 0,3 2 8 15,0-4-18-15,-2-1-8 0,-1 0 3 0,3-1-21 16,0 1-2-16,0-5-8 0,0 4 8 0,1 1-15 16,3-3-39-16,-1 2-46 0,1-2-105 0,-4 0-192 15,7 3-461-15,1 1 44 0,6-1 92 0,-14 0 74 16,7 2 52-16,0 1 66 0</inkml:trace>
  <inkml:trace contextRef="#ctx0" brushRef="#br0" timeOffset="150966.57">4941 14831 970 0,'0'0'307'0,"0"0"-28"0,0 0-21 16,0 0-27-16,20-8 48 0,-5 1-21 0,8 3-45 15,4-2-6-15,5-1-20 0,5-1-13 16,15-3-26-16,5-3-7 0,-2 6-21 0,0-4-7 16,-1 0-8-16,1 4-18 0,-3-2-2 0,-8 3-14 15,-7 4-25-15,-9-2-25 0,2 5-98 0,-9-2-95 16,0 4-214-16,-5 2-418 0,-4-1 75 0,-2 4 76 16,-4-2 59-16,-6 1 69 0</inkml:trace>
  <inkml:trace contextRef="#ctx0" brushRef="#br0" timeOffset="151399.07">5016 15097 959 0,'-3'-6'402'0,"0"5"-38"0,0-5-39 0,3 6-23 15,0 0-28-15,3-8-31 0,0 4-23 0,-3 4-23 16,13-6-28-16,-2 5-13 0,-1 1-15 0,3 0-16 16,2 1-7-16,1-1-26 0,2 6 3 15,-2-2-18-15,2 3-3 0,0 5 3 0,1-1-11 16,-5-1-17-16,0 7-5 0,0 1 2 0,-4-3-3 16,0 6 1-16,-4 0-14 0,-5 0 1 15,3-2 0-15,-8-1 5 0,3 7-18 0,-5-4 10 16,-1 0-8-16,-2 1 8 0,-2-3-7 0,0-2-3 15,-2 0 10-15,-1-2 5 0,-2-2-15 16,1-3 13-16,5-1 0 0,-7-3-16 0,1-1 26 16,4-1-16-16,-1-3 4 0,-1-2 1 0,4-3 9 15,0 1-9-15,-1-4-7 0,4-1-2 0,1 0-3 16,-1-2 10-16,4-4 5 0,3 4-15 16,0-1-8-16,0-3-2 0,3-1 10 0,4 3-10 15,-1-1-36-15,5 2-21 0,0-3-36 0,2 6-60 16,4-2-35-16,-1-1-81 0,5 3-253 15,1-1-364-15,2 1 95 0,-1 0 74 0,1-1 56 16,0-2 62-16,-3 3 84 0</inkml:trace>
  <inkml:trace contextRef="#ctx0" brushRef="#br0" timeOffset="151816.4">5570 15112 711 0,'0'0'277'0,"0"0"-27"0,0 0-12 16,0 0-5-16,0 0-30 0,0 0-6 0,-14 21-3 15,11-13-38-15,-1 5 3 0,1-2-23 0,0 0-6 16,-1 4-22-16,2 2-3 0,1-1-11 16,1 0 6-16,0 2-23 0,3-2-5 0,1 1-8 15,-1 0-8-15,0-1 3 0,4 0-8 0,1-2-5 16,-1-2-5-16,3 1-8 0,0-5 3 16,3 1-13-16,-3-6 8 0,4-1-11 0,-3 1 14 15,3-8 58-15,-1 2-8 0,-3-5-15 0,4-1-10 16,-4-4 21-16,0-5-21 0,1 0-3 15,-5-4-2-15,-2-3-8 0,-1 0-5 0,-3-4-6 16,0-2-6-16,-3-1 17 0,0 4 7 0,-4-2 4 16,1 6 45-16,1 3-17 0,-2 4-14 0,1 1-17 15,-1 2 2-15,0 2-7 0,-6-1-16 0,3 6 6 16,-1 3-6-16,0 0-13 0,-1 4 14 16,0 0-19-16,2 5 11 0,-2-3 10 0,1 6-21 15,1 2-7-15,3-3 20 0,-1 5-10 16,5-2 7-16,-3 1-12 0,5 2-3 0,1-1 6 15,0-2-9-15,1 2-2 0,5 1-5 0,5 1 3 16,-4-3-8-16,3 0-13 0,7-1-28 16,-4 1-62-16,4-3-32 0,0 0-86 0,1-2-106 15,3-3-209-15,-1-2-321 0,3 2 84 0,-5-6 89 16,2 2 59-16,-3 1 75 0,0-3 56 0</inkml:trace>
  <inkml:trace contextRef="#ctx0" brushRef="#br0" timeOffset="152150.34">5983 15146 706 0,'0'9'246'0,"-2"-6"-24"0,1 5-9 16,-2 0-16-16,-1 1 49 0,1 3-3 0,0 1-36 15,-4-1-23-15,3 1-12 0,1-1-6 0,3 1-12 16,-4-1-24-16,4 1-12 0,0-5-8 16,0 6-18-16,0-4-2 0,1-1-5 0,2 0-4 15,0-1-11-15,1-1-14 0,0-1 3 0,2-4 2 16,4 0-5-16,-3-2 1 0,7 0-11 15,-1-4-5-15,1-4 2 0,3 0-9 0,1-4 7 16,-2-1 20-16,2-2-25 0,-1 0 30 0,-3-2-12 16,-1-1-10-16,1 3 9 0,-7-2 19 15,2 5 2-15,-4-2 3 0,1 3 5 0,-6-2-15 16,0 5-3-16,-3-2-11 0,0 2 22 0,-8 1-19 16,1 3-13-16,0-1-14 0,-7 3-14 0,3 1-10 15,-3 0-51-15,3 2-44 0,-3 0-2 0,0 0-84 16,6-1-63-16,-2 1-183 0,3 1-440 15,0-2 71-15,6 0 94 0,4 0 50 0,-10-4 68 16,6-2 44-16</inkml:trace>
  <inkml:trace contextRef="#ctx0" brushRef="#br0" timeOffset="152483.37">6435 13999 949 0,'0'0'346'0,"-9"23"-21"16,8-12-33-16,1 7-36 0,0 3-6 16,0 5-12-16,0 6-25 0,1 4-21 0,1 4-18 15,2 13-13-15,-1 4-15 0,1 3-5 0,2-3-18 16,-3 6-23-16,5-3 12 0,-4 0-20 15,2 4-2-15,1-3-11 0,2-1-10 0,-1 1 11 16,-1-2-6-16,0-1-10 0,-1-4-5 0,2 4 0 16,1 2 2-16,-5-3-15 0,2-7-7 0,-2-4-1 15,3-10 8-15,-4-2-18 0,1 0 3 16,-1-1-13-16,1 0-5 0,2-6-54 0,-3-2-54 16,2-2-92-16,-2-2-284 0,0-5-391 15,1-4 89-15,2-9 61 0,-3 0 54 0,-3-3 87 16,0 0 44-16</inkml:trace>
  <inkml:trace contextRef="#ctx0" brushRef="#br0" timeOffset="152932.21">6821 15181 1121 0,'-10'17'330'0,"10"-10"-23"0,-3 1-25 15,0 2-34-15,3 0-18 0,0 3-25 0,3-1-28 16,0 1-75-16,3-1-18 0,-2 3-7 0,4-2-13 16,1-1 0-16,1-2-10 0,1 2 5 0,-1-2-13 15,3-4 0-15,-2-2-5 0,3-3-3 16,0-1-4-16,2 0 7 0,2-3-13 0,-5-2 13 16,4-4-18-16,-3 0 2 0,3-5 1 0,-4-1-11 15,2-5 3-15,-8 2-5 0,2-4-3 0,-5-5 8 16,-1 2-5-16,1-1 5 0,-4 1-5 15,-4 1 0-15,-2 1 7 0,-1 5 6 0,-3-2 22 16,-1 4-9-16,1 2-11 0,-3 4 2 0,-1 2 6 16,0 1-18-16,-3 4 16 0,0-1-17 15,0 4 4-15,3 4 25 0,-3-1-26 0,-1 5 11 16,2-2 0-16,-1 3 10 0,6 1-18 16,-2 0-8-16,2 2-12 0,1-1 22 0,0-1-2 15,3 4-5-15,0-4 11 0,4-2-12 0,0 5 4 16,2-5-6-16,2 0 3 0,2-2 0 0,0 1-5 15,1 0 7-15,6-1-12 0,0-4-5 0,1 1-1 16,3 0-10-16,2-2-9 0,-1-5-40 16,4 4-68-16,-1-3-52 0,2 0-89 0,-3-1-353 15,4 1-137-15,-1-2 24 0,0 1 95 0,-2-3 46 16,-2 1 92-16</inkml:trace>
  <inkml:trace contextRef="#ctx0" brushRef="#br0" timeOffset="153200.34">7259 15233 760 0,'0'0'253'0,"3"4"-12"15,-3-4-21-15,0 0-36 0,0 0-17 0,0 0-6 16,20-4-18-16,-12 2-7 0,-8 2-16 16,14-5-10-16,-5 3-13 0,-1 1-12 0,-1-1-42 15,2-3-84-15,-2 5-81 0,0 0-196 0,0-1-358 16,-7 1 75-16,10 1 45 0</inkml:trace>
  <inkml:trace contextRef="#ctx0" brushRef="#br0" timeOffset="153398.97">7307 15416 903 0,'0'0'379'0,"0"0"-44"16,0 0-30-16,0 0-44 0,0 0-15 0,0 0-29 15,0 0-20-15,0 0-12 0,27-4-24 16,-17 0-8-16,-3 4-27 0,3-3-24 0,-3-1-45 15,0 1-63-15,3 0-60 0,-2-1-175 0,4 1-506 16,-4-2 61-16,-1 5 54 0,0-4 63 16,2-1 55-16</inkml:trace>
  <inkml:trace contextRef="#ctx0" brushRef="#br0" timeOffset="153916.29">7577 15206 752 0,'0'0'305'0,"0"0"-34"0,-3-5-23 0,3 5-10 0,0 0-25 15,0 0-24-15,0 0-10 0,0 0-7 16,-11 14-6-16,7-9-25 0,4 1-10 0,-3 1 2 16,0 0-31-16,0 1 75 0,2 0-26 15,1 2-13-15,-3 0-18 0,3 1-7 0,3 0-3 16,-3-1-15-16,4-2-6 0,-1 5-9 0,0-4-19 16,5 1 13-16,-4-2-17 0,2-2 9 0,4 2-17 15,-2-2-13-15,2-2-1 0,-1-1-1 16,5-3-4-16,-4 0-7 0,0 0 3 0,2-3-13 15,0-3 10-15,-5-2-8 0,4 4 11 0,-1-9-8 16,-6 1 2-16,2-2-12 0,1-3-6 16,-6-1 4-16,2 1-1 0,-3-3 13 0,0 2 2 15,-3 1-5-15,2 5 24 0,-3-4-11 0,1 4 10 16,-4 2-15-16,1 0 21 0,2 2-6 16,-6 1-7-16,3 3 15 0,0 0-25 0,0 4 4 15,-4 0-7-15,2 0 8 0,2 4-8 0,-3 0-6 16,-1 2-24-16,2 1-24 0,5-2-41 15,-3 2-10-15,0 3-77 0,3 1-99 0,4 0-244 16,0-1-384-16,0 2 105 0,1-1 77 0,2-1 102 16,0-2 24-16,1 1 66 0</inkml:trace>
  <inkml:trace contextRef="#ctx0" brushRef="#br0" timeOffset="154133.21">7956 15348 1228 0,'-3'8'341'0,"-1"2"-21"0,1 3-34 16,0-1-37-16,-1 3-19 0,-2-1-23 0,1 2-17 16,-1 2-27-16,0-1-22 0,-1 3-28 0,3 0-44 15,-3-2-49-15,3-1-66 0,-2 0-66 16,-1 2-221-16,7-3-417 0,-3-3 82 0,3-1 46 15,0-5 79-15,0-1 65 0</inkml:trace>
  <inkml:trace contextRef="#ctx0" brushRef="#br0" timeOffset="154599.47">8138 15083 988 0,'0'0'325'0,"-7"18"-34"16,4-11-42-16,2 1-24 0,-2 5-5 0,3-1-18 15,-3 2-30-15,0-3-26 0,2 6-16 16,1-2 1-16,0-1-11 0,0 0-12 0,1 1-21 16,2-1-13-16,0 1-2 0,0-2-3 0,-2-1-5 15,5-2-13-15,-3-2 8 0,4 0-8 16,1-3-2-16,1 0-8 0,1-3-1 0,1-2-17 15,-11 0 8-15,20-7-3 0,-9 4-5 0,-1-7-2 16,0 2 2-16,1-6-15 0,-1 2 10 16,-4-4 5-16,1-1-8 0,-3 0 0 0,-1-3-4 15,1 6 4-15,-4-2-7 0,0 0 9 0,0 4 1 16,-4-1 8-16,1 4 10 0,-4 0-8 16,0 4 10-16,-3-1-12 0,-4 5 0 0,1 1 7 15,-2 1 3-15,-1 5-16 0,-2 0 8 0,2-1-2 16,2 3-1-16,0 3 1 0,0-1-16 0,4 1 16 15,1-1-21-15,5 4 13 0,-4-3 5 16,8-3-10-16,-3 6 7 0,6-4 6 0,2 2-11 16,1-2-5-16,1 0 1 0,3-2-32 15,7 2-15-15,-6-5-17 0,6-2-68 0,3 4-27 16,0-7-98-16,1 0-28 0,-1-2-46 0,1-3 21 16,0 2 12-16,3-2-337 0,-4-2-65 0,-3-3 93 15,3 2 58-15,-2 1 47 0</inkml:trace>
  <inkml:trace contextRef="#ctx0" brushRef="#br0" timeOffset="154749.51">8500 15176 732 0,'0'0'256'16,"6"-2"-11"-16,-6 2-86 0,0 0 10 0,0 0 0 16,0 0-16-16,4 13 55 0,-4-5 14 15,0-2-9-15,-3 5-26 0,3 1 2 0,-1 1-20 16,2 5 0-16,-1 0-36 0,-1 0 3 0,2 2-13 16,2 0-13-16,-3 0-13 0,0 2-10 15,3 3-5-15,-3 0-36 0,0-3-102 0,4 4-205 16,-8 1-169-16,4-1-349 0,0-5 99 0,0-4 52 15,4-6 65-15,-4-2 51 0</inkml:trace>
  <inkml:trace contextRef="#ctx0" brushRef="#br0" timeOffset="154966.37">8709 15281 1062 0,'3'-5'445'0,"0"0"-38"0,-2 0-54 16,5 1-30-16,0 0-24 0,2-3-55 0,-1 4-37 15,3-4-64-15,-4 3-66 0,5 0-64 0,-4 2-90 16,-1 0-281-16,1-1-410 0,-2 0 92 16,1 3 49-16,-6 0 66 0,6-7 65 0</inkml:trace>
  <inkml:trace contextRef="#ctx0" brushRef="#br0" timeOffset="155150.31">8767 15383 1021 0,'0'0'425'0,"0"0"-54"15,0 0-26-15,0 0-63 0,20-7-54 0,-12 7-59 16,2-5-87-16,-1 0-70 0,5 2-83 0,-3-2-78 15,6-2-112-15,-4 1-384 0,0-2 49 16,1 0 30-16,0-5 59 0</inkml:trace>
  <inkml:trace contextRef="#ctx0" brushRef="#br0" timeOffset="155366.34">9088 15001 911 0,'0'0'356'0,"0"0"-60"0,0 0 9 0,7 11-49 15,-4-7-10-15,-3 9-11 0,4-2-27 0,-1 0-9 16,0 4-14-16,1 2-29 0,-1 1-5 0,0 2-18 16,-2 0-15-16,2-3-11 0,0 5-20 15,0-4-2-15,-2 0-11 0,3 4-5 0,-1-4-3 16,0 0-9-16,-3-1-14 0,1 0-17 0,2-4-62 16,-3-1-69-16,0-4-102 0,0 2-477 15,-3-3-84-15,2 1 80 0,-2-3 79 0,-4-3 43 16,7-2 49-16</inkml:trace>
  <inkml:trace contextRef="#ctx0" brushRef="#br0" timeOffset="156232.29">11675 13466 941 0,'10'-2'249'0,"1"-3"-14"0,0 4-17 16,6 2-39-16,-1 4-2 0,5-1-24 15,3 6-4-15,-4 2-26 0,8 3 53 0,-4 3-20 16,3 0 3-16,-6 7-26 0,-1-2-13 0,-2 0-10 16,-2 4-7-16,-1-2-16 0,-6 2-8 15,-2-2-79-15,0 0-2 0,-7 0-3 0,0 0 12 16,-4-1-7-16,-3 0 5 0,-2-4-2 0,-5 2 5 16,4-4 12-16,-4-1 1 0,-3 0 2 0,3-3-8 15,-3-3 16-15,0-3 12 0,0-1-10 16,-1-2-2-16,2-2 18 0,1-3-3 0,-1-1 0 15,-1-3-8-15,3-1 1 0,0 0-3 0,4-2-8 16,0 3 8-16,3-3 7 0,0 0-25 16,4-1 10-16,0 1 3 0,6-3-8 0,0 2 0 15,4-1 3-15,3 0-14 0,0 0-4 0,5 0 5 16,-2 1 2-16,4 0 1 0,-3 0-42 16,3 1-43-16,3-1-51 0,-2 5-103 0,2-1-189 15,0 0-402-15,1-2 107 0,6 2 39 0,-7-2 85 16,4-2 50-16</inkml:trace>
  <inkml:trace contextRef="#ctx0" brushRef="#br0" timeOffset="156683.01">12213 13591 765 0,'3'-7'317'0,"0"3"-25"0,4-3-16 16,0-1-40-16,7 1-21 0,-4-3-28 15,7 3-16-15,-3-1-9 0,6 1-29 0,-3 2-5 16,0-1-18-16,0-1 2 0,-2 2-19 0,1 2-4 16,-5-1-10-16,2-1-4 0,-6 4-9 15,3-2-15-15,-3-1-4 0,0 4 24 0,-7 0-22 16,7 0-3-16,-7 0 5 0,0 0-10 0,0 0-3 16,0 0-4-16,-14 15-4 0,8-7-12 0,-2 1 0 15,1 2-13-15,-2 2 11 0,2 3-9 16,3 1 4-16,-3 2 7 0,3 4-13 15,-2 0 15-15,6 2-7 0,0 0 2 0,0 2-4 0,3 0-4 16,-3 0 1-16,4 6-11 0,2-6 16 16,-2 0-5-16,0 1-3 0,-1-3 0 0,0 0 8 15,-3 0-11-15,0-2 1 0,0-3 20 0,-3 0-5 16,0-2 15-16,-1-2-2 0,-7 1 18 16,2-2 4-16,-6-1-12 0,2-3 8 0,0-2-3 15,-5-4-8-15,1 2-4 0,1-7-1 16,-2 0-7-16,4 0-1 0,-3-2 3 0,-3-3 67 15,3 0-13-15,3-1-16 0,-3-1-7 0,4 4-23 16,2-3 5-16,1 3-59 0,0-2-64 0,2 4-69 16,-1-2-97-16,2 0-100 0,0 2-57 0,7 1-391 15,-14 1 23-15,10 4 116 0,-5-4 42 16,5 0 65-16</inkml:trace>
  <inkml:trace contextRef="#ctx0" brushRef="#br0" timeOffset="156916.13">11611 14339 939 0,'-10'2'246'0,"2"2"12"0,5-3-56 0,3-1-5 15,-7 2 3-15,7-2-5 0,0 0-39 0,0 0 5 16,18 3-10-16,-5-3 3 0,4-3-29 16,3 1-12-16,8-3 15 0,6-3-21 0,5 1-4 15,14-3-14-15,2-1 65 0,3-3-29 0,1 6 3 16,5-4-2-16,-2 3-39 0,-1 0 2 15,-2 3 1-15,-8 0-11 0,-10 5-25 0,-7-2-39 16,-3 3-63-16,-4 0-75 0,-6 3-41 0,-7 0-136 16,-1 3-480-16,-6 3 35 0,-7-2 74 0,-3 1 62 15,-8 2 46-15</inkml:trace>
  <inkml:trace contextRef="#ctx0" brushRef="#br0" timeOffset="157315.78">11512 14583 862 0,'0'0'353'15,"3"-7"-25"-15,-3 7-44 0,13-10-7 0,1 6-34 16,-3 0-15-16,9 2-24 0,-3 1-19 0,4 1-24 16,-1 1-2-16,8 1-24 0,-5 6-7 15,1-1-15-15,0 3-8 0,-2 3-13 0,1 3-5 16,-2 2-8-16,2 1-7 0,-9 2 0 15,0-1-13-15,-4-1-11 0,-4 5 3 0,-2-1-7 16,-1-3-1-16,-3 2-9 0,-6 2-1 0,2 0-7 16,-3-4 17-16,-7 4 1 0,4-6-39 15,-6 0 28-15,-1-3 0 0,3 2-2 0,-4-5-13 0,-2-2 20 16,3-6-2-16,0 3 0 0,0-7-26 16,3-1 23-16,-3-2 3 0,3-1-10 0,1-5-3 15,-1 1 3-15,4 0 2 0,3 1-5 0,4-3 10 16,-1 0 0-16,4-1-17 0,1-1-1 15,5 2 0-15,-2-4 11 0,5 4-6 0,2-1-9 16,2 2 4-16,-3-4-20 0,5 5-39 16,1 1-66-16,2 1-66 0,-2 0-131 0,2 0-546 15,3-1 37-15,-2 3 76 0,-1-2 85 0,-1 2 53 16,3-2 82-16</inkml:trace>
  <inkml:trace contextRef="#ctx0" brushRef="#br0" timeOffset="157899.25">12137 14658 785 0,'0'0'318'0,"-10"15"-21"0,7-7-26 0,-1 1-28 15,-3 0-12-15,0 4-22 0,4 1-17 0,-4 0-30 16,1 1-4-16,2 1-14 0,0 0-11 0,1-2-15 16,3 1-11-16,0 0-12 0,0-1-3 0,0-1-8 15,3 0-9-15,0-1-9 0,2-4-2 16,1 5-8-16,1-8-7 0,0 2 2 0,4-2-10 15,-1-3-5-15,3-3 18 0,1 0-16 16,-1-4-7-16,1-3 5 0,-3 1-6 0,1-3-1 16,0-5 4-16,-2-3 3 0,-1 0-11 0,-4-6-14 15,-2-1 17-15,-3 4-3 0,0-1 6 16,-3 3 20-16,-1-2-10 0,0 4 8 0,-2 0 7 16,-1 2-12-16,0 4 4 0,-4 2-14 0,-2 0 12 15,-1 2 0-15,1 0-13 0,0 7 11 16,1 0-6-16,-1 0-5 0,2 0 6 0,-2 6-14 15,3 1 1-15,-1-2-3 0,4 6 2 0,1-2-7 16,3 2 5-16,0-2 3 0,3 1-6 0,3 3-4 16,3-2 2-16,1 2-3 0,0-1-7 0,7-4-1 15,-1 6 24-15,1-5-28 0,6 0-26 16,-2 1-13-16,6-2-31 0,-4-2-50 0,4-2-22 16,0-4-32-16,-3 3-11 0,2-6-2 15,1 1-1-15,-3-2 19 0,0-4 13 0,-2-3 22 16,-1 1 21-16,-1-2 23 0,-6-1 38 0,2 3 44 15,-3 0 26-15,1-2 30 0,-2 4 0 16,-5 2 5-16,3 0 8 0,0-2-2 0,-3 3-16 16,-1 2 0-16,3 1 13 0,-6 2 2 0,0 0 6 15,0 0-1-15,4 9-12 0,-1-2 10 0,-3 1-8 16,0 1 8-16,0 1-15 0,0 2-3 0,0 1-8 16,0-1 1-16,0 2 2 0,0 0-10 15,3-2-3-15,-3 5-13 0,0-3-2 0,0 1-26 16,4-1-36-16,-4 1-53 0,1-5-90 0,-1 4-207 15,3-5-443-15,3 0 86 0,-2-5 73 16,-1-1 51-16,-3-3 69 0,0 0 58 0</inkml:trace>
  <inkml:trace contextRef="#ctx0" brushRef="#br0" timeOffset="158266.26">13005 13326 844 0,'-10'15'364'0,"7"2"-21"0,-3 0-13 0,2 9-33 15,-4 6-16-15,-1 13-9 0,2 5-34 0,0 3-21 16,0 3-14-16,3 3-83 0,1 3-10 15,0 1-10-15,0 3 20 0,6 2-10 0,0 14-20 16,0-13 2-16,1 8-31 0,6 5 44 0,-6-14-36 16,3 7-12-16,2-10-9 0,-1-1 21 15,-1-2 0-15,2-2-22 0,-2 2 1 0,1-4 11 0,-1-4-8 16,2 1-2-16,-2-6-13 0,-1-10 7 16,-1-6-22-16,1-4 12 0,-2-2-10 0,-1-2 0 15,1-3-10-15,-1-3-13 0,0-3-10 0,1-4-39 16,-4 2-51-16,0-4-112 0,0-3-692 15,1-2 77-15,-2-4 72 0,1-1 82 0,0 0 54 16,-11-16 79-16</inkml:trace>
  <inkml:trace contextRef="#ctx0" brushRef="#br0" timeOffset="159166.07">13536 14562 739 0,'0'0'272'16,"-14"2"-37"-16,14-2 72 0,-7 7-33 0,1 1-28 15,1 0-31-15,2 3-18 0,0 0-20 0,2 3-1 16,-2 2-32-16,6-4-1 0,-3 3-23 15,1 2-12-15,5 1-14 0,-2-3 4 0,3 0-22 16,0-1-4-16,2-1 5 0,2-5-16 0,-1 2-4 16,0 1-11-16,4-7 13 0,-4 2-13 15,0-2 2-15,1-4-4 0,2-2 4 0,-2 0-14 16,-1-4-9-16,0-2 1 0,4-1-13 0,-7-3 25 16,0-3-94-16,-1-1 10 0,-1-3 5 0,-2-3 2 15,0 2 14-15,-3-3-1 0,0 2 8 16,-3 3 11-16,0-3-14 0,-2 4 16 0,-1 0 8 15,-1 3 9-15,0 1-7 0,0 2 13 0,-3 2 0 16,3 2 3-16,-3 4-3 0,-4 2-5 16,4 1-6-16,-1 1 16 0,-2 2-10 0,3 3-5 15,-1-3 5-15,1 5 2 0,1 0 0 0,5 1-10 16,-4-1 6-16,5 2-4 0,0 3 1 0,3-5 10 16,0 3-16-16,3-3 1 0,0 2 2 15,2-2 3-15,2-1 5 0,3 3-1 0,4-3-7 16,-4-1 8-16,3 0-10 0,4 0 7 15,0-1-30-15,1-3-37 0,5 2-68 0,-6 0-26 16,4-4-174-16,0 5-471 0,-5-4 82 0,-1-1 28 16,1 1 69-16,-2-2 64 0</inkml:trace>
  <inkml:trace contextRef="#ctx0" brushRef="#br0" timeOffset="159515.87">13935 14815 668 0,'-7'16'360'0,"4"-2"-42"0,-1-1-21 0,-2 1-23 16,6-3-11-16,-3 3-40 0,-1 1-21 0,4-1-7 15,1 1-26-15,-1-1-23 0,3 1-3 16,3-2-20-16,-2 2-8 0,2-1-5 0,-3 0-10 16,8-3-10-16,-4 0-6 0,3-3-23 0,1-1 3 15,2-4-7-15,-3 2-9 0,4-4 1 16,0-2 0-16,0-4-11 0,2 1 8 0,-2-3 0 15,0-3-2-15,0-5-14 0,-4 0 1 0,0-3-5 16,-3-3 2-16,-3 3 5 0,2 1 8 16,-5-1-15-16,-1 1 20 0,-1-1-5 0,-2 2 0 15,-4-1 2-15,3 2 6 0,-3 1-3 0,-2 2-15 16,2-1-6-16,-4 3 3 0,1 2-17 16,3 4 9-16,-4-3 8 0,2 1-10 0,-1 5-33 15,2-2-24-15,2 0-7 0,6 3-38 0,0 0-75 16,-17 5-48-16,14-4-105 0,3-1-482 0,0 1 16 15,0-1 89-15,0 0 49 0,0 0 57 0,0 0 76 16</inkml:trace>
  <inkml:trace contextRef="#ctx0" brushRef="#br0" timeOffset="159682.47">14318 14724 688 0,'7'-3'351'15,"0"-2"-24"-15,3-2-45 0,0 4-11 0,0-2-35 16,1 1-19-16,-1-2-32 0,3 4-19 0,-2-4-10 16,2 6-33-16,-2-3-69 0,-1-1-90 15,3 4-212-15,-5 0-436 0,2 0 19 0,-3 0 66 16,-7 0 59-16</inkml:trace>
  <inkml:trace contextRef="#ctx0" brushRef="#br0" timeOffset="159865.67">14417 14866 1011 0,'0'0'279'0,"0"0"-26"16,0 0-25-16,0 0-18 0,15-15-29 16,-6 12-22-16,-2 0-31 0,0-1-56 0,3 1-88 15,0-2-106-15,0 2-380 0,1-1-135 0,2-2 78 16,-3 0 50-16</inkml:trace>
  <inkml:trace contextRef="#ctx0" brushRef="#br0" timeOffset="160215.29">14712 14637 847 0,'-4'4'297'0,"0"6"-8"0,1-3-36 16,-1 5-9-16,1-1-17 0,0-1-30 0,3 3-20 15,0-1-13-15,0-2-28 0,0 5-9 0,3-5-4 16,0 4-23-16,1-3 0 0,6 2-21 0,-3-3 14 16,3-1-19-16,1-1-10 0,-1-1-3 15,0 0 6-15,4-4-11 0,-1-3-2 0,1 0-6 16,-3 0-4-16,2-3 7 0,1-3-7 0,-1-2 7 16,1 0 18-16,-4-4-8 0,-3-1-9 15,0-4-4-15,0 0-4 0,-3-1 12 0,-1-1-7 16,-3-2 10-16,0 4 10 0,-3 1-23 0,2-1 10 15,-5 0 0-15,-2 2-10 0,2 4-12 16,-4 2 12-16,-1 0-5 0,-2 1-8 0,0 2-2 16,1 5-6-16,-1 1 14 0,-4 1-16 0,3 3-28 15,0 2-67-15,1 1-33 0,-1 1-61 0,4 2-136 16,3 4-477-16,1-3-37 0,5 0 79 16,-2-1 61-16,6 1 74 0,-2-3 62 0</inkml:trace>
  <inkml:trace contextRef="#ctx0" brushRef="#br0" timeOffset="160433.41">15214 14755 883 0,'3'4'337'0,"-3"3"-34"0,0 0-24 0,0 3-34 0,-3-2-12 16,0 5-31-16,2-1-12 0,-2 1-19 15,0 3-17-15,0-3-6 0,-2 5-27 0,2 1-9 16,0-5-40-16,-1 3-44 0,1-2-66 16,0 2-101-16,3-2-298 0,0-4-298 0,0 2 88 15,0-5 48-15,0-1 58 0</inkml:trace>
  <inkml:trace contextRef="#ctx0" brushRef="#br0" timeOffset="160866.28">15432 14565 931 0,'-9'14'341'0,"5"-4"-39"16,1-2-26-16,-1 3-22 0,1 2-24 16,3-1-33-16,-1 3-10 0,2-1-13 0,2 3-13 15,1-1-35-15,-1-2-4 0,1 3 1 0,5-2-13 16,-2-1-23-16,1-3-12 0,-1 2 9 0,2-2-12 15,1-3-6-15,4-1-14 0,-4-4 1 16,4 1 6-16,-3-2-10 0,2-4-11 0,1-2 3 16,-1 2-10-16,1-7 2 0,-3-4 0 15,3 2-15-15,-5-4 11 0,1-4-9 0,-3-4-10 16,-2 2 8-16,1-2-10 0,-3 2 12 0,-3 3 3 16,0-1 18-16,-3 1-13 0,0 2 24 15,-1 1-19-15,-6 1 5 0,0 4 3 0,0 2-7 16,-1-1-9-16,-3 5 11 0,0 0 2 0,1 4-7 15,-4 4-13-15,6-2 3 0,-6 2 17 0,1 3-10 16,5 1 0-16,-3 2 0 0,4-2 16 16,-1 5-13-16,2-2-31 0,5 2 20 0,1-1 8 15,0-4 3-15,3 7-21 0,0-5 8 0,6 3 0 16,-3-2-3-16,7 0 6 0,1 2-16 0,2-3-23 16,2-1-33-16,5-1-44 0,0 2-38 15,-2-3-97-15,-1-1-208 0,4-4-409 0,2-2 51 16,-6 0 92-16,4-1 74 0,-5-6 98 15,2 4 2-15</inkml:trace>
  <inkml:trace contextRef="#ctx0" brushRef="#br0" timeOffset="161048.57">15836 14581 862 0,'6'10'348'0,"-6"-2"-18"0,0 1-20 0,0-1-31 15,0 5-2-15,0-1-39 0,0 3-13 0,0 2-15 16,0 1-39-16,1-1-7 0,3 5 0 15,-4-3-21-15,3 3-4 0,0-2-19 0,-3 3-28 16,4-4-31-16,-4 2-40 0,3-2-77 0,0-1-80 16,0-1-263-16,-2 1-397 0,2-7 79 0,4-1 59 15,-3-3 64-15,-1-3 62 0</inkml:trace>
  <inkml:trace contextRef="#ctx0" brushRef="#br0" timeOffset="161265.97">16130 14622 916 0,'0'0'366'0,"10"-6"-33"16,-3 4-34-16,4-4-38 0,-1 4-20 15,0 0-29-15,1-1-15 0,-1 0-23 0,3 2-40 16,-2 0-104-16,-2 0-91 0,1 1-228 0,-2 0-418 15,-1 1 31-15,3-1 62 0,-10 0 71 0</inkml:trace>
  <inkml:trace contextRef="#ctx0" brushRef="#br0" timeOffset="161465.37">16189 14795 1105 0,'-4'3'402'0,"4"-3"-38"0,0 0-29 0,0 0-41 16,-4 6-25-16,4-6-26 0,0 0-20 0,17 1-23 16,-17-1-16-16,14 0-20 0,0-1-8 0,-4-2-13 15,4 1-40-15,2-1-37 0,-1-2-38 16,-2 4-35-16,1-5-75 0,0 3-82 0,-4-2-225 16,7-1-389-16,-4-2 43 0,1 0 80 15,-1-5 46-15,-3 3 51 0</inkml:trace>
  <inkml:trace contextRef="#ctx0" brushRef="#br0" timeOffset="161665.97">16650 14398 1172 0,'6'10'379'0,"-5"-4"2"0,-1 1-56 16,0 5-5-16,3 0-18 0,-3 5-36 0,3 2-25 15,-3 1-18-15,3 1-39 0,-2 3-10 0,-1 1-10 16,0 0-16-16,3 0-7 0,-3 0-28 0,0 1-44 15,0-2-82-15,0 1-87 0,-3-1-233 16,3-3-514-16,-1 0 51 0,-5-3 105 0,3-7 72 16,-1 2 68-16,-6-8 52 0</inkml:trace>
  <inkml:trace contextRef="#ctx0" brushRef="#br0" timeOffset="174330.61">20294 13468 839 0,'-4'-2'358'0,"-2"-2"-22"0,6 4-32 0,-8-4-27 15,5 1-24-15,3 3-25 0,-10-4-16 16,10 4-25-16,0 0-18 0,-17 7-25 0,10-3-11 15,0 0-3-15,0 6-4 0,-6-2-16 0,6 5-13 16,-3-1 5-16,2 4-20 0,-2 0 0 16,0 2-2-16,1 3-14 0,1-1 13 0,1-2-27 15,1 5-4-15,5-6-4 0,-5 3 7 0,6 0-5 16,0-2-8-16,0 0 1 0,3 4-3 16,0-4-11-16,1-1 14 0,3 4-24 0,2-2 8 15,-1-3-2-15,2-1 2 0,3-3-5 0,1-3 12 16,0 1-22-16,3 0 2 0,1-5 0 0,-2-1 3 15,2-2 10-15,-1-2-10 0,3-5-80 16,0 2 4-16,-2-4 16 0,2-3 1 0,-3-3 8 16,1-1 10-16,-2 0-5 0,1-3-6 0,-6-2 11 15,3-2 2-15,-4-2 3 0,-4 1 3 0,5-8 10 16,-7 5 5-16,2 0 5 0,-3 0-3 16,-2 0 0-16,-1 2 6 0,0 3-6 0,-1 0 3 15,-2 0 8-15,0 3 0 0,0 1-8 16,-1-1-3-16,-3 5 1 0,3-1 4 0,-3 3 1 15,-2 2-1-15,1 1 1 0,-2 2-1 0,-3 3 6 16,-1 2-3-16,1 0 3 0,-2 2-8 0,2 3 10 16,-4 2-15-16,0 0 2 0,3 4 1 0,1-3 2 15,-5 7-3-15,5-3 16 0,0 3-5 0,1 0-8 16,0-1-3-16,5 0-4 0,-1 0 7 16,1 1-6-16,1-4 4 0,3 3-3 0,-1-3 7 15,4-1-7-15,0 1 5 0,3-1 5 16,1-1-7-16,2 0 7 0,1-2-15 0,4-1-3 15,5-1 26-15,-1 1-11 0,2-4 1 0,3 0-3 16,-3 1 0-16,3-2 2 0,-5 0-2 16,1-1 3-16,-1 1-11 0,1-1-12 0,-3 0-6 15,-2 2-38-15,2-2-13 0,-1 0-35 0,-3 2-34 16,-2 0-54-16,0 1-107 0,0-2-435 0,0 4 22 16,-1-3 32-16,-5 3 117 0,5-2 34 0</inkml:trace>
  <inkml:trace contextRef="#ctx0" brushRef="#br0" timeOffset="175564.04">20752 13851 947 0,'-4'-3'314'0,"4"3"-37"16,0 0-21-16,-7-7-26 0,7 7-15 0,0 0-33 15,-3 0-13-15,3 0-18 0,0 0-5 16,0 0-11-16,0 0-12 0,-14 6 13 0,8-2-31 16,3 3-69-16,-2-3-13 0,2 2 0 0,-4 2 15 15,4 3-25-15,-3-1 8 0,2 1 14 0,-2-1-17 16,4 5 5-16,-4-1-5 0,3-2-2 0,3 3-1 16,-1 0 21-16,2-3-21 0,-1 3 6 15,0-3 2-15,3 1-11 0,0 1-4 0,2-3 0 16,-2-1-3-16,3 1 13 0,-2 0-8 15,2-1 8-15,1-3 0 0,4 0 5 0,-1-3-15 16,0 3 4-16,4-7-4 0,-1 0 10 0,1 1-8 16,-1-2 8-16,-2 1 3 0,6-3 2 0,0-3 0 15,-3 0-13-15,-1 2-2 0,4-5 4 16,-6 1-6-16,3-2 9 0,-4-1 5 0,0 1-14 16,-3-1 9-16,0-3-5 0,0-1-2 0,-1 3 0 15,-3-3 2-15,2 3-13 0,-5-1 3 16,3 1 13-16,-3-1 7 0,0 3-14 0,-3-3 12 15,0 3-11-15,1 2 6 0,-1-3 0 0,-3 1 0 16,2 3 7-16,-2-1-17 0,2 2 2 0,-3-2 8 16,0 3-1-16,0 1-1 0,-2 1-6 15,-2-2-3-15,4 5 6 0,-3 0 5 0,10 0-8 16,-18 0 0-16,5 2 3 0,2 2-1 0,2 0 4 16,-2 1-14-16,0 1-5 0,1-2 3 0,-2 6 0 15,1-3 0-15,1 1 0 0,3 0 13 16,0 1-8-16,-3-1-6 0,3 0 6 0,0 1-10 15,1-2 13-15,1 0-6 0,2 2-25 0,-4-1-3 16,4-1-25-16,0 0-26 0,0-2-15 16,3 3-6-16,-1-1-35 0,1 0-44 0,0-3-43 15,0 3-251-15,1 0-246 0,2-2 31 0,0 0 90 16,-3-5 55-16</inkml:trace>
  <inkml:trace contextRef="#ctx0" brushRef="#br0" timeOffset="177130.16">21134 13999 514 0,'0'0'218'15,"-3"-6"-19"-15,3 6-25 0,0 0-33 0,0 0 13 16,0 0-6-16,0 0-12 0,0 0-18 16,-3 16-3-16,3-9-5 0,0 1-5 0,3 1 0 15,-3-1-21-15,0 6-12 0,3-3 5 16,-3 1 7-16,0 0-35 0,1-1 10 0,-1 2-26 15,0-3 18-15,3 3-15 0,-3-3 5 0,0 1-5 16,0-3-16-16,0 0 21 0,0-1-10 0,0 1 12 16,0-4-9-16,0 2 9 0,0 0 8 0,0-6 29 15,0 0-32-15,0 0-9 0,0 0 4 16,0 0 1-16,0 0-16 0,0 0 0 0,-4-18 5 16,4 7 75-16,0-1-19 0,0-1-17 0,0-4 5 15,1 1-5-15,2 3-16 0,0-3 10 16,1 0-7-16,0 1-33 0,-1 0 20 0,3 3-5 15,-2 2-15-15,3 1 9 0,0 3-17 0,0-1 0 16,2 4 5-16,1-2-10 0,-2 5 5 0,2 0 2 16,0 6-9-16,4-2 7 0,-4 3-6 15,4 0-14-15,-4 1 22 0,3 2-7 0,-2 0 0 16,-1 5-11-16,0-2 4 0,-2-1 11 0,-1 4-1 16,2 0-11-16,-2 0-10 0,-3-1-23 0,3 1-24 15,0-2-37-15,-4 1-60 0,3-1-127 16,-2-3-543-16,3 4 51 0,-3-5 97 0,2-2 70 15,-2-2 53-15</inkml:trace>
  <inkml:trace contextRef="#ctx0" brushRef="#br0" timeOffset="178063.43">21518 14166 701 0,'6'-4'261'0,"-5"0"-33"0,-1 4-13 16,3-7-18-16,0 3-23 0,0-2-13 15,0 4 49-15,-2-4-15 0,2 1-26 0,1-1-11 16,0-1 1-16,-1 0-18 0,-3 0-6 0,3-3-7 16,-3 2-7-16,3-2-14 0,-3 1 1 0,0-4-93 15,0 3 11-15,0-1 17 0,0 2 11 16,-3-3-21-16,3 4 0 0,-3 0 8 0,3 2-2 0,0 0 12 15,-3-1-18-15,3-1-7 0,-4 6 12 16,4 2-10-16,-7-6 6 0,7 6-14 0,-10 0 3 16,10 0-2-16,-10 8 2 0,2-1-10 15,2 3-3-15,2-2-13 0,-2 4 13 0,2 1 3 16,-2 1 0-16,2-3 0 0,3 6-3 0,-2-2-12 16,3 1 7-16,3 1 10 0,-2 0 0 15,6 1-12-15,-1-1 2 0,-2-3-2 0,3 1 2 16,3-1 10-16,0-3-15 0,0 0 10 0,4-3-5 15,-3-2-2-15,6-2-3 0,-4-2-5 16,1-2 0-16,0-2 2 0,2 2-17 0,-1-7-6 16,-2 3-5-16,1-5 1 0,-1-3-6 0,-2 2 8 15,-1 0-13-15,-3-3 13 0,3 3 5 0,-3 2 2 16,0-2 3-16,-1 1 0 0,-2-2 8 0,2 4-10 16,-1 0 9-16,-2-1-4 0,0 1 5 15,0-1 2-15,-2 6-5 0,2-4-15 0,-3 6 13 16,3-5-6-16,-3 5 6 0,4-4 7 0,-4 4-12 15,0 0 9-15,0 0 6 0,0 0-13 0,3 13 13 16,-3-9-10-16,0 3 18 0,0 0-1 16,0 0 3-16,3-1-5 0,-3 2-7 0,5-1 7 15,-2 1 7-15,0-1 6 0,0 0 2 0,1-3-20 16,-1 3 8-16,3-5 2 0,-2 3 0 16,4-2 13-16,-2-3-8 0,-6 0-5 0,16 0 6 15,-8-2-1-15,-1 0-3 0,0-4 9 0,2-1-3 16,-1 3 5-16,-1-4-1 0,2 0-11 15,-5-1 4-15,4 0 3 0,-2 2 20 0,-2-1-15 16,2 1 10-16,-3-1-2 0,1 6-19 0,-1-4 9 16,1 4-6-16,-4 2 0 0,4-5-5 0,-4 5-2 15,0 0 4-15,0 0 4 0,6 13-9 16,-6-9 8-16,0 4-7 0,3 0 7 0,-2 1-2 16,-1 3-3-16,3-1-7 0,0-1 7 0,1 1-16 15,-1-1 11-15,4 1 6 0,-3-3-9 0,5 0 16 16,-2 1-6-16,1-3-1 0,2-2 9 15,0 1-5-15,1-4-7 0,2 1 2 0,0-4-10 16,-2 0-3-16,2-2 8 0,1 1 8 0,-4-4 2 16,3 0-7-16,-1-3 2 0,-2 2 0 0,-4-4-3 15,5-1 3-15,-5 2 6 0,-2-3-9 16,2-1-2-16,-5 5 8 0,2-7 0 0,-3 0-8 16,0 1 5-16,0 4-3 0,-4-4 1 0,-2 1 4 15,2-2-4-15,-5 2 2 0,-2 3-2 0,1-1-8 16,-4 2 10-16,3-2 0 0,-2 5-10 15,-4-2 5-15,4 2 10 0,-2 1-7 0,2-1-6 16,2 5-18-16,-2-4-40 0,6 5-18 0,-3-1-49 16,3 1-10-16,3-2-54 0,-2 0-95 15,3 2-253-15,3 2-182 0,3-7 56 0,-3 7 73 16,7-8 70-16</inkml:trace>
  <inkml:trace contextRef="#ctx0" brushRef="#br0" timeOffset="178280.29">22550 13501 895 0,'6'-4'354'0,"2"-2"-34"0,-1 4-31 0,3-4-28 16,2 3-20-16,-4-1-24 0,5 1-38 15,-1-2-10-15,1 3-51 0,1 1-46 0,-4 0-62 0,3-1-69 16,-2 2-164-16,-1 0-473 0,0 0 5 16,-2 2 102-16,-8-2 75 0</inkml:trace>
  <inkml:trace contextRef="#ctx0" brushRef="#br0" timeOffset="178496.72">22581 13699 1077 0,'-4'4'338'0,"4"-4"-26"0,0 0-20 16,0 0-31-16,0 0-18 0,0 0-28 0,21 0-25 15,-8-2-14-15,1 2-22 0,0-3-8 16,0 1-8-16,3-3-18 0,3 4-15 0,-3-6-23 16,3 5-28-16,-2-1-23 0,-4-2-41 0,-1 3-60 15,1-3-101-15,-4 4-346 0,1-5-259 16,-2 5 83-16,-5-2 83 0,2-1 60 0,-2 0 53 15</inkml:trace>
  <inkml:trace contextRef="#ctx0" brushRef="#br0" timeOffset="179263.56">23860 13075 944 0,'0'0'264'0,"-4"-4"-29"16,4 4-20-16,0 0-7 0,-14 9 35 0,7-2-23 15,1 6-21-15,-2 1-27 0,2 2 5 0,-1 2-24 16,3 5-17-16,-2-3-11 0,-2 5-17 0,5-2-3 16,0 2-3-16,3-6-15 0,0 6 3 15,3-2-24-15,0 1 3 0,2-3-17 0,1 1 6 16,4-4-1-16,-3 0-16 0,7-1-8 0,-1-2-2 15,1-5 10-15,-1-2 0 0,2-1-3 16,-2-2-7-16,3-4-13 0,-4-2 12 0,4-4 4 16,0-2-14-16,-4-1-2 0,2-2-15 0,-1-5 12 15,1-3 0-15,-4 0-2 0,-3-6 0 16,1-1 0-16,-2 0-16 0,-3 0 11 0,0 0-6 16,-4 0 1-16,-1 0-3 0,-1 6 13 15,-3-2-6-15,-2 3-7 0,4 1 6 0,-5 2 4 0,-1 3-3 16,2-1 4-16,-5 3-6 0,-1 2 5 15,4 2-7-15,-3 5 4 0,-2-2 4 0,5 3-6 16,-4 2-8-16,1 0 1 0,3 4 7 0,-1 0 2 16,1 1-7-16,0 3 0 0,3-1-2 0,3-1 12 15,1 2 0-15,0 0-10 0,3 2 0 16,3-1-2-16,4-1 7 0,3 1 10 0,0 0-15 16,3-1 16-16,2 0-16 0,5 2 20 0,0-3-7 15,3-1-16-15,-1 0-25 0,1-1-38 16,-1-3-29-16,2 5-89 0,-3-4-144 0,2-2-514 15,-2 3 71-15,1-4 60 0,-7-2 89 16,2 2 46-16</inkml:trace>
  <inkml:trace contextRef="#ctx0" brushRef="#br0" timeOffset="179647.86">24318 13458 780 0,'-8'15'330'0,"1"-4"-25"0,-2 2-34 0,2-2-20 16,3-1-26-16,0 3-17 0,1-3-9 0,0 2-25 15,2 1-28-15,0-1-2 0,-1 1-32 16,4-3 6-16,-1 3-5 0,3-2-26 0,-1-3 2 0,5 0-9 16,-1 2-4-16,-1-3-6 0,4 0-4 15,4-4-12-15,-4 1 5 0,5-2-16 0,-2-2 3 16,0-1 16-16,1-4-14 0,2 3-19 0,-1-6 4 15,-2-2-8-15,-2-1 11 0,2-1-8 16,-6-5 11-16,1 0 4 0,-2 2 3 0,-3-3-25 16,-2 1 10-16,-1 6 12 0,0-3-7 15,0 1 7-15,-4 1-14 0,1 2-1 0,0 0 0 16,-5 3-5-16,1-1 0 0,-1 2 0 0,-4 2-5 16,1-1 5-16,-2 5-10 0,2 0 0 0,-2 2-16 15,3 2 1-15,-1 0 7 0,1 3-5 0,-4 1-11 16,8 1-24-16,-4 0-24 0,6 5-33 15,1-3-29-15,0 2-66 0,3-1-214 0,0 2-401 16,6 0 42-16,-2 0 66 0,2-3 70 16,-2-2 58-16</inkml:trace>
  <inkml:trace contextRef="#ctx0" brushRef="#br0" timeOffset="181030.37">24878 13659 903 0,'-7'7'271'0,"-3"0"-25"0,3 1-26 0,2 2-23 16,-3 0-28-16,3 3-20 0,-1-1-8 0,2 2-11 16,1-3-17-16,0 3 56 0,3-3-16 0,0 3-4 15,3-1-16-15,0-1-15 0,-2-1 7 16,5 0-35-16,1-1-6 0,-3-2-15 0,2 1 8 16,1-7 2-16,0 4-10 0,1-4-7 0,1-2-14 15,-9 0-1-15,14-2-1 0,-4-4 2 16,-3 4-9-16,0-6-11 0,1-1 5 0,-6-1 3 15,5-1-3-15,-4-7-10 0,-2 1-2 0,-1 2-1 16,0-2 8-16,-1 4-2 0,-2-2 23 16,0 0-37-16,-1 5 6 0,2-3 3 0,-6 4 2 15,4 3-13-15,-2 1-7 0,-1 0 9 0,-1 3 1 16,-1 2 3-16,9 0 1 0,-14 5-6 0,4 0-9 16,3 0-4-16,2 3 4 0,-3-1-12 0,6 2 20 15,-1-2-10-15,0 2 10 0,6 0-7 16,0 0 2-16,-1 0 3 0,4-1 5 0,1 0-3 15,0-4-13-15,3 2 8 0,0 0-12 0,0-3 14 16,1-3 4-16,2 0-11 0,0 0-3 16,-1-3 1-16,1-3 4 0,1-2-4 0,-1 1 7 15,2-1-3-15,-5-3-12 0,3-5 0 0,1 0-6 16,-4-3-7-16,0-4 8 0,0 0 2 0,-6-2-5 16,3-3 3-16,-4 0-3 0,3-4 10 15,-5 3-10-15,-1-1 18 0,4 0-5 0,-4 5 5 16,0 0-2-16,0 5 20 0,-4 0-8 0,4 3-13 15,0 5 3-15,-1 2 13 0,-2 4-15 16,0 1 7-16,3 5 5 0,0 0-7 0,0 0-1 16,-13 11 3-16,12-1-5 0,-5 5 10 0,2 3-10 15,4 2 0-15,-3-2 8 0,6 7 10 16,-3 3-15-16,4-2 2 0,-1 0-5 0,1 1 2 16,2-1 6-16,1 3-11 0,4-1 1 0,-4-5-6 15,5-1 11-15,0 1-1 0,1-3 3 16,0-2-2-16,4-2-6 0,1-5 1 0,-1 3 2 15,3-4 0-15,-3-4-3 0,4-3 1 0,-3-1 2 16,5-2 0-16,-2-2-8 0,-1-1 3 0,3-3 13 16,-2-1-3-16,0-4 0 0,-4-2-3 0,0 5-7 15,-7-3 5-15,4 1 18 0,-4-2-10 16,-3 3-8-16,0 3 10 0,0-1-2 0,-4 2-6 16,-2 1 11-16,-1 4-3 0,0 0-2 0,0 0 2 15,0 0-7-15,-31 9 2 0,17-4-2 16,3 3-3-16,-2 4 0 0,-1 0 7 0,1-4 6 15,2 6-3-15,1-3-5 0,0 1-7 0,2 1-6 16,2-1 11-16,2-1 12 0,-2-2-28 16,3 1 21-16,3-2-6 0,0-1-2 0,0 0 3 0,3-4-6 15,0 1 6-15,1-1-8 0,-4-3 2 16,17-1 3-16,-10-4-7 0,3 1 7 0,4-4-3 16,-4-2-10-16,3-1-7 0,1-7 7 0,-1 1 3 15,-2-6 0-15,-1-4-8 0,0 0 2 16,1-6-7-16,-4 0 0 0,-4-1 10 0,3-4 6 15,-5 3-3-15,2 0 7 0,-3 5-5 0,0 2 11 16,0 2 12-16,0 5 3 0,-3 1 3 16,3 4-11-16,-1 2 8 0,-2 4-5 0,0 6-6 15,-3 0-14-15,6 4 19 0,0 0-4 0,0 0 18 16,-15 18-14-16,12-5-12 0,0-1 13 16,3 3 8-16,-1 6-6 0,1 0-2 0,1-3-5 15,2 7 7-15,0-1 0 0,1-1-7 0,3 0-18 16,0-3-29-16,3 4-9 0,0-5-60 0,1 3-76 15,2-5-518-15,1 0-137 0,-1-4 125 16,2-4 58-16,-2-5 63 0,1 2 45 0</inkml:trace>
  <inkml:trace contextRef="#ctx0" brushRef="#br0" timeOffset="181313.69">26017 13350 788 0,'0'0'340'0,"0"0"-43"0,0 0-43 16,0 0-1-16,0 0-25 0,0 0-26 0,0 0-15 0,30-4-23 16,-17 1-16-16,2 1-4 0,1 1-32 15,5-5 1-15,-4 3-13 0,3-2-3 0,-2 1-10 16,5-3-20-16,-2 0-4 0,-3 4-6 0,1-4-9 15,-1 0-1-15,-1 0 1 0,0 4-4 16,-4-2-11-16,1 0-15 0,-4 0-16 0,1 3-35 16,-4-4-26-16,3 4-84 0,-3-3-31 0,3 2-151 15,-3 1-435-15,3-3 86 0,-3 4 40 16,4-5 53-16,-2 2 61 0</inkml:trace>
  <inkml:trace contextRef="#ctx0" brushRef="#br0" timeOffset="181882.99">27435 12791 957 0,'-3'11'253'0,"-1"3"-30"16,-3 3-16-16,0 1-25 0,-1 4-3 0,-5 3-38 16,0 3-5-16,-3-3-11 0,-5 15 54 0,-3-5-23 15,0-2-2-15,4-2-11 0,-5 0-15 0,3-5-15 16,0-7-11-16,1 5-12 0,-2-6 20 15,1-1-26-15,0-3-4 0,4-2-9 0,1-1 29 16,-3-1-10-16,7-2-3 0,-5-5-3 0,7 3-63 16,-2-5-6-16,3-2 6 0,-1-5-3 15,4 3-3-15,-3-9 0 0,2 0-4 0,2-3 6 16,0-1-4-16,6-1-13 0,0-2 8 0,3 1-6 16,0-1 11-16,3 0-8 0,-1 2-10 15,2 2 13-15,3 1-11 0,-1 2 9 0,-1-1-12 16,2 2 6-16,0 1 0 0,1 6-2 0,-1 0 4 15,0 1 11-15,1 3-3 0,2 3-10 16,1 3-5-16,-1 1 10 0,-3 5 3 0,7 1 0 16,-6 3-13-16,3 2 2 0,-1-1 3 0,3 1 10 15,-4 0-2-15,2 0-8 0,-1 2 0 0,0-1 0 16,2-1 8-16,-2-3-3 0,1 2-10 16,-1-2 18-16,1-4-8 0,-2 0 0 0,0 1 8 15,-1-3-6-15,5-1-7 0,-2 0-15 0,0-6-21 16,0 0-38-16,-1 1-75 0,4-3-117 0,-5-3-576 15,0 1 102-15,-1-2 49 0,-1-3 69 16,2-7 62-16</inkml:trace>
  <inkml:trace contextRef="#ctx0" brushRef="#br0" timeOffset="182668.28">28316 12515 813 0,'-6'-7'343'0,"3"4"-15"16,2-1-26-16,1 4-15 0,-6-8-39 0,6 6-15 16,0 2-23-16,0 0-33 0,0-8-16 0,0 8-13 15,0 0-7-15,13 0-28 0,-13 0-13 0,16 8-11 16,-8 3-10-16,-1 3-9 0,4 3 4 0,2 2-3 16,1 9-12-16,-4 0 0 0,0 1-8 15,1 0-4-15,-4 3-9 0,2 0 8 0,-5-3-23 16,-1 3-5-16,0-1 10 0,-3-3 10 15,-3-2-12-15,0 3-11 0,-2-4 6 0,-3 0-1 16,1 0 6-16,-4-4-11 0,1 0 8 0,-4-3-5 16,1-2 0-16,0-4 10 0,1 0 1 15,-1-3-12-15,-1-7-4 0,4 3 5 0,-3-5 5 16,-1-5-5-16,4 3-8 0,-1-6 8 0,1-2 0 16,0-2 5-16,6 1-13 0,-3-3 14 15,4 5-22-15,3-7 1 0,3 4 7 0,4-2 0 0,0-3 8 16,5 1-5-16,1-1-3 0,8-2-2 15,-2 1-3-15,7 3 5 0,-3 0-18 0,3 0-35 16,1 4-19-16,-2 2-81 0,-1 1-77 0,0 1-333 16,5 0-297-16,-4 3 95 0,-1-4 77 15,0 1 76-15,0 0 52 0</inkml:trace>
  <inkml:trace contextRef="#ctx0" brushRef="#br0" timeOffset="183078.99">28864 12577 918 0,'17'-11'246'15,"0"3"-31"-15,-3 1-13 0,3-1-20 0,-3 4-3 16,5-2-17-16,-1-1-22 0,-1 4-17 16,-3-4-20-16,-1 6-9 0,-2-2-14 0,-1-1-24 15,-3 4 5-15,3-3-15 0,-10 3 11 0,7-3-11 16,-7 3-3-16,0 0-9 0,0 0-4 15,0 0 6-15,-17 14-10 0,10-5-1 0,2-1 1 16,-3 6-6-16,0 3 6 0,2 2-5 0,-1 3-4 16,0 0 1-16,4 3 0 0,-1 3 5 15,2 0 3-15,0-3-29 0,-1 4 24 0,3 0-16 16,0-4 5-16,0 5 3 0,0-4 15 0,0 0-7 16,0 1-19-16,0-5 16 0,-3 2-5 0,2-4 74 15,-2 1-3-15,-3-3 9 0,-1-1-14 16,0-5-2-16,-3 5-11 0,0-4 6 0,-1-4-8 15,1 1 5-15,-3-2-13 0,0-2-7 0,-5-2 2 16,4 0-10-16,3-1 5 0,-3-3-7 16,-2 0-9-16,2 0-9 0,4 0-24 0,-3 0-38 15,1 0-74-15,2 0-62 0,-2 1-168 0,0 4-441 16,1-3 28-16,-2 0 85 0,0 5 64 0,0-5 31 16</inkml:trace>
  <inkml:trace contextRef="#ctx0" brushRef="#br0" timeOffset="183296">28266 13505 1046 0,'-3'3'315'0,"3"-3"-100"0,0 0-10 0,0 0 5 15,27-2-26-15,-14-1-12 0,8 1-16 0,2-6-8 16,5 4-22-16,4-4-11 0,5-1 62 0,0 1-11 15,11-5-12-15,-4 3-32 0,-9 3-4 16,2 3-46-16,-6 0-36 0,-1 0-36 0,-6 3-95 16,-2-2-100-16,-6 3-496 0,1 4-38 0,-7-3 94 15,-3 2 39-15,-2-1 71 0</inkml:trace>
  <inkml:trace contextRef="#ctx0" brushRef="#br0" timeOffset="183680.31">28364 13678 801 0,'0'0'294'0,"4"6"-15"0,-4-6-28 0,14 6-8 16,-7-5-102-16,3 6-5 0,0-2-24 16,1 0-4-16,2 3-6 0,1 2-12 0,1 1 2 15,-2 3-5-15,-3 0-10 0,3 1 68 0,-2 1-9 16,-3 2-8-16,-3-2-8 0,-2 2-17 0,0 0-3 15,-2-1-16-15,-5 3-7 0,1-1 7 16,-1 0-9-16,-5 2-6 0,1 0 2 0,-5-3-12 16,0-3 0-16,1 2-20 0,-4-2 12 0,-1-4-5 15,3 3 8-15,0-4-3 0,-2-4-8 16,1-4 3-16,-1 4 6 0,2-5 1 0,2 0-7 16,-1-1-25-16,3-1 7 0,0-1 13 0,0-3-8 15,3 1-2-15,2 0-5 0,3-3-9 0,-1 2 4 16,6-2-6-16,-1-1 6 0,3-1-3 15,2-1 2-15,4-1-2 0,2 1-26 0,-2 0-9 16,5 1-22-16,2-4-40 0,0 5-54 0,-2 0-52 16,0 2-229-16,2 0-418 0,-1-2 54 15,0 1 63-15,0-1 68 0,-3 1 58 0</inkml:trace>
  <inkml:trace contextRef="#ctx0" brushRef="#br0" timeOffset="184113.31">28739 13941 877 0,'-5'17'308'15,"5"-2"-24"-15,0-1-31 0,3-2-20 0,0 1-41 16,-2-2-10-16,2-1-6 0,4 3-14 0,-3-1-14 16,4-2-12-16,-3 2-21 0,2-1-7 0,3-3-9 15,-3 1-1-15,0-3-9 0,3-4-12 16,1 3 10-16,-1-4-31 0,0-2 11 0,4-2-11 15,-4 0 1-15,4-4-4 0,-1-3 1 0,1-1-8 16,0-5-2-16,-1-4-9 0,-2-1-12 16,-1-6 1-16,0-2 9 0,0-4-5 0,-6 4-8 15,4-3-2-15,-7 3 8 0,0 0 12 16,-1 3 8-16,-2 1-12 0,-3 1 25 0,2 3-13 0,0 3-3 16,-4 1-4-16,-1 7-22 0,-2-3 14 15,-3 4-8-15,-1 5 13 0,1 0 0 0,1 3 0 16,-4 1-13-16,2 1-5 0,1 4 10 15,-5-2-5-15,8 4 10 0,-3 3-7 0,2-2-19 16,1 5 14-16,4-2 10 0,-2 3-11 0,3-2-17 16,0 2 12-16,5-3-18 0,0 4-66 0,3-2 10 15,1 1 3-15,-1 1 18 0,8 0-3 0,-4-5 20 16,6 4 1-16,-2-3-6 0,5-1-4 16,0-3-24-16,-4 1-38 0,8-2-34 0,-6-2-73 15,3 0-157-15,4-1-479 0,-5-2 106 0,-1-1 43 16,-2-1 71-16,0 1 47 0</inkml:trace>
  <inkml:trace contextRef="#ctx0" brushRef="#br0" timeOffset="184530.51">29275 13901 747 0,'0'0'230'0,"0"0"-10"0,-1 7-20 0,1-7-5 16,-4 8-52-16,1-1 8 0,3-2-8 0,-3 1-22 15,3 1-1-15,-1 1-23 0,0 1 0 0,-4-2-4 16,5 1 1-16,-3 0-9 0,3 1-11 0,-2-1-7 16,2 2 7-16,-2-3 5 0,2 1-15 15,2 0-13-15,-1 0-7 0,0-4-6 0,2 4 13 16,0-1-7-16,1 0 10 0,-1-4-31 0,4 2 20 15,0-2-17-15,0 1 2 0,2-4 0 16,-9 0 0-16,15-2-7 0,-5 0 4 0,-3-1 6 16,5-4 0-16,-7 3 53 0,2-3-4 0,-1-1-14 15,2-5-4-15,-5 3 2 0,2 1 0 0,-3-3 2 16,1 0-20-16,-3 4 0 0,0-2 3 0,-3 2 2 16,2-1-7-16,-5 1-6 0,-1 1 6 15,0 0-6-15,-3 3-2 0,3-2-5 0,-3 3-1 16,0-2-14-16,0 5-1 0,2-2-28 15,-2 0-25-15,3-1-42 0,-2 2-60 0,9 1-68 16,-13-2-173-16,5 1-425 0,7-3 48 0,1 4 95 16,-3-8 64-16,3 5 77 0</inkml:trace>
  <inkml:trace contextRef="#ctx0" brushRef="#br0" timeOffset="184913.37">29730 12355 801 0,'-5'10'220'0,"2"5"51"0,0 6-20 0,2 5-16 16,-2 11-20-16,3 1-20 0,0 18-6 0,0 0-14 16,0-2-17-16,3 4-14 0,-2 5 7 15,2-1-6-15,3 3-11 0,-2 2-1 0,0 0-28 16,3 13 5-16,1-2 5 0,-3-11-23 0,1-2 10 16,-1-4-27-16,3 2-4 0,-6-2-2 0,1-3-5 15,0 0-7-15,-1 0-4 0,-2-4-1 16,1-10-11-16,-1-7-18 0,-1 3 15 0,1 0-15 15,-2-3 0-15,-1 2 3 0,3-5-34 0,0-5-43 16,0 1-62-16,0-8-63 0,0-1-382 0,3-1-264 16,-1-8 103-16,0-2 45 0,-2-2 76 15,3-8 55-15</inkml:trace>
  <inkml:trace contextRef="#ctx0" brushRef="#br0" timeOffset="185396.11">30162 13676 811 0,'-6'8'281'0,"3"4"-22"0,2 0-39 15,-2-2-18-15,0 5-28 0,3-2-10 0,-3-1-10 16,6 3-24-16,-3-1-2 0,5 0-18 0,-3-1-10 15,1-3 0-15,4-1-13 0,0-1-10 16,0 2-5-16,2-3 9 0,0-3 42 0,0-1-2 16,-2-3-19-16,-7 0-2 0,21-7-13 0,-11-2-10 15,3-1-21-15,-2-5 16 0,2-1-19 0,-2-5 1 16,2-7-10-16,-3 0 9 0,1-5-12 16,-1-12 3-16,-3 8-13 0,-1 4 10 0,-6 8-3 15,3-3-5-15,0 4 29 0,-3 2-3 0,-3 4-24 16,0 3 19-16,-3-2-10 0,2 8-6 15,-3 0 0-15,-4 2-9 0,0 4-1 0,-4 2-13 16,-2 1 8-16,0 3 3 0,0 3-1 0,-4 2 9 16,1 3-6-16,2 2-18 0,-2-1 3 15,6 5 2-15,-3-1-2 0,7 1 2 0,-3 0 1 16,5-2 7-16,4 0-16 0,1 1 1 0,0-3-3 16,3 3 11-16,3-4 7 0,0-1-13 0,1-1 3 15,7 3-11-15,-1-1-27 0,0-4-14 16,4 0-25-16,-1 1-71 0,1-5-40 0,0 0-75 15,0 2-434-15,-4-4-130 0,3 0 95 0,1 0 69 16,-4-2 53-16,1 2 57 0</inkml:trace>
  <inkml:trace contextRef="#ctx0" brushRef="#br0" timeOffset="186079">30447 13848 854 0,'-17'5'333'0,"13"0"-33"0,1-1-37 16,-2 2-22-16,0 2-29 0,1 0-15 15,0 4-15-15,1 0-10 0,0-4-26 0,2 2-13 16,-2 3-21-16,3-4-9 0,0 1 4 0,2-2-15 15,-1 4-12-15,0-6 2 0,2 3-23 16,3-1 5-16,-1-1-6 0,0-6 9 0,0 5-24 16,2-5 4-16,-1-1 6 0,-6 0-9 0,17 0 4 15,-8-2-7-15,-4-4-2 0,6-1 2 0,-3-3-3 16,0 0-2-16,-4-5 13 0,6 0-8 16,-9 1-13-16,5 0 28 0,-3-1-5 0,-1 4 29 15,-1-2-24-15,0 3 3 0,-2 2-16 0,0 0-2 16,-4 1-2-16,-1 2-4 0,-2 0-4 0,3 4-15 15,-3 0 1-15,-2-1 6 0,10 2-20 16,-21 4-23-16,11 1 7 0,-1 0-38 0,1 0 7 16,3 1-63-16,-3 0-27 0,3 2-32 0,0-1-31 15,1 1-110-15,3-2-487 0,3 0 42 16,0-1 84-16,0 1 66 0,0-6 57 0,9 2 46 16</inkml:trace>
  <inkml:trace contextRef="#ctx0" brushRef="#br0" timeOffset="187130.23">30719 13808 906 0,'0'0'276'16,"-9"13"-12"-16,5-6-26 0,-2-1 31 0,4 6-11 16,-3 0-25-16,-2-4-31 0,5 6-20 15,-3-3-11-15,2 1 1 0,3 1-26 0,-1-1-21 16,0 1-17-16,1-3 2 0,1 3-15 0,0-4-11 15,2 1-10-15,0-2-12 0,1-1 2 0,0-2 0 16,4 0-8-16,-3-4-12 0,1 4 4 0,-6-5 1 16,12 0-3-16,-3-6-18 0,-5 4 13 15,4-6-10-15,-3 0-1 0,1-4 1 0,-4-1-8 16,4-5-10-16,-3-1 7 0,-2-1-9 0,-1-1 12 16,0 0-5-16,-1 1-13 0,0 0 15 15,-4 2-2-15,2 1 8 0,2 2-13 0,-6 5 12 16,4 0-4-16,-4 2-16 0,0 1 15 15,-2 5 1-15,1 0-21 0,-2 2 2 0,10 0 16 16,-18 4 8-16,9 3-16 0,2 1 0 0,0 1-5 16,0-1-2-16,0 2 17 0,4-2-12 0,0 4 2 15,2 0-7-15,1-1-11 0,0 2 18 16,1-3-2-16,2-1 5 0,0 1 0 0,4 0-11 16,2-4 6-16,-1 1-11 0,2 0 6 0,1-4-8 15,2 1 18-15,2-4-13 0,-2-2-11 0,3-2 14 16,-1-2-6-16,5 2-2 0,-6-5 10 15,6-5-15-15,-3 4 10 0,0-5-10 0,-3-3 7 16,0-4-7-16,1-3 0 0,-2 0-3 0,-1-4-15 16,-2-2 13-16,-2-2 9 0,-1 1-9 15,0 3-8-15,-4 3 13 0,3 3 5 0,-2 1 25 16,-4 4-4-16,4 1-6 0,-1 4 8 0,-1 1-8 16,-1 4-15-16,-2 5 10 0,1 3-5 15,0 0 5-15,0 0 0 0,0 0 0 0,-16 17-7 16,10-6 15-16,2 6-1 0,1-1-9 0,0 1 5 15,1 3-6-15,-4 0 1 0,6 4-3 0,-3 1 0 16,6-4 12-16,-3 4 6 0,4 0-7 0,-1 0-17 16,-2 3 17-16,5-3-6 0,4-3-8 15,-3 1 8-15,3 0 1 0,1-4-4 0,0-1 6 16,2-3 2-16,6 2-13 0,-7-9 6 0,4 2 2 16,0-3 0-16,-1-3 8 15,4-1-3-15,-3-4-10 0,3-5 0 0,-4-1-2 0,2-4-3 16,3-3 10-16,-6-4-18 0,6 0 10 0,-7-1-4 15,-1-1 14-15,-2 2-2 0,-1 3-10 16,-1 3 18-16,-3-1-5 0,-4 4 2 0,0 5 0 16,-2-2-2-16,1 6-5 0,-9-3 2 0,9 3 0 15,-18 5-3-15,10 0 11 0,-3 3-3 0,-1 0 13 16,-1 3-17-16,2-1 1 0,1 5-4 0,-4 0-1 16,7 1-9-16,-2-4 4 0,5 3 13 15,-2-1-2-15,5-3-13 0,-3 1 0 0,4 0 5 16,0-3-5-16,0 0 20 0,4-1-20 0,-3-2 10 15,5-2 0-15,-2-2 3 0,5 0-6 16,-9-2-9-16,18-4-1 0,-8-4 13 0,0-1-7 16,1 1-6-16,2-10 0 0,3 1 3 0,-5-1 3 15,4-8-11-15,-5-3 10 0,6-11-4 0,0-5-4 16,-5 1 4-16,0-4 4 0,-4 0 0 16,0 2 1-16,1 7-8 0,-6 4 5 0,2 5 2 15,-4 3-2-15,0 8 10 0,0 0 5 0,0 3-5 16,-4 5 3-16,0 1 0 0,-2 6-21 0,-1 4 21 15,7 0 10-15,-18 10 7 0,7 1-27 0,-1 7 2 16,0 7 20-16,0 4 1 0,4 0-11 16,-1 3 8-16,5 3-8 0,-2 1 8 0,3 0-10 15,3-1-14-15,0 3-55 0,0-1 0 0,3-4 12 16,0 0 10-16,1 1-4 0,2-9 10 16,1 0-8-16,-3-2 2 0,1-5-12 0,-3-1-8 15,1 0-43-15,0-7-70 0,-3 2-329 0,-3-8-370 16,-2 3 139-16,-4-7 51 0,-5-2 75 15,-10-7 45-15,-8-5 52 0</inkml:trace>
  <inkml:trace contextRef="#ctx0" brushRef="#br0" timeOffset="187929.64">23176 15204 990 0,'0'0'287'0,"-4"4"-24"16,4-4 6-16,0 0-31 0,0 0-2 0,0 0-19 0,10 5 65 16,-10-5-26-16,17-1-39 0,-3-2 14 0,0 3-37 15,3-1-14-15,0-1-19 0,4 1-23 16,2-3-2-16,-2 4-6 0,2-2-20 0,-2 1-43 15,-1 1-13-15,1-2-37 0,-6 4-24 0,1-2-47 16,-2 0-79-16,-4 3-59 0,-3 1-184 16,-1-1-436-16,-3 2 39 0,-3-2 77 0,0-3 77 15,-6 14 63-15</inkml:trace>
  <inkml:trace contextRef="#ctx0" brushRef="#br0" timeOffset="188147.9">23264 15540 683 0,'0'6'299'0,"0"-6"57"0,0 0-8 0,14-1-15 16,-14 1-39-16,21-8-43 0,-8 2-8 0,1 1-17 15,6 0-21-15,1 0-21 0,-4-3-23 16,4 5-7-16,-4-3-11 0,0 3-23 0,-3-2-7 16,-1 4-6-16,-3-3-30 0,1 1 0 0,-1 3-16 15,-3-3-7-15,2 2-10 0,-9 1-8 0,14-5-24 16,-10 4-27-16,-4 1-36 0,10-2-46 15,-10 2-49-15,0 0-31 0,3-1-243 0,-3 1-378 16,0 0 48-16,0 0 87 0,0 0 71 0,0 0 57 16</inkml:trace>
  <inkml:trace contextRef="#ctx0" brushRef="#br0" timeOffset="190612.51">25283 15190 675 0,'0'0'359'16,"-16"-3"-42"-16,16 3-20 0,-16 1-39 0,6 2-27 15,-1 2-3-15,-2 0-26 0,-2 2-2 16,2 5-26-16,-1-2-11 0,-3 5 11 0,0-2-38 16,3 5 0-16,-3 4-3 0,1 1-20 0,4-3-3 15,2 1-16-15,0 0-9 0,0 1-11 16,6-1-13-16,-2 2 19 0,6-6-11 0,3 5-20 15,0-2-1-15,5 1 1 0,2-2-1 0,3-1 4 16,1-2-22-16,0 0 1 0,7-3-3 0,1-3 0 16,0-5-5-16,1 0 6 0,-1-5-6 0,1-1-3 15,1-3 3-15,0-2-10 0,0-6 0 16,0 2 5-16,-1-6 5 0,-2-3-8 0,-3-3-2 16,-5-3-8-16,1 0 13 0,-7 0-13 0,0 0 13 15,-7 0-18-15,3 0 10 0,-6 0 3 16,-1 4 2-16,1-3-2 0,-4 2-13 0,-4 3 10 15,1 1-5-15,-4 2 8 0,1 3-5 0,-5-4-8 16,-1 9 23-16,6 1-18 0,-8 1 13 16,3 2-5-16,-3 1-11 0,4 3-7 0,-3 0 13 0,3 2 5 15,-1-1-16-15,-2 6-7 0,6-4 18 16,-3 4-8-16,4 1-18 0,0 0-5 0,2 1-39 16,1-1-25-16,3 6-51 0,0-3-31 15,3 2-105-15,1-2-563 0,3-3 23 0,3 2 77 16,1-2 82-16,3 0 68 0,-3-1 29 0</inkml:trace>
  <inkml:trace contextRef="#ctx0" brushRef="#br0" timeOffset="190979">25918 15404 1026 0,'0'0'371'0,"0"0"-25"0,0 0-26 0,10 0-26 16,-10 0-25-16,16-3-26 0,-5 3-23 0,2-3-33 16,8 1-10-16,-4 1-9 0,7-3-40 15,0 1-10-15,5-2 10 0,-7 3-20 0,2-3 4 16,3 2-17-16,0-4 13 0,-2 3-27 0,-1 0-6 15,-4 2-11-15,1-3 7 0,1 2-25 16,-10-4-7-16,2 7-3 0,-1-1 30 0,3-2 6 16,-8-1-21-16,2 4 3 0,-3 0 10 0,2-2-10 15,-9 2 2-15,11-2-25 0,-7-1 4 0,-4 3-1 16,0 0-34-16,0 0-34 0,0 0-19 16,0 0-60-16,0 0-48 0,-20 7-131 0,9-3-583 15,1-1 38-15,-4-2 74 0,4 3 77 0,0-4 66 16,-4 0 90-16</inkml:trace>
  <inkml:trace contextRef="#ctx0" brushRef="#br0" timeOffset="193378.37">27233 15366 839 0,'0'0'243'15,"0"0"-20"-15,-13 7 41 0,12 0-21 0,-2 0-21 16,-3 2-17-16,2 1-13 0,0 0-33 0,1 3-6 16,0-2-17-16,2 0-5 0,-2 4-6 0,3-2-17 15,0-1-3-15,0 3-13 0,0-1-13 16,4-1-15-16,-1 2-3 0,0 0-7 0,5-2 8 15,1-1-14-15,0 1-2 0,-1-3 0 0,7 0-10 16,-2-1 3-16,1-6 4 0,2 1 6 0,-1-3-16 16,1-2 11-16,-1-3-11 0,1 2-5 15,2-3 3-15,-5-5-3 0,4 2 3 0,-4-2 17 16,-2-5-25-16,1-2 21 0,-4 0-21 0,-1-1 28 16,1 2-30-16,-5-1 14 0,0 0-1 15,0 2-9-15,-3 0 14 0,-3 0-11 0,0 2 18 16,0 1-13-16,-5-1 8 0,4 1 0 0,-5-1-3 15,2 5-12-15,0 1 7 0,-4-2 8 0,1 5-5 16,-1-1-8-16,-2 1-7 0,0 1-1 16,-1 3 1-16,1 0 9 0,-1 0-7 0,3 4-5 15,0 0-2-15,-5 1-3 0,6-2-8 0,-4 6-5 16,4-4 0-16,0 3-3 0,-1 0-5 16,4 0-7-16,-2 0-18 0,2 2-36 0,0 0-16 15,3-1-15-15,1 0-35 0,3-1-42 0,3 0-35 16,-3 1-223-16,4-2-400 0,3-1 103 15,-1-1 49-15,1-1 66 0,0-1 46 0</inkml:trace>
  <inkml:trace contextRef="#ctx0" brushRef="#br0" timeOffset="193562.41">27675 15341 908 0,'3'-5'320'0,"-3"5"-41"0,0 0-36 0,0 0-63 16,0 0-78-16,0 0-53 0,0 0-160 15,0 0-500-15,0 0 27 0,0 0 75 0</inkml:trace>
  <inkml:trace contextRef="#ctx0" brushRef="#br0" timeOffset="193862.19">27787 15166 790 0,'0'0'287'0,"0"0"-23"0,0 0 56 0,-7 17-31 16,7-9-23-16,0 7-15 0,0-1-28 15,3 3-18-15,-2 1-29 0,2 1-7 0,0 5-23 16,3-1-8-16,-4 1-18 0,4-3-7 15,-3 4 5-15,-2-1-36 0,5-1-11 0,-3 0 16 0,-2-1-12 16,5 0-6-16,-6-4-8 0,5 0-4 16,-5-1 4-16,3-1-20 0,0-2 8 0,-3-1-1 15,0-1-2-15,3-2-18 0,0 0 13 16,-3-2-20-16,1 0-49 0,-1-1-31 0,0 0-54 16,0 0-53-16,0-3-77 0,0 3-582 0,0-1 35 15,-1-3 111-15,1-3 55 0,0 0 50 16,0 0 60-16</inkml:trace>
  <inkml:trace contextRef="#ctx0" brushRef="#br0" timeOffset="194295.39">28331 15311 954 0,'0'0'300'0,"0"0"-29"0,10-3-35 16,-10 3-9-16,0 0-35 0,17 8-7 15,-10-1-22-15,3 1-12 0,1 1-10 0,-1-1-10 16,3 2-11-16,1 2-15 0,-4-1-10 0,4-1-6 15,-4 3-14-15,0-1-1 0,1 1-20 0,-1-1-24 16,0 1-35-16,0-2-36 0,-1 0-79 16,-4 0-54-16,2-2-151 0,0-1-407 0,-1-4 74 15,-2 3 67-15,-1-6 43 0</inkml:trace>
  <inkml:trace contextRef="#ctx0" brushRef="#br0" timeOffset="194695.89">28567 15221 821 0,'0'0'264'0,"0"0"-16"0,0 0-20 0,0 0-16 16,0 0-27-16,-14 12-19 0,10-7-7 0,-2 3-11 16,2 2-17-16,-3 0-1 0,3 3-17 0,-2-1-11 15,1 5-15-15,-3-2 0 0,0-1-12 16,-2 3-17-16,4-1-24 0,-1-3-32 0,-4 3-2 15,6 0-41-15,-3-2-5 0,1-2-46 0,4-2-26 16,-5 0 3-16,5-5 18 0,0 3 5 0,-1-2 10 16,1-3 18-16,3-3-15 0,-7 3 22 15,7-3 26-15,0 0 26 0,-14-3 23 0,14 3 23 16,-6-7 21-16,6 7 14 0,-10-3-1 0,9-4 7 16,-2 4 2-16,3 3 11 0,-4-7-11 15,1 5-10-15,3 2-2 0,-1-9-10 0,1 9-1 16,4-12-12-16,2 9-1 0,-1-4-7 0,8 0 0 15,1-1-10-15,0 1 12 0,3-3-12 16,0 5 15-16,4-5-23 0,2 5-7 0,-6-1 60 16,4-1-9-16,-4 4-11 0,3-1-22 0,-5 1-47 15,1 0-36-15,-2-1-51 0,-4 3-92 0,-3 1-542 16,0 0 9-16,-7 0 60 0,11 1 53 16,-11-1 72-16</inkml:trace>
  <inkml:trace contextRef="#ctx0" brushRef="#br0" timeOffset="201943.87">4627 15841 798 0,'0'0'312'0,"11"-3"-45"0,-2 3-11 0,-9 0-26 16,21 3-33-16,-8 1-13 0,0-1-20 0,5 3 0 16,-4-2-26-16,6 3-20 0,-2-1-5 15,-1-1-6-15,3 2-94 0,-3 0-5 0,1-2 9 16,2-1 4-16,-3 1-8 0,3-3 5 15,1 2 2-15,-1-3-10 0,1-2 8 0,0-1 0 16,5-2 0-16,2-2-8 0,0-1 8 0,6-3-2 16,3 0-1-16,-2-3 0 0,15 0 1 15,-2-2-1-15,0 1-5 0,-3 4 3 0,-8 2 2 16,-2 1-4-16,2 4-1 0,-2 1-10 0,-1 2 20 16,0 0-22-16,-3 2-3 0,0 1 0 0,-1 1 2 15,1 0-2-15,-4 2 2 0,1-3-4 16,-2 5 4-16,-5-1-7 0,3 0 10 0,-7-1-5 15,1 0 0-15,-1 0-16 0,-3 0 14 0,-2-4-6 16,-1 4 10-16,-1-2-2 0,0 0 8 16,-2-1-1-16,-1 0 8 0,-1 0 3 0,1-2 3 15,-7-1-4-15,11 1-9 0,-11-1-1 0,13-5 4 16,-9 2-19-16,2-4 13 0,2-1-5 0,2-2-6 16,-1-1 1-16,3-2 13 0,1 0-8 15,1 0-13-15,2-2 20 0,2 5-12 0,1-5-3 16,2 6 3-16,0 1 2 0,-1 0 8 0,-2 4 0 15,3-2-12-15,2 4-4 0,-3 1-4 16,2 1 22-16,0 1-17 0,-1 2 5 0,7 2 2 16,-4-1-7-16,3 3-6 0,-4-1-4 15,2-1 9-15,-1 2-2 0,0 1-7 0,-7-1 14 0,3-1 1 16,1-2 3-16,-4 1 1 0,4-2-1 16,-4 1 4-16,6-3 6 0,-2 1-6 0,-1-2 8 15,1-3-15-15,0-1 2 0,3 1 6 0,-1-4 2 16,4 0 5-16,-2-1-8 0,2-2 16 15,-2-5 0-15,2 4-5 0,3-4 2 0,-6-2 5 16,3 0-10-16,1 1 11 0,2-3-3 16,-2 4-6-16,-1-1-2 0,-2 2 0 0,2 1 8 15,-4 4-10-15,1 0 2 0,0 1-3 0,-7 4 1 16,4 0-8-16,0 1 0 0,-2 0 15 0,-1 3-7 16,3 1 4-16,-1 1-17 0,1 1 7 0,0 1-2 15,1 0 8-15,2 0-11 0,4 4 3 16,-4-2 3-16,1-3-1 0,2 4 3 0,-1-6 0 15,2 6 10-15,-4-6-7 0,0 1-3 16,0-2 7-16,-4 0-4 0,1 0 10 0,-4 0-11 16,-3 0 4-16,-1 0 1 0,-2-2-27 0,-4 1-113 15,-1-1-157-15,-6 2-421 0,0 0 76 16,0 0 51-16,-24 5 80 0</inkml:trace>
  <inkml:trace contextRef="#ctx0" brushRef="#br0" timeOffset="202611.2">6391 16255 995 0,'-8'-6'320'16,"5"5"-36"-16,-6-1-30 0,9 2-19 0,-18 2-30 15,8-1-21-15,0 5-5 0,-4 1-25 0,0 2-8 16,0 1-26-16,1 1-15 0,-1 2-5 0,4-1-13 16,0 2 3-16,-1-3-19 0,1 3 1 15,3 0-21-15,1-3 8 0,-1 0-15 0,6 2 4 16,-2-5 1-16,3 2-6 0,0-3-4 0,3 0-6 16,2-2 8-16,1-1-15 0,1-2-3 15,3-2 2-15,-10 0 8 0,21-7-2 0,-8 2 2 16,1-2-4-16,-1-2-9 0,1-1 6 0,-4-2-6 15,1-3-10-15,-1 2 3 0,0-1 0 16,-3 0 0-16,-1 3-11 0,2 1 11 0,-5 0-10 16,4 1 17-16,-4 2-22 0,0 0 2 15,1 2 5-15,0 2 8 0,-4 3-16 0,3-4 8 0,-3 4 0 16,0 0-7-16,0 0 2 0,10 11 7 16,-9-6-4-16,2 1-3 0,3 2 15 0,-2-2-20 15,3-1 3-15,0 2 17 0,-1-1-12 0,1-1-1 16,1 0 6-16,5-3 2 0,-3 1 0 15,1 0-2-15,2-3 20 0,0-2-28 0,1-2 5 16,0 0 0-16,3-1 90 0,-3 1-11 16,3-2-22-16,-4-1-3 0,1-1-5 0,0 2-1 15,-4 0-14-15,0 1 14 0,0 0-19 0,-3 0-1 16,-2 3 3-16,1-1-64 0,-2 0-47 0,-4 3-24 16,9 0-98-16,-9 0-374 0,1 6-294 15,-1-4 107-15,0-2 62 0,0 0 81 0,-1 10 57 16,1-10 54-16</inkml:trace>
  <inkml:trace contextRef="#ctx0" brushRef="#br0" timeOffset="204130.52">29363 15191 870 0,'-1'-7'220'0,"1"7"-5"0,-6-5-23 0,3 0-10 16,2 1-11-16,1 4-12 0,-6-7 7 15,3 2 1-15,3 5-11 0,-7-7-15 0,3 4-8 16,0 0-16-16,-2-1 9 0,-1 0-14 0,1 0-4 15,-5 1-3-15,4-1 2 0,-6 1-43 0,-1 2 36 16,2 0-20-16,-4 1 12 0,0 0-23 0,-2 1 0 16,1 3 5-16,-3 0-10 0,-1 0-5 15,6 3-18-15,-4 3 23 0,-1-2-21 0,4 5-4 16,1-2-3-16,1-3-11 0,1 7-7 16,2-5 16-16,4 5-14 0,0-5 6 0,1 4-1 15,3-3-2-15,2-1-15 0,1 2 5 0,1-2 5 16,2 0 2-16,4-2-17 0,3 2 15 0,2-3-8 15,0-4-10-15,1-1 5 0,1 0 5 16,2-2-7-16,-1-2 2 0,-2-3 8 0,4 1-13 16,-3-2 5-16,3-5 2 0,-4 0 16 0,2-2-17 15,-2-2-1-15,1 0 2 0,-7 3 1 0,3-1-3 16,1 3 13-16,-5 2-18 0,-2-1-8 16,2 2 8-16,-3 3-5 0,-2 0 3 0,-1 4 9 15,0 0 1-15,0 0-10 0,0 0 2 0,0 0 2 16,0 17-12-16,-1-9 15 0,1-1-8 15,0 1 9-15,0 1 4 0,1-1-13 0,2 2 3 16,4-2 5-16,-3-1-7 0,3 1 15 16,-1-3 58-16,4 0 1 0,1 0-16 0,2-2 3 15,1-1-8-15,-1-2 8 0,2-2-28 0,-2 1 23 16,5-2-24-16,-2-1 6 0,2-1 13 0,-5-1-36 16,4-1 7-16,-3 0 13 0,-4 3-2 0,4-2-16 15,-5 1-43-15,-2 2-5 0,-2-5-108 16,-2 2-204-16,-3 3-569 0,0 3 49 0,-11-7 107 15,1 4 72-15,-8-2 85 0,-8-3 60 0,-12 5 53 16</inkml:trace>
  <inkml:trace contextRef="#ctx0" brushRef="#br0" timeOffset="205143.65">20611 16341 895 0,'0'0'259'0,"-3"-6"-11"0,3 6-28 0,-3-4-20 15,3 4-16-15,0 0-25 0,0 0-13 0,-10 11-18 16,7-2-5-16,3 1-6 0,-5 2-6 0,2 1-14 16,3 3-10-16,-3-2-3 0,3 1-12 15,3 2-11-15,-3 0-4 0,3-1-19 0,2 1 24 16,1-3-6-16,1 0-18 0,-1 0-2 0,5-2 0 15,-1-2-3-15,3-1-5 0,1-1 16 16,-3-4-16-16,3 0-15 0,-1-4 76 0,4 0-4 16,-6-2-13-16,5-3 2 0,1-2 5 0,-3-4-20 15,0-3-5-15,-1-3 7 0,1 1-15 16,-4-4-5-16,-3-2-2 0,0-2 4 0,-3 1-4 16,-1-2-14-16,0 0 11 0,-6 4 2 0,3-4-9 15,-3 5-73-15,-1-2 8 0,-6 1 18 0,3 6-12 16,0 0 12-16,-4 2-8 0,1 2 16 0,-2 3 0 15,0 1 2-15,2 4 13 0,-3-1-10 16,-1 3-5-16,4 1 12 0,-4 2-9 0,4 2 1 16,-3-1 9-16,2 4-13 0,1 2 20 15,0 0-2-15,3 3-6 0,0 0-7 0,0 0 5 16,4-1 5-16,3 1 3 0,0 1-8 0,0-1 8 16,3 0-8-16,1 1 12 0,5 2 1 15,2-3-5-15,3 1 2 0,3-3-2 0,3 2-11 16,1-3-22-16,6 0-57 0,1-1-36 0,-1-2-77 15,1-2-135-15,6 3-445 0,3 1 37 0,-9-3 81 16,-1 0 47-16,-7-3 91 0</inkml:trace>
  <inkml:trace contextRef="#ctx0" brushRef="#br0" timeOffset="205510.68">21202 16674 1046 0,'-6'16'287'0,"-1"-2"-16"0,1-1-27 16,3-1-93-16,2-3-26 0,1 2-10 0,-3 1-7 15,6-2 15-15,-2 0-41 0,5 0-18 16,-3 0 25-16,4-3-20 0,0 0-12 0,3-1 7 16,-3-3 5-16,3 0-16 0,1-1-4 0,-1-5-5 15,3 0 9-15,-2 0-17 0,-1-4-3 0,0-1-4 16,4-1 11-16,-7-6-11 0,2 1 4 15,-1 1-7-15,-5-5 7 0,-2-1 3 0,2 0-16 16,-6-2 1-16,2 0 14 0,-5 1-19 16,2 1 15-16,-3 1-8 0,0 4 2 0,-2 0 3 0,-2 1 6 15,1 3-14-15,-4 3-2 0,0 1 8 16,1 2-16-16,-1 4 15 0,0 0-4 0,0 0-3 16,1 5-5-16,-4 0 10 0,7 2-21 15,-1 1 6-15,-2 2-11 0,6 1-7 0,0 0-13 16,4 2-51-16,3 1-62 0,0 0-74 0,3-1-560 15,4 5 76-15,6-2 44 0,-2-2 79 0,2-3 52 16</inkml:trace>
  <inkml:trace contextRef="#ctx0" brushRef="#br0" timeOffset="205910.52">21589 16617 865 0,'3'12'279'0,"-2"-1"-34"16,2 1-30-16,0 2-15 0,1 1-11 0,0 2-40 15,-1 1-3-15,1-1-21 0,-1 1-4 0,-3-2-4 16,3 0-25-16,0 0-7 0,0-3 5 16,-3-1-19-16,1-1 1 0,-1-1-6 0,3-3 1 15,-3-1 2-15,0 2 67 0,0-8-6 0,0 5-2 16,0-5-25-16,0 0-16 0,0 0 2 15,0 0-17-15,-4-29-5 0,5 17-3 0,-1-5-11 16,0 0-7-16,3 0 16 0,0-1-3 16,1 2 0-16,0 1 20 0,-1 0-13 0,1 4-12 15,-1-1-5-15,4 1-8 0,-1 3 10 0,2 1-8 16,-2 2-17-16,1 2 7 0,3 1 1 0,-10 2-14 16,17 4 6-16,-7 1-11 0,1 0 21 0,-1 1-13 15,0 3-8-15,1 1-10 0,-1 1 21 16,0 0-16-16,1 2-30 0,-2-1-11 0,-2 4-30 15,0-1-49-15,1 0-41 0,-2-1-98 0,-2 0-209 16,5-1-389-16,-1-2 87 0,-5-3 71 16,4-2 54-16,-4-4 80 0</inkml:trace>
  <inkml:trace contextRef="#ctx0" brushRef="#br0" timeOffset="206544.48">22023 16837 1013 0,'7'-6'310'0,"4"-1"-23"15,2 0-16-15,1-2-31 0,-1-1-35 16,-2 0-13-16,3 1-5 0,-1-3-5 0,1 3-6 16,-4-1-96-16,0-3 12 0,1 1 3 0,-4 0 2 15,-4-1-7-15,4 0-26 0,-4 1-1 16,-3 1 9-16,3 0-13 0,-6 2-3 0,0 3-4 16,-1 1 6-16,-2 1-1 0,-1 1-14 0,7 3-17 15,-21 3-1-15,11 1-2 0,-4 1 8 0,1 1-13 16,2 4 3-16,1-1-3 0,0 3-6 15,3-4 9-15,-3 3-16 0,6-1 5 0,1 0-5 16,0 1 18-16,3-4-12 0,0 1-6 0,3 0-5 16,3-2 12-16,1-2-17 0,1 1 5 15,2-3 0-15,3 0-15 0,1-4 5 0,2-1-1 16,-1-1-1-16,1-3 4 0,-1 0 11 16,1 0-9-16,-2 1-1 0,-1-2 7 0,-1 2-13 15,-3 2 16-15,-2-1-1 0,0 1-12 0,3 1 5 16,-6 2-5-16,3-1 7 0,-7 2-10 0,0 0 0 15,10 6 11-15,-3-2-6 0,-4 2 13 16,0-1-7-16,1 1 4 0,-1 1 3 0,1 0-7 16,-1-2-1-16,0 2-4 0,2 0-1 0,-2-2-2 15,4 0-3-15,-4-1 0 0,3-1 16 0,-2 0-6 16,3-2 8-16,-7-1-10 0,13 2 8 16,-6-2-6-16,-7 0 0 0,11 0 11 15,-11 0-13-15,13 1 2 0,-6-1 14 0,-7 0-22 16,14 1 4-16,-7 1 7 0,2 0-5 0,-2-1 10 15,4 1-13-15,-1 1 21 0,4-2-21 0,-4-1 6 16,4 3 2-16,-3-2-13 0,2-1 10 0,-3 0 6 16,4-1 5-16,-4-2-6 0,1 1-4 15,2-2 2-15,-3 1-8 0,0-1 23 0,-3-2-2 16,3-1 10-16,-3-3 5 0,1 2 8 0,-2 0-10 16,-1-5-8-16,-3 1 10 0,-2-1-13 0,0-2-2 15,-2-1 10-15,-3-1-10 0,-2-4 0 16,-3 3-16-16,0 1 21 0,3 0-8 0,0 3-5 15,-4 3 3-15,2 0 0 0,-1-1-11 0,2 5-25 16,1-2-72-16,-2 4-43 0,2-1-98 16,2 5-524-16,-1 0 15 0,6 1 61 0,0 0 93 15,-4-5 28-15,4 5 56 0</inkml:trace>
  <inkml:trace contextRef="#ctx0" brushRef="#br0" timeOffset="206727.31">23220 16392 988 0,'18'-6'291'0,"-5"1"-45"0,0 1-49 0,1 0-105 16,0 4-46-16,-1-3-140 0,1 0-469 15,0 3 15-15,-1 0 38 0</inkml:trace>
  <inkml:trace contextRef="#ctx0" brushRef="#br0" timeOffset="206893.69">23346 16586 995 0,'0'0'292'0,"4"4"-31"0,-4-4-28 0,0 0-31 16,21-4-33-16,-11 1-33 0,3 1-41 0,-2 1-49 15,2-3-57-15,1 1-142 0,-1 0-462 16,2 0 19-16,-2 1 30 0</inkml:trace>
  <inkml:trace contextRef="#ctx0" brushRef="#br0" timeOffset="207193.83">23941 16426 829 0,'0'-5'345'0,"0"5"-43"0,0 0-17 16,8-4-37-16,-8 4-8 0,11-1-32 0,-3 0-24 15,-1-1-7-15,4 2-16 0,2-1-25 0,-2 0-16 16,5 1-7-16,-1-3-19 0,-2 1 1 15,4 1-13-15,-3 0-10 0,6-4-8 0,-6 4 7 16,0-2-14-16,-1 0 1 0,-3 3-14 0,4-2-11 16,-4-1-20-16,-3 2-33 0,1 0-67 15,-8 1-85-15,10-2-127 0,-10 2-492 0,6 3 92 16,-6-3 51-16,0 0 59 0,7 1 72 16</inkml:trace>
  <inkml:trace contextRef="#ctx0" brushRef="#br0" timeOffset="207643.4">24553 16261 808 0,'-3'6'300'0,"-1"4"-37"0,1 0-19 15,0 1-14-15,1 4-25 0,-3-2-29 16,1 3-9-16,1-2-24 0,3 3-7 0,0-4-21 16,0 2-10-16,0-1-5 0,3 1-8 0,1-3-10 15,2 1 0-15,-2-2-16 0,-1-1 3 0,4-1-17 16,0-2 4-16,3-1 0 0,0 0-5 16,0-4-5-16,1 2-5 0,-1-4-10 0,0-2 8 15,4 0-1-15,-1-6 21 0,-1 1-23 16,1-3 5-16,-3 0-6 0,1-3 6 0,-2 0 13 15,-2-2-21-15,1-2 19 0,-2 2-27 0,-3-2 14 16,-2 3 9-16,-1 2 6 0,-1-1-10 16,-2 2-9-16,0 1-4 0,-2 0 20 0,-4 3-20 15,2-1-5-15,-6 2-3 0,2 1 12 0,1 1 1 16,-4 2-13-16,1 2 0 0,1 0 6 0,-4 1-4 16,6 0-7-16,-4 4-5 0,-2 0-5 0,5 0 7 15,1 1-13-15,0 0-22 0,3 1-1 16,0 1-40-16,0 0-34 0,0 1-63 0,1-1-52 15,2 0-266-15,4 1-349 0,0-1 114 16,3-2 48-16,-2 0 46 0,2-1 62 0</inkml:trace>
  <inkml:trace contextRef="#ctx0" brushRef="#br0" timeOffset="207810.52">24898 16401 808 0,'0'0'254'15,"0"0"-101"-15,0 0-94 0,0 0-202 0,0-2-420 16,0 2 61-16</inkml:trace>
  <inkml:trace contextRef="#ctx0" brushRef="#br0" timeOffset="208160.66">25113 16202 1151 0,'0'0'328'15,"0"0"-31"-15,0 0-18 0,5 11-31 0,-5-3-28 16,0 0-7-16,3 0-34 0,-6 3 5 16,3 1-17-16,0 1-19 0,0 0-12 0,0 5-6 15,-1-2-14-15,1 1-1 0,0 1-5 0,0 0-18 16,0 0 8-16,0 1-18 0,0-2 0 16,1 1-16-16,-1-1-12 0,0 1 5 0,3-2 7 15,-3 0-25-15,3-1 5 0,-3-1-10 0,3-1-8 16,-2-1 8-16,2-2-5 0,0 1-23 15,0-2-3-15,-2 0-33 0,2-2-3 0,-3-2-49 16,3 2-48-16,3-2-79 0,-5-3-315 0,3 3-320 16,-1-3 107-16,-3-2 65 0,0 0 50 0,7 3 67 15</inkml:trace>
  <inkml:trace contextRef="#ctx0" brushRef="#br0" timeOffset="208860.2">25887 16412 1044 0,'3'-7'340'0,"-3"0"-22"0,-3 0-29 0,-1 2-20 15,3 0-26-15,-5 0-28 0,3 2-5 0,-7 1-21 16,10 2-10-16,-18-1-48 0,5 4-6 0,-5 0 8 16,-1 2-25-16,1 5-8 0,-3 0-11 15,1 1 4-15,0 1-9 0,-1 1-7 0,4-1-13 16,0 2-10-16,3 0 2 0,3-1-2 0,2-1-3 16,2 2-5-16,0-4-5 0,7 1-5 15,0-2-3-15,0 1-2 0,7-1-11 0,0-1-5 16,6-1 3-16,1-2-12 0,-1-2 6 0,3-1-1 15,-1-1-4-15,3-2-2 0,2-3-2 16,-3-2-6-16,4-3 16 0,-1-2-5 0,-3-3-13 16,1-1 12-16,-5 0 1 0,4 0 7 0,-7 2-4 15,0 2 22-15,1 1-18 0,-4 3 1 0,-1 1-14 16,-2 0 11-16,2 4-10 0,-6 2 12 0,0 0-7 16,0 0 10-16,0 0-26 0,0 0 49 15,5 14-51-15,-2-8 15 0,-3 1 5 0,3 0-2 16,0 0 7-16,-2 4-7 0,5-3-19 15,-2 1 29-15,2-1-20 0,1-1 17 0,0 0-12 16,3-2 2-16,1 1-5 0,-1-2 7 0,3 0-12 16,1 0 5-16,-1-3-7 0,-1 0 14 15,-2-1-7-15,0 0 11 0,2 0-9 0,-12 0-4 16,15-2-1-16,-9-2-69 0,-6 4-61 0,4-2-97 16,-4 2-267-16,0 0-373 0,-15-3 102 15,15 3 57-15,-22-3 99 0,5 3 44 0,1-2 50 16</inkml:trace>
  <inkml:trace contextRef="#ctx0" brushRef="#br0" timeOffset="212409.87">20522 17506 941 0,'-6'-1'343'0,"-1"-2"-28"0,7 3-23 16,-14-1-26-16,14 1-23 0,-14 5-22 0,5 0-9 15,-2 1-20-15,4 4-31 0,-3 4-7 16,-1 1-8-16,-2 5-11 0,7-1-14 0,-1 2-14 16,-1-1-7-16,2 0-3 0,2 1-10 0,4 0-17 15,-3-3-12-15,6 2 6 0,-3-1-2 16,4-1-8-16,2-2-8 0,-1 0 7 0,4-1-17 15,-2-4 0-15,3 0-3 0,1-2 1 0,-1-4-4 16,0 0-2-16,4-4 1 0,-4-2-9 0,0 0 11 16,4-4-3-16,-1-2-13 0,-2-3-2 15,2-2 20-15,-6-1-20 0,4-2-3 0,-4-3-48 16,2-2-8-16,-5 2 8 0,-1 0 7 16,2 0-8-16,-2 0 9 0,-3 0 7 0,0 3 30 15,-3-3-4-15,3 2-18 0,-5 1 7 0,2 1-5 16,-1 3 16-16,-2 1-14 0,3 0 6 0,-4 1 3 15,1 2 7-15,-2 0 13 0,1 0-11 0,-3 5 4 16,2 0 2-16,-4 2-11 0,2 0 19 16,-1 3-14-16,1 0 11 0,-3 1-13 0,2 1 13 15,1 1-13-15,-1 2 6 0,1 0-4 0,3 1-2 16,0-2 8-16,1 0-3 0,3 2 3 16,-2-1 0-16,5-1-13 0,3 2 10 0,-1-2-7 15,4 2-3-15,1 0-3 0,3 0-4 0,1-1-32 16,2 1-20-16,0 0-25 0,5-2-31 15,2 2-52-15,-3-1-53 0,1-2-69 0,3 0-41 16,-5 1-341-16,2-3-35 0,1 0 35 16,-1 1 82-16,-5-3 49 0</inkml:trace>
  <inkml:trace contextRef="#ctx0" brushRef="#br0" timeOffset="212592.59">20772 17756 837 0,'0'0'299'15,"0"0"-23"-15,0 0-22 0,-7 11-8 16,4-5-1-16,3 1-25 0,-3 2-5 0,2 3-28 15,-2-1-8-15,3 3-17 0,0-1-11 0,-3 4-10 16,3 1-13-16,-3 1-13 0,3 0-21 0,0 0-7 16,0 2-2-16,0 0-6 0,0-1-15 15,0 0-38-15,3 0-26 0,-3 1-49 0,3-2-74 16,0-3-84-16,-2 1-556 0,5 0 21 16,-2-5 74-16,3-4 69 0,-3 0 51 0</inkml:trace>
  <inkml:trace contextRef="#ctx0" brushRef="#br0" timeOffset="213010.34">21026 17986 865 0,'0'12'263'0,"3"-4"-22"0,-3 0-26 15,0 4-18-15,3-1-10 0,-3 3-21 0,4-2-20 16,-1 4-10-16,-3-3-11 0,3 1-15 16,-3-2 11-16,3 1-29 0,-3-1-18 0,0 0 8 15,0-3-18-15,1 0-5 0,-1-2 12 0,0 0 75 16,-1-2-7-16,1-5-9 0,-3 6-15 16,3-6-5-16,0 0-5 0,0 0-23 0,-10-19 5 15,7 6-7-15,0-4-9 0,2-1-12 0,-2 0-3 16,3 0 1-16,0-3-11 0,4 3 3 15,-4 1-11-15,3 1-5 0,0 3-17 0,1 1 4 16,2 0-2-16,-3 2-3 0,5 2 1 0,-1 1 7 16,2 2 2-16,-2 4-2 0,1 0 5 0,2 2-17 15,0 0 19-15,1 4-7 0,2 1-7 16,-3 3-6-16,1 0-10 0,-1 2 5 16,3-1-7-16,-2 4 20 0,-2-1-8 0,-2 2-3 0,1-2-9 15,-1 2-34-15,-1-2-20 0,-2 3-57 16,-1-3-79-16,0 0-164 0,0-2-481 0,2 1 54 15,-2-3 92-15,-3-1 77 0,3 0 56 16,-3-2 61-16</inkml:trace>
  <inkml:trace contextRef="#ctx0" brushRef="#br0" timeOffset="213660.53">21353 18220 709 0,'4'-7'266'15,"3"-1"0"-15,-4-2-15 0,1-2-11 16,5-1-27-16,-5-1-29 0,4-3-10 0,-2 1 0 15,-3-5-23-15,4 0-15 0,-4-2-31 0,1 3 31 16,-4 3-24-16,3-2-12 0,-3 4-8 0,0 1 8 16,0 2-8-16,-3 0-18 0,2 2 1 0,-2 2 1 15,-3 4-9-15,-1 0-3 0,1 4-18 16,6 0 0-16,-15 6 5 0,9-2-5 0,-4 5-7 16,2 3 9-16,2-2-9 0,-1 6-1 0,4-3-7 15,-1 2-6-15,1 0-17 0,3-2-3 16,0-1 8-16,3 2-3 0,1-3 11 0,2 1-8 15,-2-2 5-15,5-3-3 0,-1 1-15 0,5-4 10 16,-3 0 3-16,4-2 0 0,-4-4-11 16,5 0 3-16,-5-2 3 0,3-2-3 0,1-2 8 15,-4 1-10-15,1-1 14 0,-5 4-11 0,1-2 1 16,0 0 1-16,-1 2-11 0,-1 1 1 16,1-1-1-16,-6 4 11 0,0 0 10 0,0 0-21 15,13 7 6-15,-10-3-6 0,1 2 8 16,0 0-5-16,-1-2 18 0,1 4-28 0,-1-1 8 15,1-3-1-15,2 3-2 0,-2-3 5 0,3 0 2 16,-1 0-4-16,1-2-11 0,0 1 8 0,0-3 8 16,4 0 58-16,-2 0-7 0,-9 0-11 15,18-2-4-15,-11 1-9 0,2 1 6 0,-9 0-13 16,15 1-7-16,-9 1 4 0,1-1-5 0,0 1 8 16,3 0-10-16,-3 2-3 0,-1-2 3 15,-2 2 0-15,3-2-10 0,0 1 9 0,-3-1-6 16,2 1-9-16,1-2 8 0,3 2-2 15,-10-3 2-15,11 1 2 0,-2-1 6 0,-9 0 3 0,15-4-11 16,-5 0 2-16,-1-2 16 0,-1 1 0 16,-1-2-12-16,0-3 7 0,-1 0 5 0,-3-2-21 15,1-5-7-15,3 3 13 0,-7-4 5 0,0 0 5 16,-3 0-3-16,-1 0-18 0,0 0 26 16,-5-1-10-16,-1 0 8 0,-1 3-14 0,0 1 6 15,-1 3-15-15,-3-1 7 16,2 3 0-16,-1 0-10 0,1 3 12 0,1-1-22 0,-1 3-41 15,4 1-31-15,1 3-34 0,1-1-40 0,1 1-151 16,2-1-561-16,4 2 69 0,0 0 93 0,0 0 68 16,0 0 65-16,0 0 45 0</inkml:trace>
  <inkml:trace contextRef="#ctx0" brushRef="#br0" timeOffset="213859.89">22543 17687 898 0,'0'0'317'0,"10"-6"-38"0,-3 5-25 16,-7 1-24-16,11-4-38 0,-5 2-36 16,4 1-43-16,-2 1-41 0,-8 0-98 0,13-2-115 15,-3 4-512-15,-2-2 47 0,-8 0 43 0,13 3 48 16</inkml:trace>
  <inkml:trace contextRef="#ctx0" brushRef="#br0" timeOffset="214042.59">22574 17885 1318 0,'0'0'371'0,"0"0"-36"15,0 0-38-15,0 0-33 0,0 0-21 16,13-12-20-16,-2 9-31 0,-1-1-6 0,4 1-29 15,-1 0-19-15,1-1-33 0,3 2-36 16,0-3-26-16,0 2-45 0,4 0-75 0,-4-1-77 16,4 2-360-16,-1 1-249 0,0-4 87 0,1 4 62 15,-3-3 56-15,1 1 56 0</inkml:trace>
  <inkml:trace contextRef="#ctx0" brushRef="#br0" timeOffset="214495.96">23398 17587 788 0,'0'0'294'0,"0"21"-38"15,0-12-10-15,3 3-26 0,-3 0-5 16,0 2-36-16,4 4-7 0,-1-2-16 0,0 3-18 15,0 0-12-15,1 3-14 0,0 0-4 0,3 0-1 16,-4-1-20-16,3 0 0 0,-2-2-13 16,-1-2-7-16,0 0-3 0,2 0 5 0,-2-2-13 15,0-4-2-15,-2 1 5 0,2-1-5 0,0-2-6 16,0-1-4-16,-2-2-8 0,-1-2 2 0,0-4 6 16,3 4 4-16,-3-4-12 0,0 0 3 0,0 0 12 15,3-19-13-15,-6 8-22 0,3-3 7 16,-3-4 0-16,3-6-5 0,-4-1-11 0,-2-6-14 15,-1-2-4-15,2-1 4 0,-1 0 4 16,-1 2 6-16,4 2-3 0,-3 5 10 0,2 0 5 16,-3 3 3-16,3 3 0 0,-2 3-3 0,2-1-15 15,1 4 23-15,0 1-5 0,3 1-5 0,-5 1 3 16,2 1-11-16,3 3 13 0,-3-1-18 16,0 2 0-16,3 5-3 0,-4-3-25 0,4 3-31 15,0 0-23-15,0 0-56 0,-10 8-98 0,7-1-240 16,0 3-335-16,3-2 97 0,0 2 66 0,-2-2 70 15,-1 2 68-15</inkml:trace>
  <inkml:trace contextRef="#ctx0" brushRef="#br0" timeOffset="-214637.7">23907 17816 1333 0,'0'0'381'0,"3"7"-30"0,-3-7-36 15,11 3-8-15,-4-2-51 0,3 2-20 0,4-2-21 16,-1 1-26-16,1 0-20 0,3-1-15 0,0-1-16 15,0-1-20-15,3 1 7 0,-3-2-7 16,4 0-16-16,0 0-12 0,-4-3-37 0,0 2 45 16,1-1-68-16,1 0-22 0,-1 1-13 0,-5-1-3 15,-3 0 26-15,4 1 3 0,-4 2-14 16,1-2 6-16,-4 1 3 0,1 0-42 0,-8 2 3 16,8-2-44-16,-8 2-27 0,0 0-73 0,4 4-163 15,-4-4-530-15,0 0 115 0,-10 11 49 16,3-9 61-16,0 2 72 0,-3-2 36 0</inkml:trace>
  <inkml:trace contextRef="#ctx0" brushRef="#br0" timeOffset="-212769.72">25818 17396 737 0,'-2'-5'309'15,"2"5"-47"-15,0 0-19 0,0 0-33 16,0 0-13-16,-18 14-10 0,10-4-19 0,1 2 65 0,-4 4-33 15,-2 3-18-15,-3 2-8 0,1 2-28 16,-1 2-18-16,-2-1 2 0,2 1-9 0,-1-1-4 16,0-2-12-16,-1 0-15 0,-2 1-3 0,3-3 23 15,0 1-33-15,3-3-3 0,-3-3-15 16,4 0 0-16,3-2-8 0,-1-3-2 0,-2 0-8 16,2-1 10-16,7-1 2 0,-6-2 4 15,4-1 9-15,-1-3-22 0,7-2 2 0,0 0-13 16,0 0-5-16,-17-11 8 0,16 3 5 0,-2-4-5 15,3 0-18-15,0-2 7 0,0-3-9 0,3 4-1 16,-2 0 6-16,2-4-3 0,0 6 0 16,1-1-1-16,3 2-1 0,-2-2-6 0,-3 3 3 15,4 0-5-15,1 3 4 0,4 0-9 0,-4 4-1 16,5 0 6-16,-1 2-8 0,0 2-5 16,5 0 20-16,2 4-7 0,-1-1-8 0,3 1-3 15,1 2-2-15,0 0 8 0,2 1 2 0,-2-1-2 16,0-1-1-16,-5 0 3 0,2-1 5 15,-2-1-4-15,2 2 6 0,-5-3-4 0,-2 2-3 16,2-3-2-16,-3 0 7 0,1-1-10 0,-1-2-5 16,-3 0 2-16,5 0 19 0,-12 0-32 0,15 0 11 15,-9-1-15-15,2 0-42 0,-8 1-22 16,10-3-65-16,-4 1-99 0,-6 2-182 0,7-1-425 16,-2 1 59-16,-5 0 92 0,10-6 82 15,-7 3 39-15,0-1 68 0</inkml:trace>
  <inkml:trace contextRef="#ctx0" brushRef="#br0" timeOffset="-210453.96">25739 17592 560 0,'4'-7'233'0,"-4"3"-3"15,0 4-17-15,0-7 63 0,0 7-35 0,3-7 2 16,-3 7-18-16,0-6-25 0,0 6-8 0,0-6-8 15,0 6-10-15,-3-6-20 0,3 6-8 16,-3-4-3-16,3 4-30 0,-7-3-1 0,7 3-17 16,-11-1 5-16,11 1-3 0,0 0-5 0,-17 4-5 15,7-1-10-15,3 3-13 0,-3-2-2 0,3 4-11 16,-4 0-5-16,1 3-8 0,1 0 6 16,-2-1-3-16,7 4-5 0,-2-1-8 0,2 2 0 15,-2-1-10-15,6 1 10 0,0-1 3 16,3 1 4-16,0 2-4 0,1-1-3 0,3 0-7 15,6 0-1-15,-2-1 3 0,2-2 11 0,4 0-9 16,0-2-2-16,1-3 0 0,-1-2-7 16,3-1 4-16,1-2-2 0,3-2-3 0,-4-4-2 15,4 1 0-15,0-3 7 0,-3-4-4 0,-1 0-3 16,1-3-6-16,-1-2-4 0,-6-2 12 0,3-2-10 16,-1-4-76-16,-6 0 12 0,-2 0 8 15,-1-3 5-15,-4 1-6 0,3 1 22 0,-6 1-1 16,0 1-5-16,-1 0-2 0,-4 3 27 0,2 0 9 15,-4-3-16-15,0 3 0 0,0 5 3 16,3-1 4-16,-5 1 6 0,-2 1-10 0,4 1 10 16,-6 3 7-16,2 0-2 0,-2 2-10 0,3 2-5 15,-4 2 15-15,0 0 5 0,-3 4 5 16,4 0-12-16,-5 2 4 0,2 2-7 0,-2 2 18 16,2-1-16-16,1 3-2 0,2 1 3 0,-1 0 7 15,1 1 2-15,2 0-4 0,4 1-3 0,-3 2 5 16,4-3-2-16,2 4-1 0,0-4-25 15,4 1-23-15,0-1-20 0,0-1-60 0,7 0-107 16,-3 0-148-16,3 1-441 0,4 0 95 0,-2-4 54 16,4 0 61-16,-2 1 64 0</inkml:trace>
  <inkml:trace contextRef="#ctx0" brushRef="#br0" timeOffset="-210254.31">26368 17646 1131 0,'0'0'317'16,"0"0"-74"-16,0 0-53 0,7-3-90 15,-7 3-77-15,0 0-261 0,9 2-366 0,-9-2 40 16,0 0 63-16</inkml:trace>
  <inkml:trace contextRef="#ctx0" brushRef="#br0" timeOffset="-209937.7">26553 17298 1159 0,'0'0'330'0,"0"0"-20"0,3-6-31 15,-3 6-18-15,0 0-15 0,0 0-31 16,8 14 0-16,-5-7-26 0,0 3-10 0,0 2-15 16,-2-1-8-16,2 3-33 0,0 0-2 15,0 2-14-15,-2 0-10 0,2 1-2 0,0 2-16 16,1 0-4-16,-3 0-1 0,2 0-8 0,-3 0 11 16,3 1-15-16,0 0-14 0,-1-1-14 15,-1 2 6-15,0-5-4 0,-1 1 3 0,3 1-9 16,0-1 4-16,-1-3-6 0,-1-2 8 15,0 1-21-15,2-2-10 0,1 0-2 0,-1-1-16 0,-2-2-31 16,2-2-17-16,0 1-31 0,0-1-23 0,-2 0-34 16,2-3-74-16,0 0-222 0,3 0-374 15,-6-3 79-15,0 0 54 0,0 0 80 0,15-6 53 16</inkml:trace>
  <inkml:trace contextRef="#ctx0" brushRef="#br0" timeOffset="-209670.45">26990 17512 1090 0,'16'-1'299'0,"-11"1"-17"0,-5 0-31 16,18 3-28-16,-5 3-8 0,-3-2-34 0,4 3-35 16,-1 0-33-16,4 3-44 0,-3-2-54 0,3 4-25 15,-4-1-51-15,-1-1-44 0,1 0-133 16,0-1-400-16,-2 0 26 0,-1-2 47 0,1-1 50 16</inkml:trace>
  <inkml:trace contextRef="#ctx0" brushRef="#br0" timeOffset="-209437.46">27284 17427 765 0,'-6'-3'281'0,"6"3"-14"0,0 0 55 0,-14 11-25 0,7-3-15 16,1 3-39-16,-1 2-8 0,-1 3-27 16,2 0-34-16,-1 5-13 0,2-2-7 0,-3 2-16 15,3 0 0-15,-1-3-2 0,3 0-31 0,3 0 0 16,0-4-18-16,0 0-3 0,0-1-5 15,3-2-2-15,3-2-15 0,2-3-1 0,2-2-25 16,3-2-54-16,2-4-18 0,4-2-66 16,2-5-47-16,0-1-214 0,-4-3-433 0,6-8 61 15,-5 1 59-15,-5-5 65 0,0-3 60 0</inkml:trace>
  <inkml:trace contextRef="#ctx0" brushRef="#br0" timeOffset="-208137.93">11901 15666 829 0,'7'-1'248'0,"-3"-3"-20"0,2-1-28 16,1 0-29-16,4 3-2 0,-1-1-31 15,3-2-10-15,5 5-18 0,-2-3-7 0,8 1-1 16,-3-1-23-16,7 1-2 0,-1 1-10 0,1 0-6 16,3-2-10-16,2 1-2 0,-2 1-11 15,0 1-4-15,0-2-6 0,0 2-18 0,2 0 8 16,-5-1 0-16,-5 1-3 0,1 0 1 0,-3 0 2 15,3 0-6-15,-4 0-1 0,-5 0-1 0,4-4 5 16,-1 4 11-16,-1 0-13 0,-3-3 20 16,3 1 8-16,-4-1-13 0,5 0-5 0,-1-3 13 15,3 2-18-15,-3-3 0 0,3 0 5 16,1-1 74-16,-1-2-10 0,4 2-23 0,0-2 5 16,-2 1-15-16,1-1 5 0,1 0-11 0,0 5 1 15,0-2-18-15,-1-1 7 0,1 3-10 16,-3 0-2-16,0 0-8 0,-1 0 10 0,1 2-18 0,-2 1 16 15,3 1-11-15,1-3 1 0,-1 4 1 16,5 0 1-16,-4 0 0 0,1 0-13 0,0 0 6 16,1 0-11-16,2 5 12 0,-4-3-6 0,4 1 1 15,-5 1 9-15,1-1-16 0,1 1 7 16,0 0-12-16,-3 0 15 0,3-1 8 0,-4 0-10 16,0 1-11-16,1-1 16 0,-1-3-3 0,4 0-2 15,-3 3 5-15,-4-3-11 0,7-3 4 16,0 3-4-16,-4-4 3 0,7-1 26 0,-2-3-11 15,2 0-9-15,7 1 19 0,-3-4-7 0,0 0-5 16,-1-2 0-16,-2 3 13 0,3-1 5 16,-1-1 2-16,-6 3 8 0,1 1-18 0,-2 0-7 15,-6 4 2-15,4-2-5 0,-4-1-18 0,-3 6 2 16,-1-1 4-16,0 1-27 0,-2 4-17 0,-4-2-34 16,-1 6-53-16,-5 0-88 0,2 3-432 0,-6 1-166 15,-1 3 102-15,-9 4 66 0,-1 0 65 16,-3 4 63-16</inkml:trace>
  <inkml:trace contextRef="#ctx0" brushRef="#br0" timeOffset="-207504.32">12951 16033 1123 0,'-4'-7'333'0,"4"7"-46"15,0-3-13-15,0 3-42 0,0 0-1 16,0 0-6-16,0 0-2 0,8 17-36 0,-5-9-8 16,3 5-33-16,1 0-11 0,0 4-19 0,0-2-17 15,0 5 4-15,-1 0-14 0,1 1-12 16,1 2 8-16,-2-1-11 0,1 1-8 0,-3-2-12 15,2 4 18-15,0-4-11 0,-1 1-12 0,-2-4-16 16,0 0-2-16,1-4 2 0,-4 0-2 0,3-1 5 16,0-3-13-16,-3-1 10 0,1-2-5 15,2-3-5-15,-3-4-15 0,0 0 7 0,0 0-12 16,0 0 7-16,0-16-5 0,0 5-2 0,0-1 12 16,0-1-7-16,0-1 2 0,3 1-5 15,1 1 23-15,0 1-20 0,2-3 10 0,-2 1-13 16,5 2 0-16,2-1 3 0,0 0-6 0,2 5 6 15,1-2 0-15,2 3-3 0,2 2 5 16,-2 1-7-16,-1 2 2 0,2 1 5 0,3 4-5 16,-3 0-5-16,0 3-2 0,1 1 14 0,1 3-4 15,-4-1 2-15,1 5 1 0,-5-1-1 0,2 2 5 16,-5-1 11-16,-4 0-31 0,-1 2 7 0,-3 0 8 16,-4-1 13-16,-3-1-20 0,0 2 28 15,-6 0-11-15,-4-5-4 0,3 2 25 0,-7-3-41 16,1 1 38-16,0-3-13 0,2-2 6 0,1-1 5 15,-3-2 46-15,2-1-56 0,2 0 2 16,1-1 20-16,2 0-4 0,3-1-6 0,-4 0-15 16,7-1-2-16,-3 3 15 0,10-3-6 0,-14 0-2 15,7 1 6-15,7-1-16 0,-9-1-21 16,9 1-5-16,-8-3-20 0,8 3-10 0,0 0-59 0,0 0-21 16,0 0-77-16,0 0-58 0,0 0-305 15,0 0-358-15,0 0 112 0,17 7 69 0,-17-7 72 16,7 3 74-16,-7-3 52 0</inkml:trace>
  <inkml:trace contextRef="#ctx0" brushRef="#br0" timeOffset="-205903.14">27562 17131 581 0,'0'0'258'16,"-4"18"-7"-16,4-7-33 0,4 2-19 0,-4 2-7 16,3 3-23-16,3 3-8 0,-2 1-17 15,3 2-9-15,-3-1-17 0,2 2 5 0,-2 0-33 16,2-1-1-16,-2-1-10 0,3 2 60 0,-2-1-22 15,-3 0-1-15,1-4 1 0,-3-1-12 16,5-1-15-16,-5-2-21 0,1 0 8 0,-1-4 0 16,1 1-16-16,-1-4-2 0,0 0 7 15,0-1-4-15,0-2-11 0,-2-2-5 0,2-4-2 16,0 0 4-16,0 0 1 0,0 0-6 0,-15-15 4 16,11 5-12-16,1 0 4 0,3-1 7 0,-1-1-13 15,1 2 0-15,0-1 3 0,0 1 8 0,1 0-14 16,-1 3-12-16,3-2 16 0,1 1-19 15,3 2 0-15,-1 0 11 0,1 2-3 0,0 1-10 16,4 2 0-16,1 1 5 0,0 1-6 0,1 4 1 16,6-1 2-16,-4 4-12 0,2 0 7 15,0 4-2-15,1 0-5 0,-5-2 4 0,1 3 3 16,-1-1-10-16,-3 1 3 0,-2 1-3 16,1-1-3-16,-5 0 9 0,1-1 4 0,-4-4 8 15,-2 4-5-15,-4-1-1 0,2-2-14 0,-4-1 27 16,1 0 1-16,-5-4 2 0,4 1-2 0,-6-2-14 15,-1 1 19-15,3-3-21 0,-6 1 26 0,4-2-13 16,-1 0 11-16,0-2-6 0,0 2 0 16,1-1-13-16,0-1 16 0,2 0-16 0,1 2-10 15,3-2 3-15,7 2-31 0,-17-2-69 0,10 1-41 16,7 1-49-16,-5-3-84 0,0 1-151 16,5 2-420-16,0 0 53 0,0 0 88 0,20-7 61 15,-9 3 65-15,2-2 78 0</inkml:trace>
  <inkml:trace contextRef="#ctx0" brushRef="#br0" timeOffset="-205588.28">28573 17471 926 0,'0'0'402'15,"0"0"-39"-15,4-6-45 0,4 2-14 0,-3-1-40 16,6 3-23-16,2-3-21 0,4 1-31 0,2-1 16 16,0 0-31-16,5-1-31 0,2 0-7 15,-4-1-13-15,2 2-10 0,0 0-6 0,-4 1-30 16,0 0-11-16,-2 1-48 0,-1-1-20 0,-3 1-85 15,-1 2-54-15,-6 0-23 0,-4 1-169 0,5 1-473 16,-5 2 77-16,-3-3 71 0,0 0 69 16,0 0 49-16</inkml:trace>
  <inkml:trace contextRef="#ctx0" brushRef="#br0" timeOffset="-205338.38">28586 17662 1023 0,'0'0'343'0,"0"0"-2"0,0 0-34 0,0 0-33 16,0 0-21-16,0 0-20 0,20-7-18 15,-8 4-33-15,5-1 2 0,0 1-28 0,5-3-20 16,0 3-13-16,1-2-10 0,-3 1-11 0,-1 0-12 16,1 1-9-16,1 0-11 0,-7 0-4 0,2 1 6 15,-5 0-16-15,3 0-25 0,-4 0-24 16,0 1-4-16,-3 0-13 0,0-1 5 15,-7 2-67-15,10-3-33 0,-10 3-51 0,0 0-95 0,7 2-210 16,-7-2-312-16,0 0 54 0,0 0 61 0,0 0 92 16,0 0 44-16</inkml:trace>
  <inkml:trace contextRef="#ctx0" brushRef="#br0" timeOffset="-203904.35">29715 16980 959 0,'0'0'277'0,"0"-7"-26"15,0 7-18-15,0 0-29 0,0 0 4 0,0 0-29 16,7 22-15-16,-4-11-18 0,-3 6 5 15,6 2-18-15,-1 5-18 0,0 0-8 0,-3 1-9 16,1 0 7-16,3 1-23 0,-5-1-1 0,2 1-11 16,0 0-1-16,0-1-13 0,-2 0-5 0,3 0-10 15,-1-1 5-15,-3-3-23 0,0-1-12 16,0 1-19-16,3-2-56 0,-1-1-69 0,-1-3-108 16,-1 0-532-16,1-1 67 0,2-4 53 0,0-3 74 15,-1-3 55-15</inkml:trace>
  <inkml:trace contextRef="#ctx0" brushRef="#br0" timeOffset="-203605.23">30162 17331 798 0,'0'0'338'0,"13"-2"-36"0,-8 0-15 16,2 1-44-16,4-2-33 0,2 1-8 15,4-1-23-15,0 0 67 0,4 0-34 0,-2-1-17 16,4 1-11-16,-2-1-15 0,-3 1-10 16,0-2-26-16,3 2-15 0,-5 0-8 0,0 1-26 15,-4-2-38-15,2 2-23 0,-4-1-51 0,-2 1-46 16,-3 1-85-16,1-2-493 0,-6 3-134 0,8-2 87 15,-8 2 62-15,3-5 68 0,-3 5 60 16</inkml:trace>
  <inkml:trace contextRef="#ctx0" brushRef="#br0" timeOffset="-202886.09">30864 17060 834 0,'0'0'241'0,"0"0"-21"0,3-5-8 16,-3 5-5-16,3-6-81 0,-3 6 2 0,0-4-8 15,0 4-17-15,6-5-4 0,-6 5 83 16,-3-7 0-16,3 7-5 0,3-7 25 0,-3 7-64 16,0-6 0-16,0 6-10 0,1-5-5 15,-1 5-15-15,0-5 4 0,0 5-7 0,0 0-10 16,0 0 0-16,0-8-21 0,0 8-18 0,0 0-10 15,0 0 5-15,0 0 1 0,0 0-17 0,0 0 19 16,0 0-15-16,0 0-14 0,-13 19 3 0,11-11-5 16,-3 0 11-16,2 1-6 0,3 1 0 15,-2 1-3-15,-3 2 6 0,5-1-3 0,-3 2-17 16,1 0 4-16,2 1-2 0,0-1 7 16,2 3-4-16,1-2-6 0,0 0 0 0,0 0-5 15,1 0 16-15,3-1-19 0,-1 0 3 0,5-1-7 16,-1 0 7-16,0-3-13 0,4-1-17 15,-1 0 9-15,1 0 1 0,0-3 0 0,0 0 15 16,1-4-8-16,-4 3 8 0,3-4 2 0,-3-1-7 16,3-1-2-16,-1-2-4 0,-3 1 6 0,1-5 10 15,-1-1-5-15,0-2-7 0,0-3-9 16,-6-1 24-16,3-4-13 0,-1 0-3 0,-2-4 6 16,0-1 12-16,-1 2-5 0,-3 0 0 0,0 1 11 15,0-1 12-15,-3 2-10 0,3-1-3 16,-4 2-7-16,3 2-3 0,-5 1 13 0,2 0-6 15,-2 1-1-15,2 3 2 0,-6 1-1 0,3 3-1 16,0-1-4-16,-2 2 9 0,-2 4-16 16,-2-1 0-16,3 3 7 0,-1 3-4 0,0-1-1 15,-1 3 1-15,-1 1 15 0,-2 1-21 0,1 4 19 16,4-1-16-16,-4 1-3 0,4 0-5 0,0 3-25 16,-1 1-5-16,4-1-67 0,0 0-54 0,-2 2-110 15,4 0-552-15,-1-1 27 0,6-3 72 16,-3-3 80-16,3 1 56 0,0-2 71 15</inkml:trace>
  <inkml:trace contextRef="#ctx0" brushRef="#br0" timeOffset="-202718.85">31380 17148 959 0,'0'0'233'0,"6"-6"-74"0,-6 6-105 0,1 0-569 16,-1 0-15-16</inkml:trace>
  <inkml:trace contextRef="#ctx0" brushRef="#br0" timeOffset="-202388.47">31587 16873 1151 0,'2'-7'369'0,"-2"7"-44"0,0 0-23 16,0 0-33-16,0 0-11 0,0 0-35 0,10 11-21 15,-7-2 6-15,2 3-24 0,-3 2-33 0,5 1 10 16,-2 3-33-16,-3 0-15 0,4 0-11 15,-2 7-12-15,-1-2 4 0,2 0-9 0,-3 1 2 16,2-1-10-16,2 1-6 0,-2-2-7 0,-1-4-23 16,0 0 13-16,0-1-15 0,-2 1 2 15,2-3 12-15,3 0-7 0,-5-3-20 0,0-2 2 16,-1 3-25-16,3-4-6 0,0-1-56 0,-1 0-59 16,-2-1-43-16,0-2-90 0,1 0-621 0,0-1 65 15,-1-4 78-15,0 0 86 0,0 0 49 16,0 0 70-16</inkml:trace>
  <inkml:trace contextRef="#ctx0" brushRef="#br0" timeOffset="-201838.49">32066 16691 1108 0,'0'25'345'0,"1"0"-48"16,-1-1 0-16,0-1-23 0,3 4-13 15,0 0-30-15,1 8-32 0,-3 0-17 0,5 1-8 16,-3 2-13-16,-2-3-15 0,5 0-20 0,-4-5-9 16,-1-1-17-16,-1-2-5 0,1-2 2 15,-1-4-15-15,0-3-8 0,3 2-10 0,-3-5 5 16,0-1-10-16,0-2-13 0,0-3 3 0,0-4 2 15,0 2 0-15,3-4-2 0,-3-3-13 16,0 0 0-16,0 0 2 0,11-18-12 0,-5 8 2 16,-2-4-15-16,3 2-1 0,2-1 1 0,-4 1-10 15,5-1 12-15,0 4 11 0,0-1-11 0,0 1-2 16,2 3-3-16,-1 1 0 0,0 0-7 0,1 2 2 16,1 2-2-16,0 2 7 0,3 2-2 15,-1 3-3-15,4 0 5 0,-7 3-5 16,5 2 0-16,1 1 3 0,-8 1-3 0,3-1 8 0,-3 4-3 15,-3-2-7-15,-3 0 2 0,-1 1 10 16,0 0 0-16,-6 0-2 0,-1 2-5 0,-5-4 12 16,-2 5-20-16,1-6 26 0,-4 2-21 0,-6 0 13 15,-4 1-26-15,2-4 29 0,-1-1-14 16,1 1 14-16,-7-3-11 0,5-1 26 0,0 1-16 16,4-3 21-16,2-1-7 0,1-3 17 0,3 4-18 15,1-3-10-15,2 1 3 0,1-2-16 0,1 0 13 16,2 1-31-16,-1-1 8 0,8-1-38 0,-13 2-18 15,9-2-75-15,-6 1-84 0,6 1-77 16,-2-1-181-16,2 1-418 0,-2 0 105 0,6-2 69 16,-11 4 70-16,4-4 58 0,-2 1 64 0</inkml:trace>
  <inkml:trace contextRef="#ctx0" brushRef="#br0" timeOffset="-143578.28">9894 14378 63 0,'-9'13'52'0,"2"-3"-22"0,3 1-9 15,-3-1-3-15,1-1 7 0,2 0-17 0,-2-1 23 16,2 2 2-16,1-2-28 0,-2 2 18 16,-1-3-28-16,2 5 26 0,1-4-39 0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6:51:36.4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1841 1435 1028 0,'3'-5'349'0,"-3"5"-45"0,0 0-20 0,0 0-46 16,-6-7-12-16,6 7-9 0,0 0-38 0,-18 9 3 15,11-3-26-15,-7 2-7 0,1 3-19 16,-4 2-12-16,0-1-16 0,0 2-12 0,3 0-11 16,-3 1-15-16,3-2 3 0,0 2-18 0,1 1-6 15,6-4 1-15,-4 1 2 0,2-1-3 16,5 1-10-16,-2-1-4 0,3-1-12 0,3 0-1 15,2 2-3-15,2-2 5 0,2 0-6 0,4 2 6 16,1-1-13-16,3 1 8 0,3-1 5 0,3 1-3 16,1-1-12-16,6 2 7 0,-2 0 1 15,2 0-14-15,0 0 11 0,-7-2-8 0,1 1 2 16,-4-1 6-16,3-1-3 0,-9-1 0 0,3 1 8 16,-4-1-5-16,0 2-6 0,-6-2 1 15,-1 0 2-15,-3 1-3 0,0 0 11 0,-7 1 10 16,-3 1-13-16,-1-2-2 0,-3 4 2 0,-2-2 3 15,-1-1-3-15,3-1-2 0,-3 0 5 16,4-3-8-16,2 0-8 0,-3-1 9 0,4 0-19 16,-1-4 26-16,2 2-26 0,5-5-49 15,4 0-66-15,-14 0-38 0,14 0-57 0,-4-10-66 16,5 2-67-16,6-2-348 0,-1-4 26 0,4-5 23 16,2 0 63-16,4-6 52 0</inkml:trace>
  <inkml:trace contextRef="#ctx0" brushRef="#br0" timeOffset="183.95">2094 1507 918 0,'0'0'282'16,"6"-1"-39"-16,-6 1-18 0,0 0-7 15,11 15-18-15,-4-3-19 0,-4 1-12 0,4 7-20 16,-1 2-6-16,2 1-15 0,-1 2-13 0,0 5 0 16,2 0-4-16,-2 2-12 0,0 3-19 15,-4-2-6-15,1 3-23 0,2 1-38 0,-2-3-49 16,0 1-102-16,3 0-510 0,-1-2-74 15,-3-6 67-15,1-2 79 0,-1-6 52 0</inkml:trace>
  <inkml:trace contextRef="#ctx0" brushRef="#br0" timeOffset="582.61">2084 1973 916 0,'0'0'376'0,"0"0"-33"0,6-6-31 16,-6 6-38-16,10-3-15 0,-3 2-31 0,4-2-18 16,2-1-26-16,4 0-8 0,0-2-9 15,7 1-19-15,0-1-20 0,0-1-20 0,-3 0-6 16,3-1-10-16,0 1-12 0,0-1-4 0,-5-1-14 16,0 1-3-16,-3-2-3 0,1 2-2 0,-6 0 2 15,2-2-10-15,-3 0-12 0,-3-2-1 16,0 3 10-16,0 1 1 0,-6-2-8 0,5 3-18 15,-3 1 7-15,0 0-2 0,-3 2-7 16,0 4 1-16,0 0-11 0,0 0 4 0,0 0 0 16,-16 10 0-16,9-1-5 0,0 1-2 0,3 1 15 15,-2-1-16-15,2 3-2 0,1 2 8 0,0 0-3 16,-2 0-2-16,3-1 2 0,2 1 3 16,2-2 10-16,3 2-13 0,-2 0-8 0,4-1 1 15,0 0 9-15,2-1-12 0,3-1 8 0,1-1-14 16,4-1-40-16,0-1-31 0,6-3-35 15,-2-2-24-15,0 0-33 0,2-4-80 0,-1-2-168 16,8 0-387-16,-5-5 90 0,-2 1 41 0,1-6 63 16,-3 2 62-16</inkml:trace>
  <inkml:trace contextRef="#ctx0" brushRef="#br0" timeOffset="765.94">2873 1807 693 0,'0'-6'218'0,"3"1"-19"0,-3 5-19 0,0 0-6 15,0 0-11-15,7 18-1 0,-6-5-9 16,2 5-12-16,0 6 2 0,1 3-27 0,-1 8 70 15,0 1-11-15,4 16-14 0,0 2-20 16,0 0-3-16,0 2-26 0,2-1 9 0,-1-2-32 16,-1 0-7-16,3-2 5 0,-4-10-10 15,2-6-10-15,-4-3-32 0,2 1-24 0,-2-8-24 0,2-1-49 16,-3-1-76-16,2-8-33 0,-3-3-126 16,2-3-440-16,-4-5 43 0,0-2 77 0,0-2 31 15,0 0 79-15</inkml:trace>
  <inkml:trace contextRef="#ctx0" brushRef="#br0" timeOffset="999.25">2876 2225 755 0,'-10'-45'243'0,"0"6"3"16,4 4-1-16,2-1-9 0,3-1-8 0,-2 7-13 16,3 0 5-16,3 2-44 0,0 0-7 15,5 2-18-15,-1 4-18 0,-1-1-23 0,4 4 1 16,2 2-22-16,4 3 1 0,-2 4-19 0,0 2-9 16,6 5-3-16,-6 1-11 0,3 4 6 15,1 1-5-15,1 4-21 0,2 3-5 0,-5 2 18 16,2 1-21-16,-5 3 3 0,1 0 13 0,-6 2-18 15,1-3 20-15,-6 2 62 0,-1 2-15 16,-4 1-14-16,-1-1 11 0,-6 2-13 0,-1 0-17 16,-5 3 7-16,-5-4-1 0,-4 0-14 0,-3-1-16 15,-14 1-33-15,-1 0-95 0,5-7-379 0,3-6-365 16,3-4 55-16,-3-5 73 0,0-6 86 16,-17-10 62-16</inkml:trace>
  <inkml:trace contextRef="#ctx0" brushRef="#br0" timeOffset="4332.42">3506 1410 790 0,'0'0'305'0,"-7"-5"-26"15,0 1-5-15,3-1-39 0,1 1 1 0,0 0-24 16,2-2-17-16,1 0-29 0,0 6-10 0,0-9-12 16,1 3-16-16,2 1 0 0,0 0-8 0,0 0-38 15,2 1 2-15,2 0-22 0,-1 2-1 16,4-1-2-16,-10 3-18 0,17 3 13 0,-7-1-34 16,0 4 3-16,-2 0 16 0,2 1-16 0,-4 2 0 15,1 1 2-15,-2 2-22 0,-2 1 12 16,0-1 1-16,0 2-3 0,-3 0 7 0,-3 0-15 15,3 0 10-15,-4-1 1 0,2 0-1 0,1-2-5 16,-3-1-4-16,1 0 9 0,3 0-7 0,-1-4 12 16,-1 2-10-16,1-2 3 0,1-1-5 15,0 0 2-15,1-1 8 0,1-3-10 0,2 3 12 16,-4-4-7-16,8 2-5 0,-2-1-1 0,4-1-4 16,-3 3-13-16,4-2 15 0,2 2-13 0,1 0 11 15,-1 0-9-15,5 2-1 0,-5 4 7 16,5-1-16-16,-1 2 11 0,3 2-7 0,-4 1 9 15,2 0-2-15,-5 2-5 0,1-2 2 16,0 3-2-16,-6-2-1 0,-2-1-1 0,0 1 12 16,-2 1 12-16,-4-3-6 0,-4 3 24 0,-2-1-14 15,-1 1 12-15,-4-1 2 0,-2 1-9 0,-4-1-11 16,1-1 31-16,-2-1-15 0,4-2 22 16,0-3-7-16,1 2 3 0,-4-3 2 0,4 0-15 15,1 1 17-15,-1-2-9 0,3-2-3 0,-1 1-6 16,2-1-7-16,1 0-2 0,2 0-11 0,-2-2-41 15,-1 2-63-15,5 0-119 0,-6-1-117 16,-1 1-418-16,1 1-32 0,-2 2 50 0,1-2 98 16,0 2 59-16,-3-3 35 0</inkml:trace>
  <inkml:trace contextRef="#ctx0" brushRef="#br0" timeOffset="4715.82">1558 2938 775 0,'0'0'261'15,"0"0"-7"-15,0 0-1 0,0 0-35 0,0 0 12 16,23 0-38-16,-3-5-8 0,8 1-15 0,9 0-26 15,22-4 6-15,8-1-29 0,2 1 6 16,16-6-14-16,1-1-2 0,6 2-23 0,-3-3-12 16,10 2 14-16,8 0-17 0,1-2-6 15,0 1-2-15,3 2 3 0,2-3-3 0,-4 4-10 16,1-2-3-16,3 2 3 0,-4 2-18 0,-5-1 2 16,1 1 3-16,-12 1-3 0,-16 3-4 0,-1 0-9 15,-11 2-7-15,-3 0 0 0,-11-1 5 16,-14 2-3-16,-6 1-9 0,-3 0-6 0,-4 2-15 15,-7-2-42-15,0 1-1 0,-1 1-9 0,-5 1-53 16,-4 2-103-16,-7-2-286 0,0 4-253 0,0-5 22 16,-7 9 80-16,-3-6 71 0,3 3 62 15</inkml:trace>
  <inkml:trace contextRef="#ctx0" brushRef="#br0" timeOffset="11634.15">7211 1453 773 0,'0'-7'335'0,"-4"2"-18"15,1 0-79-15,0 0-23 0,0 0 8 0,3 0-41 16,0 5-18-16,-4-8-3 0,4 8-15 0,-7-5-23 15,4 2-11-15,3 3-22 0,0 0-1 16,-4-5-27-16,4 5 4 0,0 0-12 0,0 0-3 16,-13 14-2-16,7-1-3 0,1 2-8 15,-2 1-4-15,1 6-11 0,-1-2 15 0,-1 1-10 0,5 4 0 16,-3-1-12-16,3-2 9 0,2-1-4 0,1-1-1 16,1 2 1-16,1-2-13 0,-1 0 15 15,5 2-6-15,-2-3 1 0,6 0-10 0,0-1 13 16,0 0-9-16,2-3 4 0,1 0-9 15,4-1 11-15,-4-3-5 0,2-2-13 0,1-1 31 16,-1-2-34-16,1 0 11 0,1-4-3 0,-4 1 10 16,5-5-12-16,-5 1-3 0,1-3 10 15,0-2 0-15,3 0 1 0,-4-3-4 0,2-1 6 16,-5-1-10-16,3-6-3 0,-2 4 20 0,-4-6-17 16,2 0 2-16,-2 0-5 0,-2-4 18 0,-2 0-16 15,0 2-7-15,-3 0 8 0,0-5-1 16,-6 1 1-16,5-2-3 0,-6 2 2 0,0 2-7 15,0 0 5-15,-3 1 5 0,0 1-2 0,3 3 5 16,-3 0 2-16,2 4-2 0,-4 2-6 16,4-1-2-16,-2 4 3 0,0 2-11 0,0 3 21 15,-5 1-3-15,2 1 0 0,-1 5-12 0,-5 1-6 16,1 5 8-16,1 0-2 0,0 3 2 16,0 0-6-16,0 2-1 0,3 1 12 0,0 1 3 15,4 1-6-15,-1-3-2 0,2 0-2 0,5 2 2 16,1-2 0-16,-1-1-3 0,4 1-2 0,0-1 10 15,1 0-10-15,5-1 5 0,-2 1-3 0,5-3 16 16,2 2 2-16,2-4-9 0,2-1-4 16,1-2-15-16,2-1-20 0,1-1 7 0,2-3 6 15,0 0-24-15,-1-2-22 0,1 2-3 0,0-2-44 16,-1-1-35-16,-2 2-6 0,-1-1-51 16,-1-2-28-16,-2 4-97 0,-3-2-312 0,2-1-1 15,-3 3 44-15,-2-2 82 0</inkml:trace>
  <inkml:trace contextRef="#ctx0" brushRef="#br0" timeOffset="12648.54">7806 1798 793 0,'0'0'223'0,"0"0"-26"0,0 0-15 15,0 0-19-15,0 0-19 0,0 0-6 0,-14 15-23 16,11-9-5-16,0 2-15 0,-1 1-18 16,1 1 7-16,-1 2-22 0,1 1 78 0,-1-1-19 15,4 1-14-15,-3 1-4 0,3 1-27 16,-3-2-4-16,3 2 0 0,0 2-1 0,3-1-2 16,0 0-12-16,0-1-3 0,5-1-16 0,-4 0 11 15,5-1-3-15,-2-1-3 0,4-1-12 0,-1-1 5 16,-3-5 0-16,3 4-1 0,3-4 1 15,-3-2-13-15,2 0 11 0,0-2-9 0,-2-1-20 16,2-3 5-16,0 0 8 0,-2-2 13 0,2-1-10 16,-2-2-16-16,0-1 15 0,0-3-12 0,-3 2 2 15,-1-3 5-15,-2 0-4 0,3-2 2 16,-6 1-8-16,2 0 10 0,-3-1-15 0,0 1 5 16,-4 2 5-16,0-1-17 0,1 1 12 0,-1 0 5 15,1 1 3-15,-3 0 0 0,2 1 2 16,-2 3-12-16,1-1 7 0,-1 2 0 0,-1 0 3 15,0 2-6-15,-3-1 11 0,3 5-5 0,0-2-10 16,-3 2 2-16,10 0-10 0,-17 0 10 16,7 2-5-16,3 0 13 0,-4 2-18 0,2 0-3 15,2 1 16-15,-1 0-11 0,2 0-7 0,-1 2-26 16,1 0-15-16,2-1-31 0,1-1-41 0,3 4-54 16,-4-3-50-16,4 0-68 0,4 2-383 0,-1-3-24 15,0 1 98-15,1-1 54 0,2-1 51 16</inkml:trace>
  <inkml:trace contextRef="#ctx0" brushRef="#br0" timeOffset="25830.15">8657 1481 934 0,'0'0'284'0,"0"0"-31"0,0 0-15 16,0 0-25-16,0 0-24 0,0 0-25 15,0 0-18-15,27-4-8 0,-17 2-12 0,2-2-14 16,1 2 1-16,4-1-21 0,0 0-18 0,0-2-28 15,0 3-35-15,1-2-34 0,2 2-57 0,0 0-61 16,-3 0-51-16,-3 2-133 0,3 2-333 16,-4 1 16-16,2-1 84 0,-5 1 67 0</inkml:trace>
  <inkml:trace contextRef="#ctx0" brushRef="#br0" timeOffset="26013.47">8849 1714 854 0,'0'0'279'0,"0"0"80"0,-1 6-44 16,1-6-13-16,0 0-44 0,0 0-25 15,0 0-26-15,28-7-20 0,-17 1-13 0,2 2-38 16,5 1-18-16,1-3-47 0,5 0-30 0,-2 0-79 16,5 1-100-16,-1-1-149 0,1 1-453 15,8-1 52-15,-4-3 48 0,-1 3 74 0</inkml:trace>
  <inkml:trace contextRef="#ctx0" brushRef="#br0" timeOffset="26247.17">9765 1563 1049 0,'0'0'361'15,"0"0"-39"-15,0 0-37 0,0 0-27 0,14-2-17 16,-14 2-29-16,16-3-15 0,-5 1-7 0,6-1-14 16,1 0-27-16,1-1-26 0,5 2-70 0,-2-1-83 15,5 0-86-15,-4 3-214 0,1-2-422 16,3-1 50-16,-5 2 73 0,0-1 63 0</inkml:trace>
  <inkml:trace contextRef="#ctx0" brushRef="#br0" timeOffset="26680.3">10551 1388 1082 0,'0'0'289'15,"0"0"-30"-15,-11 10-11 0,8-2-35 0,0 0-24 16,-1 4-15-16,1 0-18 0,3 1 1 0,-3 2-29 15,3 0-8-15,0 2-13 0,3 1-9 0,0-1-17 16,1 1-9-16,2 0-3 0,1 1-2 16,4 0-6-16,-1 0 6 0,7-1-31 0,-6-1 7 15,9-2 1-15,-3-3-8 0,1-2-11 0,1-2 11 16,-1-3-8-16,2 0-13 0,-3-2 16 16,-3-3-15-16,3 0-9 0,0-6 11 0,-3 1 0 15,0-2 15-15,-4-3-12 0,3-1-6 0,-5-3-2 16,1-1-13-16,-5-3 15 0,2-1-2 0,-6 1 0 15,0-1-5-15,0-1-3 0,-6-2 2 16,2 4 6-16,-5-1 3 0,-2 2-6 0,1 0-5 16,0 1-5-16,-4 4 15 0,0 1-4 0,0 2-6 15,-2 1 13-15,-2 2-6 0,1 0 1 16,3 6-3-16,-5-1-5 0,4 2 8 0,-6 1-15 16,5 3 4-16,-2 2 1 0,2 2-8 0,-2 0-8 15,2 4-25-15,1 2-49 0,5 0-8 0,1 0-105 16,1 1-273-16,8-2-300 0,3 2 38 15,2-2 113-15,1-3 59 0,4-1 53 0</inkml:trace>
  <inkml:trace contextRef="#ctx0" brushRef="#br0" timeOffset="26846.79">11128 1546 998 0,'0'0'338'0,"0"0"-75"16,0-1-86-16,0 1-118 0,0 0-144 0,0 0-409 15,0 0-102-15,11 1 81 0</inkml:trace>
  <inkml:trace contextRef="#ctx0" brushRef="#br0" timeOffset="27096.45">11290 1239 993 0,'0'0'348'0,"0"0"-54"16,0 0-17-16,0 24-24 0,0-14-20 0,3 5-36 15,0 2-20-15,1 1-16 0,-1 5-10 16,4 1-15-16,-1 0-14 0,2 1-27 0,-2 0 10 15,1 2-20-15,0-2-4 0,1 5-4 0,-2-4-31 16,1-1-10-16,2 4-69 0,-1-5-62 0,-4-1-38 16,5-1-105-16,-5-2-148 0,6-1-349 0,1-2 51 15,-1-3 73-15,0-4 73 0</inkml:trace>
  <inkml:trace contextRef="#ctx0" brushRef="#br0" timeOffset="27630.52">12100 1296 1057 0,'-3'-7'384'0,"2"3"-34"16,-2-1-17-16,3 0-57 0,0 5-43 15,-7-6 0-15,3 3-36 0,4 3-22 0,0 0-14 16,-16 1-5-16,5 3-26 0,4 2-9 0,-6 2-14 15,2 2 8-15,-2 1-38 0,3 2-5 16,-4 1 0-16,1 1-19 0,6 0 16 0,-4 3-17 16,4-3-9-16,0 0 3 0,1 0-7 0,-1-2-4 15,6 0-6-15,-2-1-4 0,3 0-2 16,3-2-13-16,-2 0 6 0,6-1-11 0,0-3 0 16,2-1-7-16,-2 0 19 0,4-5 1 0,-1 2-20 15,0-2-3-15,1-2 5 0,-1-2 0 0,0 0 12 16,4-6-9-16,-4-1-6 0,0-1-4 15,-2-2 7-15,4 0 5 0,-5 1-3 0,1 1 9 16,-2 2-9-16,-2 1 9 0,2 1 6 0,-2 0-22 16,-1 4 5-16,4-2 11 0,-6 4-9 0,-1 2-4 15,0 0-1-15,0 0 0 0,13 8 3 16,-10-2 0-16,1 0 16 0,2 1-16 0,-2 2 2 16,3 0-2-16,-1 1 16 0,1-1-16 15,0-1 18-15,1 1-6 0,1-1-4 0,4-1-3 16,-1-1 13-16,4 0-15 0,1-3 2 0,0 1-5 15,1-4 13-15,2-1-3 0,0-1 3 16,1-1-3-16,-3-1 0 0,1-1-18 0,-1 0 21 16,-1 1 0-16,-3-1-13 0,-1 0-5 0,-2 0 7 15,-1 1-7-15,-3-2-13 0,2 5-94 0,-4 0-67 16,-2-4-118-16,-3 5-586 0,0-3 87 0,0 3 69 16,0 0 56-16,-14-8 69 0,10 3 55 15</inkml:trace>
  <inkml:trace contextRef="#ctx0" brushRef="#br0" timeOffset="28446.81">15187 976 1046 0,'-11'0'336'16,"11"0"-24"-16,-20 7-41 0,10 2-27 0,-1 1-12 16,1 4-27-16,-3 2-23 0,2 2-21 15,1 2-5-15,3-1-15 0,0 3-15 0,0-1-24 0,4-1 8 16,3-1-15-16,3 2-24 0,0 3 9 15,2-2-16-15,4-3 5 0,1 0-13 0,1-3 11 16,2-1-31-16,-2-2-6 0,3-5 11 16,2 2 8-16,-1-3-21 0,4-4 3 0,-5-1-65 15,0-4-7-15,3 0 13 0,-3-2-5 0,0-3 23 16,-1-3-11-16,1-2-2 0,-4-1 16 16,0-5-1-16,-6-1 0 0,3-5 11 0,-4-1-3 15,-3-1-3-15,0-5-2 0,-6 0 10 0,1 0-15 16,-1 5 15-16,-1 2 5 0,0 0 1 0,-3 5 4 15,0 0 13-15,3 6 0 0,-3 0-10 0,-4 2 10 16,4 4-7-16,-4 3 2 0,1 2-8 16,2 4 1-16,-3 1-4 0,1 5 6 15,-1 2-2-15,1 1-9 0,2 2 11 0,1 3 3 0,0 1-3 16,7-2 2-16,-1 2-17 0,0 1 17 16,8-3-22-16,-1 3 7 0,1-1 15 0,2-3-20 15,5 4 10-15,3-2 1 0,2 0-6 0,2-1 8 16,2-1-11-16,0-1-9 0,4-2-57 15,-2-2-36-15,5 0-46 0,-7 0-85 0,7-3-158 16,-3-2-420-16,1 0 83 0,-2-4 42 16,1 0 67-16,-6-2 69 0</inkml:trace>
  <inkml:trace contextRef="#ctx0" brushRef="#br0" timeOffset="28630.52">15654 1263 844 0,'0'10'266'0,"0"2"-17"0,0 1-11 16,0 2-8-16,0-1-23 0,0 5-17 0,1 1-11 16,2 2-23-16,1 3-28 0,0 0 0 0,2 0-23 15,-3 1-8-15,4 6-7 0,0-1-31 16,-3-3-51-16,2-3-85 0,1 1-164 0,3 1-458 16,1 1 44-16,-1-7 30 0,0-2 88 0</inkml:trace>
  <inkml:trace contextRef="#ctx0" brushRef="#br0" timeOffset="28863.78">16380 1282 1067 0,'9'-4'343'0,"-9"4"-33"0,10-5-42 16,-5 3-22-16,2 2-3 0,6-1-41 16,-2-2-25-16,5 2-18 0,-1-1-67 0,4 1-31 15,-1 1-35-15,3-2-72 0,2 1-110 0,-3-1-136 16,-2 2-399-16,-1 0 18 0,0-1 89 0,-4 1 41 16</inkml:trace>
  <inkml:trace contextRef="#ctx0" brushRef="#br0" timeOffset="29096.8">16522 1533 801 0,'-6'5'335'0,"6"-5"-33"0,0 0-13 0,-3 3-25 16,3-3-6-16,0 0-17 0,0 0-44 15,0 0-15-15,30-6-5 0,-12 1-26 0,-2 1-13 16,2-1-3-16,-1 3-14 0,3-3-29 15,-2 2-8-15,-2-1 3 0,-1 2-20 0,-2-1-3 0,1 1-23 16,-1-2-31-16,-3 3-41 0,-2 1-22 16,-1-1-57-16,3-1-80 0,-4 2-117 0,-6 0-466 15,8 4 59-15,-8-2 53 0,0-2 75 16,0 0 77-16</inkml:trace>
  <inkml:trace contextRef="#ctx0" brushRef="#br0" timeOffset="32129.89">17774 1103 1141 0,'0'0'335'0,"-6"-2"-30"16,6 2-21-16,0 0-20 0,-7 16-29 0,4-6-22 15,3 2-14-15,-1 4-27 0,1 0-6 16,0 7-33-16,0-4-58 0,1 7-24 0,2-1-5 16,0 2 0-16,0 2 3 0,1-3-21 0,-1 6-5 15,1 0-36-15,2-1-20 0,2-1-70 16,1 0-50-16,-5-5-208 0,6 4-379 0,1-7 49 16,-4-3 74-16,2-2 67 0</inkml:trace>
  <inkml:trace contextRef="#ctx0" brushRef="#br0" timeOffset="32347.16">18181 1511 880 0,'0'0'343'0,"7"-4"-26"15,-7 4-38-15,10-4-30 0,-3 1-14 0,3-1-27 16,4 2-27-16,3-3-12 0,3 2-38 16,4-1-52-16,4 0-94 0,0 1-57 0,2-1-148 15,1 3-435-15,3-2-47 0,-6-1 126 16,5-2 18-16</inkml:trace>
  <inkml:trace contextRef="#ctx0" brushRef="#br0" timeOffset="32779.28">19091 1220 883 0,'0'7'335'16,"0"2"-54"-16,-4 1-14 0,4 2-29 0,-3 3-13 15,0 1-20-15,3 0-29 0,0 0-7 0,3 4-28 16,-3 0-3-16,3-1-10 0,1 1-23 15,2 0-13-15,1-1 1 0,1 0-14 0,4 0 10 16,-2-2-19-16,1-1-9 0,0-5-2 0,2 1-8 16,4-3 8-16,-4-1-10 0,2-3-1 15,-2-3-12-15,1-1 8 0,2-3-14 0,-4-2 4 16,1-3-16-16,1-2 20 0,-4-4-18 0,0-3 19 16,1-3-19-16,-5-2 11 0,-3 0-16 0,-2-2-2 15,-1 2 5-15,-4-4 8 0,1 1-1 0,-5 2-12 16,2-1 33-16,-1 3-25 0,-3-1 7 15,-1 4-10-15,-2 0 2 0,-1 3 8 0,4 1-12 16,-3 3 17-16,-1 2-20 0,0 1-6 0,-3 2 14 16,4 2-3-16,-2 1-8 0,-1 2-2 15,2 4 7-15,-3-1-5 0,3 2-7 0,0 1-1 16,0 1-9-16,4 4-39 0,0-1-31 0,0 1-66 16,3 0-26-16,4 1-103 0,-4 1-237 15,10-1-326-15,1 0 116 0,-1-2 69 0,8-1 56 16,-1-2 82-16</inkml:trace>
  <inkml:trace contextRef="#ctx0" brushRef="#br0" timeOffset="32929.28">19641 1414 1167 0,'-3'-11'325'0,"3"11"-33"16,0 0-29-16,0 0-53 0,0 0-61 0,0 0-83 15,0 0-120-15,0 0-150 0,0 0-462 16,6-1 70-16,-6 1 33 0</inkml:trace>
  <inkml:trace contextRef="#ctx0" brushRef="#br0" timeOffset="33195.75">19812 1141 1172 0,'0'0'366'16,"0"0"-33"-16,0 0-8 0,0 0-46 15,10 14-26-15,-6-5-17 0,-1 2-26 0,0 0-16 16,0 1-20-16,1 4-8 0,2 1-94 0,-1 0-3 16,1 2 0-16,-2 2-7 0,2 1-3 0,-2 0-6 15,2 1-14-15,2-2 2 0,-2 1-16 0,-2 0 4 16,2 0-24-16,-2 0-49 0,3 0-30 15,0-3-69-15,-4-1-75 0,1-2-81 0,2 1-515 16,1-2 110-16,1-3 48 0,1-3 57 0,-2-5 77 16</inkml:trace>
  <inkml:trace contextRef="#ctx0" brushRef="#br0" timeOffset="33812.48">20273 860 918 0,'3'15'302'0,"0"4"-28"0,2 1-18 0,-2 5-30 16,4 0-19-16,0 6-28 0,2-1-7 0,-1 2-11 15,-1-1-15-15,3 2-16 0,0-2-15 16,-3 0-20-16,0-1-21 0,-1-5 16 0,-2-2-18 15,3-2-6-15,-3-3-4 0,-1-2-1 0,3-2-7 16,-3-3-6-16,-2 0 6 0,2-3-8 16,-3-2 29-16,3-1-29 0,-3-5 5 0,0 0-5 15,0 0-3-15,0 0-7 0,0-23 8 0,0 11-19 16,0-3-2-16,3-1-7 0,-1-1 4 0,1 0 6 16,3 1 5-16,-2 0 2 0,3 0-10 15,-1 4-10-15,2-1 5 0,1 3 2 16,-2-1 1-16,3 4-6 0,1 0-10 0,2 4 5 0,2 0 3 15,-2 2-13-15,1 1 3 0,3 2 9 16,0 3-4-16,-1 2 0 0,-1-1-3 0,-2 3 0 16,1 2-8-16,-4 0 16 0,0 1-8 0,-3 1-10 15,0 1 3-15,-4 3 22 0,-3-3-15 16,-3 4 0-16,-4-2-7 0,0-1 20 0,-3 4 20 16,-4-3-20-16,-2-1 13 0,1 0 10 0,-1-3-23 15,3-2 12-15,-5-3 9 0,5 1 9 0,-2 0-7 16,2-5-23-16,-1 3 13 0,4-3 20 15,-1 0-12-15,1 1 14 0,3-3-9 0,1 1-13 16,-2 1-14-16,2-1 9 0,-1-2-36 0,1 1 7 16,6-1-25-16,-10 3-15 0,5-1-50 15,5-2-73-15,-6 1-39 0,6-1-2 0,-4 1-18 0,4-1 40 16,0 0-12-16,0 0-10 0,7 7 12 16,-4-4 27-16,-3-3 14 0,8 4 23 0,-5-3 6 15,1 1 25-15,-1-1 28 0,0 2 1 16,1 0 17-16,-4-3-5 0,3 7 0 0,0-2-10 15,-3 1-74-15,0 0-384 0,0 1-60 0,-3 0 37 16,3 2 48-16</inkml:trace>
  <inkml:trace contextRef="#ctx0" brushRef="#br0" timeOffset="35062.57">1619 3788 860 0,'0'0'360'0,"-15"1"-24"15,6 2-42-15,-2 0-23 0,1 2-20 0,0 1-31 16,-4 4-30-16,4-1-16 0,0 1-18 16,-1 1-10-16,4-1-23 0,-2 1-5 0,2 0-13 15,0-1-29-15,3-2 16 0,1 5-17 0,-1-5-6 16,4 3-15-16,0-3-3 0,0 2 5 16,1 0-28-16,5 1 0 0,1-3 6 0,3 2-4 15,0 0-7-15,4-1 3 0,0 3-18 0,4-2 10 16,1 2 0-16,2-4 5 0,0 6-8 0,-2-3 11 15,3 2-14-15,-1-1-12 0,1 1-5 16,-1-1 3-16,-3 1 9 0,-1-1 9 16,0 2-1-16,-7-4-12 0,0 1 2 0,1 0 10 15,-8 0 8-15,1-3 10 0,-4 2-12 0,-1 0 2 0,-2 0 13 16,-3-1-36-16,-5 2 20 0,4-2 3 16,-3 0-71-16,-4-2 4 0,4 2 3 0,-4-4 3 15,4-1 7-15,0 1 0 0,-1-4-20 16,4 0-10-16,-3-2-72 0,4-3-54 0,-2-1-51 15,5-4-52-15,-4-5-301 0,7-3-110 16,0-1 17-16,3-5 108 0,1-5 47 0</inkml:trace>
  <inkml:trace contextRef="#ctx0" brushRef="#br0" timeOffset="35229.51">1891 3725 739 0,'5'0'351'15,"-5"0"-41"-15,13 3-19 0,-7 3-17 0,2-1-18 16,2 6-23-16,0 2-13 0,4 3-7 15,-3 5-26-15,5 4-16 0,1 1-12 0,4 11-16 16,-5-5-5-16,2 8-15 0,-1 0-7 0,-3-6-27 16,-4-2-51-16,0-3-30 0,1 4-92 0,-2-7-157 15,-1 5-545-15,3-3 21 0,-5-5 115 0,-2-5 43 16,-1-1 85-16</inkml:trace>
  <inkml:trace contextRef="#ctx0" brushRef="#br0" timeOffset="35612.46">2050 4176 1182 0,'6'-5'381'0,"-6"5"-30"0,10-4-31 16,-3 3-20-16,7-5-42 0,-4 2-28 0,8-2-2 16,1-1-31-16,3 0-15 0,2-1-8 0,3 0-30 15,-4-1-22-15,4-1-19 0,1 0 9 16,-4-2-22-16,0 1 2 0,-4 2-15 0,-2-4-16 15,2 3-4-15,-6-1-6 0,0-1-23 16,-4 0-10-16,-3-1-5 0,2 3 5 0,-5-1 15 16,0 3 0-16,-1-1 1 0,0 1-9 0,-3 2 11 15,1 4-23-15,-1 2 2 0,0 0 3 0,0 0-10 16,0 0 2-16,0 0 16 0,-22 16-26 0,16-7 12 16,-1 2 11-16,1 3-5 0,-1-2 0 15,6 5 3-15,-5-2-21 0,3 2 15 0,2-1-12 16,2-2-1-16,1 3-4 0,2 0 7 15,-1-5 8-15,5 3-3 0,2-1-18 0,0-3 0 16,4-1-4-16,2 0-45 0,5-3-22 0,3 1-36 16,-3-4-49-16,9-1-66 0,-5-3-83 15,5-3-89-15,-2-2-406 0,-1-4 75 0,-3 1 53 16,-1-2 73-16,-2-4 44 0</inkml:trace>
  <inkml:trace contextRef="#ctx0" brushRef="#br0" timeOffset="36029.28">2846 3992 801 0,'2'0'258'16,"-2"0"-12"-16,0 0-23 0,5 11-1 15,-5-1-17-15,3 5-79 0,-2 3 7 0,5 7 0 16,-3 0 66-16,1 7-17 0,2 2-3 16,1 4-23-16,3 8-17 0,0 3-9 0,1-1-9 15,-1 2-1-15,0-1-33 0,1-3 18 16,-1-8-23-16,-3-5 0 0,-1-6-18 0,2-2-3 16,-2 0-17-16,-2-2-21 0,0-7-8 0,2-3 16 15,-3 0 2-15,0-4-25 0,-3-3-34 0,0-6 0 16,0 0-20-16,0 0 8 0,-20-24 7 0,7 2 1 15,-1-6 9-15,-7-13 1 0,-2-1-3 16,-1-6 2-16,3-2 6 0,1 0 30 0,3 0 16 16,2 0 2-16,3 5 13 0,2-3 5 0,6 14 6 15,0 1-9-15,4 7 3 0,0 1-7 16,4 1-13-16,0 2-3 0,2 6 0 0,1-1 5 16,2 2-5-16,3 1-5 0,1 6 3 0,1-5-13 15,2 8-3-15,2 0 11 0,-4 3 2 16,3 2 0-16,0 2-16 0,3 3 11 0,-6 0 0 15,3 8-2-15,-1-2-9 0,-4 4 3 0,-2 1-7 16,-1 0 15-16,-4 2-13 0,-2 0 13 0,-3 4-5 16,-4-5 10-16,-3 7 0 0,0-3-13 15,-3 1 3-15,-4-2 2 0,4 1 6 0,-8-4-16 16,5 0 13-16,-3-1-11 0,1 0 1 0,2-4 0 16,0 2-44-16,2-5-15 0,0 0-85 15,1-2-120-15,4-3-586 0,2 0 23 0,1-3 102 16,3-1 67-16,0 0 87 0,0 0 33 0</inkml:trace>
  <inkml:trace contextRef="#ctx0" brushRef="#br0" timeOffset="36412.46">3325 3863 883 0,'6'0'381'0,"-6"0"-43"0,0 0-36 16,11 12-31-16,-8-3-17 0,-2 0-34 0,5 4-10 15,-3 2-16-15,1 2-25 0,2-2-15 16,-2 0-13-16,6 2-26 0,-3-1-8 0,-1 0-10 16,4 2 6-16,-2-3-14 0,2-2-25 15,0-1-10-15,4-1-28 0,-4-2-8 0,0-1-11 16,4-2-17-16,-1-4 2 0,-1 0 1 0,0-4-9 16,0 0 14-16,1-6 7 0,0-1-8 15,-2-2 14-15,-4-2 4 0,-1-2 3 0,0-3 20 16,-2-4-7-16,0 4 7 0,-1-1-2 15,-2 2 23-15,2 0 3 0,-3 3-14 0,0 2-2 16,3-1-15-16,-3 5-5 0,0 4-11 0,0 4 16 16,1-3-8-16,-1 3 15 0,0 0-7 0,2 25-6 15,-2-4-2-15,1 4-5 0,-1 1-12 16,3 7 27-16,-3 5 0 0,0 2-25 0,0 0 12 16,3 15-63-16,-3-3-57 0,0 1-82 0,-6 4-181 15,3-6-487-15,-1-1 36 0,-2-8 123 16,-6 3 56-16,-1-11 67 0,-4-8 40 0</inkml:trace>
  <inkml:trace contextRef="#ctx0" brushRef="#br0" timeOffset="36795.71">1605 5111 949 0,'0'0'307'0,"3"7"-15"0,-3-7-33 15,11 3-14-15,-1-4-9 0,6-1-24 0,12 1-20 16,10-5-20-16,20-2-24 0,8-4-7 16,21-3-3-16,2-1-10 0,3-2-25 0,4 1-6 15,10-4-5-15,8 3-15 0,1 2 12 16,-1-1-12-16,5 0-8 0,-5 3-7 0,1 2-14 15,-2-1 4-15,-3 2-4 0,-4 3-9 0,-8 0-4 16,-6 1 6-16,-16 3-2 0,-8-2-6 0,-6 3-5 16,-12 0-18-16,-11 1 11 0,-8 0-6 15,-3 1 3-15,-6 0-18 0,-1 1 3 0,-3-3 20 0,-5 1-21 16,2 2 21-16,-3-1-15 0,-2 1-3 16,1-1 8-16,-4 1-31 0,-7 0-28 0,6 0-18 15,-6 0-46-15,0 0-90 0,0 0-20 0,0 0-133 16,0 0-435-16,0 0 71 0,0 0 49 15,0 0 84-15,0 0 52 0</inkml:trace>
  <inkml:trace contextRef="#ctx0" brushRef="#br0" timeOffset="37712.81">6524 3542 808 0,'-3'-6'343'0,"0"1"-12"0,-2 0-9 16,2 0-20-16,0 2-41 0,-1-1-15 0,-2 3-13 16,6 1-36-16,-18-2-15 0,5 4-18 0,0 2-21 15,-5 4-5-15,-3 1-15 0,-6 7-10 16,1 1-21-16,-10 9 20 0,-1 2-27 0,-1 4-1 16,4 3-17-16,0-2 10 0,4 2-6 0,5 1-12 15,-2-2 0-15,11-4-8 0,2-2-17 0,4-2 6 16,6-1-4-16,-4 0-8 0,5 0 6 15,6-1-6-15,2 1 3 0,2-3-13 16,3 0-3-16,7 1-5 0,-1 1-10 0,5-7-5 16,0 1-15-16,-4-3-19 0,3-4-40 0,0-1 15 15,-2-2-5-15,-1-1 0 0,-4-1 20 0,1-3 5 16,-6-2 3-16,1-1 18 0,-5-3-12 0,2 2 24 16,-5-5 6-16,-1-1 13 0,-1 3 0 15,-2-5 20-15,0-1-3 0,-1 0 16 0,1 1-7 16,-4 0 1-16,4-2 4 0,-5 3-3 15,5-1-8-15,0 0-10 0,-3-1-3 0,5 0 23 0,1 5-20 16,0-5-7-16,0 4 7 0,4-2-21 16,2 1 11-16,5 0-6 0,-1 4 3 0,3-1-10 15,1 1 5-15,0 3-5 0,3 2-10 16,0 3 5-16,0-2 17 0,4 5-14 0,-1 2 7 16,1 3 2-16,-4 3-7 0,0 1 5 0,-1 1-10 15,-5 0 17-15,0 4-14 0,-2-1 4 16,-1 1 8-16,-2 1-5 0,-2-1 5 0,-1-1-15 15,-3-2 2-15,0 3-25 0,0-4-15 16,0 5-68-16,-3-5-94 0,3 1-112 0,3-2-474 0,-3-3 23 16,3-5 89-16,1 1 68 0,0-4 45 15,2-5 87-15</inkml:trace>
  <inkml:trace contextRef="#ctx0" brushRef="#br0" timeOffset="38081.55">6725 4109 811 0,'0'0'315'0,"12"8"-34"0,-10 0-12 16,-1-2-39-16,2 4-17 0,0-1-34 0,0 2-13 15,1 3-17-15,-1-3-8 0,2 6-21 0,1-3-2 16,-2-2-18-16,5 1-18 0,-2-1-1 16,1 0-4-16,1-2-5 0,1-1-3 0,4-2-20 15,-4-3-6-15,5 0-10 0,-2-1-7 0,0-3 7 16,2-2-15-16,-2 1 0 0,1-6 8 15,-1 0-3-15,-3-3-3 0,-2-3-4 0,-2 0-9 16,-2-3 14-16,-1-2 4 0,-6-2 6 0,2 2 5 16,-5-1-3-16,-1-3 3 0,0 6-18 15,0-1 25-15,0 5-17 0,-2-1 10 0,1 2-5 0,-2 2-1 16,0 3-2-16,-1-1-2 0,1 4 10 16,0 3-21-16,-4 2-5 0,1-1 3 0,-4 6 8 15,6-1-19-15,-3 2 9 0,1 1-9 16,3 0-2-16,-1 1-20 0,1 4 7 0,0-3 0 15,4 3-25-15,1-2-6 0,2 1-20 0,3-1-20 16,0 2-31-16,6 1-60 0,5-4-86 16,3 4-445-16,6 0-16 0,1-5 49 0,3-1 69 15,3-2 61-15</inkml:trace>
  <inkml:trace contextRef="#ctx0" brushRef="#br0" timeOffset="38562.68">7922 3614 1052 0,'0'0'299'0,"0"28"-7"0,0-17-52 15,-3 4-19-15,3 5-17 0,0 1-14 0,0 1-14 16,0 6-19-16,3-1-24 0,-3 3-16 0,3-3 9 15,-3 1-21-15,4 5-13 0,0-3-15 0,2-5-13 16,-2 1 15-16,2-2-41 0,1-4 8 16,0 1-7-16,3-5-29 0,-3-4 13 0,0 2 0 15,4-6-13-15,-2-2 8 0,1-2-2 0,1-1-6 16,-1-3 5-16,0 0-4 0,1 0-9 16,-4 3 13-16,0-3-2 0,2 1 5 0,-4-1-8 15,1 1-7-15,1 2 17 0,-1 1-14 16,1-1 1-16,-2 3-9 0,1-4 4 0,1 4 11 0,-1 2-10 15,1-4 9-15,0 3-6 0,0-1-6 16,0-2 23-16,0 3-11 0,3-4-7 0,0 1 24 16,-3-3-14-16,4-1 0 0,-4 2 16 15,6-4-28-15,-2 0 12 0,2-3 18 0,-3 1-22 16,1-3 1-16,2 0 16 0,-7-1 3 0,5-2 2 16,-4 1-4-16,-3-4-11 0,2 1 5 0,-6-1-11 15,0 2 4-15,0-3-6 0,-6 2-74 16,-1-4-5-16,0 2-80 0,-7 2-84 0,0-1-209 15,-6 2-275-15,2 2-33 0,-2-4 102 0,-4 5 54 16,0-2 72-16</inkml:trace>
  <inkml:trace contextRef="#ctx0" brushRef="#br0" timeOffset="38728.46">7737 3934 1287 0,'0'0'376'0,"-6"-3"-66"0,6 3-74 16,-10-3 4-16,10 3-35 0,-3-3-5 15,3 3-24-15,0 0-30 0,0 0 3 0,10-9-24 16,-1 4-2-16,2 0-13 0,2 0-15 0,5 0-29 16,-1 1-38-16,10-3-79 0,0 0-110 0,-2 0-249 15,9 3-350-15,0 0 43 0,3-5 95 16,0 1 64-16,2 0 44 0</inkml:trace>
  <inkml:trace contextRef="#ctx0" brushRef="#br0" timeOffset="39194.57">9597 3470 1139 0,'-14'1'345'0,"1"3"-33"16,-1-2-38-16,1 2-25 0,-2 3-29 15,2 0-26-15,-4 4-7 0,3 0-26 0,1 3-15 16,3 5-25-16,3-5-11 0,3 6-8 0,1-4-18 16,6 2 1-16,-2 2-26 0,8 2-26 15,-2-1 3-15,10 7 0 0,-3-3-16 0,6 0-2 16,-2 0-2-16,2-3 4 0,-2 1-12 0,2 1 12 15,-3-2-20-15,0-2 18 0,-4-2-5 0,-2-3-5 16,-1 0 15-16,-3-2 12 0,0-2 17 0,-4 0 1 16,0-3 14-16,-6 1-11 0,-4-1-7 15,1 0 7-15,-8-2-15 0,0-2-10 0,-3 1 15 16,0-2 3-16,0-1 7 0,-3 1-13 0,-1-3 1 16,3 0 15-16,-1-3-23 0,1 1-11 0,2 1 11 15,1-1-10-15,2 1-1 0,2-4-27 16,1 2-29-16,1-4-48 0,5 0-24 0,1 0-66 15,6-1-64-15,0-2-102 0,7-1-505 0,4-3 83 16,0-1 38-16,7-6 86 0,-1-1 57 16</inkml:trace>
  <inkml:trace contextRef="#ctx0" brushRef="#br0" timeOffset="39378.68">9946 3468 985 0,'0'0'312'0,"13"11"-28"0,-10-2-5 0,2 3-20 0,-2 2-18 15,0 6-21-15,1 2-23 0,2 1 5 16,-2 2-18-16,-1 2-7 0,2 1-13 0,1 1-31 16,-3 4-15-16,4-1-19 0,-4 1-1 15,1-1-39-15,2 0-26 0,-2-4-77 0,0-2-117 16,-1 1-361-16,-3-4-261 0,3-2 76 0,-3-5 67 16,0-4 82-16,-3-2 54 0</inkml:trace>
  <inkml:trace contextRef="#ctx0" brushRef="#br0" timeOffset="39744.74">9861 3917 749 0,'-1'-7'410'0,"1"7"-46"0,3-7-37 0,1 0-12 16,4 3-51-16,1 0-31 0,5-3 2 16,3 1-30-16,1 1-21 0,5-4-15 0,1 1-20 15,3 0 7-15,-2 1-31 0,2-3-25 0,-3 2-8 16,3-2 3-16,-3 0-34 0,0-1 24 0,-4 0-21 15,1 0-11-15,-1-4-4 0,-6 2-18 16,3-1 7-16,-7-1-5 0,0 0-7 0,-2 1 7 16,-2 1-17-16,-2 4 7 0,-1-4-5 0,0 6 5 15,-3 2-8-15,-3-1-7 0,-3 3 2 16,6 3 3-16,0 0 5 0,-18 9 0 0,8-4-21 16,0 6 18-16,2 2 1 0,-2-1-3 0,1 2-8 15,-1 6 10-15,5-4 3 0,-4 2-13 0,8 0 16 16,-2 0-11-16,0-1 13 0,6 4-5 15,0-4 0-15,1-1-11 0,2 1 6 0,8 0-8 16,-3-1-2-16,6-3-21 0,-1-1-23 0,5-2-20 16,4-3-65-16,2 1-20 0,4-7-77 15,-1 1-61-15,2-5-105 0,1-1-358 0,1-4-11 16,-3-2 98-16,-3-5 53 0,-1-2 47 0</inkml:trace>
  <inkml:trace contextRef="#ctx0" brushRef="#br0" timeOffset="40144.55">10746 3625 821 0,'0'0'256'0,"0"0"-2"0,3 25 2 16,-6-8-16-16,3 2 19 0,0 8-34 0,-3 3-15 16,3 6-18-16,0 6-8 0,0 12-18 0,0 5-15 15,0-2-2-15,0-2-29 0,0 0-2 16,3-10-16-16,-3-6-4 0,3 1-11 0,0-4-16 16,-2-1 4-16,5 3-27 0,-6-11-30 0,3-2 0 15,2 0 5-15,-2-8 3 0,-3-3-8 0,3-3-29 16,-3-5-17-16,1-6 3 0,-1 0-14 15,0 0 14-15,-1-23-16 0,-5 4 2 0,-2-12 14 16,-2-13-9-16,-3-7 29 0,-1-5 0 0,4 0 33 16,-4 2-2-16,4-1 28 0,3 3-8 15,1 2 13-15,5 10 10 0,-3 5 5 0,1 5-15 16,3 5 7-16,3-2 1 0,1 4-21 0,-3-1-69 16,5 6 0-16,-2 1 2 0,5 2 9 0,-2 4 7 15,7 1-19-15,-4 3 14 0,4 2-5 16,-1 3 2-16,2 4 11 0,1 3-6 0,-2 1 5 15,0 3-4-15,3 3 1 0,-3 2 6 16,-1 2-5-16,1 4 0 0,-7 1 0 0,-1-2 8 16,-2 3 2-16,0-2-5 0,-4 2-8 0,-5 3 16 15,2-4-11-15,-6 2 13 0,2 0-10 0,0-3 8 16,-4 1-8-16,1-4 0 0,0 0-18 0,-4-5-56 16,7 2-51-16,-2-6-70 0,1 2-286 0,1-3-287 15,4-4 26-15,0 0 76 0,3-3 75 16,0 0 58-16</inkml:trace>
  <inkml:trace contextRef="#ctx0" brushRef="#br0" timeOffset="40628.58">11439 3364 1203 0,'5'-5'340'0,"-2"-1"-41"16,3 4-22-16,-2 1-21 0,3 1-36 16,3 2-15-16,0 5-21 0,3 1-23 0,2 0-5 15,-2 6-22-15,4 1-9 0,-3 8-15 0,-3 0-8 16,2-2-17-16,-3 4-3 0,-3 0-18 16,-3 0 0-16,-4 4-10 0,-3-4 4 0,-2 0-14 15,-2 3 7-15,-2-2-15 0,-6 1-3 0,-1-4-12 16,-2 1 9-16,2-2 1 0,-5-2-13 15,4-5 3-15,0 0 7 0,-1-4 8 0,5-2-18 16,-4-3 20-16,7-1-10 0,-3-2-2 0,5-3-3 16,-2-5 0-16,0 1-13 0,3-4 0 15,0 0 8-15,3-5 8 0,1 5-11 0,3-2-2 0,0 0-5 16,0 3-6-16,0-1 13 0,3 1-7 16,1 3-10-16,-1-2 2 0,5 4 7 0,1 2 4 15,1 0-1-15,2 1 15 0,1 2-17 0,4 1-5 16,0 0 4-16,3 4-7 0,1 1 3 15,2 3-1-15,-2-3 9 0,0-1-19 0,2 3 11 16,-2-1 12-16,0-2-7 0,-1 5-14 0,-3-6 17 16,-3-2-16-16,3 3 15 0,-7-2-5 15,1 0-38-15,-4-1-42 0,0-1-47 0,-4 0-45 16,-3 1-130-16,-4-1-558 0,-5 1 95 0,-3 2 38 16,-7-6 62-16,-5 2 63 0,-7 2 52 15</inkml:trace>
  <inkml:trace contextRef="#ctx0" brushRef="#br0" timeOffset="50294.61">10466 2181 642 0,'0'0'179'16,"0"0"5"-16,0 0 1 0,0 0-103 0,0 0 10 15,0 0 0-15,27-5 0 0,-10 0 5 16,3 0 1-16,5 0-22 0,9-4 6 0,3 1 10 16,12-6-7-16,4 0 5 0,3 0 66 0,5-2-26 15,4 1-12-15,17-5 0 0,4 2-8 0,6-2-18 16,0 3-8-16,-2-1-9 0,-2 3 7 15,0 2-6-15,-18 1-7 0,-2 2-7 0,0 2-6 16,-6-1-28-16,2 3 13 0,-9-1-7 0,-11 4-11 16,-6-1 2-16,-7 1-12 0,-8 3-16 15,-2-3 9-15,0 0-6 0,-7 2 5 0,0 0 8 16,-1-1-16-16,-3 2 3 0,-2 0 0 0,-8 0-18 16,12 0-13-16,-12 0-2 0,0 0-28 0,4 5-55 15,-4-5-29-15,-7 9-60 0,1-5-95 16,-2 3-352-16,-2 0-14 0,0 0 54 0,-1 1 75 15</inkml:trace>
  <inkml:trace contextRef="#ctx0" brushRef="#br0" timeOffset="52276.9">18219 2267 478 0,'0'0'179'16,"0"0"-23"-16,23-6-15 0,-9 3-23 16,3 1 15-16,7-3-10 0,4-1 18 0,12-1-18 15,15-4 10-15,4 0-90 0,2-3 14 16,7 0-16-16,-3 1 76 0,21-4-7 0,0 4-5 16,3-4-7-16,3 3 9 0,3 1-17 0,4 0-3 15,-3 3-23-15,-1-1 5 0,-2 2-8 16,2-3-12-16,-3 2 2 0,-2 1-20 0,-15 2 12 15,14-3-4-15,-17 2-9 0,-1 1 4 0,-3 0-6 16,-9-1 8-16,2 1-16 0,-13 1 13 0,-10 2-20 16,-7-1 8-16,-1 2 7 0,-5-1-3 0,-1-1 4 15,-4 4 4-15,-3-3 3 0,1 2-11 16,-5 1 1-16,-3-1-13 0,4-1-1 0,-7 3-27 16,3 0-36-16,-10 0-16 0,14 0-22 0,-11 2-67 15,0 1-77-15,-2 3-464 0,-2 0 29 0,-2 0 46 16,-3 1 82-16</inkml:trace>
  <inkml:trace contextRef="#ctx0" brushRef="#br0" timeOffset="70675.32">2934 6050 650 0,'-13'1'268'15,"-4"1"-35"-15,3-1-13 0,0 4-15 16,1-3-36-16,0 0-15 0,1 2-16 0,0 0-15 16,1 0-8-16,4-1-13 0,-3 3-12 0,3-2-13 15,0 1-5-15,0 2-1 0,4 2-9 16,-3-5-16-16,5 4 5 0,-2-1-10 0,-1 1 5 15,4-1-15-15,-2 1 7 0,2 0-12 0,2 0-16 16,-1-2 15-16,2 0-9 0,0 1 4 0,4 1-2 16,-1 1 0-16,2-1 0 0,5 0 8 15,-3 1-16-15,5 1 5 0,4 2 8 0,-1-2-20 16,0 1-1-16,1 2 14 0,2-3-11 0,0 5 8 16,-1-5-11-16,-2 5 8 0,4-5-10 15,-4 5 8-15,-1-1-5 0,0-1 9 0,-2 1-6 16,-2-1-6-16,-3 2 12 0,0-2-12 15,-3-1 3-15,-1-4 17 0,-2 6-7 0,-1-5 13 16,-3 1-11-16,-3 0 21 0,-3 2 8 0,-1-2-11 16,-3 0 0-16,-1 0-2 0,-3-3 5 0,-3 1-3 15,0-2 16-15,-3 2-16 0,2-5-8 0,-2 1 14 16,-1-2-11-16,1-1 3 0,3-1-13 16,-1 0 7-16,2-1-20 0,2 1 6 0,-2-6-37 15,4 3-35-15,2-4-52 0,4 0-7 0,2 0-67 16,4 1-133-16,4-6-279 0,3 1-97 15,3-3 56-15,7-1 66 0,-1-3 55 0</inkml:trace>
  <inkml:trace contextRef="#ctx0" brushRef="#br0" timeOffset="70874.58">3279 6071 1013 0,'0'0'302'0,"5"13"-20"0,-2-6-29 0,0 3-22 15,1 0-19-15,-1 7-10 0,1-2-20 0,2 3-18 16,1 5-23-16,-3-3 4 0,3 4-27 0,-1-2 0 16,0 3-18-16,-1 0-8 0,2-4-3 15,-1 1-132-15,-2 2-41 0,2 0-70 0,-3-4-166 16,5 3-438-16,-5-7 72 0,0 1 54 0,1-6 66 16</inkml:trace>
  <inkml:trace contextRef="#ctx0" brushRef="#br0" timeOffset="71375.28">3229 6428 1133 0,'0'0'338'0,"0"-11"-31"0,3 5-33 16,0-2-13-16,4-1-15 0,1 1-21 0,5-3-30 15,5-1-8-15,1 2-28 0,5-1-11 16,4-3-25-16,-1 2 2 0,1-1-27 0,2 3-4 15,-3 2-9-15,-3 1-19 0,3 4-7 0,-6-1-5 16,1 2 2-16,-3 2-15 0,-1 4 3 0,1-1-14 16,-4 5 4-16,1 0-6 0,-2 1 3 0,-4 1-1 15,-3 5-9-15,4 0 7 0,-7-2-18 16,2 4 6-16,1-2-1 0,-1 3 3 16,-1-1-3-16,1-2 0 0,1 2-17 0,0-3 2 0,3 3 10 15,0-7 11-15,0 5-19 0,1-6 1 16,2 1-6-16,2-2 16 0,4-2-18 0,-1-2-3 15,-2 0 6-15,2-4-6 0,-1 0-5 16,3-6-10-16,-2 3 8 0,-2-4-1 0,-4-2 6 16,1-5 5-16,-4 3-5 0,-2-5-3 0,0-1 16 15,-3-2 2-15,-4-1-10 0,-3 1 15 16,0-2 10-16,-2 0 1 0,-1 4 15 0,-1-1-3 16,-3 3-2-16,2 1-1 0,-5 2-7 0,3-1 18 15,-4 6-13-15,0-1-10 0,-3 5-7 0,4 2 9 16,-4 1-5-16,0 2 9 0,0 4-7 0,0 0-9 15,2 3 7-15,2 0-7 0,-1 1 2 16,4 2-5-16,0 3-5 0,2-1-10 0,5 3-5 16,0-1-21-16,6-3-30 0,-2 2-1 15,9 0-66-15,-3 1-69 0,3-6-154 0,7 5-450 16,-4-7 33-16,5 0 63 0,-2-1 83 0,2-4 62 16,-4-2 76-16</inkml:trace>
  <inkml:trace contextRef="#ctx0" brushRef="#br0" timeOffset="71810.69">4223 6244 908 0,'1'15'312'0,"2"2"-22"16,3 5-27-16,-1 8-89 0,1 2-15 16,0 2-10-16,4 14-1 0,-1 2-23 0,3-4-9 15,-2 4 4-15,2 3-28 0,0-4-7 0,-1-5-6 16,-1-5-10-16,0-9-8 0,-3 3 3 0,4-3-12 15,-5-5-14-15,1-5-10 0,-1 3-35 0,-2-7 9 16,1-5 3-16,-2 2-28 0,0-9-18 16,-3-4-15-16,0 0 10 0,0 0-8 0,-14-25 16 15,7 6-14-15,-6-12 27 0,-8-11 10 16,0-4 9-16,1-4 1 0,-1-4 3 0,-2 2 32 16,9 2 4-16,-4 0 27 0,6 0-10 0,1 4 3 15,7 9 2-15,-2 5 6 0,5 5-14 16,1 2 9-16,0 2-24 0,0 4 0 0,4 1-7 15,-1-1 10-15,5 4-8 0,-1 2-8 0,2 3 3 16,5 2 6-16,-4 2-14 0,3 4-5 0,2 2 8 16,-2 2-5-16,1 4 0 0,0 3-8 0,0 1 3 15,2 4-1-15,-6 2 11 0,1 2-10 16,-4-1 2-16,-1 0 0 0,-5 1 11 0,-2 5-16 16,1-6 8-16,-6 7-3 0,-1-1 5 15,-4-2 8-15,1 2-5 0,-3-4-10 0,-1 5 15 16,1-6-23-16,-2 0-10 0,2-1-29 0,-1-2-48 15,4-2-41-15,0-4-128 0,-1-6-529 16,4 3 88-16,1-6 34 0,6 0 67 0,-7-9 61 16</inkml:trace>
  <inkml:trace contextRef="#ctx0" brushRef="#br0" timeOffset="72024.89">4671 6425 847 0,'4'34'335'0,"-1"-5"-25"16,0 2-31-16,-2 3-31 0,5-1-18 0,-2 6-22 15,3-3-21-15,-1 14-26 0,1-8-15 0,-3-4-5 16,2-4-19-16,-2 1-29 0,3-2-47 16,-4-1-41-16,1 0-79 0,2-7-26 15,-5-4-205-15,2-5-409 0,0-1 10 0,0-7 131 16,1-6 27-16</inkml:trace>
  <inkml:trace contextRef="#ctx0" brushRef="#br0" timeOffset="72291.84">4603 6334 691 0,'3'-30'289'16,"1"8"-15"-16,0 1-21 0,2 3-20 0,0 3-20 16,1 4-21-16,1-3-26 0,1 3-13 15,-1 4-22-15,5 1-11 0,-2 3-4 0,6 2-9 16,-4 2-25-16,1 2-3 0,3 4 8 15,1 7 57-15,1-3-16 0,-5 4-3 0,0 2-25 16,0 1 2-16,-4 5-10 0,-3-4-12 0,-1 3-67 16,-3-1 12-16,-2 0-20 0,-1-2-7 0,-1 5 15 15,-5-2 7-15,-1-1-15 0,-2 1 5 16,-2-5 3-16,0 2-3 0,-2-2 6 0,-4-2-9 16,3 1-9-16,1-6-1 0,-1-1 19 0,0-2-34 15,1-1-28-15,1-4-62 0,3-2-81 0,-4-2-313 16,5-4-245-16,2-4 27 0,2-2 86 15,-2-1 50-15,5-3 46 0</inkml:trace>
  <inkml:trace contextRef="#ctx0" brushRef="#br0" timeOffset="72475.33">4968 6182 898 0,'8'9'328'0,"-2"3"-29"16,1 2-33-16,-1 1-17 0,1 1-98 0,1 4-13 15,-4 3-13-15,5-3-2 0,-5 5-13 16,2-1-20-16,2 0-3 0,-1 1-18 0,-1-2-28 16,-2-2-33-16,2 1-93 0,-2-4-120 0,0 0-511 15,2-1 91-15,-3-7 18 0,-3 0 80 0</inkml:trace>
  <inkml:trace contextRef="#ctx0" brushRef="#br0" timeOffset="72627.35">4989 6041 598 0,'0'0'167'16,"4"18"-75"-16,-2-10-115 0,5 4-225 0,1 3-257 16</inkml:trace>
  <inkml:trace contextRef="#ctx0" brushRef="#br0" timeOffset="73224.98">5256 6557 1085 0,'0'0'274'0,"0"0"-26"16,0 0-10-16,0 0-18 0,0 0-20 0,0 0-18 16,0 0-39-16,-8-15 8 0,5 7-8 15,0-5-15-15,-3-1-18 0,5-2-15 0,-2 0-18 0,0 0 2 16,2-1-15-16,1 3 5 0,1 3-20 0,-1-3 10 15,3 4-21-15,0 1 1 0,-2 1 4 16,5 1-15-16,0 4 6 0,-1-2-17 0,2 4 9 16,-7 1-3-16,16 1-2 0,-2-1-1 15,-4 5-17-15,4-4 7 0,-1 3 10 0,1 0-4 16,3 0-1-16,1 1 0 0,-2-3-2 0,2 0-18 16,-2 1 13-16,2-2-3 0,-2-1-5 15,2-4-8-15,-1 1 3 0,3-3 8 0,-2 2-1 16,-4-4 1-16,3 0-6 0,-4-3 3 0,-3-2-8 15,4-4-12-15,-7 2 12 0,-1-2-12 0,2-1 5 16,-5 1 15-16,-2 1-11 0,1 2 22 0,-1 2-19 16,2 1 10-16,-3 1-7 0,0 6-10 15,0-1 20-15,0 5-8 0,0 0 1 0,0 0-1 16,-3 30 3-16,3-13 5 0,3 10-2 0,0 5 18 16,7 17-21-16,1 2 0 0,-1 2 7 15,7 5-7-15,0 9 8 0,-3-11-6 0,0 0 1 16,3-3 12-16,-3 1 11 0,3-4-34 0,-4-4 8 15,0 1 8-15,-2-12-11 0,-4-4 19 0,-4-7-24 16,0-4 3-16,-3-2 15 0,-3-4 0 16,0-5 6-16,-4-1-9 0,-4-7 1 0,-2-2-3 15,-4-5-2-15,-4-3 22 0,-2-1 11 0,-1-7 15 16,4 7-7-16,-1-5 2 0,3 1 38 16,-1 2-35-16,4-4 0 0,-1 1 10 0,2-1-24 15,3 0 9-15,2-2-1 0,1 1-19 0,2 2 9 16,5-3-10-16,-2 0 2 0,3 1-17 15,3-1 7-15,1 1-7 0,6-6-18 0,-3 4 10 16,6-1-31-16,2 2-30 0,1-6-39 0,2 9-31 16,1-6-99-16,-1 5-254 0,3-1-343 15,-2-2 80-15,-1 5 61 0,3-7 77 0,-11 6 53 0</inkml:trace>
  <inkml:trace contextRef="#ctx0" brushRef="#br0" timeOffset="73642.5">6848 5942 941 0,'0'0'264'0,"-13"0"-26"15,13 0-10-15,-21 6-10 0,11 0-19 0,-4 3-35 16,4 4-16-16,-6 3 1 0,2 2-26 0,1 1-5 15,2 5-6-15,0-1-15 0,1 1 1 0,4 1 2 16,-1-2-19-16,6 0 4 0,1-2-13 16,0-2-8-16,1 4-3 0,2-4-12 0,7 3 17 15,0-5-25-15,3 1-13 0,5-2 18 16,0-1-17-16,2-3-1 0,4-4-5 0,0 2-33 16,3-3-29-16,1-3-81 0,-5-2-121 0,4-4-237 15,-2-2-267-15,-1-5 51 0,-3 1 87 16,-5-5 54-16</inkml:trace>
  <inkml:trace contextRef="#ctx0" brushRef="#br0" timeOffset="74041.32">7057 6042 982 0,'0'0'310'0,"0"0"-21"0,0 0-22 16,0 0-32-16,0 0-20 0,21 9-18 0,-11 1-18 16,4 2 3-16,0 1-46 0,6 4 2 15,0 3-13-15,1 0-20 0,0 3-2 0,-1-3-9 16,0 5-12-16,-2-1-2 0,-2 0-3 0,-1 1-16 15,-8-5 6-15,2 1-14 0,-6-3-9 0,1 0 10 16,-4-1-26-16,-3-3 13 0,-1-2-77 0,1 1 38 16,-4-2-4-16,-3-4 12 0,3 0 11 15,-3-5-16-15,3-2-5 0,-4-1 7 0,1-6 1 16,0 0 7-16,-3-4-4 0,5-4 14 0,2 0-17 16,0-2 15-16,5-1-18 0,1-1-5 15,0-4 8-15,7 0 2 0,0 2-13 0,6-5 11 16,1 2 10-16,2 0-15 0,2 4-14 15,3 0 16-15,-5 3-7 0,5 6 10 0,-4-3-8 16,4 6 2-16,0 1-20 0,-2 3 10 0,2 3 8 16,-3 1 6-16,-1 1-12 0,3 5 9 0,1-1 0 15,-4 5 2-15,3 2 0 0,-6-1 0 0,3 3 3 16,-4 2-6-16,2-3-12 0,-5 4 10 16,0-2 0-16,0 2-13 0,-3-3-33 0,0 1-26 15,-1-3-33-15,-3 1-92 0,2-4-171 0,-2 0-439 16,0 0 96-16,1-2 43 0,-4-5 69 15,0-2 59-15</inkml:trace>
  <inkml:trace contextRef="#ctx0" brushRef="#br0" timeOffset="74158.22">7604 5866 872 0,'-3'-6'259'15,"3"6"-62"-15,0-7-31 0,0 7-63 16,3-5-108-16,-3 5-185 0,7 0-396 0,0-2 51 15</inkml:trace>
  <inkml:trace contextRef="#ctx0" brushRef="#br0" timeOffset="74374.82">7936 5700 898 0,'7'11'376'0,"-1"-1"-38"0,-2 3-26 0,-1 4-20 15,4 5-36-15,0 1-20 0,0 7-32 16,0 1-12-16,3 3-25 0,-6 0-11 0,3 0-18 16,-1-1-10-16,0 3-25 0,-2-3-55 0,0 2-76 15,-1-2-77-15,1-3-233 0,-4-3-437 16,3-2 43-16,-3-7 92 0,-3-1 59 0,0-4 58 16</inkml:trace>
  <inkml:trace contextRef="#ctx0" brushRef="#br0" timeOffset="75090.8">7881 6169 1098 0,'0'-6'330'0,"3"2"-31"0,1-2-35 16,2-1-18-16,5 3-26 0,-1-3-13 15,8 1-28-15,-2 0-2 0,8-1-29 0,1 0-15 16,5-2-12-16,-6 1-9 0,7 0-4 0,3-1-26 16,-7 0 2-16,-3 0-7 0,0 0-15 15,-3-3-4-15,-1 4 6 0,-3 0-15 0,-6-1 0 16,3 1 2-16,-4-3-10 0,-1 4 18 0,-1 0-13 15,-1-1 2-15,-1 1-7 0,-3 3 0 0,1-2-7 16,-1 3 4-16,-3 3 3 0,0 0-18 16,0 0 3-16,0 0-3 0,0 0-11 0,-16 17 24 15,12-8-13-15,-3 1 3 0,3 2-3 0,1 1-13 16,3 2-5-16,-3 1-5 0,3-4 21 16,3 5-6-16,0-2 0 0,5 2-2 0,-1-3-15 15,0 1 17-15,5-3-10 0,3 3 3 0,1-7 5 16,2 1-11-16,0-1-27 0,4-6-4 15,-1 3-19-15,0-4-3 0,-1-2-18 0,1-4 10 16,0 3-16-16,-1-7-4 0,1 0-3 0,-1-4 5 16,-6 2 13-16,3-3 6 0,-4 3 24 0,-3 3-9 15,-2-3 25-15,2 4-10 0,-4 0 20 16,1 5-5-16,-2-2-5 0,-5 4 11 0,0 0-9 16,12 10 19-16,-11 0-1 0,2 1-4 0,0-1 17 15,0 5-23-15,-2-3 1 0,2 2 2 16,-3 2 20-16,4 0-10 0,-4-1 3 0,3-3-13 15,-3 3 7-15,0-5 16 0,0 3-15 16,0-3 22-16,0-2 16 0,0 1 8 0,0-5 10 16,0 1 7-16,0-5-20 0,-3 7 18 0,3-7-20 15,0 0 2-15,0 0-8 0,0 0 1 0,-4-24-11 16,1 11 3-16,3 0 4 0,-1-5-6 0,1-4-9 16,1 0-15-16,2-3 13 0,1 0 8 15,-4 3-11-15,3-1 6 0,1 3-21 0,2-2 20 16,1 5-12-16,-1 1-8 0,-1 1 0 0,2 3-13 15,2-1-10-15,-2 3-23 0,1 1-13 16,1 0-20-16,1 2-14 0,-3 0-11 0,4 3-12 16,-1-2 22-16,0 3 7 0,1-3 5 0,-1 2 13 15,-4 2 2-15,2 0 11 0,-1 2 45 0,-7 0 6 16,13 1 16-16,-6 2 24 0,0 4 17 0,0 1-9 16,-1 0 13-16,1 6 6 0,1 3 7 15,1 2 3-15,-2 5-1 0,-1 0 4 0,5 3-22 16,-4-2-1-16,-3 0-4 0,5 6-4 15,-1-6-6-15,-4 0 3 0,2 1 0 0,0-1-13 16,-2-1-46-16,2-3-89 0,-5-2-126 0,3-3-620 16,-1-4 47-16,-3-4 66 0,0-1 67 15,0-7 74-15,0 0 59 0</inkml:trace>
  <inkml:trace contextRef="#ctx0" brushRef="#br0" timeOffset="75223.87">8917 5703 1105 0,'0'0'315'0,"0"0"-69"0,4 14-98 15,-1-3-168-15,1 4-597 0,5 3 18 0,-2 3 79 16</inkml:trace>
  <inkml:trace contextRef="#ctx0" brushRef="#br0" timeOffset="75641.73">9522 5998 1146 0,'0'0'361'0,"0"-6"-38"16,0 6-24-16,0 0-38 0,0 0-5 0,0 0-41 15,-28 17-18-15,15-9-23 0,-1 9-7 0,-3-1-26 16,3 1-11-16,-6 2-22 0,3-1-6 15,0 3-15-15,3-4 0 0,1 0-13 0,-1 0-5 16,4-1-7-16,3-1-14 0,0-4 11 16,0 0-15-16,3 1-24 0,1-3 11 0,0-2-10 15,6-3-4-15,0 1 14 0,-3-5-23 0,11 1 2 16,-11-1-2-16,20-8-1 0,-6 0-7 0,-3-2 8 16,1-2 2-16,3 1-2 0,-5 2 0 15,4-2 22-15,-7 1-19 0,2 4 9 0,-2-1 3 16,4-1-2-16,-7 2-11 0,5 5 15 0,-5 1-25 15,-4 0 18-15,17 3 5 0,-7 3-25 16,-3 1-3-16,7 1 28 0,-1 0 33 0,1 0-12 16,3 3-6-16,0 1-10 0,4-1 11 0,-4-2-16 15,4 1-5-15,-5-2 12 0,2-1-22 0,-2 0 2 16,2 0-28-16,-8-4-30 0,1-2-52 16,-2 1-95-16,-2 1-355 0,-3-3-313 0,-4 0 65 15,0 0 78-15,-14-13 73 0,-6 2 68 16,-8-2 57-16</inkml:trace>
  <inkml:trace contextRef="#ctx0" brushRef="#br0" timeOffset="76324.7">2819 7086 629 0,'0'0'261'0,"10"0"54"0,-10 0-28 0,13 0-18 16,-13 0-16-16,14-1-12 0,-4 1-37 0,0 0-9 15,5-1-8-15,1 1-23 0,4 0-3 16,1-2 0-16,4-1-30 0,4 3 27 0,4-1-35 16,10 1-92-16,18-3 12 0,5-1 6 0,8 0-11 15,5 2-2-15,20-6 5 0,11 1 21 16,-1-3-14-16,11-2-7 0,3 1-10 0,38-3 23 16,3-3 5-16,-4 0 5 0,12-1 5 15,2 2-16-15,10 2 17 0,-2 0-40 0,5 1 29 16,5 3-20-16,3-1 4 0,0-1-7 0,4 4 0 15,-1 1-6-15,7 2-6 0,-1-2 11 0,-13 1 9 16,5 3-6-16,5-3-20 0,1 3 0 0,4-2 0 16,-5 5-3-16,-7-1 6 0,-4 0-8 15,-6 2-3-15,-4-1 15 0,-5 5-14 0,-34-4 2 16,2-1-19-16,0 1 19 0,-10-1 3 0,-6 0-4 16,-8 1 4-16,-12-1-9 0,-8-1-4 15,-28 2 5-15,-16-1 2 0,-11 1-10 0,-9-1 0 16,-4 0-3-16,-8 0-17 0,-5 0 10 0,-8 2-83 15,-7-2-101-15,-3 0-331 0,-23 2-332 16,-8 0 53-16,-33-4 72 0,-16-2 74 0,-30 2 74 16,-8-4 72-16</inkml:trace>
  <inkml:trace contextRef="#ctx0" brushRef="#br0" timeOffset="76724.81">2624 7731 1241 0,'-1'12'335'0,"1"2"-20"0,0 3-36 0,-3 2-38 15,6 3-8-15,-3-1-46 0,3 8 2 0,1-3-18 16,1 1-25-16,1-2-10 0,-3 1-13 16,4 1-54-16,-1 1-38 0,-3-6-93 0,2 1-119 15,5 1-452-15,-4-6-106 0,1-3 81 0,-3-5 84 16,3 0 42-16</inkml:trace>
  <inkml:trace contextRef="#ctx0" brushRef="#br0" timeOffset="77190.6">2361 7643 1003 0,'-18'8'348'16,"2"1"-31"-16,-2 5-30 0,0-2-18 0,-2 10-46 16,0 2-19-16,-4 12-7 0,7-5-25 0,-1 6 2 15,5 9-36-15,3-9-7 0,6 0-11 0,4 0-7 16,0 1-24-16,8 9-2 0,5 1-7 15,5-3 2-15,4 0-8 0,3-4-13 16,6-5-4-16,3-3-6 0,3-1-3 0,5-7-12 0,5 0 5 16,4-5-8-16,8-4 16 0,2-3-18 15,1-4 2-15,-1-7-5 0,1-5-10 0,-4-5 15 16,0-6 1-16,-4-4-14 0,-5-6 6 0,-5-2-16 16,-3-6 10-16,-6-3-9 0,-5-5 12 15,-6-3-10-15,-10-6-62 0,-4 1-13 0,-3-4 19 16,-7 0-1-16,-7-4 9 0,0 3 12 0,-9-2-3 15,-2 3 3-15,-6 5 10 0,1 4 0 0,-5 3 6 16,-6 5-16-16,-1 7 12 0,-6-1-7 0,-2 4-7 16,0 6 17-16,6 5-2 0,3 4 18 15,0 3-13-15,-3 3 7 0,3 0-15 0,-1 4 11 16,0 5 2-16,-5 2-8 0,-9 4 8 0,2 5-10 16,-1 3 7-16,1 3 8 0,2 2 3 15,4 1-3-15,3 1 0 0,-3 1-18 0,6 3-4 16,-2-2-24-16,10-3-26 0,7-3-12 0,-1-1-57 15,4 1-61-15,4 2-72 0,3-3-227 16,9-5-247-16,1 1 47 0,1 0 79 0,5-2 77 16</inkml:trace>
  <inkml:trace contextRef="#ctx0" brushRef="#br0" timeOffset="77724.48">4469 7783 775 0,'0'0'243'16,"0"0"-12"-16,3 18-19 0,1-11-17 0,-1 4-1 15,2 3-27-15,1-1-19 0,1 2 54 16,-4 6-7-16,4-2-24 0,0 5-17 0,0-3-21 15,-3 2-3-15,2 2-25 0,0 0 13 16,-2-1-13-16,3 1-15 0,-3 0-6 0,-1 0-48 16,0 0-41-16,0-2-74 0,1-4-78 0,-1 2-296 15,-2-3-304-15,6-5 91 0,-4 0 42 0,-3-5 71 16</inkml:trace>
  <inkml:trace contextRef="#ctx0" brushRef="#br0" timeOffset="79107.35">4248 7876 877 0,'0'0'282'16,"0"0"-13"-16,0 0-23 0,20-8-24 0,-10 5-17 16,4-4-18-16,6 0-21 0,4-1-17 15,4-3-21-15,3 0 7 0,2 1-22 0,-1-1-16 16,1 1-2-16,-2-2-13 0,-6 2-3 0,-2 0-17 15,1 2 4-15,-3 1 1 0,-1-3-11 0,-9 2-12 16,2 1 2-16,1-3-13 0,-7 2 3 0,2 1-8 16,-6-4 3-16,2 3 4 0,-5-5-11 15,0 5-1-15,0 1 15 0,-4-3 8 0,1 5-13 16,2-2 1-16,-2 1-4 0,0-2-2 0,3 2-2 16,0 6 0-16,-4-4-1 0,4 4-4 15,0 0 2-15,0 0 5 0,-6 25-13 0,9-10-7 16,0 3 12-16,-2 6-2 0,8 1 0 0,-1 4-5 15,-1 4-3-15,6 9 3 0,1 3-10 16,2-2-3-16,-4-10 5 0,1-4 5 0,-3 1 3 16,0-3-13-16,0-1-3 0,-3-2 8 0,0-1-2 15,1-4 5-15,-2-3-3 0,-2 1-8 0,2-4 1 16,-3-1 17-16,0-5-5 0,-2 1 3 16,3-5-13-16,-4 2 5 0,0-5 10 0,0 0-4 15,0 0-14-15,0 0 16 0,-5-26-3 16,5 12-7-16,0-1 7 0,1-2-10 0,3-1 10 15,-4 3-2-15,6-2-3 0,-5 4 0 0,5 0-2 16,-2-2-3-16,5 5 0 0,-1 3-13 16,-1 2 8-16,2 0-8 0,2 4 10 0,0 1 9 15,1 3-81-15,3 2 4 0,-2 3 14 0,4 0 21 16,-3 0-7-16,3 1-3 0,-3 0 5 0,3 1 5 16,3-1 13-16,-3-2-10 0,-3 2 12 15,3-1-2-15,0-1 3 0,0-6 15 0,-3 4-13 16,3-5 20-16,-2 0-7 0,4-5-5 0,-4 0 2 15,1 0 3-15,1-4 13 0,-6 1-21 0,3-8 23 16,-4 2-10-16,-1-4 3 0,-2 3 2 16,-3-3-5-16,-1 0-5 0,-2 0 10 0,-1 1 3 15,0 2-3-15,-1 0 10 0,-1 4 3 0,2-3 0 16,-1 5-13-16,1 2 10 0,-4 6 1 0,4 1-11 16,0 0 8-16,0 0-8 0,-16 13 10 15,12-3-10-15,1-1 16 0,3 6-14 0,-3-2-7 16,3 2 13-16,3 0-18 0,0 2 18 0,4-1-10 15,-1-1 9-15,5 3 1 0,0-1-13 16,5-2 13-16,1-2 0 0,4 1-8 0,-1-3-31 16,1 1-33-16,3-7-66 0,3 2-105 0,-3-1-600 15,0-5 78-15,3-1 66 0,-2-4 71 16,2-1 50-16</inkml:trace>
  <inkml:trace contextRef="#ctx0" brushRef="#br0" timeOffset="79891.33">6226 7800 1108 0,'7'18'304'16,"-2"-4"-27"-16,1 0-34 0,-2 0-23 0,2 0-12 15,-3-5-19-15,0 4-30 0,-2 1-6 16,2-3-20-16,1 1-5 0,-1-2-25 0,-2 0-1 15,2 2-20-15,0-6 18 0,-3-1 18 0,0 2-11 16,3-4-25-16,-3-3 0 0,0 0-8 0,0 0-10 16,0 0-2-16,-6-17 4 0,6 6-10 15,0-4-7-15,-4-3-8 0,4-7 5 0,-3 0-2 16,3 0 2-16,3-4-23 0,-3 2 13 16,4 2-19-16,-1 5 27 0,0-4-18 0,1 6-1 15,-1 2-7-15,3 1-3 0,2 4-4 0,-1 2-6 16,3 3-13-16,-3 2 11 0,4 4-1 0,1 4-2 15,0 2 0-15,0-1-2 0,2 8 7 16,3-1 0-16,-4 5-8 0,2-2 6 0,-2 0-3 16,2 2-3-16,-2 1 8 0,4-3 3 0,-4 2-26 15,-1-1 16-15,0-4-6 0,-1 1-18 0,2-4 11 16,-3-1-11-16,0 2 9 0,1-3-9 16,-1-4-2-16,0 0-13 0,-2-3 10 15,-8 0-7-15,17-6 22 0,-8-1-7 0,-1-3-10 0,-1-2 13 16,-1-2-1-16,1-7 8 0,-4 3-2 15,1-7 5-15,-3 0-6 0,2 0-4 0,0 7 30 16,-3-4 0-16,0 4 8 0,3 1 21 0,-3 5-24 16,1-1 3-16,-1 3-16 0,0 5 22 0,2 1-12 15,-2 4 4-15,0 0 4 0,0 0-12 16,0 0 7-16,7 19 8 0,-7-6-13 16,1-1 3-16,1 3 5 0,3 2-2 0,-2 1 9 15,0-1-12-15,1 1-10 0,-1-2 9 0,1 1 6 16,2 0-13-16,2-2 13 0,-2 0-13 0,1-2 3 15,3-1-3-15,1-2-7 0,-2-3-19 0,1-1 3 16,2-4-15-16,1 1 2 0,-3-4 3 16,1-1 0-16,-1-3-10 0,0-4 12 0,1 0 3 15,-2-2 0-15,-2-5 0 0,-1-1-3 0,-1 0 11 16,1-4-1-16,-6 1 16 0,4 5 3 16,-4-3 15-16,3 3 25 0,-3 1-12 0,3 1 5 15,-3 4-23-15,0-4 18 0,0 8-19 0,0-1-9 16,0 6 12-16,0-6-7 0,0 6 15 0,0 0-3 15,0 0 1-15,-3 24-11 0,3-16 6 0,0 2 4 16,3 4-10-16,-2-3 0 0,2 6 6 16,3-2 2-16,-2 0-8 0,3 1 5 0,-4-4-7 15,4 2-11-15,0 1-7 0,3-4-33 16,0 4-24-16,0-5-48 0,1-1-113 0,-4-1-204 16,6-1-382-16,1-4 48 0,-4-3 98 0,4-2 54 15,-4 1 84-15</inkml:trace>
  <inkml:trace contextRef="#ctx0" brushRef="#br0" timeOffset="80857.75">7159 7582 624 0,'2'9'256'0,"1"0"-18"0,0 2-25 0,0 6-24 16,0-1 3-16,1 1-28 0,-1 5-29 15,0-4 1-15,1 2-13 0,-1 0-16 0,1-3-9 16,0 1-4-16,-1-1 60 0,0-2-16 0,-3-2-5 15,1-1-12-15,1-2-9 0,-1 0 19 0,2-3-1 16,-3-1 9-16,0-3-19 0,0-3-7 16,0 0-14-16,0 0-7 0,0 0-7 0,0 0-6 15,6-26-20-15,-5 11 3 0,2-2-11 0,1-1-3 16,-1 0-12-16,1 1 3 0,2 0 4 16,-5 1-17-16,5 2-6 0,-3 3-17 0,0 2 17 15,2 1-12-15,1 6 15 0,1-1 8 0,-7 3-18 16,13 7-3-16,-5 1-5 0,2 0 0 15,-3 6 3-15,3-3-11 0,-3 4 11 0,0-3-3 16,-1 3 3-16,1 0-14 0,-2-2 14 0,1 1-10 16,-3-5 4-16,1 4 3 0,-1-4 6 0,3 0-4 15,-5-3 19-15,2-1-13 0,1 0-8 16,-4-5 8-16,0 2-1 0,0-2 11 0,0 0-5 16,0 0-7-16,0-17 12 0,-4 6-11 15,4-4-4-15,-3-3 10 0,3-4-5 0,-1 2-18 16,1-9 7-16,0 11 6 0,1-6 0 0,2 5-14 15,-3 1 4-15,4 4-3 0,-1-1 15 0,0 5-25 16,1 0 4-16,0 3 1 0,2 2 0 16,1 3 23-16,-7 2-16 0,14 2 1 0,-8 2 4 15,4 0-15-15,-2 3 29 0,-1 0-16 0,2 1 0 16,2-1 2-16,-4 3 1 0,0-3-3 0,2 1 5 16,-1 0-13-16,-1-3-12 0,2 2-3 0,-1-2 13 15,2-2-11-15,0 1-2 0,-3-4-10 16,3 0-6-16,0-4 14 0,0 1-9 0,1-2-9 15,-4-2 5-15,3-3-11 0,0-1-2 16,1-4-8-16,-5-2 5 0,1-1-15 0,-3-4 2 16,3-2 11-16,-4 2 7 0,-3-3-9 0,0-3 12 15,0 2 7-15,0-2 1 0,0-3 12 16,-3 5 26-16,-1 2 18 0,3 5 13 0,-1 1 5 16,1 2-16-16,1 1-7 0,0 6 5 0,0 2-11 15,-3 5 6-15,3 2 10 0,0 0 8 0,0 0-5 16,0 28 4-16,3-10-2 0,-2 6 3 0,6 2 0 15,-4 6-8-15,4 3 5 0,-1 1-13 16,-2-2 1-16,2 0 12 0,2-1-8 0,-4 1 1 16,2-5 7-16,-2 0-15 0,2-4 13 15,-3-6-6-15,1 2-7 0,0-5 2 0,-4-4-7 16,3 1 17-16,0-8-19 0,-3 2-9 0,0-7-2 16,0 0 10-16,0 0-2 0,0 0 4 0,1-28-14 15,-2 7 1-15,1 2 12 0,1-3-14 16,-1 1-5-16,0-1 10 0,3 3 3 0,0 2 0 15,0-3 3-15,4 7-3 0,-3 0-10 0,3 3 5 16,0 3 2-16,2 4-2 0,3 2 8 0,0 1-11 16,3 3 8-16,1 4-8 0,-1 1 13 15,1 2-2-15,2 5-3 0,-2-4 0 0,-1 6 15 16,1-2-2-16,-2 0-21 0,-4-2 13 0,-3 1 16 16,-1 0-1-16,-1-3 3 0,-5 0 6 15,0-1 1-15,-1 0-7 0,-6-2 8 0,0-4 5 16,-2 1 0-16,-3-2-13 0,-1 2 18 0,-4-3-28 15,0-2 7-15,0-3 13 0,-3-1-7 0,2 1 0 16,-2-2-21-16,6-2-8 0,-3 2-30 16,3-3-31-16,1 0-90 0,3-1-150 15,3 0-572-15,3 1 52 0,1 0 92 0,3 0 46 0,0 0 87 16,7 1 51-16</inkml:trace>
  <inkml:trace contextRef="#ctx0" brushRef="#br0" timeOffset="81440.33">8233 7535 760 0,'7'-10'368'16,"3"1"-40"-16,-6-3-11 0,2 2-33 0,-2 2-15 15,-1 0-33-15,2-3-11 0,-2 2-23 16,0 0-20-16,-3-4-23 0,0 5-1 0,0-1-25 16,0 1 1-16,-3 1-6 0,2 3-34 0,-2-2 14 15,3 6-37-15,-11-1 9 0,11 1-16 16,-16 10-3-16,2-2 8 0,4 6-12 0,-4 3-9 15,4 2 6-15,0 5-13 0,3-1 2 0,-1 2-4 16,2-1-1-16,6 1-2 0,-3-4-5 16,6 2-6-16,3 1-2 0,-2-3 1 0,6 1-1 15,0-7-8-15,5 2-5 0,-2-2 8 0,4-5-8 16,3-2-2-16,1 0 7 0,0-6 6 0,2-2-14 16,1 0 4-16,4-7-16 0,0 2-11 15,-1-7-7-15,0-1-25 0,-4-7 17 0,-2 2-8 16,-3-1-1-16,-5-2 16 0,4 4 9 0,-7 6 18 15,0-3 12-15,1 4-5 0,-4 1-7 16,0 2 12-16,-1 1-15 0,2 3 5 0,-5 3-2 16,-3 0 7-16,10 7-7 0,-7 1 7 0,0 1 8 15,1 2-18-15,-1 3-3 0,1 2 14 0,-3 0 1 16,2 1-12-16,0 0 11 0,0 0-4 0,-3 0 6 16,1 1-23-16,2-5 5 0,-3-1 5 15,0 1-3-15,3-1 18 0,-3-4-4 0,0 1 14 16,0-1-4-16,-3-2-75 0,3-6 5 15,0 4 11-15,0-4 10 0,0 0-11 0,0 0 16 16,-7-20 0-16,4 6 8 0,3-2-5 0,-3-4-1 16,2-6 13-16,1 0-2 0,0-2-5 15,4 0 2-15,-4 3 5 0,6 0 3 0,-2 0 0 16,2 3-3-16,-2 2 6 0,4 2-6 0,1 3 18 16,-2-2-17-16,-1 5 2 0,5 1-3 15,-4 2 0-15,6 1 3 0,-2 1 3 0,-1 4-9 16,0-1 9-16,4 3-11 0,-1-1-33 0,2 4-39 15,-2-1-78-15,4 3-162 0,0 3-530 0,0-1 107 16,3 2 49-16,1 3 72 0,-6-2 56 0</inkml:trace>
  <inkml:trace contextRef="#ctx0" brushRef="#br0" timeOffset="82123.81">9549 7451 1154 0,'7'15'369'0,"-7"-7"-37"16,3 1-45-16,-3 1-26 0,0 4-10 16,3-2-21-16,-3 2-30 0,5 3-23 0,-2 0-16 15,1-1-8-15,2 2-27 0,1-1-8 0,0-2-16 16,3 1-10-16,-3-4-28 0,3 2-2 15,1-6-14-15,2 2-4 0,-2-2-14 0,-1-2 4 16,0-3-6-16,1-2-8 0,-2-1 16 0,1-1-15 16,-3-2-1-16,1-4 6 0,-2-2-1 0,-5-4-7 15,2-4-2-15,-3 0 9 0,-3-1-25 16,-1-7 3-16,-4 0 7 0,-2-1 5 0,0 4-12 16,-4-3 5-16,1 7-1 0,0 2 9 0,-4 4 1 15,3 4-4-15,-4 1 8 0,-2 1-3 16,6 6-6-16,-6 4 6 0,3-1 8 0,-1 5-11 15,5 1 1-15,-1 0 12 0,1 5-15 16,2 2 20-16,4-4-18 0,1 3 8 0,2-1 0 16,4-1-5-16,1 1 0 0,5-2-8 0,1 1 13 15,4-2-23-15,2 2 13 0,1-5-10 0,3-1 12 16,3-3-22-16,0 1 14 0,4-5-9 0,1 0-14 16,5-5 16-16,-2-2-20 0,3-2-6 15,2-2-2-15,-2-1 5 0,0-5 8 0,6-5 4 16,-9 0-4-16,-4 2 2 0,4-13 3 0,-8 4-5 15,-3 1-16-15,-1-3 23 0,-5 2-25 16,-1-4 23-16,-6 1 2 0,2 7-2 0,-4 0 2 16,-2 3 3-16,0 3 2 0,-2 2-7 0,-4 7 3 15,2 2 4-15,-6 1 0 0,-1 7-2 16,-2 4 16-16,-3 4 1 0,1 9 9 0,-5 5 2 16,3 6-5-16,3 12 20 0,1 9-20 0,6 2 21 15,1 6-9-15,9 3 6 0,0 2-5 16,4 4-11-16,-1 11 1 0,4-14-14 0,1 10 11 15,-1-11-7-15,1-3 17 0,-1-3-18 0,3-2 5 16,-2-1 13-16,-4-5-25 0,-1-6 20 0,-2-9-18 16,-1-3-7-16,0-4-21 0,-3-7-26 15,-3 4-38-15,0-7-123 0,-7 2-258 0,6-7-390 16,-7-2 52-16,-2-4 74 0,0-5 71 0,-1 0 75 16,-4-7 38-16</inkml:trace>
  <inkml:trace contextRef="#ctx0" brushRef="#br0" timeOffset="82306.89">9651 8208 1128 0,'5'-8'354'15,"-2"-1"-34"-15,4-6-34 0,3 4-12 16,1-3-23-16,5-1-26 0,2 0-15 0,1-3-23 16,6 1-8-16,2 2-30 0,-2 0-11 0,2 0-26 15,3-1-14-15,-6 1-22 0,0 5-24 0,-3-4-63 16,-2 4-70-16,-1 0-127 0,-1 1-611 0,-3-2 79 15,-1 0 54-15,-5 1 64 0,-1-4 69 0</inkml:trace>
  <inkml:trace contextRef="#ctx0" brushRef="#br0" timeOffset="82874.27">11618 7308 1072 0,'-1'25'356'0,"1"-15"-39"0,0 5-28 0,0 3-15 16,0 5-41-16,1-1-7 0,2 6-24 16,0-2-21-16,4-1-24 0,-3 3-11 0,2 2-26 15,-2-3-18-15,2-2-48 0,-2 0-64 0,3-2-139 16,0 0-468-16,-1-5-148 0,-2-6 102 16,2 2 59-16,-1-8 61 0</inkml:trace>
  <inkml:trace contextRef="#ctx0" brushRef="#br0" timeOffset="83189.9">11885 7010 624 0,'6'8'294'0,"-3"0"-27"0,-3 2 60 16,3 4-35-16,1 3-28 0,0 2-26 16,-1 4-74-16,1 3-29 0,2-1-4 0,1 7-16 15,0 0-10-15,0-3-8 0,0 3-10 0,0 0-13 16,2 0-12-16,-1-3-6 0,-1 4-66 15,-1-2-54-15,-3-4-59 0,1 0-215 0,-1-4-396 16,2 1 89-16,-5-6 28 0,0-4 56 0</inkml:trace>
  <inkml:trace contextRef="#ctx0" brushRef="#br0" timeOffset="83890.02">11765 7503 1067 0,'0'-9'348'0,"0"9"-41"0,6-8-25 0,1 4-24 16,1-3-17-16,5 0-29 0,1 0-17 16,3-1-21-16,6-2-15 0,-2 0-16 0,3 2-20 15,6-6-13-15,-2 3-10 0,2-3-13 0,1 2-3 16,3-4-4-16,-3 2-19 0,0 2 8 0,-3-3-10 16,-1 1-18-16,-6 3 2 0,-2-3 11 15,-4 2-8-15,1-3-10 0,-8 5-10 0,2-3-1 16,-4 3 16-16,1 2-15 0,-3-1 2 15,-3 2-15-15,-1 4 2 0,-1-3-7 0,1 6 0 16,0 0 7-16,-11-1-5 0,11 1 0 0,-16 9 3 16,5 1-3-16,1 3-4 0,3-1-12 0,-4 2 6 15,2 2 18-15,2 1-5 0,1-1-5 0,5 1-18 16,-2 1 4-16,3-1 4 0,3 1 17 16,1 3-17-16,3-3 12 0,5 0 3 0,3 0-11 15,1-1 11-15,5-1-3 0,3 0-15 0,4-1 10 16,-4-7-2-16,2-1-8 0,2-4-3 15,2 0-2-15,-5-3-8 0,5-3 0 0,1 0-5 16,-3-4-15-16,3-2 22 0,-1-4-9 0,-2 1 4 16,-1-5-2-16,-3-4 3 0,-4 4 7 15,-2-2-5-15,-5-2 8 0,1 3-8 0,-7-1 10 16,0 5 3-16,-1 1 8 0,-3-2-9 0,-3 6 12 16,0-3 1-16,-3 4 6 0,0 4 0 0,-4-3 12 15,0 5-12-15,-3 2 5 0,-3 3-8 16,2 3 13-16,-3 3-7 0,-2 0-1 0,1 6 0 15,-1-4-2-15,2 6 0 0,1-2-13 0,1 3 21 16,6-1-1-16,-1-3-5 0,1 2-15 16,2 1 11-16,1-6-1 0,3 3-5 0,3-3 13 15,-3 2 0-15,4-4-16 0,-1-1 9 0,4-3-9 16,-1-1 8-16,2-1 3 0,2-3-3 16,-3 0 1-16,-7 0-11 0,20-7 0 0,-13 3 2 15,0-2 6-15,3 2-3 0,-3-2 0 0,0 1-13 16,-1 1 14-16,-2 2-6 0,3-3-3 0,-3 2-5 15,2-1-7-15,-6 4 12 0,7-3-7 16,-7 3 18-16,6-6-6 0,-6 6-2 0,8-2-10 16,-8 2 8-16,0 0 2 0,10 0-3 0,-10 0-5 15,0 0 1-15,0 0-19 0,10 2-17 16,-10-2-37-16,6 5-48 0,-6-5-56 0,0 0-174 16,1 2-451-16,-1-2 28 0,4 6 110 0,-4-6 60 15,0 0 55-15</inkml:trace>
  <inkml:trace contextRef="#ctx0" brushRef="#br0" timeOffset="84740.51">12675 7225 709 0,'0'0'256'0,"0"0"-3"0,0 0-43 0,0 0 66 16,0 0-15-16,9 18-28 0,-5-4-25 0,-1 3-1 15,3-1-20-15,-2 4-26 0,3 3-25 0,-3 2-1 16,2 0-12-16,-2 2-8 0,2-1-15 15,2-1-13-15,-2 0-5 0,-2 0-10 0,-1 0-3 16,1-3-10-16,2-2-5 0,-3-4 2 0,2 0 0 16,-5-1-12-16,3-5 4 0,-3 1-7 0,3-4 18 15,-6-2-26-15,3 2-4 0,0-7 1 16,0 0 6-16,0 0-10 0,-14-14-8 0,10 4 0 16,-2-6-8-16,-1-1 18 0,4-6-5 15,-5-2-8-15,5-2 16 0,-3 2-13 0,5-4-5 16,-2 3 15-16,0 1-20 0,3 4 10 0,3-3-6 15,-3 6 9-15,3-5-1 0,1-1 1 16,2 5-13-16,5-2 4 0,-1 4 11 0,0-2-23 16,4 3 5-16,0 0 1 0,6 2-6 0,1 3 2 15,2 1-7-15,1 1 8 0,4 2-6 0,-1-1 13 16,4 3-15-16,0 2 3 0,3 2 4 0,-3 0 1 16,3 1 12-16,-3 0-10 0,3 0 5 15,-7 0-10-15,-2 0 3 0,-1 0 5 0,-4 0-6 16,-3 0 3-16,-1-1-10 0,2 1 10 0,-5 0 16 15,1 0-26-15,-4 0 12 0,-3-4-1 16,-7 4 22-16,17 0-10 0,-13-1-13 0,-4 1 13 16,0 0-8-16,0 0-2 0,0 0 4 0,0 0-4 15,-4 11 23-15,-10-3-39 0,-2 5 0 16,-2 4 29-16,-2-1-1 0,-1 3-15 0,1 4-5 16,0-4 6-16,2 6-1 0,-1-3 5 0,4 3-8 15,-1-1 11-15,5-5-15 0,4 4 7 16,1-6-3-16,2 0-7 0,1 0 5 0,3-1-2 0,3-4-1 15,0 2 11-15,1-5-6 0,3-2-9 16,3 1 9-16,3-5-9 0,1 2 12 0,0-4-8 16,2-2-5-16,-1-4 16 0,2 1-13 15,0-4 10-15,-1 0-10 0,-1-6 8 0,-2-2-1 16,1 0-10-16,-1-4 11 0,-3-2-3 0,1 3-3 16,-4-2-2-16,-1 1 18 0,-2 4-10 15,3 0 12-15,-3 5-23 0,-1 2 11 0,0 1-3 16,1 2 0-16,-1 4 0 0,-3 2 3 0,0 0-11 15,11 11 10-15,-5-2-4 0,-2 3 10 0,-1-1-8 16,4 4 7-16,-1-2-7 0,5 1-5 0,-4 3-21 16,3-2-9-16,-2 0-42 0,5-1-51 15,-3-1-33-15,4-2-70 0,-1-3-176 0,1 0-425 16,-4-2 52-16,3-6 101 0,1 0 57 0,0-6 72 16,-3 2 46-16</inkml:trace>
  <inkml:trace contextRef="#ctx0" brushRef="#br0" timeOffset="84956.57">13778 6818 898 0,'0'-8'325'0,"3"2"-33"15,-3 6-5-15,0 0-19 0,0 0-27 0,8 24-13 16,-5-10-3-16,0 10-31 0,4 0-7 16,-4 2-7-16,4 6-14 0,1-1-15 0,-2 5-23 15,1-2-5-15,2-1-8 0,-1 0-15 0,-4 1 0 16,5-4-34-16,-2 2 11 0,1-1-26 15,-5-6-46-15,3 0-41 0,-5 0-66 0,2-6-92 16,-3-2-224-16,3-3-365 0,-6-3 38 0,-1 1 59 16,-2-9 69-16,2 3 62 0</inkml:trace>
  <inkml:trace contextRef="#ctx0" brushRef="#br0" timeOffset="85206.95">13679 7218 1090 0,'-4'-9'335'15,"4"0"-30"-15,0 1-26 0,0 0-23 16,4 0-23-16,2 0-18 0,5 1-31 0,-1-1-5 15,5-2-35-15,1 2-1 0,8-1-23 0,-4 0-7 16,4 1-18-16,3-1-1 0,-2 1-4 0,-1 2-13 16,3 2-3-16,-4 0-5 0,-2 4 0 15,3 0-2-15,-2 1-16 0,1 6 13 0,1 0-5 16,0 3-11-16,-4 4 9 0,0 1 9 0,1 3-2 16,-4 1-25-16,0 2 2 0,-6 0 5 15,3 1-11-15,-5-1 1 0,-2 0-18 0,4 0 10 16,-7 0-10-16,2-2-23 0,0-1-15 0,-2 3-65 15,-1-4-86-15,-3-1-287 0,3-3-426 16,-2-2 111-16,3-3 64 0,-4-5 87 0,3 0 57 16,-3-3 48-16</inkml:trace>
  <inkml:trace contextRef="#ctx0" brushRef="#br0" timeOffset="85323.79">14223 6960 97 0</inkml:trace>
  <inkml:trace contextRef="#ctx0" brushRef="#br0" timeOffset="86206.73">14445 7317 913 0,'9'15'325'0,"-1"-5"-25"0,-1-1-31 16,0 0-24-16,2-2-7 0,-1 1-33 0,2-4-10 16,0 3-44-16,1-1-3 0,-1-2-4 0,0 0-1 15,1-1-20-15,-1-2-16 0,-1 2-7 0,-2-3 0 16,-7 0-5-16,11-7-24 0,-5 1 4 16,-2-2-70-16,-4 0-18 0,0-3 15 0,-4-3-4 15,-2-4-1-15,-5-1-7 0,-2-5 23 0,-5-1-5 16,2 0 9-16,-2 2 12 0,2 0 1 0,-2 2-2 15,2 5 3-15,4-2 18 0,-1 2-11 16,3 2-10-16,0 4 11 0,3 0-3 0,0 3-11 16,1-2 1-16,1 0-3 0,2 2-3 0,0 1 1 15,6-1-11-15,0 3 5 0,5 2-9 16,-1-3 6-16,3 4-1 0,4 1-4 0,-1 0 1 16,1 2-8-16,6 4-5 0,-2-2 12 0,2 4-7 15,3 5 0-15,-2-2 24 0,4 4-24 16,-5 3 5-16,4 3-10 0,-4-2-3 0,0 4 13 15,-5-4 0-15,1-1 3 0,-2 3-8 0,-4-2-5 16,1-1 12-16,-4-1-2 0,-4 0 6 0,3-2-9 16,-5 0 6-16,2-2-6 0,-3-1-4 15,0-3 22-15,0-1-20 0,0 0 13 0,0-5 0 16,-3 3 0-16,3-6 0 0,0 0 2 0,0 0-15 16,-17-14 13-16,13 4-18 0,0-5 7 15,1-3 6-15,0-6-13 0,0-2 2 0,3-1 8 16,0-2-5-16,0 1 5 0,3 3-15 0,0 0 13 15,0 6-6-15,-2-2 6 0,6 6-3 16,-3 3-3-16,2 3 6 0,1 1-14 0,2 6 11 0,-1-2-5 16,-8 4 3-16,20 8-1 0,-6 1 13 15,-1-1-4-15,2 6-4 0,-2 1-7 0,4-2 10 16,-3 2 3-16,3 1-21 0,-3 0 21 0,3-1-11 16,-1-2-5-16,2 0 16 0,-2-3-5 15,-1-1-6-15,1-1 3 0,2-1-2 0,-2-4 4 16,2-3 8-16,-5 0 1 0,5-2-9 0,-1-3-12 15,-3-1 20-15,-1-6-17 0,4 0 9 16,-4-4-12-16,-2-2 7 0,-4-3-20 0,0 2 10 16,-4-6-2-16,-3 7-5 0,0-5 22 0,0 6-20 15,-3 0 8-15,0 0-5 0,2 3-3 0,-5 6 0 16,2 1-3-16,-2 3 9 0,1 2-17 16,-1 2 4-16,6 0 20 0,-13 6-11 0,9 2 16 15,4 4-7-15,-3 0 9 0,6 4-20 16,1 5 18-16,2 0-10 0,4 3 7 0,1 2 3 15,2-1-2-15,1 4-11 0,-3-3 8 0,2 0 8 16,1-1-1-16,-4-2 1 0,0-3-3 0,-2-1 7 16,1 2-14-16,-5-5 17 0,2 0 10 0,-3-5 11 15,-2-1-8-15,-1-2-5 0,-1 0 18 16,-5-2 10-16,0-3-26 0,-1-3 24 0,7 0-21 16,-18-3 8-16,8-3 2 0,0 3-5 0,-1-6 11 15,-2 1-11-15,6-5-8 0,-3 5 1 16,3-3-9-16,1 2-4 0,2 1 10 0,-3-2 5 15,6-1-20-15,-2 3-6 0,3 2-5 0,3-2-48 16,2 2-67-16,-2-2-46 0,4 5-386 0,0-4-272 16,2 2 46-16,-1 1 83 0,-1-3 63 0,-1 0 61 15</inkml:trace>
  <inkml:trace contextRef="#ctx0" brushRef="#br0" timeOffset="86972.84">16578 6829 1190 0,'-4'-4'343'16,"1"0"-31"-16,3 4-33 0,-13-4-33 0,13 4-13 15,-15 1-31-15,6 4-2 0,-1 0-29 0,2 1-20 16,-5 2-28-16,3 1-5 0,-1 1-8 16,4 4-13-16,-3-3-12 0,0 3-1 0,6 1 8 15,-3-2-23-15,1 2-2 0,-1 2-19 0,3-1-2 16,1 0 11-16,-1 1-19 0,4-1-7 16,0-5 0-16,0 4-8 0,0 0 2 0,1-3-4 15,2 1 12-15,0-4-18 0,1 1 1 0,-4-2-3 16,4 2-11-16,-4-3 8 0,3 0 6 15,-3 1-6-15,3-5-15 0,-3 3-13 0,3 0 8 16,-3-3-24-16,1 4-17 0,-1-7-3 0,-1 7-61 16,1-7-56-16,-3 8-116 0,0-6-240 0,3-2-239 15,-3 1 52-15,3-1 62 0,0 0 58 0,0 0 59 16</inkml:trace>
  <inkml:trace contextRef="#ctx0" brushRef="#br0" timeOffset="87806.86">16321 6588 1039 0,'-3'-4'263'0,"0"-1"-35"0,3 5-8 0,0 0-46 16,0 0 3-16,0 0-23 0,0 0-9 15,3 22-9-15,0-6-18 0,1 3-13 0,2 6-5 16,-2 5-13-16,6 2-3 0,-3 2-12 0,3 12-11 15,1-1 3-15,-1-1-13 0,-3-7 1 16,-1-1-17-16,2-2 4 0,-1 1 4 0,-1-2-14 16,1 0-6-16,-4 1 10 0,4-8-10 0,-3-1 5 15,-1 0-5-15,0-6-5 0,-2 2-5 0,-1-5-18 16,3 0 15-16,0-6-10 0,-3 1 0 16,0-4-3-16,0 0-4 0,0-5-6 0,0-2 5 15,0 0-7-15,0 0 12 0,0 0-7 0,0 0 13 16,-6-16-11-16,6 9-5 0,-1-3 13 0,-2-1-2 15,0-4 14-15,3-2-19 0,0 0 12 16,0 0 3-16,-3-6-1 0,6 4-2 0,0 1 8 16,-3-5 0-16,3 0-3 0,1 2-2 0,-1-2 15 15,4 0-15-15,0 4-1 0,0 3-7 16,0 0-7-16,2 0 30 0,-1 6-21 0,2-3 11 16,-3 3-13-16,4 3-3 0,-1 3 21 0,0 2-25 15,1 4 9-15,2-1 3 0,0 7-2 16,4 0 7-16,-3 3-15 0,3 3 13 0,1 3-1 15,-2 3-17-15,2 2 28 0,-2 2-13 0,-1 1-5 16,1 0 3-16,1-1-8 0,-6-2 22 0,6 0-19 16,-4 0 7-16,0-3 0 0,-1-3 5 0,1 1 3 15,1-2-20-15,-1-4 14 0,-2 0-4 16,2 1 12-16,1-4-15 0,3-4-2 0,-1-3 12 16,-1-1-15-16,5-1 0 0,-3-3 12 15,4-3-4-15,0-3 4 0,-1-4-12 0,0-1 5 16,-3-5 5-16,1-3 1 0,-2-2-12 0,-2-1-1 15,-4-4 9-15,-3 2 14 0,1 3-14 16,-5 0 14-16,0 0 2 0,-3 6-8 0,0-2 21 16,0 6-8-16,0 3-8 0,-6-3-2 0,2 7 12 15,-3 6-7-15,0-3-8 0,0 8 6 0,-7 1-3 16,1 4 5-16,-5 7-8 0,5 0 0 0,-5 3-10 16,2 0 5-16,3 1 8 0,2 2-8 15,1-3-8-15,3 4 9 0,0-5-9 0,4 0 0 16,2-5 9-16,2 2-9 0,2-3 11 0,0 3-1 15,5-5-7-15,-2-1-7 0,1-1 12 16,4-3-5-16,-1 0 10 0,-3-4-5 0,5-3 8 16,-1 2-13-16,-4-1 10 0,0 1-7 0,4-3 2 15,-2 1 8-15,-2 2-13 0,0 0 7 0,-7 1-17 16,11-5 0-16,-5 5 7 0,-6 0 6 16,10 5-6-16,-3-4 1 0,0 3 2 0,0 0-3 15,0 0-22-15,-1 3-27 0,2-1-27 16,-1 2-69-16,-1-4-65 0,1 0-140 0,4 4-420 0,-5-6 69 15,1 1 51-15,0 1 75 0,-1-4 43 16</inkml:trace>
  <inkml:trace contextRef="#ctx0" brushRef="#br0" timeOffset="88339.52">17285 6992 813 0,'0'0'254'0,"0"0"-16"0,0 0-20 0,0 0 53 15,7 23-23-15,-3-13-28 0,-1 1-25 0,1 6-24 16,2-3-76-16,-2 3-16 0,2-1 11 0,2 1-29 16,-2-2-2-16,1-1 3 0,0 1-11 15,-1-1 0-15,2-4-15 0,2 1 0 0,-4 0-3 16,1-3-2-16,4-5 25 0,-4 4-38 0,-1-6 15 16,5 1-12-16,-11-2-16 0,13-3 26 15,-6-3-8-15,-1 2 5 0,-1-7-13 0,1 0-10 16,-5-3 16-16,2 0-8 0,0-5 2 0,0 1-15 15,-3 1 25-15,0 5-4 0,1-3-3 16,-1 0 0-16,3 5 7 0,-3 0-2 0,3 2-10 16,-3-1-3-16,3 2 3 0,2 0 3 0,1 4-6 15,1-2-8-15,3 4 16 0,1-4-13 0,-1 4 8 16,7-1-3-16,-4 1-2 0,1 0-8 16,7-4 5-16,-4 3 11 0,3-4-1 0,7 4-10 15,-6-6 3-15,3 1-1 0,0 3 11 0,0-4-10 16,-3-1 0-16,-1 2 5 0,-3 0-11 0,-3-2 8 15,0 0-5-15,-1-3 1 0,-2 2-6 16,-2 0 12-16,-2 1-1 0,-3 0 14 0,3 0-4 16,-4 0-11-16,-3 3 5 0,0 0 8 0,0 4-12 15,0 2-1-15,0 0-3 0,-14 6-1 0,4 0 4 16,0 7 8-16,2-3-8 0,-4 7-7 16,2 4 2-16,2-2 10 0,4 1-5 0,-2 0-12 15,3-1 12-15,3-1-7 0,0 3 12 16,3-3-5-16,3 0 0 0,-2-2-5 0,10 2 6 15,-1-1-1-15,2-2-15 0,4-1-39 0,-1-4-79 16,6 0-84-16,-4-3-428 0,1 0-138 0,0-5 59 16,-2-2 72-16,-1-1 50 0,3-3 73 15</inkml:trace>
  <inkml:trace contextRef="#ctx0" brushRef="#br0" timeOffset="89173.54">18687 6861 696 0,'7'24'279'0,"0"-2"-26"0,3-3 44 0,-3 1-28 16,-1-1-18-16,-2 0-29 0,3 0-9 0,0 2-24 15,-3-4-35-15,2 1-1 0,-2-3-19 16,-1-4-9-16,3 0-20 0,-3 2 5 0,2-5 0 15,-5 0 28-15,3-4-38 0,-3 1 5 0,0-5 0 16,0 0-18-16,0 0-13 0,0 0 0 0,7-17 1 16,-4 3-22-16,0-3 6 0,-2-1-7 15,2 0 1-15,3-6-14 0,-1 7 7 0,-2-1-23 16,3 2 0-16,-2 1 13 0,-1 5-18 0,4 1 5 16,0 2-13-16,-3 5 0 0,3 2 3 15,-7 0 0-15,23 9 2 0,-13 0 0 0,0 1-12 16,4 4 15-16,-3 2-10 0,-1 1-3 0,4 0 7 15,-4 1 1-15,1-1-5 0,-5-1-8 16,1-1 0-16,-1-2 0 0,-2 0 8 0,-1-3-3 16,4 0 5-16,-6-2 13 0,2 1-79 0,-3-3 15 15,3-4 0-15,-3-2 20 0,0 0-7 16,0 0 10-16,0 0 5 0,0 0-10 0,-7-19 0 16,4 5 5-16,-1-3 8 0,1-2-5 15,0-6 7-15,2-2-12 0,1-4 9 0,0 1 1 0,0 4 5 16,1 1-5-16,2 1 0 0,0 5 10 0,1 1-13 15,-1 2 10-15,-2 6 1 0,5-2-6 16,1 8-7-16,-1-2 15 0,2 5-11 0,2 2 6 16,0 5-2-16,1 3 4 0,2 0-7 0,0 5 10 15,5 0-5-15,-5 1 5 0,5 2 5 16,-5 1-15-16,5-3 20 0,2 6-10 0,-3-4 0 16,3-5-5-16,1 5 2 0,-1-3 11 15,1-5-6-15,3 1 11 0,-1-2-5 0,-2-2-8 16,0-3 5-16,-1-2-10 0,1-2 13 0,-1-1-6 15,-3-3 11-15,1-1-16 0,-2-8 14 16,-1-1-4-16,-2-2-7 0,-2-1-2 0,-2-5 9 0,-2 2-12 16,-3-2 8-16,-4 4-1 0,3-3 9 0,-3 7-11 15,0-2-3-15,0 7 3 16,-3 0-2-16,-1 3-1 0,-2 1 8 0,-4 6 0 0,-1 1 3 16,1 4-13-16,-3 3 10 0,-2 3 8 15,2 1-11-15,-1 1-2 0,1 2 3 0,2 2-1 16,4-2 6-16,0 1-13 0,1-3 10 0,2 2-13 15,1-2 11-15,-1-2 5 0,4-1-14 16,0-2 9-16,0 2 2 0,4-3-10 0,0-1 15 0,2-4-7 16,1 2-1-16,0-3-4 0,3-1 4 15,0 0 1-15,-10 0 7 0,14-1-12 0,-4-3 4 16,0 4 6-16,-3 0-11 0,-7 0 8 0,18 0-10 16,-8 5 0-16,3-4-8 0,-2 0 13 15,-1 2-10-15,4 1-28 0,-1-1-36 0,-2 3-62 16,2 0-41-16,0-4-58 0,-2 2-116 0,-4 0-138 15,6-1-261-15,-2 1 56 0,-1-2 83 16,-3-2 55-16</inkml:trace>
  <inkml:trace contextRef="#ctx0" brushRef="#br0" timeOffset="89372.52">19716 7024 826 0,'0'-9'202'0,"3"-3"8"16,0 1 8-16,2 1 2 0,-2 2 69 16,0-1-25-16,1-2-18 0,-1 7-44 0,0-3-10 15,4 5-5-15,0-3-18 0,-7 5-5 0,17 4-19 16,-7-2-1-16,4 4 4 0,0-1-10 15,0 7-25-15,5-2 10 0,-4 1-18 0,4 3 5 16,-1-3-28-16,0 4-8 0,1 0-10 0,-1-3 5 16,-1 2-23-16,0 1-53 0,-4-5 4 15,2 1-56-15,-5-3-61 0,1-1-100 0,-2 0-221 16,-2-4-380-16,0-2 43 0,0-2 61 0,-7 1 80 16,7-4 66-16</inkml:trace>
  <inkml:trace contextRef="#ctx0" brushRef="#br0" timeOffset="89572.67">20014 6734 867 0,'0'0'387'0,"-15"12"-26"0,9-4-36 0,-1 6-33 16,1 2-83-16,-1 3-14 0,-1 3-8 16,1-1-18-16,-2 2-18 0,2 8-5 0,-4-3-13 15,1 1-3-15,-4 0-30 0,7 2-8 0,-6-2 11 16,2 0-24-16,4-1-10 0,-2-3-56 0,2-2-26 15,0 0-76-15,0-5-134 0,4-1-612 16,2-5 106-16,1-4 53 0,0-2 64 0,1-1 70 16</inkml:trace>
  <inkml:trace contextRef="#ctx0" brushRef="#br0" timeOffset="90272.87">20253 6969 1200 0,'13'-9'356'0,"-6"2"-18"0,4-3-26 16,-4 3-41-16,-1-1-38 0,1 3-2 0,-1-3-32 15,-1 0-9-15,1-1-34 0,-2 1 5 16,-1-3-36-16,0 3 1 0,-3 2-8 0,0-2-21 16,0 1-10-16,0 1-21 0,0 6 22 15,-6-4-24-15,2 0-8 0,4 4-8 0,0 0-7 16,-20 7 3-16,13 0-13 0,3 0-6 0,-2 2 3 15,1 0 16-15,2 2-18 0,0 1-1 16,3 1 6-16,0 1-13 0,3 3-3 0,2 0 3 0,1-1-13 16,4 1 3-16,0 2 12 0,4-2-9 15,3-1 1-15,3 0 6 0,2 0-10 0,2 0 7 16,-1-7-4-16,1 0 6 0,3-2-11 0,-2 1 9 16,2-7-5-16,1 1-2 0,-2-2-6 15,4-2 14-15,-2-3-3 0,0-1-13 0,-1-5 23 16,0-1-18-16,-2-4-3 0,-2-1 3 15,-2-6-2-15,-1 2 5 0,-6-4-3 0,-3 3 0 16,-1 0 10-16,-4 4 8 0,1 1 23 0,-4 2-35 16,1 3 4-16,-4 3 3 0,-4 0-13 0,-2 2 0 15,2 2 0-15,-6 5 5 0,10 0 1 0,-24 7-16 16,7 1 10-16,3 2 5 0,-3 3 0 16,4 2-10-16,-1 1 0 0,0 2 10 0,1 0 1 15,5-2 4-15,1 1-15 0,1-2 10 0,0 2-7 16,6-5 10-16,-1 3-13 0,2-5-11 15,-1 4-4-15,3-5 15 0,3-1-3 0,1-1-12 16,1-5-5-16,1 0 22 0,1-2 8 0,-10 0-10 16,18-4 0-16,-5-4-5 0,-2-4 5 15,2 0-2-15,0-6-11 0,-1-6 10 0,-2-5-2 16,3-1-18-16,-6-2-7 0,-3-6 12 0,-1 1 0 16,0-15-5-16,-6-2-3 0,0 1 13 0,2 3-10 15,-5 9 8-15,3 7-1 0,-2 9 1 16,-1 0 30-16,3 3-17 0,2 5 7 0,-5 2-8 15,3 4 3-15,-1 2-2 0,-3 8 2 0,3 1 5 16,4 0-2-16,-10 11 12 0,7 4-12 16,-3 1-1-16,6 3-2 0,-1 6 5 0,2 5-2 15,2 4 4-15,3 0 1 0,1 10-5 0,7 1-1 16,0-1-4-16,3-2-1 0,3-1-22 16,1-5-32-16,3 1-130 0,3-6-304 0,1 0-382 15,-2-7 54-15,1-8 87 0,-5-5 61 0,5-3 95 16,-3-2 41-16</inkml:trace>
  <inkml:trace contextRef="#ctx0" brushRef="#br0" timeOffset="91105.96">21668 6803 875 0,'0'8'348'0,"0"6"-43"15,-4-3-14-15,8 4-9 0,-4 1-47 16,4 2-27-16,-1 0-16 0,3-2-8 0,1 5-35 16,0-2-4-16,1-2-19 0,1 0 2 0,1-1-18 15,1-4-36-15,-4 1 6 0,3-5 7 0,-4 0-23 16,2-4 7-16,2 2-14 0,-4-5-4 16,-2 3-9-16,-4-4-1 0,11-6-4 0,-11-2-6 15,0-1-5-15,0-5-2 0,-3 1 10 0,-5-6-16 16,1 1 1-16,-3-1 4 0,-1 0 1 0,1-2-21 15,-3 5 54-15,5 3-34 0,-1-2 29 16,2 5-5-16,1-4-19 0,-2 4 9 0,1-2-24 16,1 4 21-16,5-2-5 0,-2 3-3 0,3-1-3 15,0 2 1-15,4-2-16 0,-1 1-2 0,4-1 5 16,3 2 2-16,-3 2-5 0,3 0-4 16,1 1-1-16,2 3 5 0,-3-2-10 0,4 2-3 15,-1 2 3-15,-1 1 0 0,4 4 11 16,-2 0-6-16,3 2-5 0,-3 5 0 0,2-1 0 15,-1 1 7-15,-2 3-4 0,0-1 2 0,-2 1 3 16,-1 0-8-16,0-3 0 0,-2-1 10 0,1 2-15 16,-5 0 12-16,3-3-7 0,-4 1 6 15,4-4 4-15,-3 1-2 0,-1-2-19 0,0 0 14 16,1 1 5-16,-1-3-1 0,3-3-12 0,-1 2 3 16,-2-4 7-16,4-1-8 0,2-4-5 0,-5 0 1 15,7-2 2-15,-4-2 10 0,3-4-5 0,0-4-5 16,-3 0 2-16,3-1 13 0,-3 3-17 15,0 1 14-15,-3 1-12 0,2 1 5 0,-3 3-8 16,1 0-4-16,-1 5 7 0,0-1 5 0,-3 4 17 16,0 0-19-16,3 15-3 0,-2-8 5 15,-1 2-10-15,4 2 17 0,-1 3 3 0,1 1-10 16,2-1-2-16,-2 0 7 0,2 3-13 0,2-2 24 16,1-4-14-16,-2 4 9 0,3-1-11 15,1-4 0-15,-1 0 5 0,0-3 5 0,4 1 0 0,-1-5-10 16,-2-2 0-16,3-1-5 0,0-1 8 15,-1-2 4-15,4-4-2 0,-3-2-15 0,-1-6 15 16,1-1-15-16,0-9 0 0,0-2-6 0,-4-3-2 16,0 0-5-16,1-19 16 0,-2 1-11 15,-5 7 0-15,-1-9 10 0,0 7-12 0,1 8 15 16,-3 4 10-16,2 4-8 0,-3 4 16 0,0 5-10 16,0 1-1-16,0 4 3 0,0 5-10 15,0 6 10-15,0 2 13 0,0 0-18 0,-3 24 23 16,2-5-13-16,1 11 16 0,0 5-11 0,0 7-2 15,1 14-5-15,-1-4 23 0,3 4-16 16,0-3-7-16,-3-6-3 0,3-11-5 0,-2 3 2 16,-1-5-20-16,3-3-33 0,-3-5-95 0,0-7-235 15,0-1-530-15,0-6 115 0,0-6 81 0,0-2 65 16,0-4 56-16,0 0 62 0</inkml:trace>
  <inkml:trace contextRef="#ctx0" brushRef="#br0" timeOffset="91322.88">22229 6740 1154 0,'-3'-4'461'0,"3"4"5"0,-4-7-129 16,4 7-76-16,0-6 70 0,0 6-9 0,3-6-7 15,-3 6 8-15,11-7-67 0,-2 4-18 0,6-1-62 16,4 1 21-16,2-3-46 0,3 4-18 0,4 1-81 16,-1-4-6-16,1 3-21 15,-2 0-2-15,-1-2-20 0,-2 4-11 0,-5-2-15 0,2 1-41 16,-6 1-10-16,-1 0-59 0,-3 0-59 15,-5 0-248-15,-2 3-428 0,-3-3 44 0,0 0 115 0,-27 4 79 16,5-2 54-16,-18 0 59 0</inkml:trace>
  <inkml:trace contextRef="#ctx0" brushRef="#br0" timeOffset="92422.52">2361 9281 1041 0,'-3'-9'356'0,"2"2"-18"0,1 0-10 16,-4-1-52-16,4 1-12 0,0 0-31 0,0-1-16 15,0 2-30-15,4 0-10 0,0-3-31 16,2 2-11-16,1 0-4 0,0 1-24 0,4 2-7 16,1 2-18-16,-1-1 3 0,3 3-14 0,-1 3-25 15,1-1 13-15,0 5 0 0,3 2-13 0,-4 0-5 16,1 5 0-16,-3 0-8 0,-1 3-7 0,0 2 7 16,-6 0-2-16,-1-2-3 0,0 1-10 15,-6 3 8-15,0 0-16 0,-1-2 10 0,-4 2 6 16,-1 2-3-16,2-4 20 0,-3-1-20 0,-1-3-7 15,2 1 2-15,1-4-3 0,1 1-23 16,1-4 13-16,-1 1 29 0,3-2-9 0,1-1 1 16,0 0-3-16,-1-4-8 0,0 4-4 0,1-6 1 15,3-1 9-15,0 0-3 0,7 7-13 16,-7-7 5-16,17-2 0 0,-2-3 8 0,1 3-25 16,5-4 17-16,6-1-20 0,4-3 7 15,3 2-33-15,0-2-20 0,-3 2-21 0,-1-1-53 16,1-1-85-16,-7-2-118 0,0 4-563 0,-7-3 102 15,-3 2 96-15,-3-6 35 0,-5 7 74 0,-3-4 51 16</inkml:trace>
  <inkml:trace contextRef="#ctx0" brushRef="#br0" timeOffset="92839.74">2265 9143 852 0,'-18'15'294'0,"1"3"-17"15,7 0-11-15,-3 3-18 0,2 4-15 0,-2 3-20 16,3 3-29-16,2 2 54 0,2 1-21 16,2 0-32-16,4-1-1 0,0 2-33 0,4 0-8 15,5 2 8-15,-1-5-38 0,8 12-11 16,5-9 1-16,3 4 4 0,4-10-20 0,-5-5-12 16,4-4-4-16,4-7 6 0,0 4-10 0,3-9-6 15,4-1 1-15,3-7 4 0,3 0-22 16,18-7 9-16,-7-3-9 0,3-5 4 0,-7-1-12 15,-3-3-5-15,-3-4 2 0,-5-2 6 0,-8-2-14 16,-2-6 24-16,-6 0-21 0,-4-7 8 0,-6 5 0 16,-7 0-8-16,-4-4-8 0,-3 0 3 15,-7-15 13-15,-3-1-18 0,-7 3 3 0,-4 4 17 16,-5 3-15-16,-5 5-5 0,-4 5 8 0,1 3-11 16,-7 7 13-16,-3 7 0 0,-4 7-15 15,-1 7-5-15,2 4 2 0,-20 7-2 0,-16 8 2 16,1 3 0-16,3 7-12 0,0 3-4 0,8 4-6 15,9 0-9-15,14-6-20 0,4 6-30 16,6 1-27-16,8-2-4 0,6-3-80 0,9-4-99 0,6-4-469 16,5 4-141-16,4-7 85 0,1-2 114 15,5 1 53-15,0-6 57 0,2 0 50 0</inkml:trace>
  <inkml:trace contextRef="#ctx0" brushRef="#br0" timeOffset="93289.69">4538 8943 847 0,'-4'7'292'0,"-2"0"-42"16,3 4-4-16,-1 4-28 0,1 2-24 0,0 1-2 15,2 4-18-15,1-2-10 0,-4 5-33 0,4 2-14 16,0 2-4-16,0-2-8 0,0 4-10 0,0-4-24 16,4 3-42-16,-3-3-50 0,1-2-43 15,2-1-92-15,0-6-146 0,2 0-353 0,-3-3 20 16,1-1 54-16,3-8 30 0</inkml:trace>
  <inkml:trace contextRef="#ctx0" brushRef="#br0" timeOffset="93643.2">4479 9049 775 0,'0'-6'233'16,"4"6"-13"-16,-4 0-20 0,0 0-6 0,17 8-38 15,-3 2-2-15,-1 4-13 0,5 1-31 16,2 3 18-16,1 5-18 0,0-3 10 0,9 10-25 15,-7-4-26-15,-1-7 5 0,1 5-10 16,-3-6 0-16,1 4 64 0,-3-6-33 0,-2-3 2 16,2 1-15-16,-8-3 5 0,4 1-13 0,-4-3 11 15,-3-5-13-15,2 2 9 0,-1-5-22 0,-8-1 5 16,0 0-7-16,10-8 4 0,-7-2-2 16,-3-1 5-16,0-3 13 0,-6-4-8 0,2-4 3 15,-7-9-19-15,1 2 1 0,-3-14 0 0,-1 0 10 16,-2-3-3-16,2 2-12 0,3-3-1 15,1 12 6-15,3 3-15 0,1-3 7 0,5 2-21 16,-2 7 14-16,3-1 12 0,0 5-18 0,3-2-10 16,-2 5-7-16,2 2 17 0,3-1-18 15,2 4 6-15,-2 0-16 0,1 5-13 0,3 0-12 16,4 5-14-16,-4 0-45 0,5 4-95 0,-2 4-79 16,4 2-600-16,3 6 21 0,1-1 85 15,-4 4 63-15,3-3 62 0,-6 3 64 0</inkml:trace>
  <inkml:trace contextRef="#ctx0" brushRef="#br0" timeOffset="93972.84">5126 9237 895 0,'3'24'315'0,"-3"-2"-33"0,1-4-31 16,-1 3-8-16,3-3-20 0,0-1-34 15,0 1 3-15,1 0-23 0,0-3 0 0,5 2-26 16,-1-2-12-16,-2-4-11 0,1 4-5 0,3-5-15 15,1-1-13-15,-1-1-18 0,0-7 10 0,4 4-2 16,-4-5-8-16,7-6-10 0,-3-1-8 16,3-3 11-16,-3-1-3 0,0-7-3 0,-1-3 0 15,-3 1-2-15,-3-5-5 0,-3-6-1 16,-1-3 14-16,-3-4-19 0,-4 3 3 0,-2 0 16 16,-2 2-3-16,-2 1 0 0,1 4 7 0,1 6 6 15,1-2-16-15,-3 6 13 0,4 7-20 16,-5-3-13-16,1 10 7 0,0 0 1 0,-1 4-6 15,-2 0-5-15,-1 7-10 0,0 0-12 0,1 4-4 16,-1 2-22-16,1 0-34 0,2 3-45 16,4-1-34-16,0 1-108 0,5-1-304 0,2-3-338 0,3 2 67 15,3-3 86-15,1-4 85 0,1 0 44 16,1-6 71-16</inkml:trace>
  <inkml:trace contextRef="#ctx0" brushRef="#br0" timeOffset="95138.93">6414 8872 673 0,'-3'-7'353'0,"3"-1"-10"0,-3 1-8 0,3 1-35 15,-3 3-26-15,3 3-29 0,-1-9-25 0,1 3-12 16,0 6-44-16,0 0-3 0,0 0-8 16,0 0-19-16,0 0-14 0,-9 17-7 0,9-7-9 15,-1 3-4-15,1-3-23 0,0 7-5 0,0-4-6 16,0-1-2-16,1 3-2 0,-1-1-9 0,3-1-6 15,-3-1-1-15,0-1 0 0,3 0-8 16,-3 1-10-16,0-2-2 0,3-1-11 0,-3-3 8 16,0 0-2-16,0 0-6 0,0 1 0 0,0 0-2 15,1-3 5-15,-1 3 10 0,0 0-12 16,0-4-9-16,0 4 6 0,0 1 8 0,0-1-16 16,3 1 8-16,-3 2-6 0,0-3 1 0,0 3-6 15,0-2 4-15,3 2-1 0,-3-1 5 0,0 4-13 16,0-5 11-16,3 2-13 0,-3-3-5 15,0-1 25-15,0 0-12 0,0 0 7 0,0 1 21 16,0-4-21-16,1 2 10 0,-1-5-15 0,2 10 24 16,-2-10 6-16,1 1-6 0,-1-1 19 15,0 0-25-15,0 0-7 0,0 0 12 0,0 0-10 16,-4-20 7-16,4 8-2 0,-3 0 3 16,0-5-11-16,3 0-2 0,-4-5-3 0,4 3 6 15,-3-6-11-15,3 1 15 0,3 5-22 0,-3-3 14 16,1 3 14-16,2 0-23 0,0 0-1 0,0 6 8 15,1-2-10-15,3 1 6 0,0 4-14 0,-1 2 3 16,4 2-13-16,1 2 20 0,0 4-9 16,1 0 2-16,3 2-3 0,1 6-5 0,-1-1 18 15,2 1-10-15,-1 3 3 0,2 3-11 0,-5 2 15 16,-2-3 1-16,3 1-8 0,-4 3-8 16,-1-4 8-16,-1 0 7 0,-2 1 1 0,1 0-6 15,-4-3 6-15,1-1 10 0,-1-2-11 16,1 2 21-16,0-3-28 0,-4 0 21 0,3-1-9 15,-3-2-2-15,0-4-5 0,0 0 3 0,0 0 2 16,0 0 8-16,0 0-5 0,-18-13 12 16,15 2-12-16,-4-1 5 0,1-5-19 0,2-3 12 0,0-1-4 15,1-2 11-15,0-4-18 0,3 2 0 16,0 0 7-16,3 2 1 0,0-1-1 0,2 6 9 16,1 2-27-16,-2-1 9 0,5 6 4 15,2-2 0-15,-1 6-7 0,1 3 0 0,2 4-3 16,1 0-5-16,3 8 11 0,0 1 9 0,0 1-7 15,0 6-8-15,4 5 21 0,-4 0-11 16,0 5 16-16,0 4-8 0,-3-3 5 0,3 0-12 16,-4 3 15-16,1-2-16 0,-4 1 13 0,1-1-10 15,0-3-51-15,-2 0-5 0,-2-7-59 0,0 3-41 16,3-4-80-16,-6-5-120 0,2 2-407 0,1-6-53 16,-4-4 97-16,0 2 51 0,-3-6 71 15,0 0 54-15</inkml:trace>
  <inkml:trace contextRef="#ctx0" brushRef="#br0" timeOffset="95705.93">6999 9137 670 0,'0'-5'238'0,"0"-2"-7"0,3 0-11 0,-3 0-8 0,8 2-10 15,-5-4 6-15,4-1-19 0,0-1 18 16,4 3-43-16,1-3 5 0,-2 1-28 0,2-4-5 16,0 5-8-16,2-7-13 0,0 5-23 0,-1-4 13 15,-2 1-33-15,-1 3 40 0,0-3-20 16,-2-1-7-16,-1 5-3 0,-1-2-16 0,-3 0 26 15,0 3 44-15,1 0 5 0,-1 1-21 16,1 2 1-16,-3 2-27 0,-1 4-12 0,0 0-3 0,0 0-4 16,0 0-11-16,-12 17-13 0,3-5 15 15,5 2-27-15,-5 3-1 0,4 0 3 0,-1-1 3 16,2 2-16-16,4 3-5 0,-3-3-10 16,3-1 15-16,0 1-15 0,3-3 7 0,1 2 3 15,2-5-13-15,2 1 1 0,1-2 4 0,5 0 0 16,0-5-4-16,2-1-9 0,5-3 16 15,0-2-5-15,2-2 0 0,1-5-6 0,8-1-7 16,1-3 3-16,-5-3-8 0,10-7-5 0,0-2 25 16,-4-4-23-16,-7 5 6 0,-7-2-3 15,-3 5-13-15,-3-5 13 0,0 2-3 0,-7 4 13 0,-1 0-8 16,-2 3 1-16,-1 4-3 0,1-2-8 16,-1 3 8-16,-6 6-5 0,-1 0 7 0,4 4 3 15,0 0-8-15,-16 1-4 0,9 6 9 0,-4 0 6 16,1 1-11-16,3 1 13 0,-4 1-10 15,1-1 13-15,1 4-1 0,2-2-7 0,0-3-10 16,3 1 18-16,-3-1-13 0,4 0-3 16,0-1-10-16,0 1 15 0,3 0-4 0,0-6 17 15,3 5-10-15,-3 0-3 0,3-3-2 0,0 2-2 16,1 0 7-16,2-1-3 0,2 2 6 0,-2 0-11 16,1 1 18-16,3-1-2 0,-3 2-8 0,1-5-3 15,1 4 1-15,1 0-9 0,1-1 24 16,-1 2-15-16,4-1-34 0,-1-1-15 0,-2 0-11 15,2-2-86-15,1 1-77 0,-3-2-154 0,5-1-497 16,-2-3 47-16,-3 0 105 0,2 0 61 16,1-6 84-16,-4 3 54 0</inkml:trace>
  <inkml:trace contextRef="#ctx0" brushRef="#br0" timeOffset="96271.34">7871 8816 688 0,'0'0'300'0,"0"0"-6"15,0 0-28-15,0 0-25 0,10 17-19 0,-9-7-9 16,5 3-26-16,-3-1-11 0,1 5-17 0,3-1-16 16,-4 1-7-16,1 0-8 0,2-1-20 15,-5 1-19-15,5-2 6 0,-3 1-8 0,0-5 2 16,-3 1-14-16,5-2 1 0,-5 1-4 0,3-4 23 16,-3 0-18-16,0-2 20 0,0 1-2 0,0-6 4 15,-3 4-17-15,3-4-7 0,0 0-6 16,-8-14 0-16,5 6-18 0,-4-6-2 0,4-3-14 15,-3-1-4-15,5-7 10 0,-2 0-8 0,-1 2-2 16,4-2-10-16,0 5 14 0,4-1-6 16,-1 2-14-16,1 1-12 0,-1 1 9 0,1 3-9 15,5 3 5-15,-1 3 7 0,-1 1-18 0,2 4 1 16,1 3 2-16,4 1 2 0,-4 2 3 16,5 4-5-16,-2 4 8 0,4 3-3 0,-3 3 3 15,3-2-5-15,-4 2 2 0,2 1 7 0,-2-1-9 16,4 1-11-16,-6 1 16 0,5-1-8 15,-2-2 0-15,0-3 8 0,0 3-6 0,-1-4-9 16,1-2 19-16,-1-1-12 0,2-1 0 0,1-6-7 16,-2 3 4-16,-1-4-5 0,-2-2 14 0,3-4-19 15,-1-2 15-15,1 0-7 0,-4-4-2 16,0 0-4-16,1-4 4 0,-5-4 7 0,1-4 2 16,-4 1-7-16,-2 4 5 0,2-6 0 0,-3 6 13 15,0 0-5-15,0 3-8 0,0 3 15 16,0-1-10-16,0 3 21 0,0 3-21 0,0 3 0 15,0 4-8-15,0 0 11 0,0 0-8 0,0 0 13 16,-4 22-16-16,4-8 6 0,1 0 12 16,2 4-7-16,4 0 5 0,-6 0-8 0,5 6 2 0,-2-6 4 15,5 5 1-15,-2-3-9 0,4 0-18 16,-1-1-26-16,-1-7-44 0,2 2-81 0,-1-3-208 16,1 1-496-16,-1-10 53 0,0 3 65 15,-6-10 61-15,-4 5 79 0,10-8 72 0</inkml:trace>
  <inkml:trace contextRef="#ctx0" brushRef="#br0" timeOffset="97007.32">8651 8972 765 0,'0'6'320'16,"0"1"-10"-16,3 1-42 0,-6-2-1 15,6-4-35-15,-3 5-27 0,0-7-3 0,0 8 6 16,0-8-29-16,0 0 0 0,0 0-23 0,0 0-18 15,0 0-7-15,0 0-13 0,-4-23-18 0,4 11-16 16,0-1-5-16,-3-5-4 0,6 1-11 0,-3-1-8 16,0 0-2-16,1-1-3 0,2 7 0 15,-3-3-10-15,3 5-5 0,0 0-5 0,1 1 10 16,3 2-16-16,-3 2 3 0,2 2-10 0,4 2-10 16,-10 1 18-16,18 1-14 0,-9 0 4 15,1 2-6-15,5 1 3 0,-2-1-11 0,4-2 14 16,0 5-9-16,4-5 9 0,0 1-4 0,-2-2-17 15,3-2-5-15,1 2-8 0,-2-2-2 16,-1-4 2-16,1-2-3 0,-4-1 9 0,0 1-4 16,-4-2 6-16,1 1 5 0,-4-7-11 0,1 5 22 15,-4-4-14-15,-3-1 21 0,2 0-3 16,-3-1 13-16,-3 6-8 0,0-1 6 0,3 2-1 16,-2 3-7-16,-1 0-5 0,0 7 15 0,-4-3-18 15,4 3 18-15,-3 17-13 0,0-1 8 0,-1 5 5 16,4 10-13-16,0 2 21 0,1 19-10 15,5 5-9-15,0 1 6 0,5 0-5 0,-1 6 2 16,0-4 8-16,2 0-17 0,0-1 4 0,-1 0-5 16,0-2 10-16,1-2-7 0,-5-5-13 15,1-12 10-15,-5-6 10 0,0-7-4 0,-3-3 6 16,0-5-14-16,-3-6 5 0,0-3-8 0,-5 0 15 16,-1-8-7-16,-2 0 5 0,-3-4-1 15,-5-7 34-15,1 1-12 0,1-1 35 0,-4-3-10 16,4-1-29-16,1 1 9 0,1-2 2 0,2 0-3 15,-2-2-5-15,3 2 19 0,5-4-17 0,0 6 12 16,0-2-4-16,4-3-28 0,3 1 16 16,2 2-28-16,2-1-16 0,3-1-18 0,3 0-40 15,1 0 12-15,3 1-57 0,-1-1-83 0,5-3-134 16,1 5-550-16,-1 0 41 0,-1 0 92 16,0 0 66-16,-3 1 60 0,2-4 76 0</inkml:trace>
  <inkml:trace contextRef="#ctx0" brushRef="#br0" timeOffset="97238.35">9429 8369 865 0,'-6'9'366'16,"-1"4"-10"-16,1-1-39 0,1 6-25 15,-1 4-24-15,3 3-37 0,2 6-16 0,2 2-82 16,5 3-28-16,2 11-8 0,-2-1-5 0,1-6-7 16,3 10-6-16,1-1-12 0,-1-2-14 0,-4-8-30 15,5 7-46-15,-1-9-51 0,-6-5-79 16,2-7-178-16,-2 7-426 0,3-7 86 0,-4-2 34 16,-2-10 69-16</inkml:trace>
  <inkml:trace contextRef="#ctx0" brushRef="#br0" timeOffset="97954.73">9313 8869 803 0,'4'-4'289'0,"3"-5"-17"0,3 0-37 16,0-1-15-16,4-1-28 0,3 3-30 0,3-4-11 15,1 0-11-15,3 3-12 0,-4 0-17 16,1 1-14-16,-4 1-5 0,0 3-8 0,1-2-17 15,-2 6-8-15,-3 0-5 0,2 0 4 0,-2 5-1 16,1 0-19-16,-1 2 8 0,-1 1-5 16,0 3 3-16,-2 2-3 0,1-3-13 0,-4 4 0 15,0-3-13-15,0 1 3 0,3-1 13 0,-3 0-11 16,-1 3 3-16,1-4-2 0,1-2-6 0,-2-1 8 16,1 3-5-16,3-3-15 0,-2-4-11 15,2 2 13-15,0-3-12 0,3-2-19 0,-3-2 26 16,1 0-20-16,0-4-6 0,2-1-2 0,-2-8 0 15,2 3 5-15,-6-5-3 0,6-4 6 16,-6 3 2-16,3 1 0 0,-3 0 28 0,1 2 10 16,1 3 9-16,-6-1-14 0,1 3-2 0,2 6-3 15,-1 0-7-15,1 2 20 0,-6 2-3 16,0 0-5-16,11 9-2 0,-5-1 0 0,-3 2 5 16,2-2-8-16,1 9 3 0,1-7 7 0,-1 5-17 15,1 0 5-15,4 1 12 0,-5-4-12 16,4 2-1-16,1-2 4 0,-4 1-6 0,3-3-3 15,4-2 6-15,-7-1-3 0,6-1-2 0,-2-4 4 16,2-2-19-16,0 0 12 0,2-7-21 0,1 3 8 16,-1-6 13-16,1-2-30 0,1-3 32 0,-2-2-17 15,1-8-11-15,-6 0-2 0,4-6-8 16,-7 2-2-16,-1-4-16 0,1-2 16 0,-3-18 4 16,-3 9 1-16,2 2 2 0,-6-9 11 0,2 4-3 15,1 9 15-15,-4-1 6 0,1 4 7 16,-1 0 13-16,1 4 15 0,0 5 5 0,0 2-15 15,-1 5 3-15,1 3-8 0,0 2-5 0,0 9 12 16,-2 2-9-16,5 3 9 0,0 0 1 0,-13 18-3 16,10 2 10-16,-1 2-12 0,4 8 27 15,-3 5-20-15,6 5 16 0,0 13-6 0,1 2 16 16,2-2-23-16,4 3 2 0,-2-5 8 0,5-1-13 16,-3 0 13-16,4-1-10 0,-3-6-3 15,2-5-2-15,-3-11 4 0,0 1 6 0,1-6-20 16,-1-4 12-16,3-1-5 0,-2-4 0 0,0-4-5 15,3-6 2-15,-1 1-22 0,0-7-44 0,1 2-59 16,-1-6-133-16,-2 2-625 0,-1-4 113 16,-6-2 49-16,-1 0 61 0,-6-2 69 0</inkml:trace>
  <inkml:trace contextRef="#ctx0" brushRef="#br0" timeOffset="98955.99">11413 8651 1003 0,'0'0'276'16,"-8"24"-15"-16,5-13-33 0,3 4-18 0,-3 2-15 15,3 2-24-15,0 1-2 0,3-1-23 16,0 6-10-16,0-1-34 0,2 0 16 0,1-1-18 15,1-2-18-15,3 2-13 0,-2-6 0 0,2 1 2 16,3-1-4-16,1-2-21 0,-4-4-2 0,4-2-6 16,-4-4 5-16,3-1-9 0,1-4-4 15,0-2-12-15,0-2 13 0,2-5-10 0,-4-3 7 16,4-4-10-16,-6-2-6 0,4-1 6 0,-7-5-2 16,0-1-6-16,3 3 0 0,-6-2-2 15,2 5 0-15,-2 1 2 0,-1 1 3 0,0 3 2 16,0 3 0-16,2 3-4 0,-5 1-9 0,3 7 3 15,-3 0 3-15,0 0-6 0,0 0 4 0,3 15-6 16,-3-5 2-16,0 4 19 0,1 1-24 16,2 0-2-16,-3 1 10 0,3 5-5 0,1-5 5 15,2 1-7-15,2 0 9 0,1-4-7 16,-2 1-7-16,3 0 17 0,1-4-15 0,2 0 2 16,1-2-12-16,0-4-18 0,3-2-16 0,-3-2-18 15,6-6 1-15,-3 3-29 0,4-6-12 0,-1-4 9 16,0-5 1-16,-2-4 7 0,3 1 9 0,-8-5 24 15,0-4-2-15,-2 4 3 0,-1-6 43 16,-6 0 11-16,2 2-11 0,-2 2 28 0,0 3 8 16,-1 3 0-16,0 1 23 0,-3 4 6 0,0 0-1 15,0 6-8-15,3-3 3 0,-3 7 0 16,0 4-10-16,0 3-5 0,4-1 5 0,-4 1-8 16,0 0 5-16,7 16-7 0,0-4-3 0,-4 1 15 15,4 3-25-15,-4-1 5 0,1 6 0 16,2 4-8-16,2-1 18 0,-2 0-15 0,-2-2-3 15,2 3-2-15,-2 3-16 0,2-6-17 0,-1 3-29 16,1-2-23-16,1 1-56 0,-1-2-41 0,-2-4-146 16,3-2-366-16,-3-4 28 0,2-2 26 0,-2-2 105 15</inkml:trace>
  <inkml:trace contextRef="#ctx0" brushRef="#br0" timeOffset="99521.59">12155 8765 1021 0,'6'10'317'16,"-2"6"-43"-16,5 1 0 0,-1 6-36 0,2-1-15 16,3 7-11-16,-2 0-22 0,6 11-16 15,-3-5-5-15,-1 7-13 0,2-1-8 0,-2-3-15 16,-4-8 3-16,2 5-34 0,-1 9 3 0,-3-9-7 15,0-1-14-15,0-1 6 0,-4-1-21 16,-2-4-8-16,-1 0-2 0,0-2-3 0,-1-2-4 16,-2-5-14-16,0-1 3 0,-4 0-5 0,3-3 7 15,-3 2-2-15,-2-9-18 0,-2 4-2 0,4-7-44 16,-6 2-67-16,2-6-48 0,-2-3-118 16,3-4-563-16,-5-4 51 0,5-1 41 0,-10-10 67 15,6-5 68-15,0-5 39 0</inkml:trace>
  <inkml:trace contextRef="#ctx0" brushRef="#br0" timeOffset="99821.97">12137 8601 906 0,'4'-4'332'0,"6"-2"-35"0,-3-2-18 0,3 3-30 0,4 2-27 16,0 2-22-16,3-2-16 0,0 6-12 15,6-2-24-15,2 6-4 0,2 1-16 0,0 2-26 16,0 5 0-16,0 1-4 0,-2 3-17 16,-5 0 9-16,0 5-8 0,-2 1-5 0,-5 0-6 15,-2 0 9-15,-4 0-9 0,-4 0-19 0,-3 0 12 16,-3 0 2-16,-1-2-9 0,-10 4-4 0,1-2-2 16,-1 0 1-16,-3-3-16 0,0-2 7 15,0-4-7-15,0 1-21 0,3-3 13 0,-3-3 1 16,3-1-14-16,0-1-5 0,4-2-15 0,-3-1-46 15,5-5-64-15,-1-1-113 0,-1 0-210 16,10 0-394-16,-4-4 100 0,0 0 51 0,4 4 67 16,5-18 48-16</inkml:trace>
  <inkml:trace contextRef="#ctx0" brushRef="#br0" timeOffset="100571.62">12801 8622 993 0,'0'-7'366'16,"0"0"-13"-16,0 2-31 0,0 5-35 0,-4-4-28 16,4 4-29-16,-7-2-5 0,7 2-30 15,-14 9-21-15,5-3-8 0,-5 7-15 0,3 5-12 16,-6 1-24-16,0 4-8 0,3 3-7 0,-2-1-10 16,2 4-6-16,3-3-10 0,1 1-10 15,0-2-15-15,6-2 2 0,-2-2-2 0,3-1-8 16,2-2-11-16,5 0-4 0,-1-3 12 15,0-4-17-15,4 1 5 0,1-3-6 0,1-5-12 0,2 1-16 16,0-4 16-16,2-4-8 0,0-1-5 16,1-6 7-16,-1-1-7 0,1-4-13 0,-3-2 21 15,3-11-11-15,-4 1 5 0,0-5-9 0,0-2 9 16,-3 0-5-16,-3-2 11 0,2-13-6 16,0-2 19-16,-5 5-19 0,2 8 1 0,1-2 7 15,-4 0-5-15,0 5-3 0,0 0 11 0,0 3-11 16,-4 7 11-16,4 3 0 0,0 4 2 15,0 0-13-15,-3 4 14 0,3 4-19 0,0 3 10 16,-1 6 9-16,1 1-11 0,0 0 10 0,-6 15-5 16,6-2 10-16,0 6-4 0,0 1-6 0,0 6 5 15,3 3-7-15,-3 6 7 0,4-2-3 16,3 2-1-16,-4-2 17 0,4 3-26 0,0-1 11 16,3-4 12-16,1 1-7 0,2-2-18 15,4-2 15-15,0-5-5 0,0 1 8 0,4-6 0 0,-4-1-5 16,4-7-3-16,3-1 2 0,-1-3-4 15,1-3-11-15,0-5 11 0,1 1-6 0,2-6 13 16,-4-3-15-16,-2-4 5 0,3-4 11 16,-8 2-14-16,-5-3 21 0,0-4-16 0,-5-1 1 15,-2 4 2-15,-1-1-2 0,-3 4 4 0,0 5 9 16,0-4-3-16,-4 8-1 0,-2 1-4 16,2 4-13-16,-6 3 15 0,10 0-12 0,-24 9 20 0,10-1-16 15,1 3-2-15,0-3 5 0,2 9-7 16,-3-3 7-16,3-2-18 0,5 4 10 0,-1-1 14 15,1 0-9-15,2-5-2 0,1 1 0 0,-1 0-7 16,1-2 14-16,2-3 3 0,1 0-2 16,4 1 0-16,-4-6-3 0,7 4-15 0,-7-5 15 15,7 4-8-15,-3-3-2 0,-4-1 5 0,12 1-5 16,-4 2 5-16,-8-3 5 0,14 1-7 16,-5-1-1-16,2 0-12 0,-1 0 12 0,3 0-5 15,2 0 16-15,2 0 2 0,-3-1-10 0,3 1-28 16,3-3-23-16,-2 1-41 0,4-1-59 0,-4-1-57 15,3 1-88-15,-5 0-498 0,5-3-23 0,-7-2 83 16,3 0 61-16,-1 1 66 0,-4-4 62 16</inkml:trace>
  <inkml:trace contextRef="#ctx0" brushRef="#br0" timeOffset="100754.73">13580 8325 893 0,'3'10'271'0,"0"5"-7"0,1 3-36 16,2 1-6-16,2 4-12 0,-2 0-25 16,1 6 53-16,0 2-16 0,1-5-40 0,1 5 0 15,-5-5-31-15,5 5-10 0,-5-6-47 0,3 1-37 16,-3-1-91-16,-1 0-76 0,-3-2-284 0,3-4-351 16,-3-1 75-16,0-3 35 0,-3-5 79 15</inkml:trace>
  <inkml:trace contextRef="#ctx0" brushRef="#br0" timeOffset="101021.35">13430 8553 906 0,'6'-7'271'0,"0"-3"-30"0,5 0-14 0,0 0-27 16,3 0-34-16,5-3 3 0,-1 1-30 0,3 0-1 15,-1 4-23-15,1-2 16 0,3 5 37 0,-5 2-19 16,2 0-8-16,0 0-8 0,-1 6-15 0,-2 0-13 15,3 0 5-15,1 4 0 0,-1 5-16 16,-4-2-12-16,1 6 8 0,-1-1-13 0,0 0-1 16,0 4-9-16,-4-1 5 0,-3 0-24 0,1 5 11 15,-1-4-8-15,0 3-22 0,-2-2-17 16,1 1-17-16,-5-3-31 0,2-2-74 0,-2 0-128 16,3-3-583-16,0 1 22 0,0-4 85 15,-1-2 61-15,-2-2 80 0,3-3 45 0</inkml:trace>
  <inkml:trace contextRef="#ctx0" brushRef="#br0" timeOffset="101921.31">14181 8485 1005 0,'0'0'326'0,"-13"18"-37"0,9-6-31 15,1-2-22-15,0 6-34 0,-1 1-7 0,4 0 43 16,0 1-21-16,1-3-20 0,2 3-18 0,0 0-25 15,1 0-11-15,2-2-10 0,1 0-12 16,3 0-21-16,-3-2-11 0,3-5-7 0,-3 1-5 16,4-3-8-16,-2-1-5 0,-2-4-3 0,4 0-17 15,-4-2 10-15,-7 0-24 0,13-9 9 0,-10 2-11 16,2-2 8-16,-2-1-16 0,-6-7-4 16,3 2 9-16,-5-6-2 0,-1-1 3 0,-1-2-3 15,0 5-10-15,1-5-6 0,-2 6 6 16,2-3 5-16,2 5-8 0,1 3 11 0,0-1-13 15,0 3-3-15,3-3 7 0,3 7-19 0,0-1 14 16,0 0-1-16,4 5-6 0,-1-3 15 16,5 5-20-16,-4 1 12 0,6 0-12 0,1 3 13 15,0 2-11-15,0 4 6 0,3 0-3 0,0 5 10 16,-1 2-7-16,-1 0 10 0,1 2-16 0,2 2 0 16,-5 3 6-16,1 0-3 0,-1 2 10 0,-2-6-10 15,-4 3 3-15,3-4-1 0,-3 0 1 16,0-1 0-16,0 0-14 0,-4-2 9 0,1-5 7 15,-1 2 5-15,0-3-2 0,0-3-6 0,-2 0 9 16,3 0 9-16,-4-6-17 0,0 0 2 16,0 0 2-16,0 0 4 0,0-18-9 0,0 5-7 15,0-5-3-15,0 0-7 0,0-6 7 16,3-1 3-16,0 2-5 0,1-2 0 0,-1 1-3 16,4 4 13-16,-1-3-18 0,-1 6 15 0,4 2-4 15,-2 4 2-15,0-2 7 0,3 8-20 0,-3-1 8 16,3 5 10-16,-3 1-10 0,7 0 15 0,-4 6-2 15,4 0-9-15,-1 6 9 0,1-3-3 16,-3 1 3-16,5 4 7 0,1-3-18 0,-3 4 21 16,3-4-16-16,1 2 14 0,-2-2-19 0,-1-3 13 15,4 2 5-15,-1-3-10 0,-1-3 8 16,3-1-13-16,1-2 7 0,-1-1-2 0,1-1-2 16,-3-6 4-16,1 0-12 0,-1-1-5 0,-2-2 10 15,2-5 0-15,-5-2-1 0,-2-1-1 16,-4-1-3-16,-4-5-1 0,0-1 6 0,0 1-3 15,-6-1 3-15,3 6-5 0,-3 2 15 0,0-2-5 16,-1 5-5-16,-2 0 8 0,-2 4-3 0,2 3-3 16,-1 5 13-16,0-1-15 0,7 3-8 0,-17 4 8 15,10 2 10-15,1 0-2 0,2 3-8 16,0 3 5-16,4-1 5 0,4 3 8 0,-1 3-11 16,1 4 3-16,3 1-10 0,3 0 3 15,4 3-1-15,-1 0 11 0,4 0-6 0,-3-4-2 16,0 3 0-16,-1-2 3 0,-3-4-3 0,1 0-5 15,-4-1 15-15,-1-2-7 0,-2 1 12 0,-1-6 0 16,-3 1-2-16,0 2 0 0,-3-6 18 0,-1 2-16 16,-3-6-12-16,1 3-3 0,-5-5 25 15,1-1 6-15,-3-1-21 0,-1 0-7 0,0-7 7 16,-3 0 8-16,3 0-5 0,-3-2-16 0,4-2 6 16,2 2-8-16,1 2-52 0,0-2-58 15,3 3-95-15,-3-3-276 0,9 2-367 0,1 1 63 16,0-1 55-16,4-2 80 0,-1 3 53 0,8-3 59 15</inkml:trace>
  <inkml:trace contextRef="#ctx0" brushRef="#br0" timeOffset="102154.62">15921 8326 1205 0,'1'10'369'0,"2"4"-31"0,0 1-24 16,1 1-29-16,3 2-22 0,-4 1-43 0,1 6-10 15,2-3-15-15,-2-1-24 0,2 3-20 16,-2 1-12-16,3-2-14 0,-4 1-28 0,1-3-10 16,2 2-36-16,-2-6-84 0,-1 0-82 0,0-2-113 15,2 1-555-15,1-4 12 0,-3 0 70 16,4-8 74-16,-3 2 59 0</inkml:trace>
  <inkml:trace contextRef="#ctx0" brushRef="#br0" timeOffset="102472.01">16198 8628 1067 0,'0'16'345'0,"0"0"-27"15,0-1-37-15,0-4 14 0,-3 2-39 0,3-5-39 16,0 3-20-16,-3-3-7 0,0 1-14 0,2-1-19 15,-2-1-19-15,-1 0 3 0,4-3 17 0,-3 1-30 16,3-5-25-16,-4 2 9 0,4-2-25 16,0 0-12-16,0 0 9 0,-6-17-10 0,6 7-15 15,0-5 5-15,3-3-31 0,0 0 11 0,4-4 2 16,0-2-13-16,0 5-5 0,6-3 3 16,-2 5-5-16,-1 0-6 0,0 6-4 0,4 2 9 15,-4 3-12-15,0 0-3 0,4 5 11 16,-1 5-3-16,-1-1 0 0,4 4-3 0,2 0-5 15,-2 4-7-15,-1 3 22 0,1-2-12 0,1 5-5 16,-6-2 7-16,3 3-17 0,-4 0-27 0,-1-4-70 16,-1 3-70-16,-5-2-318 0,1-1-391 0,-1-4 64 15,-6-1 77-15,-1-3 67 0,1-3 81 16,3-3 49-16</inkml:trace>
  <inkml:trace contextRef="#ctx0" brushRef="#br0" timeOffset="102638.35">15764 8111 831 0,'0'0'323'0,"0"0"-70"0,0 0-68 0,0 0-98 16,21 5-328-16,-8-3-348 0,5 5 29 0</inkml:trace>
  <inkml:trace contextRef="#ctx0" brushRef="#br0" timeOffset="103188.35">17432 8103 1080 0,'0'0'368'0,"0"0"-25"16,0 0-53-16,0 0-11 0,-3 22-18 16,0-7-23-16,-1 2-34 0,-6 2-24 0,6 6-4 15,-2 0-27-15,-4 6-6 0,6-5-18 16,0-1-17-16,1 2-8 0,-1-1-11 0,4-2 6 16,0 1-16-16,4-3 1 0,-1-3-19 0,1 5 6 15,3-6-16-15,3 1 0 0,4 0 0 0,-1-7-12 16,1 3-1-16,6-5 8 0,1-2-20 15,-4-1 17-15,7-5-7 0,-3-1-18 0,3-2 3 16,2-3-4-16,-1-3 7 0,5-7-4 0,-5-2-2 16,-4-2 2-16,1-5-4 0,-4-4-6 0,-5 1-2 15,-2-6-3-15,-4 0 10 0,-1-3-7 16,-5 2-6-16,-2 6 1 0,-2-6 15 0,-4 3-18 16,-3 3 10-16,-7 4-5 0,0 3 13 0,-6 5-15 15,-2-2 15-15,-6 9-8 0,1 0-10 16,2 5 2-16,-6 2 6 0,3 3 2 0,0 0-7 15,-3 6 5-15,1-1 12 0,2 3-10 16,3 1-7-16,7 1-11 0,2-1 16 0,1 3-6 16,1 2-4-16,7-5 17 0,3 4-17 0,3-3-6 15,1 1 28-15,3-2-4 0,4 2-1 0,6-4 1 16,0 1-1-16,7 0-15 0,1-1 10 0,5 0-5 16,4-2 0-16,1-2 3 0,2 2 2 15,1-4 6-15,0-3-32 0,0 3 16 0,-1 0-18 16,-5-3-12-16,-5-3-37 0,4 1-25 0,-7 2-57 15,0-1-160-15,-3-1-582 0,-7 2 46 16,2-4 106-16,-5 2 63 0,-4 2 79 0,0-7 65 16</inkml:trace>
  <inkml:trace contextRef="#ctx0" brushRef="#br0" timeOffset="103954.89">18146 8536 1075 0,'-6'8'343'0,"-1"6"-39"0,1 2-25 0,-2 3-36 16,1 0-20-16,-2 2-21 0,5 3-25 0,1-5-18 16,-4 5-8-16,6-2-26 0,1-1 3 15,1-3-13-15,2 2-15 0,1-1-18 0,-1-3-3 16,4-1 3-16,-1-2-23 0,4 0-10 0,-2-2 15 15,2-4-3-15,3-4-2 0,-2 1-28 0,2-3 10 16,2-2-16-16,-2-5 19 0,1 2-11 16,-1-8 3-16,0 2-16 0,-1-7 9 0,-3-1-6 15,-2-4-8-15,-4 1 8 0,2 0-8 0,-5 1 19 16,0-3 4-16,-1 2-7 0,-6 2 10 0,4 2-8 16,-4-1-10-16,1 3 15 0,-1 3-9 15,-4-1 6-15,1 3-12 0,0 3-15 0,-1 0 18 16,1 6-11-16,0-5-2 0,-1 4-16 0,2 0-17 15,2 2-37-15,7 0-19 0,-11 4-40 16,8 0-42-16,3-2-73 0,0-2-135 0,6 7-430 16,2-6 18-16,5-1 77 0,1 2 66 0,0-2 67 15</inkml:trace>
  <inkml:trace contextRef="#ctx0" brushRef="#br0" timeOffset="104988.97">19019 8190 1021 0,'-14'1'356'0,"1"2"-34"0,-2 4-25 0,-1 2-18 16,-2 2-31-16,2 3-20 0,1 0-28 0,-1-1-18 16,2 3-14-16,7-1-14 0,-3 0-23 0,3-2-1 15,3 1-30-15,1 0-26 0,0-5-15 16,6 2-23-16,0 1 5 0,1-3-23 0,3-3-18 15,3-1-3-15,-3 1-10 0,3-5 11 0,1-1 4 16,-1 0-14-16,0-2-1 0,0-3 10 0,0 0 3 16,-3 0 26-16,1-3-6 0,-2 1 14 15,-2 5 25-15,2-4-16 0,-2 3 1 0,2-2-11 16,-2 2 5-16,-4 3-15 0,7-6 18 16,-7 6-10-16,0 0-5 0,0 0-9 0,13 7 9 15,-10-4-3-15,1 2-13 0,0-2 16 0,3 3-18 16,-1-3 2-16,-2 2 0 0,5-1 5 0,-1 2-12 15,2-5 7-15,0 5-12 0,1-6-9 0,-1 1-12 16,3-2 16-16,1 1-9 0,0-1 6 16,0-5-10-16,-1 3 12 0,4-4-2 0,-6 0 2 15,3 2-10-15,-1 0 18 0,0-1-13 0,-2 3 1 16,-1-3 6-16,0 5-6 0,1-3 6 16,-4 4-4-16,2 4 3 0,2-3-1 0,-4 5-5 15,0-1 16-15,2 4 4 0,-1 1-7 0,-2-1 3 16,1 1-3-16,-3-2 5 0,-1 2-8 15,0 0 3-15,2-1 21 0,-2 0-19 0,0-2 24 16,0 1-11-16,-3-1 11 0,1-1 25 0,2-4-12 16,-3 5 7-16,0-7-21 0,3 4 6 0,-3-4 2 15,0 0-2-15,0 0-11 0,0 0 11 0,0 0-10 16,7-19-6-16,-4 11 6 0,1-2-6 16,0-4 3-16,-1 2 0 0,4-6-8 0,2-2 3 15,-1 2-11-15,2 0 16 0,0 1-13 0,1 2-5 16,-1 4 13-16,3 0-10 0,-2 5-14 15,2-1 19-15,1 2-10 0,0 3 9 0,-1 1-4 16,4 2-1-16,1 1 14 0,2 2-9 16,4-1-4-16,-3 2 5 0,2-1-6 0,1 2 6 15,3-5-13-15,-6 5 7 0,4-5-9 0,-3 1 7 16,0-2 7-16,2-2 4 0,-4 2-6 0,4-1 0 16,-3-5-10-16,-1 4 15 0,0-4-8 0,-2-2 11 15,-2-1 3-15,-1 1-14 0,-2-2 11 16,-2 2-8-16,-1-5-7 0,-1 1 7 0,-5-3 0 15,2 1 13-15,-4 1-13 0,1-1 0 0,-6 3-15 16,3 2 2-16,-5 0 8 0,2 2-3 16,-4 2 9-16,1 5-12 0,6 0 9 0,-25 8-6 15,12 0 1-15,-1 5 7 0,1-2-2 0,-1 4 4 16,0 2-12-16,7-2 5 0,-3-2 0 16,3 3 10-16,1 0-15 0,2-1-2 0,4-3 7 15,-3 1-6-15,3-2-4 0,3-1 18 0,0 0-16 16,1-4-2-16,3 0-5 0,3-3 2 0,0 0-5 15,0-3 15-15,1-5 6 0,-1 4-16 0,3-7 8 16,2-1 8-16,-2-1-6 0,1-6-5 16,-1-1 1-16,0-4 4 0,-2-4 8 0,2-1-18 15,-5-3-17-15,-1-3 9 0,0 0 11 0,-1-3 0 16,-3 2-3-16,0-6 3 0,-2 4 17 16,3 2 1-16,-4-2 15 0,3 8 5 0,-3 2-7 15,0 4 2-15,0 4-8 0,0 2 0 16,0 8-20-16,0 2 13 0,0 5-11 0,0 0 21 15,0 0-10-15,0 0-3 0,4 28 5 0,-1-11-7 16,0 7 7-16,1 2-12 0,2 6 9 0,-2 0-25 16,6 0-28-16,0 1-25 0,5 9-42 15,-2-6-56-15,0-10-115 0,8 12-548 0,0-10 23 16,-1-6 82-16,3-4 80 0,-5-7 63 0,2-3 70 16</inkml:trace>
  <inkml:trace contextRef="#ctx0" brushRef="#br0" timeOffset="105571.33">20793 7936 1095 0,'0'10'323'0,"-1"2"-88"16,-2 5-22-16,0 1-16 0,3-1-18 0,-3 4-13 16,3-1-7-16,0 3-11 0,3-1-12 15,0 0-16-15,0 1-15 0,1-3-5 0,-1 2-18 16,5-4 2-16,-1-1-20 0,2-2 18 0,-2-4-10 15,7 1-26-15,-4-3 10 0,5-5 3 16,-2 2-5-16,4-6-13 0,-3-1-8 0,3-5 11 16,0-2-13-16,3-2 2 0,-3-7 5 0,1-1-10 15,-2-4 6-15,-2-6-24 0,-4-4 10 0,1 0-4 16,-5-1-1-16,-2 0 0 0,-1-2 14 16,-6-4-17-16,3 9 17 0,-4 0-6 0,-2 4-3 15,-1 2 18-15,0 4-20 0,0 0 13 0,-3 9-5 16,-7 1-8-16,3 3 7 0,-6 2-15 0,2 5 39 15,-2 5-23-15,0-2 17 0,-1 10-10 16,1-4-12-16,2 8-6 0,-3 1 11 0,8-3-3 16,0 5 8-16,-1-2-13 0,7 4 12 15,1-7-4-15,2 4-11 0,4-2 8 0,0 0-13 16,3-2-4-16,1 2-4 0,5-2 1 0,1-4-6 16,2 2-2-16,4-2-13 0,2-4-25 0,3 1-52 15,2 0-20-15,-2-6-52 0,3-1-40 16,6-2-13-16,-2-2 2 0,6-4-33 0,-3-2 67 15,0-4 23-15,-1 1 46 0,1-4 76 16,-4 2 42-16,-7 3 45 0,1 3 9 0,-4-1 25 0,-3 1-3 16,-1 1-5-16,1 6 13 0,-4-3 3 15,1 7 7-15,-1-2-23 0,-3 5 13 0,3 6 13 16,0-4 18-16,-3 9-26 0,0 5 3 0,0-2-8 16,0 5-10-16,3 6-21 0,-3 2 5 15,3 0 1-15,-3 3-19 0,-3-3 21 0,2 6-10 16,-3-3-8-16,1 3-23 0,-1-1-43 0,-3 2-24 15,-3-2-114-15,-1-3-139 0,-6 15-581 16,0-8 100-16,-7-7 56 0,4-6 77 0,-15 0 66 16,-6 2 49-16</inkml:trace>
  <inkml:trace contextRef="#ctx0" brushRef="#br0" timeOffset="106704.33">2419 10718 998 0,'3'-7'279'0,"0"1"-23"0,4-2-34 16,-1 2-17-16,5-1-28 0,-1 4-13 15,4-2-3-15,0 5-33 0,0 0-23 0,3 0 5 16,-1 5-5-16,-1-2-18 0,1 6 0 0,-2-3-15 16,-4 2 15-16,4 3-34 0,-7-3-1 0,-4 0 1 15,1 5-12-15,-1-2 5 0,0-1-12 16,-3 3 4-16,0-3 0 0,-3 0 6 0,3-3-21 16,0 3 3-16,0-4-9 0,0 0 1 0,0-2 0 15,0 3-10-15,0-4 12 0,3 4-4 0,-2-3 2 16,5-1 0-16,-1 0-6 0,4 2-1 15,-2-3 4-15,7 5-10 0,-4-2 3 0,6-1-13 16,-2 5 7-16,0-1 1 0,3-1 5 16,-4 3-1-16,2 2 9 0,-2-2 9 0,1 0-15 15,-4-1 16-15,-3 4 5 0,-1-2-18 0,-1-1 33 16,-2-2-8-16,-3 7 23 0,-3-5-2 0,-5 5-13 16,-1-1 8-16,-2-1-15 0,-6 0 1 15,0-1 9-15,-3 2 7 0,2-3-17 0,-5 1-3 16,2-2-8-16,-3-2 8 0,-1 1-34 0,-2-1-12 15,4-5-18-15,2 2-41 0,-3-3-36 0,7-2-51 16,-6-3-162-16,1-1-283 0,6-5-172 16,-1 1 53-16,6-7 86 0,-3-3 63 0,4 0 69 15</inkml:trace>
  <inkml:trace contextRef="#ctx0" brushRef="#br0" timeOffset="107137.35">2330 10576 709 0,'0'0'296'0,"0"0"-24"0,-18 14-21 0,9-3-8 16,2 3-28-16,-7 4-16 0,4 5-17 16,-2 3-3-16,3 3-10 0,-1 3-23 0,-1 16-18 15,4-8-10-15,1-3-8 0,3 1-2 16,3-1-21-16,3 2-3 0,3 10 6 0,6-4-16 16,1-2 15-16,7-3-19 0,0 1-6 0,4-8-11 15,7-1-25-15,3-4 24 0,3-6-11 16,5-4-13-16,3-1-3 0,6-8 9 0,7 0-6 15,-7-5-8-15,-3-4 3 0,13-4 11 0,1-6-14 16,-3-4 3-16,-1 0-23 0,-5-9 13 0,-5-2 10 16,1-6 72-16,-8-1-16 0,-4-3-25 0,-6-1 12 15,-7-6-9-15,-6 1-14 0,-5-6-7 16,-6 10 2-16,-5-1 11 0,-2 1-8 0,-3-14-13 16,-7 1 10-16,-4 1-9 0,-2 1 1 15,-2 3 9-15,-2 1-21 0,-4 8 20 0,-4 0-12 16,-2 5 7-16,-4 3-7 0,-3 5 4 0,-5 2-12 15,5 9 8-15,3 5 2 0,-1 0-5 16,1 7 3-16,-7 6-3 0,3 1-13 0,-14 5 10 16,2 10-7-16,2-1-13 0,3 6 8 0,1 1-1 15,6-1-27-15,4 6-8 0,3-2-36 0,7-5-31 16,5-2-20-16,4 0-59 0,5-4-67 0,3 4-176 16,5-6-438-16,4 0 51 0,2 1 98 15,2-6 43-15,1 2 72 0,7-4 51 0</inkml:trace>
  <inkml:trace contextRef="#ctx0" brushRef="#br0" timeOffset="107805.26">4678 10301 985 0,'0'0'348'16,"0"0"-38"-16,0 0-29 0,-7 17 4 0,7-2-22 15,0 10-22-15,4 10-21 0,3 10-15 0,5 8-42 16,3 3 6-16,1 13-10 0,5-1-18 0,3 6-5 16,-2 1-21-16,4 3 8 0,-2 1-26 15,3-1-2-15,-3-5-11 0,4-3-17 0,0 1-3 16,-1-3 10-16,-4-3-26 0,-2-12 6 0,-3 0-10 16,1-3 2-16,-4-3-15 0,-2-6-21 15,-3-7-31-15,-2-6-32 0,-2-6-65 0,0-7-36 16,-6 0-207-16,4-5-489 0,-4-3 70 0,0-5 66 15,0-2 66-15,0 0 67 0,-4-26 46 0</inkml:trace>
  <inkml:trace contextRef="#ctx0" brushRef="#br0" timeOffset="108187.36">5061 10318 890 0,'14'-2'277'0,"-1"4"-32"0,1-2-37 15,3 7-11-15,4 1-5 0,9 3-23 0,-2 6-13 16,9 6-15-16,-3 4-16 0,0 5-10 16,-3-1-23-16,-7-5 8 0,-6-1-23 0,-2 1-3 15,-6-1-2-15,-2 0-11 0,-4 0 1 0,-2 0-19 16,-4-2 6-16,-2-3-3 0,-3 4-13 0,0-4 11 15,-3-2-6-15,0-5-15 0,-4 2 11 0,1-2 9 16,1-5 3-16,-1-2 21 0,-4 1-26 16,4-7 0-16,-1 0 0 0,0 0 0 0,-3-7-6 15,3 2 9-15,1-7-13 0,-1 2 4 16,1-5-6-16,1 1-14 0,3 0 3 0,5-1 0 16,-2-3 0-16,3 3 0 0,2 2-8 0,2-1 3 15,2-1-6-15,3 2-4 0,1 0-18 16,0-3-14-16,7 7-40 0,-1-3-25 0,2 0-83 15,4 2-87-15,-2 1-166 0,5-1-304 0,1-1 22 16,1 1 75-16,-4 2 86 0</inkml:trace>
  <inkml:trace contextRef="#ctx0" brushRef="#br0" timeOffset="108574.32">5539 10357 788 0,'4'-6'220'0,"-1"-2"0"16,-2-1-33-16,5 1-10 0,2 0-19 0,1-2-4 15,1 2-21-15,2-2-25 0,0 1-4 0,-1 0-19 16,3-2-1-16,-1 3-7 0,-2 4 3 0,-1-2-24 16,-1-3 10-16,2 6-17 0,-4-2 0 15,0 1-3-15,-4 0-21 0,3 4 6 0,-6 0-5 16,8-7 4-16,-4 5-9 0,-4 2-3 16,0 0-3-16,0 0 16 0,9 7 0 0,-8-1-14 15,-1 0 7-15,3 6-9 0,-3-1 5 0,3 6-2 16,0-2 0-16,1 9 0 0,3 0 13 15,0 1-26-15,-1 3 26 0,4 4-13 0,-2 1-3 16,2-6 0-16,-3 5-4 0,0 0 1 16,3-4 6-16,-6-3-20 0,2 0 14 0,-3 0 4 15,-2-5-14-15,2 0 11 0,-6-2 10 0,2-1 67 16,-2-1 12-16,-4 1-30 0,1-2 10 0,-5-1-13 16,1-3 0-16,0-1 3 0,-4-3-1 0,-2 0-17 15,1-4 8-15,2 1-14 0,-4-2 3 16,3-2-12-16,-3-2-1 0,0-2-5 0,-1 1-4 15,2-4-40-15,2 5-30 0,-2-3-38 0,4-2-51 16,-1 6-252-16,6-2-450 0,-4-3 92 16,2 5 54-16,2 0 75 0,-1-1 55 0</inkml:trace>
  <inkml:trace contextRef="#ctx0" brushRef="#br0" timeOffset="108820.39">5139 11106 1052 0,'-6'2'322'0,"6"-2"-28"0,0 0-17 0,0 0-31 16,0 0-13-16,0 0-21 0,0 0-20 0,41-8-8 16,-17-1-25-16,6-1-8 0,4-3-3 0,14-4-22 15,1-1-21-15,2 1-16 0,-4-2-7 0,-1 4 3 16,-6 1-26-16,-6 3-29 0,-3 1-89 15,-4 3-63-15,0 0-224 0,-6 4-437 0,-1-1 51 16,-8 4 59-16,-3 0 51 0,-9 0 87 16</inkml:trace>
  <inkml:trace contextRef="#ctx0" brushRef="#br0" timeOffset="109803.56">5331 11194 691 0,'6'7'271'0,"-2"-2"-33"0,3-2-13 0,3 6-25 16,3-1-11-16,5 5-17 0,3-1-3 0,2 5-34 15,1-1-4-15,0 5-11 0,-3-1-7 0,-1-2-16 16,1 4-10-16,-4-3 5 0,-3-2-10 16,-1 5-20-16,-2-4 7 0,-5-1-15 0,-2 0-21 15,-4 1 95-15,0-3-16 0,-4 3-9 0,-2-1-3 16,-5-2-6-16,1 3 9 0,-3-4-37 15,-2-3 26-15,2-3-7 0,-4 1-8 0,0-2 7 16,-3-6-12-16,2 4-11 0,1-5-2 0,-4-5-13 16,2 2 8-16,1-2-18 0,1-2 0 15,4 1 12-15,2-2-22 0,0 1-1 0,5-2-12 16,0 0 8-16,5 1 4 0,2-5-9 16,5 5 12-16,1-5-26 0,10-2-14 0,-3 1-22 0,9-4-17 15,5 3-36-15,-1-2-38 0,1 0-26 16,2 1-72-16,1-1-61 0,6-2-49 0,-5 2 23 15,-2 0-22-15,-6 2 45 0,0 0 54 0,-4 2 90 16,-2 1 63-16,-5 1 65 0,1 1 56 16,-4 2 18-16,0 0 23 0,-2 0 12 0,-1 3-7 15,-1-2-2-15,-2 4-13 0,-4 3 2 0,6 0-8 16,-6 0 1-16,0 0-3 0,3 14 2 16,-6-3-12-16,3 0 3 0,-4 3 1 0,2 4 1 15,1-1-8-15,-2-2-2 0,3 3 0 0,0 0-19 16,0 2 17-16,3-4-17 0,-2-2 4 0,2 1-11 15,3 2 10-15,2-3 3 0,-2-3-11 16,1 3 6-16,3-4 61 0,4-4-2 0,-1-1-16 16,5 0 3-16,-2-3-6 0,-1-4 1 0,2 0-5 15,3-4-14-15,-2-1-1 0,-2-1-14 16,-1-4 13-16,-2-3-20 0,1-1 18 0,-7-4-11 16,-1-2 0-16,-3-3-10 0,-3-1 1 0,-6-1-1 15,-1-3-5-15,-3 3 13 0,0 5-18 16,-1 1-6-16,-2 2 11 0,2 5 8 0,-3 1-18 15,1 5 0-15,-4 4-3 0,3 1 26 0,1 7-23 16,-5-1 12-16,1 4 1 0,0 3-16 0,-3 3-5 16,6-1 13-16,0 3-3 0,1 2-12 15,6-2 15-15,-1 0-10 0,5-2-3 0,0 2 0 16,0-4 2-16,6 2 14 0,0-2-16 0,1-3 8 16,6 2-8-16,0-3-15 0,4 1 20 0,3-4-2 15,4-2-1-15,-1-1 6 0,4-2-5 16,3 0-16-16,-2-4 8 0,5 2 3 0,-6-2 2 15,-3 3 15-15,-1-3-9 0,-2 2-9 16,-2 3 3-16,-6-2-12 0,4 2 9 0,-4 1 1 16,1 0-6-16,-1 6 8 0,-6 0-2 0,5 2 7 15,-5 3-7-15,0 1-6 0,0-1-5 0,-1 3 11 16,0 0-6-16,0 1 1 0,1-4 7 0,-1 5-10 16,3-2 18-16,-1-5-19 0,-2 5-4 15,4-5 18-15,-1-2 0 0,1 0-8 0,-1 1 18 16,2-4-16-16,2-2-4 0,-3-3 4 0,7 0 3 15,-4 0-10-15,4-3 10 0,-1-4-10 16,0-1 10-16,-1-2-2 0,1-2 10 0,1-3 2 16,-4-5-13-16,-4 2 4 0,1-6 6 0,-4 4-14 15,-3-1 17-15,0-4-10 0,-3 4-2 16,-3 0 10-16,-1 1 7 0,0 0-25 0,-4 2 0 16,-5 6 7-16,-1-1-22 0,-3 2 12 0,5 2-53 15,-4 4-16-15,1-2-46 0,-3 4-64 0,4-4-191 16,0 7-488-16,3-1 37 0,0-2 74 0,1-3 110 15,-1-2 46-15,4 1 59 0</inkml:trace>
  <inkml:trace contextRef="#ctx0" brushRef="#br0" timeOffset="110103.99">6371 10257 988 0,'9'15'332'0,"-9"-4"-22"16,4 7-16-16,3 7-35 0,0 7-24 15,3 17-12-15,-1 1-10 0,3 1-14 0,1 4-14 16,4 1-27-16,0 15-7 0,4 0-15 0,-1 1-3 16,1 3-28-16,6 1 2 0,-3 1 6 15,3 1-16-15,-2-8-5 0,1 3 8 0,-1-4-38 16,-1-1-62-16,0-3 10 0,0-13 10 0,-8-2-14 15,5-3-6-15,-5-4 10 0,-1-5-5 16,-2-11-2-16,-2-4-11 0,-1-4-36 0,-3-1-50 16,2-5-80-16,-4-2-292 0,5-6-364 0,-3-5 96 15,2-4 32-15,-1-1 103 0,-1-8 46 16</inkml:trace>
  <inkml:trace contextRef="#ctx0" brushRef="#br0" timeOffset="111136.95">7423 10688 1192 0,'0'0'389'0,"-21"3"-25"15,11-1-42-15,-7 6-27 0,0 4-34 0,-1 1-8 16,2 4-43-16,-4-2-5 0,6 3-28 0,-4 3-24 15,6 0 1-15,3 0-21 0,0-2-15 0,5 4-16 16,1-4-7-16,0-1-3 0,6-3-21 16,0 1 11-16,1-4-30 0,3 2-6 0,3-6-3 15,0 0 8-15,0-5-17 0,1 2 4 0,-1-5-2 16,0-6 5-16,1 3-16 0,2-6-7 16,-3-3 18-16,1 2-13 0,-1 1-2 0,0-1-1 15,-3 1 16-15,0 2-3 0,0-1-12 0,-1 0-6 16,2 1 8-16,-5 3-15 0,1 0-1 15,2 0-12-15,-3-1 13 0,4 4 7 0,-7 1-9 16,11-1-9-16,-11 1 0 0,13 1 14 0,-3-1-14 16,-2 1 1-16,-1 1-1 0,2 1-2 0,2-2-8 15,-1-1-15-15,0 0-8 0,1-1-13 16,-1 1 3-16,3-5 3 0,1 4 2 0,-4-1 5 16,4-3 0-16,-4 5 11 0,3-2 2 0,-1 2-11 15,-2 0 6-15,0 0 8 0,1 1-1 0,1 0-4 16,-2 4 7-16,1-3 2 0,-4 5 1 15,0-4 10-15,-1 4 2 0,2-1 3 0,-2 2 3 16,-2-4-1-16,-1 3 9 0,0-2-6 16,-2-2 5-16,1 4 21 0,-2-7 17 0,1 7 1 15,2-3-11-15,-3-4 14 0,4 4-14 0,-4-4 21 16,0 0-18-16,0 0 2 0,0 0-7 0,0 0-13 16,0 0 10-16,-7-22-4 0,10 14-6 15,-3-3 0-15,4-2-8 0,-3 1 0 0,5-3-7 16,-3-1-10-16,4 2 12 0,-1 3-3 0,-2 0 14 15,3 3-16-15,0-1 10 0,0 1-12 0,2 4 7 16,2-3-7-16,-1 4-8 0,0 3 0 16,5-1 7-16,1 1 1 0,-2 1-6 0,7 0 1 15,-1 4 7-15,1-3-3 0,3 0-2 0,7-2-7 16,-1 4 14-16,-2-2 1 0,6-2 15 16,-3 0-21-16,-1-5 6 0,-2 4-18 0,-2 1 18 15,-5-4 2-15,3-1-8 0,-7 2-2 0,1-2 8 16,-1-3-3-16,-3 1 0 0,-2-3 0 0,-4 2 1 15,-1-2-4-15,-4-1 1 0,0-2-1 16,-3 4-4-16,0-3 9 0,-3 0-9 0,0 4-6 16,-4 3 13-16,-1 0-7 0,-2 5-6 0,-3 1 5 15,-1 5-2-15,-3-2 5 0,0 8-2 0,1 0 2 16,1 1 7-16,2-1 4 0,2 4-16 16,1 1-8-16,4-2 5 0,2 1 8 0,1-4 10 15,3 2-15-15,0 0-8 0,3-3-2 0,-2 0 18 16,5 0-11-16,0-2 16 0,-2-5-19 15,3 3 14-15,3-6-3 0,0-1-3 0,0-1-7 16,1-5 15-16,-1 2 0 0,0-6 11 16,1-2-29-16,-1-5 13 0,-3-2 0 0,3-5-13 15,-6-2 21-15,-1-5-11 0,0-4-4 0,-3-5 1 0,-3 2 12 16,-3-16-9-16,-2 3-5 0,1-4-10 16,-3 3 11-16,3 16 4 0,0 3 11 0,1 8 20 15,2 1-23-15,1 7-2 0,-1 2-14 0,1 5 11 16,0 3-2-16,3 6 4 0,0 1 1 15,-4 16 7-15,4-4 6 0,4 8-16 0,-1 5-8 16,0 7 18-16,4 4 0 0,3 8 3 16,1 3-5-16,2-4-8 0,2 0 0 0,-2-1 28 15,4-9-15-15,-4-2-6 0,-2-4-12 0,3 2-5 16,-1-4-44-16,-2-5-48 0,-1-2-118 0,-1-4-320 16,-1-3-397-16,-1-4 126 0,-1-1 76 0,-6-4 74 15,0-2 55-15,0 0 61 0</inkml:trace>
  <inkml:trace contextRef="#ctx0" brushRef="#br0" timeOffset="111637.12">9413 9874 637 0,'0'17'271'16,"3"3"59"-16,-2 7-15 0,5 10-23 0,4 14-39 15,1 4-4-15,2 2-24 0,4 13-23 16,0 3-18-16,4-3-2 0,3 1-23 0,-1-2 5 16,1-2-23-16,1 1-8 0,2-1-23 0,0-2-5 15,-4 1-26-15,-2-14 3 0,-3 3-13 16,2-4-31-16,-6-3-25 0,2-3-61 0,-5-12-73 16,-4-2-288-16,0-11-418 0,-1-3 105 0,-1-7 64 15,-5-3 67-15,0-7 56 0</inkml:trace>
  <inkml:trace contextRef="#ctx0" brushRef="#br0" timeOffset="112003.56">9758 9859 857 0,'24'-1'266'0,"-4"4"-20"15,1 4-28-15,3 1-21 0,-4 7-18 0,4 1-18 16,3 3-5-16,1 13-18 0,3 0-25 16,-7 0-11-16,-8-3 1 0,-1 2 56 0,-6-2-11 15,-2 3-23-15,-4-6-22 0,-3 2-11 0,-3 0 3 16,0-2-8-16,-7 1 0 0,-4 1-18 0,1-3 5 16,0-5-18-16,-2-3-4 0,-3-2-6 15,2 1-3-15,3-7 6 0,-5-1-8 0,5-2 0 16,-4-3 5-16,6-2 8 0,-3-1 4 15,1-2-19-15,2-4-6 0,1 4 3 0,3-5 13 16,1 1-9-16,3 0-11 0,-1-1 6 0,8-2-14 16,-1-3-6-16,4 1-4 0,3 0-4 0,4-4-22 15,2 1-24-15,2 2-42 0,2-3-96 0,0 0-204 16,1 4-436-16,-1-3 59 0,1 1 62 16,0 0 64-16,-4-3 53 0</inkml:trace>
  <inkml:trace contextRef="#ctx0" brushRef="#br0" timeOffset="112389.4">10165 10001 880 0,'6'-8'256'16,"-3"1"-8"-16,5-1-25 0,-1 2-18 0,3-1-21 16,1-2 41-16,5 0-22 0,-3 2-14 15,2-2-12-15,1 3-19 0,-2-1-20 0,0-2-15 16,0 6-13-16,-4-2 0 0,1 3-22 0,-1-4-4 15,-4 6-10-15,1-2-10 0,-7 2 0 16,11 0-13-16,-11 0-5 0,6 3 3 0,-6 4-11 16,1 0 9-16,-1 3-6 0,0-2-3 0,-1 9-15 15,1-2 8-15,-3 3-11 0,3 3-4 16,0 0 4-16,0 4-5 0,3 1-12 0,-2 5 15 16,2 0 2-16,3 1-2 0,1-1-2 0,1 1-6 15,1 0 0-15,1-2 11 0,1 0-11 0,-4-5 5 16,3 0-7-16,-4-2 2 0,2-5 5 15,-5 1 14-15,-2-3-6 0,2-2-5 0,-3 2 22 16,-3-6 12-16,-1 3-24 0,-3-3-3 0,0-1 16 16,-3-1-12-16,-1-6-4 0,-2 4-7 15,0-5 13-15,-1 0-11 0,0-1-4 0,0 0-29 16,-3-1-26-16,3-1-32 0,-3-3-34 0,0 4-64 16,0-5-151-16,3 5-507 0,-2 1 46 15,1 0 85-15,-1 0 72 0,2 0 63 0,0 0 54 16</inkml:trace>
  <inkml:trace contextRef="#ctx0" brushRef="#br0" timeOffset="112620.5">9792 10764 813 0,'0'0'305'0,"24"-6"-31"16,-7 3-18-16,7-2-21 0,3-2-22 0,7-3-31 15,1 1-13-15,16-7-18 0,4 1-13 16,-1 3 56-16,4-1-25 0,1-4-5 0,-1 7-18 16,0-1-18-16,-3 0-8 0,-11 5-40 15,-10 1-42-15,-3 4-71 0,-7 0-72 0,-3 2-105 16,-5 3-210-16,-5 1-338 0,-4 1 83 0,-4-2 63 16,-6 3 59-16</inkml:trace>
  <inkml:trace contextRef="#ctx0" brushRef="#br0" timeOffset="113336.6">10052 10980 670 0,'-4'3'251'0,"4"-3"-8"16,0 0 49-16,0 0-28 0,14 6-6 0,-4-4-33 16,0 0-12-16,4-1-16 0,0 6-18 0,4-1-20 15,5 2-88-15,-3 2 1 0,1-1-10 0,0 5 17 16,-1 3-7-16,1 1 4 0,-1-1-9 0,-6 1-6 15,-4-3-4-15,1 3-6 0,-2 4 8 0,-5-4-11 16,-1-1 4-16,-3 1-11 16,-3-1 7-16,-1-2-12 0,-2 2-15 0,-5-2 4 0,4-4 8 15,-3 4 6-15,1-5-3 0,-3-3-8 16,3 1 10-16,-4-5-12 0,1 3-6 0,2-5 8 16,-3-1-5-16,3-1 0 0,-1-1 13 0,0-3-10 15,2 2 7-15,2-4-17 0,0 0-11 16,3-1 10-16,-2 1 3 0,5 1-8 0,-2-2-7 15,6-5-14-15,1 5-37 0,-1-3-11 0,8-3-31 16,-4 3-15-16,6-3-48 0,4-3-26 0,1 2-26 16,5-3-51-16,1 1-15 0,0 1-6 0,1-1 37 15,2 0 50-15,-1 1 31 0,-5 5 80 16,-3-3 25-16,2 4 24 0,-6 2 24 0,-1 1 22 16,-2-2 35-16,-1 6 5 0,0-2 37 0,-4 5 4 15,-6 0 13-15,12 4 15 0,-6-1-35 16,-3 5 10-16,1 1 5 0,-1 0-13 0,-3 5 8 15,3-1-16-15,-3 2 3 0,0 3-5 0,0 3-13 16,2-4 5-16,1 1-22 0,0 0 4 16,0-3 5-16,0 3-7 0,1-3 2 0,2-1-20 15,-2-3 3-15,3-2 4 0,3-1-17 0,0-1 12 16,1-4 6-16,3 1-14 0,3-4 9 0,-1-3-16 16,-1 2-3-16,1-8 14 0,2 1-9 15,-5 0-2-15,1-9 0 0,-1 2 0 0,-3-3 0 16,-2-6-10-16,-4 2 2 0,-1-6-15 0,-3 2 13 15,-4 1-3-15,1-2 1 0,-5 4 4 0,-1-1 6 16,-1 6 12-16,-1-1-20 0,1 5 7 16,0 1-7-16,-5 2 0 0,2 7 5 0,-4-3-6 15,3 6 1-15,0 1-3 0,1 0-7 0,-1 1 7 16,1 6 3-16,0-4-13 0,2 5 3 16,4-1-3-16,-3 1 23 0,7 1-13 0,-2-1-8 15,2 0 4-15,3-2-6 0,3 2-3 0,5-4 6 16,-1 5-1-16,3-5-7 0,7 0 8 0,-1 1-24 15,2-3-33-15,3-2-51 0,-1 1-43 0,1-2-36 16,3-1-52-16,-4 1-109 0,4-5-160 16,3 0-196-16,-3-3 12 0,-4 1 75 0,-2 0 61 15</inkml:trace>
  <inkml:trace contextRef="#ctx0" brushRef="#br0" timeOffset="113503.84">10931 10936 509 0,'9'-4'202'0,"-2"-2"0"16,-3 6-25-16,-4 0-11 0,7 0 6 0,-7 0 4 15,0 0 1-15,6 10 71 0,-6-3-22 16,1 5-22-16,2-1-9 0,-3 3-6 0,3-1-30 15,-3 5-3-15,0 3-15 0,3-2-11 0,-2 6-9 16,2-1-6-16,1-1-15 0,-4 1-13 0,3 1 8 16,1-4-19-16,-1 2-17 0,0-5 0 0,-3-1-36 15,4 0-38-15,-1-2-65 0,0-4-83 16,-2 2-219-16,6-5-401 0,-4-4 33 0,1 0 102 16,-4-4 65-16,0 0 66 0</inkml:trace>
  <inkml:trace contextRef="#ctx0" brushRef="#br0" timeOffset="113870.86">10995 9618 819 0,'0'0'327'0,"0"0"-2"16,7 29-48-16,-3-8-11 0,6 12-10 15,3 15-28-15,-2 3-18 0,6 5-21 0,4 12-12 16,-2 1-88-16,3 6 6 0,2-2-13 0,0 1-3 16,-1 2 3-16,4-1-8 0,1-1 1 15,-1-3-14-15,1 2 3 0,2 1 5 0,-5-1-23 16,2-3-2-16,0-2-3 0,-3-1-3 0,-4-13 0 15,1-3-4-15,-4-3-1 0,0-5-5 16,-7-9-2-16,1-7-8 0,-1-4 2 0,-3-3 3 16,-1-5-7-16,-2 0-9 0,-1-5-20 0,1-2-22 15,0-1-88-15,-4-5-90 0,0-2-245 0,0 0-320 16,0 0 41-16,-11-17 102 0,7 5 77 16,-6-9 23-16</inkml:trace>
  <inkml:trace contextRef="#ctx0" brushRef="#br0" timeOffset="114419.58">12315 10118 1021 0,'0'0'333'0,"0"0"-29"0,0 0-27 15,0 0-19-15,0 0-7 0,-18 18-26 0,9-5-20 16,-1-1-13-16,-5 3-28 0,2 3-18 15,-8 4 0-15,0-2-16 0,-1 2-15 0,0-2-5 16,-1 2-5-16,2-4-20 0,-2 2 12 0,8-7-5 16,-1 4-10-16,2-9-15 0,3 6 4 0,1-3-19 15,0-4 9-15,6 3-20 0,-2-2 18 0,2 4-28 16,1-3 15-16,6 2-16 0,-2-1 6 16,5 2 0-16,1 1-3 0,4-1-12 0,5 1-6 15,2 1 0-15,6 1 3 0,2-1 0 16,5 1 3-16,14 2 10 0,2-2-19 0,-8-1-4 15,8-2 7-15,2 3 3 0,-6-6-7 0,-5 1-11 16,0-2 17-16,-4 0-14 0,0 1 15 16,-6-1 5-16,-4-3-26 0,-4-2 6 0,0 4-11 15,-3-4 21-15,0 3-8 0,-6-5-2 0,3 4 2 16,-4-3-5-16,-4-1 8 0,2 3-11 0,-2 1-5 16,-6-5 13-16,4 1-25 0,-4-1-1 0,0 0-35 15,0 7-33-15,0-7-42 0,0 0-94 16,-10 0-149-16,10 0-519 0,0 0 115 0,0 0 46 15,0 0 66-15,-11-10 75 0,11 5 61 0</inkml:trace>
  <inkml:trace contextRef="#ctx0" brushRef="#br0" timeOffset="115953.56">13744 9815 1131 0,'-1'-5'358'15,"1"5"-38"-15,0 0-13 0,0 0-43 0,-6 16-28 16,9-2 4-16,-3-3-30 0,3 12-28 16,-2-3-8-16,5 4-23 0,-2 2-16 0,0 2-4 15,2 1-82-15,1 4-21 0,0 1 15 0,0-2-15 16,0-1 1-16,0-1-22 0,2 2-22 15,-1-3-54-15,-4-2-64 0,2-1-80 0,1-1-201 16,-4-3-349-16,3-1 36 0,-4-6 92 0,-2-5 67 16</inkml:trace>
  <inkml:trace contextRef="#ctx0" brushRef="#br0" timeOffset="118705.22">13549 10051 829 0,'-3'-8'271'0,"3"8"-38"0,3-7-10 16,-3 7-6-16,4-10-32 0,5 8-16 15,2-4-6-15,2-3-29 0,5 1-4 0,2 0-17 16,7-1 56-16,4 0-21 0,0-1-5 15,0-2-30-15,3 2 5 0,0 0-18 0,-2 1-11 16,-3 0 1-16,2-5-21 0,-7 6-3 0,0-1 4 16,-3 1-14-16,-4-2-20 0,0 0 2 0,-4-2-7 15,-2 1-6-15,-4 0 6 0,-3 0 0 0,-1 1 0 16,-3-3-1-16,0 1-2 0,-3-3-17 16,-1 3 12-16,-3-4-5 0,0 1-3 15,0-2 3-15,1 6-10 0,-1-3 4 0,-1 6 11 0,2-2-2 16,-1 3-6-16,4 3-4 0,-4 0-4 15,7 4 1-15,0 0 0 0,-14 15-16 0,8-4 10 16,5 10 6-16,1-3 10 0,0 9-3 0,4 1-17 16,2 3 4-16,2 1 4 0,-1 3 4 15,6 10 0-15,1-2 8 0,-1-9-5 0,-3-1-6 16,4-2-1-16,-4-2-4 0,4 3 3 0,-3-6 0 16,2 3-2-16,-2-9 2 0,-2 0 5 0,-2-5-12 15,1 0 14-15,-2-1-4 0,-2-4 0 0,2-1 7 16,-2-6 1-16,-1 3-4 0,-3-6-9 15,0 0-6-15,0 0 1 0,11-17 9 0,-8 9-9 16,0-6 7-16,1 0 0 0,2-2 0 16,1 0-10-16,1 0 3 0,-2 0 2 0,1 1 2 15,0 4-2-15,3 1-8 0,0 3 11 0,-3 1-6 16,0 5-7-16,3 1 5 0,-10 0 13 0,17 10-18 16,-3-2 4-16,-7 0 1 0,3 5 5 15,1-2-10-15,-1 5 20 0,-1-4-12 0,3 3-6 16,1 2 6-16,-3-7-11 0,1 5 26 15,2-7-13-15,1 4 5 0,-4-3-16 0,3-3 6 16,2 0 0-16,-2 1-3 0,1-5-9 0,2-2-9 16,-1 1-25-16,-2-2 17 0,4-2-19 0,0-4 7 15,0 0-8-15,0-1 0 0,0-2 8 16,-3-4-5-16,0 1-18 0,-4-5 25 0,1-1-20 16,-5 1 34-16,1-5 1 0,-3 3 6 0,2-4 0 15,-6 6 18-15,3-1 13 0,1 0 7 16,-3 6 1-16,-1-1 2 0,0 3-3 0,0-1 8 15,0 8-8-15,0-2 3 0,0 6-13 0,0 0 21 16,0 0-18-16,0 0 2 0,3 25 3 16,-3-11-3-16,3 3 5 0,-3 0-5 0,3 0-10 0,1 1 0 15,-1-1 13-15,0 3-18 0,-2-2 8 16,5-2 4-16,-2 0-2 0,-1-3-5 0,-2 1 11 16,-1-4-6-16,3-2 18 0,-3 2-8 0,0-6 1 15,0 0 17-15,0-4-15 0,0 0-3 16,0 0 6-16,0 0-6 0,0 0 13 0,-17-15-20 15,16 5 10-15,-5 2 5 0,2-9 7 0,1 6-1 16,0-3 4-16,3 1-15 0,-3-1 2 16,3-1 14-16,0 3-16 0,3-1-6 0,0 4 11 15,1-1-7-15,2-2-6 0,1 6 5 0,4 0-7 16,-1-2-3-16,3 6 13 0,1-3-5 0,2 3-11 16,2-3 6-16,0 4-8 0,1-1 0 0,2 1 10 15,0-3-2-15,2 1 5 0,-2 2-3 16,0-5-5-16,-1 5 8 0,4-6-5 0,-6 4-6 15,5-5 8-15,-6 2-12 0,1-2 15 16,-2-1-3-16,-2 1-2 0,-3 0-6 0,-1-2-2 16,3 2 5-16,-9-2 8 0,2-2-10 0,-5 2 4 15,2 0 1-15,-3 1-3 0,0 0 0 16,0 1-12-16,-4 2 14 0,1 2-9 0,-3 0-3 16,6 4-1-16,0 0 4 0,-25 8 12 15,15 2-15-15,0 3 10 0,0-3-10 0,0 6 8 0,2-3-6 16,1 0 6-16,1 4-3 0,3-2-11 0,3-1 11 15,-1-3-2-15,2 5-9 0,2-6 6 16,0 3 5-16,4-2 5 0,-1-1-5 0,5-2 0 16,3 0-10-16,0-1 8 0,2-5-1 0,2 2 16 15,-2-4-21-15,5 0 11 0,0-4-1 16,-1 1 9-16,7-4-6 0,-2-1-3 0,-1-2 9 16,3-4-9-16,-4-3 6 0,1 1-11 15,-3-1-7-15,-4-1 5 0,-3 3-8 0,-4-3 0 16,1-1 0-16,-4 4-7 0,-1 0-6 0,-3 0 16 15,1 5 10-15,2 0-18 0,-5 1 0 0,3 3 3 16,-1 4 0-16,0-3 9 0,-3 5 6 0,0 0-12 16,7 12 1-16,0-5 9 0,-1 6-3 15,5-3-5-15,-1 5 15 0,0 2-13 0,4-2 0 16,-4 3 3-16,4 0 0 0,-1 1 8 0,-3-1-21 16,1 0 18-16,-4-2 5 0,0-3 5 15,3 2-23-15,-6 0 8 0,-4-1 10 0,0-3-5 16,-3 0 5-16,-2 1-15 0,-5 0 0 0,1-4 15 15,-2-2 0-15,1-2 0 0,-4 3-7 16,3-7 17-16,-2 1 3 0,-1-1 8 0,7-1-3 16,-3 1 0-16,1-2-16 0,1-3 4 0,5 2-9 15,-1-4 13-15,4 0 3 0,0 3-7 0,4-5 9 16,2 0-10-16,5-2-7 0,-1 1-13 0,7-5 5 16,-3 3-13-16,3-4 12 0,3-2 4 15,1-3-13-15,-3 3 7 0,2-5 5 0,3 1-4 16,-5-2-6-16,-1 0 8 0,3-2 12 15,-6 1-12-15,0-1 8 0,-1-2-13 0,-6 7 7 16,1-4 3-16,-2 1-3 0,-3-1 6 0,-3 5-6 16,0 0-9-16,-3-1 17 0,0 0-3 0,-1 6-9 15,-3 1 7-15,0 0 5 0,1 6-3 0,-1 1-2 16,0 4 0-16,0 4-2 0,7-1 12 16,-14 9-5-16,8-1-7 0,-2 8 4 0,5 0 1 15,0 2-3-15,-1 7 0 0,5 0 20 0,2 3-12 16,3 4-8-16,2-1 10 0,-1-4-2 15,2 3-11-15,2-3-4 0,3 1 14 0,-1-5-2 16,-2 0 6-16,2-4-1 0,-3-2-18 0,1-2 24 16,-1-4-6-16,0 2-10 0,1-4-5 15,-2-3 10-15,1-2 15 0,1-2-12 0,-1-2-6 16,4-2 6-16,-3 0 10 0,5-6-5 0,2-5-11 16,2 3 9-16,-3-7-19 0,0 6 28 0,0-3-20 15,1-1 8-15,-5 5-13 0,1 2-18 16,-1-2 18-16,-2 5-3 0,-1 3-7 0,0 2 17 15,-10 0 11-15,17 6-5 0,-10-2 0 0,0 3-11 16,-1 1 6-16,2-1 4 0,-1 3-2 16,-1-3 8-16,1 1-10 0,0 2-3 0,0-2 2 15,3-1 9-15,-3 3-6 0,3-4 13 0,-3 1-24 16,3-2 4-16,1 2-1 0,-1-3 11 16,3 0 0-16,-2-2-11 0,-1 3 13 0,0-2 13 15,1 1-17-15,-1-1-4 0,0-3-7 0,1 1 0 16,-1 2 10-16,-1-1 3 0,2-2-6 0,-1 1 16 15,-3-1-10-15,-7 0-16 0,17 0 3 0,-10-1 10 16,3-1-7-16,-2-2 7 0,1 4 5 16,-2-5-8-16,0 0 4 0,4 0-1 0,-1 2 5 15,-1-4-13-15,-1 0 3 0,2-3 11 0,0 2 1 16,-3-3-12-16,3-3-2 0,-3-1 10 16,-3 3-3-16,2-5 13 0,-3 0-8 0,0 0 0 15,-3-4-15-15,0 3-3 0,-3 0 21 16,3 3-5-16,-6-2-1 0,2 1-1 0,-2 0-1 15,2 4 5-15,-6-2-10 0,0 3-8 0,-3 1 3 16,-2 1 0-16,2 3 10 0,-5 0 0 0,-1 2-5 16,1 1 8-16,0 3-11 0,2 0 1 15,-2 6-1-15,-1-5 6 0,1 6-11 0,5 3 21 16,-1-2-8-16,4 1-10 0,0-1 5 0,2 5 10 16,2-3-5-16,5-1-15 0,-2 1 7 0,3-2 1 15,0 0 12-15,3 1-5 0,1-1-5 16,2 0 10-16,2-2-22 0,-1 0 17 0,3-1-8 15,0-5 3-15,4 4-5 0,-1-2 3 0,1-2 9 16,3-2-17-16,4-2 5 0,-1 1 5 0,3-4-5 16,-1 0 0-16,2-1-11 0,0-3-9 15,-4-2 12-15,1 1-15 0,2-2 15 16,-2-4-8-16,-1-1-12 0,-2-2-5 0,-2-1 10 0,-1-1 10 16,-2-2 2-16,1 0-12 0,-4-4 8 15,-3 6 4-15,-1-2-2 0,2-1 13 0,-5 1-10 16,0 0 2-16,1 3 8 0,-4 0 5 0,3 4 5 15,-3 1 18-15,0 2-23 0,0 4 3 0,0-2 12 16,0 6-5-16,-3 3-7 0,3 4-6 16,0 0 11-16,0 0 0 0,-15 18 7 0,9-1-10 15,2 1 0-15,1 6 13 0,0 2-15 16,0 3 4-16,2-1 1 0,-2 4 8 0,6 1-6 16,-2 2 0-16,2-2-5 0,4 2 5 0,2-2 1 15,-1-1 7-15,5-1-6 0,2-5-7 0,1 1 3 16,2-4 5-16,1 0-5 0,2-3 2 15,3-3-5-15,4-3-10 0,-1-3 10 0,1-3-5 16,-5-2-5-16,4-4-11 0,-2 0-12 0,5-5 21 16,-5-4-9-16,2 0-2 0,-4-3 0 0,-2-2 13 15,0-9 5-15,-1 3-20 0,-3-4 7 16,-4 4 0-16,1-1 6 0,-7 1 17 0,0 5-3 16,1-2 6-16,-5 5-10 0,0 3-3 0,-6 3 20 15,0-2-9-15,3 6-4 0,-12 0-7 16,2 7 10-16,-4 1 1 0,1 1-4 0,-1 2-1 15,1 4-4-15,0 2 19 0,2-2-9 16,1 3 1-16,3-1-13 0,1-3 13 0,1 3-5 0,2-5-1 16,0 2 1-16,2-3-13 0,2 0 5 0,2 0 8 15,0-3-3-15,2 0 7 0,1-4-12 16,1 1 3-16,3-2 0 0,0-3-3 0,1-2-6 16,2 1 9-16,-2-6-11 0,2 0 11 15,1-3-16-15,-1-5-15 0,2-3 2 0,1-2-12 16,-3-5-6-16,1-5-12 0,-7 4-5 0,3-6-6 15,-2-3 16-15,-2-1-3 0,-3-3 6 16,1-11 1-16,-1 10 12 0,-3-2-6 0,0 7 20 0,0-3 16 16,-3 4 10-16,3 8 18 0,-3 1 5 15,3 1-7-15,-1 6 7 0,-2 7-5 0,0 2-5 16,-4 3 13-16,0 6 10 0,7 0-11 0,-14 11 4 16,5 3 17-16,1 8-10 0,4-1-21 15,-2 5 11-15,3 5 2 0,3 2 11 0,0 3-6 16,0 2-2-16,6-2-21 0,-2 14 8 0,7-5 6 15,-2-7-12-15,1-6-9 0,1 0-23 16,2-4-75-16,-3-2-99 0,-2 2-712 0,2-7 54 16,0-3 81-16,1-4 65 0,-5-6 97 0,1-3 48 15</inkml:trace>
  <inkml:trace contextRef="#ctx0" brushRef="#br0" timeOffset="118852.8">17789 9991 1464 0,'3'-7'417'16,"0"6"-49"-16,-3 1-55 0,3-7-126 0,-3 7-221 15,0 0-677-15,0 0 50 0,0 0 93 0,-20-1 72 16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6:54:54.2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2131 1270 614 0,'0'0'233'16,"-13"-3"-11"-16,13 3-22 0,-17 0-44 16,7 3-2-16,-1-2-31 0,-3 4 10 0,1-1-18 15,-4 1-13-15,3 2-12 0,-3-3-8 0,4 5-10 16,-2-1 61-16,2 0-28 0,-1 2-6 0,4-2-9 15,0 3-6-15,-1 0 1 0,4-1-26 0,0 1 7 16,4-1-7-16,0 0-13 0,3 1 6 16,3 1-1-16,-2-1-10 0,5-1-13 0,4 2 5 15,1 1 0-15,-1-1-4 0,7 1-4 16,0 2-2-16,0-1-7 0,3 0-11 0,-2 2 13 16,3 0-6-16,-2-1-1 0,2 2-4 0,-4-1 4 15,0-2 1-15,-3 1-1 0,3 1-1 0,-7-2 0 16,1 0 0-16,-4-1 3 0,-1-1 5 15,-2-1-10-15,-1 2 2 0,-3-1 3 0,-4-1 12 16,1 3 9-16,-6-1 4 0,-2-1-20 16,0-1 0-16,-2 3 2 0,-5-3 1 0,3 0-3 15,0-3 10-15,-1 3-5 0,1-4-10 0,2 2-3 16,-1-3 3-16,4-1 2 0,0 0-12 0,2-1-52 16,-1-3-125-16,5 1-169 0,4-2-417 15,0 0 63-15,0-12 50 0,6 4 56 0,1-4 68 16</inkml:trace>
  <inkml:trace contextRef="#ctx0" brushRef="#br0" timeOffset="183.26">2357 1436 924 0,'0'0'279'0,"0"0"-26"0,0 0-23 0,0 0-22 15,14 12-1-15,-11-2-35 0,0 2-9 16,1 1-17-16,3 4-5 0,-4 2-33 0,4 1 2 15,-3 4-8-15,2 1-10 0,-2 0-5 16,3 0-25-16,-1 0-32 0,-2 3-60 0,2-5-193 0,-2 1-504 16,2 1 18-16,-2-2 105 0,0-7 56 15</inkml:trace>
  <inkml:trace contextRef="#ctx0" brushRef="#br0" timeOffset="582.98">2380 1846 1021 0,'4'-7'340'15,"3"6"-25"-15,0-4-49 0,3 0-17 16,4-2-22-16,2 3-32 0,2-2-13 0,6-2-1 16,-3 1-32-16,5-1-6 0,2 1-15 0,-4-3-18 15,7 0-10-15,-3-3-3 0,2 3-10 16,-7-1-15-16,-1 0-18 0,1-2 23 0,-6 1-34 15,0-2 6-15,-3 0-3 0,-3-3-10 0,-1 3-8 16,-4-1 10-16,2 1-7 0,-5 0 0 0,0 3-6 16,-2 2 9-16,2-2-14 0,-3 3 6 15,0 0-16-15,0 2 10 0,-3 2-12 0,3 4 0 16,-11-2-8-16,11 2 20 0,-13 5-7 0,5 1-3 16,2 3-7-16,-5 1 4 0,1 1 1 15,3 4-10-15,0 0-1 0,3 1 6 0,1 0 4 16,3 2-2-16,0 0-5 0,3-2-2 0,5 1 4 15,-1 2 1-15,6-2-8 0,1 1 5 16,3-3 7-16,1 2-12 0,2-4-25 0,3-1-27 16,1-2-43-16,1 0-30 0,-1-4-59 0,2 1-39 15,-5-3-74-15,-4-3-236 0,4-1-196 16,-1 0 83-16,1-5 47 0,-7 3 59 0</inkml:trace>
  <inkml:trace contextRef="#ctx0" brushRef="#br0" timeOffset="999.92">3208 1670 629 0,'0'0'231'0,"0"0"1"0,0 0-6 16,-3 18-32-16,3-8-15 0,0 6-4 0,0 3-7 16,3 6-24-16,-3 3-88 0,3 6 6 15,1 1-16-15,6 13 64 0,-3 1 0 0,0 0-18 16,4-4-5-16,-2 4-13 0,5-3 0 0,0-1-17 16,-1-2-6-16,1-6-10 0,-4-7-33 15,0 0-32-15,1-4-32 0,-4-5-26 16,2 0-38-16,-5-7-18 0,0-3-49 0,3-3-90 0,-7-2-55 15,0-4 55-15,0-2 26 0,0 0 1 0,-8-18 17 16,-1 2 59-16,2-8 84 0,-3-8-20 16,-5-15 41-16,2-5 115 0,-4 0 33 0,4-4 44 15,1 1 10-15,0-1 13 0,2 0 28 16,2 5 18-16,2 1-13 0,5 8 13 0,-2 8 54 16,3 4-23-16,3 2-8 0,-2 3-39 0,5 2-17 15,-3-1-18-15,5 4-3 0,-2 3-23 16,4 3-89-16,0 2 5 0,1 2-16 0,-1 5-7 15,0 1 4-15,4 3-7 0,-4 2 8 0,4 3-2 16,-1 2-6-16,2 4-3 0,-5 1 8 0,0 2-2 16,-2 2 5-16,-2 2 0 0,-2 0 5 15,-2 2 0-15,-2 0-3 0,-3-1 3 0,0 3 7 16,-5 2 11-16,-2-2-28 0,0 0 12 0,-3 0-2 16,3-1-23-16,-1-1-49 0,-2-1-33 0,3 0-117 15,2-3-319-15,1 1-165 0,4-5 43 16,-3-3 54-16,5-4 61 0</inkml:trace>
  <inkml:trace contextRef="#ctx0" brushRef="#br0" timeOffset="1399.5">3676 1332 957 0,'7'-5'338'0,"1"3"-31"0,1 0-33 15,1 2-36-15,1 2-18 0,-1 3-18 0,4 3-25 0,-1 2-3 16,5 5-18-16,-5 0-25 0,2 3-4 16,-5 3-11-16,0 0-11 0,-1 4-6 0,-4 0-14 15,-2 0-13-15,-3 1-3 0,-3 1-8 0,-2-1-12 16,-4 3-3-16,-2-2 0 0,0-2-18 16,-5-2 10-16,1-3 1 0,2-3-11 0,0-2 0 15,-1-2 5-15,1-3-2 0,2 0 2 0,1-3-12 16,0-4 5-16,2-2-1 0,8-1-7 0,-16-6 3 15,12 0-4-15,-2-3 9 0,3-1-21 0,1 0 11 16,0 0-4-16,4 0-4 0,0 0-3 16,1 2 8-16,0 0 7 0,1-1 1 0,2 4-6 15,0 0-2-15,1 2-3 0,4 2 3 0,-1 0-3 16,0 2-7-16,5 3 10 0,1 1-8 16,-2 0 2-16,3 5 19 0,3 0-13 0,-2 2-5 15,2 1-8-15,-3 2-36 0,0 0-5 16,0 2-49-16,-4-2-86 0,-1 3-349 0,-2 2-315 15,-4-4 113-15,-6-2 67 0,-3 3 58 0,-3-3 52 16</inkml:trace>
  <inkml:trace contextRef="#ctx0" brushRef="#br0" timeOffset="1782.92">1748 2467 1144 0,'0'0'343'0,"0"0"-39"16,0 0-25-16,0 0-18 0,17-11 8 0,0 3-54 15,11 1-23-15,6-3-15 0,24-4-6 0,7-2-9 16,14-2-14-16,9-4-102 0,5-1 15 0,13 2-4 16,7 0-11-16,6-2 13 0,1 3-13 0,3 0 10 15,28-5 52-15,-25 8-14 0,0-3 1 16,0 5-13-16,-2 0-5 0,-5 1-31 0,-8 1 5 16,-6 1 0-16,-10 1-15 0,-22 5 2 0,-9-3-30 15,-5 3-10-15,-18 2-9 0,-8-1-22 16,-8 2-13-16,-8 0-51 0,-4-1-39 0,-6 1-92 15,-6 1-174-15,-1 2-422 0,-11-5 92 0,-9 0 51 16,-5 0 52-16,-12 0 78 0</inkml:trace>
  <inkml:trace contextRef="#ctx0" brushRef="#br0" timeOffset="2698.92">2491 1753 685 0,'0'0'228'0,"0"0"-41"0,0 0 10 15,0 0-15-15,0 0-16 0,6 16-17 0,-6-8-11 16,0 3-5-16,0 2-84 0,3 0-6 16,-3 3-15-16,0 2 16 0,1 1-6 0,1 0 1 15,-1 0 9-15,2 1-19 0,-3 0 65 0,4-1 9 16,-1 0-4-16,1 0-14 0,-1 0 2 0,0-2-10 16,1-2 7-16,2 1-7 0,2-2 5 0,-4-1 5 15,2-1-18-15,1-1 5 0,-1-3-2 16,5 1-3-16,-4-1 3 0,2-4-3 0,2 3 0 15,-1-4-23-15,0 2 8 0,2-2-8 0,0 0-3 16,-2-1-22-16,-2 0-34 0,2 1-48 16,-4-2-116-16,1 2-256 0,1 0-355 0,-5-1 100 15,-3-2 78-15,0 0 42 0,3 3 64 16</inkml:trace>
  <inkml:trace contextRef="#ctx0" brushRef="#br0" timeOffset="6966.21">5084 2685 990 0,'7'-2'279'0,"-3"-3"-23"0,6 4-28 0,0-1-46 15,0 2 7-15,2 0-25 0,1 2-21 0,4 0-17 16,-3 4-11-16,6 0-5 0,-6 1-13 0,3 3-10 16,0-1-7-16,0 2-4 0,0 3-12 15,-3 2 3-15,-1 1-19 0,1 2-7 0,-7 0-2 16,0 1-3-16,0 1 5 0,-4 0-3 0,-3-1-5 15,0 1-10-15,-3 2 6 0,-4-1-12 16,0 0 1-16,0-1 3 0,-3 1 12 0,-4-3-12 16,1-1-6-16,-1-2 16 0,1 0 4 0,1-3-9 15,-1-1 12-15,0-3 3 0,-1 0 6 16,-2-2 6-16,4-2-81 0,2-3 23 0,-4 0 0 16,4-2 15-16,0-2 18 0,-4 0-5 15,4-3-15-15,1-2 7 0,0 0 11 0,0 1 0 16,2-5-1-16,1 3-10 0,5-2 16 0,-6 2-15 15,7-1 1-15,0 1 7 0,0-2-14 0,4 0-10 16,3 1-8-16,0 0 16 0,5-3-11 0,3 4 16 16,-2-2-18-16,5 3-13 0,6-1-33 15,-1 1-41-15,1 1-34 0,3-2-48 0,1 4-66 16,0-1-93-16,2-1-430 0,1 0 82 0,0-2 33 16,-4 1 78-16,-2 1 55 0</inkml:trace>
  <inkml:trace contextRef="#ctx0" brushRef="#br0" timeOffset="7416.12">5608 2761 1067 0,'3'-3'338'0,"1"-2"-41"0,3-2-6 0,0 2-37 16,2-1-26-16,6-2-29 0,-2 1-17 15,0 0-21-15,1 2-30 0,0-2-16 0,3 1-28 16,-7 0-8-16,1 3-15 0,-1 0-17 0,-3-2-19 16,2 3-13-16,-4-1-10 0,1 1 0 15,-6 2-10-15,0 0 15 0,7-1-2 0,-7 1 2 16,0 0-2-16,0 0-8 0,0 0 8 0,-7 13-3 16,1-8 5-16,2 3-13 0,3 0 19 0,-5 4-1 15,6-1 3-15,0 3-10 0,0-1 10 16,0 4-3-16,3 0-5 0,0 1-5 0,5-3 8 15,-1 6 10-15,0-2-7 0,2 1-11 0,-1-1 8 16,-1-2-6-16,2 1 9 0,-2-2-4 16,-3-1-1-16,3 0 4 0,-4 0 11 0,-3-3 7 15,0 1-15-15,0-1 30 0,-3-1-4 0,-3-1-3 16,-2 2 0-16,1-3 10 0,-3-1-5 0,-1 0 3 16,-2 1-8-16,0-6 5 0,-4 2-13 15,3 0-7-15,0-2-1 0,-2-2-2 0,4 2-7 16,-4-2-9-16,1-1-27 0,2 4-39 0,-1-4-72 15,1 1-71-15,-4 1-156 0,6 3-459 16,-1-3 85-16,0 1 69 0,-1 0 52 0,-1 1 65 16</inkml:trace>
  <inkml:trace contextRef="#ctx0" brushRef="#br0" timeOffset="7666.41">4992 3442 860 0,'0'0'360'0,"0"0"-27"0,0 0-38 15,0 0-32-15,24 0-86 0,-7-4-13 0,8-3-11 16,8 1-20-16,5-6-5 0,16-5-5 0,5 5 5 16,2-8-25-16,-2 2 7 0,2 1-11 0,0 1-14 15,1 3-13-15,-4-3-8 0,0 1-11 16,1 5-12-16,-8-3-20 0,-6 6-57 0,-11 4-66 15,-7 2-78-15,-6 1-204 0,-1 3-335 0,-10 1 33 16,-3 0 82-16,-4 3 61 0,-6 0 55 16</inkml:trace>
  <inkml:trace contextRef="#ctx0" brushRef="#br0" timeOffset="8065.44">4983 3692 849 0,'0'0'328'0,"6"-11"-44"0,-3 6-7 16,4 0-42-16,1 2-15 0,5 2-20 16,0-3-18-16,4 4-31 0,4 1-11 0,-1 5-12 15,4 0-20-15,1 3 7 0,2 6-33 0,0-2-21 16,-3 3-22-16,-4 5 2 0,-2-4-8 15,-5 0 5-15,-3 2-2 0,-2 3-13 0,-5-1 0 16,-3 0-7-16,0-2-9 0,-7 4 21 0,0-3-15 16,-3 1-5-16,-3-1-3 0,-1-2 0 0,0-2 11 15,-3 1-4-15,1-2 9 0,1-1 22 16,2-5-9-16,-4-1-1 0,6-4 16 0,-3 3-8 16,1-6-1-16,3-1-11 0,2-1 17 0,-2-2-13 15,1-2 5-15,1-2-2 0,2 0 8 16,5-3-26-16,-2 0 10 0,3-1-5 0,3-1-3 15,0 0-2-15,8-1-20 0,-4 0-1 0,6-2-35 16,2 1-37-16,1 2-58 0,1-1-36 16,4 2-66-16,-4-3-187 0,7 4-226 0,-3-1-69 15,-1-1 85-15,4 2 69 0,-3-5 66 0</inkml:trace>
  <inkml:trace contextRef="#ctx0" brushRef="#br0" timeOffset="8448.74">5543 3677 852 0,'0'0'328'15,"0"0"-37"-15,4 11-32 0,-5-3-19 16,-2 2-35-16,0 1-5 0,2 1-31 0,-2 4 2 16,3 0-17-16,0 0-21 0,0 2-18 0,0 0-10 15,1 0 5-15,2 1-13 0,3-3-15 0,1-1-23 16,1 4 13-16,1-6 0 0,4 3-11 16,2-2-5-16,-2-1-7 0,2-3-5 0,1-5-1 15,1 0 13-15,-4-3-4 0,5-2-6 0,-5 0 0 16,2-3-16-16,1-2 9 0,-2-4-3 15,-3-1-1-15,-2-3-1 0,-1-4 4 0,-2 0-2 16,-2-1-5-16,-4-5-70 0,-4-2 6 16,1 0 2-16,-4 0 31 0,0 1 11 0,-3 3-11 15,0 3 5-15,-1 2 33 0,1-4-28 0,-7 6 11 16,3 2-1-16,-3 3-17 0,1 5 15 0,1-3-8 16,-5 6-5-16,3 1-5 0,0 3 18 15,-3 2-8-15,5-1-2 0,-2 5-6 0,0-1 1 0,4 2 10 16,3 1-16-16,-1-1 6 0,4 1 2 15,1 1-5-15,3-2-5 0,3 1 0 0,3-1-3 16,3 1-10-16,1 0-18 0,4-1-20 16,5 2-31-16,-2-3-110 0,6-1-69 0,-2 1-290 15,6-1-209-15,-1-4 58 0,-2 0 96 0,0-3 27 16,-1-1 100-16</inkml:trace>
  <inkml:trace contextRef="#ctx0" brushRef="#br0" timeOffset="8783.16">5973 3788 970 0,'0'0'276'0,"7"7"-28"0,-7-1-15 16,-3 2-30-16,0 3-24 0,-1 0-8 0,1 4-22 15,0-1-14-15,0 2-25 0,3 1 0 16,-1 3-10-16,1-4-10 0,0 5-6 0,0-4 3 16,1 0-25-16,5-1-6 0,-2 1 16 0,5-3-29 15,-2 0 6-15,4 0 0 0,-1-5-16 0,0 1 0 16,4 0 18-16,-1-5-10 0,4-2-15 15,-3 1 12-15,3-4-4 0,-3 0-4 0,6-7-2 16,-6 2-7-16,0-5 15 0,-1-1 10 0,1-3-10 16,-4-1-13-16,-3-5 5 0,-3-2 20 15,3 4-12-15,-7-1-25 0,-3 1 22 0,-2-2 8 16,2 2 5-16,-4-1-10 0,-3 1 10 0,-1-2-18 16,-2 8-5-16,-4-5 8 0,3 4-11 15,-6 2 1-15,6 3-3 0,-3 0-3 0,0 2-7 16,0 2-34-16,0 0 8 0,3 1-59 0,4-1-28 15,0 1-99-15,-1 1-122 0,2 1-470 0,5-3 69 16,1 3 49-16,3-5 69 0,0 6 51 16</inkml:trace>
  <inkml:trace contextRef="#ctx0" brushRef="#br0" timeOffset="8982.53">6736 3246 1100 0,'7'-4'312'0,"3"-2"-27"0,1 1-50 16,2-1-48-16,0 1-54 0,5 2-66 16,-1-1-116-16,0 0-135 0,1 4-449 0,-2 0 55 15,1 0 17-15</inkml:trace>
  <inkml:trace contextRef="#ctx0" brushRef="#br0" timeOffset="9132.11">6879 3345 839 0,'-3'5'353'0,"3"-5"-17"16,-4 3-78-16,4-3-25 0,0 0-15 0,0 0-19 16,0 0-37-16,0 0-19 0,0 0-28 0,25-9-36 15,-9 3-45-15,-1 2-47 0,5-4-69 16,3-1-151-16,2 2-468 0,8-2 69 0,-2 0 53 15,0 1 65-15</inkml:trace>
  <inkml:trace contextRef="#ctx0" brushRef="#br0" timeOffset="9415.34">8069 2585 972 0,'0'-6'359'0,"0"6"-45"0,0 0-22 16,0 0-33-16,3 17-8 0,-3-5-21 0,4 0-28 16,-4 1-23-16,3 4-17 0,1 0-22 15,3 5 1-15,-4 0-13 0,1 2-20 0,2-1-6 16,-2 2-12-16,2 0-11 0,-1 0-46 15,1 0-40-15,-2 2-52 0,5-2-33 0,-5 0-147 16,6-2-521-16,-3 2 13 0,-3-2 81 0,2-4 78 16,-2-5 45-16</inkml:trace>
  <inkml:trace contextRef="#ctx0" brushRef="#br0" timeOffset="9665.1">7813 3170 888 0,'0'0'386'0,"0"0"-17"16,-11-1-90-16,11 1-21 0,0 0-35 15,0 0-23-15,-7-3-19 0,7 3-1 0,0 0-27 16,0 0-7-16,28-8-23 0,-10 4-10 0,2 2-21 16,10-4 23-16,1-1-20 0,6 1-8 15,-1 0-13-15,1 0-5 0,3-1 0 0,1 1-33 16,-3 1 5-16,0 2-18 0,-1-1-59 0,-6 2-41 15,-4 2-63-15,-2-2-127 0,-1 5-529 16,-4-2 74-16,-3 4 39 0,-7-2 79 0,-3 1 41 16</inkml:trace>
  <inkml:trace contextRef="#ctx0" brushRef="#br0" timeOffset="10348.4">8017 3420 982 0,'0'5'302'0,"0"4"-15"15,-3-1-28-15,3 4-26 0,0 4-23 0,3 2-31 16,-3 3-15-16,1 1-11 0,2 1-10 16,1 0-20-16,-1 2-2 0,1 0-16 0,-1-1-6 15,0 0-14-15,-2-6-8 0,2 2-16 0,0-2 13 16,0 1-25-16,-2-5 2 0,1-1 0 16,-1-1-12-16,3 0-1 0,-4-3 3 0,3-2-5 15,-3 1-8-15,0-5 8 0,0-3-11 0,0 0-1 16,0 0-4-16,0 0 0 0,-8-19 19 0,5 2-19 15,0 0-12-15,0-4 13 0,0 3-9 16,2-1 19-16,1 2 15 0,-3 3-31 0,3-1 1 16,-3 4 15-16,3 1-14 0,0-2-6 0,0 5 7 15,0 1-6-15,3 2 6 0,-3 4-5 16,4-3 0-16,-4 3-8 0,0 0 0 0,20 9 13 16,-13-2-15-16,3-2 12 0,-4 2-2 0,5 0-8 15,-1 1 3-15,0 1-8 0,1-2-3 16,-1 0 16-16,0-2 0 0,1 2-8 0,-1-2-8 15,-3-2 3-15,3 2 10 0,-3-3-2 0,0 0 13 16,2-2-6-16,-9 0 3 0,15-4-8 0,-8-2 5 16,2-2-2-16,-1-3-5 0,-2-5-11 0,1-1 1 15,-3-6 4-15,2-2 1 0,-2-1 2 16,0 0-2-16,-1 0 2 0,0 2 5 16,0 7-2-16,1-3-8 0,-4 6-5 0,3 0-1 0,-3 3-1 15,3 3 9-15,-2 4-20 0,-1 4 11 16,10 0 19-16,-10 0-12 0,7 15 8 0,-3-1 0 15,5 3 0-15,-5 1-6 0,6 6-2 0,-3 0 0 16,0 1 5-16,-1 0 11 0,5 2-24 16,-1 0 5-16,-3 3-7 0,4-5 10 0,-2-5-28 15,-2 3-41-15,0 0-51 0,1-6-159 0,1 1-587 16,1-3 93-16,-2-4 67 0,-1-4 58 0,2-4 65 16,-5-3 55-16</inkml:trace>
  <inkml:trace contextRef="#ctx0" brushRef="#br0" timeOffset="11531.75">9156 2244 959 0,'-10'0'336'0,"10"0"-29"0,-7-2-20 0,7 2-37 0,0 0-24 16,0 0-29-16,0 0-23 0,0 0-15 15,0 0-11-15,0 0-20 0,0 0 5 0,0 0-15 16,34-6-13-16,-20 3-75 0,6 1 9 0,1-1-26 15,3 1 2-15,0-1 13 0,3 0-15 0,-3 0-5 16,-3 0-8-16,-1 2-11 0,1-2-9 0,-8 1 5 16,2 2-6-16,-3-2-2 0,-1 1 3 15,-1 1 22-15,-10 0-30 0,0 0 18 0,0 0-11 16,0 0 1-16,0 0-16 0,0 0 21 0,-31 8 17 16,11-4-17-16,0 0 15 0,-1 2 0 15,-3 0 7-15,0 0 6 0,-3 1-2 0,6 0 9 16,-3 0-2-16,3 2 18 0,-1-2-18 0,4 0 2 15,4 2 1-15,0 0-19 0,1 1 6 16,-1 0 2-16,4 2 0 0,3-1 8 0,0 1-5 16,3 1-3-16,4 1-10 0,1-1 31 0,6 4-16 15,-1 1-12-15,4 1 20 0,5 0-15 0,1 1 22 16,5 2-25-16,-1 0 6 0,4-1 12 16,7 10-18-16,0-3 8 0,0-2-11 15,3 1 8-15,-7-5-4 0,-3 0 1 0,0 1-4 0,-4-2 12 16,1 2-12-16,-4 1 10 0,-3 1-13 0,0 0 15 15,-4 1-13-15,-4-3 9 0,-2 2 2 16,-1 0 2-16,-3 0 0 0,0 0 6 0,-3 0 7 16,-1 1 3-16,-2 1-6 0,0 3 8 0,2 0-4 15,-4-1-1-15,-2 0-10 0,1 3 5 16,1-1-3-16,-2-1 3 0,3 0-2 0,-2-3-9 16,1 3 1-16,1-5 8 0,1 0-3 15,3 0-11-15,2 0 9 0,-2-1-11 0,3-3 15 16,0-3-2-16,3 2 5 0,0-3-10 0,1 0-8 15,3-1 13-15,3-4-13 0,0 1 11 0,0-4 12 16,4 1-26-16,3-3 11 0,0 0 2 0,4-6 3 16,2 2-7-16,2 1 19 0,-1-4-19 15,4 0 4-15,2-4 5 0,-2 1-2 0,-2 2-2 16,1-3-11-16,-2 1 0 0,-4-1-5 0,-1 1 5 16,0 1-8-16,-5 1 9 0,1-3-6 15,-3 3 15-15,-2-1-23 0,-1 1 13 0,1-2-76 16,-11 3-6-16,13 3-25 0,-10-3-85 0,1 3-346 15,-4-3-306-15,0 5 122 0,0-5 34 16,0 0 68-16,0 0 75 0</inkml:trace>
  <inkml:trace contextRef="#ctx0" brushRef="#br0" timeOffset="12235.3">10663 2269 924 0,'0'0'312'0,"-6"-5"-43"15,6 5-19-15,0 0-27 0,-13 14-13 0,8 0-10 16,-1 4-44-16,2 5 0 0,-2 7-18 15,-1 2-7-15,4 2-16 0,-4 3-15 0,6-1 0 16,-2 1-8-16,0 1-18 0,3 1 3 0,0-1-13 16,3 3-11-16,0-3 6 0,1 10 3 15,6-8-29-15,-3 8-5 0,3-9-12 16,4 3-32-16,-1-7-9 0,2-7-50 0,-2-3-35 16,4 0-33-16,-3-3-46 0,3-5-241 0,-3 0-308 15,3-5 98-15,-4-4 49 0,1-1 33 0</inkml:trace>
  <inkml:trace contextRef="#ctx0" brushRef="#br0" timeOffset="12665.52">10930 2716 811 0,'0'0'264'16,"-6"-3"-39"-16,6 3-5 0,0 0-15 0,0 0-31 15,-7 16-28-15,6-4-8 0,1-1 56 0,5 1-14 16,-2 3-24-16,0 2-13 0,4-2-17 15,-1 0-1-15,1 0-15 0,4 0-8 0,-1-1-20 16,0 1-7-16,4-4-4 0,-4 1-9 0,4-3 2 16,-1 0 0-16,-2-2-23 0,3-2 2 15,-1-4-76-15,1 1 23 0,-4-2-6 0,4-3 3 16,-4-2 3-16,0-3 3 0,1-1-1 16,-5-4 8-16,1-1-10 0,-3-4 12 0,-1-2 6 15,-3-5-8-15,-4-3-5 0,1-6-3 0,-4 3 13 16,1-4 5-16,-5 4-2 0,1 0 38 15,3 8 0-15,-6-1-12 0,3 6 9 0,0-1 21 16,2 5-23-16,-2 1 0 0,0 4-10 0,-4 1 7 16,4 4-10-16,-5 4-2 0,3 2-3 0,1 3 2 15,0 3 1-15,-2-1-8 0,3 5 8 0,-1-2-1 16,2 3-7-16,2 1 10 0,4-1 0 16,-1 0-20-16,3-1 5 0,1 1-5 0,5-1 4 15,-2 2 1-15,4 0-13 0,2-2 8 0,3-1-11 16,1 1 3-16,0 0-25 0,8-4-52 15,-1 4-41-15,0-4-35 0,4-3-52 0,1 2-133 16,-1-2-456-16,0 0 85 0,-1-2 44 0,-2 0 76 16,0-2 46-16</inkml:trace>
  <inkml:trace contextRef="#ctx0" brushRef="#br0" timeOffset="12999.18">11433 2788 716 0,'-3'6'302'15,"2"0"-5"-15,-5 2-25 0,2 4-34 0,-2 1-18 16,1 0-21-16,2 1-22 0,0 1-16 0,0 1-7 16,-1-1-21-16,4 0-5 0,0-1-18 15,0 1 0-15,0-2-26 0,4-1 1 0,-1 1-11 16,3 0-2-16,2-1-8 0,2 0 2 0,0-4-4 16,4-2-8-16,3 1-1 0,0-3-4 15,-4-3 0-15,5-1-8 0,-4-1-16 0,3-4 11 16,-1-1 10-16,-1 0-13 0,-2-6 6 0,-2 1-21 15,-1-3 7-15,-4-3-4 0,-2-1 7 16,-4-1 0-16,0-2 0 0,-4 0 0 0,1-3-12 16,-7 2 27-16,3 1-7 0,-4 2 10 15,2 1 0-15,-1 5-5 0,-1 1-8 0,1 2-2 16,0 1-13-16,-4 2-5 0,1 1-23 0,2 5-24 0,1-2-58 16,3 4-26-16,7-1-50 0,-14 2-114 15,10-1-253-15,4 2-261 0,0-3 92 0,0 0 64 16,11 8 62-16,-4-6 68 0</inkml:trace>
  <inkml:trace contextRef="#ctx0" brushRef="#br0" timeOffset="13115.54">11826 2786 716 0,'18'-8'213'0,"-2"1"-32"16,-2-1-27-16,0 3-67 0,3-2-56 0,-4 1-164 15,1-1-423-15,3-2 34 0</inkml:trace>
  <inkml:trace contextRef="#ctx0" brushRef="#br0" timeOffset="13315.11">11939 2541 752 0,'-3'5'241'0,"3"2"-3"15,0 3-8-15,0 3-38 0,0 0-13 16,3 4-20-16,0 2 12 0,1 0 32 0,2 3-16 15,-2 0-26-15,3 3-10 0,3-2-85 0,-3 1 1 16,-1-1-21-16,5 2-26 0,-1 0-40 0,1 0-44 16,3 0-72-16,-1-6-107 0,1 4-451 15,2-6 65-15,-5-1 50 0,6-3 34 0</inkml:trace>
  <inkml:trace contextRef="#ctx0" brushRef="#br0" timeOffset="13765.22">12420 2558 1144 0,'0'0'338'0,"0"0"-44"0,0 0-18 16,-6 19-27-16,6-8-22 0,0 3-22 16,0 0-28-16,0 1-16 0,0 0-15 0,3 2-8 15,0 1-23-15,-2-3-7 0,6 2-11 0,-3 1-12 16,5-3-14-16,-2 0 4 0,0-1-6 0,4-1-8 15,-1-1-17-15,4-2 4 0,-4-3-4 16,3-1-11-16,1-1 13 0,-4-2-89 0,4-3 14 16,-1-2-4-16,1-1 2 0,-3-3 19 15,2-3-16-15,1-2 15 0,-4-6 2 0,-3-2 11 16,-1-3-15-16,-1-4 13 0,-2-2-9 0,-3-2 9 16,-3-7 2-16,-2 4 2 0,2 1-4 0,-4 2 15 15,1 6 4-15,-1 0 14 0,-4 4-8 16,4 3 5-16,-5 2 8 0,4 3-2 0,-5 2-14 15,3 6-2-15,-5 0-3 0,2 4-2 0,-1 2-3 16,-3 3 18-16,3 5-15 0,-2 2-3 0,-2 2-10 16,5 1 11-16,2 2 17 0,4 3-23 15,-2-1 0-15,5-2 3 0,1 2-3 0,3-2-5 16,3 3 2-16,0-3-2 0,4 3 8 0,3-2-23 16,4-3-6-16,-1 3-35 0,5-3-8 15,3-1-56-15,-2-1-70 0,3-5-107 0,2 2-442 16,-1-3 35-16,-2-3 2 0,0-2 85 15,-2-2 54-15</inkml:trace>
  <inkml:trace contextRef="#ctx0" brushRef="#br0" timeOffset="13932.38">12841 2601 767 0,'0'0'336'0,"4"-3"-42"0,-4 3-23 16,0 0-22-16,0 0-14 0,3 16-12 0,-3-7-23 15,0 3-6-15,0-1-15 0,3 4-20 0,-3 1-21 16,4 2-20-16,0 0-64 0,-1 0-13 15,1 1 5-15,-1 0-13 0,0 0 16 0,1 1-16 16,2-1-18-16,-2-1 1 0,3 1-70 0,0 0-77 16,2-1-186-16,-2 1-438 0,1-4 84 0,-1-4 36 15,2 1 59-15</inkml:trace>
  <inkml:trace contextRef="#ctx0" brushRef="#br0" timeOffset="14181.34">13131 2383 934 0,'15'3'386'16,"-8"2"-38"-16,3 2-23 0,3 5-38 0,4 1-18 16,4 5-26-16,0 1-33 0,3 2-10 0,-1 1-16 15,8 8-7-15,0-2-29 0,-1 0-10 16,-2-4-17-16,-7-2-34 0,0-3-3 0,2 3-71 15,-3-2-8-15,-3 1-31 0,-2-3-91 0,2-3-88 16,-4-1-292-16,-3-1-260 0,-2-2 40 16,-2-3 69-16,-2-2 70 0,-1-4 56 0</inkml:trace>
  <inkml:trace contextRef="#ctx0" brushRef="#br0" timeOffset="14415.11">13522 2356 962 0,'0'0'356'16,"-3"-6"-44"-16,3 6-25 0,0 0-29 15,0 0-17-15,0 0-13 0,-11 21-24 0,4-7-17 16,3 1-13-16,-2 4-25 0,-4 3 7 0,2 0-5 16,2 3-23-16,-4 1-10 0,0 2-21 0,2-4-7 15,-1 4 9-15,2-5-27 0,0 1 7 16,-1-1-9-16,2 1-35 0,2-1-30 0,-2-1-43 15,3 1-85-15,-1-4-158 0,4 1-544 0,-3-4 50 16,3-2 73-16,0-1 73 0,0-5 58 0</inkml:trace>
  <inkml:trace contextRef="#ctx0" brushRef="#br0" timeOffset="14732.84">13690 2927 885 0,'9'-14'318'15,"-2"1"-29"-15,-3-1-20 0,2 3-29 16,-1-1-27-16,1 2-16 0,-3 1-21 0,-3 0-12 16,4 1-20-16,-4 2-14 0,3-1 1 0,-3 1-11 15,3 1-15-15,-3 5-18 0,0-7-5 0,0 7-5 16,0 0-3-16,0 0-5 0,0 0 5 15,0 0-23-15,0 0-2 0,-6 17-3 0,6-10-5 16,0 1-3-16,0 2 3 0,0 2 0 0,0-1-13 16,3 3-2-16,-3-1-16 0,3 0 13 0,0-1-10 15,1 2 0-15,-1 1-3 0,2-3-5 16,1 0-25-16,-2-1-80 0,5 0-33 0,-2-3-80 16,4 0-176-16,-4-1-389 0,3-2 87 0,1-2 38 15,-2-3 62-15,-9 0 56 0</inkml:trace>
  <inkml:trace contextRef="#ctx0" brushRef="#br0" timeOffset="14863.95">13881 2581 1016 0,'-3'-4'353'16,"3"4"-33"-16,0-6-54 0,0 6-51 0,0 0-41 16,-5-4-48-16,5 4-68 0,0 0-165 15,0 0-548-15,0 0 12 0,11 11 83 0,-4-8 63 16</inkml:trace>
  <inkml:trace contextRef="#ctx0" brushRef="#br0" timeOffset="15065.3">14164 2713 1318 0,'0'0'350'0,"0"0"-27"0,0 0-24 0,21-3-32 15,-14-1-22-15,6 1-25 0,1 1-30 0,3-3-65 16,0 0-61-16,0 0-100 0,7-3-76 16,-3 3-554-16,-1-2-27 0,4-1 73 0,-3-4 62 15,0 1 36-15</inkml:trace>
  <inkml:trace contextRef="#ctx0" brushRef="#br0" timeOffset="15431.32">14585 2200 811 0,'0'0'312'16,"0"0"-40"-16,0 0-24 0,-4 19-2 0,4-11-31 15,0 3-26-15,0-1-20 0,4 3-3 0,-1-1-15 16,-2 1-15-16,2-1-21 0,3 3-5 16,-2-2 0-16,3 0-12 0,0-1-22 0,3 0 9 15,0-4-13-15,-3 4-1 0,3-6-12 0,0 1 5 16,0-2-5-16,1-3-10 0,-1-1 4 15,0-1-7-15,1-2-2 0,-1-2-8 0,0-2-13 16,-2-3 2-16,4-3-4 0,-5-1 2 0,-3-1 0 16,3-1 5-16,0 2-18 0,-4-1-2 15,0 3 15-15,1-1-15 0,-1 4 12 0,0 0-4 16,-3-1-11-16,4 3 0 0,-3 4 8 0,-1 2-6 16,0 0-14-16,0 0 12 0,0 0-3 0,0 20 1 15,0-7 7-15,-1 2-2 0,1 4 12 16,0 1-4-16,-4 3-11 0,4 2 2 0,0 2 1 15,0 0-13-15,0 1 18 0,0 0-8 0,0 0-46 16,4-1-64-16,-3 3-77 0,-1 0-163 0,3 3-472 16,3-1 98-16,-5-3 17 0,5-3 93 15,-3-1 46-15</inkml:trace>
  <inkml:trace contextRef="#ctx0" brushRef="#br0" timeOffset="15731.15">15008 2816 1110 0,'8'-14'374'0,"-5"0"-23"0,1 1-29 15,-4 1-22-15,3 0-31 0,-3 0-44 0,0 0-10 16,0 4-3-16,0 0-27 0,0-1-14 16,0 2-25-16,0 0-3 0,0 0-33 0,0 2 0 15,0 5-2-15,-3-6-21 0,3 6-5 16,0 0-8-16,0 0-7 0,0 0-11 0,-4 16-2 15,1-10-13-15,3 3 2 0,0 0-2 0,0 1-10 16,0 1-6-16,3 2 4 0,0-1 14 0,-2 1-12 16,5-3-3-16,-3 2-7 0,1-1-4 0,2 0-4 15,-1 2-18-15,1-4-67 0,1 0-53 16,0-1-87-16,-1-2-321 0,5 0-312 0,-4-3 44 16,0-1 79-16,3-4 83 0,-10 2 55 0,10-9 46 15</inkml:trace>
  <inkml:trace contextRef="#ctx0" brushRef="#br0" timeOffset="15848.15">15063 2438 852 0,'-6'-3'294'0,"6"3"-45"0,0 0-91 16,-10 0-96-16,10 0-249 0,-8 3-407 0,8 0 74 15</inkml:trace>
  <inkml:trace contextRef="#ctx0" brushRef="#br0" timeOffset="16170.98">15170 2000 1256 0,'6'-4'356'0,"-6"4"-36"0,14 5-20 15,-8 2-29-15,8 4-28 0,-3 3-23 0,6 4-82 16,0 4-15-16,10 13-2 0,0 2-22 0,-2 3-17 16,-1 2-15-16,-1 6 10 0,1-2-18 15,-3 4 7-15,0 0-17 0,-2 0 12 0,-1-2-12 16,-4 0-1-16,0 1 6 0,-5-2-21 16,-5-7-2-16,-1-5 0 0,0 0 10 0,-6 2-10 0,-3-2-6 15,-1-2 14-15,0 0-22 0,-3 0 4 16,3-2 7-16,0-4-13 0,0-2 3 0,-3-1-28 15,3-4-49-15,1 1-48 0,2-5-108 0,-3-3-179 16,3 1-426-16,1-5 104 0,0-3 40 16,2-3 64-16,1-3 75 0</inkml:trace>
  <inkml:trace contextRef="#ctx0" brushRef="#br0" timeOffset="17431.1">5037 4793 924 0,'0'-7'307'0,"0"7"-28"0,3-7-28 0,1 4-21 16,2-1-18-16,1 2-20 0,4 0-18 15,-1 1-33-15,4 2-13 0,3 2 0 0,0 1-10 16,4 0-21-16,2 5-5 0,1 3-10 0,0-1-2 16,3 4-6-16,-3 1-15 0,-3 1 7 15,-1 2-17-15,-3-2-6 0,-3 1 6 0,-6 3-13 16,1-2 5-16,-6-1-13 0,-3 2 10 0,-3-1 1 15,0 3-11-15,-7-1-10 0,-1-2 5 0,-2 1 5 16,-5-1-13-16,-2 4 6 0,-1-7 4 16,4 0-1-16,-3-4-73 0,0-2 13 0,6-1 26 15,-4-3 10-15,5 0 10 0,-1-4 13 0,1-2-8 16,-1 0 3-16,4-2-5 0,0-3 18 0,2 1-8 16,-1-3-5-16,5 0-5 0,-2-1-1 15,5-2 4-15,1 1-21 0,4-4 15 0,-1 2-8 16,4-3 1-16,3 2 20 0,4-4-31 15,2 1-10-15,-1 0-22 0,5 3-71 0,0-1-70 16,-2 1-160-16,2 3-470 0,4-4 97 0,-3 5 46 16,0-2 69-16,-2 0 56 0</inkml:trace>
  <inkml:trace contextRef="#ctx0" brushRef="#br0" timeOffset="17847.25">5550 4832 926 0,'10'-7'358'16,"0"0"-35"-16,-3 0-44 0,7 0-26 15,-1 0-25-15,0 1-18 0,2-3-20 0,1 2-19 16,-1 0-38-16,1 0-28 0,-2 2-28 0,-1 0-29 16,-2 1-48-16,-1 0 0 0,-3 3-17 15,0 1 19-15,-7 0-12 0,10 0-5 0,-10 0 2 16,0 0 10-16,7 5-17 0,-7-1 30 0,0-4-10 15,0 10 0-15,-3-3 0 0,3 3-13 16,0-2 13-16,0 6 8 0,0-3 10 0,0 6-11 16,3 1 1-16,-3 3 23 0,4-3-18 15,2 6 7-15,-3 1-12 0,5 0-6 0,-4 1 3 16,2-1 21-16,-2 1-13 0,2-1 5 0,-3 0 0 16,-2 2 7-16,2-2 6 0,-3-3 7 0,-3 3 16 15,-1-1 0-15,0-5 18 0,-2 3 4 0,-1-4 1 16,-3-1 0-16,0-2-11 0,-1-2 14 15,1-1-3-15,-4-2 5 0,2-2-3 0,-3-1-10 16,2-4-15-16,-2 1-8 0,2-2 0 16,-1-2 3-16,-2 0-24 0,2-5-25 0,0 4-15 15,0-2-42-15,1 0-76 0,0-1-92 0,2 3-604 16,1-3 30-16,0 2 100 0,2 2 65 16,-2-1 83-16,0 1 44 0</inkml:trace>
  <inkml:trace contextRef="#ctx0" brushRef="#br0" timeOffset="18081.91">5058 5679 847 0,'0'0'320'0,"0"0"-16"0,23-1-22 16,-10-2-44-16,5-4-13 0,7 0-25 0,8-1-13 15,1 0-13-15,18-3-28 0,-1-2-16 16,1 2-2-16,2 1-18 0,1 2-2 0,-4-2-21 16,-6 3-36-16,-5 2-41 0,-2 2-56 0,-7 3-87 15,0-1-61-15,-1 2-544 0,-6-1 60 16,-3 3 36-16,-8 2 101 0,-3-2 35 0</inkml:trace>
  <inkml:trace contextRef="#ctx0" brushRef="#br0" timeOffset="18564.32">5064 6013 959 0,'-10'16'285'0,"3"1"-22"15,1-2-35-15,2 2-18 0,0-2-3 0,1 2-25 16,3 1-11-16,0 0-12 0,3 2-21 0,2-2-30 15,1 1-1-15,1 3-7 0,3-4-20 0,1-1 12 16,5-1-8-16,-1 0-15 0,4-5-2 16,2 2-11-16,0-4 11 0,-2 0-24 0,2-7-2 15,-3 3-2-15,-1-5 17 0,3-5-5 0,-6 3-20 16,3-4 2-16,-4-5-7 0,-2-2-3 0,-1 0 7 16,-6-9-4-16,-1-1-18 0,-3-4 7 15,-3 0 3-15,-1-5 10 0,-6 1-10 0,0 3 8 16,-1 2 15-16,-3 1-34 0,4 4 19 15,0 3-6-15,-4 3-2 0,1 3 10 0,3 1-15 16,-4 4 8-16,-2 1-14 0,4 3 9 0,-1-1-6 16,-4 4 3-16,4 1-8 0,-2 4 8 15,-1-1 10-15,1 6-3 0,2-1-4 0,3 1-6 16,-1-1 23-16,1 3-2 0,1 1-24 0,4-1 9 16,2 0-3-16,-1-1-1 0,4 3-1 0,0-5-4 15,4 1-4-15,-1 0-8 0,5 2 10 16,2-3 3-16,3-2-6 0,4-3-4 0,1 2 4 15,2-4 1-15,4 2-16 0,0-2-15 0,0-2-29 16,7-2-30-16,0 0-2 0,-1-1-90 0,1 1-39 16,0-4-127-16,0 5-454 0,-5-5 80 15,2 3 58-15,-1-4 93 0,-6 2 51 0</inkml:trace>
  <inkml:trace contextRef="#ctx0" brushRef="#br0" timeOffset="18931.02">5656 6067 637 0,'0'0'238'0,"0"0"-15"0,0 0-19 15,0 0-12-15,0 0-23 0,0 0 26 0,0 0 48 16,0 6-25-16,0-1-3 0,0 2-6 16,0 1-19-16,0 2 10 0,0-2-8 0,-3 6-67 15,6-1 31-15,-3 2-5 0,0-1-18 0,3 3-12 16,-3-1-14-16,1 1-22 0,5 0 14 15,-3 0-7-15,0 0-7 0,1 1-11 0,-1-1-5 16,2-2 3-16,1 2-26 0,-3-2-5 0,1-2-67 16,-1 2 19-16,1-1-9 0,2-3-2 15,-2-1 1-15,-3 2 1 0,1-3 3 0,2-2 11 16,-4 0 7-16,3-2-10 0,0 1 2 0,-2 1 13 16,2-5 6-16,-3 3-6 0,3 0-15 0,-3-5 8 15,0 7 7-15,0-7-8 0,3 6 9 0,-3-6-6 16,1 5-3-16,-1-5 1 0,3 4-3 15,-3-4-8-15,0 0-7 0,0 4-11 16,0-4-30-16,4 5-41 0,-4-5-118 0,0 0-622 0,0 0 40 16,-7 2 78-16,7-2 54 0,0 0 63 15,-17-7 67-15</inkml:trace>
  <inkml:trace contextRef="#ctx0" brushRef="#br0" timeOffset="19505.56">4339 6000 773 0,'0'-8'332'0,"-2"1"-14"15,2 1-37-15,0 2-30 0,0 4-33 0,3-7-21 16,-3 7-18-16,10-1-10 0,-10 1-10 0,20 6-16 15,-7-1-20-15,6 5-8 0,5 5-10 16,3 5-15-16,7 7-9 0,0 1-22 0,0 3 5 16,-3 1 3-16,0-2-11 0,-4 3-7 0,-7-2-8 15,-2-6 18-15,-1 1-29 0,-4-1 9 16,-3 2-6-16,-2-2-7 0,-5-2 7 0,-3 0 0 16,0-4-7-16,-7-3-3 0,0 6 2 0,-3-4 4 15,0-6-32-15,-1-1 23 0,-5-1 3 0,1-2-12 16,-1-5 4-16,1-3 6 0,-1 0-4 15,-2-3 24-15,-2-1-7 0,6-1-1 0,1-4 11 16,-4 2-39-16,4-1 43 0,2 0-30 0,1-3 5 16,3 1 0-16,0 1 5 0,3-1 1 15,4 1-12-15,-3-1 7 0,6 2 6 0,0 0-17 16,1-3 13-16,4-1-14 0,4 4 6 0,-1-1-2 16,3 1-19-16,3 1-22 0,0 1-47 15,0 0-82-15,3 2-89 0,1 2-563 0,0 0 17 16,-2 0 60-16,2-2 61 0,0 1 87 0,-4-5 46 15</inkml:trace>
  <inkml:trace contextRef="#ctx0" brushRef="#br0" timeOffset="19980.55">7245 5285 1325 0,'0'0'359'0,"-3"-7"-21"0,3 7-49 0,10-8-28 15,0 5-33-15,0-3-3 0,5 4-53 16,1-4-62-16,-1 3-87 0,4-2-98 0,-1 3-245 16,-1 1-404-16,0 1 36 0,-1 0 68 0,-1 0 75 15</inkml:trace>
  <inkml:trace contextRef="#ctx0" brushRef="#br0" timeOffset="20147.95">7317 5467 1110 0,'-7'3'374'0,"7"-3"-21"0,0 0-25 0,0 0-31 16,0 0-23-16,0 0-31 0,0 0-23 0,24-11-18 15,-9 3-28-15,1 0-33 0,8 1-28 16,-3 0-70-16,5-1-104 0,-2 3-239 0,1-2-496 15,2 1 64-15,-3-4 59 0,-1 3 105 0,-5-3 33 16</inkml:trace>
  <inkml:trace contextRef="#ctx0" brushRef="#br0" timeOffset="20530.9">8944 4584 885 0,'0'0'359'0,"0"0"-32"0,0 0-27 0,8 19-32 15,-2-6-27-15,1 0-5 0,3 8-24 16,4-1-28-16,-1 5-17 0,-2 1-19 0,3 0-2 0,0 2-23 16,-1 1-13-16,0 1-8 0,-2-1-97 15,-1 0-12-15,0 1-21 0,0 1-52 0,0-2-68 16,-6 0-93-16,2-4-286 0,-1 0-177 0,-2-4 33 15,0-3 106-15,-6-2 37 0</inkml:trace>
  <inkml:trace contextRef="#ctx0" brushRef="#br0" timeOffset="20747.45">8801 5300 854 0,'0'0'387'0,"-7"0"-24"15,7 0-20-15,0 0-25 0,0 0-42 0,0 0-43 16,0 0 8-16,0 0-11 0,20-9-35 16,-5 2-8-16,8 1-16 0,4-5-7 0,4 3-31 15,3-5-10-15,11-4-8 0,2 4-2 0,1-3-11 16,-10 4-28-16,-1 2-92 0,-2 2-23 16,-1-1-71-16,0 2-98 0,-9 4-154 0,-2 2-511 15,-3 1 138-15,-6 1 56 0,-6 1 74 0,-2-1 42 16</inkml:trace>
  <inkml:trace contextRef="#ctx0" brushRef="#br0" timeOffset="21364.2">8883 5657 949 0,'0'10'343'0,"4"7"-38"16,-1-4-31-16,0 6-31 0,-2-1-21 0,5-1-19 16,-3 7-9-16,4-1-38 0,-4-3-7 0,2 0-16 15,1 1-15-15,-3-4 2 0,-2 0-15 0,2 0-28 16,0-2-3-16,-3-4 0 0,3 3 3 16,-3-4-16-16,1-2-9 0,1 0-6 0,-2-2 0 15,0-3 2-15,0-3-7 0,0 0-5 0,0 0-10 16,0 0 5-16,-13-24 7 0,7 11-7 15,-2-7-13-15,2-4-3 0,2 4 5 0,-2-5 1 16,3 7-11-16,2-2 23 0,-2 2-17 0,3 1 27 16,0 4-17-16,0 0-6 0,0 3 3 15,0-2-18-15,3 8 13 0,1-4-10 0,2 5 7 16,1 1-4-16,-7 2 4 0,17 4 0 0,-7-1-12 16,4 3-3-16,-3 1 5 0,6 2 3 15,-4-2-1-15,0 2 1 0,1 0-3 0,-3-2-2 16,3 2 4-16,-1-2 4 0,1-2-6 0,-4 1-5 15,0-2 7-15,1 0-12 0,-1-3 8 0,0 1-1 16,1-2-2-16,-1-3 3 0,3-1 0 0,-2 0 7 16,2-5-8-16,-3 0 4 0,1-6-9 15,-1-1 8-15,0-2 8 0,-2-3 0 0,1 0-8 16,-5-3-3-16,2 1-4 0,-2 4-3 16,0-2 7-16,-1 5-7 0,0 3 5 0,-2-1 0 15,2 3-10-15,0 2-5 0,-3 4 4 0,3 2 16 16,-3 3-2-16,0 0-6 0,0 0 6 0,7 11 0 15,-4-1 2-15,-2 3-13 0,6 3 16 16,-1 1-6-16,-2 2-2 0,2 4-2 0,1 1 14 16,1-3-17-16,-2 0 0 0,1 3 5 0,0-4 8 15,3 3 0-15,0-4-16 0,0 3-31 16,1-4-40-16,-4 0-74 0,6-1-83 0,-2-2-606 16,2 1 66-16,-3-8 62 0,4-2 64 0,-4-4 64 15,4-4 79-15</inkml:trace>
  <inkml:trace contextRef="#ctx0" brushRef="#br0" timeOffset="22431.94">10038 4493 1000 0,'0'0'397'0,"0"0"-46"0,-9 0-42 15,9 0-24-15,0 0-14 0,0 0-30 16,0 0-24-16,0 0-25 0,0 0-10 0,27-1-26 16,-14-3-10-16,0 2-8 0,5 2-23 0,-2-2-76 15,5-4 2-15,3 3-18 0,-3-1-3 0,-1 0-4 16,1 0 4-16,3 1-28 0,-4-1 1 16,-2 1 4-16,-2 0-5 0,1-4 16 15,-2 6-31-15,-5-5 0 0,0 5-13 0,-1 0-2 0,-4-5-8 16,-5 6 7-16,0 0-4 0,-3-7-6 0,3 7 29 15,0 0 4-15,-21 4-9 0,7-4 4 16,0 3-9-16,-3 0 14 0,-3 1 3 0,-1 2 24 16,3-2-27-16,-5 2 34 0,-1 2-10 0,3 0-8 15,2 0 13-15,4-2 2 0,-1 4 0 16,1-1-15-16,2 0 11 0,-1 2 1 0,7 0 1 16,-2 1 8-16,5 1-3 0,1-1 5 15,3 1-16-15,3-1 19 0,0 4-13 0,1-3 0 16,3 1 7-16,3 0 0 0,3-1 1 0,1 2 2 15,0-1-5-15,2 0-5 0,2 0-1 0,-1 0 9 16,7 2-6-16,0 0 11 0,0 2-8 0,3-2 0 16,-3 2-13-16,0 2 15 0,0 2-7 0,-6 2 5 15,1 1-10-15,-1 0 2 0,-8 2-5 16,0 3 0-16,-3-5 3 0,-6 1 12 0,-2 2-12 16,-3 5-5-16,-3-2 15 0,-2 2-8 15,-6 9-10-15,-1-1 23 0,1-7-23 0,2-5 7 16,-8 8 9-16,2-8-1 0,4-1 16 0,-1-3-11 15,1 0 14-15,-1-3-22 0,2 2-6 0,1-5 27 16,3 1-28-16,-1-2 5 0,4-2 16 0,1 0-8 16,2-4 0-16,0 1 5 0,0-2-18 15,4 2 23-15,0-4-15 0,1 0 15 0,6-1-23 16,0 0 21-16,3-4-8 0,4 2-8 0,2 0 13 16,2-5-8-16,5 0-5 0,1 1 21 15,0-2-10-15,4-2-9 0,3 1-1 0,0-3 4 16,2 1 3-16,-2 2-15 0,0-5 7 0,0 3 0 15,0-1-10-15,-1 0-23 0,-2 0-10 16,-4 2-72-16,-7 0 10 0,3-3-140 0,-6 4-577 16,-4-2 29-16,0-2 43 0,-6 1 69 0,-4-3 60 15,0-1 86-15</inkml:trace>
  <inkml:trace contextRef="#ctx0" brushRef="#br0" timeOffset="23013.51">11463 4486 1013 0,'0'0'346'0,"0"0"-49"0,-6-2-16 15,6 2-9-15,0 0-24 0,0 0-28 0,21 13-20 16,-11 0-1-16,7 2-25 0,3 2-7 0,4 2-24 16,0 4 0-16,7 3-15 0,-4-2 0 0,8 1-18 15,-5-3 3-15,-6-3-13 0,0-1-23 16,0 0 7-16,0 0-17 0,0-1-14 0,-4-2-22 16,1 0-41-16,-4-3-75 0,0 3-68 15,-3-7-111-15,-1 2-545 0,-2-3 24 0,-1-1 78 16,-3-4 65-16,-1-2 66 0,-6 0 41 0</inkml:trace>
  <inkml:trace contextRef="#ctx0" brushRef="#br0" timeOffset="23249.56">11897 4403 1005 0,'0'0'318'0,"-6"-3"-39"16,6 3-41-16,0 0 3 0,0 0-34 15,-13 10-5-15,5-2-23 0,2 2-25 0,-1 4 2 16,0 0-20-16,-4 5-6 0,2-1-10 0,2 2-22 16,-3 3-1-16,-4 1-10 0,1 2-13 0,-2-1 6 15,2 0-6-15,-1 2 10 0,1 2-25 16,-2-4-5-16,2 0 5 0,0 1-21 0,-1-1-17 16,4 2-39-16,-5-4-36 0,6 0-71 0,-2 3-60 15,1-9-127-15,3 2-499 0,0-2 91 0,1-2 63 16,2-4 52-16,0 0 91 0</inkml:trace>
  <inkml:trace contextRef="#ctx0" brushRef="#br0" timeOffset="23614.26">11918 5141 901 0,'7'-7'348'0,"4"1"-34"0,-1-4-32 0,0 1-36 15,4 0-8-15,-1-5-36 0,-3 4-13 0,5-5-12 16,1 1-26-16,-2 1-18 0,-1-4-10 16,-1 0-3-16,0-4-10 0,-2 2-10 0,-2 0-18 15,-1-5-15-15,0 3 15 0,-1 0-8 0,1 5-10 16,-6-2 5-16,5 2-15 0,-3 2-1 16,-3 3-12-16,4-1-2 0,-4 3-6 0,3 2 18 15,-3 2-17-15,0-1 1 0,0 6-6 0,0 0-6 16,0 0 10-16,0 0-18 0,0 0-2 0,-3 23 8 15,3-15-1-15,0 3-15 0,0-1 10 0,0 3-7 16,0-3 5-16,3 4-5 0,0-3 2 16,-2 3 3-16,2 2 2 0,4-3-7 15,-3 1-11-15,2 2 6 0,1-4-14 0,-1 2-19 0,5-3-42 16,0 2-58-16,2-4-29 0,1 1-136 16,2-3-547-16,2 0 123 0,0-4 15 0,-2-3 82 15,-2-3 49-15</inkml:trace>
  <inkml:trace contextRef="#ctx0" brushRef="#br0" timeOffset="23747.41">12285 4561 924 0,'0'0'179'0,"-1"-2"-28"15,1 2-77-15,0 0-281 0,0 0-362 16,0 0 86-16</inkml:trace>
  <inkml:trace contextRef="#ctx0" brushRef="#br0" timeOffset="24063.91">12866 4168 1077 0,'0'0'312'15,"0"0"-35"-15,0 0-21 0,-14 20-21 0,10-8-7 16,1 5-100-16,-4 2-18 0,1 6-2 16,-2 6-11-16,4 3 23 0,-5 15-28 0,2 4 6 15,1-2-14-15,1 4 3 0,2-3 0 0,3-7-13 16,0 9-10-16,0-3 8 0,7 1 2 15,0-2-20-15,0-3 18 0,3-3-24 0,7-1-25 0,-7-6 6 16,4-8-45-16,6 9-27 0,1-3-19 16,-3-8-53-16,1-4-56 0,-4-6-175 0,4-3-419 15,2-5 99-15,-3-3 34 0,-1-4 59 0</inkml:trace>
  <inkml:trace contextRef="#ctx0" brushRef="#br0" timeOffset="24530.75">13235 4503 1233 0,'0'0'341'0,"-15"14"-34"0,9-5-23 16,3 7-23-16,-1 1-15 0,1 0-39 0,0 3-17 16,3 1-11-16,0 0-21 0,3 2-12 15,0 1-13-15,1 0-15 0,2-4-18 0,1 2-10 16,1-1-6-16,1-1 8 0,2-3-23 0,2-1-7 15,-2-6 4-15,6 1 1 0,-4-4-8 0,2 0-5 16,1-4-11-16,1 1-5 0,-3-5-7 0,4-4 0 16,-2 1 5-16,2-7 2 0,-2-1-15 15,1-5 3-15,-7-5-8 0,0-1 0 0,-2-7-16 16,-2-2 13-16,-6 3-4 0,0-6 9 16,-6 2-7-16,3 4 5 0,-5-2-5 0,1 7 2 15,-2 4-10-15,-1-1-48 0,-1 3-6 0,-3 1 16 16,0 2-1-16,-2 5 19 0,-2 2-10 15,1 4 12-15,-3-1 5 0,2 5-12 0,2 0 4 16,-5 5 11-16,1 0 8 0,2 2-8 0,1 1 17 16,4 2-9-16,0 0-6 0,1 1 6 0,3 1-1 15,2 1-2-15,4 1-2 0,-2-2 10 16,5-1-8-16,1 2-8 0,6 1 5 0,-1-3 14 16,4 0-4-16,2-1-2 0,4 2 6 15,5-2-9-15,-1 0-15 0,4-4-35 0,0 2-65 0,3-4-33 16,-2 3-59-16,5-2-97 0,-6-2-509 15,3 3 71-15,-3-4 57 0,-3-2 66 0,-1 2 38 16</inkml:trace>
  <inkml:trace contextRef="#ctx0" brushRef="#br0" timeOffset="24863.46">13721 4734 893 0,'0'8'315'0,"-2"1"-36"0,2 1-16 16,0 4-22-16,0-3-13 0,-3 3-21 0,6 3-28 15,-1-2-71-15,1 0-1 0,0 1-15 0,0-1-10 16,1 2-7-16,2-3 1 0,-2-1-30 16,6 1 11-16,-3-3-14 0,0 1 6 0,3-4 15 15,1 1-33-15,-1-1 27 0,0-6-17 0,4 3-10 16,-4-4 10-16,1-1-10 0,2 0 2 16,-3-6 3-16,1 4-5 0,-2-7 2 0,1-3-7 15,-3-1 4-15,-3-3 1 0,0-5-18 0,-4 0 5 16,0-4-8-16,-3-1 5 0,-2-2 3 15,-1 3 10-15,2 4 21 0,-3-1-21 0,1 5 8 16,-2 0 15-16,-1 6-15 0,2-3 0 0,-3 4-3 16,-4 2-2-16,4 3 7 0,-4 1-12 0,3 4-3 15,1 0-21-15,-4 0-22 0,4 2-42 16,0 4-42-16,0-2-68 0,6 3-69 0,-5-1-227 16,8-2-279-16,1 1 22 0,0 2 85 0,0-7 54 15,7 6 61-15</inkml:trace>
  <inkml:trace contextRef="#ctx0" brushRef="#br0" timeOffset="24980.33">14106 4750 660 0,'28'-7'228'16,"-4"2"-3"-16,-1 1-28 0,-2-4-36 0,3 2-43 16,0-1-51-16,-1 3-142 0,1-4-501 15,1 2 39-15</inkml:trace>
  <inkml:trace contextRef="#ctx0" brushRef="#br0" timeOffset="25197.51">14219 4450 949 0,'-3'9'361'15,"3"0"-38"-15,0 4-19 0,0 1-22 16,3 2-3-16,1 2-36 0,2 6-26 0,-2-2-19 15,5-1-22-15,-1 3-7 0,-1-2-26 0,3-1-35 16,1 2-16-16,-1 2-61 0,3 0-93 0,-2-7-137 16,5 6-569-16,-2-5 18 0,0-3 72 0,0 0 68 15,-4-7 65-15</inkml:trace>
  <inkml:trace contextRef="#ctx0" brushRef="#br0" timeOffset="25647.21">14632 4353 1192 0,'-6'18'374'0,"3"-5"-36"16,0-5-21-16,2 4-43 0,-2 4-18 0,-1-1-15 16,1 3-26-16,3-1-31 0,0 1 6 15,3 3-27-15,1-5-22 0,-1 2-18 0,1 0 2 16,2-1-17-16,4-3-13 0,-6 3 7 0,7-5-33 15,-2 1 5-15,5-4-7 0,-3 1-6 16,2-3 6-16,-2-4-8 0,2 1-8 0,1-4-8 16,-4-1 4-16,3-6-17 0,-2-2-2 0,-1-3 8 15,0-1-13-15,-2-6 3 0,-2-3-1 16,-3-2-14-16,-3-1-4 0,-3-1 6 0,0 1-5 16,-1 0 17-16,-3 2-25 0,0 3 36 0,1 0-28 15,-1 3 12-15,-1 5-9 0,-2-2 14 16,-2 4-17-16,0 3-3 0,-1 0 3 0,-1 4 2 0,1 2-2 15,0-3 10-15,-2 8 2 0,2-1-28 0,-1 3 11 16,-2 1 5-16,4 2-11 0,2 0 21 16,0 2-18-16,0 0 0 0,3 0 20 0,0 3-12 15,4-3 0-15,0 1 10 0,3 1-21 16,0-2 6-16,3 2 4 0,0-1-4 0,4-2-11 16,0 3 8-16,4-3-30 0,2 1-27 0,4-2-25 15,-3 1-38-15,3-6-67 0,3 1-46 0,1-2-120 16,0-2-535-16,-5-1 97 0,5-1 49 15,0-2 104-15,-4-2 55 0,3-2 58 0</inkml:trace>
  <inkml:trace contextRef="#ctx0" brushRef="#br0" timeOffset="25797.38">14961 4496 803 0,'10'5'228'0,"-7"-2"-3"0,0 3 59 16,-2 2 3-16,2 3-23 0,-3 2-16 0,4-1 0 16,-1 6-25-16,-2 2-13 0,2-2-33 0,-3 1-1 15,3 2-15-15,0 0-10 0,-2 3-15 16,2-1-23-16,0 0-6 0,0-4-40 0,-3 0-39 15,1 2-61-15,2-3-108 0,-3 0-210 0,4-1-445 16,2-3 46-16,-2-3 77 0,-1-4 61 16,1-4 95-16</inkml:trace>
  <inkml:trace contextRef="#ctx0" brushRef="#br0" timeOffset="26013.48">15313 4346 921 0,'14'15'340'0,"-1"3"-43"0,-3-2-15 16,4 0-39-16,0 1-25 0,3 6-11 16,4-2-20-16,-1 3-13 0,7 6-31 0,1 3-35 15,-1-8-49-15,-6-6-59 0,-4 3-85 0,0-5-109 16,0 0-533-16,0-4 84 0,-4-1 24 0,-1-4 63 15</inkml:trace>
  <inkml:trace contextRef="#ctx0" brushRef="#br0" timeOffset="26247.45">15596 4253 995 0,'0'0'297'0,"0"0"-26"16,0 0-9-16,-16 15-19 0,9-5-33 0,4-2-21 16,-5 6-17-16,1-1-4 0,-5 5-9 0,1 1-23 15,4-1-11-15,-3 5-12 0,-1-3-13 16,-2 7-11-16,0 2-7 0,2-1 5 0,1-1-28 16,0 1-38-16,-4 0-44 0,7-2-57 0,0-2-104 15,0 1-597-15,4-6 75 0,2 1 38 16,1-2 61-16,1-3 57 0</inkml:trace>
  <inkml:trace contextRef="#ctx0" brushRef="#br0" timeOffset="26563.22">15750 4868 965 0,'8'-9'353'0,"-1"-7"-31"16,2 5-17-16,-2-4-49 0,0-5-21 0,0-1-7 15,3-2-44-15,-3 1-4 0,0 0-27 16,-3-1-7-16,-1 4 0 0,3 2-44 0,-5 1 11 16,2 3-8-16,0 2-3 0,0 1 3 15,-3 1-23-15,1 2-15 0,-1-1-1 0,0 4-4 0,0 4 2 16,0 0-16-16,0 0-12 0,0 0 3 0,0 0-9 16,-11 16 19-16,11-4-16 0,-3-2 3 15,3 1-36-15,-3 3 36 0,3-2-13 0,0 2-5 16,0 0-5-16,0-3 10 0,0 4-18 15,3-3 18-15,0 0 5 0,1-1-25 0,-1 0-37 16,1 1-94-16,3-5-79 0,0-1-668 0,3 0 84 16,-4-2 51-16,2-4 79 0,-8 0 60 15,16-7 71-15</inkml:trace>
  <inkml:trace contextRef="#ctx0" brushRef="#br0" timeOffset="26713.16">15942 4395 1103 0,'0'0'384'0,"0"-3"-39"16,0 3-30-16,0 0-69 0,-3-6-67 15,3 6-105-15,-4-2-186 0,4 2-597 0,0 0 94 16,0 0 42-16,0 0 46 0</inkml:trace>
  <inkml:trace contextRef="#ctx0" brushRef="#br0" timeOffset="27230.64">16499 4529 767 0,'0'0'341'0,"0"0"-37"0,0 0-7 15,0 0-36-15,0 0-12 0,0 0-37 0,0 0 3 16,0 0-33-16,20 0-5 0,-20 0-19 0,18-3-20 16,-5 2 1-16,1-2-14 0,0 1-20 15,0-1-20-15,2 2-68 0,-1-4-45 16,-2 5-82-16,1-2-48 0,-1-1-147 0,0 0-455 0,2 1 89 16,-5-2 13-16,0-1 113 0,-3-2 51 15</inkml:trace>
  <inkml:trace contextRef="#ctx0" brushRef="#br0" timeOffset="27613.51">16765 4103 947 0,'0'0'361'0,"0"-7"-49"0,0 7-28 0,0 0-15 16,0 0-24-16,0 0-7 0,11 20-35 0,-7-11-16 16,2 4-8-16,1 2-13 0,4-1-17 15,-1 3-14-15,0 0-7 0,4 2-7 0,-1-3-22 16,2 1-17-16,1-2-5 0,1 2-5 0,-3-2-1 15,6-4-2-15,-6 3 24 0,3-5-45 16,-4-1-2-16,5 0-5 0,-2-4-7 0,-4 1 7 16,1-4-11-16,4-1-7 0,-7-1 16 0,3-5-16 15,2-1-8-15,-5-1 3 0,0-2-5 0,-3-5-8 16,0-2-3-16,2-1 4 0,-5-4 4 16,0 0 8-16,0-2-8 0,-1 6-7 15,0 1 14-15,0 1 1 0,-3 0 8 0,1 4-3 0,-1 1-20 16,3 2-3-16,-3 2 7 0,0 6 3 15,0 1-12-15,0 0 10 0,0 0-8 0,0 18 7 16,3-5 1-16,-3-1 23 0,0 5-11 0,0 4-17 16,3-1 12-16,-3 4-5 0,1 1-2 15,3 1 0-15,-1 4 4 0,0-3-6 0,1 5-12 16,-1 3-42-16,3-2-62 0,-5 2-54 0,5-3-82 16,-3 1-215-16,2-8-378 0,2 2 58 15,-1-4 77-15,0-3 67 0,-5-1 46 0,5-6 61 0</inkml:trace>
  <inkml:trace contextRef="#ctx0" brushRef="#br0" timeOffset="27896.14">17275 4713 1128 0,'0'-10'341'16,"3"-1"-24"-16,-2-2-43 0,-1 0-15 0,3-3-37 16,0 0 9-16,0-1-34 0,1 3-8 15,0-3-7-15,-1 6-23 0,-2-3 2 0,2 4-33 16,0 1-26-16,0 1-7 0,0 0-3 0,-3 2-15 15,1-1-11-15,-1 4-4 0,0 3-6 0,3-6-2 16,-3 6-3-16,0 0-2 0,0 0-8 16,0 0-11-16,3 21 14 0,-3-17-6 0,5 8-10 15,-2-3-4-15,0 2-7 0,1 0 9 0,2 1-11 16,-2 0 11-16,5 1-13 0,-4-2 0 16,4 3-8-16,-2-5-8 0,0 2-15 0,4 1-38 15,-2-3-36-15,2-3-80 0,-1-1-84 0,0 2-530 16,0-3 1-16,1-1 55 0,-1-6 85 15,-3-2 79-15,-1-1 54 0</inkml:trace>
  <inkml:trace contextRef="#ctx0" brushRef="#br0" timeOffset="28029.77">17405 4253 911 0,'-3'-3'325'15,"-1"-2"-44"-15,4 5-25 0,-3-7-64 16,3 7-56-16,0 0-34 0,-6-2-56 0,6 2-125 15,0 0-597-15,0 0 77 0,0 0 39 0</inkml:trace>
  <inkml:trace contextRef="#ctx0" brushRef="#br0" timeOffset="28346.48">17576 3928 1154 0,'0'0'345'0,"0"0"-14"0,13 1-24 16,-9 8-36-16,7-1-10 0,2 9-20 0,5 5-18 15,-2 3-14-15,11 15-14 0,-2 1-26 0,-1 2 2 16,-1 1-32-16,1 3 19 0,-6 3-19 0,2 3-4 16,-6 0 6-16,-7 2-28 0,-1 2-29 15,-6 0 3-15,-6-3 13 0,-1 2-33 16,-7-6-16-16,-3 1 10 0,-4-1 19 0,-6 0-24 15,2-2-25-15,-12 4 27 0,3-9-6 0,0-5 22 16,-3-2-33-16,-1-3-8 0,-7-1-10 0,4-5-8 16,-4-1-17-16,-2-5-57 0,-5-4-95 15,-2-5-199-15,0-4-586 0,5-3 69 0,5-11 99 16,-17-1 59-16,3-10 70 0,0-3 66 0,-11-13 79 16</inkml:trace>
  <inkml:trace contextRef="#ctx0" brushRef="#br0" timeOffset="37495.44">1365 476 929 0,'0'-6'317'0,"-3"0"-15"0,0 3-23 16,0-2-28-16,-1 1-26 0,4 4-5 0,-7-6-20 16,7 6-13-16,-11 0-36 0,11 0-8 0,-19 4-20 15,5 1-8-15,0 3-15 0,-7 0 2 16,0 4-25-16,-1 1-5 0,0 4-3 0,-2-2-5 16,0 2-10-16,5-4-6 0,1 0-7 0,2 2-2 15,4-5-11-15,2 2 0 0,0-1-7 16,0-2-1-16,3-1 1 0,3 1-11 0,1-1 10 15,0-1-10-15,6 0 1 0,0-1-6 16,4-1 10-16,0 0 8 0,7 0-20 0,-1-2 10 16,-1 1 5-16,7-1-3 0,-1 0-15 0,2-1 2 15,0 2-2-15,1-1 3 0,0 0 0 0,-1 0 2 16,0 1 5-16,1-3-15 0,-4 5-11 16,0-1 14-16,-3 1 2 0,3 0-10 0,-7 0-11 15,0 1 19-15,-2 0-9 0,-1 4 16 0,-1-3-7 16,-3 4 15-16,-2-1-3 0,-1 0 5 15,0 0-4-15,-1 0-6 0,-5 0 5 0,2 2 5 16,-3-1 1-16,0 1-6 0,-2-1 0 0,1 1 0 16,2-3 1-16,-5 2-4 0,5-2-2 0,-1-3-12 15,1 1-4-15,1-2-17 0,2-1-5 0,-1 1-10 16,1-3-96-16,0-1-106 0,3-2-83 16,0 0-207-16,0 0-200 0,0 0 34 0,7-18 76 15,-1 7 55-15</inkml:trace>
  <inkml:trace contextRef="#ctx0" brushRef="#br0" timeOffset="37680.6">1502 439 647 0,'-3'-8'192'0,"3"8"-5"0,0 0-3 16,0 0-12-16,0 0 15 0,13 19 58 15,-9-9-35-15,3 5-15 0,3 1-90 0,-3 4-5 16,-1 0-34-16,5 2 24 0,-1 1-16 15,-3-1-8-15,3 5-2 0,0 0-17 0,0 1-7 16,0-1-29-16,-1 1-34 0,3 0-85 0,-5 0-79 16,-3-3-174-16,7-3-291 0,-2-2 30 0,-2-3 82 15</inkml:trace>
  <inkml:trace contextRef="#ctx0" brushRef="#br0" timeOffset="38095.51">1543 878 883 0,'0'0'309'0,"-3"-7"-22"15,3 7-26-15,0 0-33 0,13-8-18 0,-6 2-18 16,3 1-21-16,4-2-12 0,3 0-31 0,4-3 2 16,2 1-22-16,2 0 0 0,5-3-21 15,1 0-6-15,-3 1-9 0,2-1 0 0,1-1-16 16,-3 1-5-16,-1 1-2 0,-6 0-6 15,-1 1-7-15,-3-1-8 0,-3 1-5 0,-1 0-12 16,-3-1 4-16,-3 3-2 0,-4-2 5 0,1 2-8 16,-4 0-10-16,0-1 0 0,-4 4 10 0,1 0-2 15,-4 0 5-15,1 2-6 0,-5 2-1 0,11 1 4 16,-20 4 0-16,9 1 5 0,-2 4-9 16,0 2 14-16,-1 0-7 0,1 5-8 0,2 1-3 15,4 0 11-15,0 1 3 0,1-2-1 16,3 2-10-16,2-1-7 0,1-1 12 0,3 2-3 15,4-3 6-15,-3 0-3 0,6-2-4 0,4 1-6 16,2-2 15-16,5 0-7 0,0-3 2 16,2-3-13-16,1-1-12 0,0-3-21 0,1 0-38 15,-1-2-41-15,2-2-47 0,-1-1-99 0,2-4-66 16,0 1-380-16,-3-3 16 0,-4-1 87 16,1 0 49-16,-4-2 63 0</inkml:trace>
  <inkml:trace contextRef="#ctx0" brushRef="#br0" timeOffset="38282.6">2333 613 517 0,'0'0'174'0,"0"0"-13"0,0 0-10 0,0 0 0 16,0 0 0-16,0 0-26 0,0 25 19 0,3-11-44 15,-3 4 10-15,1 1-8 0,5 6-12 16,-3 2-6-16,-3 2 6 0,4 3-14 0,3 4-9 16,-3-3 0-16,2 1-9 0,-2-1-12 0,2-1-7 15,1 0-31-15,0 1-24 0,-3-4-32 16,2-2-65-16,-3-4-23 0,1 1-61 0,-1-6-120 15,-2-3-295-15,1 0 41 0</inkml:trace>
  <inkml:trace contextRef="#ctx0" brushRef="#br0" timeOffset="38533.94">2313 588 652 0,'6'-15'192'15,"1"5"-28"-15,0-1-3 0,0 4-28 0,-1 1-2 16,1 3-34-16,4 2 13 0,-1-1-7 0,0 5 14 16,1-1-17-16,-1 4 8 0,4 2 58 0,-1 3-7 15,-6 1-16-15,4 1-7 0,-2 2-18 16,-2 2-6-16,-4 1-12 0,1-1-18 0,-1 3 2 16,-3-1-7-16,-3 0-5 0,0 1 0 0,2-1-16 15,-2 0-5-15,-4-1-5 0,4 0-5 16,-4 0-3-16,0-2-27 0,1-1-32 0,2-1-63 15,1-2-57-15,-1-2-79 0,1 0-428 16,0-4-66-16,-2-1 90 0,5-5 73 0,0 0 60 0</inkml:trace>
  <inkml:trace contextRef="#ctx0" brushRef="#br0" timeOffset="39011.91">2792 602 558 0,'10'-10'232'16,"-1"3"-47"-16,-1-1-16 0,-1 1-13 15,-1 0-10-15,-2 0-16 0,2-1-20 0,-3 1 11 16,0-1 4-16,2 0-15 0,-2 0-2 0,-3 1 12 16,1-1-38-16,-1 2 18 0,2 1-16 15,-2 0-22-15,0 5-9 0,1-8 9 0,-1 8-21 16,0 0 5-16,0 0-8 0,0 0 6 0,0 0-3 15,3 23-18-15,0-11 5 0,0 3-3 16,-2 2 4-16,5 1-14 0,-1 0 5 0,1 3-7 16,0 2 5-16,2-2-2 0,2 2 7 0,-6-1-11 15,5 0-9-15,-2 1 5 0,-1-2-3 0,2 0 5 16,-1 1-7-16,-4-5 12 16,4-1-10-16,-4-1 0 0,0-2 0 0,-2-1 8 0,3 0 8 15,-1-2 12-15,0-2 3 0,-3-1 12 16,1 0 1-16,-1 1 2 0,2-3 13 0,-2 0 3 15,0-5 61-15,0 7-13 0,0-7-8 0,0 4 1 16,0-4-11-16,0 0-2 0,0 0-39 0,-3 6 6 16,3-6 17-16,0 0-13 0,0 0-9 15,0 0-1-15,0 0 0 0,0 0-10 0,10-13-5 16,-3 10-15-16,-1-1-3 0,2 0-18 0,2 1-10 16,-3-1-28-16,3 0-26 0,0 0-28 15,0 2-44-15,1-1-79 0,-4 2-150 0,3 0-273 16,-4 1-145-16,-6 0 107 0,0 0 34 0,0 0 71 15,5 5 31-15</inkml:trace>
  <inkml:trace contextRef="#ctx0" brushRef="#br0" timeOffset="39362.51">1386 1432 903 0,'-7'0'294'0,"7"0"-27"0,0 0-14 16,0 0-23-16,0 0-7 0,0 0-23 16,25-11-18-16,-6 6-93 0,6-4-7 0,8-2 8 0,16-3-16 15,5-2 5-15,7-2-5 0,15-2 8 16,3 0-15-16,2 0-3 0,2-1-5 0,-2 0 0 15,1 2-11-15,1 0-2 0,-1 2 3 0,6 1-3 16,1 1-8-16,-3 0-2 0,-15 6 5 16,-1-2-5-16,-6 2-18 0,-2 1 13 0,-5 0-13 15,-12 3 0-15,-7-1-3 0,-7 3 8 0,0-1-28 16,-1 2-13-16,-9-1-10 0,3 1-41 16,-10 0-21-16,3 0-87 0,-4 2-43 0,-3 0-59 15,-5 0-478-15,1 2 106 0,-6-2 27 0,0 4 91 16</inkml:trace>
  <inkml:trace contextRef="#ctx0" brushRef="#br0" timeOffset="39778.99">1584 1552 721 0,'17'-11'249'0,"-4"3"-24"0,5 1-20 16,6-2-16-16,10-3-7 0,21-7-21 15,0 0-5-15,6-2 57 0,15 0-9 0,1-4-14 16,6 1-19-16,-1-1-25 0,4 2 0 0,2 1-3 15,8 1-9-15,0-1-22 0,0 3-9 0,-7 0-1 16,0 1-20-16,-5 2 2 0,-1 1-15 0,-18 3-5 16,0 1 0-16,-1 2-20 0,-9-2-3 15,-11 4 2-15,-6 2 4 0,-9 0-7 0,1 2-1 16,-10-2-14-16,0 3 14 0,-3-1-14 16,-3 1 9-16,-3 1-9 0,0-3-7 0,1 4-10 15,-5-1-41-15,-7 1-44 0,8 0-38 0,-8 0-36 16,6 1-110-16,-6-1-530 0,0 4 23 0,0-4 92 15,0 0 69-15,0 0 47 0,0 0 63 16</inkml:trace>
  <inkml:trace contextRef="#ctx0" brushRef="#br0" timeOffset="40795.48">5191 567 1016 0,'-7'-4'322'0,"3"1"-112"16,4 3-5-16,-7-5-28 0,4 2-21 0,3 3-10 15,0 0-11-15,0 0-17 0,-21 8-13 16,18-2-16-16,-4 3 11 0,1 1-23 0,2 0 13 16,0 3-34-16,1 0-10 0,0 4 13 0,3-2-13 15,0 1 5-15,3 1-10 0,0-1-10 16,-2 1 0-16,6-1-6 0,0-3 1 0,0 2-11 15,6-3 6-15,-3 1 9 0,1-5 1 0,6 1-10 16,-1-3-11-16,2-1 10 0,-2-4-7 16,2-1 15-16,3-3-7 0,-2 0-3 15,0-1 10-15,1-3-15 0,-4-1-1 0,2-1 9 0,-5-1-13 16,-3 0 12-16,2-3-10 0,-3-1 6 0,-2-1-1 16,-4-1-2-16,-3-1-6 0,0-1 6 15,-3-1 0-15,0-1 2 0,-1 3 1 0,-6-1-6 16,3 2 5-16,-3 0 6 0,0 3-1 0,0 1-7 15,-1 3 10-15,-2 0-7 0,-2 2-4 0,2 4 16 16,-1 0-2-16,-2 3-3 0,1 2-2 16,-2 1-6-16,3 3-7 0,-2 1 10 0,6 0-3 15,-4 2-10-15,4 1 3 0,3 1-3 16,-1-3 0-16,5 4 3 0,0-1-1 0,3 0-2 16,3-2 1-16,-2 3-12 0,5-2 12 0,2 0 6 15,5 2-7-15,1-1 3 0,0 0-21 0,9-3-38 16,-3 0-36-16,5 1-33 0,2-1-16 15,0-2-117-15,4 0-159 0,-3-1-320 0,2-2 35 16,-2 0 106-16,-1-1 48 0,-7-4 39 0</inkml:trace>
  <inkml:trace contextRef="#ctx0" brushRef="#br0" timeOffset="41145.51">5741 698 959 0,'0'0'287'0,"0"0"-36"0,0 0 5 0,0 0-31 16,-13 15-18-16,9-7-7 0,-2 1-18 0,2-1-13 15,-3 4-16-15,3 1-17 0,-2 0-23 0,-1 0-3 16,4 1 0-16,-1 2-13 0,0-2-12 0,1-1-9 16,3 1-17-16,0-3 3 0,0 1-11 15,3 0 10-15,2-2-10 0,1-1 6 0,1-2-19 16,0 0 3-16,6-2 10 0,-2 0-17 0,6-5-6 16,-4 0-3-16,-3 0 6 0,4-3-8 15,3-2 0-15,-3-2 0 0,-1 0-10 0,1-2 15 16,-3-2-2-16,-1 1-6 0,0-5-4 0,-3 2 12 15,-3 0-62-15,2-4 11 0,-6 3 3 0,3 1 10 16,-6-2 12-16,3 0-15 0,-4 2 11 16,1 0-6-16,-3 0 1 0,-1 2 7 15,-4 3-3-15,1-2-10 0,0 3 13 0,-4 3-5 0,4 0-8 16,-4 1 8-16,1 0 0 0,3 2-3 16,-4 1-15-16,4 0-38 0,10 0-24 0,-15 4-4 15,6-1-26-15,5-2-24 0,1 4-55 16,0-3-29-16,3 2-186 0,0-4-308 0,13 5 31 15,-3-5 72-15,0-2 66 0</inkml:trace>
  <inkml:trace contextRef="#ctx0" brushRef="#br0" timeOffset="41311.93">6226 630 988 0,'7'-4'299'0,"4"-2"-25"16,-4 0-28-16,3 2-8 0,1-1-39 0,1 0-9 15,3 0-16-15,1-1-39 0,2 2-58 16,-2 0-61-16,2 0-75 0,-1 0-131 0,3 1-478 16,-2 3 26-16,-2-1 56 0,-1-1 53 0</inkml:trace>
  <inkml:trace contextRef="#ctx0" brushRef="#br0" timeOffset="41479.04">6337 752 729 0,'0'0'289'0,"0"0"29"16,0 0-27-16,0 0-14 0,0 0-34 0,0 0-25 15,0 0-19-15,0 0-17 0,27-2-23 16,-11-2-44-16,-1-1-49 0,5 2-55 0,0-2-80 16,5-1-90-16,2 0-368 0,-1-1-134 0,-2-1 32 15,4 2 68-15</inkml:trace>
  <inkml:trace contextRef="#ctx0" brushRef="#br0" timeOffset="41861.36">6890 513 959 0,'0'0'292'16,"0"0"-28"-16,-17 8-8 0,13 1-34 0,-2-1-19 16,2 2-16-16,-2 3-103 0,1 1 3 15,-1 0-5-15,6 0-8 0,0 0-10 0,0 0 0 16,0 0-13-16,3 2 3 0,0-2-5 15,5 0-6-15,-4 0-4 0,5-1-9 0,1-2 4 16,4-2-6-16,-3 0 3 0,6-2 2 0,-4-1-10 16,5-1 2-16,1-2 4 0,-4-3-4 0,1 0-2 15,-1-2 5-15,4-1 1 0,-4-2-4 16,1-3 6-16,-2 1-6 0,-1-3-4 0,-2-1 12 16,-4-3-7-16,-1 0 5 0,-2-1-3 0,-1-1-8 15,-3-1 21-15,-3 0-13 0,-4 0 0 0,1 1 6 16,-1-1 2-16,-4 1 2 0,1 1 0 15,-4 5-7-15,4-1 7 0,-3 3-17 0,-4 1 17 16,3 0-12-16,-4 4-8 0,-2-1 7 0,6 4-17 16,-3 0 15-16,1 0-5 0,1 4 3 15,-1-2-34-15,1 2-8 0,2 1-22 0,0-2-34 16,2 4-25-16,1-1-39 0,3 0-33 0,0 0-108 16,4 1-483-16,3 0 87 0,0 0 71 15,3-3 36-15,1 2 74 0</inkml:trace>
  <inkml:trace contextRef="#ctx0" brushRef="#br0" timeOffset="43195.46">8035 469 1121 0,'-7'-3'332'0,"-3"0"-35"0,0 3-18 16,0 0-38-16,-1 3-18 0,-6 2-6 15,3 1-30-15,-3 0-15 0,0 5-16 0,0 0-82 16,0 3-15-16,0-2 12 0,3 2-19 0,1-1-24 16,-1 0 20-16,7 2-17 0,-3-3 2 15,3 1-7-15,3 1 2 0,1-3-2 0,3-1-3 16,0 0 15-16,6-2-22 0,-1-1-11 0,2 0-8 16,3-2 11-16,3-2-8 0,1-1 5 0,3-2 0 15,-4 0-5-15,5-5 8 0,-4 2-6 16,3-2-2-16,-1-1 3 0,-2-2 12 0,0-1-10 15,-4-1-5-15,1 1 5 0,-2-1 19 0,1 3-7 16,-2 1 12-16,-4-2-1 0,2 2 8 16,-2 1-24-16,2 2-1 0,-3-2-6 0,0 3 5 15,-3 2 0-15,0 0-2 0,11 0-6 0,-11 0 11 16,0 0-15-16,10 8 22 0,-9-2-17 16,5-1 12-16,-3 1-10 0,5 1-12 0,-4-3 9 15,2 2-7-15,0-1 8 0,5 2-24 0,-4-4-10 16,3 1 13-16,0-1-28 0,4-2-5 15,-1-1-10-15,1 0-1 0,0-1 9 0,0-2-22 16,-1-1 14-16,5 1 17 0,-5-2-9 0,-3 1 9 16,4-1-2-16,-4 1 15 0,1 1-12 0,-1 0 2 15,-3 0-3-15,-1 1-7 0,-6 2-3 0,14 2 8 16,-14-2 18-16,11 5-8 0,-5 1-2 16,1 0 17-16,-3 0-2 0,2 2 21 0,-2-1-14 15,-1 2-9-15,0-1 10 0,-2-1 4 0,2 0-14 16,0-1 20-16,-3-1 2 0,4 2 6 15,-4-2 35-15,0-5 0 0,4 7 11 0,-4-4 7 16,0-3-2-16,0 0-10 0,0 0-1 0,0 0 8 16,0 0-7-16,0 0-11 0,0-18 16 0,0 11-16 15,0-2 28-15,0 0-30 0,3-1-16 16,0-2 16-16,-2 0-10 0,2 0-3 0,3 1-3 16,-3 1 11-16,1-1-6 0,3 3-5 0,0 2-4 15,0 0-1-15,0 0-2 0,3 6 7 16,0-2-10-16,0 4 3 0,1-1-1 0,2 2-4 15,2 1 5-15,1 3-3 0,1 0 2 0,0 0-9 16,0 1 10-16,4 0-1 0,2 0-7 16,-1-1-2-16,5-2-16 0,-3 2-8 0,3-3 11 15,3-1-8-15,1-1-5 0,-7-2 12 0,4-2 1 16,2-1 5-16,-6 2-8 0,-3-4 20 0,-1 0-12 16,-5 0 20-16,1-1 3 0,-2 0 2 15,-4-2-9-15,-3 1 11 0,-1-1-11 0,-1-2 6 16,-5 2 14-16,0-1-8 0,0 0 5 0,-4 1-3 15,3 2 16-15,-5-1-15 0,2 2-1 0,-2 2-15 16,-1 1 6-16,7 2 1 0,-21 5-1 16,11 0-1-16,-3 2-5 0,2 3 5 0,1 2-5 15,-1-1-7-15,-1-1-1 0,5 5 11 0,2-3 5 16,-1 1-13-16,2-3 0 0,4 3-5 16,0-4-3-16,0 1 3 0,1-2-18 0,5 1-3 15,2-3-12-15,-1 0 22 0,5-3-2 0,0-2 3 16,1-1 2-16,4 0-17 0,-3-2 12 0,3-4 7 15,-1-1-1-15,2-1-1 0,-5-2 10 16,2 0-4-16,-2-2 9 0,-3-2-20 0,1 0 8 16,-2-4 7-16,-2-1-14 0,0-2 22 0,-3-3-13 15,-1-1 3-15,-2 0 10 0,-1-3-2 16,-1-2 12-16,1 3-7 0,-3 0 15 0,-1 2 10 16,1 4-5-16,2 1 8 0,1 5-21 0,-3 0-15 15,3 5 21-15,-3 3-11 0,3 7 16 0,0 0-21 16,0 0-5-16,0 0 7 0,-3 20-7 15,6-8 21-15,-3 1-24 0,3 5 1 0,0 1-29 16,1 3-2-16,3-1-21 0,0 3-36 0,-1-1-33 16,5 4-61-16,3-1-67 0,-1-1-348 0,4 0-74 15,0-4 33-15,1-4 77 0,2-3 36 16</inkml:trace>
  <inkml:trace contextRef="#ctx0" brushRef="#br0" timeOffset="43643.85">9734 401 778 0,'0'0'325'0,"0"0"-36"0,-7 24-13 16,4-16-27-16,0 3-21 0,0 1-34 0,1 1-22 16,-1-1-14-16,3 3-2 0,0 0-17 15,3 0-22-15,-3 1-12 0,5-2-2 0,1 1-6 16,-2 0-10-16,5-3-13 0,-1 1-15 0,2-1 8 15,0-2-24-15,1-1 3 0,2-3 3 16,0 1-24-16,1-5 14 0,0-1-3 0,0-1-8 16,-1-1-3-16,1-4 9 0,-4-1 12 0,1-1-15 15,0-2-6-15,-2-1-4 0,-2-4-1 0,-4 0 1 16,0-2-11-16,-6-2-3 0,3-1 14 16,-7-1-3-16,1-1 5 0,-4 1-3 0,-1 2 3 15,1 0 8-15,-4 3-5 0,-2 1 12 16,4 4-10-16,-4 2-10 0,-2 1 13 0,2 2-11 15,-5 3 6-15,5 2-16 0,1 0 21 0,-1 2-3 16,-2 3-7-16,5 1 2 0,-1 0-16 0,0 0 16 16,4 2-2-16,3-1-6 0,1 2-2 15,2-1-3-15,1 0 0 0,3 1 8 0,3-1-18 16,0 0 18-16,1 1 5 0,5-1-5 16,3 0-10-16,4 1-13 0,1-1-8 0,3 0-23 0,1-2-25 15,4-2-29-15,2 3-38 0,0-3-41 16,-2 0-64-16,1 2-179 0,-2-3-381 0,-3-2 50 15,3-1 62-15,-7-1 70 0,3-2 71 0</inkml:trace>
  <inkml:trace contextRef="#ctx0" brushRef="#br0" timeOffset="43812.11">10137 496 742 0,'0'0'322'16,"7"-2"-53"-16,-7 2-13 0,0 0-20 0,0 0-32 16,0 0 6-16,11 7-23 0,-8-2-10 15,0 3-11-15,-3 1-15 0,4 3-8 0,-1-1-91 16,0 3 1-16,0-1-7 0,1 3-5 0,0 1-10 15,-1-2 8-15,4 3-4 0,-4 1-1 16,1 0-19-16,2 2-33 0,-1-2-46 0,1-1-46 16,-2-1-87-16,2-2-256 0,4 3-236 0,-2-5 29 15,-1-4 79-15,2-3 77 0</inkml:trace>
  <inkml:trace contextRef="#ctx0" brushRef="#br0" timeOffset="44045.36">10455 520 995 0,'0'0'348'0,"0"0"-20"16,0 0-21-16,0-7-36 0,0 7-27 0,0 0-17 16,0 0-42-16,7-7-1 0,0 6-10 15,0-2-18-15,4 1-20 0,2-2-31 0,5-1-41 16,1 2-21-16,-1-2-66 0,2 2-53 0,1-1-45 15,2 1-55-15,-6 0-116 0,4 2-353 0,-4 1-21 16,-3 0 16-16,-1 1 72 0,-2-1 76 0</inkml:trace>
  <inkml:trace contextRef="#ctx0" brushRef="#br0" timeOffset="44245.58">10589 636 988 0,'-4'2'232'0,"4"-2"1"0,-7 4-12 15,7-4-6-15,-7 4-11 0,7-4-27 0,0 0-6 0,-6 4-22 16,6-4-1-16,0 0-12 0,0 0-3 16,0 0-5-16,0 0-13 0,0 0-10 0,0 0-10 15,17 3-21-15,-7-3-7 0,3-2-1 16,5 2 1-16,-2-3-16 0,5 1-5 0,0 0-51 16,3-3-44-16,-1 4-66 0,2-6-33 0,2 3-90 15,-10 0-208-15,10-2-288 0,-3-1 78 0,0 0 73 16,0-2 22-16</inkml:trace>
  <inkml:trace contextRef="#ctx0" brushRef="#br0" timeOffset="44463.88">11097 280 829 0,'0'0'240'0,"0"0"-4"16,0 0-18-16,0 0-16 0,0 0-8 0,0 0 6 15,-2 23-6-15,2-12-7 0,2 5-31 16,2 0 3-16,-4 4-13 0,7 2-10 0,-3 3-11 15,-1 0-20-15,1 0 67 0,5 6-19 0,-1-4-4 16,2 4-16-16,0-2-31 0,-3 3 8 16,3-3-10-16,0 0-3 0,-6 1-25 0,2-4-57 15,2-1-33-15,-2 5-61 0,-2-4-174 0,-4 1-566 16,0-2 33-16,-4-3 92 0,-2-4 82 16,-2-5 62-16,-5-3 51 0</inkml:trace>
  <inkml:trace contextRef="#ctx0" brushRef="#br0" timeOffset="56560.71">2890 8103 980 0,'0'-7'338'0,"0"1"-26"0,0-2-28 16,3 1-28-16,1 0-28 0,2-1-21 0,5 4-22 15,-1-1-24-15,3 4-5 0,5 1-8 0,0 1-22 16,5 4-29-16,1 4 8 0,3 2-15 0,1 6-11 16,-1 0-2-16,7 9-8 0,1 6-15 15,-5-1 2-15,-5 1-10 0,-6-5-13 0,-4 0 3 16,-2 0-10-16,-2 1 4 0,-5-2-1 0,-3-1-4 15,1 2-4-15,-7-2-3 0,-1 0-3 16,1 0 0-16,-5-2 16 0,-2-2-5 0,-2 0-14 16,0-3 11-16,2-1-12 0,-3-3 12 15,2-3-8-15,1-3 11 0,-4-1-52 0,4 0-12 16,-3-4 12-16,2-3 11 0,4 0 17 0,-3-3 3 16,1-2 13-16,1 1-2 0,2-3 9 0,2-1-25 15,1-2 3-15,3-2 10 0,0 1-6 0,6 2 4 16,-3-7 1-16,5 1-9 0,5-2-6 15,1 2-32-15,4-2-19 0,6-1-38 0,-1 0-54 16,4 3-82-16,0-3-205 0,4 1-340 0,-3 2 36 16,2-2 97-16,-6 1 69 0,0-1 65 15</inkml:trace>
  <inkml:trace contextRef="#ctx0" brushRef="#br0" timeOffset="56959.96">3491 8208 1059 0,'0'0'323'0,"11"-9"-26"0,-4 3-23 15,3 3-42-15,1-4-9 0,5 0-26 0,-1 5-15 16,4-4-26-16,-1-1-20 0,-1 4-21 16,0-2-25-16,-3 2-19 0,3 2-22 0,-4-2-24 15,-2 0-22-15,-1 3-6 0,-4 0 1 0,-6 0-1 16,14 1 8-16,-10 4-7 0,-1-3-1 0,0 4 3 15,-2-2 8-15,-1 6 0 0,-1-3 7 16,1 6-7-16,-2-3 5 0,1 5 2 0,1 0 3 16,0-2 25-16,0 5-12 0,1 2 0 15,2-2 2-15,0 0-2 0,3 5-11 0,2-3 16 16,-1 1-3-16,-1-2-2 0,1 4-3 0,-1-4-5 16,2 0 3-16,-1 0-3 0,-4-4 3 15,4 4-1-15,-4-3-15 0,0-4 16 0,-3 3-11 16,0-2-2-16,-3-1 20 0,-3 5-17 0,2-5 7 15,-6 2-10-15,-1 0 15 0,-2-4-15 16,-1 0 10-16,-2-1-18 0,1 0 10 0,-2 0-7 16,0-3 2-16,0 1 8 0,0 0-21 0,0-3-43 15,0 1-79-15,0-2-100 0,-3 3-328 0,5 0-200 16,-4-2 34-16,4 2 74 0,-2-3 71 16,0 3 45-16</inkml:trace>
  <inkml:trace contextRef="#ctx0" brushRef="#br0" timeOffset="57193.61">3058 8972 826 0,'0'0'292'0,"0"0"-18"0,0 0-5 0,0 0-39 16,0 0 3-16,0 0 28 0,30-11-15 0,-6 3 7 15,0 2-43-15,8-8-92 0,14-1-13 16,6-2-21-16,-1-1 11 0,1 3-8 0,3-4 0 15,2 2-18-15,-1 0 0 0,2 2-7 0,0 0-19 16,-4 5-12-16,-9 0-44 0,-8 3-33 16,-6 5-87-16,0-3-87 0,-7 5-177 0,0 5-361 15,-8 0 88-15,-1 2 35 0,-9 1 49 0</inkml:trace>
  <inkml:trace contextRef="#ctx0" brushRef="#br0" timeOffset="57610.78">2934 9351 839 0,'-3'-1'300'16,"3"1"-16"-16,3-10-33 0,-2 3-21 0,6 2-30 15,-1-1-16-15,4 2-13 0,1-6-12 0,6 5-21 16,-1 2-12-16,2-4-19 0,3 7-4 15,-1 0-1-15,4 0 54 0,0 4-20 0,0 0-18 16,7 7 4-16,-3 3-17 0,-1 3-18 0,-1-2 0 16,-5 3-12-16,0 6-22 0,-4-2-1 15,-4 0 1-15,-5 2-9 0,-2 1-3 0,-3 0-16 16,-6 0 9-16,3 0-4 16,-7-2 1-16,0 2-5 0,-3-1-1 0,0-1 6 0,-3-3-13 15,1 0-3-15,-1-4 6 0,0 1-6 0,2-3-2 16,1-6 18-16,-4 0-3 0,4-5 0 15,-4 0 3-15,4-6-8 0,-3 2 7 0,-1-6-4 0,1-3 10 16,3 2-8-16,-2-2 5 0,3-4-12 16,2 3-3-16,0-4 5 0,3 0 2 0,4 3-17 15,-3-3-8-15,6-1 3 0,0 0-9 0,2 3-11 16,2-2-42-16,2 0-23 0,2-1-77 16,5 0-120-16,1 5-474 0,1-3-60 0,2 3 55 15,-2-4 77-15,5 4 79 0,-5-3 57 0</inkml:trace>
  <inkml:trace contextRef="#ctx0" brushRef="#br0" timeOffset="58026.97">3550 9325 901 0,'0'8'279'0,"0"3"30"0,-1 3-45 16,-1 2-24-16,1 0-7 0,1 1-23 0,0 1-10 15,1 0-18-15,2-3-26 0,0 3-20 16,2-1-16-16,1-2-5 0,0 1-15 0,1-4 2 15,3 2-7-15,-2-3-5 0,2-3-6 0,3 1-10 16,-3-2 0-16,0-1-17 0,5-4-1 0,-5-2 8 16,3 0-10-16,1-5-6 0,-4 0 29 15,4-3-41-15,-4-1 0 0,-3-6-5 0,-1 4-1 16,-2-7-4-16,0-1-3 0,-4-1 0 0,0-5 13 16,-4 2-8-16,-3-1 28 0,1 3-25 15,-1-1 7-15,0 4 6 0,0 1 10 0,0 2-26 16,-2 3 8-16,1-1 5 0,1 5-11 0,-3-1-1 15,0 7 4-15,-1-4-13 0,1 6-7 16,0 0 10-16,-4 4-2 0,4-1-6 0,0-2 0 16,-1 6-7-16,5 1-11 0,-1-2 6 0,0 0-11 15,3 2 11-15,1 0-11 0,0-1 1 16,3 3 17-16,0-2 5 0,3 4-17 0,2-3-1 16,1 1-2-16,4-2 0 0,0 2-21 0,4-2-2 15,2 1-31-15,2-1-38 0,0-4-41 0,2-1-44 16,1-2-84-16,2 4-203 0,0-4-329 15,1-1 37-15,-2-1 83 0,1-2 74 0,-3 0 64 16</inkml:trace>
  <inkml:trace contextRef="#ctx0" brushRef="#br0" timeOffset="58343.35">4022 9381 1011 0,'0'0'304'0,"0"0"-30"0,0 0-23 16,0 0-16-16,0 0-20 0,0 12-15 0,-7-4-5 15,3 3-24-15,1 2-20 0,-4-1 3 16,1 2-34-16,3 3-5 0,-2-2 3 0,2 2-13 15,2-1-8-15,-1-4-2 0,2 3-13 0,2-1-18 16,2-3 28-16,0 4-10 0,0-5-26 16,2 3 26-16,4-3-13 0,-3 0-15 0,4-3-3 15,2 0-5-15,1-4 0 0,-1-3 0 0,2 0-5 16,4-2-5-16,-1-4-10 0,-2-1-11 16,2 1 16-16,-5-5-6 0,2-1 4 0,-2-4-6 15,-6 1 7-15,0-2 11 0,-3-1-15 0,-1 1 2 16,0 0-18-16,-7-1-48 0,2 2 20 0,-2 0-18 15,-4 0 5-15,-2 2-4 0,0 3 1 16,-4 3 16-16,1-1-7 0,-7 1-9 0,3 1-9 16,-1 3-1-16,-3 0-7 0,1 1-23 0,0-1-26 15,3 3-38-15,0-1-64 0,4 2-95 16,1-2-417-16,2-3-34 0,-2 4 62 0,3-6 98 16,3 0 53-16</inkml:trace>
  <inkml:trace contextRef="#ctx0" brushRef="#br0" timeOffset="58715.28">4347 8181 721 0,'0'18'220'0,"2"2"-30"0,2 11-1 0,-1 2 3 15,5 17-15-15,-2 2-13 0,4 6-6 0,1 0 60 16,2 17-11-16,1 0 1 0,0 2-14 0,2 2 8 16,5 4-28-16,-6-5-7 0,4 5-21 15,2-1 15-15,0 3-28 0,-1-10-13 0,1 4-7 16,0-7-26-16,2 2 5 0,-5-4-12 0,-2-15-6 15,1-4-18-15,-4-1 11 0,2-1-3 16,1-7-13-16,-5-5-15 0,-1-8 5 0,-3 1 18 16,0-8-26-16,-3 1-15 0,-1-5 2 0,1-1-35 15,-1-2-34-15,0 0-61 0,0-5-125 0,-3 0-582 16,0-2-5-16,0-1 75 0,0-2 94 16,0-5 42-16,0 0 70 0</inkml:trace>
  <inkml:trace contextRef="#ctx0" brushRef="#br0" timeOffset="59209.89">4924 9507 844 0,'0'0'343'0,"0"0"-38"16,0 0-24-16,-3 19-30 0,0-9-23 0,6 1-21 15,-3 0-17-15,0 5-29 0,3 0 3 16,-2 0-28-16,2 0-8 0,0 0-21 0,3 2 6 16,-2-2-31-16,3 0-8 0,-3-3-13 0,3 4-4 15,2-9-6-15,-1 7-5 0,-1-6 13 16,2-3-8-16,1-2-20 0,1 1 12 0,-1-5-5 16,4-2-7-16,-4-3-8 0,1-2 8 0,2-1-16 15,-2-3 3-15,-2-3 3 0,2-3 9 16,-4-6-17-16,-4 1-10 0,0-6-3 0,-3 1 2 15,0 2 1-15,-6-8-13 0,-1 8 7 16,-3-2 3-16,3 4 18 0,-3-2-10 0,3 7 10 16,-4 0 0-16,-2 2-6 0,2 1 4 0,-2 7-6 15,3 0 0-15,-5 5 3 0,2-1 0 0,-1 4-11 16,1 0 3-16,-1 5 16 0,-2-1-16 0,5 2 13 16,-3 2-26-16,1 3 24 0,5 2 12 0,-2-2-15 15,4 3 7-15,2-4-22 0,1 5 12 16,0-5 0-16,3 4-2 0,3-5 4 0,0 2 4 15,1 2 4-15,2-4-7 0,4 1 15 16,1-3-5-16,2 0 5 0,2-3-17 0,4 2 1 16,-1-5-29-16,-4-1-27 0,9 0-38 0,-2 0-41 15,-1 0-97-15,1-1-202 0,0-2-410 16,-2-1 108-16,2-1 22 0,-3 0 75 0,-2-2 79 16</inkml:trace>
  <inkml:trace contextRef="#ctx0" brushRef="#br0" timeOffset="59409.48">5371 9482 1031 0,'0'0'335'16,"0"0"-35"-16,11-6-19 0,-11 6-40 0,10-1-11 16,-6-2-27-16,3-1-24 0,3 1-15 0,3-4-16 15,-2 5-40-15,0-4-57 0,5 0-26 16,1 5-71-16,-4-5-7 0,2 4-96 0,-2 0-94 15,-2 2-208-15,-1 2-212 0,3-1 18 0,-5 0 80 16</inkml:trace>
  <inkml:trace contextRef="#ctx0" brushRef="#br0" timeOffset="59592.78">5491 9661 875 0,'-3'7'264'16,"3"-7"-19"-16,-4 4-2 0,4-4 52 0,0 0-11 15,0 0-33-15,0 0-11 0,0 0-14 16,0 0-32-16,0 0-7 0,0 0-26 0,31-9-17 16,-21 4-45-16,2-2-32 0,0 3-49 0,3-2-33 15,1-2-85-15,-1 1-220 0,1 3-438 16,1-2 36-16,-3-2 70 0,3 1 71 0,-4-1 53 16</inkml:trace>
  <inkml:trace contextRef="#ctx0" brushRef="#br0" timeOffset="60026.91">5864 9393 849 0,'0'0'338'0,"0"0"-15"0,0 0-42 0,-7 15-25 15,7-7-10-15,0 0-39 0,0 0-61 0,0 1-15 16,3 0-6-16,-2-1-10 0,2 2-12 0,1 3-1 15,0-3-5-15,2 0-15 0,-2 0 5 0,2-2-7 16,0 4 9-16,2-3-7 0,2 1-8 0,0-3-25 16,1-1-3-16,-1-1 16 0,3 1-16 15,1-4 2-15,-3-2-7 0,3 2 3 0,-1-4-6 16,4 2 3-16,-7 0-5 0,3-4-3 16,-1 0 3-16,1-4 13 0,1-1-13 0,-4 1 15 15,-1-4-13-15,-1-1-12 0,-1-5-1 0,-4 1 6 16,0 0-13-16,-2-2 15 0,-1-2-7 15,-1 2 17-15,-2-1-35 0,0 2 25 0,0 2 3 16,-1 3-3-16,-3-2-25 0,3 1 7 0,-6 3 11 16,1 1-3-16,-2 2-13 0,-2 1 6 0,1 0-9 15,-1 4 6-15,3-1-10 0,-7 3-1 0,3-1 16 16,0 4-20-16,1-1 14 0,-4 0-12 16,6 3-5-16,-3-2-20 0,4 4 12 0,0-4-33 15,-4 5-46-15,5 1 23 0,-1 1-80 0,2-2-43 16,4 1-133-16,1-1-535 0,3-1 100 15,-3 1 51-15,6-1 79 0,-3-6 54 0,3 6 59 16</inkml:trace>
  <inkml:trace contextRef="#ctx0" brushRef="#br0" timeOffset="60876.17">5208 9868 916 0,'0'0'381'0,"0"0"-38"16,-10 0-36-16,10 0-30 0,0 0-31 0,-14 8-24 16,10-3-22-16,-3 2-16 0,1 2-25 0,3 0-8 15,-5 1-18-15,5 0-23 0,-1-3 3 0,2 3-29 16,1-2 6-16,1 0-13 0,0 1-8 16,0-1-10-16,1-1-1 0,2 0 4 0,0-3-3 15,4 2-16-15,0-5 3 0,0 4-2 16,2-4-3-16,2-1 5 0,0-4-10 0,1 2-3 0,0 0-10 15,1-4 5-15,-2-4-5 0,2 3 16 16,-6-4-9-16,4-3 4 0,-5-1 7 0,1 3-8 16,-4-4 5-16,0 1-10 0,-2 3-5 15,1-1 18-15,-2 2-23 0,-2 1 10 0,1-1 13 16,-2 1-38-16,0 6-16 0,-4 0-10 0,-3 4-46 16,10 0-44-16,-20 4-94 0,5 2-187 15,2 4-456-15,-2 1 39 0,-1-2 107 0,2 2 48 16,1 1 60-16,-1 0 71 0</inkml:trace>
  <inkml:trace contextRef="#ctx0" brushRef="#br0" timeOffset="61976.17">6442 9576 1013 0,'0'0'320'0,"0"0"-26"0,0 0-25 15,0 0-31-15,0 0-20 0,0 0-24 16,0 0-14-16,0 0-27 0,0 0-4 0,0 0-19 16,0 0-12-16,0 0-8 0,0 0-13 15,-7-16-7-15,7 16-21 0,0-4 8 0,0 4 0 16,0-5-19-16,0 5 9 0,0 0-16 0,0-8 0 16,0 8-5-16,3-8 6 0,-3 8-17 0,1-7 1 15,-1 7 3-15,3-3-11 0,-3 3 3 16,6-7-11-16,-1 7 3 0,-5 0-8 0,0 0 6 15,0 0-11-15,17 4 18 0,-11 0-15 0,0 1 10 16,-1 2 3-16,-2 2-6 0,1 1-4 0,-1 1 1 16,-3 4-11-16,0 3-14 0,0-1-23 15,-4 1-46-15,1 3-22 0,0-2-40 0,-5 4-91 16,2-4-226-16,5 1-353 0,-1-2 85 0,1-6 89 16,1-2 31-16,0 0 69 0</inkml:trace>
  <inkml:trace contextRef="#ctx0" brushRef="#br0" timeOffset="62442.94">6882 9312 1062 0,'-6'10'289'0,"-1"0"-33"0,0 1-21 15,1 4-20-15,-2-1-30 0,5 1-16 0,0 1-18 16,3 0-13-16,0 0-28 0,0 0-2 0,3 1-9 16,0 0 1-16,2-2-15 0,2 0-9 0,-1-4 1 15,4 1-8-15,1-1-5 0,-1-3-7 0,3 0-1 16,4-5-25-16,-6 3 15 0,6-5-8 16,-1-1 1-16,-2-3-6 0,0-1 3 0,3-4 2 15,-4-1-12-15,2 1-1 0,-5-7 11 0,0-1-23 16,0-3 18-16,-3 0-16 0,-4-4 5 15,-3 3 1-15,0-5 5 0,-3 1 4 0,0 0-12 16,-3 1 3-16,1 6 22 0,-1-1-22 0,-1 1 14 16,3 2 9-16,-2 4-11 0,-2 1-12 15,-1 0 7-15,2 5-8 0,-3-1 19 0,-1 6-26 16,1 0 15-16,0 5-10 0,-1-1-6 0,1 4 6 16,-4 0 5-16,4 6-12 0,0-3 1 15,3 3 4-15,0-3-6 0,4 4-2 0,0-3-6 16,3 3 6-16,2-1 0 0,2 1-16 0,3-1 21 15,0 1-16-15,3 2-12 0,4-4-39 0,3 0-12 16,0 1-29-16,0-4-61 0,7-2-67 16,-3 2-268-16,2-3-288 0,1-1 52 0,0-5 41 15,-3-1 93-15,-1-3 45 0</inkml:trace>
  <inkml:trace contextRef="#ctx0" brushRef="#br0" timeOffset="62626.44">7386 9419 829 0,'0'7'348'16,"0"3"-38"-16,0 1-11 0,0 0-35 0,3 3-6 16,-3 0-38-16,0 1-5 0,3 6-28 0,-2-2 8 15,2-2-29-15,0 3-25 0,0 3-16 16,0-2-4-16,2 0-47 0,1 4-38 0,-2-3-52 16,-1-4-81-16,3 0-97 0,1 5-500 0,1-9-38 15,-2-1 82-15,1-6 79 0,-3 3 46 16</inkml:trace>
  <inkml:trace contextRef="#ctx0" brushRef="#br0" timeOffset="62843.05">7656 9475 1482 0,'0'-6'396'0,"0"6"-27"0,6-8-34 0,-2 4-53 0,2-2-19 16,1 2-27-16,4 0-54 0,-1-3-21 0,3 3-46 16,2-2-71-16,-2 4-108 0,7-4-67 15,-10 6-209-15,4-6-449 0,0 4 98 0,0 0 36 16,-4 0 79-16,-3-1 38 0</inkml:trace>
  <inkml:trace contextRef="#ctx0" brushRef="#br0" timeOffset="63009.14">7758 9613 862 0,'0'0'338'0,"0"0"-33"0,0 0-16 0,0 0-36 16,0 0-22-16,0 0-29 0,0 0-31 16,24-5-7-16,-14 3-44 0,3-3-40 0,2 1-34 15,1-2-33-15,2 0-72 0,6-3-69 0,-4 1-218 16,4-2-373-16,0 3 102 0,0-6 34 15,4 0 48-15</inkml:trace>
  <inkml:trace contextRef="#ctx0" brushRef="#br0" timeOffset="63262.01">8288 9083 1034 0,'0'10'376'0,"3"4"-38"0,0 3-5 0,-3 0-26 16,4 4-16-16,0 4-40 0,0 4-15 0,2 4-67 16,1 0-3-16,2 0-35 0,2-1 2 15,-4-1-28-15,0 1 0 0,3 1-11 0,0-2-4 16,-3-5-13-16,3 0-6 0,-5-2-19 16,4 0-14-16,-2-5-66 0,-4 1-67 0,4-2-84 15,0-5-210-15,-3 1-430 0,3-4 100 0,-1-4 25 16,-3-5 108-16,-3-1 38 0</inkml:trace>
  <inkml:trace contextRef="#ctx0" brushRef="#br0" timeOffset="63509.37">9047 8157 1075 0,'3'-6'412'0,"1"4"-18"0,2-4-43 16,1-1-39-16,1 4-20 0,1-2-42 0,2 2-17 16,3-3-43-16,2 3-37 0,2-3-55 0,-2 3-60 15,5-3-89-15,-4 5-75 0,-3 0-160 16,3-2-492-16,-6 3 84 0,1-2 44 0,-4 4 53 15,-8-2 88-15</inkml:trace>
  <inkml:trace contextRef="#ctx0" brushRef="#br0" timeOffset="63709.37">9115 8350 647 0,'-3'7'271'0,"-1"-3"-7"16,1 1 15-16,3-5 41 0,-3 3-3 15,3-3-17-15,-4 6 2 0,4-6-36 0,0 0-18 16,0 0-17-16,0 0-16 0,20-1-18 0,-10-5-20 15,1 4 4-15,0-3-42 0,6 1-22 16,-1-2-9-16,-2 1 4 0,3 2-30 0,-3-5-46 16,3 1-41-16,-3 4-23 0,-4-1-113 0,3 1-153 15,-2 0-559-15,-1-1 37 0,-3 1 84 0,0 1 89 16,-6-4 62-16,2 0 54 0</inkml:trace>
  <inkml:trace contextRef="#ctx0" brushRef="#br0" timeOffset="64209.71">11050 7333 934 0,'-3'-4'297'0,"3"4"-44"15,0 0 26-15,0 0-46 0,3 20-15 0,-2-11-32 16,2 2 1-16,3 5-13 0,-3 0-15 15,4 7-18-15,1-3-26 0,-2 3-2 0,1 2-8 16,-1 0-8-16,5 2-20 0,-1 3-13 16,-3-5-36-16,0 2-23 0,4 0-69 0,-2 3-46 0,-2-6-95 15,1-3-128-15,-1 4-406 0,-1-2 86 16,-2-3 28-16,-1-1 57 0</inkml:trace>
  <inkml:trace contextRef="#ctx0" brushRef="#br0" timeOffset="64442.51">10955 8168 941 0,'0'0'377'0,"0"0"-27"0,0 0-7 0,0 0-33 16,0 0-18-16,0 0-34 0,0 0 9 0,27-10-50 16,-13 3-2-16,9-1-18 0,2-7-40 15,6 3-9-15,12-8-25 0,6 2 10 0,1 0-18 16,5 1 0-16,0 0-10 0,3 2-15 0,-4 4-8 15,-2-3-11-15,-11 4-19 0,-6 5-52 16,-5 2-67-16,-9 3-63 0,2 0-78 0,-9 3-194 16,3 4-437-16,-10 0 53 0,-4 1 74 0,-3 0 67 15,-6 1 51-15,-4 2 67 0</inkml:trace>
  <inkml:trace contextRef="#ctx0" brushRef="#br0" timeOffset="65092.75">11162 8425 1174 0,'1'3'359'0,"3"4"-14"0,-1 1-25 0,0 2-18 16,1 3-25-16,2 3-32 0,-2 1-17 0,2 0-15 15,2 3-44-15,-2 2 2 0,-2 2-27 0,2 0-1 16,1-4-20-16,0 5-26 0,0-1 0 15,-4-6 1-15,1 1-22 0,2-3 9 0,-5-1-21 16,2 0-8-16,1-4-5 0,-1 2 6 16,-2-4 4-16,2-1-7 0,-3-4-8 0,0 1-23 15,0-5 13-15,0 0-3 0,0 0-10 0,-14-14 5 16,10 5-12-16,-2-8 22 0,-1-2-25 16,0-6 2-16,-4-6-5 0,2 3 11 0,2-2-16 15,3 6 8-15,-3 0 17 0,4 5 1 0,0 2-18 16,2 2 5-16,-2 3-8 0,3 0 13 0,3 6 0 15,-2 0-13-15,2-1 8 0,3 7-7 16,2 0 1-16,-8 0-4 0,16 1-3 0,-5 5 8 16,-1 1-5-16,3 1 15 0,2-2-18 15,-2 4 5-15,1-1-7 0,0-3-11 0,3 1 13 0,-4 1 5 16,1-1-2-16,0 1-8 0,-1-2-5 16,-2-3 5-16,-1-1 10 0,-1 2-10 0,2-4 8 15,0-1-6-15,3-6-4 0,-4 2 9 0,3-4 4 16,-2 0-11-16,2-2 5 0,-6-7 3 15,3-2-8-15,-3-1 2 0,-3-4-2 0,2-3-2 16,-6 2-6-16,3 0 13 0,-3 2-8 16,1 6 9-16,2-1 4 0,-3 2-3 0,4 3-9 0,-4 2-19 15,0 0 14-15,3 5-9 0,0 5 14 0,-3 2 9 16,0 0-4-16,10 9 10 0,-6 3-11 16,2 0-17-16,-1 5 12 0,2 1-2 15,2 5 0-15,-2 0 3 0,4 3 9 0,-4-2-14 16,2-2 27-16,2 6-22 0,-1-2-6 0,0 0 18 15,1-1-10-15,-1 2 3 0,0-4-1 0,1 1 3 16,-4-2-12-16,3-1-6 0,-1-3-5 16,2-1-23-16,-4-1-28 0,3-2-36 0,-2 0-26 15,1-5-78-15,4 0-237 0,-2-6-437 0,0-2 46 16,1-2 77-16,3-6 89 0,-5-4 54 16,1-4 72-16</inkml:trace>
  <inkml:trace contextRef="#ctx0" brushRef="#br0" timeOffset="65942.92">12192 7236 911 0,'0'0'320'0,"3"-3"-8"15,-3 3-46-15,10-5 0 0,1 2-48 16,2 2-8-16,2-4-21 0,5 3-10 0,4 0-17 16,3-2-19-16,4 2-10 0,-3-4-15 0,5 3-8 15,1-4-10-15,0 0-8 0,-3 5-15 0,0-4-8 16,-3-1 0-16,2 3-8 0,-2-2-9 15,-4 2-4-15,-4 0-20 0,0 1 11 0,-2-3 2 16,-5 4-18-16,-3 0-16 0,1-2-4 0,-1 2 5 16,-3 0 2-16,-4-1-8 0,0 2-4 0,-3 1-1 15,0 0-4-15,0 0 14 0,0 0-7 16,-30 4 3-16,16-1-8 0,-3 2-5 0,-3-2 20 16,-7 5-10-16,2 0 5 0,-5 1-3 0,2 2-2 15,-2 2 11-15,5-1-4 0,-1 1-4 16,5-1 2-16,0 2-7 0,4 1-1 0,0 2 11 15,4-1-1-15,2 0 4 0,4-2 1 0,1 5 4 16,3-2 4-16,3 1-4 0,3-1-1 16,6 1 3-16,2 1 2 0,0 2-2 0,5 3 5 15,5-4-7-15,0 3-9 0,3-4 9 0,7 12 4 16,-5-8-12-16,-5-3 15 0,6 1-13 16,1 6 8-16,-4-3 0 0,-4-3-10 0,1 2 25 0,-1 1-31 15,-6 1 34-15,3 0-28 0,-3 3 7 16,0 0-2-16,-4 2 5 0,-1 2 13 0,-2 0-29 15,-2 1 14-15,-2 0-6 0,0 1 5 0,-3-3-2 16,-3 4 13-16,3-1-19 0,-4 1 4 16,-3-2-6-16,3 2 15 0,-2-1-30 0,-1 0 30 15,1-2-2-15,-2 1-5 0,1 0-10 16,1-1 4-16,-1 0-7 0,0 0 11 0,0-4-4 16,4 4 4-16,-1-6-11 0,1-2 10 0,-3 0 0 15,5-5-7-15,1-4-1 0,0 2 19 0,0-1-29 16,0-6 49-16,0 4-23 0,1-4-23 15,5-2 12-15,-3 2-2 0,4-3 3 0,4-4 28 16,-1 1-10-16,0-3-16 0,7-2-8 0,-4 0 19 16,5-2-13-16,2 0 12 0,1-3-7 0,0 2 10 15,6-3 0-15,-4 0-10 0,1 3-1 16,1-2 12-16,2-2-12 0,0 1-4 0,-4 3-8 16,2-2 18-16,-5 1-23 0,1 1 18 0,-7-2-3 15,3 4-26-15,-4-3 29 0,-2 4-5 0,2-2-5 16,-3-1 7-16,-3 3-10 0,1-1-13 15,-8 2-5-15,10-2-23 0,-4-1-8 0,-6 3-32 16,0 0-63-16,0 0-125 0,3-2-332 0,-3 2-251 16,0 0 63-16,0 0 83 0,-22-7 56 0,14 4 66 15,-5-6 54-15</inkml:trace>
  <inkml:trace contextRef="#ctx0" brushRef="#br0" timeOffset="66642.17">13973 7317 965 0,'0'0'266'0,"-3"-9"-31"0,3 9 6 15,-4-5-31-15,4 5-11 0,0 0-19 16,0 0-17-16,0 0-19 0,-14 16-14 0,8 0 19 15,2 6-39-15,-3 6 5 0,0 4-10 0,0 18 2 16,1 0 21-16,-1 1-18 0,3 2-25 16,4 2 12-16,0 2-17 0,4 0-22 0,0-4 19 15,5-2 0-15,1 1-10 0,5-4-1 0,1 1-7 16,8-6 5-16,-3 2-18 0,4-5 0 16,5-1-5-16,1-3-10 0,0-1-16 0,3-6-30 0,-3 1-54 15,3-2-47-15,0-3-104 0,-7-6-133 16,-3-3-451-16,-7-1 77 0,1-2 54 0,-5-7 61 15,-3 0 65-15</inkml:trace>
  <inkml:trace contextRef="#ctx0" brushRef="#br0" timeOffset="70441.66">14407 7533 1131 0,'-3'-5'412'0,"3"5"-59"0,0 0-35 0,-3-4-27 16,3 4-32-16,0 0-24 0,0 0-27 0,16 11-6 16,-2-3-30-16,0 7-6 0,6-2-18 0,1 7-17 15,6-1-16-15,7 7-2 0,4 3-19 16,-3-3-1-16,2 1 1 0,-3-1-14 0,0 5-16 15,0-6-6-15,-7-1-19 0,-3-5-52 0,-2-1-100 16,0 4-7-16,-7-5-72 0,1-1-210 16,-5-6-401-16,2-1 32 0,-6-3 54 0,-3-4 88 15,0-1 60-15</inkml:trace>
  <inkml:trace contextRef="#ctx0" brushRef="#br0" timeOffset="70675.62">14801 7569 1110 0,'0'0'323'0,"-5"-3"-16"0,5 3-25 0,0 0-21 15,0 0 10-15,-10 10-38 0,4-3-110 16,2 3 20-16,-2 5-7 0,1 1-6 0,-4 3-9 16,2-1-37-16,0 3 16 0,-4 0 2 0,2 1-17 15,2-3-11-15,0 5-18 0,0-1 11 0,0-3-8 16,0 4-16-16,1-2-2 0,2-1-7 15,-3 2-14-15,1 0-66 0,5-1-18 0,-2-2-51 16,3-3-77-16,0 1-77 0,0 0-153 0,3-2-351 16,1-1 99-16,2-4 37 0,2 2 61 15</inkml:trace>
  <inkml:trace contextRef="#ctx0" brushRef="#br0" timeOffset="71008.37">14838 8201 970 0,'10'-1'320'0,"-3"0"-11"0,3-4-12 0,-3 2-41 16,3-3-10-16,1-1-21 0,2-2-28 16,-3 0-2-16,4-1-24 0,-1 0 3 0,-2-4-20 15,-1 3-8-15,3-4-16 0,-2-3-40 0,-1 2 33 16,0-4-21-16,-2 0-2 0,-2 5-18 16,-2 0 38-16,-1 2 3 0,0 1-23 0,1 1 7 15,-4 1-32-15,3 3 14 0,-3-1-25 0,3 1-5 16,-3 4 5-16,0-4-10 0,0 7-13 15,0 0 8-15,0 0-6 0,0 0 3 0,0 0-10 16,0 23-16-16,0-14 6 0,1 2-3 0,3 3-8 16,-1 1 14-16,0-2-17 0,1 2 11 0,2 0 6 15,1 2-22-15,0-2-4 0,0-4 4 16,3 6 1-16,-3-4-28 0,4-1-19 0,-1-4-14 16,3 6-60-16,1-8-74 0,-1-2-146 0,1-1-555 15,-4 0 41-15,5-6 97 0,-5 0 97 0,0-4 29 16,0-3 89-16,-3 1 33 0</inkml:trace>
  <inkml:trace contextRef="#ctx0" brushRef="#br0" timeOffset="71125.38">15193 7649 862 0,'0'0'266'0,"-3"-6"-86"0,3 6-27 15,0 0-74-15,0 0-84 0,3-7-141 16,-3 7-424-16,0 0 58 0</inkml:trace>
  <inkml:trace contextRef="#ctx0" brushRef="#br0" timeOffset="71375.17">15453 7790 1233 0,'7'3'371'0,"-7"-3"-33"0,0 0-20 0,7 0-32 0,-7 0-30 16,14-3-33-16,-4-1 5 0,3 4-36 15,4-3-21-15,1 2-15 0,-1-3-7 0,4 1-16 16,-2-3-36-16,2 5-38 0,0-6-41 0,-1 4-113 16,1-2-130-16,-1 2-573 0,-3-4 30 0,1 0 94 15,-2 2 70-15,-2-5 64 0,-1-1 49 16</inkml:trace>
  <inkml:trace contextRef="#ctx0" brushRef="#br0" timeOffset="71758.48">15805 7325 970 0,'0'0'325'15,"0"0"-51"-15,0 0-18 0,7 17-13 0,0-9-21 16,-3 0-1-16,5 1-14 0,-2 2-23 0,1 2-10 15,2-3-25-15,0 0-3 0,0 4-31 0,0-3 10 16,3 2-22-16,-1-4-9 0,-3 0-19 16,2 0-1-16,3 0-15 0,-1-2 0 0,-2-5-8 15,2 4 0-15,0-6-5 0,1 0-13 0,-4-1 8 16,4-4-5-16,-3 2-5 0,-2-5-16 16,-1 0 8-16,-1-2-2 0,2-5-11 0,-5 0 8 15,-1-2-8-15,1 0-10 0,-4-1 8 0,0 1 5 16,0 1-1-16,0 2 4 0,0 3-4 15,0-3 6-15,0 4 0 0,0 2-10 0,-1 1 2 16,-2 4 3-16,3 3-3 0,0 0 13 0,0 0-12 16,0 0 12-16,-6 17-13 0,2-7 10 15,4 4-7-15,-3-2 8 0,0 6-1 0,3 3 1 0,-3 0 2 16,2 2-8-16,-2 4-7 0,3 1-1 16,-4-2-27-16,4 2-16 0,4-2-66 0,-4 3-44 15,0 3-121-15,3-4-216 0,4 3-316 16,-1-5 29-16,-2-1 104 0,3 0 67 0,3-1 82 15</inkml:trace>
  <inkml:trace contextRef="#ctx0" brushRef="#br0" timeOffset="72058.1">16318 7815 1059 0,'4'-22'343'0,"-1"4"5"0,0 1-25 16,0 2-21-16,-2 3-3 0,-1-1-15 0,3 3-43 15,-3 2-16-15,4 1-15 0,-4-3-10 16,0 5-21-16,3-2-25 0,-3 7-19 0,0-6-12 16,0 6-18-16,0 0-8 0,0 0-10 0,0 0 6 15,-14 11 9-15,11-4-30 0,3 3 2 16,-3 0-2-16,2 5-26 0,1-5 2 0,0 5-12 16,0-2 0-16,0-1 2 0,0 2 1 0,4 0-24 15,-4 0 3-15,6-3 18 0,-5 1-5 0,6-1-8 16,-1 1-5-16,1-3-13 0,0 0-31 0,-1-5-41 15,6 1-20-15,0-2-84 0,0-3-100 16,-2 0-362-16,3 0-222 0,-2-4 62 16,-1-3 58-16,-1-2 77 0,2-4 83 0,-4-4 37 15</inkml:trace>
  <inkml:trace contextRef="#ctx0" brushRef="#br0" timeOffset="72158.05">16524 7553 693 0,'0'0'208'0,"-2"-9"-4"15,2 9-53-15,-3-4-79 0,0-1-128 0,3 2-510 16,0-1 57-16</inkml:trace>
  <inkml:trace contextRef="#ctx0" brushRef="#br0" timeOffset="72491.05">16622 7028 1305 0,'0'0'384'0,"7"0"-49"0,-7 0-20 0,14 7-5 0,0 0-1 16,-1 4-63-16,5 4-15 0,6 8-29 16,6 4 0-16,-2 8-30 0,3-2-21 0,-2 6-11 15,-4-3-19-15,2 10 32 0,-3-2-32 0,0 5 1 16,-4 2-29-16,-2 1 19 0,-5 3-17 15,1 3 5-15,-4-3-21 0,-7 2-5 0,0 1-20 16,-6 0 7-16,0-1-9 0,-7-2-14 0,-4-3 11 16,1 1-13-16,-5-3 2 0,1-1-5 0,-3-6-12 15,-4 0-24-15,4-2-43 0,-4-7-38 16,0-5-90-16,-4-1-195 0,5-5-568 0,2-6 72 16,-3-4 71-16,-1-8 98 0,-5-1 69 0,-4-7 26 15,-4-2 86-15</inkml:trace>
  <inkml:trace contextRef="#ctx0" brushRef="#br0" timeOffset="73575.35">3383 11108 944 0,'-4'-8'289'0,"-2"-2"-20"0,2 2-8 15,3 1-38-15,-2-2-13 0,3 1-11 0,0 1-30 16,3-1-13-16,-2 4-17 0,6-4-11 16,-1 2-11-16,4-1-32 0,2 4 15 0,4-1-21 15,1 2-7-15,3 7-6 0,4-1-17 0,1 4 12 16,6 5-20-16,9 6 13 0,-3 4-16 0,-1 3 3 16,-5 1-2-16,-2 5-14 0,-5-5-2 15,-9-2 3-15,1 1-8 0,-5 5 10 0,-1-5-23 16,-7-1 3-16,0 0 7 0,-3 0-15 0,-3 0 10 15,0 0-10-15,-4 0 11 0,-4-1-9 16,1 1-4-16,-3-7 15 0,-1-2-8 0,1 1 7 16,-2 0 1-16,3-9 8 0,-3 5-8 15,2-6 20-15,-2-2-8 0,2-1 9 0,0-3-6 0,2-2-13 16,-2-3 18-16,-2 0 3 0,2-2-8 16,-1-2-2-16,4 0 7 0,0-2 13 0,4 0-7 15,-2-2 4-15,5-5-2 0,0 6-13 0,2-3-2 16,2-1-3-16,2 0-8 0,3-1 3 15,2 1 10-15,2-6-17 0,3 3 7 0,5 1-16 16,2 1 3-16,1-2-17 0,2 4-37 0,2 0-38 16,2 0-51-16,-2 0-111 0,5 3-124 15,1 0-431-15,-5 3 41 0,2-5 95 0,-4 5 82 16,-3-2 51-16</inkml:trace>
  <inkml:trace contextRef="#ctx0" brushRef="#br0" timeOffset="73990.98">3967 11136 965 0,'0'-5'281'0,"0"5"54"15,3-6-33-15,1 0-33 0,-1 3-26 0,3-4-15 16,3 4-23-16,3-3-21 0,2-1-15 16,0 3-23-16,2-3-13 0,2 1-15 0,-5 2-18 15,-1 0 5-15,0 1-21 0,0-1-20 0,-3 2-13 16,1 1 3-16,-3 1-13 0,-7 0 8 0,17 7-13 15,-10-4 2-15,-3 5-5 0,3-1-10 16,-4 3-5-16,-2 4-2 0,2-2 4 0,0 8 6 16,0-3-1-16,-3 2-15 0,3 0 1 0,-3 3 1 15,4-4 17-15,-1 6-14 0,0 0-12 16,-2-1 7-16,3-3 3 0,-1 2-1 0,0-1-6 16,4 0 1-16,-4-2-4 0,-2-1 7 15,2 2-2-15,0-2-1 0,0 1 1 0,-3-2 0 16,0-1-6-16,0-1-2 0,0-3 18 0,0 3-2 15,-3-5-73-15,0 3-2 0,2-1 21 0,-2-4 7 16,0 0-12-16,0 1 27 0,-1-1 6 0,-2-1 10 16,1-1-23-16,-4-2 21 0,2 1-14 15,0-2-2-15,-4 2 16 0,1-3-14 0,1-1 11 16,-2 4 13-16,1-3-23 0,3 0-11 0,-4-2-59 16,1 4-25-16,0-3-110 0,0 1-92 15,2-1-469-15,-1 3 82 0,-1-1 34 0,2-3 76 16,-2 3 59-16</inkml:trace>
  <inkml:trace contextRef="#ctx0" brushRef="#br0" timeOffset="74275.38">3468 12084 1254 0,'0'0'348'16,"0"0"-33"-16,13-18-23 0,2 10-39 0,8-2-15 15,4-2-26-15,7 1-22 0,12-6-14 0,7 0-22 16,-1-1-16-16,3 0 3 0,0-1-31 16,6 1-13-16,-3 1-4 0,0 0-1 0,3 4-16 15,-2 0 1-15,-1-4-23 0,0 7-31 16,-3 1-26-16,-11 3-71 0,-10 1-74 0,-6 2-259 15,-4 3-402-15,-4 3 62 0,-9 2 94 0,-5 0 77 16,-6 0 46-16</inkml:trace>
  <inkml:trace contextRef="#ctx0" brushRef="#br0" timeOffset="74708">3410 12359 1044 0,'7'-7'312'0,"2"2"-46"16,3-2-10-16,4 0-36 0,-1 0-10 16,4 3-28-16,-1 0-13 0,6 2-18 0,-4 2-26 15,4 2-4-15,0 5-19 0,3-1-2 0,-6 4-10 16,2 0-11-16,-1 5-5 0,-3 6-2 0,-1 0-16 15,-5-2-5-15,-2 5 13 0,-5-2-5 16,-3 3-15-16,-2 0 7 0,-2 2-10 0,-2-2-10 16,-3 0 10-16,-1-2-16 0,-4 1 14 0,1-5-9 15,0 2-4-15,-4-2-3 0,1-3 0 16,2-5 0-16,-2 2 20 0,0-4-9 0,-1-2 4 16,4-3-10-16,-2-4 0 0,0 0 19 0,1-4 9 15,1-3-8-15,-1-5-12 0,5 2 10 0,-2-5 11 16,1 3-19-16,4-3-2 0,0 0-5 15,3-3 28-15,3 1-31 0,0 1 10 0,1-1-12 16,3 0-3-16,0 2-8 0,3 1-18 0,4-1-25 16,-4 2-54-16,7 2-66 0,0-3-105 0,4 6-577 15,-1-2 11-15,1 0 110 0,3 1 67 16,-4-1 40-16,0-1 100 0</inkml:trace>
  <inkml:trace contextRef="#ctx0" brushRef="#br0" timeOffset="75140.93">4053 12327 954 0,'-4'6'351'0,"3"2"-29"15,-1 2-32-15,1 0-32 0,-2 2-22 0,3 2-24 16,0 0-22-16,-3 3-11 0,6 2-13 16,-3 0-23-16,3 0-12 0,0-3-11 0,2 1-12 15,1 1-11-15,1-3-7 0,0 2-11 0,3-7-12 16,0 5 9-16,1-7-19 0,3 1 7 15,-1-4-11-15,1-2-12 0,-1-3 16 0,-2 0-11 16,3-6-10-16,2 1-1 0,-5-3 4 0,2-4-8 16,-3 0-1-16,-2-6 1 0,-2 1 10 0,-2-4-28 15,-1-1 7-15,-3-3-7 0,-6-3 8 0,2 2 2 16,-3 1 0-16,-4-2 15 16,2 4 0-16,-1 4-12 0,-1-2 30 0,4 8-33 0,-3-2 59 15,-1 2-25-15,1 4-9 0,-3 2 3 16,2 4-15-16,1 1 3 0,-4 4-19 0,1-2 13 15,0 7-2-15,1-4-5 0,-1 5-16 0,2 2 0 16,2 1 3-16,2 0 7 0,1-1-7 16,5 5-8-16,-2-7 8 0,3 7 5 0,3-5-10 15,-2 4-1-15,5-3-1 0,4-1-6 16,1 1 0-16,2-1 7 0,1-1 1 0,6-3-6 16,1 0-17-16,3 1 0 0,-4-5-52 0,4 2-15 0,1-4-43 15,2 0-80-15,0-1-171 0,4-2-477 16,-4 2 34-16,3-4 90 0,-5 0 63 0,-2 3 83 15,-2-4 40-15</inkml:trace>
  <inkml:trace contextRef="#ctx0" brushRef="#br0" timeOffset="75523.92">4641 12372 816 0,'0'0'259'0,"0"0"-11"0,0 0 36 16,-8 11-25-16,8-11-19 0,-6 6-4 0,5-2-21 15,-5 4-11-15,2-1 1 0,1 1-38 0,0 3 12 16,-4 2-8-16,6-2-17 0,-2 2-11 0,0-1-7 16,3 1-6-16,-3-1-32 0,3 3-11 15,0-1 5-15,0-1 23 0,0 6-20 0,3-5-8 16,-3 1-3-16,3 2-4 0,0-2 4 0,-2 1-20 16,3-3-3-16,2 1 3 0,-5 3-2 0,2-2-13 15,0-1-14-15,3 0 6 0,-5 1-13 16,5-1 6-16,-2-1 2 0,0 2-13 0,-1 2 10 15,0-5-10-15,1 2 5 0,-1-1 13 0,0-2-18 16,0-2 3-16,1 4-1 0,0-4-12 16,-1 0 5-16,-2-2 13 0,2-2-3 0,-3 1-23 15,3 2-2-15,0-6 32 0,-3 5-12 16,1-5-7-16,2 4-11 0,-3-2 20 0,0-4-7 16,3 4-7-16,-3-4 12 0,0 5-13 0,0-5-15 15,0 0-41-15,0 0-29 0,0 0-78 0,0 0-72 16,-7-20-246-16,7 10-438 0,-3-5 49 15,0-3 125-15,0-7 65 0,2-7 63 0,-2-4 64 16,-1-15 44-16</inkml:trace>
  <inkml:trace contextRef="#ctx0" brushRef="#br0" timeOffset="75958.25">5099 10889 1000 0,'0'-6'297'0,"0"6"-20"0,0 0-39 0,0 0-21 16,3 28-12-16,-2-8 0 0,5 7-26 0,-3 9-18 16,1 18-17-16,2 4-4 0,-2 2-12 15,3 0-5-15,-3 4-23 0,2 1 15 0,-2-1-25 16,2 18-6-16,5-3 1 0,-5 0-6 0,1 5 3 16,3-5 3-16,-2 0-14 0,1 0-2 0,1-1 0 15,-2-3-28-15,-1-11 23 0,0 14-33 16,2-2 10-16,2 0 3 0,-7-12-3 0,5-3-11 15,-2-4-7-15,1 0 8 0,1-7 0 0,1 0-6 16,-3-4-9-16,4-10-1 0,-5-4-35 16,1-7-80-16,0-3-59 0,3-1-135 0,-2-3-533 15,1-1 44-15,-1-10 81 0,-2-6 78 0,1-2 73 16,-7 1 45-16</inkml:trace>
  <inkml:trace contextRef="#ctx0" brushRef="#br0" timeOffset="76440.69">5605 12165 995 0,'-1'8'376'0,"-2"2"-53"15,0 3-26-15,0 0-21 0,2 4-25 16,-1 0-26-16,2 4-25 0,0-2-28 0,2 0-14 15,2 2-9-15,-1 2-19 0,4-3-12 0,-1 3-10 16,2-4-9-16,2-1 1 0,0 2-13 0,-3-8-20 16,4 2-8-16,1-3 5 0,3-3-16 0,-2-1 1 15,1-3-3-15,-1-1 5 0,1-6-17 16,3 1 9-16,-4-5-20 0,5-2-49 0,-5 1-14 16,2-4 14-16,-2-4 3 0,-2-1 0 0,-2-5-3 15,-2 2 3-15,-4-8 10 0,-3 0-15 16,0-4 8-16,-6-3-8 0,-1 3 20 0,0 4-5 15,0 3 21-15,-3-1-8 0,0 4-3 0,0 5 21 16,0 2-2-16,3 4-4 0,-7 1 16 16,1 3-15-16,2 0 8 0,-3 7-11 0,1 0 23 15,-1 2-30-15,0 5 22 0,0-1-14 0,1 3 4 16,3 1 0-16,-4-2 3 0,7 6-2 0,-2-3-6 16,1 2-8-16,4-1 14 0,1 1-14 15,3-1 1-15,0-4 12 0,0 6-20 16,3-4 23-16,0 0-10 0,5-2-8 0,-1 0-5 0,0-2 0 15,3-1 25-15,1 1-10 0,5-3-12 0,1 0-29 16,-3-2-13-16,6-1-50 0,1-4-60 16,-4 1-176-16,7 0-494 0,0-5 79 0,0 1 46 15,-7-3 54-15,4-4 92 0</inkml:trace>
  <inkml:trace contextRef="#ctx0" brushRef="#br0" timeOffset="76641.25">6045 12183 941 0,'0'7'359'0,"0"-7"-19"0,0 0-43 0,3 1-20 16,-3-1-42-16,0 0-10 0,0 0-35 0,8 2-6 16,-8-2-20-16,10 0-26 0,-10 0-30 0,13 0-37 15,-2 0-48-15,-1-2-74 0,-3 4-105 16,7-2-405-16,-4 3-142 0,4-2 57 0,-4-1 63 15,-4 1 48-15</inkml:trace>
  <inkml:trace contextRef="#ctx0" brushRef="#br0" timeOffset="77164.42">6026 12558 995 0,'0'0'318'0,"0"0"-27"15,0 0-37-15,0 0-24 0,0 0-25 0,-11 8-23 16,10-1-13-16,-2 1-23 0,-3 2-18 0,5 0 2 16,-2 1-10-16,0 0-20 0,3 0-18 0,-3 3-3 15,3-3-4-15,0 2-14 0,3-2-2 16,0 2-13-16,1-1 8 0,2-4-18 0,1 2-8 16,1-3 10-16,4 0 1 0,-2-4-14 0,1 2 9 15,0-2-11-15,2-3 7 0,-2-1-4 0,2-3-3 16,-2-1 13-16,-1-3-18 0,-1 1 12 15,2-5-19-15,-4-4 9 0,-4 1 1 0,-2-4-6 16,-1 1-2-16,-1-2-3 0,-2 3 10 16,0-1 29-16,0 7-11 0,-1-4 24 0,0 1-8 15,0 4-19-15,-2 2 6 0,-1-2 3 0,0 3-13 16,-3 3-3-16,3 0-10 0,-3 4 10 0,-1 0-8 16,11 0-2-16,-20 1-18 0,6 6 5 0,7-1 3 15,-5-1-13-15,3 2-16 0,3 2-14 16,-4-1-27-16,4 0 16 0,-2 4-28 0,2-3-64 15,5-2-47-15,-2-1-71 0,0 2-204 0,6-1-308 16,0-6 49-16,-2 4 63 0,-1-5 57 0,13 0 75 16</inkml:trace>
  <inkml:trace contextRef="#ctx0" brushRef="#br0" timeOffset="77457.43">6121 12208 865 0,'0'0'335'0,"0"0"-41"0,0 0-27 15,0 0-27-15,0 0-7 0,0 0-15 16,0 0-3-16,0 0-21 0,0 0-12 0,16-8-16 15,-8 5-10-15,-2-1-7 0,4 2-29 0,1-5 3 16,3 4-8-16,-1-2-20 0,1 0-8 0,3-1-8 16,0-1-17-16,-4 4-31 0,5-2-54 0,-5 1-36 15,1-1-123-15,0 4-402 0,0-3-204 16,-4 2 69-16,0 2 84 0,-4-1 51 0,-6 1 77 16</inkml:trace>
  <inkml:trace contextRef="#ctx0" brushRef="#br0" timeOffset="77691.23">6210 12433 1231 0,'0'0'376'0,"0"0"-107"15,0 0-26-15,0 0-2 0,0 0-34 0,0 0-15 16,0 0-21-16,0 0-15 0,30-10-10 15,-19 5-23-15,-1 3 0 0,7-6-26 0,-4 2-20 16,1 2-33-16,0-3-42 0,3 0-76 0,-3 4-105 16,3-3-123-16,-3-1-461 0,6 4 92 15,-6-4 37-15,3 0 55 0</inkml:trace>
  <inkml:trace contextRef="#ctx0" brushRef="#br0" timeOffset="78073.92">6667 12266 854 0,'0'10'349'15,"-3"-3"-37"-15,3 1-23 0,0 6-33 0,0-3-8 16,3-1-33-16,1 3-20 0,0-1-18 0,-1 2-16 16,3-3-10-16,1 2-31 0,1-1 3 15,-1-1-21-15,2-1 14 0,2 1-14 0,3-4-15 16,-1-1 8-16,-2-1-24 0,2 0-14 0,4-3 17 15,-3-2-18-15,-1 0 6 0,4-3-9 16,-2-2-4-16,-2-2-11 0,0 1 1 0,1-4 4 16,-4-1 1-16,0 0-3 0,-2-4 5 0,-2-2-13 15,-5-5-2-15,2-3 10 0,0 0-10 16,-6-1 4-16,-1 2-22 0,1-1 49 0,-3 1-24 16,5 5 5-16,-6 2 1 0,0 2 5 0,1 3-3 15,-4-1-10-15,2 5 17 0,-2 4-17 0,0-2 5 16,-4 4-13-16,4 2 6 0,-4 2-9 15,1-1-2-15,0 6 3 0,-2 0-31 0,2 3 5 16,2-2-49-16,1 7-43 0,1 0-8 0,0-2-61 16,6 4-77-16,0 0-180 0,3-1-434 15,0 1 43-15,4 0 77 0,0-2 77 0,2 2 61 16,1-3 51-16</inkml:trace>
  <inkml:trace contextRef="#ctx0" brushRef="#br0" timeOffset="78257.95">7143 12408 913 0,'3'4'361'15,"0"0"-23"-15,-2 5-18 0,2-1-38 0,-3 2-26 16,0 5-26-16,3 2-25 0,-3-1-18 16,-3 8-18-16,3 1-18 0,-4 1-18 0,4-1-54 15,-9 7-23-15,5-3-89 0,-4 2-118 0,5 2-346 16,-4-3-253-16,1-5 82 0,-1-5 57 0,0-2 71 15</inkml:trace>
  <inkml:trace contextRef="#ctx0" brushRef="#br0" timeOffset="78991.82">7512 12026 1044 0,'0'0'361'16,"-6"0"-36"-16,6 0-13 0,0 0-38 0,-12 7-44 16,6 0-7-16,0 1-26 0,2 2-20 0,-2 4-13 15,1 3-11-15,2-1-15 0,-1 1-20 16,4 2-23-16,-3-2 2 0,3 2-10 0,3 1-5 16,-2-1-8-16,2-2-15 0,4 2 0 15,0-3-10-15,-3 0-6 0,5 0 3 0,2-5 0 16,-1 0-5-16,0 0-15 0,4-5 2 0,-1-4-71 15,-2 0 4-15,6 1 11 0,-4-6 5 0,-2 1-3 16,2-5 3-16,-2-1 8 0,-1-2 2 0,0-5 3 16,-7-3 10-16,1-4-18 0,-4-3 5 15,-1-2 6-15,-1 1-1 0,-2 1 8 0,-2 0-5 16,2 0 7-16,-3 6-2 0,-3-2 18 16,3 5 3-16,0 5-16 0,-3 0 8 0,-1 3-1 15,-1 2-14-15,1 4-1 0,0-1 11 0,1 7 2 16,-4-3 3-16,4 8 0 0,0-1-8 0,-1 0 10 15,2 3-17-15,5 2 7 0,-3-1-3 16,4 2-4-16,3-3 20 0,0 3-16 0,0 0 6 16,3-3 2-16,4 3 6 0,0-3-9 15,0 3-4-15,7-3-1 0,-1-1-14 0,1-2-19 16,3 1-8-16,3-1-22 0,1-1-44 0,2 0-54 16,-2-4-45-16,1 1-109 0,0-1-129 0,0-2-293 15,1-1 36-15,-2-1 92 0,-4-2 57 0,0-3 54 16</inkml:trace>
  <inkml:trace contextRef="#ctx0" brushRef="#br0" timeOffset="79174.66">7918 12196 709 0,'0'0'307'0,"0"0"-103"15,0 0 11-15,1 12-23 0,-1-4-5 0,0-1-10 16,0 3-6-16,0 3 67 0,3-1-28 0,0 6-5 16,-3 2-23-16,3-1-11 0,2 2-22 0,-2 4-8 15,0 1-8-15,4 1-28 0,-4-1 10 16,4 5-18-16,-4-5-12 0,5 0-11 0,-2 1-36 15,-2-2-56-15,3-2-76 0,3 0-206 0,-3-4-491 16,0-4 54-16,3-4 84 0,-3-5 65 16,0-2 58-16</inkml:trace>
  <inkml:trace contextRef="#ctx0" brushRef="#br0" timeOffset="79374.48">8165 12183 867 0,'3'-3'341'15,"-3"3"-11"-15,3-4-18 0,1 1-43 16,3-2-26-16,0 3-36 0,0-3-7 0,7 2-28 16,2-3-44-16,-2 2-31 0,3-3-69 0,0 5-59 15,3-4-107-15,-5 6-330 0,4-2-252 0,-4 1 106 16,1-2 53-16,-2 3 50 0</inkml:trace>
  <inkml:trace contextRef="#ctx0" brushRef="#br0" timeOffset="79576.53">8390 12322 916 0,'0'0'363'16,"0"0"-15"-16,-3 4-38 0,3-4-31 15,0 0-36-15,0 0-17 0,0 0-14 0,0 0-23 0,0 0-20 16,27-8-28-16,-16 6-44 0,2 0-25 16,-3-4-49-16,5 4-10 0,1-3-80 0,-1 2-58 15,1-4-131-15,2 5-330 0,-2-4-98 0,1-1 39 16,-3-3 59-16,0 2 82 0</inkml:trace>
  <inkml:trace contextRef="#ctx0" brushRef="#br0" timeOffset="79807.23">8773 11866 936 0,'0'0'336'0,"7"17"-19"0,-7-7-35 16,4 6-6-16,2 5-30 0,-2 0 0 0,3 4-3 16,-3 7-44-16,5 1-7 0,-2-2 5 15,0 2-25-15,3-2-24 0,-3-1-9 0,4 5-14 16,-4-3-5-16,3-4-25 0,-1 2-5 0,2-3-3 15,-1-4 0-15,-3 1-34 0,1-6-30 0,1 0-71 16,-5-3-67-16,2-5-157 0,1-3-565 16,-3 1 44-16,3-6 99 0,-7-2 82 0,0 0 54 15,13-13 52-15</inkml:trace>
  <inkml:trace contextRef="#ctx0" brushRef="#br0" timeOffset="80107.98">9881 11207 744 0,'0'0'308'0,"0"0"-24"0,21-14-39 16,-11 14-22-16,3-7-21 0,1 4-51 16,0 0-76-16,3-1-109 0,-4 1-229 0,2-2-382 15,1 3 64-15,-2 0 79 0</inkml:trace>
  <inkml:trace contextRef="#ctx0" brushRef="#br0" timeOffset="80340.85">9912 11497 1133 0,'0'0'331'0,"0"0"-42"0,0 0-15 0,0 0 0 16,16 3-39-16,-8-5-22 0,-8 2-14 0,23-5-9 15,-9 1-21-15,0-2-11 0,6-1-25 0,-3 2-10 16,0 0-13-16,1-3-12 0,-1 1-14 0,3 3-7 16,-6-2-11-16,3-1-12 0,-4 6-49 15,-2-6-48-15,-4 6-62 0,3-2-74 0,-4-1-131 16,2 4-504-16,-8 0 97 0,0 0 80 16,0 0 61-16,0 0 51 0</inkml:trace>
  <inkml:trace contextRef="#ctx0" brushRef="#br0" timeOffset="80824.64">11632 10676 755 0,'0'0'281'0,"0"0"-30"0,0 0-8 0,0 0 3 15,-14 10-26-15,10 1 0 0,4 0-33 0,-3 7-8 16,3-1 57-16,0 5-21 0,0 4-18 0,3 1-28 15,0-2-3-15,4 8-17 0,-3-1-14 0,3 1-14 16,-1 0-24-16,1-2-51 0,0 0-59 16,0 1-36-16,0 0-71 0,-4-6-261 0,4 3-438 15,-1-8 94-15,-1-3 90 0,-2-1 47 16,-3-2 50-16</inkml:trace>
  <inkml:trace contextRef="#ctx0" brushRef="#br0" timeOffset="81056.89">11386 11461 829 0,'0'0'394'0,"0"0"-23"0,-4 3-43 16,4-3-1-16,0 0-45 0,0 0-8 0,0 0-46 16,0 0 5-16,34-9-23 0,-14 4-31 15,7-2-8-15,7-3-15 0,15-5-10 0,-2 5-25 16,5-5-11-16,-1 2 2 0,-3-1-22 0,-3 4-26 15,-8 4-33-15,0-1-52 0,-3 4-92 16,-6-1-135-16,-1 4-617 0,-2 3 56 0,-5-2 121 16,-6 0 55-16,-4 1 70 0,-3-1 56 0</inkml:trace>
  <inkml:trace contextRef="#ctx0" brushRef="#br0" timeOffset="81657.73">11685 11756 1151 0,'-3'19'359'0,"3"-1"-37"0,0 4-33 0,3-3-10 15,-3 3-10-15,0 5-18 0,5-2-44 16,-2 1-9-16,0 4-22 0,4-1-9 0,-4 3-11 16,4-6-18-16,-4-1-13 0,1 0-12 0,-3-1-18 15,5-3-8-15,-3-2-13 0,-3-3-2 16,1-4-1-16,2 3-7 0,-3-7 3 0,3 2-6 15,-3-3 3-15,0-4-23 0,0-3 5 0,0 0-2 16,0 0-8-16,-13-13-8 0,5-2-3 0,-2-4 1 16,0-11 0-16,-1 1-6 0,-5-15-7 15,-1 4-5-15,7 2 4 0,3 10 4 16,0-2-9-16,0 6 9 0,3 3-9 0,1 0 4 16,3 3-4-16,-3 7 4 0,3-3-11 0,3 6 10 15,0 1-5-15,4 4 8 0,0-2-24 0,3 5 24 16,0 3-13-16,2-1 13 0,4 1-5 0,-2 5-3 15,3-1 3-15,0 3-6 0,-4-2 1 16,5 4 15-16,-1 0-6 0,0-4-17 0,-4 2 5 16,1-3-5-16,-3 1 13 0,3-2-3 15,-5-2 0-15,1 0 0 0,1-1-7 0,-1-3 20 16,-10 0-16-16,17-7 16 0,-6 2-23 0,-4-1 5 16,2-8 2-16,-1 3 6 0,2-4-10 0,-4-4-4 15,-2-4-1-15,2-2-9 0,-1 0 9 0,-5 0-11 16,3 0 10-16,0 6 11 0,-3-2-6 15,0 3 3-15,0 1 8 0,0 5-26 0,1-1 13 16,-1 6-3-16,0-1 0 0,3 6 6 0,-3 2-3 16,0 0 12-16,0 0 1 0,3 14-8 15,0-3-5-15,0-1 8 0,-3 10-3 0,4-1 10 16,-1 0-8-16,2 5-4 0,4 1 12 16,-5 0-2-16,3 0 2 0,-1 0-15 0,1 0 12 0,0 0-7 15,0-2-30-15,-1 1-42 0,2-3-48 16,-4-6-67-16,2 2-230 0,4 0-456 0,-4-8 41 15,5-2 108-15,-1-2 79 0,0-8 46 0,-2 0 69 16</inkml:trace>
  <inkml:trace contextRef="#ctx0" brushRef="#br0" timeOffset="82423.63">12786 10431 831 0,'7'-5'313'0,"4"5"-34"0,-1-4-28 0,8 0-19 16,2 4-32-16,3-5-28 0,5 0-3 0,0 0-6 15,5 3-24-15,1-5-19 0,1 4-2 16,-1-2-26-16,-4 1 3 0,-2-2-11 0,0 4-15 16,-5-4-7-16,-3 4 2 0,-5-3-24 0,2 1 7 15,-7-2-24-15,0 5-26 0,-6-5-28 16,-1 5 16-16,-3 1-11 0,0 0 6 0,-14-9-8 16,1 8 2-16,-4 1 13 0,-1 0 3 0,-2 1 13 15,-4 1-6-15,-6 2-5 0,2-1-2 0,-3 1 18 16,4 0-3-16,-4 2 5 0,4-2 13 0,3 3 11 15,-3 1-9-15,3 2-4 0,3-2-3 16,1 5 12-16,2-2-4 0,1 2 7 0,7-1-2 16,0 2 2-16,-1-2-7 0,5 3 12 0,2 2-7 15,4-3 5-15,0 1-3 0,0-2 0 0,7 3-15 16,0 1 21-16,0 0-16 0,3-2-6 16,7 2 19-16,-3 1-2 0,7-3-9 0,3 3 3 15,-1 3-7-15,1 0 4 0,3-5-2 0,7 11 0 16,-3 1-5-16,3 1-7 15,-6 0 7-15,-4-2-8 0,-8-2 15 0,2 2-4 0,-5 2-8 16,-2-1 17-16,-1 4-19 0,-3 1 7 0,-4 2-16 16,-3 0 24-16,0 2 25 0,-3-2-38 0,-1 0 17 15,-6 12-7-15,1-1 8 0,-5 2 8 16,0-5-19-16,3-2 24 0,-2 2-21 0,-1-2-3 16,0 1 29-16,5-4 4 0,1-9-24 15,1 3 9-15,1-2-15 0,-1-2 5 0,4-3-2 0,-2 0-8 16,5-2 20-16,0-3-12 0,0-3-6 0,0 6-2 15,2-6 13-15,1-2-39 0,3 1 36 16,4-4 8-16,1 3-8 0,2-1 0 0,1-4-15 16,7-2 8-16,3 0 4 0,0-3-17 0,-1-1 23 15,4-3-8-15,1 1 2 0,-1 1-9 16,1-6-9-16,3 1 16 0,-1 2-2 0,-2-1-8 16,0-5-3-16,2 5 21 0,-5-6-26 0,1 4-5 15,1-4 13-15,-6 5-13 0,0-4 7 16,-4-1-14-16,3 4-27 0,-7-4 21 0,2 6-63 15,-5-6-70-15,0 0-97 0,-3 3-395 0,0-2-232 16,-4-1 56-16,-3-1 102 0,0-2 98 0,-6 0 36 16,2-5 58-16</inkml:trace>
  <inkml:trace contextRef="#ctx0" brushRef="#br0" timeOffset="82973.34">14085 10625 1052 0,'0'0'350'16,"-3"-6"-45"-16,3 6-31 0,0 0-21 0,0 0-25 15,0 0-23-15,18 19-8 0,-5-10-5 16,4 2-21-16,7 7-20 0,-3-1 3 0,6 1-3 15,10 7-23-15,1 0-13 0,-3 0-5 0,5-2-2 16,-6 1-14-16,1 1-68 0,2 1-21 0,-2-1 13 16,-8-2 2-16,0-4-12 0,-3-1-21 15,3 4-20-15,-6-4-59 0,-1 3-90 0,-5-8-153 16,1 2-492-16,-2 0 98 0,-7-5 73 16,-1-3 65-16,-2-4 36 0</inkml:trace>
  <inkml:trace contextRef="#ctx0" brushRef="#br0" timeOffset="83257.17">14500 10643 1205 0,'-11'0'371'15,"11"0"-15"-15,-10 6-51 0,6-4-34 0,-2 5 3 16,-1 3-49-16,-4-2-12 0,1 4-1 0,1 1-35 15,-2-1-21-15,1 6 33 0,-4 0-43 16,3 1-13-16,-2-3 5 0,-1 8-22 0,-3 1-19 16,3 0 3-16,-2 1-6 0,-2 1-4 0,5 2-16 15,-1-1-7-15,0-3-3 0,3 1 2 0,-2 3-7 16,3-1-15-16,0-3-3 0,3 0-21 16,3 0-38-16,1-3-33 0,3-2-51 15,0-4-116-15,3 5-189 0,4-8-463 0,4 2 35 0,-4-5 119 16,6-2 65-16,1 0 63 0,-4 1 37 0</inkml:trace>
  <inkml:trace contextRef="#ctx0" brushRef="#br0" timeOffset="83590">14616 11351 1031 0,'13'-11'376'0,"0"1"-25"0,-2-2-31 0,-1 2-21 0,0 3-30 16,-2-4-8-16,5-3-46 0,-3 4-15 15,1-5-23-15,-1 0 2 0,0-3-31 0,1-2-15 16,-5-2-17-16,1 2-22 0,-4-3 14 0,0 5-19 16,-2 0-4-16,3 2 4 0,-4 1 27 15,0 0-17-15,0 5 6 0,-4-1-30 0,4-1-11 16,0 5 2-16,-1 3-7 0,-2-2-3 16,3 6 13-16,-6-1-12 0,6 1-21 0,0 0-1 15,-10 8 4-15,10 0-8 0,-3 0-1 0,3 0-2 16,0 3 3-16,0 1 0 0,3 1-3 0,0 0-8 15,3-1-9-15,-2 3 9 0,3 2-7 0,3-2 2 16,-3-4-2-16,3 6-26 0,1-4-15 16,5-1-69-16,-1 2-44 0,-2-3-35 0,1-4-139 15,3-1-589-15,0-3 52 0,-4-1 94 0,2-4 72 16,-2 0 72-16,-6-5 69 0,4-3 35 16</inkml:trace>
  <inkml:trace contextRef="#ctx0" brushRef="#br0" timeOffset="83707.81">14885 10655 998 0,'-3'-4'215'0,"3"4"-51"16,0 0-72-16,-3-7-133 0,3 7-502 0,0 0-15 16</inkml:trace>
  <inkml:trace contextRef="#ctx0" brushRef="#br0" timeOffset="84106.98">15279 10257 1105 0,'0'0'320'0,"0"0"-13"0,0 0-20 16,-13 15-21-16,9-3 3 0,0 7-46 15,-3 6-11-15,1 6 13 0,-1 7-4 0,0 9-35 16,-3 6-9-16,3 0-28 0,0 2 4 0,1-1 16 16,-2 3-26-16,1 1 6 0,4 0-34 0,3 0-13 15,3-1-7-15,1-3-3 0,7 3-10 16,-2-4-15-16,1-3-6 0,8-3-10 0,-2 0 8 16,2-9-8-16,3 2-2 0,2-5-5 0,-2-10 4 15,0 0-12-15,2-4-8 0,1-2 13 0,0-5-25 16,1 0 30-16,-2-2-23 0,-2-2-8 15,2-3 13-15,-5-4-18 0,2 4-2 0,-3-2 7 16,-3-2 6-16,0-3-6 0,-1 3-17 0,1 1-6 16,-1-3-15-16,-3 1-15 0,-2-2-26 15,-1 3-23-15,-1-2-57 0,-6-1-22 0,13 3-95 16,-8-3-213-16,-5 0-386 0,6 1 39 0,-6-1 78 16,0 0 73-16,0 0 65 0,0 0 42 0</inkml:trace>
  <inkml:trace contextRef="#ctx0" brushRef="#br0" timeOffset="87356.45">15816 10593 811 0,'7'6'320'0,"-1"1"-33"15,7 5-31-15,-2-4-18 0,6 9-29 16,0-2-9-16,7 3-26 0,-3 0-5 0,13 12-31 16,4-3-10-16,-4-2-10 0,0 0-21 15,3 0-25-15,-9-1-44 0,-4-6-43 0,3-3-59 16,-7 3-111-16,4-1-194 0,-9-4-40 0,-2-3-262 16,0-4 102-16,1-2 34 0</inkml:trace>
  <inkml:trace contextRef="#ctx0" brushRef="#br0" timeOffset="87572.85">16171 10501 854 0,'0'0'259'0,"0"0"-29"16,-16 6 11-16,8 2-29 0,1-1 1 0,-3 4-31 15,3 5-3-15,-7 1-3 0,4 0-17 0,-1 5 0 16,1-2-26-16,-3 5-18 0,-1 1-10 0,1-1-10 15,-4 0-13-15,6 6-3 0,-3-5 67 0,1 2-16 16,0 2-27-16,-1-2-49 0,4 3-54 16,3-5-87-16,-4 4-200 0,8-6-494 0,-1-3 41 15,1-4 106-15,3-3 42 0,0-3 83 16</inkml:trace>
  <inkml:trace contextRef="#ctx0" brushRef="#br0" timeOffset="87906.99">16380 11139 1146 0,'10'-14'279'16,"1"0"-33"-16,-2 3-16 0,-2-3-25 0,0 1-13 16,3-2-26-16,-3 0-22 0,0-2-19 0,-1-1 1 15,-2-1-9-15,3-4-27 0,-3 0-3 16,-1 6 3-16,0-2-11 0,-3 2-10 0,3 2-2 15,-2 1 15-15,-1 3-16 0,0 0-2 0,0 2 3 16,0 3 7-16,-1 0-31 0,1 6 24 0,-6-4-26 16,6 4 10-16,0 0-15 0,-10 10 5 15,3-3 0-15,6 2 7 0,-2 2-9 0,0 2 7 16,3-1-10-16,3 3-13 0,-3 1 2 0,3 2 6 16,1-2-8-16,3 1-5 0,-3 1 0 15,6-1 0-15,0 1-13 0,0-3 23 0,4 2-30 16,0-3-34-16,3-3-10 0,0-3-44 15,-1-2-94-15,2-5-116 0,-1 2-475 0,0-5 30 0,1 0 49 16,-2-7 109-16,-3 0 40 0</inkml:trace>
  <inkml:trace contextRef="#ctx0" brushRef="#br0" timeOffset="88040">16642 10594 898 0,'-3'-1'343'16,"3"1"-36"-16,-6-9-25 0,6 9-57 0,0 0-33 15,0 0-64-15,0 0-82 0,0 0-125 16,0 0-510-16,0 0-59 0,17 16 118 0,-10-11 21 16</inkml:trace>
  <inkml:trace contextRef="#ctx0" brushRef="#br0" timeOffset="88256.52">16974 10855 1231 0,'7'2'368'16,"-7"-2"-27"-16,0 0-44 0,0 0-23 0,14-6-29 15,-8 5-17-15,1-5-28 0,7 3-21 0,0-4-18 16,3 3-5-16,0-2-15 0,0-2-18 0,7 0-36 16,-4 1-43-16,4-1-47 0,1 1-94 15,-1 1-129-15,-1-2-557 0,1 2 13 0,0-3 112 16,0 1 61-16,-7-5 50 0</inkml:trace>
  <inkml:trace contextRef="#ctx0" brushRef="#br0" timeOffset="88639.58">17398 10436 808 0,'0'0'351'0,"0"0"-36"0,0 0-11 0,0 0-30 16,-3 17-30-16,3-7-35 0,3 1-9 0,1-2-13 15,-1 2-8-15,3 2-25 0,2-2-16 0,-1 2-8 16,-1-1-22-16,4 0-8 0,1-1 2 0,-1-2-15 16,0-1-5-16,4 0-5 0,-1-2 0 15,-1-2-16-15,1 0-5 0,0-3-2 0,4-1-3 16,-6-1 6-16,3-3-16 0,-1-3-8 0,1 1 0 16,-4-2-10-16,0-4 5 0,1-1-2 15,-5-2-8-15,-2-3 2 0,2 1-12 0,-5-5 18 16,2 5-19-16,-3-6 11 0,0 6 3 0,0 0-8 15,0 5 10-15,0-2-3 0,0 7 3 16,0-1-13-16,-3 3 19 0,3 5-9 0,0 0-17 0,0 0 12 16,0 0 11-16,-11 20-3 0,8-3 2 15,-3 1 11-15,6 0-16 0,-5 7-4 0,5 0 17 16,0 4-20-16,0-1 0 0,0-3 17 16,0 4-19-16,5 0 9 0,-2 0-10 0,0-1-22 15,1 4-37-15,2 0-64 0,1-3-94 0,0 2-226 16,3-2-422-16,0-1 57 0,1-8 86 0,-1 3 88 15,-3-4 48-15,2-2 51 0</inkml:trace>
  <inkml:trace contextRef="#ctx0" brushRef="#br0" timeOffset="88923.01">17873 11056 1126 0,'4'-8'338'15,"3"1"-41"-15,0-3-16 0,2-3-22 0,-2 1-16 16,1-1-23-16,-2-4-28 0,1 0-23 15,0 1-13-15,3-8-10 0,-6 5 0 0,2-5-16 16,-5 7 21-16,5 2-30 0,-3 2-6 0,1 0 33 16,-4 0-38-16,4 1 8 0,-4 2 0 15,3 3-23-15,-6 0 4 0,3 7-27 0,0-3 2 16,0 3 3-16,0 0-28 0,0 0 12 0,0 0-15 16,-14 17 8-16,14-9-13 0,-3 1 0 0,2-1-10 15,1 3-1-15,0 2 9 0,0-2-9 16,1 2-9-16,2-1-18 0,3 0-44 0,-2-2-29 15,3 1-9-15,0-1-108 0,3-3-87 0,-3 1-358 16,4-3-233-16,2-3 66 0,-2-2 90 16,-2-1 64-16,1-5 59 0,-3-1 72 0</inkml:trace>
  <inkml:trace contextRef="#ctx0" brushRef="#br0" timeOffset="89056.21">18065 10433 1062 0,'-7'-2'317'0,"3"-3"-61"0,4 5-95 0,-10 0-71 16,10 0-141-16,-6 0-530 0,6 0-8 0,0 0 85 15</inkml:trace>
  <inkml:trace contextRef="#ctx0" brushRef="#br0" timeOffset="89390.16">18256 9928 898 0,'0'0'351'16,"14"15"-13"-16,-8-7-31 0,5 9-23 0,-1-1-23 16,8 11-26-16,2 13-9 0,4 2-16 15,0 3-26-15,3 3-18 0,4 13 11 0,-3 0-26 16,2 0-8-16,1 6-12 0,-4-2 4 0,-6-1-19 15,2 2-17-15,-9-14-6 0,0 8-1 16,-4-2-21-16,-7-1 4 0,5 1 7 0,-5-6-29 16,-6-9 32-16,-1-3-14 0,3-5-7 0,-5 1-2 15,2-3-8-15,-5-4-1 0,-2 1-1 0,4-8 1 16,-3 0-14-16,0-4 14 0,-4-1-24 0,1-2-17 16,2-4 17-16,-2 1-27 0,-1-4-56 15,0-3-28-15,1 2-79 0,-1-3-154 0,1-1-586 16,1 0 44-16,-1 1 99 0,-1-1 67 0,1-3 84 15,0 1 57-15,-1-1 51 0</inkml:trace>
  <inkml:trace contextRef="#ctx0" brushRef="#br0" timeOffset="91755.51">24383 1042 604 0,'0'0'217'0,"0"0"-10"0,0 0-4 0,0 0-14 15,0 0-2-15,13 11-90 0,-5-1 39 16,4 3-18-16,2 3 2 0,6 5-13 0,8 8-9 16,0 2-1-16,5 2-5 0,-2-1-10 0,0 1-5 15,3-2-5-15,0 0-8 0,-3-1-18 16,0 2 15-16,0-2-15 0,-4-4-5 0,-6-6 8 16,-1 4-11-16,1-3-7 0,-1 1-3 0,-3-2-28 15,-3-3-44-15,-1-3-55 0,-3-1-106 0,-6-2-197 16,7-1-287-16,-5-2 73 0,-2-3 50 15</inkml:trace>
  <inkml:trace contextRef="#ctx0" brushRef="#br0" timeOffset="91989.05">24844 1121 867 0,'0'0'249'0,"0"0"-34"0,0 0-13 16,-14 15-23-16,10-5-5 0,-2 2-5 0,2 3-33 16,-6 4-16-16,3 2-10 0,0 2-8 0,1 1-17 15,-1 1-11-15,-1 4 0 0,-1 2-2 16,2 0-18-16,1 0-18 0,1 1-24 0,-1 2-40 16,2-1-61-16,1-1-137 0,0-3-360 0,3 0-44 15,3-2 44-15,0-6 69 0</inkml:trace>
  <inkml:trace contextRef="#ctx0" brushRef="#br0" timeOffset="92322.61">25121 1805 959 0,'13'-11'325'0,"-6"-1"-12"16,7 1-37-16,-4 1-20 0,0-1-46 0,-2 0-3 15,4-1-22-15,-2-1-9 0,1 1-14 0,-4-2-22 16,0-3-19-16,3 2-11 0,-3-2-3 16,-3-1 1-16,-1 0-8 0,0 3 7 0,1 2-12 15,-4 1-3-15,3 0-8 0,0 2-14 16,1 1-24-16,-3 2 2 0,-1 1 1 0,0 1-11 16,0 5-4-16,0 0 4 0,0 0-10 0,0 0 8 15,0 0-8-15,-5 21 10 0,5-10-9 0,4 0-4 16,-3 2-12-16,2 0 18 0,0 0-16 0,2 4 3 15,0-4-3-15,2 0-4 0,0 1-14 16,3-1-5-16,0-2-12 0,1 0-52 0,2-3-48 16,1 2-103-16,3-5-389 0,4-2-207 0,-5-1 98 15,-1-4 60-15,1-2 54 0,-5-4 60 16</inkml:trace>
  <inkml:trace contextRef="#ctx0" brushRef="#br0" timeOffset="93289.11">25866 601 839 0,'0'0'279'0,"-3"-5"-8"0,3 5-35 15,0 0-8-15,0 0-18 0,0 0-11 16,0 20-9-16,0-8-26 0,3 5-8 0,-3 1-21 15,0 4 1-15,3 4-5 0,1 2-9 0,-1 6-19 16,0 1 4-16,1 3-22 0,0 12-1 0,2-8-7 16,-2 8 10-16,2 0-18 0,1 1 0 0,-4 1-5 15,5-1-7-15,-2 2-14 0,-2-2 6 16,3-1 4-16,-1 0-22 0,0 0 10 16,-1 2-2-16,1 0-6 0,-2-2 5 0,3-2-17 15,0-5 20-15,0 7 0 0,-1-2-23 0,-2 2 15 16,2 5-20-16,-2-3 7 0,0 2-2 0,-1-2-8 15,1 2 13-15,2 1 11 0,1 1-11 16,-4 2-8-16,2-2 16 0,-2 1-8 0,-3 0-11 16,6-2 6-16,-2-1-12 0,-1-2-1 0,3 0-3 15,-5 1 11-15,2-1 0 0,0 1-11 0,3 0 1 16,-4-1 7-16,1 3-5 0,2 2 13 0,-4 1-10 16,3 1 5-16,-4-3-6 0,0 2 1 15,3 4 2-15,-3 0 6 0,0 0-4 0,0 1-17 16,-3-1 18-16,6-2-5 0,-6 1-1 0,6 4 4 15,-3-1 4-15,0-1 8 0,0 0-15 16,0 2-82-16,-3-3 22 0,6 1 9 0,-3-1-3 16,0 2 10-16,3 3-5 0,-2-1 23 15,2-3-15-15,1 2 12 0,-4 0 8 0,4 1 1 16,-4-3-4-16,0 3 4 0,3 5 14 0,-3-4-4 16,0 2 2-16,3 2 5 0,2 9 2 0,-3-13-9 15,-2-2-6-15,0 2 8 0,3-1-2 0,-3 1 9 16,5-3-7-16,-4 3 13 0,0-1 0 0,3 13-16 15,-4-10 26-15,3-4-10 0,-3 4 5 16,0-5-3-16,3 1-7 0,-2 2-11 0,2-1-2 16,3 15-10-16,-5-15 20 0,2 0-18 0,0 18 29 15,4-2 4-15,-6-13 11 0,2-1-6 16,3 14 4-16,-2-3-14 0,2-10 0 0,-2 9-4 16,4-11 4-16,-2 14 0 0,4-1 13 0,0 2-28 15,1-2 16-15,-1 2-3 0,0-5 5 16,1 0 10-16,-1-2-18 0,4 0 0 0,-1 2-2 15,0-2 12-15,-2 0-22 0,4 0 35 0,-2-2 0 16,0 1-22-16,-3 1 12 0,1-11-16 0,-1 11 4 16,0-14-6-16,4 14 0 0,-4-15 2 0,4 15-4 15,-4 0 0-15,0-13 4 0,0-2 11 16,0 0-13-16,-3 4 8 0,4-5-3 0,-1 1-12 16,0-2 4-16,1 2 1 0,-4-3-1 0,2-7 1 15,-2-2 17-15,1-11-22 0,-2-7 12 16,-3-3-23-16,1-4-28 0,-1-3-12 0,1-1-32 15,-4-6-132-15,3-5-137 0,-3-1-559 0,0-6 114 16,0-1 51-16,0 0 86 0,-7-26 55 16,0-6 59-16</inkml:trace>
  <inkml:trace contextRef="#ctx0" brushRef="#br0" timeOffset="94472.25">25374 1719 302 0,'-1'-5'112'0,"1"5"-22"0,-9-8 7 15,5 2-33-15,0 0 26 0,1 0-21 0,-1-4 8 16,-2 2-19-16,-1-1 88 0,0-1 0 15,0-3 0-15,0 0 3 0,-2 1-9 0,5 0-58 16,-4-1-18-16,-1 1 5 0,5 2 21 0,-2 0 7 16,-2 0-17-16,5 2 76 0,-4 1-28 15,4 1 2-15,0 1-33 0,-1-1 3 0,4 6-8 16,-7-3-25-16,7 3 0 0,0 0-14 0,-17 6 1 16,11 0 5-16,2 2-26 0,-3 2 6 15,3 0-4-15,-2 2-1 0,2 2-14 0,1 0 3 16,0 0-5-16,0-2 3 0,3 1-9 15,0-1 1-15,3 1 3 0,0-2-9 0,3-1 16 16,-2 0-7-16,3-2 4 0,4-1 1 0,-2-2-3 16,1-1-13-16,1-1 20 0,-4-3-4 0,3 0-1 15,-10 0 6-15,17-2 2 0,-10-1 5 0,-1 0-7 16,-2-1-8-16,3-1 15 0,-6 1 3 16,2 0 0-16,0 1 10 0,-3 3-13 0,0-8-2 15,0 8 5-15,-3-6-24 0,3 6 11 0,0 0 3 16,-15 2-8-16,15-2-5 0,-16 8 5 15,5-1-3-15,4-1-2 0,-2 0-3 0,2 1-5 16,3 0 5-16,-3 0-7 0,1 0-6 0,2 0 14 16,1-1-11-16,3-1 2 0,-3 1 1 0,3-6-6 15,6 11-10-15,-2-7-40 0,5 0-52 16,2 0-92-16,2-1-187 0,2 1-407 0,5-3 77 16,1 1 81-16,2-4 52 0,-2 0 74 0</inkml:trace>
  <inkml:trace contextRef="#ctx0" brushRef="#br0" timeOffset="95005.52">26385 948 893 0,'-1'-4'248'0,"1"4"-23"0,0 0-25 0,0 0-13 16,0 0-21-16,0 0-12 0,11 19-11 0,-7-11-25 15,7 3-8-15,-4-1-5 0,6 1-15 0,-2 0 2 16,2 0-10-16,0 0-6 0,-2-2-22 15,2 1 5-15,2-2-18 0,-2 0 5 0,4-1 0 16,-3 0-2-16,0-3-19 0,-1 1 16 0,0-4-10 16,3 0-11-16,-4-1 11 0,-1-1-8 15,2-2-2-15,-3-1 2 0,1-2-3 0,-2 0-5 16,-2-3 16-16,1-1-13 0,0-1-8 0,-6-2 16 16,1-1-8-16,3-2 2 0,-5 4-4 0,2-1-3 15,0 2 30-15,-3 0 3 0,0 1-10 16,3 3-28-16,-3 1 20 0,2 3-10 0,-2 3-3 15,0 0 8-15,0 0 15 0,-8 22-20 0,4-5-2 16,1 2 9-16,-3 3-4 0,4 3-8 16,-3 1-1-16,-2 5 11 0,3 0-10 0,1 3-3 15,0 1 1-15,2-1 2 0,2-4 2 16,-1 3 0-16,3 1-2 0,0 1-5 0,1 1-1 16,0-2-14-16,4 1-44 0,-3-2-126 0,2 2-146 15,-1-3-462-15,-3-4 73 0,-1-5 57 0,-2-4 53 16,-2-4 72-16</inkml:trace>
  <inkml:trace contextRef="#ctx0" brushRef="#br0" timeOffset="95488.67">24444 2342 622 0,'0'0'243'0,"0"0"-33"16,0 0-11-16,23-7 9 0,-5 5-42 16,9-5-20-16,7 0 13 0,4-2-29 0,17-5-4 15,6 3-14-15,1-4 14 0,20-5 53 0,7-3-79 16,3-1 15-16,7 1-13 0,4-2-10 16,6 0-7-16,0 0 4 0,1 1 1 0,7-2-16 15,29-6 0-15,-2 3 3 0,0-1-23 0,-29 8 5 16,-2 0 18-16,4-2-13 0,2-1-8 0,-2 4-2 15,-2-2-18-15,0 3 7 0,-11 1-2 0,-1 1-15 16,-9 0-1-16,-14 4 6 0,-17 3-11 0,-10 3-4 16,-12 2 12-16,-10 0-18 0,-4 2-5 15,-6 1 8-15,-8-1-18 0,1 4 5 0,-7 2-23 16,-7 1-44-16,0-3-63 0,-16 12-95 0,-2-4-295 16,-13 6-212-16,-17 2 10 0,-6 0 115 15,-8-1 65-15,-2 1 35 0</inkml:trace>
  <inkml:trace contextRef="#ctx0" brushRef="#br0" timeOffset="96655.64">24362 3194 734 0,'0'0'323'0,"0"0"-37"0,-10-2-19 16,10 2-29-16,0 0-36 0,0 0-5 15,0 0-13-15,20-8-12 0,-6 5-3 0,4-2-34 16,5-1-7-16,11-1-10 0,3-3 13 16,18-2-21-16,3-1-3 0,4-2 13 0,6 2-9 15,14-6-12-15,7 1-4 0,4-1-5 0,9 0 7 16,4-2 0-16,3 3-20 0,1-2-5 15,-1 0-1-15,7-1-14 0,1 2 4 0,2-2-10 16,4 0-15-16,-3 2 8 0,-4-1-3 0,3-2 0 16,-5 4-8-16,2-3-8 0,-1 3 9 0,-1 3-14 15,-4 0 1-15,-8 1 9 0,-5 4-12 0,-23 3 0 16,-3 0 0-16,-9 0 3 0,-1 5-14 16,-16-3-2-16,-7 4-15 0,-7-1 0 0,-8 2-23 15,1 0-3-15,-3 2-18 0,-4-2-18 0,-3 4-40 16,-1 0-57-16,-7 0-141 0,-5 4-535 15,-1-2 57-15,-7 3 97 0,-3 1 82 0,-11-1 43 16,-8 2 57-16</inkml:trace>
  <inkml:trace contextRef="#ctx0" brushRef="#br0" timeOffset="97139.08">24529 4350 895 0,'0'0'346'0,"0"0"-70"0,0 0-38 0,0 0-15 15,-4-7-26-15,4 7-18 0,11-7-17 16,-1 2-22-16,8 0-1 0,5-3-9 0,8 0-20 16,7-1 11-16,13-6-22 0,10 0-1 15,4 0-1-15,18-5-13 0,9 1-17 0,7-3 2 16,7 2 3-16,3-5-8 0,4 1-8 0,3 2 11 15,0 2-29-15,35-5 3 0,-28 4-5 16,0 4-3-16,-3-1 3 0,1 3-10 0,-6-2-1 16,1 5-4-16,-4-1-9 0,-2 1 1 0,-4-2 3 15,0 4-4-15,-7 0 4 0,-6 2 2 0,-22 1-13 16,-6 1 8-16,-4 2-6 0,-12 0 9 0,-12 1-22 16,-9 2-19-16,-4 1-21 0,-3 0 7 15,-5 0 11-15,1 0-43 0,-7 4-65 0,-6 0-71 16,-4 2-377-16,-3 4-161 0,-7-1 41 0,-5 4 95 15,-12 0 56-15,-4 3 39 0</inkml:trace>
  <inkml:trace contextRef="#ctx0" brushRef="#br0" timeOffset="97589.22">24933 5403 685 0,'0'0'295'0,"0"0"35"0,0 0-28 0,0 0-13 16,23-7-25-16,-6 3-16 0,5-4-15 0,12-4-25 16,16-3-32-16,8-4-4 0,4 2-14 0,20-4 4 15,1-1-40-15,5 1 24 0,4-1-23 16,4-2-23-16,3 5-62 0,4-2-9 0,-1 0-1 16,5 5 0-16,3-2 5 0,-5 2-5 0,-3 2-7 15,4 0 15-15,-6 2-16 0,2 2-2 16,-3-4 0-16,1 4 0 0,-8 0 0 0,0 1-10 15,-20-1 7-15,-4 4 5 0,-3-1-9 0,-4-1 4 16,-2 0-2-16,-14 1-3 0,-5 5 3 16,-6-4-8-16,-6 3-3 0,2-2-2 0,-5 2-20 15,-5-3-21-15,-3 6-66 0,-4-1-70 0,1 0-123 16,-10 1-432-16,-1 2-5 0,-3-2 41 0,0 0 61 16,-21 9 72-16</inkml:trace>
  <inkml:trace contextRef="#ctx0" brushRef="#br0" timeOffset="98121.84">24974 6711 1028 0,'-10'-2'364'0,"10"2"-49"0,-8-5-29 0,8 5-1 15,0-4-27-15,0 4-38 0,11-10 6 16,-1 5-27-16,3-2-7 0,5 2-20 0,13-7-21 0,3 2-92 16,21-5-11-16,6 0 3 0,21-3 19 15,0-1-27-15,7 2 6 0,0-4-3 0,6 3-8 16,1-1 3-16,3-4-13 0,4 4-5 15,2 0 5-15,-1-3-20 0,-2 0 23 0,-3 2-11 16,0-4 3-16,-3 0-12 0,0 1 12 0,-3 2-11 16,-5 0-6-16,0 3 1 0,-8 1 1 0,-15 6-8 15,-7-1-15-15,-3 2-6 0,-11 3-20 16,-11 2-23-16,-8-1 0 0,-4 5-38 0,-2-4-42 16,-5 5-2-16,-5 0-56 0,-7 0-105 0,-2 0-430 15,-1 7 38-15,-8-1 75 0,-6 2 50 16,-6 1 75-16</inkml:trace>
  <inkml:trace contextRef="#ctx0" brushRef="#br0" timeOffset="98571.27">24857 7644 1133 0,'0'0'326'0,"0"0"-14"0,18-8-38 16,-5 5-31-16,1-4-3 0,9-1-27 15,2 1-21-15,8-1-10 0,2-3-16 0,20-3-33 16,3 3-7-16,6-3 4 0,1 1-17 0,18-9 25 16,3 4-36-16,-5 0 3 0,4-3-13 15,1 4-69-15,3-1-2 0,4-1-19 0,6-3 16 16,3 4 0-16,4-3-7 0,-3 1-11 0,-4 2 12 16,7 0 4-16,-7-3 2 0,3 3 0 0,-2 2-13 15,-4 0 2-15,-1 4 1 0,-6-3 0 16,-17 5-8-16,-4-1 5 0,-7 1 0 0,-6 2-8 15,-14 4 19-15,-4-3-19 0,-12 1 6 0,2 4-6 16,-6-4-4-16,-2 3-4 0,-7 2 4 16,1-5-55-16,-2 3-35 0,-2-3-59 0,-8 0-144 15,-1 2-521-15,-1-3 78 0,-8-1 62 0,-9-2 47 16,-1-5 73-16</inkml:trace>
  <inkml:trace contextRef="#ctx0" brushRef="#br0" timeOffset="101922.22">24878 2513 601 0,'0'0'212'15,"0"0"-48"-15,3-9-23 0,-3 9 0 0,3-4-16 16,-3 4-22-16,4-6-3 0,-1 1 61 15,-3 5-5-15,7-4-20 0,-3 2-19 0,3 0-19 16,-7 2 9-16,0 0-5 0,19 4-35 16,-11-1 12-16,-1 4-17 0,0-1-6 0,2 3 3 15,-1 2 0-15,-1 1 0 0,-1 1-18 0,-2 2-5 16,-1 0 2-16,0-2-23 0,-3 2-2 0,0 0-8 16,-3 1-7-16,-1-1 14 0,-2-1-9 0,2 0 7 15,-2 0-5-15,-1-3 3 16,0-1 7-16,3 0-17 0,-2 0-6 0,2-4 16 0,-2 1 2 15,2-2-20-15,0 0-62 0,1-1-71 16,3-4-62-16,-3 3-51 0,3-3-310 0,0 0-45 16,0 0 27-16,0 0 67 0</inkml:trace>
  <inkml:trace contextRef="#ctx0" brushRef="#br0" timeOffset="102871.88">25042 2446 486 0,'0'8'151'0,"-3"4"-3"15,3 0-7-15,0 1-31 0,0 2 3 0,-1 0-13 16,1 2-18-16,0-2 17 0,-3 2-27 16,6 1 13-16,-3-4 50 0,0 1-15 0,1 1-12 15,-1-3-8-15,3-1-8 0,-3 1-2 0,3-3-1 16,1 1-20-16,-1-2-5 0,1 0 3 0,2-2-1 15,-2-1-7-15,3 0-5 0,2-2 2 16,2 1-84-16,-1-5 10 0,0 1 11 0,1-1-11 16,-1-1-3-16,6 1 8 0,-5-5-2 0,-1 1 7 15,2-2-7-15,-1 0 10 0,0-1-3 16,1-2 8-16,-2 2-10 0,-1-2 25 0,-1 1-7 16,-1 1 38-16,2 0-5 0,-5-2 15 15,3 5-22-15,-3-1 7 0,-1 1-6 0,2-1-9 16,-5 5-3-16,2-3 10 0,-2 3-15 0,0 0 5 15,0 0 3-15,0 0-6 0,0 0 6 0,-1 19-13 16,-2-11-3-16,0-2 5 0,0 3-17 0,3-1 22 16,0 0-12-16,-3 1 15 0,3-1-15 15,3-3-14-15,-3 3 9 0,3-2 5 16,0 0-1-16,0-1 6 0,1-1-3 0,2 0 1 16,2 0 9-16,-1-3-7 0,3 0 0 0,-1-1-3 15,3-2-15-15,-2-2 23 0,4 3-3 0,-4-5-2 16,0 2-8-16,1-3 21 0,-1 0-16 15,-1-1 13-15,-2-1-5 0,1 1 2 0,-5-3 1 16,0-1-8-16,0 2 17 0,-3-2-17 0,-3 2-5 16,0 0 15-16,0 0-10 0,-5 3-8 0,1 4 5 15,-3 0 8-15,-4 3-8 0,-2 2-12 16,-2 2-9-16,1 3-37 0,-6 5-47 0,1 3-36 16,0 3-81-16,-3 2-154 0,5 4-364 0,3-1 80 15,-1 4 87-15,1-1 36 0</inkml:trace>
  <inkml:trace contextRef="#ctx0" brushRef="#br0" timeOffset="103555.39">24919 3386 670 0,'3'-5'213'0,"4"1"-32"0,0 2-9 0,0-2-13 16,0 3-34-16,3 0 0 0,2 1-17 0,-4 0-1 15,2 2-14-15,4 2-22 0,-2 0 21 16,-3 3-17-16,1-1-6 0,0 3-13 0,-3-1 8 15,3 1 8-15,-6 1-26 0,-1 0 8 16,1-2-16-16,-4 5 11 0,3-2-14 0,-6-2 17 16,3 1-14-16,-1 1 0 0,-2-2 8 0,0-1-2 15,0-4 12-15,3 2-20 0,-1 1 79 16,-2-5-12-16,3-2-14 0,0 0 1 0,0 0-18 16,0 0-24-16,0 0 14 0,-3-15-4 0,9 5-19 15,-2-1 4-15,-1-5-14 0,4-1 9 0,0-4-5 16,3 0-10-16,-3-1 3 0,0 3-3 0,-4-1 8 15,5 6-1-15,-5-2 4 0,3 2 9 16,-2 3-12-16,-4-2-6 0,3 5 4 0,0 1 1 16,-3 1 9-16,0 1-24 0,0 5 13 0,0 0-12 15,0 0-6-15,0 0 8 0,-13 14-6 16,10-4 1-16,-1-1 5 0,-3 5-2 0,3 0-4 16,1-1-1-16,-3 2-1 0,6-3 0 15,-3 1 0-15,3-1-5 0,3 2 6 0,0-3-11 16,0 3 5-16,1-4 0 0,6 1-8 0,1-3-2 15,2-1-5-15,1-2-13 0,3-2-8 0,0-1 13 16,0-2-7-16,0-4 4 0,1 2-2 16,-2-5 5-16,-1 2 6 0,-2-5-4 0,0 0 3 15,1 1 1-15,-4-4 9 0,-3 1 26 0,3 3 36 16,-6-2-18-16,2 6 2 0,-2-4-7 0,2 1-8 16,-1 4 6-16,-2 0-22 0,0-1 17 15,-3 5-1-15,0 0-15 0,0 0 10 0,10 13-8 16,-10-5-2-16,4 2-6 0,-4 1-4 0,3 7 15 15,0 2-10-15,1 0 2 0,-3 4-13 16,2 2-2-16,3 6-54 0,-5-5-79 0,5 10-753 16,0 1 77-16,-5-1 100 0,2-1 82 0,-3-5 56 15,0-3 61-15</inkml:trace>
  <inkml:trace contextRef="#ctx0" brushRef="#br0" timeOffset="104172.02">25189 4763 1049 0,'0'0'351'0,"0"-10"-34"16,5 4-30-16,-3 1-26 0,4-1-31 16,-2 4-28-16,7-3-17 0,-1 2-11 0,-1 2-21 15,2-2-17-15,-1 3-18 0,0 3 2 0,1-2-23 16,2 2-17-16,-6 3 7 0,4 1-13 15,-4 1 0-15,2 1-15 0,-5-1 5 0,0 1-23 16,-1 1-8-16,-3 4 21 0,0-5-13 0,-3 2-13 16,-1 3 5-16,3-6-4 0,-5 3-1 0,3-3-3 15,0 1-9-15,-1-1 14 0,1-2-17 16,3 1 15-16,-3-3-10 0,3-4 3 0,-1 5-6 16,1-5 0-16,0 0-12 0,0 0 15 0,1-18-10 15,5 4 12-15,-2-3-20 0,7-6-5 16,-2-5 2-16,1-1-2 0,0 0 13 0,4 3 2 15,-4-2 11-15,-3 7-29 0,1 4 21 0,-2 1 10 16,1-1-8-16,-4 3 13 0,3 4-12 16,-5 1 4-16,2 0 3 0,1 1-18 0,-4 2 3 15,3 1 10-15,-3 5-3 0,0 0-10 0,0 0 16 16,0 0-3-16,0 0-16 0,-7 22 6 0,4-8 7 16,1 0-4-16,-3 2 1 0,2 3-1 15,3-1-4-15,-3-2 1 0,3 1-3 0,0 2 13 16,0-1-26-16,0 3 14 0,3-4-30 0,5 1-19 15,-3-2-49-15,6 1-67 0,-4-1-53 0,6-7-144 16,1 1-453-16,-1-2 23 0,2-2 87 16,-2-3 67-16,-2-2 72 0,-1-2 45 0</inkml:trace>
  <inkml:trace contextRef="#ctx0" brushRef="#br0" timeOffset="104455.4">25644 4796 970 0,'3'-4'279'0,"-3"4"-29"0,0-8 1 0,3 3-13 16,-3 5-28-16,1-7-13 0,-1 7-23 0,3-5-33 15,-3 5-13-15,0-6-13 0,0 6-5 16,0 0-7-16,0 0-8 0,0 0-14 0,0 0 14 16,0 0-15-16,13 14-9 0,-13-7-15 15,0-1-4-15,0 2 4 0,0 3 0 0,-3-1-12 16,0-1-1-16,-1 1-12 0,1 0 2 0,0-2 13 16,2 1-10-16,-2-1-5 0,0-1-8 0,3 0 13 15,0-1 5-15,-3-1-18 0,3-5 77 0,6 7-11 16,1-7-7-16,3 0 0 0,4-3 0 15,3-4-23-15,4 0-11 0,3-1 6 0,3 1-5 16,-4-3-6-16,4 2 1 0,-5 0-36 16,1-1-26-16,-6 7-13 0,1-4-82 0,-5 0-76 15,1 1-198-15,-1 5-452 0,-6 0 30 0,1 0 87 16,-8 0 64-16,0 0 90 0,0 0 38 16</inkml:trace>
  <inkml:trace contextRef="#ctx0" brushRef="#br0" timeOffset="105171.02">25227 5776 901 0,'0'0'314'0,"0"-5"-30"16,0 5-10-16,0 0-36 0,0 0-10 15,0-8-31-15,0 8-33 0,0 0-3 0,14 3-17 16,-14-3-9-16,13 9-17 0,-6-2-8 0,4 3-23 15,0 2 0-15,0 5-20 0,-3 3 7 16,2-1 5-16,-3 0-12 0,-1 5-8 0,-2-2-11 16,0 3-1-16,-4-5 1 0,0 2-7 0,0-3-8 15,-4 2-10-15,2-3 16 0,-3-1-16 16,-1-2 5-16,2-4-10 0,1 0 2 0,0 1 6 16,-1-5-5-16,0-2-9 0,1-4 9 0,3-1-16 15,0 0 0-15,0 0 3 0,-1-18-3 16,2 8-3-16,2-6 1 0,5-6-8 0,1 1 15 15,-2-5-23-15,4-4 11 0,-1 7-1 0,0-4 1 16,1 7 4-16,-3-1 8 0,-3 4 3 0,1 2-5 16,-2 2 10-16,3 1 12 0,-3 2-22 15,-1 0 15-15,0 3-2 0,-2 5-9 0,2-3 14 16,-3 5-8-16,0 0-5 0,0 0-11 0,3 14 24 16,-3-4-8-16,0 0-8 0,0 2 5 15,0 1-4-15,0 2 2 0,3 3 2 0,-1-1 3 16,-1 2-13-16,0 0-13 0,2 1-35 0,4 1-67 15,-3-2-105-15,3 2-443 0,-1-3-174 0,5-2 128 16,-4-4 59-16,-1-4 61 0,1 0 37 16</inkml:trace>
  <inkml:trace contextRef="#ctx0" brushRef="#br0" timeOffset="105521.53">25579 6082 995 0,'4'-7'269'0,"-1"0"-5"15,3 0-26-15,-2 0-36 0,2 3-10 16,2-4-16-16,-1 2-30 0,3 4-7 0,-1 0-17 16,-1-1-11-16,-1 3-14 0,-7 0 0 0,16 5-5 15,-8-3-5-15,0 4-18 0,-6 2-15 16,1 1 2-16,-3-1-2 0,-3 3 0 0,1-3-18 16,-3 6-5-16,-1-3 7 0,-2 1 3 0,1-1-16 15,0-2-12-15,-2 1 10 0,4-3-2 16,-1 0 2-16,2 1-8 0,-2-4 3 0,3 3-13 15,2-1 11-15,-2-2-16 0,3 1 20 0,0-5-17 16,0 10 15-16,3-4-6 0,-2 0-14 0,5-1 2 16,-2 3 0-16,-1-2 2 0,0 0 6 15,5-1 2-15,-5 2-7 0,0 0 4 0,1-1-7 16,-1-1 11-16,0 2-6 0,-3 0 15 16,0 1-20-16,-3-1 11 0,0 2 9 0,-1 0-12 15,-3-2-16-15,-3 2-10 0,0 0-31 0,-4 1-66 16,3-2-66-16,-2 3-155 0,-4 2-393 15,2-1 17-15,-4 3 77 0,5 1 52 0,-6-1 48 0</inkml:trace>
  <inkml:trace contextRef="#ctx0" brushRef="#br0" timeOffset="106371.27">25306 6982 1146 0,'0'0'343'0,"0"0"-43"0,0 0-26 0,0 0-24 16,22-6-19-16,-14 6-24 0,2 0-17 0,-10 0-24 16,18 2-18-16,-8-2-7 0,0 4-8 15,4-1-28-15,-7 2 0 0,5-1-23 0,-4 3 10 16,2 2 0-16,-3-1-22 0,-4 3-1 0,1 2-16 15,-1-2 1-15,-3 2 2 0,-3-1-12 0,3 2-6 16,-4 3 11-16,-2-5-16 0,-1 3-7 16,3-1 7-16,-6-3-10 0,3 3 3 0,4-5-8 15,-4-1 5-15,1-1-5 0,1-5-64 0,-1 1 5 16,2 0-5-16,4-3-1 0,0 0 9 0,-10-13 2 16,7 4 3-16,3-1 5 0,0-6 0 15,0-2 5-15,3-7-3 0,1-1 8 0,-1-3-10 16,4 2 10-16,-1-4-2 0,-1 6 20 0,1 1 17 15,1 4-19-15,-4 2-3 0,3 2 7 16,-2 1-12-16,0 3-5 0,-1 0 22 0,-2 2-7 16,2 2 8-16,-3 1-5 0,3 5-6 15,-3-4-2-15,0 6 10 0,0 0 16 0,0 0-14 0,0 0 6 16,7 18-8-16,-7-7-7 0,0-1 9 16,3 1-4-16,-3 3 10 0,0 1-13 0,4-1 7 15,-4 5 4-15,3-5 1 0,4 3-4 16,-3-2 0-16,2 2-16 0,-2-2-5 0,5 1-48 0,-1-4-11 15,-1 1-17-15,3-4-85 0,1-1-11 16,-2 0-78-16,2-6-63 0,1 2-9 0,-4-4 31 16,2-4-62-16,-3 2 79 0,1-4 69 15,1-1 70-15,-5 2 91 0,2-4 93 0,-2 2 51 16,0-1 29-16,-1 1 47 0,-3 0-4 0,4 4-3 16,-4-5-18-16,3 6-15 0,-3 2-5 15,0-6-5-15,0 6-8 0,0 0-18 0,0 0 0 16,0 0-8-16,0 0-10 0,0 0 5 0,3 16 3 15,-3-9-18-15,0-3-5 0,3 3-6 0,-2 0 9 16,-1 0-11-16,3-3 0 0,-3 2 3 0,3 1-9 16,0-5-4-16,1 1 21 0,-4-3-19 15,7 5 3-15,-7-5 0 0,10 0 2 0,-10 0-7 16,18-8-2-16,-10 1-11 0,0-1-11 0,-1-2 17 16,1-5-6-16,1 4 10 0,-2-3 3 15,-1 3 23-15,-1-3-34 0,1 3 34 0,-5 2 43 16,5 0 6-16,-2 2-26 0,-4-1 7 0,3 2-19 15,0 4-12-15,-3 2 4 0,0 0-3 0,0 0-3 16,0 0-23-16,11 8 11 0,-8 1-16 16,-1 1 8-16,0 4 0 0,-2-3-6 0,3 3-4 15,0 2-6-15,1 2-7 0,-4-2 8 0,6 1-11 16,-6 0-18-16,5 0-51 0,-2 0-30 0,0 0-65 16,0-1-99-16,-2-1-374 0,2-5-226 15,0 0 60-15,0-3 114 0,-1-1 55 0,-2-6 68 16</inkml:trace>
  <inkml:trace contextRef="#ctx0" brushRef="#br0" timeOffset="107387.53">26509 2261 839 0,'3'2'261'0,"2"1"-23"0,-5-3-30 15,2 5-14-15,1 0-22 0,2-2-19 0,-3 1-17 16,-2-4 5-16,7 6-24 0,-3-3-14 16,-1 0 7-16,-3-3-13 0,7 3 3 0,-7-3-8 15,3 3-5-15,-3-3-10 0,9 1 0 0,-9-1 5 16,0 0-21-16,15-6-15 0,-8 5 5 15,-4-5 8-15,5 2 8 0,-5-2-80 0,5-2-13 16,-6 1 26-16,4 1-15 0,-2-4 0 0,-1 0 12 16,1 1-2-16,0 1-8 0,-1 0 18 0,0 1-7 15,1 1-3-15,-4 2-13 0,3 0-11 16,-3 4 22-16,0 0-6 0,0 0-2 0,20 11 7 16,-16 0-7-16,3 3 15 0,-1 4-8 0,-2 2-2 15,3 2 12-15,0 3 6 0,-1 0-23 16,-2 0 4-16,-1-2 11 0,0 1-7 0,2-1 4 15,-5-3 8-15,0 0 21 0,0-1-19 16,-2 0 9-16,-1-3 4 0,-4 2 21 0,1-2-13 16,-4-2 3-16,-1-1 10 0,1 0-15 0,0-1 15 15,-4-4-18-15,4 0 0 0,-4 1-3 0,4-5 11 16,-3 0-5-16,2 0-9 0,1-3 4 16,0-1-11-16,-1-1-25 0,5-3-34 0,-4 3-58 15,3-5-85-15,3 0-146 0,4 0-389 0,0-1 49 16,4-2 50-16,3-1 47 0</inkml:trace>
  <inkml:trace contextRef="#ctx0" brushRef="#br0" timeOffset="107657.15">26779 2438 826 0,'0'7'277'0,"3"-1"-29"0,-3 3-30 0,2-2-26 15,-1 1 5-15,0 2-31 0,-1-1-5 16,3-1-12-16,2 1-21 0,-3-1 0 0,1-1-8 15,3 0-15-15,-1-1 8 0,2 0-26 0,2-3-72 16,-2 0-2-16,4-3 7 0,-1-1-7 16,3-1 13-16,-2 0-3 0,2-3 18 0,-2-1 12 15,-1-3-1-15,0-1 9 0,1-3 3 0,-4 1-5 16,-1-2-18-16,-2 0-13 0,-1 2 3 0,-3-1 7 16,3 2-10-16,-3 1-2 0,-3 1-8 15,-1 4-16-15,-2 3 16 0,-1 1-38 0,7 1 10 16,-21 8-44-16,4 3-10 0,3 3-69 15,-6 7-34-15,3 2-91 0,0 3-67 0,-7 12-374 16,7-8 49-16,-4 10 41 0,5-9 61 0</inkml:trace>
  <inkml:trace contextRef="#ctx0" brushRef="#br0" timeOffset="108121.04">26573 3209 691 0,'0'8'215'0,"0"-8"-13"16,1 8-18-16,2-4-15 0,0 3-18 0,1-1-10 15,-1-2-13-15,4 4-13 0,-3 1 59 0,2-2-13 16,-2-1-20-16,5-1 3 0,-5 0-17 16,4 1-16-16,1-3-1 0,-2-2-8 0,4-1-7 15,-1 0-13-15,0-1 0 0,1-2-3 0,-1-1-18 16,0 0 1-16,1-3-1 0,-1 0 3 15,-1-3-15-15,2 0-6 0,-4-2-4 0,0-1 14 16,-4-2-22-16,4 0-3 0,-4 4-10 0,1-2 3 16,-1 3-55-16,0 0-1 0,-2 1-1 0,-1 3 3 15,3-1 2-15,0 4-5 0,-3 3 18 16,0 0-5-16,0 0 5 0,0 0 0 0,0 0-2 16,7 15-1-16,-4-6 3 0,-3-1 18 15,3 4-5-15,-2-3-5 0,-1 4 0 0,4-3 5 16,-4 1-1-16,0 1-4 0,0-1 10 0,0-1 0 15,-4 4 3-15,3-3 15 0,-5 2-26 16,1-2 21-16,-3 0 5 0,1 0 5 0,-4-1 0 16,-2 1 2-16,2-3 9 0,-2 0-11 0,0-1 13 15,1-1-11-15,-1 2-9 0,-1-5 4 0,4 3 3 16,0-4-15-16,-1 1-3 0,1 0-28 0,1-1-23 16,1-1-98-16,8-1-186 0,-10-1-440 15,10 1 94-15,-3-6 26 0,3 6 71 0,6-12 52 16</inkml:trace>
  <inkml:trace contextRef="#ctx0" brushRef="#br0" timeOffset="108287.54">26875 3175 785 0,'3'4'264'0,"4"3"-11"16,-1 2-22-16,-2 2-24 0,3 3-23 0,-3 1-17 15,2 2-6-15,1 6-13 0,-1-2-27 16,-2 4-3-16,3 7 48 0,-3 3-23 0,2 2-33 15,-2-1-51-15,-4 3-84 0,3-4-172 16,-3 5-513-16,0-2 17 0,3 0 104 0,-9-1 75 0</inkml:trace>
  <inkml:trace contextRef="#ctx0" brushRef="#br0" timeOffset="108820.4">26693 4386 652 0,'0'6'269'0,"-3"2"-21"0,3-2-20 0,0 4-28 15,0-1-21-15,0 2-10 0,0 3-21 0,0-4-9 16,5 2-1-16,-4 0-23 0,0-1-8 15,2 0-4-15,0-1-16 0,0-1-15 0,1-3-1 16,-1 1 1-16,5 1-11 0,-2-4-7 16,-2-1 5-16,4-3-13 0,-8 0-5 0,16-3 8 15,-9-2-26-15,3-4 15 0,-3 2 0 0,0-4-4 16,2-1-6-16,-5-1 67 0,2 4-3 0,-1-4-13 16,-2 3-10-16,1 0 11 0,-1 1-14 15,0 2-2-15,0 0-5 0,0 0-16 0,-2 3-7 16,-1 4-5-16,3-4 2 0,-3 4-5 0,0 0 3 15,0 0 5-15,6 15-3 0,-4-5-15 0,-2 2-2 16,3-1-4-16,-3 6 14 0,0-2-13 16,3 3-8-16,-3 5 8 0,0-4 5 0,0 3-6 15,0-2 14-15,-3 2-11 0,3-3-7 0,-3 6 13 16,0-2 42-16,-2-3-39 0,2 1 4 16,-4-5-3-16,1-1 37 0,-1 0-32 0,-1-1-1 15,1 1 12-15,-4-6-31 0,-2 0 26 0,0 1 2 16,-1-3-10-16,1 0-2 0,-2-2-3 0,-1-2-5 15,3 0 2-15,-2-2 1 0,-1 2-19 16,2-6-2-16,1 3-13 0,0-1-33 0,1-1-43 16,2 1-98-16,0-6-156 0,0 5-489 0,8-4 13 15,-3-1 95-15,5 1 58 0,-3 1 77 0,6-3 80 16</inkml:trace>
  <inkml:trace contextRef="#ctx0" brushRef="#br0" timeOffset="109143.27">26964 4576 1162 0,'6'-1'330'0,"1"-2"-31"15,-7 3-25-15,0 0-31 0,18 6-7 16,-12 0-8-16,0 1-21 0,-2 2-5 0,-1 2-35 16,1 3-32-16,-4-3 21 0,0 3-40 15,0-1-1-15,-1 2-10 0,-2 0 0 0,-3 1-18 16,4-3-11-16,-6 1 9 0,0 0-13 0,5-4-1 15,0 0-20-15,-1-2 6 0,1 2 2 0,0-2-13 16,3-1 28-16,-1-1-25 0,-2-4 40 0,3-2-22 16,0 0-16-16,4 6 10 0,-4-6-12 15,16-7-3-15,-2 1 21 0,0-2-16 0,0-2-8 16,6 0-17-16,1-5-6 0,1 4 19 0,-4-3-21 16,0 0 5-16,3 2-10 0,-5-1-13 15,-2 2-16-15,-1 3-63 0,-2-3-64 0,-4 4-137 16,0 1-631-16,-4 3 61 0,2-1 83 0,-5 4 86 15,0 0 61-15,-12-4 75 0,12 4 33 16</inkml:trace>
  <inkml:trace contextRef="#ctx0" brushRef="#br0" timeOffset="109853.54">26707 5217 767 0,'0'0'251'0,"0"0"-20"0,0 0-29 16,0 0-8-16,0 25-30 0,3-14-8 15,-3 3-20-15,6 1-18 0,-1 0 2 0,1 1-20 16,1 0-3-16,0 1-5 0,3-2-7 0,-3 0-8 16,3 0-11-16,1-5-4 0,-1 0-6 0,0 0 10 15,4-3-27-15,-4-1 79 0,0-2-16 16,4 0-10-16,-4-4 3 0,0-1-18 0,4-4-3 15,-4 1 0-15,1-3-7 0,-1-5-11 16,0 2-7-16,-3-5-6 0,0 2-17 0,0-3 22 16,0-1-9-16,-1 1 2 0,0 1-11 0,-1 4 6 15,-2-1 3-15,1 2-16 0,-1 3-11 16,0 2 4-16,0 0 2 0,-3 5-8 0,0 0-5 16,0 0 8-16,7 14 2 0,-2-3 11 0,-2 3-13 15,0 4 5-15,0 0-13 0,-1 5 13 0,-1-4-13 16,0 3 7-16,-1-2 1 0,3 2-13 0,-3-3 0 15,-3 4 11-15,3 0 6 0,-2-1 9 16,-3 0-5-16,-1 2 4 0,-2-4-7 0,4 2 3 16,-5-3-9-16,-1 2-1 0,2-3-1 15,-2 0 8-15,0-2-11 0,-1-4-2 0,3 2-22 16,-3-4-45-16,0-1-89 0,0-2-264 0,1 2-424 16,0-4 40-16,0-2 100 0,3-3 70 15,7 0 81-15</inkml:trace>
  <inkml:trace contextRef="#ctx0" brushRef="#br0" timeOffset="110238.01">27199 5491 1008 0,'17'-5'289'16,"-4"4"-25"-16,-1 1-29 0,1 0-35 0,-3 3-13 15,1 1-23-15,-1 1-6 0,-1 2-27 0,-2 2 5 16,1 0-34-16,-2 3-5 0,-3-1-10 16,-2 1 0-16,-1-1-18 0,-2 0-2 0,0 2-6 15,-4-2-4-15,5-1-9 0,-6 2-14 0,4-3 7 16,0-1-6-16,-1 1 4 0,4-1-8 0,-3 0-6 16,3 0-4-16,-3-1-3 0,3-1-16 15,0 2 16-15,0-1-3 0,3 1 1 0,0 1-9 16,1-1-1-16,-1 0 11 0,4 2-9 0,-3-2 10 15,2 4 3-15,-2-3-6 0,2 0-5 16,-3-1 6-16,1 1-1 0,0 0-5 0,-1-1 8 16,-3 2-3-16,0-2 1 0,-3 2-3 0,-1 1-8 15,0-1 13-15,-5 1-16 0,-1-1-4 16,-4 2 7-16,0-1-33 0,-3 3-49 0,-3-1-61 16,-4 6-88-16,-1-1-132 0,-2-1-387 0,3 2 67 15,4-1 45-15,-7 3 81 0,3-3 50 0</inkml:trace>
  <inkml:trace contextRef="#ctx0" brushRef="#br0" timeOffset="110787.74">26728 6488 911 0,'-12'5'243'0,"12"-5"59"0,-3 10-26 0,3-4-35 15,-3 2-16-15,3 1-17 0,3 1-19 16,-3 0-20-16,5 1-5 0,-5-1-29 0,3 1 6 16,3-3-18-16,-2 2-8 0,4-2-2 0,-3-1-11 15,3 0-7-15,2 0-23 0,3-4 12 0,1 3-5 16,-1-6-12-16,5 0-11 0,-5 0-7 0,4-2 7 15,-6-2-15-15,6 1 8 0,-4-5-3 16,1 1-10-16,-2 0 2 0,-4-3 13 0,3 3-28 16,-4-1 6-16,0 3 6 0,-1-1-17 0,2 0 3 15,-5 2-3-15,4 0 15 0,-4 1-18 16,0-1-10-16,-3 4 3 0,0 0-5 0,0 0 10 16,13 5 2-16,-11 1-7 0,1-2-1 0,-3 6-2 15,3-2 13-15,0 4-10 0,-1-2-11 16,-1 2 11-16,-1 1 7 0,0 2-9 0,0-3 4 15,-1 2-3-15,-1 3-9 0,-1-1 12 0,-3 0 11 16,1 0-6-16,-1-2 11 0,-1 1-11 16,0 0 5-16,-4 1 1 0,-2 1-19 0,0-5 29 15,-2 2-8-15,-1-1 16 0,-1-2 4 0,2-3 1 16,-1 0-19-16,1-1-7 0,-1-3 15 0,-1 2-17 16,5 0 12-16,-3-3-2 0,1 0-9 0,4 2 4 15,-4-4-8-15,7 0-36 0,-3-1-16 16,2 0-50-16,-1 0-75 0,7-2-92 0,-3-3-95 15,5 1-130-15,0-3-359 0,3 0 88 0,0-3 58 16,1-1 67-16,7-3 69 0</inkml:trace>
  <inkml:trace contextRef="#ctx0" brushRef="#br0" timeOffset="111153.9">26940 6617 729 0,'3'-6'292'16,"3"5"-29"-16,-2 0-22 0,-4 1-31 15,8-2 28-15,-8 2-18 0,9 4-20 0,-5 2 7 16,2 2-33-16,-2-1-10 0,2 3-18 0,2 1-5 15,-2 3 7-15,1-2-15 0,-1 2-10 16,1 2-20-16,1-4-19 0,-1 2 11 0,2-3-11 16,-1 2-2-16,2-5-5 0,-3 0-16 0,3-1-2 15,4-3-5-15,-1 0-3 0,1-3-2 16,2-2-11-16,2-4 8 0,-2-1-7 0,-1 0-4 16,-2-6-6-16,5 1 4 0,-5-3 8 15,1 1-16-15,-1-3 24 0,-3 2-26 0,-2 5 31 0,-2 0 18 16,-2 0-11-16,2 2-10 0,-2 1-15 0,-1 3 10 15,-3 3 5-15,7-2-5 0,-7 2-17 16,0 0 1-16,1 13-2 0,-2 1 3 0,1-4 7 16,-1 5-9-16,-1 2 19 0,2 0-30 0,-4 0-18 15,4 1 16-15,0 3-4 0,0-2-4 16,0-2-3-16,-3 1 5 0,3-2-7 0,-3 0 0 16,3-2 4-16,0-3 14 0,-1-1-21 0,1 4-39 15,-3-7-12-15,3 1-26 0,-3-2-61 0,0-1-126 16,-1-2-634-16,-2 2 28 0,-2-4 109 15,8-1 65-15,-20-6 92 0,6 0 49 0,0-6 53 16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6:57:31.1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2740 1308 757 0,'-4'-3'223'0,"-2"-1"-18"16,1 1-16-16,5 3-30 0,-6-7-3 0,0 4-33 15,6 3 0-15,-10-2-11 0,10 2-17 16,-11 0 7-16,11 0-20 0,-11 2-20 0,5 1-3 15,0 1-1-15,-2-1 9 0,4 2-31 16,-2 3 69-16,-1 0-11 0,0 1 1 0,4 1-18 16,-5 0-13-16,2 3-3 0,2 2 1 0,1 0-16 15,0 1 8-15,0 3-16 0,0-1-2 16,2 1 2-16,1 0-7 0,1 1-3 0,2 1-15 0,0 2 18 16,0 1-11-16,4 1 1 0,-4-3-1 15,4 2 3-15,1-2-10 0,1 3 15 0,-2-3-7 16,-1 0-9-16,3 1 11 0,0-2-2 15,-2-1-21-15,-1 0 15 0,-1-1-5 0,1-2 8 16,-5 0-10-16,2 0-5 0,0-1 2 0,0-1 5 16,-3-1 3-16,0 0-6 0,0-1 4 15,0 0 4-15,-3 1-5 0,0-3 6 0,0 1-4 16,2-1 4-16,-2-2-6 0,0 1 5 0,-2-2 1 16,-1-1 2-16,-1 1-13 0,0-2-46 0,-3-2-69 15,3 0-121-15,-6-3-347 0,6 0-187 16,-7-3 76-16,4-2 59 0,-1-1 57 0</inkml:trace>
  <inkml:trace contextRef="#ctx0" brushRef="#br0" timeOffset="299.6">2531 1820 911 0,'0'0'397'0,"0"0"-52"16,0 0 16-16,6-4-74 0,-6 4-3 0,5-3-36 16,-5 3-20-16,7-7-21 0,2 2-17 0,1 0-32 15,1 0-9-15,6-3-3 0,0 2-26 16,4-2-10-16,2 0-5 0,-1 0-23 0,4 1 8 16,-1-1-14-16,-2 2-7 0,-2-1 13 0,-3 1-20 15,1 0-19-15,-1 1-12 0,-2 0 0 16,-4 2-11-16,0-2-7 0,0 1-23 0,-2 1-31 15,-1 0-31-15,-2 0-61 0,1-1-67 0,-2 2-127 16,0-1-497-16,1 1 38 0,-4 0 84 0,2 0 68 16,-5 2 58-16,10-4 59 0</inkml:trace>
  <inkml:trace contextRef="#ctx0" brushRef="#br0" timeOffset="637.79">3358 1380 714 0,'0'0'274'0,"-6"-2"-29"15,6 2-25-15,0 0-23 0,-18 8-12 0,9 0-37 16,1 1-7-16,-2 4-10 0,0 3-11 16,0 3 5-16,-1 1-12 0,1 7-13 0,0 1-13 15,-1 1 8-15,2 1-14 0,2-1-4 0,3 2-20 16,1-5 1-16,-4 4-4 0,7-3-3 16,0 0-7-16,4-1-3 0,-1 1-3 0,0-2 3 15,0 0-13-15,4 0 6 0,0 0-16 0,4-3-42 16,-1-1-73-16,-1-3-108 0,0-1-143 0,3-3-358 15,-2-3 30-15,1-1 59 0,-1-4 57 16</inkml:trace>
  <inkml:trace contextRef="#ctx0" brushRef="#br0" timeOffset="900.03">3492 1650 737 0,'7'-6'251'15,"-4"0"-29"-15,-2 1-20 0,5 2-33 0,-2-1-20 16,2 3-19-16,-6 1 11 0,17 2-33 0,-7 2-6 16,0 1-25-16,-2 5 12 0,2 0-7 15,-1 3-7-15,0 0 1 0,0 1-7 0,-5 1 16 16,2 1-34-16,-6 2 5 0,3-2-15 0,-3 0 16 16,-3 1-16-16,0-1-3 0,-3 0 21 15,-1 0-44-15,3-1 26 0,-7-1-15 0,5 0-11 16,-1-3-30-16,0 1-59 0,0-3-34 0,3-1-51 15,-2-2-258-15,3-2-276 0,2-3 68 0,1-1 87 16,0 0 32-16</inkml:trace>
  <inkml:trace contextRef="#ctx0" brushRef="#br0" timeOffset="1149.91">3703 1535 627 0,'0'-7'263'15,"0"7"-20"-15,0 0-25 0,0 0-13 0,-13 13-47 16,4-4-9-16,0 2-8 0,0 1-16 0,-1 4-7 16,-1 3-16-16,-2-1-12 0,6 1 5 0,-4-1-13 15,4-3-16-15,1 2 6 0,0-1-16 16,1 0 11-16,5-2-19 0,0 1 3 0,0-2-5 16,4-1 8-16,0 2-13 0,3-2-10 0,5 0 5 15,0-3-8-15,4-1 3 0,1-3-16 16,3 0-41-16,1 0-35 0,0-3-80 0,3-2-105 15,-1-1-440-15,5-1 36 0,-1-4 51 0,-3-3 57 16</inkml:trace>
  <inkml:trace contextRef="#ctx0" brushRef="#br0" timeOffset="1486.37">3930 1288 721 0,'-5'-3'238'0,"5"3"-20"16,0 0-21-16,0 0-8 0,5 15-30 15,1-7-18-15,-2 5-5 0,6 5-8 0,1 1-16 0,-1 3 9 16,3 4-34-16,4 1-8 0,-4 3-5 16,-1 1-2-16,4 8-16 0,-2-3 6 0,-7-4-1 15,2-1-10-15,-2 0-5 0,1 1 13 0,-5-6-8 16,-3 3 16-16,0-2 66 0,0-1-15 15,-6 2 7-15,1-3-17 0,-5 4 9 0,0 0-9 16,-4-1-6-16,1-3-7 0,-1 0-8 0,-3-1-8 16,3-5 14-16,1-1-22 0,-1 0-14 15,0-1-11-15,4-5-3 0,-1 1 13 0,-1-3-12 16,4 0-6-16,2-1-10 0,-5-3-30 16,5-2-49-16,2 0-87 0,-3-4-136 0,4 0-533 15,3 0 1-15,-4-6 100 0,4 6 61 0,4-14 56 16,3 4 92-16</inkml:trace>
  <inkml:trace contextRef="#ctx0" brushRef="#br0" timeOffset="1733.07">4626 1767 1095 0,'4'-3'330'0,"3"0"-41"0,3-2-38 16,-3 1-10-16,3-2-36 0,1 4-11 0,2-4-27 15,2 1-27-15,4 0-9 0,-4 2-44 0,4-1-38 16,-1 0-42-16,-1 0-58 0,-3 2-92 0,3 1-175 16,-3 1-409-16,-1 0 90 0,1 0 56 15,-4 1 54-15</inkml:trace>
  <inkml:trace contextRef="#ctx0" brushRef="#br0" timeOffset="1999.4">4767 1967 908 0,'0'0'274'0,"0"0"10"0,-3 4 44 0,3-4-16 16,0 0-28-16,0 0-12 0,16 0-22 0,-16 0-19 15,18-1-39-15,-5-2-5 0,1 0-34 0,-1 2 1 16,5-2-39-16,-2 1 3 0,2-3-11 0,-5 4 3 16,2-3-18-16,1 2-10 0,-2 1-2 15,-4-2-24-15,3 2 8 0,-1-2-18 0,-3 3-20 16,1-2-34-16,-2 1-10 0,-8 1-8 0,16 0 9 16,-16 0-42-16,11 0-33 0,-11 0-36 0,13 1-31 15,-6 1-84-15,-4-1-123 0,1 1-425 16,3 2 30-16,-3-3 111 0,-4-1 80 0,6 6 50 15</inkml:trace>
  <inkml:trace contextRef="#ctx0" brushRef="#br0" timeOffset="3499.03">6592 1494 775 0,'0'0'205'0,"-6"-5"-16"15,6 5-20-15,-3-3 5 0,3 3-20 0,0 0-26 16,-4-4-3-16,4 4-12 0,0 0-26 16,0 0 0-16,0 0-15 0,-20 7-3 0,13 0 0 15,3 0-5-15,-7 3-3 0,2 3-15 16,2 2-10-16,-1 0-8 0,-2 4 0 0,0 1 1 15,1 1 9-15,1 1-5 0,1 0-10 0,0 0-7 16,1 2 22-16,3-2-28 0,-1-2 34 0,3 1-31 16,1-2-6-16,0 1 6 0,5 0-21 15,-2-2 8-15,1 0 11 0,2-1-4 0,0-2 9 16,4 2-16-16,-2-5 13 0,2 1 2 0,0-1-5 16,1-4 11-16,-1 1-6 0,0-3 72 0,4-1 8 15,-4 0 5-15,4-3-16 0,-4-1-2 16,3-1-26-16,1-1 3 0,-4-1-3 0,4-3-4 15,0-2-6-15,-1 0-8 0,1 1 11 0,-4-6-16 16,4 2 3-16,-4-3 0 0,1-2-8 16,0-4-5-16,1 1 15 0,-2-2-2 0,1-1-10 15,-4-1-14-15,3 0 14 0,-3 0-5 0,0 2 9 16,0-3-4-16,-4 7-6 0,1-3 3 0,2 3 6 16,-2-2 1-16,-1 4-12 0,-2-3 5 15,2 3-2-15,-3 2-60 0,3-1 3 0,-3 1 11 16,0 0 2-16,0 0-3 0,-3 1 21 0,3-1-13 15,-3 2 11-15,3-1-14 0,-1 1 11 0,-2 0-11 16,-1-1 14-16,1 3-1 0,-1 0 3 16,1-1 0-16,0 2-8 0,0 0 18 0,2 1-8 15,-2 0-4-15,0 0 7 0,-1 0 0 0,0 1-5 16,1 0 15-16,-1 1-2 0,1-2 4 16,0 1-9-16,-3 2-3 0,6 3 0 0,-7-7 0 15,4 4 8-15,3 3-6 0,-5-7 3 0,-1 5-2 16,6 2 10-16,-4-5-16 0,4 5 6 0,-7-5-6 15,7 5 1-15,-6-3 14 0,6 3-12 0,-7-3 3 16,7 3 2-16,-4-4-10 0,4 4 10 16,-10-3-5-16,10 3-8 0,-7-3 11 0,7 3-8 15,-10-2 10-15,10 2-8 0,-10-2 11 0,10 2-5 16,-7-1-1-16,7 1 1 0,-11-2-1 0,11 2 1 16,-10-1-1-16,10 1-4 0,0 0-3 15,-13 1 2-15,13-1 6 0,-8 2 4 0,8-2-12 16,-10 2 0-16,4 1 5 0,6-3 5 15,-10 3-7-15,2 1-14 0,2 0 16 0,2-2 3 16,-2 3-8-16,-1-1 2 0,0 2-2 0,3 0 5 16,-3 0-10-16,1 2 12 0,0 0-4 15,2-1-6-15,0 3 3 0,0 2 8 0,-2-1-14 16,3 0 14-16,2 2-3 0,-2-1-3 0,3 2 9 16,0 0-1-16,0-1-3 0,0 0-2 0,3 1 0 15,-2 1-7-15,5-2 4 0,-3 0 6 0,5-1-6 16,-2 0-2-16,4-1 15 0,0-1-23 15,1-1 8-15,0-1 3 0,3 0 2 0,2-2-3 16,-1-1-5-16,1-1-2 0,2-2 10 0,1-1 5 16,2 1 0-16,-5-2-2 0,2 0-11 0,0-2 11 15,-2 1-16-15,2-2 8 0,-2 0-5 16,2-1-3-16,-5-1-15 0,1 2 20 0,-4-3-7 16,3 3-21-16,-2-1 3 0,-1 0-19 0,-3 1-1 15,0-1-45-15,0 2-65 0,0-1-111 16,-4 1-103-16,-3 2-329 0,10 0 12 0,-10 0 100 15,0 0 52-15</inkml:trace>
  <inkml:trace contextRef="#ctx0" brushRef="#br0" timeOffset="5331.85">7242 1167 872 0,'-4'-4'282'0,"-2"-1"-21"0,2 0-95 15,1 2-2-15,-4-2-31 0,4-2 6 0,2 2-22 16,-2 0 1-16,-1 0-5 0,1 1-8 0,3-2-18 16,0 6 18-16,-3-8-21 0,3 1 3 15,0 3-15-15,0 4-6 0,0-11-17 0,0 6 23 16,0 0-19-16,3-1 4 0,1 2-9 0,2-3-17 15,-3 2 2-15,1 0 3 0,4 1-5 16,1 0-11-16,-2 1 16 0,-1 0-15 0,3 2 9 16,0 0-12-16,-9 1-7 0,18 2-11 0,-8 2 23 15,0-1-16-15,1 4 3 0,-2-1-4 0,1 2 1 16,1 1-2-16,-4 2 8 0,0 0-3 16,2 1-2-16,-1 1-3 0,-5 1-2 0,1 0 7 15,2 0 0-15,-6 1-5 0,1 1 3 0,-1-2 0 16,0 2-3-16,-1-2 69 0,1-1-18 15,-3 4 3-15,0-2-2 0,-1 1-6 0,1-2-10 16,-1-1 5-16,0 2-5 0,-2-1-5 0,2-3-6 16,1-1-9-16,-3 0 10 0,2 0-21 0,0-3 13 15,0 1 0-15,2-1-3 0,1-1-2 16,-2 0 0-16,0-1-13 0,-1 0 13 0,4-5 3 16,-3 7-9-16,3-3 9 0,0-4-1 0,-3 7-12 15,3-7 23-15,-3 5-3 0,3-5-20 0,-1 5 27 16,1-5-4-16,0 0 2 0,0 0-4 15,0 0-4-15,0 0 26 0,7 4-15 0,-7-4-5 16,0 0 0-16,16-7-1 0,-7 4-7 0,3-1 8 16,-2-1-10-16,2 1-3 0,1-2 2 15,4 0-63-15,-1-1-4 0,2 2 1 0,-1-2 5 16,0 1 11-16,-3 0-1 0,6 1 16 16,-7-2-8-16,2 3 0 0,1-3 7 0,-4 4-12 15,0-2 18-15,0 1-8 0,0 1 3 0,-2-3-1 16,1 4-2-16,-4-1 8 0,0 1 13 0,-1-2-19 15,2 3 11-15,-8 1 10 0,10-4-12 0,-7 2 14 16,-3 2-25-16,7-1 16 0,-7 1-3 0,7-2 5 16,-7 2-11-16,0 0-7 0,7-4-38 15,-7 4-28-15,0 0-26 0,0 0-57 0,0 0-112 16,0 0-297-16,-11 9-210 0,5-5 93 0,-1-1 37 16,0 1 83-16</inkml:trace>
  <inkml:trace contextRef="#ctx0" brushRef="#br0" timeOffset="7915.46">3626 1666 312 0,'-1'10'112'16,"-2"0"-4"-16,-4 0 15 0,6 4-29 0,-2-3 6 16,0 6-18-16,3-4-8 0,-3 2 8 0,2-1-23 15,1 1 26-15,0 0-24 0,0 0-12 0,0 2 10 16,1 1-13-16,2-1-13 0,0 0 3 15,0 0 0-15,1-1-8 0,3 1 5 0,-3-3 3 16,2-1 79-16,1 2-15 0,1-1-3 16,1-3 0-16,-2-1-9 0,3 2-14 0,-2-1 0 15,1-4-2-15,1 0-8 0,-3-2 12 0,4 1 9 16,-4-4-16-16,0 3 8 0,3-3-77 0,-3 0 7 16,-7-2 27-16,16-2-16 0,-5 1-11 15,-4-3 19-15,3 1 5 0,0-4-11 0,-2 2 11 16,1-3 2-16,1-1-2 0,-2-1 17 15,-1-1-9-15,2-1 10 0,-5-1-9 0,3-1 1 0,-3-1 0 16,2-3-5-16,-3 1-3 0,-3-1-4 16,1-3 4-16,-1 0-10 0,-1 1-3 0,1-3 11 15,-3 0-10-15,0-1 7 0,0 1 0 16,-1 1 8-16,0 0-23 0,-2 4 17 0,2-1-9 16,0 3 4-16,1-1 4 0,-3 1-6 0,-2 1 7 15,5 2-7-15,-4 1 5 0,1-1-7 0,2 2-8 16,-3 2 15-16,0 0 3 0,1 1-21 15,2 0 15-15,-5-1-7 0,1 2 5 0,1 3 0 16,0-3 3-16,-2 2-16 0,1 1 8 0,-2-1 5 16,3 4 3-16,-2-1-11 0,1 1 3 15,8 1-15-15,-20 1 9 0,6 1-4 0,1 2 0 16,1 0 0-16,-1 5-19 0,0-1 11 0,-1 0 3 16,4 2-3-16,-5 1-5 0,6 2 0 15,-1 1 2-15,-1 0-10 0,4 1 11 0,-2 0 2 16,5 3 2-16,-2-3-7 0,1 3 10 0,5-1 0 15,-3 0-2-15,6-1-6 0,0 1 3 0,-1-2 0 16,4 0-5-16,0-1 3 0,1-1 4 0,3-1-4 16,1-2 12-16,2 0-2 0,-1-2-8 15,4-1 2-15,-2-3 8 0,3 2 1 0,3-5 1 16,-3 1-9-16,-2 0 10 0,1-1-8 0,1-1 8 16,-3-1-13-16,3-1 7 0,-4 0-1 15,1 1 6-15,-3-2-17 0,3-1 8 0,-4 1-1 16,0-1-9-16,0-1-1 0,0 2-18 0,-3 0-22 15,-1-1-73-15,-2 1-106 0,3 3-147 0,-7 0-105 16,7 0-250-16,-7 0 68 0,0 0 47 16,7 6 61-16</inkml:trace>
  <inkml:trace contextRef="#ctx0" brushRef="#br0" timeOffset="9865.06">2583 3058 788 0,'0'0'233'0,"-3"-7"-13"16,3 7-10-16,-1-6-26 0,1 6-30 16,1-6 4-16,-1 6-19 0,6-6-14 0,-3 2-5 15,4 2-10-15,0 0-10 0,0-2-31 0,-1 4 3 16,4-1 0-16,-10 1-11 0,22 0-17 16,-9 1-1-16,1 3-4 0,2-1-4 0,2 2-4 15,0 3 2-15,1 2 1 0,2 2-14 0,-4 1 1 16,3 2-6-16,1 4-7 0,-1 2 12 15,-2 0-10-15,-5 3 11 0,2 1-6 0,-2 0-10 16,1 0-2-16,-8 0 2 0,1 0 5 0,-3 0 11 16,-1 0-11-16,1 1-10 0,-4 0 0 15,-5-2 10-15,-1 1 6 0,0-1-1 0,-1 0 0 16,-4-4-4-16,1-1-9 0,-3 1 11 0,-2-4-5 16,2-3-6-16,-4 1 11 0,3-5-3 15,0 0 3-15,1-3 10 0,-4-3 21 0,4 2-1 16,2-5 57-16,-3-3-8 0,1 0 3 0,-2-4-3 15,2-1-61-15,2-1-3 0,1 1-13 0,1-3 21 16,2 1-10-16,-1-2 12 0,5 1-5 16,0 1-7-16,-1-4-6 0,4 3-4 0,0-3 7 15,4 3-3-15,-1-4 3 0,3 2-13 0,3 1 1 16,1-1-9-16,2 1 1 0,6-1-26 16,-4 3-18-16,6 1-56 0,1-1-39 0,3 1-43 15,-1 2-113-15,1-1-230 0,0 1-239 0,4 3 106 16,-4-4 36-16,0 1 50 0</inkml:trace>
  <inkml:trace contextRef="#ctx0" brushRef="#br0" timeOffset="10265.36">3481 2989 591 0,'-3'-3'263'0,"-3"-2"-48"0,2 2-15 15,-3 0-23-15,0-1-19 0,0 4 11 0,7 0-59 16,-14 0 3-16,4 0-8 0,1 4-13 0,1-3-18 16,-2 1 6-16,0 3-21 0,3 1-6 15,-3 1 19-15,2 5-18 0,-1 0-3 0,2 1-10 16,-1 4-5-16,2-3 7 0,2 5-15 15,1 0-5-15,0 0 11 0,3 1-6 0,0 2 10 0,3-1-10 16,-3 1 11-16,4 0-19 0,2 2-4 16,-2-1 7-16,4 2 7 0,1-4-24 0,-3 3 6 15,1-2 75-15,1 3-17 0,-1-4 1 16,2 2 1-16,-2 0-16 0,0-3-12 0,0 2 15 16,-3-2-21-16,2-2 8 0,-5 2-5 0,2-2-5 15,0 0-11-15,-3-2-17 0,0-1-59 0,0-2-141 16,-6 4-302-16,5-5-256 0,-2-2 84 15,-3 0 44-15,2-3 85 0</inkml:trace>
  <inkml:trace contextRef="#ctx0" brushRef="#br0" timeOffset="10465.45">3225 3579 1144 0,'0'0'297'0,"-3"-9"-18"0,3 3-13 15,0 1-33-15,0-2-21 0,3 0-27 0,1-2-17 16,3 0-27-16,2 0-8 0,6 0-5 16,1-4-13-16,1 5-10 0,4-3-20 0,-4 2-11 15,4 1-7-15,0 0-29 0,2 1-56 0,-5 1-30 16,5 2-78-16,-6 0-38 0,1 0-194 16,1 2-366-16,-1 2 35 0,-5 0 77 0,1-4 64 15</inkml:trace>
  <inkml:trace contextRef="#ctx0" brushRef="#br0" timeOffset="10833.2">2562 4121 954 0,'0'0'330'16,"18"-15"-43"-16,-8 10-18 0,4-3-26 0,5 1-18 16,5-3-15-16,4-3-20 0,6 3-16 0,14-7-21 15,-3 1-14-15,6-1 9 0,-3 2-17 16,3-2-24-16,-1 2 6 0,2 1-24 0,0 0-20 15,0 2-12-15,1-1 4 0,-8 5 1 0,-10 1-16 16,2 0 10-16,-6 2-23 0,-1 4-5 16,-3-4-58-16,-5 5-19 0,-2 0-23 0,-3 1-61 15,-4 3-87-15,-2 0-225 0,-5 5-351 0,-2-2 89 16,-4 1 80-16,-4 5 49 0</inkml:trace>
  <inkml:trace contextRef="#ctx0" brushRef="#br0" timeOffset="11315.37">2774 4361 1231 0,'0'-5'343'0,"0"0"-36"16,0-1-38-16,0 6-19 0,3-11-29 15,0 5-17-15,5-1-24 0,-2 2-24 0,2-2 5 16,1 1-20-16,5 3-16 0,-1-4-25 0,2 6-8 16,1 0-10-16,-1 1 5 0,4 1-13 15,2 2-12-15,-3 3-16 0,2 3 8 0,0 1-1 16,0 4-14-16,-2-2-9 0,0 5 1 0,1 5 18 16,-4 2-24-16,-2 1 6 0,-2 2-10 15,-2 4-3-15,-5-1-21 0,-1-1 0 0,-6-2 19 16,3 1-9-16,-7 0 6 0,-1 1 3 0,-1 0-6 15,-4-3-2-15,-1 1-3 0,0-4 5 16,-4 1-2-16,2-5-1 0,-1-2-7 0,3-2 18 16,-3-1-5-16,3-4 10 0,0-2-5 0,-2-1 15 15,5-4-2-15,-5-3-13 0,4-1 2 0,-1 1-4 16,3-6 9-16,-1 0 9 0,1-3-9 16,0 0-7-16,4-2-10 0,-1 2 5 0,6-4-8 15,-2 1 15-15,6-4-2 0,-3 1 2 0,8-2 4 16,-1 1-7-16,2-1-4 0,2-1-5 15,6 1-11-15,-4 2-53 0,5 3 7 0,-1-1-35 16,3-2-34-16,-2 5-58 0,4-1-96 0,0 3-578 16,2-1 54-16,0 0 95 0,0-1 66 0,-1 0 67 15,-2 0 33-15</inkml:trace>
  <inkml:trace contextRef="#ctx0" brushRef="#br0" timeOffset="11832.34">3437 4392 916 0,'-4'14'299'15,"4"-9"-22"-15,-3 4-26 0,3 0-24 0,-3 4-22 16,2-2-18-16,-1 4-15 0,2 1-29 16,0 1-7-16,2 2-19 0,-1-3-4 0,2 4-8 15,4-1-28-15,-3-3 2 0,2-1-12 0,1 0 4 16,0 0-7-16,4-1 8 0,-1-1-16 15,4 2 3-15,-1-5-5 0,3 2 15 0,-2-3-5 16,0-5-5-16,3 3 2 0,-3-2-17 0,0-2 10 16,2-3-11-16,-4-3 6 0,0-1-8 15,3-1 5-15,-2-5-13 0,-3-3-7 0,1-1 17 16,-4-4-17-16,-1-1-6 0,-2-3 8 0,-1 2 6 16,-3-2-29-16,-4-3 10 0,1 0-12 0,-4 0 9 15,-3-2-4-15,0 4 0 0,0 1 2 16,0 1 18-16,-1 2 0 0,1-1-12 0,-4 3 17 15,1 4-15-15,3 0 0 0,-2 3-8 16,0 2 3-16,-1 2-3 0,1 2 0 0,-1 0 6 16,-1 4-11-16,1 0 0 0,1 4-5 0,-1-1 0 15,1 3 0-15,0 1 0 0,-1 2 10 0,2 0 3 16,4-1-13-16,1 0-10 0,-1 1 5 0,0-1 7 16,3 1 1-16,1 0-8 0,0-1 7 15,3 0 1-15,0 0-1 0,3-1 9 0,0-2-9 16,2 0-7-16,1 0 13 0,1-1 7 15,3-1-7-15,4 0-11 0,-4-2 11 0,4-1 0 16,0 0-14-16,0 0 9 0,2-4-24 0,-1 2-19 16,1 0 1-16,-1-1-4 0,4 0-29 0,-5 0-30 15,-1-2-44-15,1 2-110 0,-3-1-243 16,2 2-321-16,1 0 91 0,-4-3 69 0,-3 2 68 16,1 2 62-16</inkml:trace>
  <inkml:trace contextRef="#ctx0" brushRef="#br0" timeOffset="12365.37">4568 3631 1021 0,'0'0'353'0,"0"0"-30"0,0 0-11 0,0 0-51 15,0 0-13-15,0 0-17 0,0 0-27 0,21-6-12 16,-8 1-15-16,2 2-36 0,1-3-3 15,5 1-2-15,3-1-19 0,0-2-1 0,-1 0-17 16,1 0-17-16,1 0 3 0,-1 1-3 0,0-1-29 16,-4 1-60-16,4 0 12 0,-3 2-10 0,-1-2-11 15,-3 1 16-15,0 2-7 0,0 0 12 0,1 0-10 16,-5-1 2-16,-3 2-22 0,4 2-50 16,-7-3-17-16,3 4-28 0,-2 0-54 0,1 0-118 15,-5 5-501-15,-1-2 83 0,0 2 53 16,-3-5 35-16,-3 9 71 0</inkml:trace>
  <inkml:trace contextRef="#ctx0" brushRef="#br0" timeOffset="12698.63">4764 4034 1172 0,'3'4'391'0,"-3"-4"-17"16,0 0-46-16,0 0-36 0,0 0-31 16,25-10-23-16,-13 7-10 0,2-4-19 0,3 2-22 15,4-2-25-15,-1 1-19 0,4-2-13 0,0 0-19 16,0-1-4-16,0 0-5 0,3 2-12 16,-3-2-8-16,-3 1-3 0,3 1-12 0,-1 0 10 15,-2-1-34-15,-3 1 1 0,-1 3-1 0,0-2 8 16,-1-1-12-16,-2 3-3 0,-3 0-13 0,-1 1 0 15,1-1 2-15,-1 1-12 0,-1 0 0 16,-1-1-28-16,-2 3-21 0,-6 1-49 0,10-3-45 16,-10 3-47-16,7 0-161 0,-7 0-509 15,4 4 30-15,-1 0 106 0,-3-4 73 0,0 0 50 16,0 0 63-16</inkml:trace>
  <inkml:trace contextRef="#ctx0" brushRef="#br0" timeOffset="14397.76">6610 3039 972 0,'0'-4'336'16,"3"-2"-19"-16,-3 6-28 0,3-8-30 0,-3 4-32 15,4 0-19-15,-1-1-19 0,1 1-10 16,2 0-28-16,1 0-20 0,0 2 0 0,3-3-29 15,-3 4-2-15,4 1-11 0,-2-2-9 0,1 2-11 16,2 2-3-16,1 1-9 0,1 1-4 16,-1 1-9-16,-3-1-3 0,4 5-8 0,-4-1 6 15,4 4-9-15,-7 1-7 0,3 1 11 16,-3 1-4-16,0 1-12 0,0 1-10 0,-4 1 17 16,-3 1-4-16,0 0-3 0,0 2-16 0,-6 0 11 15,2 1 8-15,-4 0-6 0,2-1-10 16,-1 0 0-16,-3-2 8 0,-1 1 0 0,1-1-5 0,1 0 4 15,-2 0 4-15,1-3 2 0,0 0-13 16,-1-2-3-16,1 2-4 0,3-3 2 0,-4-1-3 16,5-1 3-16,-1-1-5 0,1-2 5 15,2 1 3-15,-3-2 12 0,3-2-5 0,1 1 1 16,0 1 9-16,0-3-12 0,0 0-65 0,3-4 6 16,-1 5 5-16,1-5 28 0,-3 8-7 15,3-8 4-15,0 0 11 0,0 0 2 0,3 4-2 0,-3-4 7 16,13-2 8-16,-13 2-10 0,25-5 8 15,-5 0-8-15,0 0 5 0,5-2 2 0,2 2 1 16,7-3-1-16,0 0-7 0,3 1 21 0,2-1-21 16,-5 1 5-16,3 0 0 0,-3 2 7 0,-6 0-2 15,-1 1-7-15,-3-1 15 0,-4 2-24 16,1-1 11-16,-6 2 6 0,-2 0-12 0,0-1 6 16,1 0 6-16,-4 2-17 0,0-1-2 15,-2 2-12-15,1-4-26 0,-9 4-26 0,10 0-41 16,-7-1-76-16,-3 1-62 0,5-2-141 0,-5 2-340 15,0 0 33-15,3-1 79 0,-3 1 62 0,0 0 41 16</inkml:trace>
  <inkml:trace contextRef="#ctx0" brushRef="#br0" timeOffset="15066.2">7450 3213 724 0,'0'-4'279'0,"0"4"-31"0,0 0-23 0,0 0-22 16,0 0-29-16,-3 16-18 0,0-12-5 0,0 5-10 15,2 3-24-15,-2-2-9 0,2 1-1 16,1 4-12-16,-3-1-90 0,3-1 8 0,0 2 10 15,0 1-10-15,0-1 5 0,0 1-13 0,0-2 10 16,3 3-7-16,1-2 12 0,0 0 73 16,2 0-4-16,-2-2-9 0,2 0 9 0,1-2-15 15,0 1 3-15,0-3-8 0,0-1-2 0,3 0 7 16,-2-4 0-16,2 2-84 0,0-3 2 0,0-2 11 16,0-1 2-16,3-1 0 0,-2-1 8 15,2 0 2-15,-2-5-15 0,3 0 23 0,3-3-18 16,-3-4 8-16,3 2 3 0,-1-5-4 15,-1 1 4-15,-5-1 7 0,3-3-3 0,-2 1-12 16,-1-1-3-16,-4-1 8 0,1 1-5 0,-3-1 4 16,-3 3 14-16,1-2-13 0,-1-1-6 0,-2 2 9 15,-2 1 2-15,-1-3-3 0,-2 4-5 16,2 1-2-16,-2-1-3 0,-1 2 5 0,-1 0 1 16,-1 1 4-16,1 1 3 0,-1 2 0 0,-2 0-11 15,-2 2 1-15,-1 1 5 0,3 0-5 0,-2 4-6 16,-1-1 11-16,1 3-3 0,-1-1-10 15,0 3 5-15,0 1 0 0,-3 3-7 0,0-1 4 16,0 2-4-16,0 4 7 0,3-3-5 0,0 4 3 16,-2-1-3-16,1 4 7 0,3-1-17 15,0 1 18-15,3-1-8 0,2 1-3 0,0 1 1 16,0 0 7-16,4-2-5 0,2 2 5 0,2-3-15 16,-1 0 4-16,3 1 14 0,4 0-8 0,-3-4 3 15,2 2 15-15,4-2-8 0,1-1-20 16,2-1 20-16,-2-2 5 0,6-1-5 0,0-3-2 15,3 0 7-15,1-5-17 0,6 3 10 0,-2-4-1 16,1 2-7-16,-2-3-15 0,1-1 0 16,-1 1-57-16,-4-3-100 0,0 3-526 0,-6-1-70 15,-3-1 51-15,-2-1 69 0,-8 1 65 0,-2-4 84 16</inkml:trace>
  <inkml:trace contextRef="#ctx0" brushRef="#br0" timeOffset="18414.4">14992 696 1003 0,'0'0'238'0,"-4"-7"-5"16,1 4-26-16,3 3-22 0,-7-5-24 16,7 5-15-16,-4-4-11 0,4 4-9 0,-9-2-19 15,9 2-12-15,0 0-11 0,-15 6 3 0,8-2-20 16,-2 2-11-16,2 3 8 0,-4 1-10 15,1 3 0-15,0 3-18 0,-1 2 20 0,5 2-18 16,-1 3-9-16,0-2-4 0,4 4 8 0,-1 0 1 16,1 0-9-16,6 2 9 0,1 1-17 0,-1-2 14 15,4 5-13-15,0 0 8 0,3 0-13 16,1-1 4-16,-2-2-4 0,1 2 8 0,1 0-3 16,-4-4 5-16,3-2-26 0,-3-1 16 0,0-2 0 15,-3 0 2-15,2-3 3 0,-3 0 5 16,0 0-10-16,-2 0-3 0,-1-4 0 0,-1 2 6 15,-2-2 4-15,0-2-43 0,0-1-33 0,-4 2-57 16,1-5-51-16,-2 0-143 0,1 1-438 16,0-6 75-16,-2 2 32 0,-2-5 60 0</inkml:trace>
  <inkml:trace contextRef="#ctx0" brushRef="#br0" timeOffset="18614.2">14731 1355 819 0,'-3'-5'281'15,"3"5"-15"-15,0-9-25 0,0 4-11 16,0 0-27-16,3-1-19 0,1-2-15 0,0 1-21 16,3-1-7-16,6-2-16 0,1 1-7 0,-1-1-5 15,8 0-24-15,-1 2-4 0,4-2-16 16,0 1-2-16,1 0-16 0,2 2-23 0,0 0-41 0,0 0-79 16,0 1-97-16,1 0-254 0,-1 0-269 15,1-1 62-15,-4-1 56 0,0 1 69 0</inkml:trace>
  <inkml:trace contextRef="#ctx0" brushRef="#br0" timeOffset="18881.25">15399 876 637 0,'0'0'256'16,"0"0"-36"-16,-14 10-13 0,10 0-28 0,-3 0-4 15,1 5-22-15,2 2-10 0,-2 2 1 0,-2 2-14 16,1 3-22-16,1 0 2 0,2 1-8 16,-2 0-2-16,-2 1-8 0,5-1 64 0,-3 3-15 15,2 3-20-15,4-3-9 0,-3 0-4 16,3 0-11-16,0 0-10 0,0 0-13 0,3 1-2 16,0-2-21-16,1-1-13 0,2 4-25 0,2-5-41 15,-2 0-36-15,1-3-43 0,0-1-65 16,4-6-109-16,-1 2-441 0,0-4 28 0,1-3 59 0,2-2 64 15,-3-6 72-15</inkml:trace>
  <inkml:trace contextRef="#ctx0" brushRef="#br0" timeOffset="19380.74">15620 1325 1075 0,'0'0'263'0,"0"-8"-27"0,0 8-29 16,-6-4-23-16,6 4-22 0,0 0-22 0,0 0-9 15,0 0-8-15,-7 12 0 0,4-5-18 0,3 2-16 16,-3 1-12-16,6 2-16 0,-3-2 14 16,3 2-16-16,0-1-1 0,-2 3-4 0,5-1-8 15,-2 2-10-15,2-3 2 0,2 1 1 0,2-1-6 16,-1-2 6-16,-1 0-9 0,2-2 9 16,0 0-9-16,1-2 11 0,-1-2-15 0,0 0 10 15,1-2-13-15,2-2 7 0,-6-1 1 0,4-2-8 16,-1-3 5-16,2 0-20 0,-4-4 18 0,2-2-3 15,-3-1 0-15,-1-3-13 0,-2-2-2 16,0-1 4-16,-1-1-1 0,-3 0 4 0,-3 0 11 16,-1 2-14-16,3-2 1 0,-5 1-10 0,0 1 15 15,-1 1 5-15,0 1 0 0,-7-1 2 0,7 4-7 16,-3 1 10-16,-4 0-10 0,4 2 0 16,-4 1-5-16,4 3 2 0,0 1-2 0,-1 0-5 15,1 2 10-15,0 1-5 0,-1 2-3 0,11 0-2 16,-16 2 2-16,9 2-10 0,0 0 2 15,0 0 9-15,4 2-17 0,-1-1 6 0,1 1 3 16,0 2 0-16,3-2 9 0,0 1-6 0,3 1-14 16,0-1 5-16,1 1 1 0,2 0 9 0,1-1-12 15,1-1 13-15,2 0-8 0,-1 0 8 0,2-2 7 16,0 1-10-16,2 0-2 0,1-2-26 16,-1-1-13-16,1-1-36 0,-4-1-33 0,4 2-53 15,-4-2-34-15,0 0-200 0,1-2-386 16,-1 1 84-16,0-2 41 0,-3-2 52 0,3-2 63 15</inkml:trace>
  <inkml:trace contextRef="#ctx0" brushRef="#br0" timeOffset="19680.74">15962 763 837 0,'0'0'294'0,"0"0"-25"0,0 0-11 0,18 17-27 16,-8-2-11-16,0 3-16 0,1 7-35 0,2 3-12 15,1 2-17-15,2 12-4 0,2-2-3 16,-8-2-18-16,1-4-15 0,-1 12 5 0,-4-6 10 16,-2-5-38-16,2 1-10 0,-6 1 4 0,0-1-2 15,-3-2-7-15,0 0-6 0,-1 0 6 16,-2 0 4-16,-1-4-4 0,-4 2-4 0,1-2-9 15,-3 0-8-15,-1-4 0 0,-3 2-21 0,0-3-50 16,-11 4-116-16,4-2-622 0,1-5-44 0,-4-4 114 16,-1-1 86-16,-3-6 44 0,-3-1 48 15</inkml:trace>
  <inkml:trace contextRef="#ctx0" brushRef="#br0" timeOffset="20747.07">17265 1277 839 0,'0'0'307'15,"0"0"-20"-15,0 0-31 0,0 0-26 0,0 0-17 16,0 0-21-16,20-6-11 0,-9 4-19 0,2-3-11 16,5 1-11-16,-2 0-19 0,2-1-14 0,2 0-15 15,1 3 3-15,-1-3-10 0,0 2-14 16,-2 0-19-16,3 1-17 0,-2 1-30 0,-4-1-61 16,1 2-26-16,-2 0-66 0,0 2-85 0,-4-1-64 15,1 1-412-15,-1 1 66 0,-4 0 37 16,-3 2 63-16</inkml:trace>
  <inkml:trace contextRef="#ctx0" brushRef="#br0" timeOffset="20981.6">17436 1485 870 0,'0'0'353'0,"-3"3"-20"0,3-3-36 0,0 0-23 16,0 0-36-16,0 0-23 0,20 0-11 0,-20 0-30 15,20-3-15-15,-9 0-23 0,2 2 5 0,1 0-16 16,0-2-17-16,3 2-6 0,-4 0-10 0,1-1-10 16,0 2-10-16,-1 0-11 0,-2 0-10 15,-1 0-15-15,0 0-13 0,-2 2-46 0,1-1-25 16,-2 0-60-16,0 2-63 0,0-1-188 16,-3 2-424-16,2-1 38 0,-2-1 95 0,-4-2 76 15,0 0 42-15</inkml:trace>
  <inkml:trace contextRef="#ctx0" brushRef="#br0" timeOffset="22547.08">18916 1102 760 0,'0'-6'258'15,"0"6"-32"-15,-3-5-11 0,3 5-29 0,0 0-32 16,0-5 0-16,0 5-29 0,0 0-5 0,0 0-17 15,0 0-6-15,0 0 0 0,0 0-23 16,-11 15 8-16,5-9-10 0,6 3-11 0,-7 1-4 16,6 2 2-16,-5 0-16 0,3 2 80 0,2 3-13 15,-5 0-25-15,6 2 2 0,-3 0-18 16,3 1 5-16,0 0-8 0,0 0 6 0,3 0-8 16,0 0-18-16,0-1 3 0,1 2-3 15,2-1 0-15,-2-2-10 0,7 1 0 0,-5-2-11 16,1-3 3-16,4 0-12 0,-4 0 2 0,2-3 5 15,1 0-8-15,1-2 8 0,-1-1-8 0,-3-3 6 16,4 0-6-16,2-2 11 0,-3-1 2 16,4-2-10-16,-4 0 8 0,4-2-9 0,-4-3 1 15,3 1 0-15,-2-3-13 0,2 0 16 0,-2-1-6 16,2-3-4-16,-3 0-4 0,1-2 14 0,-1-1-90 16,0-2 20-16,-2-2 8 0,-1-1 0 15,-1 3-2-15,1-3 14 0,-4 1-6 0,4-2 6 16,-6 2 11-16,2-1 1 0,-3-1 4 0,0 2 0 15,-3 1-2-15,2-1 9 0,-3 1-6 0,1 2 12 16,-3-1 5-16,2 0-3 0,1 4 3 16,-4-2-5-16,0 4-5 0,0-2 10 0,0 3-7 15,-2 0-1-15,1 2-7 0,1 1 5 0,-3-1 2 16,0 4 11-16,-1-1-5 0,1 2-1 16,-4-1 3-16,4 3 3 0,-3 1 5 0,-1 1-13 15,4 0-8-15,-4 2 11 0,4-1-6 0,0 2 8 16,-4 0-12-16,4 2 7 0,0 0 0 15,2 1 0-15,-2-1 0 0,1 1-6 0,5 0 1 16,-3 0-2-16,3 1 9 0,1-1 6 0,0 1-8 16,3-1-3-16,0-1 6 0,0 0-1 0,3 0 6 15,0 0-8-15,5 1 8 0,-2-2 5 16,4-2 5-16,0 2-1 0,1-3-6 0,2 0-6 16,2 0-5-16,-2-1-3 0,1-2 1 0,2 0 7 15,-1 0 5-15,1 0-7 0,-1 0-1 0,-2 0 6 16,4-2-16-16,-4-1 0 0,-2 2-22 15,3-1-16-15,-4 0 10 0,4 0-46 0,-4-1-33 16,-3 1-36-16,2 0-146 0,-1-3-445 16,-1 4 53-16,-1-5 52 0,-2 2 30 0,-1-1 80 0</inkml:trace>
  <inkml:trace contextRef="#ctx0" brushRef="#br0" timeOffset="23281.19">19361 655 570 0,'0'21'162'0,"0"-14"-27"15,3 5 11-15,-3-1-20 0,3 3-19 0,-3 1-2 16,4 1-8-16,-4 2-10 0,3 1-12 0,0-2-11 15,0 1-3-15,-2 1 0 0,2-1 1 16,1-1-6-16,-1 1-5 0,-2-2-5 0,-1-1-7 16,3-2 7-16,0 1-15 0,-3-3-6 0,3 1-7 15,-3-2 18-15,1-1-10 0,-1-2-1 0,3 1 19 16,-3-2 43-16,0-1-3 0,0 1-2 16,0-6-8-16,0 5 3 0,0-5-10 0,0 0 2 15,0 0-8-15,0 0-12 0,-3-18-1 0,2 9-4 16,-2-1-1-16,3-3 1 0,0 0 2 15,-3-1-5-15,3-3 61 0,0 0-9 0,0 1 1 16,0-1-9-16,0-1-1 0,0-1-25 16,3 3-3-16,0-2-2 0,1 2-72 0,-1 0 0 0,1 0-5 15,3-1 0-15,0 3 5 0,2-1 18 16,-2 2-15-16,4-1 5 0,-1 4 12 0,-3 0-17 16,4 0 5-16,-1 2-8 0,-1 2 10 15,-2 0 8-15,4 4-2 0,-4-1-6 0,3 3 5 16,1 3-12-16,-2-1 12 0,1 7-2 0,-2 0 0 15,2 4 5-15,-3 1 18 0,2 2-21 0,-1 3 6 16,-2 1 0-16,1 4 7 0,0 0-8 16,-4-2 4-16,5 0-4 0,-2 1 8 0,1-2-10 15,-1 0 3-15,-2-3 5 0,3-1 2 0,-3-2-8 16,2 1-4-16,-2-3 4 0,2 0-7 0,-2-3 10 16,0-1-7-16,2 0 12 0,-2 0-5 15,2-3 3-15,1 1 5 0,1-4 12 16,-2 0-7-16,4-1-18 0,0 0-20 0,-2-2-32 0,2 0-68 15,-1-3-118-15,-1 3-558 0,-1-1 105 0,-1-2 33 16,-6 3 80-16,4-6 38 0</inkml:trace>
  <inkml:trace contextRef="#ctx0" brushRef="#br0" timeOffset="24430.14">15081 2366 744 0,'-3'-6'272'0,"3"-1"-27"0,-1 0-14 16,1 3-90-16,0-2-13 0,0 6-3 0,0-10-20 15,1 4 0-15,2 0-18 0,0 0-15 0,1 2-3 16,2 0-8-16,-3 0-2 0,4 2-5 15,1 0-11-15,1 1-2 0,1 1 5 0,1 1-18 16,3 3 8-16,3 1-2 0,-3 2-4 0,6 4-14 16,-3 1 7-16,3 3-11 0,1 5 14 15,-1 2-16-15,-2 1 6 0,-1 1-9 0,0 1 11 16,-4 1-10-16,1 1 2 0,-4 1-7 0,-3-5-3 16,0 1 10-16,-3 1-2 0,-1-2-8 15,-3-1 0-15,0-2 10 0,-3 0-8 0,-1 1-7 16,-3-1 13-16,0-1 12 0,-3 0-9 0,4-4 14 15,-5 1-2-15,1-4 8 0,-3-1-8 16,2-1 16-16,1-1 1 0,0-3 65 0,-4-1-7 16,4-2 17-16,-4-1-13 0,4-4-20 0,0 1 21 15,-4-1-19-15,7-1 24 0,-3-2-21 16,-1 0-11-16,4-1 1 0,1 0-5 0,2-2-11 16,-2 0-2-16,2-1-15 0,3-1 2 15,1 1 5-15,0 0-5 0,1-3-3 0,3 4-17 0,2-3 2 16,-2 1-5-16,3 1-2 0,2-3-29 15,2 4 6-15,-1-2-6 0,0 3-46 0,4 0-28 16,-1 3-36-16,-1-2-63 0,1 3-175 0,4-2-458 16,0 4 28-16,0-3 103 0,0 1 84 15,4-2 46-15</inkml:trace>
  <inkml:trace contextRef="#ctx0" brushRef="#br0" timeOffset="24779.87">15956 2233 793 0,'-7'-8'346'0,"0"2"-37"0,4 1-27 0,-5 2-31 15,5 0-21-15,3 3-20 0,-7-2-21 0,7 2-22 16,-9-1-19-16,9 1-12 0,-11 6-18 15,4-1-3-15,0 0-3 0,1 7-19 0,-2-1-6 16,1 3-11-16,1 1-9 0,-1 3-8 0,1 2-3 16,1 2 0-16,2 3-9 0,0-4 1 0,0 4 8 15,3-2-7-15,0 3-3 0,3-1-5 16,-3 1-8-16,3-1 1 0,0 0-6 0,2 0-3 16,1 0 1-16,-2-1 0 0,2 0 2 15,-2-1 8-15,2-2-11 0,2 4-15 0,-2-4 3 16,-2 0-28-16,2 1-18 0,-2-4-39 0,3-1-56 15,-4-1-72-15,-2 0-283 0,2-1-319 0,-3-3 45 16,0-2 117-16,-3-3 51 0,3 1 80 0</inkml:trace>
  <inkml:trace contextRef="#ctx0" brushRef="#br0" timeOffset="25030.87">15709 2795 1108 0,'-6'-3'381'0,"3"-1"-89"16,3 4-36-16,-4-7-18 0,4 2-23 0,0 5-18 16,-3-9-30-16,6 3 9 0,1-2-22 0,5 1-19 15,1-1-14-15,4-2-4 0,0-1-1 0,7 0-22 16,3 0-14-16,3-1 4 0,1-1-17 16,2 1 12-16,1 4-25 0,3-3-3 0,-6 5-10 15,-2-1-28-15,2 2-23 0,-1 1-44 0,-3 1-51 16,-3 3-108-16,-1 0-109 0,-2 5-469 15,-2-1 67-15,-5 1 53 0,-4 0 59 0,-4 1 69 16</inkml:trace>
  <inkml:trace contextRef="#ctx0" brushRef="#br0" timeOffset="25314.05">15152 3214 934 0,'0'0'289'16,"0"0"-20"-16,0 0-26 0,0 0-31 0,0 0-7 16,0 0-21-16,28-11-15 0,-12 8-7 15,8-5-29-15,1 0-3 0,6-1 55 0,6-3-22 16,15-1-29-16,2-1 6 0,-3 3-9 0,0-1-21 15,1 1-13-15,-5 4-7 0,-5 0-6 0,-1 4-35 16,0-1-62-16,-7 2-53 0,0 1-88 16,-4 2-207-16,-2 3-409 0,-7 1 22 0,-1-1 95 15,-10 0 60-15,-6 2 81 0</inkml:trace>
  <inkml:trace contextRef="#ctx0" brushRef="#br0" timeOffset="25749.9">15385 3452 893 0,'-7'-7'348'0,"7"4"-26"16,0 3-43-16,0-7-30 0,0 7-21 0,3-8-19 15,1 6-24-15,3-2-24 0,-1 3-15 16,4-1-21-16,1 2-7 0,2 2-16 0,5 3 1 15,2-1-21-15,1 5-11 0,0 3 9 16,-1-2-3-16,4 7-13 0,-3 1-16 0,2 0 1 0,-6 4-11 16,1-1-2-16,-5 1 0 0,1 0-3 15,-7-1-5-15,-1 3-5 0,-5-2 0 0,2-1-10 16,-7 4 8-16,-2-2-8 0,-1 1 2 0,-1 0-7 16,-5-5-1-16,-1 3 6 0,-2-2-13 15,1-2 0-15,-1-2 15 0,-2 0 1 0,2-5-1 16,-2 0-5-16,2-3-7 0,-2-4 30 0,5 1 0 15,-1-4 1-15,0-1 4 0,0-1-2 0,1-2 15 16,3 0-15-16,-1-4 5 0,1 2 5 0,3-2-18 16,0-2-2-16,4 0 2 0,2-4 10 15,-2 2-15-15,3-2 0 0,4 1 0 0,-1-2 8 16,5-1-3-16,1 2-10 0,1-1 0 16,5-1 0-16,-2 4-120 0,5-3-6 0,1 2-28 15,-1-1-61-15,6 5-43 0,-4-3-193 0,7 2-404 16,-3 1 97-16,1 0 67 0,2-2 46 15,-3 2 64-15</inkml:trace>
  <inkml:trace contextRef="#ctx0" brushRef="#br0" timeOffset="26246.36">16001 3584 1098 0,'-5'17'304'0,"-1"-1"-22"15,5 1-47-15,-2-1-9 0,0-3-19 0,0 2-2 16,3 2-31-16,0 1-18 0,3-2-10 16,-3 1-13-16,6 1-13 0,-2 2-5 0,4-1-17 15,-2-1-14-15,4-1-7 0,0-1 2 0,1-2-7 16,2 2-18-16,1-5 7 0,-1-2-12 0,-2 0-1 16,3-1 16-16,-1-3-7 0,4-2-9 0,-6-1 6 15,3-4-5-15,-1-1-14 0,4-3 4 16,-6-3-1-16,2-2 3 0,-2-5-10 0,-1-2-11 15,-4-6 9-15,2-5-17 0,-2-3-65 16,-3-3-1-16,-2 6 3 0,-5 0 17 0,4 1 1 16,-6 2-5-16,1-2 10 0,2 6 7 0,-4-1 6 15,1 4 10-15,-1 2-11 0,-4 3 24 16,1-1-3-16,-3 7-20 0,-4-2 4 16,-1 3 11-16,-2 3-2 0,-1 4-6 0,5 0 13 0,-5 0-7 15,3 3 4-15,-1 3 1 0,1 2-1 0,5 0-12 16,-5 2 13-16,8 1-6 0,-1 1-7 0,2 1 13 15,2 0 2-15,4-1-5 0,2 0 7 16,2 1-4-16,-1-1 5 0,6-3-6 0,1 2-2 16,7-2 3-16,-1 0-6 0,5-1 16 0,-2-2-8 15,5-2 3-15,3-1 5 0,0-6 2 16,0 3-15-16,6-3 8 0,-2 0-29 0,0-5-7 16,-1 1-8-16,4-2-59 0,-4 0-68 0,4-4-91 15,-4 1-457-15,1-2-14 0,-5-1 34 16,1-3 64-16,0-1 66 0</inkml:trace>
  <inkml:trace contextRef="#ctx0" brushRef="#br0" timeOffset="26514.08">16968 3113 957 0,'0'0'374'0,"6"-2"-29"16,-6 2-45-16,7-3-32 0,-7 3-19 0,11-2-27 15,-2 0-25-15,-2 1-15 0,4-1-15 0,2 1-14 16,2-3-12-16,-2 2-18 0,5-3-21 0,1 4-12 16,2-2-26-16,-4-1-26 0,3 1-38 15,1 2-43-15,-1-1-67 0,-2 2-93 0,-5 0-260 16,4 0-302-16,-3 0 56 0,0 1 74 15,-7 0 72-15</inkml:trace>
  <inkml:trace contextRef="#ctx0" brushRef="#br0" timeOffset="26764.1">17076 3325 742 0,'0'0'263'0,"-3"3"-12"0,3-3-5 15,0 0 43-15,-3 6-12 0,3-6-24 0,0 0-17 16,0 0-19-16,17 2-20 0,-7-3-15 16,-10 1-23-16,21-1-11 0,-8 1-4 0,2-3-19 15,-2 0-5-15,4 1-28 0,-3 1-10 16,3-3-5-16,0 0-10 0,0 1 2 0,-4 2 0 0,2-2-10 16,-2 2-13-16,-3-4 5 0,1 3-18 0,-1 1-10 15,1 0-41-15,-2-3-35 0,-9 4-42 16,11 0-94-16,-2 0-293 0,-4 0-327 0,1 0 54 15,-6 0 59-15,0 0 84 0,13-2 57 16</inkml:trace>
  <inkml:trace contextRef="#ctx0" brushRef="#br0" timeOffset="28063.35">18475 2754 685 0,'0'0'246'16,"0"0"-23"-16,0 0-11 0,-3 22-30 0,6-13-16 15,0 2-14-15,1 1 45 0,-1 1-8 0,1 2-25 16,3 0-11-16,0 0-19 0,-1 2-12 0,-2-4-12 15,2 4-12-15,-2-2-14 0,3-1 3 16,-3 0-20-16,-1-1-3 0,0-3-5 0,0 2-3 16,0-3-10-16,-2-1 5 0,2 0-7 0,-3 1 4 15,3-5-4-15,-3 3 12 0,0-2 16 16,4 0-6-16,-4-5 9 0,0 0-6 0,0 0-13 16,0 0-5-16,0 0 8 0,0 0-26 15,0 0-12-15,-11-25 30 0,8 17-23 0,3-5 0 16,-3-2 6-16,0-3-6 0,3 1-10 0,0-2 2 15,3 1-2-15,-3-3 0 0,3 4 13 0,1-5 10 16,-1 5-21-16,5-5-10 0,-2 3 6 0,1-1-6 16,0 1-2-16,6 1 2 0,-3 1 5 15,0 0-2-15,1 4-10 0,-1 0 12 0,0 2-7 16,1 2-8-16,-1-1-8 0,0 6 3 0,1-2 5 16,-1 4 2-16,3 1-17 0,-2 1 5 15,-1 3 15-15,0 1 0 0,1 5-7 0,2 0 4 16,-2 2 3-16,-4 1-2 0,3 1 12 15,-1 7-10-15,2-1 3 0,-7 0-8 0,5 2 5 16,-2 0 0-16,-2 3-2 0,1-2-1 0,-2 0 19 16,2 2-21-16,0 1 7 0,-5-2-4 0,6-1 0 15,-3 3 2-15,2-4-3 0,-2 2-4 0,-1-4 12 16,3 1-2-16,-2-3-11 0,0 1 11 16,2-3-1-16,-2 0 4 0,-1-2-6 0,1-3 10 15,-1 0-7-15,0 1 0 0,1-2-1 0,0-1-2 16,-1-4-7-16,0 3 17 0,-2-1-2 15,2-2 2-15,-3-4-7 0,3 4-3 0,-3-4 3 16,3 4-21-16,-3-4-10 0,0 0-41 0,0 0-51 16,4 0-108-16,-4 0-591 0,0 0-10 0,0 0 92 15,0 0 69-15,0 0 69 0,-7-12 67 16</inkml:trace>
  <inkml:trace contextRef="#ctx0" brushRef="#br0" timeOffset="29063.38">19353 2685 816 0,'-6'-6'230'16,"6"6"-15"-16,-1-4-28 0,1 4-18 16,-3-4-15-16,3 4-6 0,0 0-25 0,0 0-15 15,0 0-1-15,0 0-20 0,-13 12-7 0,10-4-4 16,-2 1-14-16,2 2-3 0,-3-1 10 15,2 7-3-15,1-3 52 0,0 4-10 0,-1 0-1 16,1-3 1-16,-1 3-21 0,4 0 0 0,-1 1 7 16,1-2-22-16,0 2-8 0,1-2-13 15,-1 0 3-15,4 0-3 0,-1 1-2 0,1-4 5 16,2 3-6-16,1-3-7 0,-1-1 0 0,2 1 0 16,-1-3-8-16,3 1-7 0,-4-4-1 0,5 1 4 15,-1-3 6-15,0 1-9 0,1-4 20 16,-1 1-18-16,0-3 0 0,4 3 8 0,-1-4-5 15,1 0 2-15,-1-4 6 0,-1 2 2 16,1-4-16-16,0 1-7 0,1-1 8 0,-4-2-16 16,4-1 18-16,-4 0-13 0,3-3 11 0,-2 1-3 15,-4-3 0-15,3 1-13 0,-2-3 1 0,1 0 1 16,-5-1-1-16,2 0 4 0,-2-2-5 16,-1-1-2-16,1 1-3 0,-3 0 10 0,-1 0-4 15,-1 1 9-15,1 0 3 0,-4 3-28 0,4-2 33 16,-6 0 6-16,5 2-14 0,-5 1-5 0,2 0 21 15,-2 1-10-15,-2 1-6 0,2-1 1 16,-1 4-19-16,-3-1 14 0,2 2-6 0,-1 0 5 16,-1 3-7-16,-1-2 0 0,1 2 4 15,0 1-12-15,-4 0 6 0,4 2 9 0,-3-1-10 16,1 3 8-16,-1 0-8 0,-1 3 5 0,1-1-12 16,3 1 2-16,-4 0 2 0,1 1-7 0,2 2 2 15,-3 3 9-15,4-2-14 0,-1 1 5 0,1 2 3 16,1 0-7-16,-2 2-4 0,4-1 22 15,1-1-1-15,2 1 3 0,1 0-18 0,-1 0 7 16,3 1 6-16,-2 0-13 0,6 0 5 0,-3 1 7 16,1-3-9-16,3 2 2 0,3-2-8 15,-1-1 6-15,1 0 4 0,-1-1 3 0,5 0 6 16,3 1-17-16,0-3 19 0,2 0-72 0,-1-5-10 16,4 1 21-16,-1-1 7 0,3-1 2 15,-1-1 6-15,1-1 0 0,-1 1 17 0,0-3 1 0,-5 0-6 16,4 0 9-16,-5 1 4 0,-3-1-5 15,3 0-5-15,-4-2 0 0,0 4-7 0,0-3-16 16,0 2-23-16,-6 0-8 0,2-1-28 16,-2 1-81-16,-1-2-19 0,-3 4-107 0,0 1-425 15,0-6 0-15,0 6 51 0,-7-4 69 0,4 0 80 16</inkml:trace>
  <inkml:trace contextRef="#ctx0" brushRef="#br0" timeOffset="29763.38">19678 2033 511 0,'0'0'192'16,"0"0"-15"-16,7 18-29 0,-7-9 1 15,3 2-11-15,1 4-18 0,0 1-7 0,-1 2-16 16,0 0 3-16,-2 2-28 0,2-1 5 0,0 0-16 15,1 6 1-15,-1-2-6 0,0-4-13 16,0 1 14-16,-2 0-9 0,3-2-9 0,-1 0-9 16,0-1 11-16,-3-2-20 0,0 0 22 0,3-3-20 15,-3-2 13-15,1 2-13 0,-1-4 13 0,0-1 54 16,0-1-8-16,0-1-3 0,0 0-2 16,0-5-13-16,0 0-8 0,0 0-2 0,0 0-11 15,0 0-4-15,-4-25 17 0,1 13-23 16,3-2 29-16,0-1 38 0,0-4 7 0,0 1-10 15,0-1-17-15,0-2-14 0,3 2-61 0,-3 1 3 16,4 0-8-16,-1 0 36 0,0 2-16 16,1-1-12-16,-1 3 0 0,0 1 2 0,2 1-7 15,-2 0-9-15,3 2 6 0,-5 0 6 0,5 2 1 16,-3-1 11-16,1 3-23 0,3 1 15 0,-3 0-15 16,2 3 10-16,-6 2-5 0,13 0 3 0,-13 0-3 15,14 9 0-15,-10-1 2 0,3-1 27 16,-1 3-42-16,2 2 20 0,-2 2-12 0,1 0-2 15,-1-1 17-15,-2 4-15 0,4-3-3 0,-5 3 0 16,3-2 21-16,-2 2 0 0,-1-2-16 16,0 2-2-16,1-1 5 0,-1-1-2 0,1 0 2 15,-1-2-3-15,-2-1 6 0,2 0 4 0,0-2 1 16,-3 0 15-16,3 0-28 0,-2-4 5 16,-1 1 18-16,3 0-21 0,-3-2 6 0,3 0-3 15,-3 2 2-15,3-4-14 0,-3 2-34 0,0-5-41 16,4 8-90-16,-4-6-189 0,0-2-428 0,4 3 106 15,-4-3 63-15,0 0 34 0</inkml:trace>
  <inkml:trace contextRef="#ctx0" brushRef="#br0" timeOffset="30079.88">20130 2346 1072 0,'0'0'358'0,"0"-7"-33"0,0 7-35 0,3-3-29 16,-3 3-26-16,7-3-20 0,-4-1-30 16,4 2-11-16,-1 0-18 0,2-2-15 0,2 2-11 15,-3-3-12-15,4 2-21 0,-1-2 6 16,3 1-24-16,-2 0-2 0,2 0-1 0,-2-1-12 15,2 2-7-15,-3 0-11 0,4-2 0 0,-4 2-10 16,0-1 5-16,1 2-5 0,-1-1-8 0,0 0-16 16,-3 0-1-16,0 1-1 0,0-2-48 0,-7 4-52 15,10-3-64-15,-10 3-43 0,7 1-210 16,-7-1-391-16,0 0 45 0,0 0 88 0,0 0 84 16,0 0 48-16</inkml:trace>
  <inkml:trace contextRef="#ctx0" brushRef="#br0" timeOffset="30561.99">20601 1953 854 0,'0'0'251'0,"0"0"-31"16,0 0-17-16,4 14-24 0,-4-6-26 0,3 3-12 15,-3 1 67-15,3 3-29 0,-3 2-13 0,3-1-12 16,-2 4-19-16,2-1-14 0,-3-1-16 16,4 2-8-16,-1 2 3 0,-2-3-13 0,-1 2-13 15,3 0 8-15,0-2-8 0,-3 0-20 0,3 0-8 16,-2-3 5-16,-1 1-7 0,3-3-3 15,-3-1 0-15,3-1-16 0,-3-1 6 0,0-3 20 16,0 1 5-16,0-1 13 0,3-1 8 0,-3 0 5 16,0-4 3-16,0-3-21 0,1 6 0 0,-1-6-3 15,0 0-5-15,0 0 8 0,0 0-23 16,3-23 8-16,1 13 0 0,-4-3-6 0,0-2-5 16,0-4-9-16,0 1-1 0,0-5-77 0,0-4 1 15,3 2 27-15,-3-1-7 0,0-2-11 16,0 0 11-16,-3 2 3 0,6 1 4 0,-3 3 1 15,0 1-6-15,0 2 18 0,-3 1-7 0,3 2 2 16,0 1-20-16,0 2-57 0,0 1-61 0,0 1-133 16,-4 1-545-16,4 4 51 0,-3-2 69 0,-1 4 74 15,1-3 62-15</inkml:trace>
  <inkml:trace contextRef="#ctx0" brushRef="#br0" timeOffset="42111.16">14192 498 435 0,'0'0'143'0,"0"0"-18"15,0 0 6-15,-3-2-6 0,3 2-9 0,0 0-14 16,-8 17-7-16,5-9-26 0,-1 6 0 0,1 2 10 16,0 2-15-16,3 2 8 0,-3 5-6 0,3 5-14 15,-1-1 4-15,2 9-13 0,-1-1 4 16,3 3 9-16,0 11-8 0,0 1-4 0,4 1 10 16,-3-2 2-16,3 0-12 0,-1 1-1 15,1 1-12-15,0 2 5 0,1-1 5 16,1 0-21-16,1 3 26 0,1 2 0 0,-4-3-10 0,3 2-8 15,1 1-2-15,-2-1 7 0,1-2 3 16,1 0-5-16,-1-1-3 0,0 5 0 0,1-2-2 16,-1-1-1-16,3 0 1 0,-2-4-3 0,-1 0-3 15,0 2-2-15,1 1-8 0,-1 0 11 16,0-3 2-16,1-1-10 0,-1-5-3 0,0 1 5 16,0 2 8-16,0 0-23 0,-3-4 5 0,0-5-7 15,3-8 10-15,-6 2-3 0,6 13-8 16,1-1 3-16,-4-9 0 0,-1-5 5 0,1 1 8 15,3-1-3-15,-6 0 1 0,2 1-11 0,1 3 5 16,3 9 2-16,-2-6 4 0,-2-6-73 0,1 0 3 16,-1 4 6-16,2-4 1 0,-1 1 9 15,3 13-3-15,-1 2 7 0,2 0 11 0,-4-9 5 16,0-6-5-16,-1 0 8 0,-1-1 2 0,4 0 0 16,-5-1 15-16,3 2-2 0,3 0 2 15,0 12 6-15,0-1-13 0,-3-9 7 0,0-4-12 16,0-1 12-16,0 0 11 0,-1 0-13 15,2-4 7-15,-2 3-17 0,-2-5 28 0,2-1-5 0,-2 1-3 16,-1-1-18-16,5 0 15 0,-5 0 1 16,3 0 7-16,-2 0-12 0,-1-1-1 0,1-3 3 15,2-2-23-15,-2-1 10 0,0 0 16 0,-1 0-1 16,0-1 16-16,1-2-10 0,-1 2 0 16,0-3-8-16,1 3 7 0,-1-6-2 0,1 0-15 15,0 0 20-15,2 0-2 0,-3-3 8 16,1 2-9-16,-1-2 19 0,3 1-16 0,-5-1-2 15,6-1 7-15,0 0 16 0,-1 0 17 0,1-2-14 16,1 2-16-16,2 0-16 0,0 0 11 16,4 0 18-16,-4-4-1 0,7 3-14 0,-3-2-6 0,3 0 8 15,-1-1 0-15,2-1 7 0,2 1-17 16,-2-2-3-16,2-1 11 0,-3 0-14 0,4 0 3 16,-2-1-2-16,2 1 12 0,0-4 1 0,3 0-1 15,-4 0-7-15,5 1-1 0,2-4 11 16,0 1-2-16,1 0 58 0,3-4 10 0,3 0-12 15,0 0-11-15,0 2 8 0,0-3-17 16,-3 3-1-16,3-4-13 0,0 1 11 0,0 3 2 16,4-3 0-16,-1 3-20 0,-2-4 2 0,-1 6-2 15,3-4 7-15,1 4-2 0,-3-2-10 16,-1 0-8-16,0-1 0 0,0 2-8 0,0 0 5 0,-3 0 8 16,-4 3-2-16,1-4 4 0,2 2-14 15,-2-1-65-15,2 0-15 0,-2 2 20 0,-1-3 6 16,7 0 2-16,-3 0 10 0,3 0-5 0,-3 1 13 15,3-1 5-15,3-1-13 0,-5 1 11 16,5 1 7-16,1-1-2 0,-1 1 10 0,-2 1 0 16,2-2-1-16,0 1 6 0,-3 1-10 0,2 2 0 15,-7-3 5-15,6 0 15 0,-4 5-5 16,3-6-7-16,-3 3 4 0,3 0 8 0,-3-1-12 16,0 0-11-16,3-2 0 0,3 4 18 0,-3-4 6 15,3 2-17-15,-1-1-1 0,-2 2 9 0,3-2-4 16,0 1 7-16,-3-1 5 0,4 2-10 15,0-2 5-15,0 1-7 0,-1-1 2 16,0 2 10-16,-3-1-5 0,5 0-5 0,-2 2 8 0,-6 0-3 16,0 0-10-16,3 0 15 0,-3 1-5 0,0-1-2 15,6-1-8-15,0 0 7 0,1 1 8 16,-3-1-12-16,2 2 7 0,-3-3-13 0,3-1 13 16,-2 3-2-16,3-2-3 0,-1 1 18 15,1-1-16-15,2 1 3 0,-1 2-5 0,1-3-10 16,1 1 23-16,-2 2 0 0,1-4-23 0,1 4-1 15,-4-2 16-15,5 3-20 0,-5 0 13 0,1-3 4 16,-4 2-4-16,-3-2-4 0,7 2 6 16,-1-2-7-16,1 2 12 0,-1-3-8 0,1 2 8 15,0-3-2-15,-1 2-6 0,1 1-2 0,2-2 10 16,-1 3-2-16,1-2 2 0,-5 1-15 0,5-1 10 16,-1 3 8-16,1-4-1 0,-3 3-17 15,-2-2 10-15,6 1 10 0,-10 1 6 0,7-1-22 16,-8-1 12-16,8 1-6 0,-7 0 7 15,3 1 4-15,-4 1-11 0,7-4 2 0,-6 0-7 0,0 3 2 16,0-2-7-16,0 2 10 0,0-2-8 16,-1 1 11-16,-2-1-8 0,2 2 2 0,-2-2-7 15,3 1 23-15,-1 0-18 0,-2 0 2 16,3-2-2-16,0 3 15 0,-1-2-7 0,1 2 5 16,-3-1-11-16,5 0-2 0,-2-1 20 0,-3 2-2 15,3-2-13-15,-1 2 15 0,-2 1-9 0,2-3-12 16,-2 3 12-16,-1-1-1 0,-3 0 0 0,0 1 0 15,0-3-13-15,3 4 13 0,-2-3 3 16,-2 1 0-16,1-1-11 0,-3 1 11 0,3 0-6 16,-1 1 6-16,-2 1 0 0,3-3-3 0,-4 1-3 15,1 2 11-15,0-3-20 0,2 1 7 16,-6 2 5-16,4-2-8 0,-4-1 13 0,4 2-12 16,-4-2-1-16,0 4 8 0,-3-3 3 0,5 2-3 15,-4-2 0-15,-2 2 0 0,4-1 1 0,-6 1-4 16,2 0 11-16,1-2-18 0,-1 1 10 15,1 0-8-15,-4 0 11 0,5-2-3 0,-2 4 3 16,0-3-6-16,1 2 1 0,-4-2-1 0,4 2 11 16,-4-1-18-16,3 0 21 0,-2 2 4 0,-4-5 8 15,3 3 3-15,-2 1-6 0,2-4 1 16,-4 2 5-16,1 2-11 0,1-5 14 0,1 1-6 16,-2-1-8-16,0-2 11 0,0 0-13 0,0-5 30 15,-1 1-40-15,1-2 7 0,0-3-4 16,-3-1 7-16,3-3 2 0,-1-1-2 0,-2-3 8 15,-1 0-6-15,3 0-2 0,-5-4-3 0,3 2 3 16,-4 0 3-16,3-3-19 0,-3 3 3 0,0 0-2 16,0-3 15-16,0-1 8 0,-3 3-6 15,-1-6-12-15,3-1 17 0,-5-1-14 0,3-3-6 16,-4-8 0-16,-3-3 5 0,2-1-13 0,-2-2 14 16,1 0-4-16,-2-2-7 0,1 0 13 0,3 2-3 15,-4-1 8-15,1 0-15 0,0 1 2 16,-1 3 8-16,1 2-13 0,0-1 10 0,-4 1-10 15,1 0 3-15,3 3-6 0,-4 0-2 0,4 8 5 16,-4-7 5-16,4 0-10 0,0 7 0 16,-4-7 12-16,4-1-4 0,0 6 5 0,2 4-6 15,2 0-2-15,2 2 3 0,-2 0-3 0,2-1 10 16,1 4-7-16,-1 2 7 0,0 1-15 16,1 1 10-16,0-2-3 0,-1 3 1 0,1-1 0 15,0 1-9-15,-1-1 6 0,1-1-2 0,-1 4 2 16,0-2 0-16,1 0-8 0,-3 1 13 0,3-1 6 15,-1 1-14-15,1-1 8 0,-1-1-10 0,0-3 18 16,1 2-11-16,-1-6 1 0,1 4-6 0,0 2 14 16,0-2-17-16,-1 0 14 0,4 1-10 15,-3-1 9-15,0 3-7 0,-2 0-5 0,2 1 3 16,-3 0 7-16,2 1-16 0,1 0 11 0,-1 3-5 16,1 1 3-16,-4 1-3 0,3 0 0 0,-2 2-1 15,3-2 9-15,-4 2 7 0,4-1-10 16,-5 3-5-16,4-2 8 0,-2 1 7 0,2 1-13 15,-2 1-4-15,0-2 7 0,1 2-5 0,-1 1 10 16,2 0-3-16,-2 2-9 0,2 0 12 16,1 1-5-16,-1 0-5 0,-3 0 10 0,4 1-10 15,-1 2 5-15,-2-2 7 0,3 0-12 0,-1 2 8 16,1 0 2-16,-1 0-10 0,3 3 12 0,-2-2-14 16,0-1-1-16,0 3-2 0,-1-1 17 15,1 1-9-15,0-1-1 0,0 3 3 0,3-3-2 16,-4 2-14-16,0 0 11 0,1 1 3 0,-1-1-9 15,-2 1 14-15,2 1-6 0,-2-3-2 0,-2 4 3 16,2-1-8-16,-4 1 2 0,3-1-2 0,-4 1 15 16,1 0-13-16,0 0 0 0,-4 0 6 15,4 0-1-15,-7 1-2 0,3-1 18 0,-3 0-8 16,0 1-10-16,-1-1-5 0,-1 0 20 0,-5 0-13 16,3 2 6-16,0 0-1 0,-2-2-9 0,-1 0 4 15,3 0 3-15,-4 0-2 0,2 0 9 0,-1 1 1 16,0-1 7-16,0 0-7 0,1 0-10 15,-5 1-11-15,4-1 5 0,-6 1 3 0,5 1 7 16,1-2-9-16,-2 0 9 0,-2 1-12 0,-2-1 10 16,-1 2 5-16,3-2-7 0,-3 2 4 15,-2-1-9-15,2-1 7 0,0 2-8 0,-3-2 5 16,-1 0 3-16,1 1 0 0,-1-1-7 0,-8 2 4 16,5-1 11-16,-4-1-16 0,-1 0-5 0,1 2 3 15,1 0 10-15,0-2 3 0,-4 2-3 16,5 0-13-16,-4 0 0 0,2-1 0 0,4 1 3 15,-2-1 2-15,2-1 1 0,4 2-4 0,3 0 19 16,-3-1-16-16,3-1 21 0,0 2-15 16,-3-2-1-16,3 1 1 0,0 2-6 0,-2-1 3 15,-2-1 2-15,-2 0 3 0,3 3 5 0,-5-3-12 16,2 3 12-16,-3-1-16 0,9 0 14 0,-3-1 10 16,0 1-16-16,3 1 1 0,-4-3 4 0,4 4-12 15,-3-3 2-15,3 1 11 0,0 1-3 0,1-3-5 16,-1 1 7-16,0 1-7 0,0-3-2 0,0 1 12 15,-3 1 2-15,0-1-17 0,0 0 13 16,-6 1-3-16,-2 1-5 0,1-1-1 0,1 1 9 16,-2 1-8-16,1-1 0 0,-3-2 0 0,2 2-8 15,2 0 8-15,-1-2 5 0,-1 3 2 16,-1-3-7-16,5 1 3 0,7 1-1 0,-4-3-10 16,-6 2 16-16,4 1 10 0,3-1-21 0,-8-2-2 15,2 1 12-15,-1 1-4 0,-1-1 2 0,-2 2-5 16,0-2 2-16,-1 1 3 0,-2 0 8 15,2 1-3-15,1-1-5 0,-4-1-13 0,7 3 13 16,-4-3-3-16,4 1 1 0,-3-1-19 0,3 1 24 16,0 1 0-16,0-2-3 0,0 0 2 15,6 1-7-15,-5-2 2 0,-1 3 3 0,-1-2 0 16,2 0 3-16,-1 2 0 0,3-3-3 0,4 0 12 16,-4 0-14-16,4 0-3 0,-3 0 2 0,-2-1-2 15,5-1 13-15,-6 0-1 0,6-1-2 16,0 1-5-16,3 1-5 0,-3 0 5 0,-1-2-2 0,-3 0-3 15,4 1 0-15,3 1 7 0,-3-1-2 16,0 0 3-16,3 2-6 0,0-1-2 0,-2-1 5 16,5 1 3-16,-3 0 9 0,1 0-14 0,2-1 2 15,0 0-3-15,-2 1 3 0,2-2 0 0,5 2-7 16,-4-2 4-16,2 3 3 0,-2-2 5 16,3 1-2-16,-4-1-6 0,5 2-5 0,-4-2 16 15,-4 4-13-15,4-2 8 0,-4 2-3 0,3-2 2 16,-2 1 1-16,-1 1-6 0,7-2 1 0,-1 1 7 15,2-1-8-15,-1 0 1 0,3 2 2 16,1-2-6-16,3 0 14 0,0 0 2 0,3 0-17 16,-3 0 9-16,4 0-4 0,3 0-3 0,-5 0 10 15,5-2 0-15,0 1 0 0,0 1-15 16,0 0 20-16,3 0-13 0,-4-2 6 0,4 1-3 16,-3 1 0-16,0-2-3 0,3 0 1 0,-3 2 2 15,-1 0 7-15,1-1 1 0,0 1-8 0,-1-3-2 16,-2 2 7-16,3-2-5 0,-4 1 18 0,1 1-16 15,2-3-7-15,-2 1 2 0,-1 1 3 0,0-1 3 16,4 1-3-16,-4-1-8 0,1 1 6 16,-1-1 2-16,0 0 7 0,1-1-4 0,2 1-3 15,-2 3-5-15,-1-3 2 0,1-1 3 0,-1 4-2 16,4-3-1-16,-1 2-4 0,-3 0 4 16,1 1-5-16,3-1-10 0,-4 1 26 0,4 0-16 15,-1 0 3-15,1 0-5 0,-3 1 13 0,2 0-9 16,1-1 12-16,0 1-12 0,-1 2 4 0,-2-3-3 15,3 4 12-15,-4-1-1 0,4-2 4 16,-4 2-15-16,4 0 0 0,0 0 5 0,-1 0-13 16,1-1 5-16,0 1 16 0,-1 1-8 0,4-1-13 15,1-2 13-15,-1 2 5 0,0 0-18 0,0-2 3 16,1 4-33-16,2 0-32 0,-3 0-27 16,0 4-41-16,4-1-154 0,-1 2-333 0,1-2-112 15,-3-1 61-15,2 1 72 0,-2-5 66 0</inkml:trace>
  <inkml:trace contextRef="#ctx0" brushRef="#br0" timeOffset="49778.08">3547 6911 757 0,'-1'-7'251'15,"-2"3"-31"-15,0-2 5 0,0 3-28 0,2-3-10 16,1 6-10-16,-6-9-18 0,1 6-24 0,2-3-14 16,3 6-4-16,-7-6-24 0,4 4 9 15,3 2-25-15,-10-2-16 0,10 2 3 0,0 0-2 16,-20 4-6-16,13 1-15 0,-4 0 0 0,1 2-8 16,3-1-12-16,-3 3 89 0,-1 1-23 15,5 3-18-15,-4-1 5 0,4 1-15 0,1 0-8 16,2 4-5-16,-1 3 5 0,4-2 6 0,0 1-14 15,1 3 3-15,5 3-12 0,-1-1-4 0,1 1 1 16,4 2-13-16,0 1-3 0,-2 2 18 16,4-6-9-16,-2 4-4 0,2-3-2 15,-2 0 2-15,0-1 3 0,0-1-15 0,0-3 5 0,-3 3-8 16,1-3 8-16,1 0 5 0,-5-1-3 16,2-1-10-16,-3-4 0 0,1 2 3 0,-1-3 0 15,-3 1 10-15,2 0-8 0,-2-3-5 0,-2 0-26 16,-1 1-9-16,0-1-42 0,-1 2-51 15,-2-2-94-15,-1-4-108 0,-1 1-438 0,-1-1 31 16,2-3 64-16,-3 2 92 0,2-6 41 0</inkml:trace>
  <inkml:trace contextRef="#ctx0" brushRef="#br0" timeOffset="49977.84">3270 7525 906 0,'-1'-7'335'0,"1"4"-30"0,0-4-14 16,1-1-32-16,1 1-24 0,2-1-35 16,-1-2 0-16,5 1-93 0,5-4-27 0,-3 2 1 15,5-2-11-15,2 2 1 0,2 1-14 0,2-2-65 16,-1 2-23-16,1 2-81 0,0-1-114 0,3 5-503 16,0-4 76-16,-1 1 31 0,-1-1 56 15</inkml:trace>
  <inkml:trace contextRef="#ctx0" brushRef="#br0" timeOffset="50261.91">3823 6978 862 0,'-3'4'284'0,"-3"0"-23"0,2 3-30 16,1 3-14-16,0 4-22 0,1 3-16 16,2 0-100-16,0 3 13 0,0 8-17 0,4-2-6 15,-3 3-5-15,5 7-3 0,-2-2-15 0,2-1 13 16,1 2-26-16,0-2 6 0,0 0-1 0,3 1-12 16,0-2-18-16,1-3-11 0,2 1-33 15,1-2-23-15,-3 2-38 0,2-4-92 0,-2-3-185 16,-1-3-310-16,3-2 91 0,-3-3 50 0</inkml:trace>
  <inkml:trace contextRef="#ctx0" brushRef="#br0" timeOffset="50727.23">4149 7378 775 0,'0'0'307'0,"-12"14"-30"0,10-6-9 0,1 0-35 16,1 2-12-16,0 1-42 0,0 2 5 16,0 3-28-16,3 0-15 0,1-4-16 0,0 5-12 15,0-2-6-15,2 0-14 0,1-2-6 0,0-1-8 16,3-2-12-16,0 0-6 0,0-2-7 0,1-2-8 16,-1 2 10-16,0-7-5 0,4 1-5 15,-4-4 11-15,4 1-16 0,-4-5-13 0,3-2 13 16,-1 0-13-16,-2-2 0 0,2-4-2 0,-4 1-6 15,-2-3-4-15,-2-5-22 0,-1 2 9 16,-3-1-11-16,-3-5 11 0,-1 0-13 0,-2 0-3 16,-2 1 13-16,-2 1 15 0,1 4-10 15,-2-2 6-15,-2 4-11 0,0 6 20 0,1-3-12 0,-4 6 4 16,-2 4-9-16,2-3 12 0,-2 5 3 16,1-2-7-16,3 8-4 0,-3-2 1 0,0 0 10 15,0 7-5-15,3-2-3 0,0 1 0 0,4 2 0 16,0 2 6-16,4-3-9 0,-2 2-7 15,5-2 3-15,-1 1-3 0,4 3 20 0,1-4-9 16,2 1-1-16,4-2 5 0,4 2-5 16,-1-3 14-16,7-1-17 0,-1 1 3 0,2-6-4 15,2 2-1-15,1-3-5 0,3-2-23 0,0 1-31 16,-1-3-33-16,2 0-41 0,2-3-156 0,-3 0-517 16,0 3 43-16,-7-9 108 0,0 5 48 15,-7-3 49-15</inkml:trace>
  <inkml:trace contextRef="#ctx0" brushRef="#br0" timeOffset="51043.51">4347 6875 568 0,'9'9'217'0,"-1"0"-12"0,2 7-8 15,3 0-18-15,4 7-17 0,1 0-29 0,-1 5-8 16,10 7 3-16,-3 0-5 0,-4 5-26 0,4-3 3 16,-6 2-13-16,-2-6 3 0,-2-1-6 15,-4 0-27-15,0-3 4 0,-2 4 13 0,-2 1-2 16,-2-4 5-16,-1-2-8 0,0 3-8 0,-3-5-2 16,-3 2-21-16,3 1 11 0,-6-3-13 15,3 1 13-15,-1-2-24 0,-3 0-7 16,3 0 10-16,-3-3 3 0,4-3-21 0,-3 2-10 0,2-8-13 15,1 2-56-15,-2-5-31 0,3 3-40 16,1-5-139-16,1-4-415 0,1 1 59 0,6-5 44 16,-7 0 58-16</inkml:trace>
  <inkml:trace contextRef="#ctx0" brushRef="#br0" timeOffset="51344.09">5201 7461 693 0,'0'0'379'0,"0"0"-33"0,0 0-32 0,0 0-29 16,10 0-29-16,-10 0-16 0,0 0-27 0,6-3-27 15,-6 3-14-15,9-1-18 0,-3-2-19 16,1 2-12-16,2-2-3 0,3-1-7 0,0 0-16 15,3-2 1-15,2 3-24 0,3-2 10 16,-3 1-20-16,3-2-2 0,1-1-4 0,-1 4-1 16,-2-2-32-16,2 2 14 0,-2-3-26 0,2 4-13 15,1 0-41-15,-8-2-49 0,1 1-61 16,3 3-123-16,-7 0-245 0,1 0-267 0,-4 2 82 16,2-1 74-16,-6 4 62 0,1-3 61 0</inkml:trace>
  <inkml:trace contextRef="#ctx0" brushRef="#br0" timeOffset="51677.89">5414 7675 870 0,'-1'6'269'0,"1"-6"-11"16,0 0-35-16,0 0-11 0,0 0-15 15,0 0-10-15,0 0-13 0,7 4-2 0,-7-4-47 16,10 0-5-16,-10 0 1 0,17-2-14 0,-7 2-9 15,1-1-14-15,2 0 0 0,-3-2-14 16,2 0-4-16,1 3-7 0,1-4-8 0,-1 1 0 16,0 3-5-16,-2-2-7 0,2 1-3 0,-2-3 12 15,2 1-25-15,-3 3 0 0,1-1 8 16,-1 0-10-16,-3-2 7 0,0 1-10 0,-7 2 5 16,17-1-10-16,-13 1 10 0,-4 0-8 0,13-1-7 15,-13 1-1-15,10-3 1 0,-10 3 15 0,0 0-8 16,10 0-4-16,-10 0 7 0,0 0-13 15,7 3 5-15,-7-3-2 0,4 4-29 0,-4-4-30 16,1 5-39-16,-1-5-86 0,-1 8-111 0,1-3-489 16,-4 0 72-16,1 1 70 0,-1-3 32 15,4-3 85-15</inkml:trace>
  <inkml:trace contextRef="#ctx0" brushRef="#br0" timeOffset="53210.47">7502 6744 775 0,'-4'-2'190'15,"4"2"-6"-15,0 0-23 0,0 0-15 0,0 0-18 16,0 0-15-16,0 0 22 0,-10 11-35 15,7-4 10-15,0 2-23 0,2 6 5 0,-2-1-2 16,3 5 7-16,-3 0-10 0,2 6 5 0,-1 5 8 16,2-2-13-16,-1 7 5 0,1 5 47 0,0 1 6 15,0 0-27-15,3 11 0 0,-2 4-16 16,2-4 1-16,3 3-3 0,1-5-13 0,0 0 5 16,0-9-10-16,0-6-6 0,3 13-17 15,1-2 0-15,2 0 15 0,-3-10-86 0,1-4-9 16,2-4 6-16,-3 2 2 0,1-2 13 0,2 1-5 15,2-3 7-15,-2-2 1 0,4 1-13 16,-4-7 12-16,-3 2-7 0,2-4 3 0,-3-2-11 16,1-1-10-16,-2-1 5 0,-1-2-23 0,-1-2-10 15,-2-1-26-15,2 0-74 0,-2-6-128 0,-3 1-522 16,-1-2 84-16,0 0 52 0,9-7 50 16,-9 7 85-16</inkml:trace>
  <inkml:trace contextRef="#ctx0" brushRef="#br0" timeOffset="55043.81">8417 7078 632 0,'0'0'251'0,"0"-4"-24"15,0 4-1-15,0-7-34 0,0 7-11 0,0 0-14 16,-3-7-16-16,3 7-8 0,0-6-7 16,0 6-16-16,-3-4 82 0,3 4-28 0,-3-6-10 15,3 6-15-15,-3-2-9 0,3 2-12 0,-4-6-12 16,4 6-4-16,-3-4-12 0,3 4-8 0,-8-6-5 15,8 6-5-15,-7-2 5 0,1-1-25 0,6 3 20 16,-7-4-24-16,7 4-1 0,-11-1-14 16,5 0-2-16,6 1 0 0,-13-4-10 0,13 4 7 15,-12 0-12-15,12 0 7 0,-12 0-20 16,12 0 18-16,-10 0-29 0,10 0 16 0,-11 0 5 16,11 0-13-16,-10 0 8 0,10 0-5 0,-10 5 5 15,6-4-3-15,-3 3-2 0,0 1-3 0,0 3 8 16,1-1-13-16,-2 1 3 0,-2 2 5 15,1-1-18-15,2 5 15 0,-1-3-2 0,1 5-1 16,-2-4-1-16,2 1 4 0,0 3-5 0,0-5-10 16,3 6 5-16,-2-3 0 0,2 1-5 15,1-1 20-15,-1-2-23 0,0 4 19 0,1-5-14 16,3 4 0-16,0-4 6 0,0 3 0 0,1-3 2 16,1 3-8-16,-1-3 1 0,2 3 2 15,1-4-3-15,0 1 6 0,2 1 7 0,-2-2-5 16,5 1 3-16,-1 1-14 0,2-3 6 0,-3-2-5 15,3 1 5-15,1-4 5 0,1 3-5 16,-1-4 0-16,0 1 0 0,2-1 13 0,-2 1-13 16,2-3 0-16,-3-1-7 0,1-1 4 0,2-3 8 15,-2 3 0-15,-1-5-2 0,0 2 5 0,1-3-6 16,-1 0-7-16,-1-1-10 0,2-3 12 16,-4-2-2-16,0 1-74 0,-1-2 9 0,1 2 14 15,-3-4 2-15,0-1-10 0,-1 0 29 0,0 1-17 16,-3-2 14-16,3 1 5 0,-3 1 7 0,0 0 3 15,0 2-15-15,0 2 22 0,0-2-14 16,-3 5 24-16,3-4-9 0,0 3 5 0,0 2-3 16,0-2 13-16,-3 3-8 0,3 0 1 0,0 3-1 15,0-3-5-15,-3 0 11 0,3 7-3 0,-1-8-6 16,1 5-4-16,0 3 5 0,-3-6-3 16,3 6 10-16,0 0-7 0,0 0-5 0,0 0 2 15,-7 15 13-15,7-9-5 0,0 3 0 0,3-1 10 16,-3 2-10-16,0 1-3 0,4 3 5 15,-1-3 6-15,-2 4-13 0,5 1 15 0,-3-1-13 16,1-3 11-16,2 3-8 0,2 0 7 0,-2-3-2 16,1 2 5-16,0-2-2 0,0 1 15 15,3-2-13-15,-3 3-8 0,3-5-2 0,1 1 10 16,-4 0-10-16,3-2 13 0,0-1-8 0,0 1 5 16,-3-1-10-16,0 0 8 0,3-4-1 15,-3 3-2-15,-1-2 0 0,1 1 5 0,-3-3-5 16,3 3 10-16,0-5-25 0,-1 3-11 0,-2 1-12 15,-4-4-41-15,14 2 5 0,-8-2-93 0,-2 0-66 16,2 0-432-16,-6 0-55 0,11 1 34 16,-11-1 72-16,0 0 87 0</inkml:trace>
  <inkml:trace contextRef="#ctx0" brushRef="#br0" timeOffset="55727.25">8688 7025 934 0,'0'0'286'16,"0"0"-12"-16,0 0-33 0,-10 9-11 0,6-3-33 15,4 0-17-15,-2 2-22 0,2 4-17 0,-1 0-3 16,2 1-25-16,-1-1-3 0,2 2-13 16,-1 1 1-16,2 2-19 0,0-1 5 0,0-3-15 15,1 5-7-15,2-3-6 0,-2 2 3 0,3-1-10 16,0 1 2-16,-3-2-8 0,5 1-9 16,-1-1-1-16,2-3-2 0,-3 2-1 0,3-3 1 15,3 2-8-15,-3-3 8 0,1-2-11 0,0 0 9 16,1-1-4-16,-1-4 1 0,0 3-1 0,1-5-4 15,3-1 4-15,-5 0 14 16,4-4-21-16,2 0 0 0,-4-3 0 0,1 0-6 0,0-4 14 16,-2 1-8-16,-1-4-8 0,0-3 8 15,0-1-8-15,-3 1 0 0,0-5 1 0,-4 3 4 16,0-2-5-16,-3 1-17 0,0-5 27 0,-3-2-5 16,0-1 3-16,-1 2-18 0,-2 1 13 0,-1 1-5 15,0 2 2-15,0 0-5 0,0 3 0 16,-3-1 3-16,0 2 0 0,3 5-3 0,-3-2 10 15,-1 1-17-15,4 4 22 0,-5 1-5 16,0 1-17-16,2 0 15 0,0 5-18 0,-4-2 15 16,4 4-15-16,-3 1 15 0,-1 1-25 0,4 4 20 15,-4-2-5-15,4 3 0 0,-3 3-8 0,2 0 16 16,1 1-3-16,-4 1 5 0,7 2-5 0,0-1-2 16,1 2 7-16,-1 1-2 0,3 0 2 15,0-4-20-15,4 3-1 0,-3-1 22 0,6 0-1 16,-3-1-13-16,4 1 3 0,0-1 8 15,0 0-11-15,2-2 11 0,0-1 2 0,4-1-5 0,-2 0-2 16,2-4 5-16,0 3 2 0,4-2 0 16,-4-4-5-16,4 0-5 0,0 0 5 0,-1-1 18 15,4-1-17-15,-6 0-29 0,6-1-18 0,-4-2-26 16,1 2-23-16,-1-3-61 0,2 1-102 16,-5 0-192-16,3 0-369 0,1-2 89 0,-1 4 62 15,-2-4 64-15,2 3 64 0</inkml:trace>
  <inkml:trace contextRef="#ctx0" brushRef="#br0" timeOffset="56010.16">9416 7184 970 0,'7'1'281'0,"-7"-1"-12"0,0 0-28 16,7 1-83-16,-7-1-17 0,14 0-10 15,-14 0-14-15,19-2-12 0,-4 0 3 0,1-4-6 16,2 1-15-16,-1 1-15 0,3-2 0 0,1 2-14 16,-4-3-14-16,3 0 2 0,1 4-33 0,-4-3-18 15,0 0-54-15,-3 2-46 0,3-3-161 16,-7 1-446-16,0 4 90 0,1-4 23 0,-7-1 85 15</inkml:trace>
  <inkml:trace contextRef="#ctx0" brushRef="#br0" timeOffset="56244.44">9488 6869 742 0,'3'7'317'0,"-3"1"-30"0,3 0-34 16,-2 3-12-16,2 4-11 0,4 1-22 0,-6 1-34 16,5 6 0-16,0-4-5 0,1 5-16 15,4-1-12-15,-4-2-44 0,0 4 1 0,2-2-1 16,-1 0-20-16,2-1-3 0,-3 0 3 0,3 1-13 16,0-4-31-16,0 3-31 0,-3-4-30 15,4 0-71-15,-2-2-109 0,1-5-529 0,2 3 10 0,-2-6 85 16,-1-1 60-16,2-4 58 0</inkml:trace>
  <inkml:trace contextRef="#ctx0" brushRef="#br0" timeOffset="56810.4">9922 6563 760 0,'0'0'325'0,"0"0"-31"16,11 16-25-16,-8-4-18 0,0 0-31 0,1 4-13 15,2 7-7-15,1 1-23 0,4 4-19 0,-4 3-22 16,2-2-6-16,1 3-12 0,1 0-5 16,-1 1-11-16,0 0-15 0,-2-2-7 0,-1-2-19 15,2 2-5-15,-1-6 3 0,-2-1-5 16,-2-4-13-16,2-3 0 0,-2 0 0 0,-1-1-3 15,0-1-12-15,-2-6 17 0,3 1 19 0,-1-2-80 16,-3-2-3-16,3-2 11 0,-3-4 2 0,0 0 6 16,0 0 12-16,0 0-15 0,-8-17 13 0,5 9-3 15,0-2-10-15,3-1 10 0,-3 2-5 16,3-3-5-16,0 2 0 0,0 2 2 0,0 0 8 16,3-2 5-16,-3 2-15 0,3 1 3 0,0-2-6 15,2 1 5-15,1 4-9 0,1-2 4 16,0 4 3-16,1-1 7 0,2 0-2 0,2 3-12 15,-1 1 12-15,-1 4 2 0,3-3-10 0,2 6 21 16,-2-1-10-16,1 2-3 0,-4 0-3 16,3-1-2-16,-2 3 0 0,-1 2 0 0,0-1 7 15,-5 2 16-15,4-2-18 0,-5 2 16 0,-4 0-3 16,3-2-3-16,-6 3 3 0,-1 1 66 0,1-5 0 16,-4 4-10-16,-3-1 6 0,3-1-22 15,-3 0 4-15,-1-3 4 0,1 0-17 16,0 0 4-16,-4-2-7 0,4-1 5 0,-4-1-2 0,4 2-6 15,0-5 6-15,-1-2-11 0,1 2 8 0,0-2-36 16,-1-1-38-16,-2-1-29 0,3-3-78 16,-1 1-134-16,1-3-589 0,1 3 26 0,2-6 123 15,-1 1 38-15,1-6 64 0,1-2 70 0</inkml:trace>
  <inkml:trace contextRef="#ctx0" brushRef="#br0" timeOffset="57259.82">10263 6342 901 0,'0'0'296'0,"0"0"-40"0,0 0-25 0,15 8-21 15,-12-5-16-15,4 4-25 0,3 2-8 0,0 6-17 16,-3-3-1-16,6 5-23 0,-2 4-10 16,2-2 3-16,2 6-8 0,-2 1-10 0,0 4-1 15,5 9-7-15,-5-3 6 0,1 5-11 16,0 2-6-16,0 4-9 0,-4-3 7 0,4 0 5 16,-4 3-17-16,0-7 10 0,-7-5 2 0,5 14 28 15,-5-8-117-15,3-6 7 0,-2 0 18 0,-4-1 1 16,3 4 7-16,-3-3 2 0,0 1 16 0,0 2-21 15,-3-4 3-15,0 1 10 16,2-4-2-16,-2-4-8 0,-3 5 15 0,1-3-20 0,-1-1 7 16,2-3-7-16,-2 0-3 0,-1-4 1 0,-1 2-1 15,-1-5 10-15,2-1-9 0,0 0 9 16,-3-2 8-16,3-1-2 0,3-3-8 0,-5-4-3 16,1 1-17-16,1-1-1 0,-2-4-20 0,2-2-44 15,-1-1-40-15,8 0-6 0,-13-1-56 16,3-2-58-16,2-5-137 0,-1 1-450 0,5-3 113 15,-5-5 20-15,2 0 66 0,-1-4 73 0</inkml:trace>
  <inkml:trace contextRef="#ctx0" brushRef="#br0" timeOffset="57927.08">10619 6360 793 0,'4'7'215'0,"2"-1"-15"16,1 5-13-16,1-1-8 0,-1 5-33 0,2 2 56 15,1 1-28-15,-2 4-3 0,2-4-14 0,-4 1-37 16,5 3 10-16,-4-5-20 0,-4 1-2 16,4 0-18-16,-4-4 7 0,1 3-13 0,3-7 6 15,-4 0-16-15,-2 3 16 0,2-4 4 0,0 0-9 16,0-2 30-16,-3 1-20 0,3-5 12 16,-3 3-7-16,0-6 0 0,0 0-16 0,0 0-9 15,0 0-1-15,0 0-23 0,0 0 3 0,-6-30-8 16,3 18 0-16,0-4 0 0,2-1-5 0,1 0 5 15,-3-2-15-15,3-1-11 0,0 2 1 16,0 0 15-16,3 2-16 0,-3 0-5 0,1-1 11 16,2 2-6-16,0 4-4 0,0 1 2 0,1-3-13 15,-1 5-5-15,3-2 5 0,-1 2 3 16,1 1-8-16,1 3 2 0,0 0-7 0,3 4-3 16,0 0 1-16,0 1 2 0,1 4 7 15,2 2-9-15,1 2 9 0,0 2 6 0,-1 3-3 16,1 3-13-16,0 0 3 0,0-1 3 0,-4 2 9 15,3-1-7-15,-2 1 10 0,-1-2-4 0,0 1-14 16,1-3 10-16,-4-1 16 0,2-1-23 0,-1-1 5 16,-2-3 5-16,-2 1 6 0,2-2-4 15,1 0 9-15,-4-1-70 0,2-3 10 0,-2-1 14 16,-3-2-6-16,10 0 10 0,-10 0 6 0,10-5-14 16,-7-1 19-16,5 0-8 0,-5-2-3 15,4-1 19-15,-4 1-1 0,1 0-7 0,2-2 10 16,-2 3-1-16,0-1 1 0,-1 3-2 0,0-1-19 15,0 0 16-15,-2 2-52 0,2 0-45 16,-3 4-65-16,0-7-32 0,0 7-93 0,0 0-522 16,0 0 92-16,0 0 38 0,0 0 57 0,0 0 84 15</inkml:trace>
  <inkml:trace contextRef="#ctx0" brushRef="#br0" timeOffset="59810.09">13105 6692 844 0,'-8'-6'330'16,"2"5"-30"-16,-1 0-24 0,7 1-30 0,-14 0-31 16,14 0-10-16,-13 2-29 0,6 4-14 15,-4 2-21-15,5 3-16 0,-1 3-2 0,0 2-26 0,-4 2-2 16,8-1-18-16,-4 5-3 0,4-3-18 15,3 0 0-15,-3 4 3 0,3-6-5 0,3 1-5 16,0 3-8-16,1-7 2 0,2 3-17 16,2-3 7-16,-1 1 0 0,3-5-10 0,-1-1 16 15,2 0-3-15,-4-3-8 0,7-4-3 0,-4 4-14 16,0-6 14-16,1 0-15 0,-1-2 3 16,0-3 3-16,-3 2-9 0,3-4 11 0,-3-1-2 15,-3-2-1-15,2-4-5 0,-3-1 8 0,2 2 0 16,-2-4 0-16,-3 3 10 0,0-2 5 0,0 2-5 15,0 2 13-15,0 2-2 0,-3-1-6 16,3 5-7-16,-4-2-1 0,4 1-4 16,0 1-6-16,0 6-2 0,0 0 7 0,0 0 1 0,0 0-1 15,0 0-15-15,0 0 8 0,4 17-5 0,-1-9 12 16,0 2-9-16,0 2-9 0,1-3 14 16,2 0-9-16,-2-1-2 0,2 3 6 0,2-3-11 15,2 2 7-15,0-2 19 0,4 3-24 16,-4-5-2-16,4 1-2 0,-1-1-1 0,-2 0 1 15,6-3-1-15,-4 3-33 0,1-4-17 0,0 0-11 16,0-1-69-16,-1 2-44 0,2-1-92 0,-2-2-376 16,4 0-146-16,-4 0 85 0,5 0 68 15,-5 0 70-15,0-2 54 0</inkml:trace>
  <inkml:trace contextRef="#ctx0" brushRef="#br0" timeOffset="61026.92">14486 6584 852 0,'-1'-9'320'15,"1"1"-18"-15,-3 2-33 0,0-1-34 16,-1 3 8-16,1-2-28 0,-3 4-25 0,6 2-14 15,-12-1-30-15,12 1-5 0,-19 3-23 0,4 4-13 16,-1 2-11-16,-1 2-7 0,0 2-10 16,-1 3-5-16,1-3-16 0,0 3-5 0,3 3-4 15,1-1 1-15,0-2-12 0,2 2-5 0,1-2-3 16,6-3-13-16,1 1 24 0,3 2-11 16,0-7-10-16,3 2-6 0,1 1-4 0,3-3 15 15,2-5-10-15,2 2 0 0,2-1-3 0,-1-4 3 16,1 0-13-16,0-3 0 0,1-2 2 0,-1 2-20 15,-2-6 16-15,-1-1 2 0,0 1-3 0,-2-5 6 16,1 1-1-16,-5-3 1 0,-1 0 18 16,0 3-1-16,1 2-12 0,-4-3 15 0,3 3 13 15,-3 2-24-15,0 0 11 0,4 1-18 0,-4 3-5 16,0 4 24-16,0-6-19 0,0 6-5 16,0 0-5-16,0 0 15 0,0 0 3 0,-4 18-6 15,4-11 3-15,0 2-10 0,4 0-2 0,-3 1 10 16,5 2-11-16,-3-2-5 0,1-1 3 15,2 0 3-15,1 1 20 0,1 1-21 0,1-5 0 16,5 1-7-16,-3-1-8 0,2-4 8 0,1 2-33 16,2-4-14-16,-1-4 6 0,1 2-5 15,2-3 2-15,-5 1 3 0,5-4 0 0,-5 1 15 16,1-3 13-16,-4 2 5 0,3-2-15 0,-2 1 10 16,-1-3-1-16,-3 8 4 0,3-3-11 0,-3 1-5 15,-3 4-2-15,5 1 2 0,-1 1 3 0,-1 1 10 16,3 1 0-16,-1 5 5 0,-1 1 5 15,2 0-5-15,-3 3 5 0,4 2-10 0,-5-1 16 16,1 1 2-16,0-1 2 0,-1 0 6 16,-1-2-6-16,-2 0 8 0,3-2 0 0,-3 2 18 15,-2-4 18-15,-1 1 10 0,0-2 3 0,3 0-3 16,-6-3-5-16,3-2 1 0,0 0-4 0,0 0 1 16,0 0 4-16,-7-11-7 0,4 3 10 15,-1-3-17-15,0-2-1 0,1-3-2 0,3 0-1 16,-3-1-9-16,3 4-8 0,0-1 5 0,0-3 7 15,3 3-12-15,-3 3 0 0,3-2-18 0,1 5 2 16,-3-2 6-16,5 6-3 0,-3 0-3 16,4 1 1-16,0 3-4 0,3 0 9 0,0 1-11 15,3 1 13-15,-1 4-7 0,4-2 7 0,1 1-2 16,0 2 7-16,1 2-8 0,3-3-2 16,2 0-2-16,-2-1-1 0,0 1-2 0,2-3 5 15,-3-2-8-15,-2 4-2 0,2-4 10 0,-3-1 10 16,4-1-2-16,-4-4-13 0,0 3 5 15,0-4 13-15,-3-3-6 0,2 1 4 0,-5 0-4 0,0-3 1 16,-2 1-5-16,-1-4 2 0,-2 3 0 16,1-3-3-16,-4 5 3 0,-2-2 8 0,2 1 0 15,-3 4-10-15,0-1-6 0,0 0 3 16,0 5-8-16,0 2 14 0,-7-5-9 0,7 5-5 16,-10 8 6-16,2 1 2 0,-1-2-5 0,2 4 17 15,0 2-19-15,-3-3 12 0,3 5-5 0,3-3 0 16,-2 1-5-16,3-3-3 0,3 3 0 15,-3-3 1-15,3 1-1 0,0-3 5 0,3 0 1 16,-3 1-3-16,3-3-8 0,0-4 21 0,4 4-11 16,-1-6-15-16,-2 0 5 0,7-1 6 15,-4-4 2-15,2 3-3 0,2-7 3 0,-4 1 5 0,0-5-10 16,2 1-8-16,-4-2-5 0,1-3-3 16,-2-2-5-16,-1 0 21 0,0-4-13 0,-6-4-10 15,3 0 5-15,-3-2 5 0,-4-2 12 0,-1-2-7 16,2-2 3-16,-7-8 2 0,2 4-2 15,1 7 12-15,0 4-2 0,-1 0 15 0,4 5 1 16,0 2-4-16,1 5 14 0,-1 3-8 0,0 1-16 16,3 6 1-16,1-1 4 0,-3 7-15 15,6 0 6-15,0 0 14 0,-7 16-12 0,7-4 8 16,0 2-8-16,0 5 10 0,3 2 2 0,1 4-9 16,2 2 15-16,1 2-16 0,0 4 1 15,0-1 2-15,6 1-11 0,1 10 6 0,6-1-15 16,-2-3-65-16,6 1-56 0,-4-5-53 0,7-2-116 15,-2 0-453-15,2-9 88 0,-3-5 32 0,-1-2 49 16</inkml:trace>
  <inkml:trace contextRef="#ctx0" brushRef="#br0" timeOffset="61742.78">16328 6111 1013 0,'-3'-4'333'16,"-1"-2"-44"-16,4 3-30 0,0 3-34 0,0 0-23 15,0 0-15-15,0 0-13 0,-6 12-8 0,3-1-27 16,3 3-1-16,3 4-10 0,-3 4-26 15,0 3 6-15,3 3-11 0,0 5-5 0,-2 2-23 16,2 3-58-16,0-5-1 0,1 3-3 16,-1-3-1-16,1 4 1 0,2-6 6 0,-5 1-8 15,5 0-7-15,-2-4 9 0,-1-3 6 0,-3-3-5 16,3-4 7-16,0 0 0 0,-2-3 6 16,3 0-8-16,-1-6 25 0,-3-2-17 0,0-3 2 0,0 1-5 15,0-5-6-15,0 0 6 0,0 0 5 16,-3-24-7-16,-1 10-1 0,3-4-2 0,-2 0 2 15,3-1-2-15,-3-3-8 0,3 4 0 0,0 1 11 16,3 0-4-16,-3 3-9 0,0 2 5 16,3-1-13-16,-2 2-3 0,3 3 8 0,2 0-10 15,-2 1-3-15,2 5 3 0,4 1-1 0,-2 1 6 16,-8 0 18-16,20 5-23 0,-6 0 7 16,2 4-4-16,-4-1 1 0,1 3 1 0,1 2 5 15,-1 2-2-15,-3-4-1 0,-2 5 16 0,1-4-8 16,-5 2 3-16,-1 1-3 0,0-2 5 0,-6 2 5 15,0 0-9-15,0 2 14 0,-4-2-2 16,-4-4-13-16,1 4 5 0,0-5 3 0,-4 2 8 16,1-1 9-16,-1-5-27 0,4-3 30 0,-4 4-5 15,3-4-17-15,-2-2 9 0,2 4-7 16,-2-5 7-16,3 0-15 0,2 0-5 0,8 0-15 16,-16-2-18-16,9-1-18 0,0 2-82 0,7 1-70 15,-4-3-76-15,4 3-235 0,8-8-218 16,-1 6 25-16,2-3 70 0,1-1 48 0</inkml:trace>
  <inkml:trace contextRef="#ctx0" brushRef="#br0" timeOffset="62809.16">17552 6341 1146 0,'-6'-5'371'16,"6"5"-33"-16,-11 0-41 0,11 0-10 0,-17 6-26 16,6 2-20-16,-5 1-29 0,6 0-20 15,-8 7-84-15,5-2-9 0,-1 1-30 0,0 4-5 16,0-1 6-16,1-1 1 0,2 1-9 0,1 0-14 15,4-3-4-15,-1 1 2 0,3-2-3 0,0-2-9 16,1 1-4-16,3-2-7 0,0-2 3 16,3 1 0-16,2-3-11 0,-2 0-2 0,3-5 12 15,-2 2-7-15,2-2-5 0,5-2 2 0,-11 0 6 16,14-8-3-16,-4 2-10 0,-3-2-6 16,0-3 6-16,0-3-8 0,-1-3-8 0,1-1 13 15,-3 3-7-15,-1-3 17 0,1 2 18 0,-4 4-17 16,3-2 14-16,-3 5-27 0,0 0 7 0,3 1-7 15,-3 0 4-15,0 2 1 0,0 6 2 0,-3-7-7 16,3 7-8-16,0 0 20 0,0 0-10 16,0 0-5-16,-7 14-5 0,7-7 0 0,0 1 5 15,0-1 5-15,3 3-7 0,-2-2 2 0,2 2 2 16,0-1-7-16,4 0 2 0,-1-1 6 16,2 2 0-16,2-3 2 0,0 1-3 0,4-2-17 15,-1-4-3-15,2 2-8 0,1-2 3 0,2-2-7 16,1-4 1-16,-1 1-9 0,0-2 7 15,1 1 11-15,-4-5-8 0,1-5 0 0,-1 3 5 16,1-5-1-16,-5-1 9 0,-1 0 7 0,0 3 6 16,0 1-3-16,-3 0 7 0,-3 3 6 0,2 2 5 15,-3 0-21-15,1 0 0 0,-1 5 3 16,1-1-2-16,0 3 12 0,-4 1-3 0,6 7-7 16,-2 2 5-16,-1-1-2 0,3 3 12 0,-5 3 8 15,6 1-21-15,-4 1-2 0,1-1 13 0,-1 0-6 16,0 1 9-16,1 0-17 0,-1-1-1 15,-3-2 9-15,3 0 11 0,-3-3 0 16,0 4-5-16,3-5-1 0,-3-1 19 0,0-2 2 0,0-1 5 16,0-5-7-16,-3 6 0 0,3-6 2 15,0 0-5-15,0 0 0 0,-6-17-13 0,6 7 3 16,-3-4-6-16,3 3-4 0,3-3 18 0,0 3-14 16,0-3 3-16,1 3-2 0,0 0-3 15,2 1 3-15,-2 0-13 0,2 1 5 0,-2 2-3 16,7 0 1-16,-2-2 7 0,1 6-3 0,1-3-4 15,0 3-8-15,5-3 7 0,-2 3 13 0,0-2-2 16,3 3-8-16,-1-3 2 0,2 1-2 0,0 0 3 16,-2-1 10-16,2-1-3 0,-2 0-12 15,1-1 4-15,-3 3 3 0,3-4 5 0,-4 1-4 16,-1-2-9-16,1 0 8 0,-3 2 3 16,0-3 5-16,-3 2-11 0,-3-2 1 0,2 1-1 15,-2-1-2-15,-1 4 5 0,1-1 13 0,-1 0-13 16,-2 5-5-16,-1 2 6 0,0 0-4 0,0 0 3 15,0 0-2-15,0 0-11 0,-25 12 18 16,15-2-5-16,3 2-5 0,-3 1 8 0,0 6 2 16,2-3 3-16,2-1-10 0,-1 1 20 0,4 3-21 15,-1-4 1-15,1 0 2 0,3-1-10 16,0 1 15-16,0-4-5 0,0 0-2 0,3 1-8 16,1-3 10-16,-1-2 10 0,7-3-7 0,-2 2-3 15,2-2 69-15,3-2-12 0,-2 0-6 0,2-2 3 16,-3 0-11-16,1 0-1 0,-2 0-7 15,-9 0-16-15,15 0-32 0,-8 0 21 0,-7 0-106 16,0 0-129-16,10 0-367 0,-10 0-309 0,0 0 117 16,0 0 69-16,0 0 78 0,0 0 63 0,-31 0 54 15</inkml:trace>
  <inkml:trace contextRef="#ctx0" brushRef="#br0" timeOffset="64559.93">19805 6067 980 0,'0'0'348'0,"-10"-6"-33"0,6 6-18 0,4 0-39 15,-14 0-22-15,4 2-24 0,1 2-22 0,-6 5 2 16,2 1-34-16,-4 4-2 0,3 3-2 0,-3 0-18 16,0 3-31-16,0 2 10 0,3 2 0 15,-3-1-20-15,3 0-8 0,1-1-5 0,6-2-6 16,-3 2-12-16,2 0-7 0,5-4 2 0,0 0-8 16,3 0 0-16,0-1-2 0,3-2-14 15,3 1-1-15,2-4 2 0,-1 1-11 0,3-5 14 16,4 0-19-16,-1-5-69 0,2 3 8 0,1-5-2 15,1-2 5-15,0-4-11 0,0 1 16 16,-3-4 10-16,3 1-8 0,-3 0 8 0,0-3 2 16,-1 3 1-16,-3 0 2 0,1 3 0 0,-4-4 3 15,2 2-1-15,-5 4-9 0,3 0 17 0,0-1-15 16,-7 3 8-16,0 0-11 0,13 7 21 16,-9-1 8-16,3 2-16 0,0-1-5 0,-4 2 10 15,4 0 8-15,-1 0-5 0,2-1-5 0,-1 1 0 16,-1-1-8-16,1 0 2 0,4 0 14 15,-2-1-9-15,-2-3 9 0,4 1-6 0,-1-2 1 16,-3 1-1-16,3-2 3 0,0-2-5 0,-10 0 7 16,14-7 3-16,-5 5 0 0,-1-4-3 0,-4-1 3 15,2 0 3-15,-2-3-8 0,-4 2 7 16,0-3 1-16,0-3-11 0,-4 3 13 0,1-3-2 16,-4 3-3-16,1-3-5 0,-2 3 7 0,1 1-17 15,-2 1 12-15,2-3 11 0,-4 5-8 16,4 3-2-16,-3-3 2 0,3 2-11 0,0 2 4 15,0 0 7-15,1-1-5 0,2 2-1 0,-3 1-19 16,7 1 9-16,-7-6 4 0,7 6 1 0,-6-2-17 16,6 2 21-16,0 0 12 0,0 0-13 15,7-8 5-15,3 2-7 0,-6 3 3 0,6-3 14 16,0 3-9-16,1-2 2 0,2 3-3 0,1 0-7 16,-1-1 12-16,3 3-7 0,-1 0-7 0,6 5 6 15,-5-3-1-15,5 4 14 0,-4 2-19 16,3 1 9-16,-2-1 3 0,-1 3-2 0,0-1-4 15,-4 2 4-15,-3-1-1 0,1 3-4 0,-1-3 9 16,-3 3-10-16,0-4 14 0,-3-1-4 16,-1 1 1-16,0 2 2 0,0-3 8 0,-3 0-11 15,1-2 11-15,-1-2-3 0,0 0 3 0,0-5-3 16,-4 8 3-16,4-8 0 0,-6 0 0 0,6 0-11 16,0 0 26-16,-15-13-33 0,9 3 8 15,3 0 2-15,-1-5 5 0,-2-3-5 0,5 1-5 16,-3 0-2-16,4-1-1 0,4 0 11 0,-3-1-18 15,2 3 10-15,3 1-6 0,-2 1 4 0,2 1-13 16,-2 2 20-16,3 2-10 0,3 1-6 16,0 1 11-16,1 5-10 0,-1-3-5 0,3 4 4 15,2 1-1-15,1 4 12 0,1-2-5 0,0 0-1 16,1 3 12-16,3-3-9 0,-2 5-5 0,-1-4 19 16,3 3-17-16,-2-4 12 0,-1 4-1 15,-1-4 0-15,0 2-13 0,-4-2 18 0,2-2-7 16,-2 1 7-16,1-1 6 0,-1 0-1 0,1-1-2 15,-3-3 5-15,-2 0 5 0,2-2-13 16,-1 2 10-16,-3-3-15 0,0-1 13 0,0 0-12 16,-4-3-4-16,1-1 1 0,-4 2 7 0,0 1-10 15,0 1 2-15,0-1 6 0,0 1-8 0,-1 1 3 16,1 0-6-16,-3 4-10 0,0-3 6 16,-1 4 4-16,4 2-23 0,0 0 24 0,-7 0-13 15,7 0 2-15,0 8-3 0,0-1-14 0,0-1 17 16,4 4 0-16,-1 1 11 0,4-2-11 0,-3 5 15 15,2-2-2-15,1 4-18 0,4-1 8 16,-4 1-3-16,2 0 11 0,1-2-3 0,-2 1 7 16,-1 0-7-16,-1 1-3 0,-2 1 19 0,-1-3 1 15,0-2-9-15,-3 1 10 0,0-2 7 16,-3 1-2-16,0 1-5 0,-1-4 5 0,-3 1 8 16,1-2-14-16,-2-2 11 0,-2 2-2 0,1-5-3 15,-1 1 0-15,2-2 0 0,-2-2-8 16,3 0 13-16,7 0 2 0,-17 0-9 0,17 0-3 15,-14-2 5-15,7-1 7 0,7 3-12 0,-10-3-3 16,10 3-2-16,-3-3-11 0,3 3 19 0,0-6-9 16,0 6-14-16,10-8 2 0,-3 0-6 0,3 1 1 15,3-1-5-15,-2 0 15 0,6-3-11 16,1 1 1-16,1-4 3 0,2-1 1 0,3-2-12 16,0-1-2-16,0 0-3 0,-3 0-5 15,3-3 5-15,0 2 2 0,-4-2-4 0,0 0-6 16,-2-1 13-16,-8 4-8 0,3-1 6 0,-5-3-6 15,2 3 8-15,-4-3 8 0,-3 3 8 16,-2 1-16-16,-1-4-3 0,0 3 14 0,-1-2 4 16,1 3-5-16,-3-1 11 0,0 3 5 0,0 1-1 15,2 5-9-15,-2 0 12 0,3-2-18 0,-3 8 8 16,0-1 5-16,3 5-12 0,0 0 14 0,0 0-12 16,0 0 13-16,-8 22-11 0,8-10 6 15,3 5 5-15,-3 3 7 0,2-1-12 0,1 5-1 16,0-1 3-16,0 4 11 0,1-4-6 0,2 4-10 15,-2-2 5-15,2 0 0 0,-1-2-2 16,1-1-29-16,-2 2-51 0,2-1-48 0,0-6-62 16,-5 1-64-16,6-1-235 0,-7-4-236 0,0-3 28 15,0-2 88-15,-4-1 53 0</inkml:trace>
  <inkml:trace contextRef="#ctx0" brushRef="#br0" timeOffset="66176.05">20810 6200 1156 0,'0'0'336'0,"-7"-7"-44"16,7 7-44-16,0-5-5 0,0 5-28 0,0 0-20 16,7-4-34-16,-7 4-10 0,10-5-3 15,3 4-12-15,1 1-13 0,0-3-21 0,3 3 6 16,4-6-16-16,2 4-15 0,5-2-8 0,2 0 10 16,-2-2-12-16,9 1-6 0,-2-1-15 0,3 0-2 15,-4-1 7-15,3 3-10 0,-2-4-10 16,-1 1-3-16,-4 1 0 0,-2 2-2 0,-1-3-1 15,-6 2 8-15,-4 1 1 0,0-1-9 0,-4 4-7 16,1-2 10-16,-4-1-10 0,-3 1-2 0,0 2-1 16,-7 1-5-16,0 0 0 0,0 0-2 15,4 8 2-15,-4-8-10 0,-14 11 16 0,4 1 2 16,-1-1-3-16,1 1-10 0,-6 3 5 0,4 0 8 16,-1 1-15-16,-1 1-8 0,1-1 15 15,3 1-13-15,-1 0 6 0,4-3 2 0,1-1-2 16,2 1 4-16,1-3-12 0,-1 3-2 0,4-5 4 15,0-1-5-15,4 1 1 0,3-1 1 16,-1-6-6-16,4 4 9 0,4-6-10 0,-4 0 6 16,1-1-4-16,3-4 1 0,-1 1 2 15,4-3 1-15,-4-2 7 0,-2-4-3 0,0-4 6 0,-1 2-1 16,4-3-9-16,-5 0 2 0,-2 2 30 0,-3 1-12 16,6 3-8-16,-6 2 18 0,2-1-5 15,-3 1-13-15,1 3-7 0,-1 3 7 0,2 0-3 16,-2 1 1-16,-3 3 5 0,0 0-8 15,10 8 10-15,-7-2 3 0,3-2-11 0,-2 4 3 16,0 1 0-16,0-1 11 0,2 2-14 0,-2-2 1 16,2 1-6-16,-2 1 19 0,3-1-11 0,-4 0-8 15,4-4-15-15,-4 2 5 0,4 0-12 0,-4-1-3 16,5-3-8-16,-5 3 13 0,1-3 5 16,5-2-10-16,-2 4 0 0,1-4 7 0,-2 0 1 15,1 1 9-15,0 2-6 0,-1-4 6 0,2 1-4 16,-2 2-3-16,-6-3 13 0,10 4-10 15,-6-4-6-15,-4 0-5 0,11 3 14 0,-11-3 1 16,6 4-9-16,0-2-3 0,-6-2 5 0,4 2 3 16,-1 3 9-16,-3-5-6 0,3 3-4 15,-3-3 16-15,1 6 3 0,-1-6 2 0,4 4-8 16,-4-4 11-16,0 6-5 0,0-6 15 0,0 0 12 16,0 7 6-16,0-7 0 0,0 0-5 15,0 0-3-15,0 0 10 0,-8 1-4 0,8-1 12 0,0 0-18 16,0 0-3-16,0 0 19 0,-13-9-16 15,10 3 8-15,0 1-23 0,2-1 23 0,-2-2-11 16,-1-3-7-16,4-1 5 0,-3 1-10 0,3-3 7 16,-1 3-15-16,1-3 13 0,0 3-7 15,0-3 7-15,0 3-16 0,0-3-4 0,1 6 9 16,-1-3 1-16,3 1 2 0,-3 1-7 16,4-3 7-16,-4 5-8 0,3 1 4 0,-2-1-9 15,-1 0 6-15,3-1 12 0,0 1-23 0,0 4 1 16,-3-4 4-16,3 1 0 0,-3 6 3 0,4-9 6 15,-4 7-14-15,0 2 3 0,3-7-3 0,-3 7-7 16,3-6 2-16,-3 6 3 0,1-3 10 16,-1 3-10-16,0 0 12 0,0 0-10 0,0 0-7 15,0 0 10-15,0 0 2 0,10 10-4 0,-9-4-1 16,2 0 5-16,-3-1 9 0,3 2-14 16,-3 0 0-16,3 1 6 0,-2 1-3 0,-1-2 15 15,3 0-13-15,-3-1 3 0,0 1-2 0,3 0-6 16,-3 0 16-16,0 0-13 0,0-3-1 15,3 2 29-15,-3 0-23 0,0-6 13 0,0 6-13 16,4 0 8-16,-4-6-8 0,1 7-3 0,-1-7 8 16,3 4 6-16,-3-4-11 0,0 5 5 15,0-5-5-15,0 0-5 0,3 6-6 0,-3-6 4 0,0 4-3 16,0-4-1-16,0 0 9 0,0 6-8 16,0-6 12-16,3 8-7 0,-2-5 10 0,-1-3-10 15,0 7 5-15,3 0-5 0,-3-1-16 0,3-1 24 16,0 3-3-16,-2 4-8 0,-1-1 11 15,3-1-11-15,0 3-2 0,-3-1 23 0,5 1-16 16,-5-2 6-16,3 3 9 0,0-3-22 16,-3 0 26-16,3 2-11 0,-3-4-5 0,3 0 2 15,-2-2 16-15,-1 1 5 0,0-4-2 0,3 3-78 16,-3-1 24-16,0-2 28 0,3 1 15 16,-3-5-10-16,0 0 0 0,0 0 3 0,0 0-3 0,0 0 5 15,0 0 3-15,0 0-19 0,0-19 16 16,0 8-10-16,0-1-2 0,-3-4 2 0,3-2 5 15,0-4-8-15,0 3 0 0,0-5 8 0,0-1-5 16,3 0 10-16,0 0 3 0,-2 1-8 16,2 5 0-16,1 0-3 0,0-1-4 0,2 3 4 15,-2 2 1-15,2 3-4 0,-3-4-6 0,5 7 9 16,-1 0-7-16,-1 1 0 0,1 2-11 16,0 4 13-16,0 0 1 0,-7 2-1 0,17 2 0 15,-6 0 6-15,-1 4-8 0,-1 2 17 0,5 1 3 16,-3 0-15-16,-1 2-2 0,0 1 2 0,3 0-1 15,-2-2 6-15,0 2-12 0,-2-1 17 16,5-1-18-16,-3 1-5 0,-1-1 15 0,4-2-17 16,-4-1 12-16,0-3 6 0,1 2-8 15,1-2-3-15,-1 0 5 0,3-4-12 0,-4-2 7 0,4 0-13 16,-1-2-2-16,2-3-26 0,-2 0 13 16,-3-4-12-16,7-5-22 0,-7 0 14 0,1-3 2 15,-1-4 0-15,-3 1 5 0,-1-5-7 0,-2-4 17 16,0 0-9-16,-1-3 12 0,-3-1 20 15,0 6 21-15,0-2-10 0,0 3 7 0,0-1 16 16,-3 4 21-16,-1 4-9 0,4 3 16 16,-1-1-10-16,-2 6-6 0,3-1-9 0,-3 6-6 15,3 1 5-15,-3 3-4 0,2 4-9 0,1 0 11 0,-9 8 2 16,8 1-4-16,-2 2 1 0,0 5-9 16,-1 5 17-16,4-2-14 0,0 8 14 0,0-2-5 15,4 6-2-15,-1 2-8 0,1 0 16 0,-1 1-3 16,4-1-6-16,-1 0-1 0,2-4-4 15,-2 3-1-15,1-1 9 0,0-6-18 0,-1-1 1 16,2-4-39-16,-1 4-39 0,-1-5-91 0,0-2-172 16,-2-2-479-16,0-1 103 0,-4-5 48 15,0-2 70-15,-4-6 53 0</inkml:trace>
  <inkml:trace contextRef="#ctx0" brushRef="#br0" timeOffset="66675.32">22102 6103 1236 0,'0'0'345'0,"7"-5"-45"0,0-1-21 15,3 0-26-15,1 2-20 0,2-3-23 0,7-1-26 16,-3-2-12-16,7-3-26 0,-3 3-18 16,7-4-3-16,-4-2-17 0,2 3-3 0,1-3 7 15,-5 0-101-15,2-1 14 0,0 0-12 0,-8 1 0 16,2 0 2-16,-2 1 8 0,-1 0-20 0,-5 5 27 15,0 0-12-15,0 2 0 0,-3 1-18 0,-1 0 5 16,-2 2-5-16,-1 0 0 0,0 3-2 16,-3 2 7-16,0 0-5 0,0 0-5 0,0 0 5 15,0 0-8-15,-3 14 11 0,0-5-8 16,6 1 5-16,0 2-6 0,-2 4 1 0,3 2 5 16,-1 5 0-16,4 1-2 0,3 2-6 0,1 5 8 15,-1-2 15-15,0 3-9 0,0-1 4 0,0-4-13 16,-3 4 3-16,-4-4 3 0,1 0-3 15,-4 0 13-15,0-2-11 0,0 0 8 0,-4-2-2 16,-2-2-5-16,2 0 2 0,-2-5 5 0,-5-1-2 16,4 0-3-16,0-5-13 0,-2-1 49 0,1-3-13 15,-2-2 13-15,4 0-2 0,-1-4 17 16,7 0-13-16,-11 0-22 0,11 0 38 0,-7-8-5 16,4 3-24-16,0 1 3 0,3-4-17 0,3 0 22 15,0-1 8-15,1 1-7 0,5 0-29 0,-1-3 26 16,2-1-18-16,0 4 10 0,-2 1-20 15,2-1-1-15,0 4-17 0,-4-4-21 0,2 3-15 16,1 1-54-16,-5 0-69 0,2 2-30 0,-6 2-139 16,0 0-507-16,0 0 103 0,-16 6 33 15,-1-2 71-15,-3 1 75 0</inkml:trace>
  <inkml:trace contextRef="#ctx0" brushRef="#br0" timeOffset="67908.95">3245 8853 883 0,'0'-3'271'0,"0"3"-15"16,0-9-13-16,1 3-33 0,3 3-23 0,2-1-23 16,-6 4-13-16,13-3-31 0,-3 3 3 0,1 0-21 15,3 3-12-15,3 2-3 0,4 3-16 0,2 1 9 16,4 3-29-16,-2 2 5 0,2 4-10 15,-3 3 3-15,7 7-5 0,-5-3-6 0,-5-3-5 16,0 0-5-16,-4 2 16 0,0 1-16 16,-4 1 0-16,-2-3-7 0,-1 0 2 0,-3 2 7 15,-4-1-6-15,0 1-1 0,-3-6-3 0,-2 6 13 16,1 0-15-16,-6 0 3 0,1-1-9 0,-4-2 6 16,-4-1 0-16,4-4-2 0,-5-1 2 0,2 1 5 15,-4-2 2-15,3-5-2 0,0-2-66 16,1 2 22-16,-3-3-2 0,1-3 8 0,-2-2 20 15,4-1 5-15,-1-1 6 0,0-3 12 0,1-1-8 16,-4 1 6-16,6-4-13 0,0 0 17 16,-1-1-9-16,2-2 15 0,3 2-29 0,0-2 14 15,3-4-1-15,1 6-4 0,0-7 9 16,5 3-12-16,2-3-8 0,-1 4 8 0,1-4 0 16,4 1-6-16,1 2-9 0,1-2 7 0,1 4-20 15,-1-3-16-15,3 2-13 0,2 3-14 0,1-2-6 16,-2 2-39-16,2-1 1 0,2 1-59 0,0 1-29 15,1 0-125-15,2 4-302 0,-4-5-64 16,4 3 52-16,-3 1 55 0</inkml:trace>
  <inkml:trace contextRef="#ctx0" brushRef="#br0" timeOffset="68291.9">4032 8833 552 0,'-3'-7'231'0,"0"3"-21"0,-1 0-11 16,0-3-7-16,-3 3 46 0,4-2-15 16,-3 4-23-16,2-4-13 0,-2 4-24 0,1-3-19 15,5 5-16-15,-10-4 0 0,10 4-13 0,-10 0-18 16,10 0-12-16,-14 1-11 0,7 3-5 0,0 2-8 15,1 1 6-15,-2 1-24 0,2 2 11 16,0-2-5-16,2 7 2 0,-3 0-5 0,4 1-8 16,-1 2 3-16,1 0 3 0,3 2-3 0,0 2-5 15,2 0 5-15,-1 0-16 0,6 3 14 16,-4 3-21-16,1-3 20 0,2 2-7 0,1-2-3 16,1 2 8-16,1 0-16 0,-2-2 8 15,0 0-17-15,0 0 1 0,3 5 11 0,-6-5-10 16,2-1 13-16,1 0-21 0,-2-2 10 0,1 0-15 15,-3 2-10-15,0-5-16 0,1-2-32 0,-4-1-70 16,3 1-82-16,-3 0-200 0,0-3-386 16,-3-3 90-16,3-2 63 0,-6-2 57 0,2 0 77 15</inkml:trace>
  <inkml:trace contextRef="#ctx0" brushRef="#br0" timeOffset="68541.88">3759 9425 1092 0,'0'0'338'15,"-1"-7"-30"-15,1 7-24 0,0-10-23 16,3 3-31-16,1 3-23 0,3-3-17 0,1-1-16 16,5 0-20-16,1-1-24 0,3-3-2 0,3 2-10 15,4 0-13-15,-4-1-18 0,4 1-3 16,0-1-22-16,-2 4-34 0,1 0-18 0,0 2-51 15,-2-1-48-15,-1 5-106 0,-2 0-386 0,-2-1-190 16,-2 2 91-16,-3 2 65 0,-1-1 70 0</inkml:trace>
  <inkml:trace contextRef="#ctx0" brushRef="#br0" timeOffset="68958.3">3310 10032 581 0,'-7'1'176'0,"7"-1"-7"0,0 0-18 16,0 0-13-16,0 0 3 0,0 0-5 15,0 0-13-15,0 0 71 0,0 0-7 0,0 0-10 16,15-9-8-16,-6 3-21 0,-1 3-5 16,5-4 1-16,1 0-14 0,3-1 1 0,3-2-1 15,8-4-17-15,2 3-3 0,1-4-10 0,14-3 5 16,-1-1-23-16,1-1-16 0,2 2-2 0,-2 1-2 15,0 2-6-15,-5 4-12 0,-2-1 4 16,-7 0-12-16,3 4 5 0,-6 1-10 0,-5 2-8 16,4 0-18-16,-6 1-20 0,-4 0-14 0,0 4-9 15,-6 0-23-15,2 0-29 0,-3 6-38 16,-7-4-159-16,4 7-493 0,-7 0 27 0,-3 4 100 16,-1-2 70-16,-5 4 48 0</inkml:trace>
  <inkml:trace contextRef="#ctx0" brushRef="#br0" timeOffset="69477.45">3334 10266 834 0,'1'-8'253'15,"2"3"-22"-15,4 1-29 0,-3-2-18 0,5-1-28 16,-2 3-2-16,4-2-29 0,-1 5-12 16,3-2-11-16,1 0-15 0,0 2-5 0,3 5-15 15,0-1-3-15,3 3-3 0,1 3-7 0,-1 1-8 16,1-1-5-16,3 8 8 0,0 0 4 15,-4 3-19-15,1 0-11 0,-3 4 8 0,-2-5-8 16,-1 6 2-16,-2 0-9 0,-3-2 4 0,0-4 0 16,-3 6 1-16,-4-5 7 0,-3 0-20 15,0-2 17-15,-3 3 6 0,-3-2-16 0,-2-2 6 16,4 1 2-16,-6-4-13 0,0-3 18 0,-3 3-5 16,2-3-2-16,-3-4-1 0,1 1 9 0,-5-2 1 15,5-3-9-15,-1-2 15 0,1-1-8 16,-3 0 10-16,4-1 11 0,-1-2-16 0,-1-1 5 15,4-3-2-15,0 2-5 0,-1-1-3 0,1-4-2 16,1 1-3-16,4-3 5 0,-1 1-10 16,5 2-8-16,-2-4 18 0,3 2-15 0,3-5-8 15,0 1 5-15,5 2 6 0,-1-2-14 0,3-1-25 16,4-1-20-16,-1 2-19 0,2 2-40 16,1-1-36-16,2-1-85 0,1 7-146 0,2-3-373 15,0-2 41-15,-1 3 115 0,1 1 40 0</inkml:trace>
  <inkml:trace contextRef="#ctx0" brushRef="#br0" timeOffset="70042.17">4018 10175 639 0,'0'0'208'0,"0"0"-3"15,-7 16-13-15,7-8-13 0,0 1-13 0,-3 2-38 16,3 3 15-16,0 4-20 0,3-1-13 16,-3 1-15-16,3 2-8 0,-2-2 8 0,6 1-3 15,-4-4-28-15,1 3-3 0,2-1-2 0,1-1 3 16,-1 1-9-16,5 0-14 0,-4-4 9 0,3-1-19 16,1 1 83-16,-1-3-4 0,0-1-24 15,4-2 3-15,-4-1-13 0,0-1 3 0,4-5 0 16,-1 0-8-16,-2 0-10 0,2-2 5 0,-3-5-5 15,4 3 0-15,-3-7-8 0,3 1-15 16,-5 1 5-16,-1-3-13 0,2-2 0 0,-3-3-10 16,-1-4-8-16,-2 1 3 0,-1-3-8 0,-3 5 8 15,-3-6-11-15,-1 4 9 0,-2-4-16 16,-1 0 23-16,-4 4-16 0,1 0 11 0,0 2 2 16,-4 0-10-16,1 4 16 0,-1-3-6 0,1 7-2 15,-1 0-8-15,0 1 3 0,0 2 15 0,-2 0-18 16,1 2 10-16,2 3-15 0,-1 2 0 15,0 0 21-15,4 0-16 0,-4 5 10 0,4-3-17 16,0 6 7-16,-1-2-10 0,2 0 12 0,2 4-9 16,3-1 4-16,1 1 3 0,-1 1 3 0,4-3 0 15,0 2 2-15,0 3-18 0,4-4 6 16,-3 1-1-16,5 0 19 0,-2 2-9 0,8-2-4 16,-4-2 5-16,2 2-3 0,0-3 10 0,4-4-7 15,-1 2 2-15,2-4-74 0,1 1 8 16,-1-2 2-16,4-2 3 0,-1 0-11 0,-1-4-12 15,6-2-46-15,-1 1-47 0,1-1-132 0,-3-2-492 16,1 0 92-16,0 1 34 0,-5-7 73 16,2 2 55-16</inkml:trace>
  <inkml:trace contextRef="#ctx0" brushRef="#br0" timeOffset="70342.93">5041 9631 947 0,'6'-5'330'0,"-6"5"-33"16,0 0-21-16,7 0-25 0,-7 0-97 0,10-4-6 15,-6 1-30-15,3 2-11 0,-7 1-4 0,16-3-11 16,-5-2-5-16,2 2-8 0,-3-3-12 16,2 5-11-16,1-5 3 0,4 3-8 0,-4-3 5 15,2 3-17-15,-2-1-11 0,4 1-20 0,-3 0-34 16,0-1-53-16,-1 4-59 0,-3 0-185 16,1 0-424-16,-1 0 89 0,-1 0 49 0,-9 0 58 15</inkml:trace>
  <inkml:trace contextRef="#ctx0" brushRef="#br0" timeOffset="70658.78">5051 9893 911 0,'0'0'327'0,"0"0"6"0,0 0-49 0,0 8-18 15,0-8-33-15,0 0-30 0,10 0 4 0,-10 0-25 16,17-1-11-16,-4-5-15 0,-2 5-2 0,3-2-13 16,3-3-29-16,0 3 6 0,3-2-23 0,-3 1-8 15,0 0 2-15,1-3-9 0,-2 3-19 16,-1-2 3-16,-2 5-2 0,-3-2-19 0,1-1 1 16,-4 4 4-16,2-3-7 0,-2 1-10 0,0 0 12 15,0-1-9-15,-7 3-16 0,7-1-3 16,-7 1-18-16,0 0-14 0,0 0-35 0,0 0-71 15,7 4-69-15,-8 1-232 0,1-5-393 0,-6 8 52 16,-1-6 81-16,0 0 78 0,0 1 76 16</inkml:trace>
  <inkml:trace contextRef="#ctx0" brushRef="#br0" timeOffset="73707.64">6746 9544 629 0,'0'0'266'16,"0"0"-17"-16,3 19-27 0,1-10-32 0,-1 1 2 16,5 2-8-16,-2 2-28 0,4 4-12 15,-3-1-16-15,4 1-11 0,-1 3 1 0,-1-2-21 16,2-1-10-16,-4 4-5 0,0-5-5 0,-1 0 7 15,-1-1-25-15,1-1 8 0,-3-3-16 0,1 2 3 16,-1-3 15-16,0-3-20 0,-2 0 33 16,2 1-1-16,0-3-14 0,0-2 15 0,-3-4 5 15,0 5-18-15,0-5-2 0,0 0-3 0,0 0-3 16,-10-20-2-16,4 7-8 0,2-4-10 0,1 0-5 16,0-2 7-16,3-2-12 0,0 2-3 15,0-3 0-15,3 2-10 0,0-2 3 0,1-3-6 16,2 6-5-16,1-4 3 0,1 4 5 15,-1 0-8-15,5 0-5 0,-1 3 8 0,0 6-10 16,2-2 5-16,1 0-16 0,-1 5 3 0,4 3 5 16,-3 2-8-16,3 3 18 0,0 0-12 15,1 3-9-15,2 3 14 0,0 2 0 0,-2 4-3 16,-1-1-3-16,3 3 8 0,-2 0 11 0,-2 3-16 16,2-1 10-16,-5-2-3 0,1 3-1 0,-1-1-17 15,-3-2 27-15,1 2-4 0,-4-4 4 0,0 0-14 16,2-1 11-16,-1 0 0 0,-4-4-5 15,2 2-13-15,0-2 7 0,-2-1 8 0,-1 0 3 16,2-4-10-16,-2 4 7 0,0-6-18 0,0 6 16 16,-2-4-16-16,-1-3 11 0,6 5-72 15,-3-3-67-15,-3-2-89 0,0 0-195 0,11-7-376 16,-7 4 18-16,2-4 115 0,1-1 64 0,-1-2 79 16</inkml:trace>
  <inkml:trace contextRef="#ctx0" brushRef="#br0" timeOffset="74607.93">7959 9107 673 0,'-6'-1'217'0,"6"1"-25"0,0 0-7 15,-14 10-6-15,8-1-18 0,1-1-20 0,-1 8-8 16,-1 0 0-16,1 2 0 0,2 7-7 16,1 0 73-16,-1 3-9 0,0 8-14 0,4 0-2 15,-3 3-25-15,3-1-14 0,0 2 1 16,3 13-11-16,1 1-2 0,3-3-5 0,-3 1-21 15,5-4 8-15,2-3-15 0,0-5-11 0,2 2-10 16,1-9-12-16,-1-2 12 0,1-4-28 0,-3 0 23 16,5 1-11-16,1-3-12 0,1-5-2 15,-2 4-11-15,-1-6-13 0,1-3 8 0,-1 2-46 16,1-6-30-16,-2 0-52 0,0-2-11 0,3-6-32 16,-1 4-108-16,-1-5-299 0,-2-2-218 15,4 0 48-15,0-5 57 0,-2-1 72 0,-2 0 56 16</inkml:trace>
  <inkml:trace contextRef="#ctx0" brushRef="#br0" timeOffset="75174.23">8733 9400 849 0,'-4'-7'302'0,"0"-1"-25"16,-3 4-1-16,1-2-33 0,0-1-17 0,2 0-9 15,-4 3-35-15,2-2-8 0,-1 4-23 0,0-4 3 16,0 4-39-16,0-2 5 0,-3 2-5 16,-4 0-23-16,4 2-4 0,-3 2-12 0,-1-1 1 15,0 4-15-15,-3-3-6 0,1 5 0 0,1 1-10 16,-1 2 0-16,1 5-5 0,-1-1-7 0,5 1-4 15,-2 4 1-15,-1-1 2 0,7 1-10 0,0-1 11 16,1 2-22-16,2-2 14 0,4 1-18 16,0-2 7-16,4-1 5 0,2 2 3 0,1 1-5 15,4-1-12-15,-1 0 11 0,3-7-14 16,-2 3-3-16,5-5 15 0,-4 1-12 0,4-4 17 16,-2-4-17-16,-1 3 5 0,1-4-19 0,0-2 11 15,-4-4 29-15,4 4-32 0,-1-6 13 16,-3-1-12-16,1-1 2 0,-1-2-3 0,-3-3 6 15,0 1-1-15,-3-3-2 0,2 1-2 0,-3 1 4 16,-2-3 1-16,2 7-1 0,-3-3 9 0,3 3 4 16,-3 0-15-16,3 3 3 0,-3-1-9 0,0 1 4 15,0 3-1-15,0 4 11 0,0 0-8 16,0 0 10-16,0 0-12 0,0 0-3 0,8 12 7 16,-4-3-4-16,-1 3-11 0,0-2 10 0,0 0-2 15,1 5 20-15,2-2-22 0,2 0 4 16,-2 2 11-16,-2-3-18 0,3 3-24 0,2 0-25 15,-1-1-30-15,-2-1-31 0,4 1-60 0,-3-5-63 16,4 1-56-16,-1-2-490 0,-3-1 83 16,3-2 33-16,0-3 107 0,-3-2 46 0</inkml:trace>
  <inkml:trace contextRef="#ctx0" brushRef="#br0" timeOffset="75641.08">8986 9383 1013 0,'0'0'292'16,"0"0"-23"-16,0 0-21 0,0 24-18 0,0-13-25 15,0 2-5-15,0-1-26 0,3 6-23 0,-3-1 0 16,3 4-18-16,0-2-8 0,1-2-12 16,-1 1-8-16,0 1-28 0,5 2 12 0,-2-6 19 15,1 3-39-15,0-1-10 0,1-2 7 0,1-1-9 16,1-3-9-16,-3 0-2 0,7-4-2 15,-4 0-6-15,1 0 16 0,-1-6-31 0,3 1 10 16,-2-4-12-16,-1-1 4 0,0-2 1 16,1-2 2-16,-1-1-12 0,-3-3 7 0,3-3-77 15,-3-1 8-15,-1 0 5 0,-6-5-5 0,4 1 7 16,-7-4 9-16,2-2 2 0,-2-1-8 0,0 1 13 16,-4 0 20-16,0 1-2 0,0 5 8 0,0 3-6 15,1 0-5-15,-2 2 13 0,-2 3-10 16,0 2 5-16,-1 1 0 0,1 6 0 15,-3-3-5-15,-1 5 5 0,1 5 0 16,-1-3-5-16,0 5 8 0,0 0-1 0,4-1-4 0,0 6 9 16,-1-2-9-16,5 0-11 0,-1 4 13 0,1-5-5 15,3 1 7-15,2 3-2 0,1-3-5 0,1-1 21 16,2 1-22-16,3-1 27 0,1 3-21 16,0-6 3-16,3 1 7 0,0 0-13 0,4-1-10 15,0-3-40-15,3 2-29 0,0-2-49 0,0-3-84 16,3 0-143-16,1-3-436 0,6-2 113 0,-3 1 70 15,4-3 60-15,-5-2 50 0</inkml:trace>
  <inkml:trace contextRef="#ctx0" brushRef="#br0" timeOffset="75857.95">9679 9218 982 0,'0'0'341'0,"0"0"-39"0,3 15-23 16,-3-7-18-16,1 1-20 0,1 2-34 0,3 3-28 16,-2-2 0-16,0 2-15 0,1 3-15 0,2 0-11 15,-2-1-26-15,2 1-2 0,-1 1-46 16,-2-1-53-16,1 2-47 0,2-1-54 0,-3-1-76 16,0 0-374-16,1-1-218 0,-4-5 108 0,4 3 64 15,-8-7 48-15</inkml:trace>
  <inkml:trace contextRef="#ctx0" brushRef="#br0" timeOffset="76058.23">9528 9543 752 0,'-13'0'310'0,"13"0"43"16,-9-2-15-16,9 2-36 0,0 0-41 15,-4-5-20-15,4 5-19 0,0 0-9 0,16-10-37 16,-6 8-19-16,5-4-12 0,1-2-14 15,8-1-8-15,0 1-36 0,1 0-10 0,5-2-11 16,1-3-33-16,0 2-22 0,0 1-39 0,0-5-47 16,2 4-81-16,-2-4-95 0,0 2-529 0,0 0 68 15,-4-3 47-15,-4 1 55 0,-2-2 68 16</inkml:trace>
  <inkml:trace contextRef="#ctx0" brushRef="#br0" timeOffset="76491.2">10056 8916 706 0,'0'0'246'0,"-5"10"-29"0,5-3 3 0,0 3-22 15,0 5-14-15,0 2-5 0,1 1-23 0,3-1-20 16,-1 4-6-16,0-2-17 0,1 6-16 0,-1-3-5 16,0-1-2-16,-2 1-6 0,2-2-12 15,0 1 5-15,-3-2-28 0,3-1 2 0,-3-1 61 16,1-3-7-16,1-2-7 0,-2 1-6 0,2-4-3 15,-2 1-9-15,3-2 7 0,-3-2 5 16,0-3-26-16,0-3-4 0,0 0-1 0,0 0-2 16,0 0-13-16,0 0-7 0,0 0 2 0,6-17-11 15,-5 14 6-15,5-2-8 0,-3 1-2 0,1-1-3 16,2 4-3-16,2-2-9 0,-8 3-4 0,16-3 14 16,-9 6-3-16,4-1-6 0,-1 0-12 15,4 4 11-15,-4-2-4 0,3 4-1 0,1-1 17 16,-3 4-6-16,3 1 1 0,-4-3-5 0,-1 1-69 15,-2 4 17-15,1-2-4 0,-2 1-1 16,-6-2 1-16,1 3 7 0,-1-2 31 0,-1 2-10 16,-2-3 4-16,-4 3-7 0,0 2 31 0,0-7-8 15,-3 5-5-15,1-4 3 0,-2-1-1 16,4-1-9-16,-3-4-9 0,-1 1-30 0,1 0-30 16,3-5-75-16,-3 0-121 0,3-3-219 15,0-1-272-15,1-3 51 0,-2-2 70 0,2-6 74 16,2-2 48-16</inkml:trace>
  <inkml:trace contextRef="#ctx0" brushRef="#br0" timeOffset="76775.53">10383 8900 972 0,'15'11'330'0,"-2"4"-25"0,0 2-23 15,-2-2-6-15,2 5-30 0,2 3-31 16,1 2-3-16,1 0-22 0,-3 5-29 0,0-1-8 16,-1 1-22-16,1-1 0 0,0 13-14 0,-4-6 14 15,0-7-31-15,-6 6-16 0,2-3-7 0,-2 0-13 16,-4-4 18-16,3 2-31 0,-3-2 10 16,-3 1-12-16,3-1-8 0,-4-2-3 0,4 4 3 15,-3-4-18-15,0-1-23 0,3-6-7 0,-4 3-11 16,4-5-49-16,-3 0-33 0,3-4-12 15,0-2-85-15,-4-3-599 0,4-5 5 0,0-3 92 16,0 0 77-16,0 0 56 0,-7-17 65 0</inkml:trace>
  <inkml:trace contextRef="#ctx0" brushRef="#br0" timeOffset="77257.48">10582 8697 1059 0,'14'6'305'0,"-8"2"-42"15,1 0-12-15,3 6-31 0,-3 0-17 0,3 4-16 16,1 0-29-16,-1 0-20 0,0 0 6 0,-2 4-29 16,1-5-2-16,-2 0-21 0,0 1-8 15,-4-3 6-15,4 1-26 0,-6-5-3 0,2 1-4 16,3-1 12-16,-6-1 5 0,1-3-2 0,2 0 20 15,-3-3-21-15,0 1 11 0,0-5-18 16,0 0-2-16,0 0 2 0,0 0-16 0,-17-16 6 16,13 3-23-16,-3 1-3 0,1-7 5 0,2-4-15 15,-2 0 15-15,3 0-12 0,2 1 2 16,-3-2-5-16,4 1 5 0,0 5-5 0,0-1 0 16,4 0 7-16,0 4-4 0,-4-1-3 0,6 3 0 15,-5-2 7-15,5 5-7 0,-3 0-5 0,4 2 5 16,0 1-13-16,0 1-8 0,0 4 26 15,0 0-17-15,-7 2-4 0,17 3 11 0,-7 4-8 16,1-1 13-16,-1 3-8 0,0 1 8 0,0 4-13 16,0-2 6-16,-3 2 1 0,3 3 1 15,-2-1-8-15,1 1 8 0,-5 0 7 0,3 1-25 16,0-3 13-16,0 2-16 0,-4-1-2 0,1-1-28 16,2-2-29-16,-3 1-30 0,1-3-62 0,0 1-58 15,-1-2-193-15,0-4-412 0,-2-2 37 0,2 1 83 16,-3-5 111-16,0 0 43 0,0 0 52 15</inkml:trace>
  <inkml:trace contextRef="#ctx0" brushRef="#br0" timeOffset="77525.17">10995 8768 806 0,'0'0'271'16,"0"0"-25"-16,0 0 0 0,0 0-39 0,0 0-18 15,0 0-7-15,0 0-3 0,4-3-17 16,-4 3-22-16,0 0-7 0,0 0-5 0,0 0-15 16,0 0-3-16,20 3-10 0,-20-3 5 0,10-2-5 15,-3 1-24-15,1-2-6 0,1 2-12 16,1 0-6-16,-3-1 1 0,4 0-7 0,-1-3-10 16,0 4-5-16,-2-2-3 0,2-1 8 0,-1 4-3 15,-1-3-10-15,-1-1-5 0,-1 1-2 16,1 2-16-16,-7 1-21 0,11-6-33 0,-8 5-68 15,-3 1-76-15,4-6-206 0,-1 5-379 0,0-1 112 16,0-3 31-16,-3 1 59 0</inkml:trace>
  <inkml:trace contextRef="#ctx0" brushRef="#br0" timeOffset="77875.11">11290 8493 839 0,'10'7'346'0,"-4"0"-24"15,-2 1-35-15,-1 2-8 0,4 2-31 0,0 2-15 16,0 3-20-16,-1 5-16 0,1-2-28 16,4 2-13-16,-5-3-5 0,4 5-10 0,-2-6-8 15,-1 4-23-15,-1-4 5 0,1 0-38 0,0-1 20 16,0-2-13-16,-3-4-15 0,2 2-17 0,-2-4 14 15,-1 0 3-15,0-1-17 0,0 2-40 16,2-3-1-16,-5-4 45 0,3 2-36 0,0-2-4 16,-3-3 17-16,4 7 3 0,-4-7 7 0,6 0-12 15,-6 0-16-15,0 0-9 0,0 0 1 16,0 0 3-16,0 0-20 0,0 0-8 0,0 0 6 16,0 0-58-16,0 0-55 0,0 0-136 0,0 0-236 15,0 0-358-15,0 0 105 0,-20 0 54 0,20 0 87 16,-21 0 46-16</inkml:trace>
  <inkml:trace contextRef="#ctx0" brushRef="#br0" timeOffset="83857.42">12309 8641 657 0,'0'0'187'15,"0"0"-3"-15,0 0-25 0,0 0-15 0,0 0-6 16,0 0-23-16,0 0-8 0,0 0-2 16,33 0-28-16,-26-1 13 0,6-2-16 0,-1 2-7 15,1 0 7-15,1-1-20 0,-1 2 4 0,1-1-17 16,-1 0-5-16,-3 1-36 0,-2-3-33 16,2 3-44-16,-10 0-12 0,13 3-47 0,-13-3-138 15,4 2-345-15,0 0 61 0,-4-2 48 0</inkml:trace>
  <inkml:trace contextRef="#ctx0" brushRef="#br0" timeOffset="84223.43">12244 8701 547 0,'-5'7'159'16,"5"0"-18"-16,0 0 71 0,-3 2 6 15,6 3-16-15,-3 1-5 0,1 3-13 0,3 3-20 16,-1 5 8-16,3 1-19 0,-2 4-2 0,2 5-7 15,1 3 2-15,1 9-1 0,2 3-1 0,-1 2-19 16,-1-1 6-16,2 4-75 0,0 0-15 0,1 2 8 16,-1-3 12-16,0 2-17 0,1-2-16 15,-1 2 38-15,0-3-14 0,1 2-19 0,-1-4 5 16,3-3-2-16,-3 0-3 0,0-12 3 16,0 0-3-16,-2-3 24 0,2-1-4 0,0-4-22 15,1 4 18-15,-1-5-18 0,0-6-3 0,1 3-3 16,-1-6-22-16,-1-2 7 0,2-1-2 15,-1-3 10-15,0-1 5 0,1-2-3 0,-1-1-15 16,0-4 8-16,4 1-10 0,-4-1 12 0,3-3 0 16,-2-3 1-16,2-1-14 0,-2 1-7 0,2 1-10 15,-2-3-8-15,-1-2-10 0,0 4-44 0,0-5-44 16,1 3-55-16,-1-1-80 0,-3 0-561 0,0-2 75 16,3 1 61-16,-3-1 62 0,-1-1 73 15</inkml:trace>
  <inkml:trace contextRef="#ctx0" brushRef="#br0" timeOffset="86573.1">13334 8958 780 0,'-3'-2'179'0,"3"2"-2"0,-1-7-5 16,-2 1 2-16,3 6-23 0,-6-7-11 0,1 3 63 16,2-2-14-16,-1 4-7 0,-2-4-3 0,0 0-18 15,-1 2 0-15,-1-3 3 0,1 6-15 16,1-6-34-16,-4 4-64 0,-1-1-5 0,4 1-7 16,-6-2 2-16,2 3 5 0,1 1-13 0,-1 0 3 15,1 1 0-15,0-2-13 0,-4 2 5 16,4 2-5-16,-3-1-13 0,-1 2 10 0,4 2 9 15,-4 5-4-15,0-3-9 0,5 1 14 0,-5 6-9 16,4-1 12-16,0 3-5 0,-1 1 3 16,4 5 0-16,0-4-1 0,4-1 4 0,-4 1-16 15,6 0-1-15,-2-1-4 0,0 2 21 0,3 0-17 16,3-2 7-16,0 0-7 0,-2 1-9 0,6-3 13 16,-4-1-14-16,4-1 4 0,0 2-6 15,2-5 10-15,-1-1-2 0,2 0-8 0,0-1 5 16,1-1 3-16,-1-1-3 0,0-4 0 0,1 0-4 15,2 1 4-15,1-3-3 0,-1-5-1 0,-3 4 1 16,4-5-2-16,0 2 0 0,0-4 1 16,-4-2-4-16,4-1 11 0,-4 0-16 0,-3-3 6 15,3 0-8-15,-3 0 5 0,-3-1 13 16,2-3-8-16,-3 1-5 0,-2 2 5 0,2 3-3 16,-3-1-4-16,3 2-6 0,-3 1-2 0,-3 0 20 15,3 1-7-15,0 3 12 0,0-1 0 0,0 0 1 16,0 2-8-16,0 5-16 0,-4-3 10 0,4 3-4 15,0 0 15-15,0 0-3 0,0 0-8 16,-6 18 1-16,6-10 5 0,0 3 2 0,0 2-8 16,3-3 6-16,0 2-3 0,1-1-5 0,-1 5-5 15,5-4 8-15,-2 2-8 0,1-3 12 16,-1 2-4-16,4-2-6 0,1-3 14 0,-4 2-6 16,3-2-5-16,1 0 2 0,2-2 1 0,-2 0-3 15,-1-4 10-15,3 1-2 0,-2 1-1 16,2-4-9-16,-3 0 2 0,1 0 2 0,-1-3-2 15,-3 1 0-15,4 0 0 0,-5 1 0 0,1-3-15 16,-1 2 10-16,1 1-26 0,-7 1-35 0,11-7-24 16,-8 7-53-16,1 0-85 0,-4 0-107 0,0 0-305 15,0 0-92-15,0 0 40 0,0 0 101 16,0 0 36-16</inkml:trace>
  <inkml:trace contextRef="#ctx0" brushRef="#br0" timeOffset="89989.93">14082 8999 729 0,'0'0'248'0,"0"0"62"0,0 0-23 0,0 0-21 16,0 0-20-16,0 0-13 0,0 0-26 0,0 0-28 15,0 0-2-15,0 0-21 0,0 0-5 0,0 0-8 16,0 0-30-16,7-5-3 0,3 4-3 15,-3-5-14-15,6 2-9 0,2 2-5 0,1-4-15 16,2-1-5-16,2 0-2 0,0-1-11 16,4 2-8-16,-2 0 3 0,2-2-3 0,-4 1-7 15,3 3-67-15,-5 0 6 0,-1-2-24 0,0 2-5 16,-4 2-28-16,-3-3-31 0,1 5-28 0,-1-1-15 16,-3 1-28-16,1-1-24 0,-2 1-33 0,-6 0-186 15,0 0-223-15,0 0-24 0,0 0 137 16,0 0 24-16</inkml:trace>
  <inkml:trace contextRef="#ctx0" brushRef="#br0" timeOffset="90173.11">14346 8837 660 0,'0'0'223'0,"-4"-4"-34"0,4 4-10 0,-7-1-20 16,7 1-11-16,0 0 3 0,0 0 64 0,0 0-15 15,-3 11-13-15,6-4-26 0,-3 1-12 0,4 2-3 16,0-2-26-16,2 3-8 0,-2 3-9 0,2 0-16 15,0-3-3-15,2 6-25 0,-4-3-31 16,5-2-40-16,-2 4-40 0,1-1-73 0,1-4-72 16,1 3-515-16,1-4 16 0,-1-2 77 0,0 0 73 15</inkml:trace>
  <inkml:trace contextRef="#ctx0" brushRef="#br0" timeOffset="90573.29">14762 8765 783 0,'0'0'274'0,"0"0"-31"0,0 0-20 16,-3 18-11-16,3-8-17 0,3 4-16 16,0-3-21-16,-2 4-12 0,3 1-23 0,-1-3-8 15,0 3-12-15,1-1-11 0,2 0 8 0,-2 1-21 16,6-4-10-16,-6 2-2 0,6-4-3 0,-3 2-13 15,3-6-2-15,0 2-11 0,0-1 3 0,1-3 8 16,2-1 7-16,-3-3-18 0,5 0 1 16,-2-1-9-16,1-5-2 0,-1 3 3 0,1-5-3 15,-3 0-7-15,1-5 2 0,-1 2-8 0,-4-4 6 16,0-1 7-16,-4 0-18 0,0-2 18 16,-3 1-17-16,0-1 1 0,-3 1-1 0,0 0 6 15,-4 1 19-15,0-1-8 0,-7 2 3 0,4-2 0 16,-7 6-8-16,-3-3 5 0,2 6-5 15,-6 0 5-15,4-1-15 0,0 7 0 0,-1-4 0 16,1 3-6-16,3-1-9 0,3 3-8 0,-3-1-49 16,7 2-36-16,-1 0-33 0,1 2-26 0,3-1-153 15,-3 3-146-15,3-1-297 0,7-3 85 16,0 0 79-16,0 0 35 0</inkml:trace>
  <inkml:trace contextRef="#ctx0" brushRef="#br0" timeOffset="91038.99">15033 8341 952 0,'6'-8'340'16,"5"1"-43"-16,-1 0-15 0,0 4-26 15,4-5-16-15,0 1-35 0,3 5-26 0,-1-4-20 16,5 3-6-16,-3-1-17 0,-1 1-23 0,3 3 4 15,-6 0-24-15,6 2 1 0,-3 0-17 0,0 4-8 16,1 1-2-16,-2 1-11 0,-1 5 11 16,1 2-11-16,-2 5 3 0,0 0-11 0,-1 5 1 15,1 5-82-15,-4 1 20 0,7 14 13 0,-7-1-15 16,1 5 17-16,3-2 8 0,-1 0 1 16,1 2-4-16,-1 2-14 0,1 2 20 0,-4-1 7 15,4-1-7-15,0 0 7 0,-4 4-9 16,4-1-6-16,-4-3-5 0,0-2 7 0,-2-1 9 15,1-7-9-15,-2-7-7 0,-4 5 3 0,1-3 2 16,3-1 8-16,-6-9 2 0,2 2-12 0,-3-1 2 16,0-7 10-16,0 5-10 0,0 0 16 0,-3-3-8 15,2-6-3-15,-3 2 77 0,1-3-13 0,-1-4-2 16,-2 1-11-16,-4-6 1 0,-1 1 12 16,-2 0-8-16,-2-5-14 0,2-1 6 0,-7-2-14 15,3-1-18-15,-4-5-1 0,0 5-17 0,1-6-13 16,-4-2-26-16,0-3 0 0,4 3-56 15,-1-5-64-15,0-2-66 0,-2-1-144 0,9 0-497 16,1-3 44-16,-1-1 108 0,1-6 66 0,2 2 54 16,4-2 46-16</inkml:trace>
  <inkml:trace contextRef="#ctx0" brushRef="#br0" timeOffset="91290.12">16147 8608 1028 0,'14'-8'364'0,"-1"1"-31"0,1 1-34 0,-3 1-25 15,1-1-26-15,0 4-25 0,1-4-28 16,1 4-11-16,-1-3-33 0,1 2-51 0,-4 3-41 15,4-2-70-15,0-1-63 0,-4 1-110 0,4 2-533 16,-4 5 6-16,-3-3 58 0,-4 0 64 0</inkml:trace>
  <inkml:trace contextRef="#ctx0" brushRef="#br0" timeOffset="91539.93">16202 8915 1146 0,'-3'3'366'0,"3"-3"-46"16,0 0 0-16,0 0-95 0,0 0 8 16,13 4-61-16,-3-4-19 0,-10 0 24 0,20-4-39 15,-5 1-15-15,-2-2 15 0,4 2-48 0,0-1 23 16,1 1-21-16,2-3-5 0,-6 5-8 0,3-2-15 16,-1-2 15-16,-4 2-17 0,1-1-13 15,0 1-11-15,-2 2 5 0,-4-1-17 0,2-1-16 16,-9 3-35-16,12-1-29 0,-6 1-7 0,-6 0-47 15,0 0-38-15,7 1-148 0,-7-1-523 16,-1 6 88-16,1-6 68 0,0 0 73 0,-20 3 68 16</inkml:trace>
  <inkml:trace contextRef="#ctx0" brushRef="#br0" timeOffset="92522.45">18291 8268 752 0,'0'0'305'0,"0"0"-29"0,0 0-28 0,6 18-20 16,1-10-20-16,-4 6-22 0,5-1-9 0,1 1-18 16,-2 2-13-16,4 1-16 0,-1 1-12 15,0 2-11-15,1-2 1 0,-4-5-16 0,2 1-13 16,-5 3-12-16,2-3 2 0,-1-3-15 0,1 2 25 15,-6-1-25-15,4-5 20 0,-1 1 3 16,-3 2-5-16,3-4 7 0,-3-4-2 0,0-2 2 16,-3 7-5-16,3-7-7 0,0 0-13 0,0 0 2 15,0 0-5-15,-18-15-7 0,15 4-1 0,-3-2-10 16,2-3 6-16,1-1 7 0,0-1-8 16,2-1-15-16,-2-4 3 0,3 5-8 0,0 1 10 15,4-5-5-15,-4 4-10 0,6 3-11 0,-2 0 4 16,2 1 6-16,2 0-1 0,-2 4-9 0,4 2 3 15,4 1 3-15,-3 0 2 0,2 4-7 16,4 3 2-16,-4 0 3 0,5 4-1 0,-1 2 1 16,6 2-8-16,-5 6 8 0,-1-3 4 0,3 6-4 15,-6-3-8-15,3 0 5 0,-3 1-12 16,0 0 14-16,2 2-4 0,-5 0 4 16,-1-1 1-16,0 1-13 0,1-4 0 0,-4-1-26 0,2 2-12 15,-5-3-32-15,4-1-35 0,-2 2-43 16,-3-3-73-16,4-5-155 0,-4 3-438 0,1-2 54 15,3-4 76-15,-7-1 93 0,0 0 56 0</inkml:trace>
  <inkml:trace contextRef="#ctx0" brushRef="#br0" timeOffset="92823.11">19149 7833 698 0,'0'0'256'0,"0"0"41"15,-14 10-28-15,10-2-26 0,1 2 0 0,-1 4-23 16,-2 4-86-16,3 0-6 0,-1 7-6 0,0 5-1 16,1 3 17-16,-1 0-25 0,4 3-9 15,0 2-4-15,-3-1-10 0,6 2-6 0,-3-2-22 16,0 2 12-16,4 2-13 0,-1-5-4 0,5 12-1 15,-2-6-5-15,1-9-5 0,0 2-7 16,0-2-3-16,3-1-1 0,0 0-19 0,1-3-21 16,-1 2-6-16,0-6-24 0,1 1-60 15,2-5-43-15,-3 0-65 0,1-7-122 0,5-2-435 16,-2 0 82-16,-3-8 46 0,2 1 51 0</inkml:trace>
  <inkml:trace contextRef="#ctx0" brushRef="#br0" timeOffset="93305.96">19672 8074 1156 0,'-3'-6'367'0,"-1"-2"-96"0,0 4-46 15,0-2-25-15,-2 2-11 0,3 1-33 0,3 3-5 16,-10-7-23-16,10 7 0 0,-15 7-23 15,6-4-5-15,-1 4-5 0,-1 5-18 0,1-1 22 16,0 7-29-16,-1-1-17 0,1 5 1 16,0-4-10-16,3 6-4 0,-3-3-1 0,6 1-1 15,-2 3 6-15,5-7-13 0,-2 2-11 0,-1-1 21 16,4-1-5-16,4-3-21 0,-1 2 6 16,-2-6-11-16,5 3-5 0,-2-6 8 0,6 2-8 15,0-3-15-15,-3-4 5 0,6 1-1 0,-2-4 4 16,2-4 2-16,1 1-10 0,-3-4-3 15,2-3 20-15,-2-2 1 0,2-2-13 0,-3-3 0 16,-2-5 2-16,-2 4 1 0,1-6 2 0,-4 5 7 16,3 2-4-16,-5 1 10 0,3 0 2 0,-4 2 3 15,3 3 0-15,-3 3-13 0,0 1 0 0,0-1 6 16,3 5 4-16,-3 3-7 0,0 0 4 16,0 0 4-16,0 0-9 0,1 17-4 0,2-8 7 15,0 1 8-15,0 3-8 0,-2-1 6 0,2 3-3 16,3 2-6-16,-1 1 1 0,1-4-3 15,1 3-13-15,0-4-10 0,-1 1-12 0,2 3-45 16,2-7-22-16,0 5-41 0,0-7-36 0,1 1-82 16,-1-1-115-16,4-2-395 0,-1-5 88 15,1-1 28-15,-1-1 84 0</inkml:trace>
  <inkml:trace contextRef="#ctx0" brushRef="#br0" timeOffset="93739.46">20041 8074 921 0,'0'0'233'16,"0"0"-26"-16,0 0 6 0,0 26-19 16,-3-15-12-16,3 4-5 0,-3 3-14 0,3 3-29 15,0-3 6-15,-2 2-9 0,4 2-8 0,1-1 0 16,0 1-26-16,-3-4 0 0,3 2-20 0,1-1-5 16,2-1-3-16,-2-3 0 0,3 1-15 0,0-4-3 15,-1 2-8-15,1-6 1 0,0 2-6 16,3-4-2-16,0-4 0 0,0 0-13 0,1-4 13 15,-1 1-18-15,5-6-8 0,-2-3 3 0,-3 1 2 16,4-7-2-16,-1-2 2 0,-2-4 3 16,-4-2-3-16,-1-1-4 0,-3 0-1 0,-2-1 3 15,-2 1-8-15,-5-2 8 0,2 1-8 16,-2 2 20-16,-2 1-7 0,-1 1 10 0,-1 2-5 16,-1 4 6-16,-2 0-22 0,1 5 16 0,-1 3-15 15,0 1-3-15,-1 5 13 0,1 1-8 0,-2 1 13 16,2 3-5-16,-1 3-10 0,4 1 0 0,-3 2 2 15,2 1 0-15,1 1-2 0,3 3 15 16,1-3-3-16,4 3-22 0,-1-3 27 0,3 3-12 16,0-3-8-16,5 3-5 0,-2-3 5 0,4 3-2 15,-1-4 2-15,4 1 3 0,1-1-8 0,2-1 7 16,2-5-27-16,1 2-16 0,2-3-36 16,2 1-38-16,3-3-36 0,-2-2-61 0,3-3-151 15,4 2-443-15,-2-5 89 0,-1-1 44 0,5-3 82 16,-2-4 61-16</inkml:trace>
  <inkml:trace contextRef="#ctx0" brushRef="#br0" timeOffset="93921.7">20697 7903 1087 0,'0'12'325'0,"6"-1"-115"0,-5 6-25 16,2-2-4-16,4 3-27 0,-3 0 5 0,-1 6-21 15,4-6-23-15,-1 6-10 0,-2-2-23 0,-1-1-31 16,5 2-33-16,-5 0-33 0,0-4-67 16,1-1-108-16,-1-1-173 0,0 1-328 0,1-4 97 15,-4 0 13-15</inkml:trace>
  <inkml:trace contextRef="#ctx0" brushRef="#br0" timeOffset="94139.32">20656 8240 1116 0,'0'0'348'0,"-10"-5"-26"0,10 5-30 0,-4-3-44 16,4 3-17-16,0 0-21 0,-3-6-8 0,3 6-26 15,0 0-17-15,0 0-10 0,10-5-27 16,-3 2 6-16,0 3-25 0,3-7-1 0,4 4-81 16,-1-4-14-16,5 5-12 0,-1-4-20 0,7-4-32 15,-3 2-43-15,2 1-38 0,4-3-51 0,-3 2-113 16,3-1-453-16,-5-1 81 0,5-3 24 0,-4 1 85 15</inkml:trace>
  <inkml:trace contextRef="#ctx0" brushRef="#br0" timeOffset="94576.33">21107 7790 931 0,'0'0'223'0,"0"0"-3"0,0 0-13 15,-3 18-10-15,3-7 47 0,0 5-9 16,3 2-15-16,0 3-12 0,1 1-29 0,-3 3-15 15,2 0-13-15,0 0-11 0,1 3-19 0,-4-2 2 16,3-1-8-16,0 0-21 0,0 0-9 16,-2-7 5-16,2 5-24 0,0-6 3 0,-3 0-5 15,4-2-7-15,-4-4-6 0,3 4 8 0,-3-6 2 16,0-1 8-16,0-1 23 0,0-4-20 16,0-3-11-16,0 0-4 0,0 0-9 0,0 0-4 15,0 0-8-15,-3-18 0 0,3 11-11 0,3-1-7 16,-2-1 15-16,2 2-7 0,3 3-1 0,-5-3 1 15,5 0-28-15,1 2 17 0,4 2-7 0,-2 1-1 16,2 1-2-16,0 1 8 0,2 1 0 16,1 1 0-16,-1 1-11 0,1 2 11 0,0 4-5 15,3-1-8-15,-4 0-5 0,0 1 15 0,-1 0-15 16,-2 4 5-16,-1-2 13 0,-4-1 5 16,4 5-21-16,-8-7 11 0,2 3 10 0,-3 2-13 15,0-3 0-15,-3 1 10 0,-1 0 13 0,-6 0-12 16,3-3-1-16,-6 6 18 0,2-5-20 15,-3 0 10-15,1-1-13 0,-4 0 8 0,3-6 5 16,-3 5-18-16,4-4-5 0,-1 2 13 0,0-3-54 16,3-2 0-16,-2-2-74 0,-1-2-31 15,7 0-99-15,-3-3-132 0,4-1-488 0,2-2 43 16,0-4 95-16,4 2 59 0,-3-5 80 16,3-5 55-16</inkml:trace>
  <inkml:trace contextRef="#ctx0" brushRef="#br0" timeOffset="94872.59">21422 7674 721 0,'0'0'269'0,"10"4"-18"0,0 1 0 0,-3 5-26 16,4 3 67-16,2 2-8 0,-2 4-33 15,2-1-21-15,5 7-97 0,-2 0 13 0,1 3-31 16,-3 4 59-16,3 6-10 0,-3-4-20 0,3 4-9 15,-4-1 4-15,-6-8-17 0,4 3-1 16,-4 3-22-16,-4-3 1 0,0 1-23 0,-3-2 0 16,0-3-3-16,0 2-12 0,-3-2-16 0,0-3 2 15,-1 0 1-15,-2 0-18 0,1-2 12 16,2-3-4-16,-4 2-9 0,1-4-4 0,3-1-36 16,-4-3-36-16,-1-2-34 0,5 1-63 0,-1-4-113 15,-2-1-609-15,-1-6 25 0,4-2 126 0,3 0 36 16,-14-8 61-16,7-2 66 0</inkml:trace>
  <inkml:trace contextRef="#ctx0" brushRef="#br0" timeOffset="95356.16">21682 7474 729 0,'21'9'297'0,"-18"0"-21"0,3 0-35 0,1 6-13 16,4 2-29-16,-4 3-27 0,3 2-3 0,-1-3 0 15,-1 5-31-15,-1-1-10 0,-1-3-31 16,1 2 6-16,0-2-19 0,-3 1 6 0,-1-4-6 16,0-1-25-16,1-2 8 0,-4-2-1 0,3 1-12 15,0-2-3-15,-3-3 8 0,3-2 13 0,-2 1 2 16,-1-2-2-16,0-5-8 0,0 0-3 15,0 0-2-15,0 0-8 0,0 0-2 0,-10-25-3 16,10 10-3-16,-4-2-7 0,1-1 0 0,0-7-18 16,0 2 13-16,3 3-13 0,0-2 2 15,0-2-7-15,0 5 15 0,0-2-13 0,3 7-2 16,0-5 2-16,-3 6-4 0,3-2-1 0,0 5-13 16,-2 1 9-16,2 1-9 0,3 0 11 15,-2 4-11-15,3 3 11 0,-3 1 2 0,-4 0-18 16,16 5 16-16,-8-2-3 0,2 7 13 0,-3 1-3 15,7 0-9-15,-4 3-4 0,0-2 3 0,1 4 8 16,-1 2-3-16,-1-3 0 0,2 0-2 16,2 2-10-16,-6-2-4 0,0-2 12 0,3 0 6 15,-6-1-24-15,3 1-29 0,-1-4 2 0,-2 1-55 16,0-2-24-16,-1-1-46 0,1-4-82 0,-1 2-611 16,0-3 94-16,-3-2 62 0,0 0 99 15,0 0 47-15</inkml:trace>
  <inkml:trace contextRef="#ctx0" brushRef="#br0" timeOffset="95555.49">22058 7675 988 0,'0'0'373'0,"0"0"-37"0,0 0-22 16,0 0-27-16,10-4-26 0,-10 4-33 0,0 0-21 15,10-2-20-15,-10 2-15 0,13-1-19 0,-5 1-4 16,-1-2-11-16,3 1-15 0,0-3-21 15,1 3-12-15,2-1-3 0,-2 0-16 0,-1-3-24 16,3 3-40-16,-2-3-25 0,2 4-89 0,-3-6-57 16,-2 4-179-16,2-2-468 0,-1 2 68 0,2-4 91 15,-4 0 55-15,0-1 52 0</inkml:trace>
  <inkml:trace contextRef="#ctx0" brushRef="#br0" timeOffset="95839.09">22355 7315 911 0,'0'0'304'0,"0"0"-25"15,0 0-5-15,0 0-28 0,0 0-18 0,0 0-13 16,3 27-3-16,-3-16-22 0,1 3-11 0,2 2-10 16,0 2-18-16,0-1 23 0,-2 1-44 0,2 0-2 15,4-1-10-15,-4 3-5 0,-2-4-8 16,2 1-13-16,0-1 3 0,1-5-31 0,-1 3 23 15,0-4-18-15,0 0-5 0,-2-2-8 16,3 0 3-16,-4-1-8 0,3 3 18 0,0-7-28 16,-2 2 21-16,-1 0-9 0,0-5-25 0,3 4 1 15,-3-4-9-15,0 0-76 0,3 1-113 0,-3-1-85 16,0 0-629-16,0 0 49 0,0 0 107 16,0 0 74-16,0 0 41 0,0 0 62 0</inkml:trace>
  <inkml:trace contextRef="#ctx0" brushRef="#br0" timeOffset="96673.25">23220 8046 701 0,'3'-3'310'0,"0"-4"-37"0,-3 7-9 16,1-8-34-16,2 5-9 0,-3 3-11 15,3-7-19-15,-3 0-63 0,0 3 6 0,0-2-6 0,0-1-21 16,0 7 3-16,-3-9-7 0,3 2-9 15,-3 4-4-15,3-4-11 0,-4 4-10 0,4 3 3 16,-6-8-18-16,2 2-1 0,-2 4 1 0,2-3-3 16,-3 4-10-16,0-1 26 0,7 2-21 0,-17 0 3 15,7 2-14-15,0-1 9 0,-4 5-8 16,0 0-5-16,0-1 4 0,1 5-6 0,-5 2-9 16,5-1 3-16,-4 3 3 0,3 2 7 15,1-4-15-15,2 3 7 0,1 2-4 0,3-2 10 16,-3-2-21-16,7 2 26 0,-1 0-21 0,-2 0-5 15,6-5 11-15,0 5-11 0,0-5 13 16,3 0 3-16,-3 3-1 0,6-4-15 0,-2 1-4 16,3-3 24-16,0-1-12 0,-1-1 3 0,4 0-11 15,-2-3 8-15,2-2 0 0,0 0 12 0,1 0-17 16,2-7 3-16,0-1-6 0,-2-1 10 0,2-2 1 16,-1 2-1-16,1-7-15 0,-3 2 3 0,1 2-5 15,-1-1 4-15,-1 2 19 16,-1 2-39-16,-2 0 13 0,-2 1 3 0,2 1-3 0,-2 0 2 15,-1 4-4-15,1-1 12 0,-4 4-13 0,7-3 21 16,-7 3-13-16,0 0 1 0,0 0-1 16,13 10-13-16,-10-9 23 0,1 4-12 0,-1-3 15 15,2 4-13-15,-2-3-5 0,3 2 3 16,-2-2 2-16,2 0 10 0,1 1-25 0,1-3 7 16,-2 4 31-16,4-4-38 0,-3 0 23 0,-7-1 10 15,21-1 10-15,-7-3-33 0,-4 2 36 0,3 1-26 16,1 0-5-16,-4-4 8 0,3 4-10 0,-2-2 27 15,-1-1-22-15,-3 1-8 0,1 2-61 16,-2 0-113-16,-6 1-346 0,0 0-384 0,0 0 121 16,0 0 84-16,0 0 67 0,-31-6 41 0,11 0 110 15</inkml:trace>
  <inkml:trace contextRef="#ctx0" brushRef="#br0" timeOffset="101122.04">2507 6488 837 0,'0'0'273'15,"0"0"-12"-15,-6-3-33 0,6 3-10 0,0 0-24 16,0 0-20-16,0 0-20 0,-4-6-16 16,4 6-10-16,0 0-18 0,0 0-20 0,0 0-8 15,0 0 7-15,0 0-19 0,0 0-14 0,0 0 0 16,0 0-15-16,0 0 5 0,10-4 3 0,-10 4-1 16,11 0-4-16,-11 0-11 0,13-2 16 15,-6-2-13-15,3 3-11 0,0 0 1 0,1-3 7 16,6 2 0-16,-4 1-4 0,4-2 6 0,1-1-14 15,2 1 2-15,1 1-5 0,3-3 2 16,-1 3-2-16,2-3 0 0,2 3-10 0,0-3 7 16,-3 1-10-16,1 0 11 0,1 0-1 0,-1 0-7 15,-2 1-1-15,1-3 4 0,-3 3-1 16,2 2 5-16,-1-6-10 0,1 5 6 0,-3-3-4 16,2 3-9-16,1-4 12 0,-3 3 3 0,1-1-18 15,0 0 0-15,-1 0 10 0,4 2 5 16,-3 0-10-16,3-4 2 0,-1 3-4 0,4-3 7 15,1 4-2-15,-1-4 2 0,1 4-8 0,-1 0 1 16,4-2 9-16,0-1-9 0,-1 0-3 0,1 0-1 16,0 2 17-16,4-4-9 0,-2 4-2 15,-2-1 0-15,3 0 5 0,-3-2-7 0,-1 4 7 16,1-4 0-16,0 3-8 0,0-3 9 0,0 4-6 16,-3-4 12-16,2 4-9 0,-3-4-6 15,4 3 6-15,-4-3-8 0,1 4 0 0,0-4 10 16,-2 4-5-16,2-4-3 0,-1 3 3 0,0-3 11 15,1 4-17-15,-1-4 1 0,1 4 3 16,-1-4 2-16,1 3-5 0,-1-4 5 0,3 2-13 16,-3 1 20-16,1-1-1 0,2 1-4 0,-2 0 3 15,-1 0-5-15,1-2 3 0,0 2-8 0,-1-2 10 16,0 3-3-16,-4-3-2 0,-1 2 3 16,5 0 0-16,-3-1-9 0,-1 1 4 0,-2 0-1 15,0 0 6-15,-1 0 2 0,-2 1 0 16,2 0-5-16,-3-1-5 0,3-1 5 0,-3 0 3 0,-2 3-6 15,1-3 0-15,1 3 16 0,-4-4-5 16,2 3-11-16,-5-3 14 0,4 3-6 0,2-3 13 16,-2-1 0-16,-3 4-6 0,2-5 11 0,4 2 6 15,-4-2-6-15,2 3-8 0,2-2 8 16,3 0-13-16,-2-1 6 0,2 2 1 0,4-3-11 16,3 5-6-16,-3-3 25 0,1 0-4 15,1 0-11-15,2 5 3 0,-1-6-1 0,3 3 6 0,-2 1-7 16,3-2-1-16,-3 2 0 0,2 0-15 15,1 1 23-15,-3-2-10 0,2 1-8 0,-2-1 18 16,3 3-85-16,-1 0 6 0,4-2 4 0,-3 1 3 16,0-1 16-16,-1 1 0 0,2 1 2 15,1-3-3-15,-2 4 6 0,3 0 2 0,-3-4-4 16,3 2 19-16,-3 2-7 0,3-3 31 16,0 1-26-16,4 1-5 0,-4-3 18 0,-3 3-13 15,4-4 8-15,-2 3-6 0,5-1 9 0,-4 0 7 16,4 0-11-16,-3 0 6 0,1-2-2 0,-1 3 17 15,2-2-15-15,-6 1-8 0,-1-1 0 16,5 1 21-16,-1-2-1 0,1 0-9 0,2 2-11 16,-3-3 21-16,1 1-11 0,2 3 6 0,0-5-21 15,1 2 20-15,-3 4-4 0,2-4 4 0,1-1 1 16,-1 3-3-16,1 0 5 0,-1 1-5 0,-3 0 3 16,-2-1-6-16,1 1 16 0,-2 1-18 15,3-1 2-15,-3 1 6 0,0 1-3 0,-1-3 2 16,1 2 3-16,0 0 1 0,0 2-6 15,3-5 0-15,-3 4-3 0,0-1 0 0,2 1-4 16,1 1 12-16,2-3 5 0,-2 2-10 16,3 0-2-16,-3-1-4 0,7 1 12 0,-7 1-4 15,4 0 3-15,-4-1 0 0,1 1-2 0,2-3 0 16,-3 6 4-16,3-6 1 0,-2 3-11 0,0 3 1 16,2-3 2-16,-3 0 2 0,0 0-2 0,0 0 13 15,0 1-3-15,0-1-20 0,1 0 8 0,-4 0 7 16,0 0-5-16,0 1 7 0,0-1-14 15,-1 2 14-15,1-1-7 0,0-1 5 0,-1 1 6 16,1 2-16-16,0-3 5 0,-5 1-8 0,5 1 13 16,-3-2 10-16,2 1-15 0,-2 2-12 15,0-1 14-15,-4-1 3 0,6 0-7 0,-6 1-11 16,-1 1 10-16,2-2 11 0,-1 0-8 0,3 2 5 16,-2-1-5-16,2 0 0 0,-4-2-13 15,5 3 21-15,2-2-8 0,-2 2-8 0,0-1 11 16,2-1-11-16,1 0 16 0,-3 1 2 0,2 2-7 15,1-3 2-15,-3 2-3 0,2 1 6 0,1-4 0 16,0 3-6-16,3 1-7 0,-4-2 10 0,4-1 0 16,-3 0-10-16,0 4 10 0,3-3-5 15,-3 1-7-15,0 2 7 0,0-3-5 0,-1 2 7 16,1-2-2-16,-4 0 3 0,4 3-1 16,-3-3-7-16,-1 0 3 0,0 3 7 0,0-4 0 15,-3 1 5-15,4 2-7 0,-1-2-1 0,0 0-2 16,1 3-2-16,-1-3 9 0,1 1-7 15,0 1-2-15,-5-3 4 0,7 1 3 0,-2 2-2 0,-1-2-13 16,1-1 20-16,-1 0 0 0,-2 1 1 16,5 2-4-16,-2-4-14 0,1 3 14 15,-4-3-2-15,5 1-5 0,-2 3 8 0,2-4-8 0,-5 0-3 16,2 1 1-16,-3-1 7 0,3 0 3 16,0 0-11-16,1-1 3 0,-1 1 3 0,0 0-3 15,1-2 0-15,-1 0 7 0,1 1 1 0,-1-1-13 16,0 1 2-16,0 0 3 0,1-4 3 15,-1 4-6-15,-2-2 6 0,5-1-1 0,-2 1 6 16,2 1-16-16,-2-1 14 0,0 1-6 0,5 0-3 16,-5-3 11-16,2 4 2 0,1 0-18 0,0-4 21 15,-5 4-13-15,2-1 3 0,-4 1-14 16,0 1 14-16,0-5-3 0,-4 2 8 0,-2 3 4 16,-2-1-12-16,-1-2 0 0,-5 1-41 0,0 2-25 15,-3 0-21-15,-7 0-115 0,0 0-431 0,0 0-117 16,-37-4 57-16,2 0 68 0,-23-3 59 15</inkml:trace>
  <inkml:trace contextRef="#ctx0" brushRef="#br0" timeOffset="104404.66">2586 6425 406 0,'-4'11'180'15,"2"-4"-9"-15,4 3-4 0,-2-2-14 0,1 6 1 16,2-3-21-16,0 6 0 0,0 1-10 16,1 4-8-16,3 2-23 0,-3 1-5 0,-1 1-2 15,1 6 7-15,2 2-5 0,0-1-8 0,2 0 3 16,-4 1-13-16,2 0 5 0,1 1 13 0,-1 3-15 15,2-4 7-15,-5 0-15 0,1 0 0 16,2 1-79-16,1-2 20 0,-1 0-23 0,-1 1 21 16,1-1 2-16,1 0 3 0,-3 1-13 15,2 3 7-15,-3-6-2 0,5 2-5 0,-5-1 18 16,1 3-6-16,2-2-7 0,-3-1 0 0,1-1 11 16,3 2-1-16,-3-1-5 0,-1-6 3 15,1 1-1-15,2-1 6 0,-3-1 5 0,1 0-13 0,3 0 5 16,-3-1 8-16,2 1-18 15,0-2 8-15,-2 4 5 0,2-2-8 0,-1-2 5 0,1 1 0 16,-2 0-10-16,2-2 0 0,-2 0 6 16,2-1-9-16,-1 1 13 0,1 0 0 0,-2-5 16 15,2 1-13-15,-2-2-11 0,2-1 9 16,1-2-6-16,-3 1-5 0,2 2 13 0,1-5 2 16,-3 3-12-16,3-5 2 0,-3 1 7 0,2-2-4 15,0 1 2-15,1-1-2 0,-4 0 2 0,5 2 1 16,-5-3-6-16,1 0-8 0,2 1 6 15,-2-4-8-15,2 2 7 0,-1 1 3 0,1-1-12 16,-3-4 7-16,1 5-16 0,0-4 11 0,2 0 8 16,-3 1 22-16,4-1-15 0,0 1-20 15,-3-3 0-15,2 2 10 0,4 1 5 0,-2-3-10 16,1 1 2-16,1-2 21 0,1 1-15 0,3-1 15 16,0 2-11-16,-1 1 6 0,2-2-8 15,1-1-2-15,1 0 79 0,0 1-3 0,7-2-22 16,-3 1-1-16,2 0-10 0,1 0-5 0,1 0 0 15,5 0-13-15,1 1 5 0,-3-1-7 0,2 0 7 16,1 0-12-16,0 0 9 0,0 0-7 16,0-1-10-16,2 1 10 0,-2 0-2 0,0-1-9 15,0-2 12-15,3 0-14 0,-3 3 10 0,0-2 16 16,2-2-8-16,1 2-20 0,0 0 2 16,0 2 11-16,2-2-1 0,-2-1-84 0,4 0 28 15,2 2-2-15,-2-4 7 0,3 4-2 16,0-1 12-16,-1-2-2 0,5 2 8 0,-1-1-8 0,2-3 8 15,-2 5 7-15,1-3 0 0,2 2 3 16,-2 1-3-16,-1 1 3 0,-3-3 13 0,3-1-16 16,-3 1 11-16,1 2 22 0,-2-3-35 0,-2 2-5 15,2 1 7-15,2-3 3 0,-4 1 15 16,3 3-20-16,0-3 20 0,0-4-17 0,-1 6 4 16,2-5 6-16,-1 5-3 0,0-3 2 0,3 1 3 15,-6 0 3-15,2-2-3 0,2 3 16 16,-1-5-16-16,-3 6 8 0,3-6-1 0,-1 5-1 15,-2-4-4-15,-1-1 6 0,5 4 2 0,-1-4-2 16,-1 0-10-16,2 3-3 0,2-2 0 16,-3-1 5-16,11-1 3 0,-4 3-8 0,-8-1 2 15,-2 0 1-15,3 3-1 0,0-3 3 0,-3 3 0 16,2-3-5-16,-2 1 8 0,0 2 2 0,0-4-4 16,2 4-6-16,-2-4-3 0,-4 5 13 0,-2-4 16 15,1 6-13-15,5-7-16 0,-4 3 8 16,-3-2 10-16,3 5 6 0,0-5-34 0,1 5 13 15,-1-6 0-15,3 4 21 0,-2-4-9 16,5 6-12-16,-9-5 16 0,0 5-1 0,3-2 1 16,4-4-11-16,-7 6 2 0,3-5-7 0,-3 5 3 15,3-3 2-15,-3 1-8 0,2 1-2 16,-2-3 8-16,0 2 2 0,0 2 3 0,-3-4-11 16,2 3 1-16,-2 1 2 0,2-4-3 0,-2 4 11 15,-1-1-21-15,3-3 21 0,-3 2-3 0,1 3-3 16,3-2-2-16,-1-1-2 0,-2 0 12 0,3-1 0 15,0 1-10-15,6-4 13 0,1 4-10 16,-1 1 9-16,1-4-7 0,-1 2 3 0,1 1-10 16,0-4 9-16,-1 4 1 0,1-2-8 0,-1 2 5 15,2-1 10-15,-2 1-4 0,1 0-9 16,-5-1-4-16,-1 1 9 0,2 2 4 0,7-3-9 16,-4 1-7-16,-3-1 5 0,-3 1 8 0,3 1 2 15,-3-3-15-15,0 2 0 0,0 2 7 0,3-3-7 16,-4 1 20-16,1-3-2 0,0 5-3 0,0-1-10 15,-1-3 8-15,1 4-3 0,0-1 6 16,0 1-6-16,-3-3-5 0,2 4-3 0,1-3 13 16,-3 3-7-16,2-1-11 0,1-4 11 0,-1 4-1 15,1 1 3-15,0-2-2 0,0-3-6 16,0 4 1-16,0-1 7 0,2 1-2 0,-1-3-1 16,1 4-4-16,-2-2-4 0,3 1 1 0,-3 0 10 15,3-2-10-15,-3 1 3 0,0 1-3 16,0 1 12-16,2 0-9 0,-2-2 15 0,4 1-13 15,-4-3-6-15,0 3 9 0,0-1 2 0,3 1 3 16,-4 0 5-16,4-2-6 0,-3 0-4 0,0 2 5 16,3-4-8-16,-3 4 2 0,0-2-4 15,3-1 27-15,-3 3-12 0,2-1 2 0,-1 0-10 16,1-1 11-16,5 0-11 0,-4 2 5 0,1-2 3 16,-1 0-11-16,0 3 11 0,3-3-8 0,-3-1 6 15,-3 1-1-15,3 2-20 0,4-3 17 16,0 1 29-16,-1-3-31 0,1 5 8 0,-7-2-3 15,3-1-5-15,-3 1 8 0,3-2-8 0,-4 2 8 16,4-1-3-16,1 1 3 0,-4-4-5 16,4 3-6-16,2-3 9 0,0 1-9 0,0 2 3 15,-3-3 6-15,2 2-11 0,1 1 5 0,0-2-8 16,-3-1 18-16,4 3-9 0,0-3 1 16,-4 1 11-16,4 3-2 0,-4-3-14 0,3-1 6 15,0 3-3-15,-1-3 33 0,1 0-35 0,-3 0 10 16,3 3 7-16,-9-3-12 0,6 0 10 15,-3 0 7-15,-4 4-27 0,4-5 12 0,-4 2 16 16,1-1-11-16,-1 3 5 0,1-4-20 0,-2 2 18 16,-2-1-10-16,1 3 0 0,-1-4 12 0,0 6-12 15,-7-5 0-15,3 3-11 0,-3 0 8 16,4-2 10-16,-4 4-12 0,-3-4 10 0,-1 3 0 16,4-2-1-16,-4 2-14 0,-2-3-3 0,-1 4 18 15,4-4-29-15,-4 3 16 0,0-2 13 0,1 2 0 16,-4-5-21-16,3 2 13 0,0-1 11 15,-2-3-9-15,2 2-17 0,-1 0 20 0,-1-3-15 0,-1 2 21 16,-1-3-1-16,1-1-5 0,-1-1 29 16,-1 2-16-16,1-4 0 0,-3 0-5 0,1-2-11 15,-4-3 3-15,3 2 1 0,-3-5 4 0,-3-1 13 16,3-1-28-16,-3-1 8 0,2-6-6 16,-5 1 4-16,3-2 9 0,-2 2-5 0,2-2-5 15,-3 1 5-15,2 0-12 0,1 0 10 0,-1 0 2 16,-2 1-26-16,1-1 27 0,-1-1-14 15,-1 1 6-15,1 4 4 0,2-3-12 0,-3-1 5 16,0 2-2-16,1-1 7 0,2 3-3 0,-2-2-9 16,-2 3 4-16,1 0 3 0,1 0-13 15,-1 3 24-15,1 0-17 0,-2 0 1 0,1 1 0 16,1-1 8-16,-1 2 10 0,-1 2-11 0,2-3 1 16,-1 4-6-16,1-3 3 0,-1 2-5 0,0 1 5 15,3 3-5-15,-2-2-3 0,2 3 1 0,-2 0 9 16,2 0-2-16,0 1-5 0,-2 0 5 15,2 2 5-15,-2-2-5 0,5 2 0 0,-2 2 5 16,-3 0 0-16,1 0-10 0,2 0-2 0,0 1 17 16,2-2-13-16,-2 2 6 0,-3 0-11 15,3 1-5-15,2 0 18 0,-2 1-7 0,0 0 7 16,-1-1-5-16,3 1-8 0,-2 0 13 0,0 0 3 16,0 2-13-16,2-3 8 0,-2 5-9 0,0-3 12 15,-1-1-1-15,1 2 2 0,0-1-7 16,-1 3 5-16,1-1-12 0,2-2 4 0,-2 3 1 15,3-1 4-15,-3 1-4 0,0-1 4 0,2 2-9 16,-2-3 1-16,3 4 4 0,-3-4 2 0,3 3 5 16,-4-2 0-16,4 2-5 0,-3-3 0 15,-1 4 5-15,4-3-7 0,0 5 4 0,-4-4-2 16,4-1-5-16,-3 2 5 0,0-1 5 0,3 4-7 16,-3-4 4-16,0 2-7 0,3 2 0 15,-1-6 2-15,-2 2-27 0,-3 2-21 0,1-1-70 16,-5 3-35-16,-6 0-85 0,-9 3-189 0,-5-1-465 15,-12 1 116-15,-5-3 47 0,-15-3 72 16,-9 2 87-16,-2-3 56 0</inkml:trace>
  <inkml:trace contextRef="#ctx0" brushRef="#br0" timeOffset="113869.81">3060 12068 1177 0,'0'-4'338'0,"1"-4"-23"0,-1 2-24 0,4-1-35 16,-4 3-10-16,3-2-36 0,1-1-26 16,2 6-15-16,1-2-23 0,-7 3-8 0,17 0-10 15,-4 1 0-15,2 2-7 0,1 5-14 0,2 5 6 16,5 1-29-16,1 2-7 0,0 5-3 0,-3-3-10 15,-4 6-15-15,3 0 10 0,-3 1-3 0,-3 0-5 16,-4 0-74-16,1-3-2 0,-4 1-3 16,-4 1 15-16,0-2-5 0,-3-1 2 15,-3 3 6-15,0-6 5 0,0 3-3 0,-1-4 1 0,-4-1 12 16,-2 2 0-16,0-6-10 0,0 1 18 16,-4-2 10-16,0-3-8 0,1-1-25 0,3-1 20 15,-4-2 3-15,0-3 0 0,1 2-3 16,3-3 0-16,-1-3 6 0,-2 2 27 0,3-3-2 15,3-2-21-15,-4 2 1 0,4-2 10 0,1 0-6 16,2-4-7-16,1 3 13 0,0-4-23 0,3 3 2 16,3-4 8-16,-3 1 7 0,6 3-2 0,1-9-23 15,3 9 5-15,1-4 3 0,-1-1 0 16,4 2-18-16,-1-3 2 0,5 3-18 0,-4-3-27 16,6 4-34-16,-3 1-11 0,0 1-66 0,-4 0-112 15,2 1-98-15,1 5-463 0,-2-4 103 16,0 4 37-16,0-3 98 0,-4 1 49 0</inkml:trace>
  <inkml:trace contextRef="#ctx0" brushRef="#br0" timeOffset="114239.23">3960 11816 998 0,'-7'-8'361'0,"0"-2"-16"15,-2 4-40-15,5-3-59 0,-4 9-34 16,5-7-15-16,-4 7-13 0,7 0-33 0,-10-4-7 16,4 3-16-16,6 1-8 0,0 0-18 0,-17 5 1 15,10 2-14-15,3-1-14 0,-3 3 19 0,3 1-7 16,1 7-10-16,0-1-3 0,0 7-33 15,0-1 13-15,5 6-8 0,-1-1 3 0,2 0 7 16,1 6-5-16,2-1 1 0,1 1-14 0,0-1 5 16,0 0-7-16,-1-3-2 0,-2 3 12 15,3 2-11-15,0-3-9 0,-4-4 5 0,1-2-16 16,-1 3 11-16,0 0-19 0,0-5-19 0,-2-2-29 16,-1 1-41-16,4-2-54 0,-4-4-89 0,-4 1-215 15,4-2-390-15,-1-5 57 0,-2-2 121 16,0-2 55-16,-3-5 54 0</inkml:trace>
  <inkml:trace contextRef="#ctx0" brushRef="#br0" timeOffset="114503.49">3748 12391 1023 0,'0'0'387'0,"-3"-4"-29"0,3 4-17 0,0 0-26 16,-7-4-16-16,7 4-51 0,0 0-15 0,0 0-18 15,10-10-28-15,-3 5-18 0,6 2 0 0,-1-4-26 16,4 0-15-16,4-3-15 0,2 3 2 16,0-1-18-16,0-2-2 0,2 2-18 0,0 1-13 15,-1-3-8-15,-2 2 1 0,0 1-6 16,-2-1-13-16,-1 4-30 0,-8-2 10 0,4 3-64 16,-4-1-49-16,0 1-13 0,-2 2-48 0,-1 1-79 15,-7 0-318-15,6 4-259 0,-6 1 37 16,0-5 76-16,0 0 72 0,-10 10 64 0</inkml:trace>
  <inkml:trace contextRef="#ctx0" brushRef="#br0" timeOffset="120320.58">2927 13048 709 0,'-13'-1'279'0,"13"1"7"0,0 0-27 16,-10-1-39-16,10 1-31 0,0 0-20 0,0 0-13 15,0 0-23-15,0 0 1 0,0 0 14 16,0 0-17-16,0 0 50 0,24-9 6 0,-7 3-10 0,0 0-21 16,10-3-13-16,4 1-12 0,14-9-11 15,5 2 0-15,9-3 3 0,12-6-8 0,5 2-33 16,5 0 5-16,2-3 8 0,6 0-8 16,0 0-23-16,3 1 13 0,-3-2-23 0,3 2 15 15,-3-1-13-15,1 6 0 0,1-2-12 0,-5 4-13 16,-1 1 12-16,-17 6 1 0,-6-1-16 15,-14 5 10-15,-7-1-7 0,-4 4-8 0,-9-1-26 16,-4 3 1-16,0 0-26 0,-8 1 10 0,-2 1-38 16,-3 0-29-16,-1 5-30 0,-6 1-77 15,-4 0-126-15,-4 4-539 0,-7 4 35 0,-8 3 95 16,-5 0 67-16,-14 7 58 0,-4 0 62 0</inkml:trace>
  <inkml:trace contextRef="#ctx0" brushRef="#br0" timeOffset="120852.62">2845 13530 844 0,'-3'-7'302'0,"3"0"-28"0,-3 3-28 0,3-2-26 15,3 0-20-15,0-3-6 0,0 5-45 0,5-2-9 16,-1 0-9-16,3-1-8 0,1 4-18 0,2-3-16 16,1 5-9-16,-1-1-6 0,5 2-2 15,-2 2-11-15,2 2-12 0,2 0 4 0,0 6-9 16,-1 3-8-16,4 3 12 0,-3 2-19 0,-2 0-6 15,-1 6-3-15,-3-6 18 0,-5 5 52 16,1-1 0-16,-6 1-16 0,-1-1 0 0,0-2-7 16,-6 2-19-16,3-3 9 0,-4 5 19 0,-2-1-32 15,0-6 2-15,-1 1 0 0,-1-1 0 0,-1-3 0 16,-2-3 18-16,0-1-15 0,-2 0 12 16,0-4 6-16,-1 1-6 0,0-7-10 0,0 2 8 15,1-2 5-15,-1 0-18 0,0-2-10 0,1 1-2 16,2-6 9-16,1 2-15 0,0-2 11 15,3 0-9-15,1-2 4 0,2-5-6 0,4 6-15 16,-3-2 4-16,6-1 4 0,1 0 2 16,2-3-13-16,5 1-10 0,-1 1-13 0,0-1-15 15,1 3-5-15,5-1-34 0,-3-1-50 0,5 5-75 16,-1 1-72-16,-3 0-235 0,10-1-369 0,-7 0 93 16,4 0 83-16,-1-1 65 0,-4 2 51 0,2 0 64 15</inkml:trace>
  <inkml:trace contextRef="#ctx0" brushRef="#br0" timeOffset="121169.26">3560 13248 773 0,'0'0'281'0,"-11"0"-20"0,11 0-41 15,-9 8-7-15,5-2-24 0,-2 4-20 16,1 1 3-16,-1 6-14 0,-1-1-4 0,1 9-34 16,2 0 8-16,-4 0-25 0,2 7-4 0,-4 0 1 15,4-3-13-15,-2 3-13 0,4 2-7 16,-2-3 18-16,3-4-21 0,2 2 63 0,-1-1-14 16,2-2-16-16,0-1-10 0,0 0-10 0,3 0-8 15,0-1 8-15,0 0-10 0,4-5-14 0,-3 4 4 16,3-5-32-16,3 1-20 0,-4 2-56 15,5-5-69-15,0 0-82 0,1-4-359 0,0 1-243 16,1-3 93-16,1-4 76 0,-1-2 31 16,-3-2 69-16</inkml:trace>
  <inkml:trace contextRef="#ctx0" brushRef="#br0" timeOffset="121703.36">3956 13473 898 0,'-6'-5'310'16,"2"3"-16"-16,-2 1-33 0,6 1-20 0,-14-1-13 16,14 1-21-16,-13 2-36 0,5 3-2 15,-2 2-15-15,3 4-26 0,-3 0-13 0,3 3 0 16,0-2-30-16,0 3 4 0,0 2-12 0,1 1-18 16,3-3 5-16,-1 2 5 0,0 1-13 15,4-4-10-15,0-1 3 0,0 0-10 0,4 1-6 0,-3-3-8 16,2-1 9-16,3-2-11 0,-3 1 2 15,4-1 1-15,-3-1-16 0,4-7 0 0,1 1 3 16,-9-1-8-16,16-1 0 0,-5-6 8 16,-3-1-5-16,4-2-8 0,-4 0 5 0,-1-5 8 15,0-2-8-15,-1 2-3 0,1 1-4 0,-3 0 12 16,2 0 8-16,-2 5-5 0,-1-1-5 16,0 1-11-16,-2 0 18 0,2 3-4 0,0-1-4 15,1 6-9-15,-4 1 12 0,0 0-15 0,0 0 7 16,11 7-2-16,-5-1 13 0,-3 1-8 15,1 2-18-15,3 0 16 0,-3 1 2 0,2 0 13 16,0 0-10-16,1 1-13 0,-3-1 2 0,6 1 11 16,-3-1-8-16,0 2-21 0,0-5-32 0,3-1-52 15,0 2-57-15,-3-1-48 0,3-3-110 16,0-1-465-16,1-2 86 0,0-1 56 0,1-1 70 16,-2-6 41-16</inkml:trace>
  <inkml:trace contextRef="#ctx0" brushRef="#br0" timeOffset="122152.48">4364 13358 988 0,'0'-7'371'0,"0"7"-49"0,0 0-20 0,0 0-25 16,0 0-11-16,-11 15-23 0,8-5-28 16,-1 1-36-16,1 3 3 0,0 1-16 0,2 3-27 15,-1 3-14-15,1-3-15 0,1 0 0 0,0 3-13 16,0-2-7-16,1 0 5 0,2-3-18 0,3 2-11 15,-3-1-10-15,1-2 6 0,3 2-16 0,0-3-8 16,0-3 21-16,0-3-20 0,3 2-16 16,0-3 15-16,0-6 3 0,4 2-8 0,-3-6-15 15,6 2-2-15,-1-8 17 0,-5 1-13 0,6-7 16 16,-4-2-5-16,-2-1-18 0,-5-5 2 16,1 1 0-16,-4-8-12 0,-3 4 2 0,-3-2 3 15,-3 0 12-15,2 2 1 0,1 1 7 16,-4 1-23-16,0 6 8 0,0 3 10 0,0-2 2 15,-2 5 11-15,-2 2 3 0,1 4-24 0,0 1 3 16,-4 4 10-16,0 2-8 0,-3 3-2 16,1-1 11-16,1 5-19 0,2 1 5 0,-5 0 3 0,2 7-10 15,5-4 7-15,1 2-2 0,0 0-13 16,2-1 15-16,2 0-7 0,2 4-5 0,4-4 7 16,0-1-8-16,0 2 6 0,4-3-3 0,2 2 5 15,2-1 1-15,5-4-17 0,-3 1-22 16,7-1-18-16,4-7-66 0,-1 5-42 0,2-6-56 15,8-3-107-15,1-1-533 0,3-3 3 16,0-3 99-16,-4-3 67 0,1-3 54 0,-3-3 67 16</inkml:trace>
  <inkml:trace contextRef="#ctx0" brushRef="#br0" timeOffset="122352.64">4934 13141 1041 0,'3'10'320'0,"1"-2"-20"0,-4 6-24 16,4 2-22-16,0 0-34 0,2 1-8 0,-2 2-17 16,2 5-31-16,-2-2-8 0,3-1-3 0,-1 4-35 15,-2-2 2-15,2-1-28 0,-2 1-45 0,2-2-22 16,-1-3-33-16,-2 0-58 0,1-4-72 16,-1-2-49-16,-4 1-192 0,2-4-348 0,-2-1 44 15,-2-6 84-15,0 3 51 0</inkml:trace>
  <inkml:trace contextRef="#ctx0" brushRef="#br0" timeOffset="122552.3">4900 13451 880 0,'-7'-1'307'16,"7"1"-12"-16,-6-4-39 0,3-1-21 0,3 5-15 15,0 0-23-15,-8-2-15 0,8 2-36 0,0 0-5 16,-3-6-11-16,3 6-7 0,0 0-23 0,0 0 7 16,11-8-12-16,-2 1-16 0,1 3 65 15,2-4-11-15,4-1-10 0,5-1-16 0,-2-1-2 16,5-6-13-16,1 4-23 0,2-2-17 0,-3 0-42 15,0-4-54-15,3 3-53 0,-3-1-39 16,-3-1-32-16,-1-2-86 0,-6 2-137 0,-1 1-377 16,-5-3 74-16,-1 0 54 0,-1 2 59 15,-5-1 66-15</inkml:trace>
  <inkml:trace contextRef="#ctx0" brushRef="#br0" timeOffset="122953.37">5245 12958 821 0,'0'-7'279'16,"0"-1"-23"-16,-3 5-43 0,3 3-19 0,0 0-15 15,-6-1 16-15,6 1-83 0,0 0 14 0,-1 17 10 16,1-8-19-16,0 3-2 0,1 7-10 15,-1 1 75-15,3-2-11 0,0 7-3 0,0 0-20 16,0 3-21-16,2 0-2 0,-2-2-5 16,0-1-13-16,1 0-8 0,-1 0-12 0,1-2-21 15,-1-4 12-15,0-1-14 0,0-3-8 0,-2 2 7 16,2-9-20-16,1 6 28 0,-4-4-2 0,0-4 27 16,3-1 9-16,-3-1-16 0,0-4-23 0,0 0-8 15,0 0-12-15,0 0-1 0,-3-24-10 16,3 16 1-16,3-1 9 0,0-4-10 0,-3 3-7 15,4 2-3-15,2-2 3 0,-3 2-8 0,5-1-6 16,-1 3 6-16,-1-3 3 0,4 7-16 16,1-4-5-16,-1 6 13 0,1-2-13 0,6 2 18 15,-4 2-29-15,1-1 16 0,0 6-10 16,3 0 16-16,-4 3-1 0,1-2 3 0,-3 6-11 16,-1-3 8-16,0 4 1 0,-3-3-16 0,-1 3 20 15,-2 3-13-15,-4-3 42 0,0-1-31 0,-3 2 2 16,-1 0-12-16,-2-2 30 0,-1 1 10 0,-1-1-27 15,-2-3 7-15,-3 3-10 0,-1-4-3 16,0-2-8-16,-3 0 1 0,1-2-44 0,-2-3-36 16,-2-2-76-16,3-2-90 0,-1-5-326 0,-1 2-322 15,1-8 37-15,0-1 121 0,2-3 71 16,-2-7 73-16,5-3 61 0</inkml:trace>
  <inkml:trace contextRef="#ctx0" brushRef="#br0" timeOffset="123235.83">5645 12693 642 0,'18'15'264'16,"2"2"10"-16,0-2-47 0,-2 3 86 0,-1 1-34 15,13 12-31-15,-3 2-2 0,1 2-21 0,-1 3-15 16,1-1-18-16,-4 5-28 0,-4 6-85 0,1 0-5 15,-4-4 0-15,-4 0 11 0,1 4 20 16,-6-2-18-16,-2 1-5 0,-2-3 15 0,-1-5-13 16,-6-1-12-16,2-4 5 0,-2 1-26 0,-3-2 8 15,2 1-10-15,-4-3 12 0,-1-3 1 0,2-3-14 16,0 0-7-16,-3-1-31 0,3-6-15 16,-3-1 3-16,-1-1-60 0,1-4-61 0,-3-3-222 15,2-6-528-15,-5 3 102 0,1-8 45 0,-2-2 101 16,-3-5 46-16</inkml:trace>
  <inkml:trace contextRef="#ctx0" brushRef="#br0" timeOffset="124035.69">6633 11586 975 0,'5'-10'325'0,"1"2"-31"16,4-2-28-16,0 3-5 0,4-1-40 0,-1-2-9 15,8 3-30-15,0 4-21 0,-1 1-12 0,4-1-14 16,3 6-20-16,1 1-10 0,3 4 3 0,3 2-29 16,-4 5 6-16,11 7-11 0,-7-1-13 15,0 9-2-15,-6-3-15 0,-4 1 2 0,-7-3 5 16,-6 3-18-16,-1-1 13 0,0 0-2 16,-6-2-13-16,-1 3-6 0,0-3 3 0,-6 1 13 15,3-7-15-15,-4 6 7 0,-2-2 8 0,-2-4 23 16,1-2-2-16,1-3 7 0,-4-2-44 15,-1-2 34-15,-2 0 3 0,2-5 2 0,-2-4-3 16,-1-1-18-16,-3-1 16 0,1-4-10 0,1-1-3 16,-2-3-25-16,3 0 9 0,-3 1 29 0,7-5-15 15,-3 3-3-15,5 2-23 0,-2-3 10 16,4-2-5-16,2 4-3 0,1-2 13 0,3-2-20 16,0 3 10-16,3-1 0 0,4-3-18 0,3 4-7 15,1-3 2-15,2 3-23 0,1 2-39 16,3-1-35-16,0 1-72 0,3 5-23 0,1-5-61 15,0 2-154-15,6 4-453 0,-4-3 53 0,1 2 96 16,-3-2 86-16,-1 1 49 0,1-1 49 16</inkml:trace>
  <inkml:trace contextRef="#ctx0" brushRef="#br0" timeOffset="124952.61">7638 11409 744 0,'-3'-3'282'0,"0"-2"-21"0,3 5-20 0,-7-7-29 16,3 6-22-16,4 1-37 0,-3-7-4 15,3 7-21-15,-4-3-13 0,4 3-8 0,0 0-12 16,0 0-3-16,0 0-13 0,0 0-2 15,0 0-8-15,-10 10-10 0,7-6 21 0,0 0-1 16,0 6-2-16,-2 1 74 0,2 0-34 0,-1-1 14 16,-2 5 0-16,2-1-9 0,1-2-19 0,0 4 2 15,-1-1-21-15,0-4 6 0,4 3-21 0,-3-3 5 16,0 2-15-16,0-4 0 0,3 1 2 16,-1 0-12-16,1-2-6 0,0-1-4 0,0 3-8 15,-3-2 17-15,3-1-12 0,0 1-10 0,0-1-3 16,0 0 0-16,3-1 7 0,-3 1-19 15,0 0 7-15,0-1 15 0,0 2-28 0,1-4 8 16,2 3-6-16,-3-2 1 0,0-2 18 16,3 4-21-16,-3-7 8 0,0 7-3 0,3-3 5 15,-3-4 11-15,0 7 10 0,0-7-29 0,0 3-1 16,0-3 14-16,0 0 11 0,1 7-16 16,-1-7-10-16,0 5 16 0,0-5 7 0,0 0-15 15,0 0-8-15,3 3 15 0,-3-3-12 0,0 0 12 16,0 0-2-16,0 0-7 0,1 7 6 0,-1-7 9 15,0 0-8-15,0 0-8 0,0 0-5 0,0 0-2 16,0 0 17-16,0 0-9 0,0 0 1 16,0 0 1-16,0 0-3 0,0 0-7 0,0 0 5 15,0 0-11-15,0 0 6 0,0 0 9 0,0 0-4 16,0 0 5-16,0 0-13 0,0 0 2 16,0 0-2-16,0 0-2 0,0 0-1 0,0 0 14 15,0 0 1-15,0 0-9 0,0 0 2 0,0 0 3 16,0 0-16-16,0 0 3 0,0 0 20 0,0 0-10 15,0 0-7-15,0 0 4 0,0 0 4 16,0 0-17-16,0 0 11 0,0 0 5 0,0 0 3 16,0 0-8-16,0 0-15 0,0 0 7 0,0 0 13 15,0 0 3-15,0 0-8 0,0 0-3 16,0 0-12-16,0 0 15 0,0 0-5 0,0 0 5 16,0 0 2-16,0 0-12 0,0 0 10 0,0 0-5 15,0 0 5-15,3 7-5 0,-3-7 5 16,0 0 2-16,0 0-7 0,0 0-2 0,-3 6 12 15,3-6-3-15,3 5-4 0,-3-5-3 0,0 7 0 16,0-7 5-16,0 8 2 0,3-3-7 16,-3 0-3-16,1 2 3 0,1-1 15 0,2-2-10 15,-1 4 6-15,0-1-6 0,-2 1-3 0,2 2-12 16,4-2 15-16,-3 4 15 0,2 0-15 0,1 1 8 16,0-1-8-16,3 3-5 0,0-2-1 15,0 2 12-15,1 0-1 0,-1 0 0 0,0-3-8 16,1 3-7-16,2-5 13 0,-3 5-3 15,1-7 2-15,-4 2-2 0,2-2 10 0,-1-1-2 0,-1 3-18 16,-1-3-6-16,1-1-35 0,-4-4-26 16,5 0-81-16,-5 1-101 0,-3-3-114 0,7-5-526 15,-1 0 44-15,-2-1 115 0,2-3 72 16,-1-4 49-16,-2 1 89 0</inkml:trace>
  <inkml:trace contextRef="#ctx0" brushRef="#br0" timeOffset="125401.97">8244 11540 857 0,'0'-7'328'0,"-4"0"-6"15,0 3-27-15,1 0-11 0,-1 0-23 0,-2-2-31 16,0 6-15-16,6 0-23 0,-15 0-15 0,5 1-34 15,0 8 3-15,-4-4-10 0,1 5-31 16,2 0-8-16,-2 5 5 0,0 0-17 0,1 3-3 16,0-1-16-16,5 1-10 0,-1-1 16 0,1-2-16 15,4 2-17-15,0-3-3 0,3-2 2 16,0 2-12-16,0-3 7 0,3 2 0 0,1-4-7 16,2 1-11-16,2-2-2 0,1-3 2 0,1-1-10 15,1-3 6-15,-1-1-9 0,1-1 19 16,2-3-21-16,1-1 0 0,-4-3-3 0,0 0 11 15,0-6-13-15,0 3 12 0,-2-6 1 0,-1 5-8 16,-1-3 10-16,-2 0-2 0,2 0 0 0,-2 7-13 16,0-2 17-16,-1 0-1 0,1 3-1 0,-1-1-15 15,0 5 10-15,0-1-5 0,-3 4 2 16,0 0 1-16,0 0 2 0,0 0-10 0,11 8 18 16,-11 1-3-16,3-2-18 0,-2 1 21 15,2 2-8-15,0 2-5 0,0-1-5 0,1-1 10 16,-1 5-12-16,0-5-29 0,1 5-69 0,4-5-56 15,-2 5-54-15,0-5-134 0,4-2-470 16,-2 1 62-16,2-1 83 0,-3-3 65 0,3-3 61 16</inkml:trace>
  <inkml:trace contextRef="#ctx0" brushRef="#br0" timeOffset="125886.17">8589 11483 982 0,'0'0'361'0,"0"0"-38"0,0 0-31 0,0 0-11 16,0 0-32-16,0 0-11 0,-14 22-26 0,11-12-17 15,2 1-14-15,-2 6-14 0,0-2-19 16,-1 3-76-16,4 4-1 0,-3-2-22 0,6-2-3 16,-3 2-2-16,1 0-8 0,2 0-1 0,3 2-4 15,2-4 7-15,2 2-2 0,0-1-10 16,1-3 2-16,-1 1-18 0,3-7 8 0,-2 2 8 15,2-3 5-15,1-2-3 0,0-2-5 0,-1-5 5 16,1 4-3-16,-1-8-9 0,1 3 9 16,-3-6-9-16,3-2 12 0,-1 0-8 0,-3-7-17 15,-3 0 17-15,0-4 11 0,-3-2-21 16,2-3-2-16,-6-3 5 0,0-2-5 0,-4-2 10 16,-2-3-13-16,3 6 2 0,-5 0 4 0,1 4-6 15,-3 3 2-15,1 1 14 0,-2 2 15 0,-2 2-13 16,1 4-8-16,-1 3 3 0,-4 2 0 0,3 1-8 15,-6 7 5-15,6 0-7 0,-3 0 8 0,0 7-6 16,0-4-3-16,3 4 6 0,0 1 0 16,1 5 2-16,3-2-2 0,0 0 0 0,6 1-8 15,1-2-2-15,0 4 15 0,3-3-8 16,3 3-8-16,3-2-2 0,1 5 13 0,1-4-23 16,5-1 13-16,-3 1-9 0,7-2-27 0,1 0-5 15,-1-4-42-15,3 1-40 0,-3-3-85 16,3-2-87-16,1 3-365 0,2-5-137 0,-2-2 65 0,0-5 73 15,-1 3 78-15,1-5 38 0</inkml:trace>
  <inkml:trace contextRef="#ctx0" brushRef="#br0" timeOffset="126052.3">9125 11386 698 0,'0'7'287'0,"3"5"-28"0,-2-2-19 15,3 1-30-15,-1 3-15 0,0 2-11 0,1-1-36 16,-1 3-2-16,1-2-28 0,2 2-41 16,-3 2-59-16,2-5-70 0,1 3-168 0,-2-1-463 15,2-2 43-15,-3 2 64 0</inkml:trace>
  <inkml:trace contextRef="#ctx0" brushRef="#br0" timeOffset="126285.34">9075 11651 1026 0,'0'0'404'0,"-4"-3"-35"0,4 3-34 0,-7-2-12 15,7 2-31-15,0 0-36 0,0 0-11 16,-3-6-17-16,3 6-21 0,0 0-32 0,13-9-24 16,-6 4-18-16,3 1 0 0,1-2-8 0,2-2-25 15,1 1-8-15,3-1-15 0,0-1-23 16,3 1-31-16,1-2-49 0,3 2-35 0,-4-3-62 15,4-2-59-15,0 4-125 0,-3-2-487 0,-1-2-7 16,1 2 118-16,-7-3 56 0,3-3 66 0,-7 6 49 16</inkml:trace>
  <inkml:trace contextRef="#ctx0" brushRef="#br0" timeOffset="126653.37">9464 11218 724 0,'-3'23'243'16,"3"-13"-13"-16,0 4-25 0,0 2-10 15,2 3-11-15,-1-1-18 0,2 7-12 0,-3 0-18 16,4 0 63-16,-1 0-14 0,-2-2-16 0,2 2-24 16,-3-1-22-16,3 0 5 0,-3-5-25 0,0-1-6 15,3-1-5-15,-3-2-23 0,0-2 3 16,1-1 38-16,-1-4-87 0,-1-1 5 0,1-4 5 16,0-3-4-16,0 0-4 0,0 0-4 0,0 0-3 15,0 0 2-15,-3-21 3 0,6 9-8 16,-2 0 3-16,5-1-5 0,-2 0 8 0,3-1-11 15,3 4-2-15,0-3-1 0,1 4-4 0,-1 1 2 16,3 5 3-16,4-2 17 0,0 5-4 0,0 0-16 16,1 0-3-16,-1 5 3 0,3 2 13 15,-3-3 13-15,1 5 10 0,-2-1 10 0,-2 7-5 16,-1-5-10-16,-2 3 8 0,-4-1 2 0,0 5-23 16,-4-5 13-16,0 1 10 0,-6-1-8 0,0 1-5 15,-4 2-7-15,-3-5-16 0,-1 5-17 16,1-7-19-16,-4-1-59 0,1 1-71 0,-2-3-220 15,2-1-497-15,3-4 121 0,-4-4 35 0,1-2 74 16,3-6 52-16</inkml:trace>
  <inkml:trace contextRef="#ctx0" brushRef="#br0" timeOffset="126888.16">9940 11083 980 0,'19'11'397'0,"-5"4"-31"0,0 2-31 16,0 0-10-16,-1-2-23 0,5 10-8 0,-5 0-17 15,4 1-44-15,-6 5-23 0,9 9-8 16,-7-5-38-16,-3-6-8 0,-2 7-20 0,-1-2-14 16,-1 2-6-16,-6-2-11 0,0 4-3 0,0-2-41 15,-3-1-68-15,-4 2-42 0,-7 5-81 16,-3 0-185-16,-3-1-568 0,-4-6 66 0,-4-7 98 15,-9 1 99-15,-1-10 37 0,-9-1 53 0</inkml:trace>
  <inkml:trace contextRef="#ctx0" brushRef="#br0" timeOffset="127352.72">7413 12383 1036 0,'0'0'346'0,"0"0"-11"0,23-7-25 16,-12 3-36-16,2 0-21 0,5 2 0 0,2-3-30 16,7 2-87-16,7-4-8 0,5 2 10 0,14-5 8 15,6 4-51-15,3-8 15 0,10 6-3 0,12-9 3 16,5 2-23-16,7-3-7 0,-3 1-9 16,6-2-12-16,1-1 13 0,2 1-11 0,1 1-4 15,-1 0-6-15,0 1-3 0,2-2-4 0,-3 5-6 16,2 0-15-16,-4-3 16 0,-3 9-6 15,-3-4-7-15,-5 0-14 0,-16 4 12 0,-7 0-7 16,-4 4 6-16,-13-2-10 0,-7-1 0 0,-9 6 0 16,1-2 7-16,-5 2-17 0,-4-2-3 15,-4 3-8-15,-2 3-28 0,1 1-28 0,-8 1-41 16,-1-1-76-16,-7 5-142 0,-2 4-545 0,-2-3 95 16,-9 7 44-16,-4-2 94 0,-6 3 62 0,-17 7 53 15</inkml:trace>
  <inkml:trace contextRef="#ctx0" brushRef="#br0" timeOffset="127787.49">8069 12851 732 0,'4'-5'289'16,"5"0"-28"-16,2 1-15 0,3-2-34 0,3 2-5 16,-3 3-20-16,9-2-18 0,-2 3-18 15,-1 3-2-15,5 2-37 0,2-2-4 0,0 4-1 16,-3 4-15-16,0 3-15 0,3 1 8 16,0 2-14-16,-5 1 70 0,-2 5-15 0,0-3-14 15,-3 4-7-15,-3 2-13 0,-7-2-81 0,3 1-6 16,-9-2 18-16,1 2 7 0,-4-4-9 15,-2 3-11-15,-4 0 21 0,-1-3 2 0,-1-1-20 0,-4-2 10 16,0-1 3-16,-3-2-6 0,3-1-2 16,-7-4 10-16,5-4-12 0,-2-4 30 0,2 0-16 15,-1-4 34-15,3 1 23 0,-4-3-15 16,1 1-28-16,1-4-27 0,5 0 27 0,-3-3 25 16,4 2-38-16,-1 1 12 0,5-3 1 0,2 2-6 15,1-2-2-15,0 1-15 0,3-3 12 0,6 1-18 16,-2 3 3-16,7-4 5 0,2-1-23 15,4 3-31-15,3-1-35 0,1 4-44 0,7-7-118 16,-4 6-141-16,10-2-501 0,-3 1 94 0,0-3 65 16,2 1 53-16,-2 0 72 0</inkml:trace>
  <inkml:trace contextRef="#ctx0" brushRef="#br0" timeOffset="128268.17">8995 12701 965 0,'0'0'330'0,"0"0"-28"0,-6 15-31 16,0-6 18-16,2 5-38 0,-3-1-31 0,3 3-10 15,-3 6-13-15,1-4-10 0,2 5-28 0,-3-2-3 16,1 3-36-16,2 0 1 0,4-3-11 0,-3-1-16 16,3 1-9-16,3 0 4 0,0 2-17 15,1-3-13-15,3-3-3 0,3-2-5 0,0 3-12 16,1-5 10-16,2-4-6 0,0-1-2 0,1-5 8 15,0 2-11-15,3-7 6 0,-3-2-16 16,3 1 5-16,0-5-10 0,3-5 13 0,-5 1-11 16,1-5-9-16,-1-5 2 0,-2-6-11 0,-3-2 6 15,-3-6-5-15,-4-16 10 0,-3 6 0 16,-3 10-8-16,-1-1 5 0,-3 2-15 0,-2 8 5 16,2 4-2-16,-4-1 5 0,-2 8-1 0,-5 4 1 15,-2 2 0-15,-1 5-6 0,0 5-7 0,-2 0 31 16,-4 9-19-16,-3 0 6 0,5 5-3 15,-2 0-4-15,3 1 14 0,7-1-15 0,0 3-2 16,6 0 4-16,0-2 9 0,5-3-9 16,3 2-12-16,0 1 3 0,6-5 15 0,0 0-21 15,4-3 13-15,7 1 5 0,2-2 6 0,2-2-11 16,3-5-3-16,2-1-2 0,4-5 11 0,1 0-6 16,-1 0 5-16,4-4-18 0,0 1-23 0,-4-5 3 15,1 5-15-15,-7-3-49 0,-2 1-47 16,-5 2-94-16,-3 1-389 0,-2-2-238 0,-1 1 64 15,-8 3 110-15,-4-1 31 0,-3-2 79 16</inkml:trace>
  <inkml:trace contextRef="#ctx0" brushRef="#br0" timeOffset="129201.68">429 12751 893 0,'-7'-10'261'0,"-1"6"-36"16,5 0-10-16,-3-3-10 0,3 2-13 0,2 0-31 16,-2-3 0-16,3 5-20 0,0 3-15 15,3-12-32-15,-2 9 1 0,5-3-16 0,-2 5 1 16,3-2-9-16,3 0-7 0,0 3-5 0,4 4 0 16,-1 2-18-16,5 0 0 0,-1 7 3 15,3-1-14-15,-4 4 11 0,5 5-10 0,0 0 0 16,-7 1-8-16,3 2 74 0,-4 1-7 0,-2-4 4 15,-4 4-19-15,-4 0 1 0,1 0-7 0,-4-2-71 16,-3 2 4-16,-1 2-17 0,-2-2 13 16,-3-2 7-16,0 0 5 0,-1-4 0 0,-1-1 29 15,1-3 4-15,0-1-5 0,-4-3 16 0,4-1-21 16,0-3 26-16,2-3-5 0,-4 0-23 16,2-2 7-16,1 1-7 0,3-3 20 0,6 0-15 15,-13-5 2-15,5 1-4 0,5 0-6 0,-1-3 13 16,1-1-11-16,3 2-7 0,0-1 1 15,4-5-12-15,2 2 11 0,2 0-18 0,1-1 3 16,1 0-16-16,5 0-35 0,-2-3-24 0,4 4-35 16,1-1-29-16,2-3-35 0,1 6-59 15,-1-4-105-15,4 3-246 0,0-2-177 0,0 1 39 0,-1 2 102 16,-1-4 47-16</inkml:trace>
  <inkml:trace contextRef="#ctx0" brushRef="#br0" timeOffset="129468.6">992 12593 842 0,'-9'-4'391'0,"2"-2"-50"0,0 0-16 0,3 4-46 16,-3 0-13-16,1 0-28 0,6 2-25 0,0 0-27 16,-15 4-19-16,9 2-1 0,-1 2-15 15,4 1 16-15,-3 7-29 0,2 0-26 0,-3 5 14 16,4 4-1-16,2 0-2 0,1 0-41 15,0 1 28-15,0 5-36 0,3-6 18 0,1 8-2 16,1 1-21-16,1-1-10 0,1 0-13 0,2 1 5 16,-1-3 3-16,-1 2-16 0,0-6 1 0,2 4-14 15,2-2-45-15,-1-3-39 0,-4-2-66 0,1-4-119 16,-3-1-255-16,0-4-381 0,-1-4 97 16,-3-1 53-16,0-3 85 0,-3-6 59 0,-4 4 69 15</inkml:trace>
  <inkml:trace contextRef="#ctx0" brushRef="#br0" timeOffset="129685.51">795 13241 929 0,'0'0'320'0,"0"0"-26"16,-11-1-12-16,11 1-29 0,0 0-20 0,4-9-8 16,3 4-23-16,3-3-15 0,7-1-20 15,0 1-16-15,4-3-16 0,6-3-17 0,4 2 5 16,-1-2-8-16,1 3-5 0,-3-2-15 0,-1 3-54 15,-4 3-26-15,1 0-66 0,-5 5-36 16,0-2-38-16,-4 1-70 0,-2 3-140 0,0 4-410 16,-6 0 20-16,0 3 96 0,-4 0 81 0,-6 3 36 15</inkml:trace>
  <inkml:trace contextRef="#ctx0" brushRef="#br0" timeOffset="129935.28">480 13780 1269 0,'0'0'407'0,"0"0"-46"16,0 0-36-16,0 0-20 0,0 0-62 0,7-14-5 16,3 6 18-16,0 1-46 0,4-3-5 0,7 0-13 15,-1-5-8-15,7 0-49 0,4-2-1 16,7-2-22-16,0 1 11 0,-7 4-15 0,2 3-16 15,2-3-21-15,-4 6-12 0,2-1-61 0,-5 1-32 16,-4 8-76-16,-4 0-69 0,-2 0-118 0,-1 4-558 16,-3 0 26-16,-4 6 102 0,-4-3 62 15,-6 6 53-15,0-1 87 0</inkml:trace>
  <inkml:trace contextRef="#ctx0" brushRef="#br0" timeOffset="130335.72">312 14155 816 0,'0'0'323'0,"0"0"-37"16,0 0-20-16,0 0-33 0,0 0-15 16,18-12-24-16,-11 10-12 0,6 2-18 0,4 0-8 15,-3 2-30-15,6 2 4 0,1 0-33 0,-1 3 1 16,1 0-11-16,3 2-10 0,-4 4-1 15,1 3-12-15,3 3 0 0,-7 0-13 0,3 4-4 16,-6-3-9-16,-3 4 11 0,1 1-11 0,-4-2-2 16,-1 1 66-16,-4-1-5 0,-6 4-22 15,0-2-4-15,-1 0-2 0,-7-2-15 0,1 4 5 16,-4-4-8-16,4-4-10 0,-6-1 8 0,1-3-8 16,-1-4 2-16,2-1-17 0,-2-3 2 15,1-6 5-15,2 4 3 0,-1-5-18 0,1 0 8 16,1-6 12-16,0 4-20 0,2-5 15 0,2-1-15 15,1 0 0-15,3-2 5 0,1-1-2 0,3-2-9 16,0 1 14-16,3-4-3 0,4 1-18 16,-3 0-2-16,4 0 10 0,1 1-24 0,1 0-4 15,4 0-34-15,-3 3-66 0,2 2-54 16,0-2-105-16,1 3-276 0,1 2-305 0,0-2 92 16,0 1 103-16,-2-1 46 0,1 1 53 0</inkml:trace>
  <inkml:trace contextRef="#ctx0" brushRef="#br0" timeOffset="130801.84">869 14196 962 0,'-23'10'310'0,"19"-1"-26"0,-2 0-28 15,2 4-34-15,-2 1 4 0,2 1-29 0,1 2-28 16,3 1-21-16,-5 1 3 0,5-5-20 15,1 5-6-15,3-1-25 0,-1-2-8 0,0-2-10 16,4 1-5-16,-3 2 2 0,5-5-15 16,2-1-7-16,-1-1-14 0,4-3 11 0,0 1-11 15,-1-6 1-15,2-1 2 0,1-1-10 16,1-1-6-16,-3-2 9 0,3-3-1 0,-4-2-12 16,1 0-6-16,-3-3 6 0,-1-3-6 0,-3-3 3 15,-1 2 0-15,-5-5-5 0,-1-2 3 0,-4 0-1 16,-2-1 3-16,2 0-7 0,-10 0-9 15,4 4 22-15,-1 3 9 0,1-2-25 0,0 4 10 16,-1 4 10-16,-1 2 0 0,2 1-4 0,-2 4-4 16,-1 2-7-16,3 1-5 0,-1 1 23 15,-2 2-24-15,2 2 1 0,1-2-10 0,0 4 12 16,3 0-2-16,0 1-5 0,0 0-1 0,4-1-4 16,0 2 12-16,3-5-17 0,-3 3 9 0,3 1 4 15,3-1-6-15,0-4-3 0,1 4-12 16,2-7 10-16,2 6 10 0,-1-5-12 0,2 0 7 15,1-2 0-15,4-1-5 0,-4-3-21 0,4 4-25 16,0-6-56-16,3 4-46 0,-4-6-98 16,2 0-297-16,1 0-271 0,-2-3 77 0,-3 1 66 15,2-5 65-15,1-1 71 0</inkml:trace>
  <inkml:trace contextRef="#ctx0" brushRef="#br0" timeOffset="131068.72">1546 13333 1026 0,'1'-3'397'16,"5"-2"-42"-16,-1-2-29 0,4 3-32 0,-2-2-30 15,7-2-24-15,-4-1-30 0,4 1-15 0,3 2-26 16,-1 0-29-16,-1-1-42 0,1-1-68 16,-2 3-86-16,0 0-62 0,0 0-204 0,-1 5-449 15,-2 0 55-15,-5 0 73 0,-6 0 77 16,10 6 70-16</inkml:trace>
  <inkml:trace contextRef="#ctx0" brushRef="#br0" timeOffset="131287.67">1642 13650 1103 0,'-3'5'407'0,"3"-5"-11"15,0 0-47-15,0 0-37 0,0 0-23 0,0 0-23 16,24-14-33-16,-17 10-28 0,7-2-18 0,2-3-8 16,2-1-20-16,1-1-13 0,0 1-23 15,-2 2-11-15,-1 0-15 0,-1-1 3 0,-2 1-15 16,0 3-26-16,1-2-8 0,-4 2-38 0,1-2-57 15,-5 4-30-15,1-2-116 0,-3 4-206 0,2-3-485 16,-2-1 113-16,3 5 54 0,-7 0 77 16,0 0 56-16,3-8 61 0</inkml:trace>
  <inkml:trace contextRef="#ctx0" brushRef="#br0" timeOffset="139101.01">11912 11871 1021 0,'0'0'440'0,"0"0"-43"15,-4 4-31-15,4-4-64 0,0 0 5 16,0 0-54-16,0 0-4 0,0 0-37 0,0 0-17 15,0 0-19-15,0 0-17 0,24-7 0 0,-14 5-36 16,4 0 0-16,3-4-1 0,0 4-24 16,1-3-11-16,2 1-5 0,0-2-24 0,-2 5-11 15,1-6-22-15,-4 5-20 0,1 1-66 0,-2-3-39 16,0 4-77-16,0 0-76 0,-8 0-208 16,4 5-371-16,-6-3 59 0,0 1 98 0,-4-3 55 15,0 7 60-15</inkml:trace>
  <inkml:trace contextRef="#ctx0" brushRef="#br0" timeOffset="139317.37">11970 12151 1126 0,'0'0'386'0,"-8"4"26"0,8-4-51 0,0 0-25 16,0 0-22-16,0 0-68 0,0 0 8 15,0 0-19-15,24-12-30 0,-13 10-29 0,3-6-19 16,3 5-17-16,0-4-6 0,0 0-19 0,0-1-5 15,0 5-10-15,-3-4-24 0,3 0-14 0,-7 5-8 16,0-4-37-16,1 3-60 0,-5-1-95 0,-5 0-116 16,-1-2-409-16,0 6-186 0,-7-5 91 15,0 2 74-15,-7-4 68 0,1-3 52 0</inkml:trace>
  <inkml:trace contextRef="#ctx0" brushRef="#br0" timeOffset="140484.19">13836 11558 1034 0,'0'0'286'0,"0"0"-7"0,0 0-15 15,0 15-36-15,3-7-16 0,0 4-15 0,2 1-12 16,-2 2-19-16,4 0-20 0,-1 4-21 16,1-3-4-16,0 4-1 0,0-2-15 0,0 3-10 15,-1-4-8-15,-2-3 0 0,3 1-16 0,-3 1-7 16,2-3-10-16,-3-2 2 0,1-1 1 15,-1-3 17-15,-3 1 3 0,3-1-1 0,-2-4-9 16,-1 4 0-16,0-7 9 0,0 0 4 0,0 0-16 16,0 0-11-16,3-17-19 0,-3 2 12 15,0 4-15-15,0-8 4 0,0-1-6 0,4-1 4 0,-1-3-2 16,1 1-11-16,-1-2 3 0,4 3 5 16,-4 4-2-16,4 1-8 0,0 0-11 0,-4 4-4 15,4 0 2-15,-3 3 13 0,2 2-8 16,2 1 0-16,1 0-10 0,-2 7 0 0,0-1 24 15,4 2-19-15,-1-1 2 0,0 7-4 0,4 3 2 16,-1-2 0-16,4 2-10 0,-3 5 15 16,0-1-23-16,2 2 11 0,-1 0 4 0,1 1-7 15,-1-1-33-15,1 0-18 0,-2-1-39 0,0 0-51 16,0 2-56-16,-1-2-85 0,0-6-547 16,1 0 27-16,0-2 98 0,3 0 54 0,-4-5 79 15,-2-2 44-15</inkml:trace>
  <inkml:trace contextRef="#ctx0" brushRef="#br0" timeOffset="140768.03">14704 11111 1131 0,'0'0'328'0,"-7"-3"-32"16,7 3-24-16,0 0-14 0,-10 10-12 0,4-2-13 15,3 7-41-15,-2 1-5 0,-1 3-5 16,2 5-6-16,1 2-27 0,-3 3 12 0,5 2-18 16,-2 2-12-16,0 5-21 0,3-2 8 15,0 4-3-15,3 16-23 0,-3-4-15 0,7 0 10 16,-1-2-10-16,1-2-13 0,4 0 5 0,-1-1-18 16,3 0-8-16,1 0-2 0,3-4-25 15,0-1-11-15,-4-10-21 0,2-3-45 0,-2-4-52 0,5 0-45 16,-5-8-98-16,4-1-507 0,-3 0-66 15,3-8 109-15,-4-1 55 0,1-6 71 0,-3-3 49 16</inkml:trace>
  <inkml:trace contextRef="#ctx0" brushRef="#br0" timeOffset="141384.22">15224 11426 1026 0,'0'-4'312'0,"0"-2"-15"0,0-1-43 0,0 7-27 16,0-8-4-16,0 1-10 0,0 7-24 0,-4-5-7 15,4-1-19-15,0 6-29 0,-6-3-9 16,6 3 6-16,-4-5-9 0,4 5-6 0,-9-3-19 16,9 3 8-16,-11-3-16 0,11 3-12 0,-10-1-8 15,10 1 0-15,-14 1-12 0,14-1-16 0,-11 3 7 16,2-2 1-16,9-1-21 0,-15 2 5 15,6-1 6-15,2-1-16 0,-4 5 13 0,1-3-1 16,3 1-9-16,-3 4-3 0,-1-6-2 0,2 6-6 16,-1 0 3-16,-4 1 0 0,4 1 7 15,-1-1-14-15,1 2 12 0,0 3-11 16,-1-1 4-16,4 3-1 0,-3-2 3 0,4-1-8 0,-2 5 8 16,5-2 0-16,-1 0-2 0,1-2-4 15,0 2-7-15,3 0 11 0,3-2-9 0,-3 2 1 16,4-1-3-16,2-3 13 0,2 4-2 15,-2-5-6-15,4 0 3 0,-3-3-6 0,4 0-7 16,2-2-13-16,-2-2 13 0,-1-3 11 0,3 1-9 16,1-2 6-16,0-1-16 0,-3-3 13 0,2 0 6 15,0-5-16-15,1 0 5 0,-4 0 0 0,4-6 0 16,-1-1-8-16,-3 0 3 0,1-3 5 16,-1 0 5-16,-3 2-5 0,1-1 8 0,-2 2-3 15,-2 1-8-15,2 3 6 0,-2 1-1 16,-1 2 3-16,0 0-12 0,1 4-1 0,-3 1 13 15,2 1-13-15,-3 4 6 0,0 0-6 0,0 0 21 16,0 0-8-16,0 0-15 0,-4 20 2 16,4-10 13-16,-4 0-5 0,4 2-5 0,-3-1 5 15,3 5-5-15,0-2 10 0,0-2-13 0,0 5 11 16,3-2-8-16,1 0 13 0,-3 1-11 0,5-4-7 16,-3 5 10-16,1-9-26 0,2 5-12 15,1-1-18-15,0-2-67 0,0 0-8 0,3-5-76 16,-3 2-90-16,4 0-190 0,-1-4-324 0,4-3 56 15,-4 0 74-15,-1-3 54 0,3-3 82 16</inkml:trace>
  <inkml:trace contextRef="#ctx0" brushRef="#br0" timeOffset="141853.54">15543 11330 1162 0,'0'0'337'0,"0"0"-32"15,0 0-5-15,0 0-47 0,-12 13 6 0,6-1-37 16,2-1-9-16,1 3 9 0,0 0-48 0,0 3-23 16,-1 2-5-16,0-1-13 0,4 2-23 15,0 1 6-15,0-2-19 0,4 3-5 0,0-1-10 16,2 0-8-16,1 0-5 0,-1 0-7 0,5-4 7 16,-1 0-5-16,0-1-3 0,4-4-12 0,-4-4-13 15,5 1 5-15,-2-1 2 0,-3-3-12 16,7-3-3-16,-4-2-2 0,-1-3-6 0,4-1 3 15,1-4-2-15,-6-2-3 0,6-2-3 0,-4-3 0 16,1-1 8-16,-4-6 8 0,-3 4-16 16,-1-6 9-16,-2-2-17 0,-4 1 14 0,0-2-11 15,0 2-2-15,-3 2-1 0,-1-1 27 0,-2 4-4 16,-1 0-12-16,-4 7 5 0,1-1-18 0,-3 6 18 16,-4 0 6-16,3 1-47 0,-3 5 38 15,0 2 1-15,3 2 4 0,-3 5-4 0,-3-2-3 16,5 3 5-16,2 2-11 0,0-1 1 0,-1 0 15 15,4 1-25-15,3 4 10 0,0-4 7 0,6 2-15 16,1-2 13-16,0 0-10 0,1-2 10 16,6 2-8-16,3 2 0 0,0-3-2 0,7-1-31 15,-3 0 18-15,6-4-44 0,2 5-7 0,0-9-39 16,3 5-66-16,2-3-13 0,-3-2-87 16,4-3-256-16,3-1-377 0,6-3 91 0,-3-3 68 15,-3 2 64-15,0-5 80 0,9-9 66 0</inkml:trace>
  <inkml:trace contextRef="#ctx0" brushRef="#br0" timeOffset="142051.37">16301 11109 842 0,'7'17'376'0,"-7"-10"-43"16,0 4 10-16,0 3-44 0,3 3-20 0,-2 1-31 15,-1 0-20-15,3 4-18 0,3 2-31 16,-2 0-12-16,-1 0-24 0,0 1-30 0,1 0-34 15,0 0-53-15,-1-4-62 0,4 4-77 0,-4-1-99 16,1-6-531-16,-1 0 4 0,-3 1 48 0,3-6 81 16,-6-1 75-16</inkml:trace>
  <inkml:trace contextRef="#ctx0" brushRef="#br0" timeOffset="142217.37">16239 11516 1087 0,'-3'-2'331'0,"-1"-3"-27"16,4 5-9-16,-6-3-42 0,6 3-15 15,-7-5-36-15,7 5-12 0,0 0-24 0,0 0-10 16,0 0-15-16,10-8-26 0,-3 6 16 0,7 0-32 16,-4-4 4-16,3 6-16 0,5-7-5 0,2 3-31 15,-3 0-38-15,4-3-8 0,6 2-64 0,-4-1 8 16,-1-1-126-16,2-3-92 0,0 3-514 16,0-1 77-16,-1-2 38 0,-5 0 69 0,-2 1 64 15</inkml:trace>
  <inkml:trace contextRef="#ctx0" brushRef="#br0" timeOffset="142683.49">16639 11026 865 0,'-3'13'379'16,"3"3"-49"-16,-3 1-3 0,2 4-30 15,1 0-41-15,0 1-15 0,0 6-39 0,0-3 8 16,0 0-33-16,1 0-11 0,2-6-15 0,0 3-10 15,-3-2-26-15,3-2-10 0,-3-3-10 16,1 0-8-16,-1-4-8 0,4 2-7 0,-4-2-6 16,3-1 31-16,-3-3-4 0,0-2-29 0,0-2 20 15,0-3-10-15,0 0 6 0,0 0-19 0,0 0 1 16,10-15-14-16,-7 5 3 0,1 2-15 16,-1-2 10-16,3 0-5 0,-1-1-15 0,1 3 7 15,1 2-10-15,0-1 5 0,3 2-7 0,-3-2-8 16,3 5-6-16,1 1 14 0,2 2-11 15,0 4 5-15,2-1-7 0,1 3 10 0,-1 0 0 16,1 2 0-16,1 1-8 0,-3 5-13 0,0 0 21 16,-1-3-18-16,-2 3 11 0,-1 0-32 0,-6 2 93 15,2-6-82-15,-3 3 81 0,-3 1-55 16,-3 2 22-16,3-5-7 0,-6 2-26 0,2-1 95 16,1 1-172-16,-7-3 72 0,-1 0-41 15,1 0 8-15,0-1 7 0,-1-2 18 0,1-1 8 0,-4 0-20 16,1-4 23-16,3 0-11 0,-4-1-20 15,4-2-31-15,-5-2-13 0,2-1-10 0,-4-4-56 16,7 4-62-16,-3-7-74 0,2 1-153 0,1-4-456 16,3 3 84-16,-1-5 65 0,5-3 91 15,-3 1 75-15,2-6 43 0</inkml:trace>
  <inkml:trace contextRef="#ctx0" brushRef="#br0" timeOffset="143001.18">17084 10776 952 0,'10'7'363'0,"-3"1"-20"0,3 0-38 16,0 2-24-16,0 7-7 0,1 1-23 16,-1 6-10-16,3 5-39 0,1 0 0 0,-4 3-5 15,5 15-20-15,-2-1-6 0,-3-3-22 0,1 4-3 16,-1-7-39-16,-4-5 19 0,-2 0-21 15,-1-2 15-15,4 1 0 0,-7-2-23 0,1-2-17 16,-1 6-3-16,-1-1 5 0,-2-2-18 0,3 1 7 16,-4-6 1-16,1-2-16 0,-1-1 0 0,1-1-17 15,-3-5 7-15,2-1-3 0,1-1-12 16,-5-1-8-16,5-2-23 0,-4-1-20 0,1-6-29 16,2 1-48-16,-2-8-111 0,-2 1-178 0,8-1-548 15,-10-8 69-15,4 0 68 0,2-4 106 16,1-5 46-16,-5-7 72 0</inkml:trace>
  <inkml:trace contextRef="#ctx0" brushRef="#br0" timeOffset="143517.37">17361 10634 877 0,'0'0'341'0,"13"9"-19"16,-6-3-4-16,0 2-52 0,3 3-25 16,0 1-26-16,-3 1-16 0,7 2-7 0,-4 3-25 15,1-1-6-15,-1 1-23 0,-3 2 0 0,2-1-10 16,-1-3-18-16,-2 0-12 0,-2 1 2 16,-1-1-6-16,1-5-12 0,-1 2-10 0,-3-1 7 15,3-4 3-15,1 2 8 0,-4 1-8 0,4-5 10 16,-7 1 5-16,6-6-13 0,-3-1-12 0,0 0 0 15,0 0-18-15,0 0 15 0,0 0-18 0,-4-19-8 16,4 5 9-16,0 0-14 0,-4-3-2 16,4-5-13-16,4-3 10 0,-3 0-7 0,2 1 4 15,3-1-7-15,-2 0-25 0,-1 4 10 16,4 1 15-16,-4 2-5 0,5 1 2 0,-5 2-5 16,3 4-4-16,-2-2-4 0,-1 5 4 0,4 3-6 15,0 0-5-15,0 1 10 0,0 4 5 0,2 2-12 16,-1 0-1-16,2 4 6 0,-3 2 2 15,4 3 6-15,-1-1-11 0,0 4 23 0,0-1-23 16,0 0-5-16,-3 4 8 0,3-2 7 16,-2 2-5-16,1-2-7 0,-2 0 10 0,0-2-16 0,0 2 6 15,-3 2-1-15,2-3 1 0,1-2-11 16,-4-2 18-16,4-2-7 0,-6 4 23 0,2-4-21 16,3 0-8-16,-5-4-12 0,-1 3-3 0,3 0-3 15,0-4-43-15,-3 1-84 0,0-4-113 16,3 3-474-16,-3-3-202 0,0 0 126 0,0 0 74 15,0 0 74-15,4-17 56 0,-1 10 72 0</inkml:trace>
  <inkml:trace contextRef="#ctx0" brushRef="#br0" timeOffset="143784.19">17887 10793 1346 0,'0'0'394'0,"0"0"-33"0,0 0-28 0,0 0-34 15,0 0-20-15,7-3-33 0,-7 3-28 16,0 0-14-16,0 0-17 0,0 0-13 0,0 0-23 16,13 1-15-16,-13-1 0 0,14 0-14 0,-14 0-9 15,13 0-21-15,-5-1-5 0,-8 1-2 0,14-1-21 16,-4 1-3-16,3-3-2 0,-3 0 5 16,0 3-13-16,1-1-7 0,-4 0-11 0,3 0-15 15,1-3 8-15,-1 4-24 0,-4-2-33 0,5 0-45 16,-4-1-34-16,0 2-44 0,2 1-107 15,-9 0-241-15,14-7-340 0,-7 4 28 0,0 0 74 16,-1-2 70-16,2-2 81 0,-5 2 56 0</inkml:trace>
  <inkml:trace contextRef="#ctx0" brushRef="#br0" timeOffset="144067">18297 10376 888 0,'0'0'361'0,"0"0"-16"16,0 0-22-16,4 17-8 0,-4-9-3 16,3 7-49-16,-3-3-27 0,3 7-11 0,1 0 18 15,-3 1-30-15,2 3-16 0,0 1-23 0,0 1-31 16,1-1 34-16,-1 0-8 0,0-4-44 0,0 4-9 16,-2-5-14-16,2 3 3 0,-3-5 0 0,4 1-8 15,-1 0-18-15,-2 2-7 0,2-4-13 16,-3-3-3-16,3 0 1 0,-3-1-1 0,3-4-20 15,-3 0-6-15,1 1 14 0,-1-1-52 16,0-1-45-16,0-1-75 0,0-6-203 0,-4 10-623 16,-2-8 47-16,-2 3 93 0,-2-3 90 0,-3 1 64 15,-2 0 74-15,-1-2 45 0</inkml:trace>
  <inkml:trace contextRef="#ctx0" brushRef="#br0" timeOffset="148666.88">20187 10868 604 0,'0'-7'261'0,"0"7"-36"16,0-10-10-16,0 6-21 0,0 0-19 0,0 4 70 16,0-11-19-16,0 5 14 0,0 6-40 0,-3-8 7 15,3 1-23-15,0 3-15 0,-3-2-20 0,3 6 22 16,-7-10-20-16,4 3-18 0,-1 4 13 15,-5-2-15-15,4 1-8 0,-1 0-13 0,-1 1 5 16,0-3-15-16,-4 5-5 0,2 0 7 16,-1 0-23-16,-1 1-22 0,-2 1 9 0,2 0 1 15,-6 0-21-15,1 5 2 0,1-3-7 0,-1 5-5 16,1-2 13-16,-1 3-13 0,1 0-3 16,-1-1 10-16,2 2 1 0,1 4-21 0,2-2 8 15,1 2-16-15,-3 4 3 0,5-1-5 0,1-2 18 16,1 3-19-16,2-1-1 0,1-1 12 15,0 1 0-15,3 0-3 0,3-1-5 0,0 1-4 0,1 0-11 16,2-2 20-16,1 0-10 0,4-2-10 16,2 1 16-16,-3-5-3 0,7 4-6 0,-3-3 3 15,0-1-7-15,3-2 7 0,0 0-5 0,-1-4 3 16,-1 3-10-16,1-5 14 0,-1 0-4 16,2 1-8-16,-4-4 5 0,1 1 5 0,3-5-2 15,-4 3 10-15,2-3-23 0,-2-1 25 16,1-3-22-16,-1-1 2 0,-3-2 5 0,4 2-13 15,-4-4 6-15,1 0 20 0,-4-2-8 0,0 0-23 16,2 1 13-16,-4-1 5 0,1 5-2 0,-2-3-8 16,-1 0 10-16,0 5 5 0,1-3-8 0,-4 3 16 15,3 2-28-15,-3-2 8 0,3 3 9 16,-3 0-4-16,3 3-21 0,-3-3 15 0,2 0 1 16,-2 7 9-16,0-7-9 0,0 7-6 0,0 0-2 15,0 0 18-15,0 0-16 0,0 0 13 0,0 0 0 16,3 24-12-16,0-16 7 0,0 2-3 15,-2 3 6-15,2-3-6 0,3 5 6 0,-2 0 7 16,2-3-3-16,2 5-12 0,-1-3 3 0,3 1 9 16,0-4-9-16,-3 4 12 0,3-4-15 15,1 2 2-15,-1-2 1 0,0-1-6 0,4-3 16 16,-4-1 0-16,3-3-8 0,-2 3 12 0,2-3 1 16,2-3-8-16,-2 0-2 0,0 0 2 0,4 0-10 15,-4-3 7-15,-1-1 6 0,-2 1-13 16,4 2 8-16,-4-1-11 0,0-2-7 0,0 4 2 15,-10 0-49-15,11 0-61 0,-11 0-28 16,9 5-179-16,-5-3-625 0,-4 8 67 0,0-5 97 16,-1 2 75-16,-5-3 76 0,-4 5 61 0,-1-4 77 15</inkml:trace>
  <inkml:trace contextRef="#ctx0" brushRef="#br0" timeOffset="156849.29">27968 7818 773 0,'-3'-8'263'0,"0"4"-25"0,2-2-25 0,-2-1-1 0,0 0-81 15,0-1 4-15,2 1-9 0,-3 1 7 16,1-2-18-16,0 1 8 0,2 0 66 0,-2-1-15 15,0 1-10-15,3 0-20 0,-3 2 9 16,3-3-12-16,0 1-5 0,-1 0-26 0,1 3-16 16,1-3 1-16,-1 2-18 0,3 1-8 0,0-2 3 15,1 4-19-15,2-3-4 0,-6 5 2 0,14 0-7 16,-14 0-11-16,17 7 0 0,-3-1-12 16,0 2 2-16,3 3-3 0,0 4 6 0,0 2 7 15,4 1-10-15,-4 4 0 0,3-1 3 0,-6 4-8 16,3 0-13-16,-2 4 8 0,-3-3-8 0,-5-1 10 15,-3-1-17-15,-1-3 14 0,0 4-12 16,-6 0 21-16,0-1-16 0,-4-2 13 0,-3-1-13 16,-1 1 5-16,-2-4 0 0,-5-1-2 0,2-2 13 15,-2 1-14-15,0-6 11 0,-4 0-15 16,1-2-6-16,4-2 24 0,-4-3-8 0,4 1 7 16,3-3-7-16,-3-1-6 0,4-2 9 15,-1-3-1-15,3 4 16 0,0-6 2 0,0 5-7 16,0-6-11-16,4 1 3 0,0 0 5 0,0-1-8 15,6 3-9-15,0-2-53 0,2-1-1 0,0-1 2 16,2 1 7-16,5-1-7 0,2-3 13 0,1 2 2 16,1 0 6-16,2 2-3 0,3-1-8 15,0-1 8-15,1 3-21 0,4 1 0 0,-7-1-22 16,6 4-29-16,-1-2-38 0,2 2-75 0,-3-1-158 16,5 2-466-16,-4 2 113 0,1-1 58 15,0 1 62-15,-4-7 51 0</inkml:trace>
  <inkml:trace contextRef="#ctx0" brushRef="#br0" timeOffset="157781.87">28974 7774 849 0,'0'-14'302'0,"-4"3"6"15,1-2-35-15,-1 5-29 0,3 1-27 0,-5 4-7 16,3-4-28-16,-1 4-8 0,-3 1-18 15,-3-1-18-15,10 3-23 0,-20 4 1 0,6-1-22 16,-3 5-2-16,0-1-5 0,0 4-20 0,-4 3-16 16,3 1 3-16,2-2 2 0,-1 2 6 0,3 2-19 15,0-2-2-15,1 3-15 0,8-5 12 16,-3 0-10-16,6 1-5 0,-1 3 67 0,3-6-18 16,3 3-1-16,-1-4-14 0,6 1-4 0,0 0-19 15,-1-3 1-15,7-2-6 0,1-1-14 16,-2 0 3-16,0-3-3 0,4-2 13 0,-3-1-12 15,0-3-9-15,-1 1 11 0,4-4-7 16,-6-3 9-16,2 2-10 0,1-1 3 0,-4-1 20 16,0-2 1-16,0 4-1 0,-3 0-2 0,0 4-1 15,-1-2-9-15,-1-1-3 0,1 3-3 0,-2 0 1 16,-1 2-14-16,-3 2 13 0,0 0-12 0,17 5 7 16,-13-3 3-16,2 6 5 0,-2-3 2 15,3 5-17-15,3-1-18 0,-6 1-16 16,6 0-13-16,-1 4-38 0,2-5-38 0,-4 4-28 0,6-1-55 15,-2-2-188-15,2-2-462 0,2 2 83 16,-2-2 66-16,-3-2 72 0,1-5 76 0</inkml:trace>
  <inkml:trace contextRef="#ctx0" brushRef="#br0" timeOffset="158231.81">29367 7746 1151 0,'0'0'310'0,"0"0"-41"0,0 0-23 16,0 0-13-16,-8 22-24 0,5-15-17 16,0 4-23-16,2 3-13 0,1-3-86 0,-1 3 9 15,2 1-38-15,-1-4 13 0,1 4-3 0,2-3-10 16,0 3-13-16,1-5 21 0,3 5-21 0,-1-7-8 16,1 1 8-16,0-1 80 0,1-2-34 0,2-4 3 15,1 0-8-15,0 1 8 0,-1-6-13 16,1 0-8-16,0-1-7 0,-1-1 4 0,2-4-6 15,-3-4-9-15,1 2 0 0,-3-4-17 0,-4-2 22 16,4-1-22-16,-3 0 2 0,-4-4 8 16,0 0 7-16,0 0-23 0,-3-2 13 0,0 5-4 15,-5-2 1-15,4 4-4 0,-2 2 17 16,-4 5-7-16,2-2-3 0,-2 5-8 0,-3 1 11 16,-1 4-5-16,1 4-3 0,0-2-5 0,-5 7 0 15,4-1-3-15,0-1 3 0,0 5 0 0,4 1-8 16,0 0 5-16,3-3 3 0,0 2-8 15,4-2 1-15,0 4 2 0,3-3 4 0,0-3 1 16,6 4-2-16,1-5 17 0,3 2-25 0,1 0-1 16,3-4 14-16,4 0-1 0,1-1 1 0,1-2-16 15,4 0-18-15,-3 0-15 0,3 0-23 16,-4-1-29-16,4 1-30 0,-6 0-23 0,-2 1-79 16,-1-1-85-16,-4 0-56 0,-1 3-466 0,-4 4 74 15,-1-4 79-15,-5 2 59 0,0-5 55 16</inkml:trace>
  <inkml:trace contextRef="#ctx0" brushRef="#br0" timeOffset="158532.54">27999 8576 624 0,'-13'7'228'0,"2"-4"-8"0,4 2-20 16,1-3 7-16,2-1-15 0,4-1 90 0,0 0-34 16,0 0-5-16,16 5-20 0,-1-10-8 0,5 4-39 15,7-2-2-15,12-4-15 0,11-1-3 0,9-2-20 16,2-4-13-16,1 4 12 0,6-5-25 16,1 7-17-16,15-9-29 0,-14 9 23 0,17-9-11 15,1 9-6-15,-14-2-14 0,-2 5-5 0,-4 2-7 16,-4 2-39-16,-15 1-51 0,-9 1-75 15,-9 2-43-15,-3 2-127 0,-7 3-536 0,-5 1 33 16,-5-1 108-16,-6 2 67 0,-10-2 66 0</inkml:trace>
  <inkml:trace contextRef="#ctx0" brushRef="#br0" timeOffset="158932.23">28374 8860 959 0,'8'-9'285'0,"-1"5"40"0,3-2-8 15,9-2-43-15,-4 1-18 0,4 6-39 0,2-5 1 16,0 5-47-16,2 1-7 0,2 4-13 0,0-1-7 16,1 3-24-16,-1 0-10 0,2 4 0 15,-3 0-10-15,0 1-21 0,-4 3 13 0,-2 1-25 16,-2 0 5-16,0 1-8 0,-6 3-13 0,-5-4 5 15,3 4-7-15,-8-1 10 0,0-1-18 0,-2 0-6 16,-7 0 9-16,-1 1-1 0,3-4 9 16,-7 3-29-16,4-6 18 0,-3-2 2 0,-1 3-4 15,3-6-1-15,-6 1-2 0,4-1 23 0,-1-3-16 16,3 0 24-16,0-3-13 0,-1-3-26 16,2 1-13-16,0 1 26 0,-1-6-5 0,4 5-16 15,1-6 14-15,2 1-6 0,4 0 8 0,-3 3-19 16,3-4-1-16,3 1-3 0,1 0 7 15,2-3-5-15,1 2-20 0,4 1 5 0,2 0-25 16,4 2-80-16,-3-1-28 0,3-1-41 0,3 0-195 16,1 4-547-16,0 1 79 0,2-4 110 0,1-1 66 15,0-3 60-15,0 2 45 0</inkml:trace>
  <inkml:trace contextRef="#ctx0" brushRef="#br0" timeOffset="159349.64">29244 8781 977 0,'0'0'354'0,"0"0"-22"16,-4 13-35-16,3-6-31 0,-2 4-17 15,0 2-29-15,0-1-15 0,2 2-31 0,-2 3-5 16,3-2-16-16,0 2-17 0,4 1-16 0,-1-3 6 16,3 3-27-16,-1-1-1 0,5-3-16 0,-1-2 2 15,2 1-7-15,-1-2-8 0,3-4-5 16,-1 0-15-16,1-4 7 0,1-2-13 0,1-2 11 15,-3-2-10-15,0-3-1 0,0-2-7 0,-1-3-5 16,2-3-3-16,-4-5-13 0,1-4 8 16,-8 0-12-16,1 2 9 0,2-3-5 0,-7 2-4 15,-1 4 9-15,0-1 8 0,1-2-5 0,-7 4 3 16,2 5-18-16,-3-4 20 0,-1 7-15 0,-5-3 20 16,2 3-13-16,-3 6 1 0,-4-3-3 15,4 5 7-15,-6 1-12 0,5 4 8 0,-2-1-6 16,2 3 0-16,-2-1-12 0,6 2 7 15,1 1-2-15,-1 1-1 0,4-1 1 0,3 0 10 16,0 1-3-16,4-1-4 0,3-1-1 0,3 0 0 16,5-2-12-16,3 1 7 0,1 0 2 0,5-4 9 15,4 3-21-15,-1-4-36 0,1 0-21 16,6-1-45-16,1-1-96 0,-1-6-106 0,10 1-587 16,-2-2 54-16,-1-3 97 0,10-8 56 0,1-4 88 15,-3-3 50-15</inkml:trace>
  <inkml:trace contextRef="#ctx0" brushRef="#br0" timeOffset="159582.31">30284 8228 1256 0,'0'0'356'16,"2"-3"-8"-16,5 2-28 0,-3-5-23 0,2 6-23 15,7-3-44-15,0-1-10 0,-1 1-22 0,8 1-27 16,1-3-12-16,-1 3-24 0,1-3-22 0,3 4-49 16,-1-2-28-16,-2-2-67 0,0 2-79 0,3-1-66 15,-7 2-272-15,0-3-346 0,-4 2 77 16,-3-4 54-16,-2 2 77 0,-5-2 69 0</inkml:trace>
  <inkml:trace contextRef="#ctx0" brushRef="#br0" timeOffset="159765.34">30439 7985 770 0,'-3'9'338'15,"0"3"-31"-15,0 0-18 0,3 3-25 0,0 2-23 16,3 1-29-16,0 0-7 0,3 4-34 16,-1 3-12-16,2-1-16 0,1 0-15 0,0 2-2 15,0-2-29-15,5 2-69 0,0-2-38 0,1 1-67 16,-1-6-174-16,2-1-509 0,1-1 64 15,2-2 51-15,-2-7 79 0</inkml:trace>
  <inkml:trace contextRef="#ctx0" brushRef="#br0" timeOffset="160165.26">31163 7507 834 0,'2'-6'322'0,"1"4"-25"0,3-1-30 0,-6 3-24 15,18 3-18-15,-5 1-25 0,2 3-26 0,1 7-13 16,5-2-15-16,3 9-18 0,-4 0-15 16,1 2-9-16,6 9-1 0,-6 0-29 0,-4-6 8 0,-3 1-8 15,-1 5-10-15,-6-4-2 0,3 2-9 16,-6-3-12-16,-1-1 8 0,-6-1 5 0,0 0-21 15,-5 0-12-15,3-3 14 0,-5-2-7 0,-3 2 3 16,-3-6-18-16,2-4 23 0,-3 3-16 16,0-7-2-16,5-1-10 0,-4-4 12 0,3 1 9 15,-1-4-6-15,1-4 2 0,1 1-7 0,1-2 0 16,1 2-3-16,-1-4 3 0,3 0-20 16,3-1 20-16,0 1-11 0,2 1 6 0,2-3-5 15,2 2-1-15,-1-6-4 0,6 3 7 16,1 0 1-16,1 0-24 0,4-3-15 0,-1 3-24 15,3-2-45-15,-1 2-28 0,1 2-52 0,0-2-89 16,3 2-392-16,-1 1-77 0,-1-3 57 0,5 0 61 16,-3 3 69-16</inkml:trace>
  <inkml:trace contextRef="#ctx0" brushRef="#br0" timeOffset="160615.26">31708 7553 803 0,'0'14'241'15,"0"-2"-16"-15,0 9-25 0,0-3-13 0,2 5-18 16,-1 1 2-16,0 1-30 0,-1 0-23 0,0-4 84 16,3 3-36-16,0 1-22 0,-1-3-14 15,-1-3-15-15,-1 1-12 0,0 0-11 0,0-5-8 16,0-3 14-16,1 2 4 0,-1-3-64 15,0-4 14-15,0 0-6 0,0-3 0 0,0 1-5 0,0-5-3 16,0 0-2-16,0 0 5 0,0 0-10 16,9-22-1-16,-5 13-2 0,3-1-2 0,-3-4-6 15,5 3-12-15,-2-3 7 0,1 6 6 0,2-2-13 16,0 2 4-16,0 1 1 0,0 4-5 0,1-1 10 16,3 1-8-16,-1 3-10 0,1 3 5 15,-1 1-5-15,1 2 13 0,0-1-10 0,2 5 17 16,-3 1-23-16,-2 0 6 0,0 2 7 0,-1-1 8 15,-6-2-5-15,2 5-3 0,-3-1-5 16,-3-3 3-16,-1 4 13 0,-4-4 9 0,-1 5-7 16,-1-2 8-16,-4-3-16 0,-2 0 8 15,3 1-7-15,-4-2 12 0,0-2-8 0,-3 1-4 16,4-1-37-16,-2-5-30 0,-1 2-62 0,1-3-120 16,-1 3-596-16,-1-5 97 0,0 2 28 0,2-2 64 15,-5 0 62-15</inkml:trace>
  <inkml:trace contextRef="#ctx0" brushRef="#br0" timeOffset="160881.94">30976 8393 883 0,'-6'-2'378'0,"6"2"-24"0,0 0-39 15,15-8-13-15,-4 3-26 0,7 2-30 0,3-1-36 16,6 1-26-16,4-4-71 0,6 2-24 0,1-2 1 16,17-2-26-16,-8 1-3 0,8 1 1 15,0-2 4-15,-3 0-27 0,-5 2-4 0,-8 1 6 16,-2 3 0-16,3-2-7 0,-9 4-14 16,0-1-20-16,-7 2-59 0,-1 0-38 0,-2 3-8 15,-3 4-36-15,-5-4-71 0,-7 7-175 0,-2-1-327 16,-5 1 25-16,-5 0 88 0,-4 5 45 15</inkml:trace>
  <inkml:trace contextRef="#ctx0" brushRef="#br0" timeOffset="161248.2">31199 8685 854 0,'0'0'267'16,"0"0"-19"-16,0 0-20 0,20-10-16 0,-13 10-10 15,0-1 3-15,-7 1-23 0,24 0-23 0,-11 1-3 16,3 0-21-16,-4 4-4 0,2-3-16 0,2 6-7 16,-1 0-11-16,-2 0 0 0,1 3-23 0,-1-1-4 15,-3 6-1-15,4 1-10 0,-7 3 10 16,0-1-23-16,-4-1 5 0,-3 1-5 0,0 2-8 16,-3-3 3-16,-1 7 3 0,-3-2-6 0,-6-4 6 15,2 6-11-15,-2-7-5 0,-4-1 0 16,4-2-15-16,0 0 23 0,-5-5 0 0,7-2 0 15,-2 1-6-15,2-3 11 0,-2-4-5 0,6-2-8 16,-3 0 11-16,10 0-16 0,-14-6-13 16,10 2 13-16,-2-3 10 0,6-1-2 0,0 1-18 15,0-3-3-15,3 2-2 0,2-4 2 0,0-1-2 16,6 1-11-16,-1-1 3 0,3-4-10 0,4 6-13 16,-3-4 5-16,7 1-82 0,-2 3-59 15,-4-3-48-15,6 2-195 0,-1-1-417 0,2 2 77 16,-3 2 71-16,1-6 70 0,-2 5 50 0</inkml:trace>
  <inkml:trace contextRef="#ctx0" brushRef="#br0" timeOffset="161683.74">31776 8644 867 0,'0'0'348'0,"0"0"-17"0,-3 17-104 0,-4-6-9 15,5 0-26-15,-6 3-5 0,1 0-18 0,4 3-13 16,-4 5-31-16,0-4-2 0,3-3 0 0,-2 3-13 15,5 0-8-15,-2-1-9 0,0 0-9 0,3 2-15 16,0-6 5-16,3 2-20 0,0-4 15 16,-2 3-7-16,7-4-1 0,-3-1-15 0,6 0 11 15,-1-2-6-15,4-1-13 0,1-4-2 16,0-2-10-16,-1 0 12 0,3-2-5 0,-3-3-10 16,5 0-5-16,-4-7-8 0,5 0 13 15,-6-2-2-15,6-11-3 0,-3 1-18 0,-2-2 8 16,-3-6-6-16,-1-1 6 0,-2 2-11 0,-4-4 1 15,1 5 4-15,-5 4 14 0,-1 3-1 0,3 2 3 16,-6 2-8-16,2 2-10 0,-5 3 0 0,-1 3 13 16,-7 3 2-16,1 2-5 0,-8 4 8 15,4 3-10-15,-7 3 13 0,-3 2 17 0,3 4-23 16,-4 2 13-16,8-2-20 0,0 5 20 0,3 0-2 16,1-1 12-16,4 1-22 0,2-1-1 0,6 1-5 15,1-5 6-15,3 5 2 0,3-5-1 16,4 1 4-16,1 2-11 0,4-7-5 0,-1-1-2 15,9 2 10-15,-2-7-11 0,2 0 6 0,4-2-26 16,0-6-23-16,2 3-15 0,-4-4-57 16,2-2-56-16,0-4-184 0,3-2-484 0,-3-1 72 15,-4-4 102-15,1-2 28 0,0-12 74 0,-5 3 70 16</inkml:trace>
  <inkml:trace contextRef="#ctx0" brushRef="#br0" timeOffset="163064.24">32077 7042 481 0,'-4'-6'171'0,"-2"-1"1"0,5 3-42 0,-5-4 1 16,0 1-3-16,-1 0-21 0,1 3-9 0,-2-3-17 16,-2 0 12-16,-4 1-14 0,2 2 8 0,-7 0-23 15,-1 0 3-15,-4 2-14 0,-1-2-14 16,-5 3 2-16,-4 0-16 0,0 2 9 0,0 0-6 16,-8 3 8-16,3-2-6 0,-3 0 6 0,4 4-3 15,-3-2 1-15,3 2-19 0,1 1 18 0,3 2-5 16,0 0-7-16,-2 2 2 0,2 2 3 15,-10 4 2-15,3 3 13 0,-3 1-29 0,6 4 17 16,-2 0-1-16,5 1 72 0,-3 5-16 0,7-2-15 16,-1 3 11-16,0 1-9 0,4 3-7 15,4 3-13-15,-2 3-5 0,3 1-10 0,-1 0 10 16,3 2-10-16,-1-1 15 0,1 3-12 0,1-3-6 16,3 1-5-16,-1 2 5 0,-1 0-4 15,3-1-9-15,-2 1 13 0,3 1-2 0,-2-3-5 16,4 4 15-16,0 1-6 0,1-1-9 15,1 1 7-15,-2-3 8 0,3 1-13 0,1 2-74 16,-1-1 18-16,2 1-2 0,2 0-1 0,4-10 8 16,-3-2 5-16,5 1 5 0,-3 0-10 0,6-2 5 15,0 2 18-15,0-2 0 0,1 13-10 0,5-2 7 16,-4-7 16-16,8 5-21 0,-6-8 16 16,10 8 0-16,-4-3-1 0,2-5 4 0,4 3 2 15,-4-7-11-15,6 4-2 0,-2 3 21 0,3-6-21 16,2 0 7-16,-4-5-7 0,2-6 3 15,-3 1-1-15,1-4 3 0,1 1 3 0,3 1 0 16,-1-3-6-16,-2 1 21 0,6-3-23 0,-3-1 0 16,1 1 18-16,-2-3-7 0,4-2-1 0,-2 2-8 15,-1-7 1-15,0 1 2 0,2-1 5 16,-1-1 13-16,2-4-5 0,3 2-5 16,-2 0-3-16,0-2 8 0,4-1-2 0,-3-2 4 0,2 0-20 15,0 0 5-15,3-2 8 0,-3-1-8 16,3 0 10-16,3-4-7 0,1 3 10 0,-4-4-5 15,1 0 7-15,-1-1-4 0,0-4-9 0,10-5 14 16,0 1-3-16,-1-2-3 0,-3-5-7 16,0 3-3-16,-2-1 15 0,0-3-15 0,0 0 8 15,-1-4 3-15,-1 1-19 0,-1-4 13 0,-3 0 11 16,2-1-14-16,0-2 17 0,-1-1-19 0,-2-3-3 16,-3 0 8-16,2 1 6 0,-2-3-3 15,-1 1 5-15,-2-3-8 0,-1-1 8 0,-1-1-16 16,1 2-7-16,-3-1 18 0,0-4-16 0,-4 3 6 15,3-4 10-15,-6 0-13 0,0-1-5 0,-1 3 22 16,-6 1-17-16,4-1 0 0,-3 5 6 16,-6 9-1-16,4 0 8 0,-3-1-6 0,0 7-4 15,-3-4-11-15,1-1 11 0,-1 4-3 0,0-4 0 16,-1 2 2-16,-2-5 3 0,0 5-2 0,0-5 2 16,-1 0-2-16,-2 2-1 0,-1-1 6 15,-7-10-6-15,4 5-2 0,-1-4 8 0,-2 0-13 16,0 8 13-16,-2-6-3 0,-1 0-10 0,-2 1-1 15,-2 1 4-15,-1 2 7 0,-2 2-5 16,0-1-3-16,-1 1-4 0,4 9 7 0,-2 1-3 16,-6-7 1-16,7 4-3 0,1 6 15 0,-1-3-8 15,1 6 6-15,0-5 0 0,-1 4-21 0,3-3 13 16,-2 6 0-16,0-4-3 0,5 3 6 0,-1 3 2 16,0-2-8-16,-2 3 3 0,3-1-5 15,-4-1 5-15,5 3-10 0,-6 1 10 16,4-1-2-16,-3 3 12 0,-4 0-13 0,2 1-10 0,1 2 11 15,-4 0-19-15,-1 4-9 0,-2-3-9 0,7 4-14 16,-4 2-14-16,5 0-28 0,-4 0 1 16,4 0-45-16,-2 2-40 0,6 2-74 0,-5-1-208 15,7 0-279-15,1 2 59 0,3-4 90 0,0 0 36 16</inkml:trace>
  <inkml:trace contextRef="#ctx0" brushRef="#br0" timeOffset="163600.37">31944 6296 837 0,'0'-4'337'16,"0"-2"-45"-16,0 6-36 0,0 0-13 0,0-7-30 15,0 7-21-15,0 0 0 0,0 0-21 0,3 21-25 16,-3-10-8-16,3 3-5 0,0 3-12 0,-1 2-16 16,-2 6-87-16,3 0-8 0,2 2 13 15,-3 1 0-15,1-2 8 0,0 1-29 0,0 2-22 16,1 2-8-16,-1-1-34 0,4-3-61 16,-3 3-10-16,3-5-77 0,-4-1-199 0,4-3-298 15,5-3 65-15,-4-4 74 0,-1-3 40 0</inkml:trace>
  <inkml:trace contextRef="#ctx0" brushRef="#br0" timeOffset="163797.66">32221 6436 877 0,'0'21'198'0,"0"-5"-19"0,0 2-10 15,3-5-11-15,-3 2-25 0,6 2-10 0,-4 0-10 16,1-1-16-16,3 1-23 0,-2 0-74 0,2 1-69 16,-2-3-123-16,3 2-437 0,-3-4 60 15,-1-4 32-15</inkml:trace>
  <inkml:trace contextRef="#ctx0" brushRef="#br0" timeOffset="164214.28">32120 5475 1003 0,'0'0'302'0,"-19"9"-18"15,14-1-38-15,-5 3-24 0,0 3-22 0,-1 3-5 16,-1 2-34-16,2 3-7 0,0 3-19 15,3-3-7-15,3 6-20 0,-2-3-8 0,6 0-8 16,-4 1-28-16,8 1 10 0,-1-2-8 0,1 0 4 16,5-2-14-16,0-1 0 0,4 3-2 0,-1-6-3 15,3-1-20-15,2-2 7 0,5-1-4 16,-1-3-14-16,2-4 13 0,0 1-2 0,4-4 0 16,-3-5-8-16,0 0-10 0,3-4 12 15,0-1 3-15,1-8-5 0,4 2 0 0,-6-5 6 16,-2-1-12-16,2-1 4 0,-8-3-6 0,0-1-2 15,-5 2 2-15,1 1-9 0,-7-2 4 0,-4 4 0 16,0-1-10-16,-6 1-5 0,0 4-16 16,-7 0 6-16,-1 3-18 0,-2 1 0 0,-2 2-29 15,-4 5-15-15,-2 4-17 0,-3 2-19 0,-4 8-10 16,2 5-23-16,-10 12-38 0,-1 9-75 0,8 3-488 16,-5 13 63-16,2 8 39 0,4 0 67 15</inkml:trace>
  <inkml:trace contextRef="#ctx0" brushRef="#br0" timeOffset="165697.47">28570 7524 476 0,'0'0'153'0,"0"0"-4"0,0 0-16 15,-7-3-28-15,7 3 7 0,0 0-4 0,-7 5-8 16,4-2-11-16,2 3-2 0,-2 1-12 16,-3 4 14-16,4 1 1 0,-3 1-6 0,-2 3 8 15,3 6-15-15,1 2 10 0,-1 1 67 0,1 3-6 16,0-3-22-16,3 6-1 0,0 3-76 15,3 1-21-15,1 0 0 0,2 3-2 0,5 7 7 16,4 1 3-16,1-3-6 0,4-3-19 0,4-4-14 16,3-1-51-16,1-2 3 0,3-1-108 0,1-8-89 15,4-3-440-15,-2-5 78 0,0-3 29 16</inkml:trace>
  <inkml:trace contextRef="#ctx0" brushRef="#br0" timeOffset="166031.01">29934 7307 683 0,'6'9'258'0,"-2"0"9"0,6 7-40 0,-6 0-1 16,3 3-11-16,3 5-23 0,-3 5-21 0,0 3 1 16,1-1-19-16,-3 3-12 0,0 0-13 15,-4 2-10-15,0 0-13 0,-3 0-16 0,-3-1-4 16,1 3-14-16,-8 6-81 0,-6-1-8 0,3 0-15 15,-8-3-26-15,-1-1-33 0,-6-3-69 16,-1 2-164-16,0-6-389 0,-3-3 84 0,0-4 41 16,3-7 75-16</inkml:trace>
  <inkml:trace contextRef="#ctx0" brushRef="#br0" timeOffset="170913.52">27903 10744 806 0,'-3'-4'281'0,"3"-3"-89"0,-3 0-25 0,1 0-3 16,0 3-21-16,-1-3-10 0,-1 0 3 15,3 3-3-15,-2-2-8 0,0-2 11 0,0 5 58 16,0-2-20-16,-1-2 13 0,-2 2-18 0,2 0-20 16,-4-2-16-16,2 5 0 0,-4-4-18 0,4 4-13 15,-5-3-9-15,4 2-11 0,-3 1 2 0,-1-3 3 16,4 5-20-16,-3 0 2 0,10 0-5 15,-21 4 0-15,9-2-11 0,0 2-4 0,1 3-16 16,-5 0 8-16,3 0-7 0,3 4-6 0,-4-3 5 16,4 4-23-16,0 1 26 0,-1 1-21 15,4-3 14-15,0 6-14 0,-3-2 3 0,3 2-10 16,4-1 15-16,-1-1-13 0,1-2 3 0,0 1-1 16,3 2-9-16,0-6 5 0,0 6-3 0,3-7 0 15,0 6 5-15,-2-6-7 0,5 2 2 16,-3 1 5-16,1-2-5 0,0 0 3 0,2-3-3 15,-2 3-5-15,2-2 3 0,-2-1-6 0,-1 1 16 16,1-5-8-16,3 4-15 0,-3-3 12 16,2-1-4-16,1-2 2 0,2 4 7 0,-4-4-9 15,-5-1 9-15,16 1 6 0,-9-1-3 0,-7 0-7 16,18 0-6-16,-8-1 6 0,0 0-11 16,-3-4 16-16,3 4-5 0,-3-1 4 0,4-3-2 15,-1 4 3-15,-1-6-16 0,-1 5-2 0,-1-6 2 16,2 1 19-16,-2-1-4 0,1 1-9 15,1-3-1-15,-2 0 3 0,-3-1 5 0,3-3-2 16,-3-1 0-16,2 0-1 0,-3 1 1 16,1 0 17-16,-1 0-10 0,-3 2-10 0,5-1-2 0,-4 2 17 15,0 2-10-15,-1-1 11 0,4 1-6 0,-4 1-5 16,0 1 13-16,0 0-5 0,0 0-11 16,0 3-4-16,0 4-3 0,0-7-1 0,0 7 1 15,0 0-2-15,0 0 9 0,0 0-2 0,0 0-5 16,0 0 8-16,0 0-3 0,-4 18-8 15,4-10 18-15,0 1-12 0,4-1 4 0,-4 2 3 16,0-2 3-16,5 5 2 0,-4-3-20 0,0-1 13 16,5 1-6-16,-3-2 0 0,1-1 1 0,-1 3-8 15,1-2 7-15,3-1 6 0,-1-1 2 0,-2-2 0 16,2 2-18-16,-2-4 26 0,4 2-3 16,-2-2-10-16,1-1-8 0,-1 2 6 0,-2 0 4 15,-4-3-14-15,14 2-11 0,-14-2-34 0,13 2-14 16,-13-2-39-16,11 0-29 0,-4 0-73 15,1 0-144-15,-3 1-466 0,2-1 32 0,3 3 83 16,-10-3 72-16,14-4 64 0,-5 2 70 16</inkml:trace>
  <inkml:trace contextRef="#ctx0" brushRef="#br0" timeOffset="171413.52">28484 10282 801 0,'4'-6'238'15,"2"6"0"-15,1 0-51 0,-7 0-6 16,18 0-27-16,-8 6-3 0,7-2-15 0,-2 4-8 16,1 4-13-16,0 0-10 0,2 3 0 0,1 2-31 15,-1 1 10-15,0 4 6 0,-5-4-23 0,4 5-11 16,-6-3 10-16,1-2-7 0,-2 6 3 0,-5-6-3 16,0 1-11-16,-3 0-4 0,-3 0-3 15,0-4-3-15,-4 3 6 0,1-3-11 0,-5-1 10 16,1-1-14-16,-2 0 6 0,0-1 11 15,-1-4-22-15,-2-1 27 0,3 0-18 0,-1-4 10 16,-2 1-9-16,2-2 7 0,4-1-5 0,-3-2 10 16,10 1-13-16,-20-6 3 0,13 6-8 15,1-7-3-15,-1 4 11 0,2-4 0 0,2 3-13 16,0-2-13-16,0-2 19 0,3 1-19 0,0-1 10 16,3 1 6-16,0 1-24 0,1 0 9 0,3-2-16 15,0 0-18-15,3 1-3 0,1 3-23 16,-1-2-33-16,0 1 8 0,7 0-46 0,-1 0-8 15,-1 1-59-15,4 0-87 0,-4 2-138 0,5-3-330 16,-1 2 97-16,0-4 30 0,-2 5 62 0</inkml:trace>
  <inkml:trace contextRef="#ctx0" brushRef="#br0" timeOffset="171864.16">29093 10382 826 0,'0'0'300'0,"-3"19"-34"16,-1-12-23-16,0 4-20 0,1 2-6 0,0-2-27 16,2 5-6-16,0 0-17 0,1-1-4 0,0 0-24 15,1-1-11-15,0 3-6 0,5-2-22 16,-2 2 3-16,3-4-24 0,0-1 5 0,0 1-9 16,4-3-11-16,1 0 10 0,-1-3-23 0,0 0 0 15,2-4-2-15,0 1 7 0,1-4-28 16,2 0 18-16,-4-4 1 0,4-1 1 0,0-2-2 15,-4-5-12-15,-1 1-14 0,2-4 18 0,-3-2-20 16,1-3 13-16,-5-3-8 0,1-1-8 0,-4 1-4 16,1 0-78-16,-4 3 34 0,-1-1 5 15,-2 0 0-15,-3 3 15 0,2 3 8 0,-3-2-3 16,-3 7 10-16,-3 0-7 0,-2 3 8 16,-1 1-3-16,-2 4-8 0,1 2 16 0,-3 2-11 15,-1 2 6-15,6 0-1 0,-4 3 14 0,4 3-6 16,-1-2-5-16,3 2-7 0,3 1 20 15,2 0-8-15,2-1-3 0,4-2 1 0,-3-1 2 0,8 3-5 16,1-2 3-16,2-1 0 0,5 0-6 16,-1-4 1-16,7 4 2 0,0-6 5 0,4 4-12 15,-4-4 12-15,4 0 0 0,1-1-20 16,-4-1-21-16,0 1-30 0,-5-1-36 0,5-2-77 16,-5 1-93-16,1 4-357 0,-4-2-116 0,0 3 41 15,-3-2 80-15,-3 0 51 0</inkml:trace>
  <inkml:trace contextRef="#ctx0" brushRef="#br0" timeOffset="172130.44">28549 10943 947 0,'0'0'366'0,"0"0"-39"0,0 0-40 0,18 4-16 16,-2-7-20-16,2 2-28 0,5-1-29 0,5-6-2 16,6 1-10-16,4 0-33 0,16-5-19 15,1-2-2-15,0 4-10 0,3-1-23 0,0-3-3 16,-3 6 5-16,-1-2-28 0,-12 3 10 0,-5 0-30 16,-3 6-36-16,-6-2-36 0,-4 3-54 15,-1 2-77-15,-2 0-107 0,-4 3-525 0,-5-2 21 16,-4 6 77-16,-4-1 86 0,-4-1 52 0</inkml:trace>
  <inkml:trace contextRef="#ctx0" brushRef="#br0" timeOffset="172547.27">28697 11208 747 0,'6'-7'284'0,"-2"3"-23"16,2-2-13-16,5 1-25 0,-1 1-16 0,0 2-30 16,7-2-8-16,-3 4-13 0,0 0-15 0,6 4-11 15,1-1-12-15,-4 4-21 0,3 0 3 16,4 3-15-16,-3 1 2 0,-4 4-16 0,5 0-7 16,-6 5 8-16,3 1 0 0,-7-3-3 0,-3 1 10 15,-2 3-25-15,-4-2-8 0,-3 1 0 16,-3-2-2-16,0 3 2 0,-7-1-3 0,2-1 3 15,-5 0 49-15,3-3-3 0,-7 1-23 0,5-1 16 16,-4-5 15-16,0-2-24 0,4-2-12 16,-1-1-20-16,-1-4 25 0,1-3-23 0,0 0 5 15,-1 0-15-15,4-7 13 0,-1 4-3 0,4-2-13 16,0-4-2-16,1 1-11 0,3 0 8 16,2-2 8-16,1 2-18 0,1-3 13 0,2-2-5 15,4 5-9-15,-1-4 7 0,8-1-1 0,-4 3-3 16,3 0-7-16,1 2 0 0,-3-1-1 0,6 3-53 15,0-1-25-15,3 3-8 0,-2-2-70 0,2 6-76 16,1-2-194-16,3 1-480 0,-1-3 111 16,1 4 74-16,-3-1 66 0,0-5 62 0,-1 5 52 15</inkml:trace>
  <inkml:trace contextRef="#ctx0" brushRef="#br0" timeOffset="172983.42">29343 11293 998 0,'0'0'320'0,"0"0"-28"0,0 15-13 0,0-7-29 16,0-1-29-16,-1 3-9 0,0 0-7 0,-1 5-26 16,2-4-28-16,-3 4 13 0,3 1-26 15,0-1-20-15,3 0 2 0,0 1-12 0,-2-4-80 16,2 3-8-16,3-2 13 0,-2-1-7 0,3-1 0 16,0-2-3-16,0 3-10 0,3-6 4 15,1 1 1-15,2-4-2 0,-3-1 7 0,4-2-5 16,2-1 5-16,-3-3-3 0,-1 0 11 0,2-2-16 15,-1-4 1-15,0-2 4 0,-2-3 1 0,-1-5 2 16,-6-1-11-16,6-4 1 0,-6-4 5 16,-1 3-23-16,-3-1 23 0,0 2 71 0,-3 2-9 15,-1 3-16-15,-3 1 28 0,3 2-15 0,-5 5-8 16,-1-2-8-16,-2 5-2 0,-4 1-8 16,-1 5 1-16,0-1 1 0,0 3-7 0,-1 2-15 15,-2 5 8-15,2-1 7 0,-1 1-26 0,1 2 13 16,-2 5-4-16,9-2-4 0,0 1 6 15,1 1-6-15,1-1-4 0,6-1 2 0,2-1-3 16,2 0 1-16,2 2-1 0,0-3-2 0,4-1 3 16,3-1-11-16,1-3 8 0,-1 3 2 15,4-4-20-15,2 0 6 0,1-3-9 0,-3-3 8 16,4 0-41-16,-2-4-15 0,2 3-23 0,-5-4-77 16,1-5-108-16,2 1-457 0,-4-8-188 0,0 2 121 15,-3-10 66-15,-3-2 77 0,1-5 69 16,-7-1 47-16</inkml:trace>
  <inkml:trace contextRef="#ctx0" brushRef="#br0" timeOffset="175497.81">29508 9886 501 0,'-5'-4'133'15,"5"4"21"-15,-3-8-47 0,0 2 19 0,-1 3 7 16,1-4 59-16,-1 2-5 0,0 3-34 16,-3-5-7-16,-2 6-13 0,-2-4-15 0,-2 0-13 15,-1 4-8-15,-6 0-12 0,-1-2-1 0,-3 3-17 16,3 0-13-16,-6 0 12 0,3 3-7 16,-4-2-8-16,-2 0-10 0,2 6-5 0,-2-4 5 15,2 4-10-15,2-1 10 0,-5 3-16 0,4 0 19 16,-1 0-21-16,-3 7 5 0,1-4-5 15,2 3 8-15,0 2-13 0,-9 8 10 0,3 0 0 16,0 1-15-16,3 4 12 0,1-3 6 0,2 4-87 16,1 0 7-16,5-3 18 0,-1-3 1 15,2 8-1-15,-2-6 5 0,8-2 3 0,-4 2 10 16,4 1-10-16,-1-1 18 0,-2 1-5 0,5 1 13 16,-2-1 2-16,2 1-5 0,-7 8 10 0,8-3 5 15,-1-8 16-15,3 5-10 0,0-5 9 16,-1 5-17-16,2-2 5 0,2 3 13 0,0-1-16 15,0 0 8-15,3-2-10 0,-2 5 2 16,3-1 8-16,3 0-2 0,-1 2 9 0,2 1-4 0,-1 0-16 16,6-2 8-16,-3 0-8 0,1 1 6 15,4 1 2-15,-2-1 0 0,1-3-8 0,3 2 5 16,0-4 6-16,-1 2-1 0,-1 0 3 16,8-2-2-16,-5-2-3 0,1 3-3 15,1-4 5-15,0 0 50 0,1 2-6 0,0 0 7 0,3-4-9 16,0 4-3-16,7 6-11 0,-3-7 8 15,-1-3-17-15,-3-2-11 0,4 1 3 0,9 4-1 0,-6-4-4 16,-4-1 7-16,1-5-2 0,0 4-8 16,-1-4-10-16,4 0 0 0,-3-1 7 0,5 1-4 15,-3-3-1-15,0 0-5 0,4-3-5 0,-6 1 0 16,5-3 6-16,-2 0 1 0,1-3-4 16,2 1 10-16,-3-2-5 0,3-2 2 0,-3 0-10 15,0-3 0-15,0 1-5 0,2-5 6 0,-4-1 4 16,5 1 0-16,2-4 3 0,-3-1-13 15,5 0-3-15,-1-3 3 0,-2-2 5 0,1-2-7 16,-3 0 9-16,1-1-12 0,1-5 16 0,-5 3 1 16,11-9-14-16,-7 2 4 0,-6 2 9 15,7-10-9-15,2 1 11 0,-5-1-8 0,-2-2-2 16,1-5 9-16,0 3-1 0,-3-5-4 0,2-4-4 16,-5-4 0-16,-1 0 4 0,0-2-4 0,-3-5 2 15,-1 3-3-15,-6-1-2 0,4-2-15 16,-5 5 15-16,-2 1 21 0,-4 4-14 0,0 10 19 15,-1-1-16-15,-5-4 5 0,2-4 3 0,-3 6 16 16,-6-6 4-16,3 10-7 0,-4 8-6 16,3-2 9-16,-9-11-19 0,-4 8 5 0,4 6-2 15,2 2-2-15,-12-6-6 0,7 6-20 0,0 6-13 16,0-4-36-16,-1 5-3 0,0 1-17 0,1 0-39 16,5 1-33-16,-3-1-20 0,2 2-101 15,1 0-495-15,2 3-27 0,1-3 118 0,-1 3 52 16,1-3 71-16,-1 1 33 0</inkml:trace>
  <inkml:trace contextRef="#ctx0" brushRef="#br0" timeOffset="176579.7">30324 10974 1075 0,'-3'-6'335'0,"3"6"-38"0,0 0-23 15,8-7-34-15,-3 4-12 0,2 0-44 0,7-1-2 0,-1 2-15 16,8-4-29-16,-1 3 0 0,7-4-10 15,-1 4-23-15,0-2-8 0,6-2-5 0,-1 3-5 16,-2-2-15-16,1-1-13 0,-2 6-23 0,-1-6-29 16,-2 4-53-16,-5-1-61 0,-6 0-154 15,-1 2-515-15,-3-3 36 0,-2-2 90 0,-8-2 36 16,-1 1 53-16</inkml:trace>
  <inkml:trace contextRef="#ctx0" brushRef="#br0" timeOffset="176780.06">30444 10649 1021 0,'-2'8'281'16,"-1"1"-55"-16,0 1 4 0,3 4-23 0,3-3-25 16,-1 7-16-16,1 1-7 0,5 1-21 0,-3 3 57 15,2-3-29-15,-1 5-10 0,5-1-15 16,-1 2-33-16,6-1-55 0,-5 4-45 0,3-3-59 15,5-1-113-15,0-5-560 0,4 5-6 0,-2-8 108 16,0-2 31-16,-1-5 76 0</inkml:trace>
  <inkml:trace contextRef="#ctx0" brushRef="#br0" timeOffset="177229.57">31309 10494 1039 0,'0'0'302'0,"-21"19"-28"0,14-7-16 0,-1 3-10 15,-2 2-45-15,0 2-9 0,-1 4-2 0,2-4-36 16,2 4-10-16,4-1-8 0,-1 1-10 16,1-2-7-16,3-2-11 0,0 2-18 0,3-2-28 15,1-2 72-15,-1 1 2 0,4-1-23 0,1-3-13 16,1-3-4-16,1 2-11 0,0-4-5 15,6-2 5-15,-5-3-13 0,1 0-13 0,1-3-4 16,4-2 14-16,-3-3-12 0,3-4 5 0,-2-1-5 16,1-1 0-16,2-6-33 0,-5-1 7 0,3-6 8 15,1-2-3-15,-6-3-5 0,2-4-15 16,-2 0 5-16,-3-1 13 0,-3-2-20 0,1 3 25 16,-5 6 15-16,3-6-36 0,-4 7-17 0,-4 6 22 15,4-4 19-15,0 5-3 0,-1 1 0 16,-5 2 5-16,2 2-20 0,-5 1-1 0,-2 4 6 15,-2-2-18-15,1 3 5 0,-4 7-8 0,0-2 0 16,1 2 13-16,-5 2-10 0,3 0 0 0,-1 4-21 16,2 3 11-16,-5-1-9 0,4 4-29 15,-3 0-6-15,2 3-28 0,2-4-49 0,-2 6-5 16,5-1-102-16,-2 1-75 0,-4 7-619 0,5-6 67 16,2-2 107-16,-4 1 80 0,3 0 40 15,-3-3 67-15</inkml:trace>
  <inkml:trace contextRef="#ctx0" brushRef="#br0" timeOffset="178245.69">29558 12801 890 0,'0'-11'302'0,"-3"1"-38"0,3-4 61 0,-2 6-10 16,2-2-41-16,-6 1 0 0,3-3-39 0,0 3-17 16,-1 0-8-16,1 1-21 0,-2 3-12 0,-3 0-21 15,-3 1-21-15,1 0-12 0,-4 4-2 0,0 1-11 16,-6 6-13-16,-1-1-13 0,-6 3-4 0,0 1-16 15,-1 4 10-15,1-3-10 0,1 6-15 16,0-2 2-16,6-4-13 0,0 5 6 0,6-2-11 16,0-2-2-16,1 1-3 0,6-2-13 15,0-3 11-15,5 5 2 0,0-4-13 0,4 0 3 16,0-1 10-16,5 0-10 0,3-1-2 0,0-3 7 16,8 3 0-16,-2-4-13 0,1 1 0 15,-3-4-2-15,4-3-3 0,-2 2 13 0,2-4-8 16,2-1 8-16,-3-1-15 0,2-8 2 0,-4 3 15 15,3-3-22-15,-5 0 7 0,1 1 5 0,-4 2-12 16,0 1 14-16,1-1 6 0,-5 3-15 16,1 3-3-16,-1 0-3 0,-5 1 19 0,6 2-27 15,-7 3-1-15,0 0 9 0,0 0 8 0,0 0 5 16,0 11-12-16,0-4-3 0,0 2-3 0,0-3 16 16,0 2-3-16,0 0 0 0,3 0-3 15,-2-4-12-15,2 3 13 0,5 3-3 0,0-3-3 16,3-1 8-16,-1-4-2 0,6 3 5 15,-1-3 7-15,6 1-12 0,-1-3-6 0,1 0 13 16,2-3-12-16,-2 1 4 0,-1-3 1 0,-2 5 2 16,2-4-5-16,0 0 13 0,-5-2-6 0,1 2 9 15,-4-1-16-15,0 3-3 0,-2-5 1 0,-3 4-11 16,1-1 3-16,1 2-42 0,-5-5-47 0,-1 5-55 16,0 2-59-16,-3 0-142 0,0 0-554 15,0 0 90-15,0 0 64 0,0 0 87 0,-34 0 59 16,18 0 61-16</inkml:trace>
  <inkml:trace contextRef="#ctx0" brushRef="#br0" timeOffset="182180.05">14147 12837 627 0,'11'-3'189'16,"5"2"18"-16,2 1-61 0,-1-6-2 0,7 5-11 15,-4-2 2-15,8-2-22 0,-1 3 74 16,0-2-13-16,0 0-18 0,1-2-15 0,3 4-80 16,2-5-10-16,2 4-15 0,3-4 8 0,-1 1-1 15,-2 1 6-15,5-1 2 0,-1-2-2 0,1 5-1 16,15-6-1-16,-8 2-4 0,8-2-7 15,-11 1 10-15,-2 2-23 0,-1 2 10 0,0 0-17 16,3-3 19-16,-3 4-4 0,1-4-5 0,-2 6-3 16,1-5 74-16,1 5-18 0,-2-5-17 15,-2 5 4-15,7-3-9 0,-7-2 9 0,5 5-9 16,-1-5-4-16,-1 3-4 0,3-2 2 0,-2 1-15 16,2-2 18-16,14-1-8 0,0 3-8 15,-7-1-7-15,-7 1 2 0,0-1-2 0,1 3 0 16,-1-4-11-16,1 4 3 0,-1-2 5 0,-2 3-17 15,2-3 17-15,-3 0-28 0,4 2 20 0,-4 0-7 16,4-3 2-16,-2 4 8 0,1-1-5 16,1-2-10-16,-1 3 20 0,2-2-7 0,12-2 9 15,-8 3-14-15,-5-2-14 0,-1 0 14 0,14-2 12 16,-12 1 2-16,-3 1-4 0,-2 2-5 16,1-2-1-16,-1 0-7 0,3-2 18 0,0 5-8 15,-3-3-8-15,0-2 3 0,1 5 5 0,2-5-5 16,1 5 5-16,-4-2-3 0,4-2-4 15,-2 2 2-15,1-3-11 0,1 6-7 0,-4-4 13 16,4 0-10-16,-4-2 15 0,0 2-11 0,0-3 3 16,-3 6-10-16,2-6 18 0,-3 1-79 0,-2 2 15 15,3-3-10-15,-4 3 12 0,0-2 1 0,0 1 17 16,-3 0-7-16,6-1 2 0,-2-1 10 16,-1 0-2-16,1-1 21 0,2 4-3 0,-3-4 2 15,3 2 13-15,-2-3 3 0,2 2-3 0,-2 3 6 16,2-4-6-16,-2 1 0 0,-1 0 8 15,-4 0-15-15,1-3 15 0,3 3-5 0,-3 0 7 16,-3 2-10-16,2-2 0 0,-3 0 11 0,1 0-13 16,-4-1-1-16,0 4 9 0,3-2-6 0,-3-2-8 15,0-1 9-15,3 2-11 0,-6 0 18 16,3 1-6-16,0 0-4 0,0-1 7 0,-1 0-2 16,4-3-3-16,-2 5 3 0,-1 0-5 0,3-3 2 15,-2 1-12-15,1-1 7 0,1 1-5 0,1 2 2 16,-1-2-7-16,-2-1 13 0,2 0 5 15,0 1-13-15,-3-1-3 0,3 1 1 0,-3-3-1 16,3 3 6-16,-2 0 4 0,-1 1-4 0,2-1 4 16,-1-1 4-16,2 0 2 0,-3 1-11 15,4-1-7-15,-4 1 25 0,-1-1-14 0,4 1-6 16,-2 2 0-16,-1-3-6 0,0 1 6 0,-1-1 11 16,-2 1-6-16,3 2-5 0,-4-1 5 15,1-1-3-15,-1 0 14 0,-3 2-19 0,1-1-2 16,1-1 10-16,-1 0-10 0,0-1 3 0,-2 4 4 15,2-2-12-15,1-1 12 0,-1-1 4 0,0 5-9 16,-2-4 11-16,5 0-16 0,-5 3 0 16,2-2 8-16,3-2 8 0,-2 1-5 0,-1 3 4 15,-1-2-9-15,3-1 12 0,-3 3-13 0,1-3 14 16,2 0-16-16,-3-1 17 0,1 1-17 0,-2-1 5 16,2 1 0-16,-2-3 0 0,-2 5 5 15,3-2-7-15,-3-2 2 0,2 1 0 0,-4 0 2 16,1 0-9-16,1 0 9 0,-1 1 11 0,-3-1-13 15,4 1 5-15,-4-1 0 0,1-1-18 16,-4 1 8-16,0 3 5 0,3-5 3 0,-3 4-1 16,0-6 1-16,-1 3-3 0,1 1-5 0,1-2 18 15,-2 0-18-15,-2-3-1 0,2 0-1 0,-3-2 2 16,1 1 10-16,-1-3 0 0,0 1-8 0,2-1 1 16,-2-1 2-16,0 0-3 0,-3-1 3 15,4-5 0-15,-4 2-7 0,0-3 9 0,3 0-7 16,-3-2 5-16,0-2 3 0,0 3-9 0,0 1 14 15,0-4-5-15,0-2 4 0,0 4-19 16,0-3 1-16,0 1 16 0,0 0-20 0,0 2 28 16,0-5-13-16,0 6-5 0,0-2 5 0,-3-1-5 15,3 2-1-15,0-3 19 0,-1 4-20 16,1-3 14-16,0-1-9 0,-3 3 7 0,0-4-10 16,0 5 0-16,3-2-8 0,-5-4 18 0,-1 3-20 15,2 1 25-15,1 3-15 0,-3-7-3 16,-1 5 11-16,-1-4-9 0,-2 4 6 0,4 2 0 15,-1-3 3-15,-4-1-8 0,1 8 5 0,4-2 0 16,-5 1 8-16,1-2-6 0,0 5-2 0,-1-5 3 16,1 6-1-16,0 0 8 0,2-4-4 0,-2 5-9 15,-3-2 11-15,2 2-6 0,2-1 6 0,-2-1-11 16,-3 2 11-16,4-1-5 0,-4 1-3 16,1 2 5-16,0-3 0 0,-1 1-10 0,0 2 15 15,0-2-13-15,1 1 11 0,-2 3-5 16,-1-3 2-16,-1 0-13 0,3 1 8 0,0 3 0 15,1-3 8-15,0 2-13 0,1 3 2 0,-1-2 3 16,-1-1 0-16,4 3 0 0,0 1 5 0,-4-4-7 16,4 3 7-16,-4 2-5 0,1-2-3 0,0 3 3 15,-2-1 0-15,-1-2-7 0,-2 3 1 16,-3-1-1-16,-2 1 9 0,-1 2-2 0,-3-1 3 16,-1-1-8-16,1 2 7 0,-4 0 1 0,-6-2-11 15,2 3 6-15,-2 0-3 0,-1-1 5 16,0 0 12-16,1 0-14 0,-1 3 9 0,-3-2-9 15,4 0 7-15,-1 1-5 0,1-1-3 0,3 1-2 16,-5 2 13-16,5-3-3 0,-7 2 0 16,1 2-12-16,-2-2-4 0,1 0 6 0,0-1-5 15,-3 2 10-15,0 1-8 0,2 1 6 0,-5-1 2 16,2 3-5-16,1-1 12 0,-4-1-12 16,4 0 3-16,-2-1 4 0,3 2 3 0,2 2-5 0,-1-3-7 15,1 1 7-15,7 1-16 0,-3-1 16 16,3 1-7-16,3-3 12 0,-4 4-18 0,4-1 10 15,0-2 1-15,-3 4-1 0,-3-3 3 0,6 3-10 16,-6 0-3-16,0-1 11 0,6 0 4 16,0-2 8-16,-7 3-20 0,3 2 5 0,-2-4 8 15,0 4-11-15,3-4 5 0,-4 4 1 0,0-1-1 16,4 0 1-16,-4-2 2 0,1 2-3 16,0-2-2-16,1 3 8 0,-1-1-3 0,0-4-6 15,-1 5 17-15,-3-2-16 0,3 0 5 0,-2 1-3 16,-1-4 0-16,-1 5 16 0,2 0-23 15,-1-4 10-15,-4 4-13 0,-10 1 11 0,8-1 7 16,9-3 0-16,0 3 0 0,0 0 0 0,1 1-7 16,0 0-9-16,3-1 14 0,0 0-11 0,-1-1 8 15,8 1 0-15,-5 1-2 0,3 1-1 0,1-1-2 16,-3 0 0-16,0 1 5 0,-2-1 2 0,2 4-2 16,0-3-2-16,0 0-3 0,-4 0-3 15,1 0 13-15,0-1-2 0,0 3-11 0,0-3 0 16,-3 0 6-16,2 1-8 0,1-1 10 15,-4 2-11-15,1-2 4 0,2 4 2 0,1-3-8 16,-3 0 5-16,3-1-10 0,-1 1 10 0,1 0 3 16,-1-1 0-16,-2 2-5 0,0-2 0 15,3 4-11-15,-4-1 6 0,3-3 2 0,-2 3 5 16,0-1 3-16,3 3-13 0,-1-3-5 0,1 4 23 16,-1-3-5-16,1-1-13 0,-13 5-25 0,-2 2-1 15,-1-2 3-15,-2-1 8 0,4-2 10 0,-3 4-5 16,3-3-5-16,7-2 10 0,4-2 7 15,-4 1 3-15,-10-2-2 0,9 4 7 0,2-6-4 16,2 3-6-16,0 1 7 0,0-4-9 0,1 1 10 16,-1 1 7-16,-3 1-2 0,3-1 18 15,1-1-21-15,-3 3-2 0,1-3 10 0,1 1-5 16,-2 0 0-16,-1 0-11 0,0-1 16 0,3 2 0 16,1-2 8-16,-1 1 2 0,0-4-23 0,4 5 19 15,0-1-1-15,0-1-8 0,6 0 8 16,1-3-7-16,0 3 2 0,3 0-3 0,-3 3 6 15,2-4-8-15,-2 1 15 0,3 0-18 0,0-2 11 16,1 3-6-16,-1-1 1 0,3 3-4 0,-2-3 4 16,2 0-1-16,-4 1-4 0,1-1 4 15,4 1 8-15,-4-2-2 0,3 1 2 0,-3 1-10 16,1 0 5-16,-1 1 5 0,0-1 5 0,0-1-7 16,1 3 4-16,-1-3-12 0,0 1-2 15,2 0 1-15,-5 1 6 0,4-1 0 0,-4 2 0 16,5-3-2-16,-2 1-1 0,4 0 1 0,0 1-1 15,2-2 8-15,-1 0-5 0,4-3-7 16,-1 4 7-16,2-1-3 0,3 0-2 0,1-4 13 16,-1 5-16-16,2-3 8 0,-1 0-3 0,2 2-7 15,1 1 13-15,-2-1 7 0,2 1-5 0,-1 2-8 16,2-3-4-16,-4 4 12 0,3 3-13 16,0 0 1-16,0-2 12 0,0 4-5 0,1-1 10 15,2 1-10-15,-3 2 0 0,0-1-5 0,1 3 0 16,2 2 15-16,-2 1-13 0,3 1 1 0,2-3-3 15,-6 4 10-15,4 0 5 0,2 0 0 16,-2 4-2-16,0-3-8 0,3 1-3 0,0 1 16 16,-3 1-3-16,2-1 1 0,1 4-14 0,1 1 13 15,-1 2 1-15,3 3-11 0,0-1 7 0,0 0 4 16,1 1 1-16,3-1 14 0,-3 9-8 16,2-4-5-16,1 6-3 0,-1-6 0 0,-2-4 18 15,4-3-5-15,-2 0 5 0,1 0-17 16,-1 0 1-16,-2 2 19 0,3-2-15 0,-3-2-1 0,2 6-5 15,-2-4-5-15,2 0 21 0,-2 1-16 16,3 1-2-16,-4-2 5 0,1 3-8 0,2-3 20 16,1 0-9-16,-1 0 2 0,-1-2-11 0,1-1 9 15,1 3-9-15,0 1 11 0,3-5-8 16,-3 2 1-16,-3-1 4 0,5-6-2 0,-5-1 5 16,6 0-3-16,-6-1-12 0,3 1-3 0,2 0 5 15,2 0 0-15,-1 0 5 0,0 1-5 16,1-2 8-16,-1-5-5 0,0 2 10 0,1-3-21 15,-1 5 13-15,0-6 6 0,1-1-11 0,-1 1 8 16,4-1-1-16,-4-5-1 0,0 3 9 0,-1-3-25 16,-1-1 13-16,2 1-1 0,0-5 1 15,1 3 2-15,-1-3-5 0,0 1 6 0,4-6-6 16,-1 5 8-16,1-3-13 0,0-2 5 0,3-1-3 16,0-1 14-16,7-2-19 0,0-3-2 0,0-2 2 15,4 2-4-15,1-5-1 0,6 3 5 16,-1 1-2-16,-3-3 18 0,3 2-5 0,-6 0-13 15,-1-1-23-15,-3 2-24 0,3 4-24 16,-3-2-81-16,-3 2-96 0,-8 1-226 0,5 2-355 16,-5 0 63-16,-3 0 68 0,-3-3 83 0,-3 1 47 15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7:01:23.24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3348 1757 1044 0,'-11'0'343'0,"11"0"-36"0,0 0-28 16,0 0-26-16,0 0-22 0,0 0-19 16,0 0-30-16,18-11 2 0,-5 9-17 0,5-4-14 15,0 1-12-15,8-1-13 0,1-1-23 0,7 0 8 16,2-1-21-16,1-1-10 0,0 2-8 16,1 0 0-16,-1 1-33 0,1 0-3 0,-3-1-50 15,-5 2-57-15,-2 3-42 0,-2-2-96 0,-8 3-210 16,-1 0-382-16,-3-1 85 0,-4 0 54 0,-3 1 63 15,-7 1 50-15</inkml:trace>
  <inkml:trace contextRef="#ctx0" brushRef="#br0" timeOffset="315.89">3694 1683 547 0,'0'6'197'0,"3"1"67"16,-3 0-21-16,6 4-30 0,-2 2-3 0,4 1-24 15,2 3-17-15,0 2-13 0,3 0-22 16,0 1-1-16,2 2-21 0,1 3-14 0,-2-2-14 16,0 1-92-16,-1-4 16 0,-2 2 10 0,-1-3-15 15,-4 4 25-15,2-3-10 0,-7-1 2 16,1 0-10-16,-4 0 31 0,1 1-2 0,-6-3 7 16,-3 5 10-16,3-6 3 0,-7 2 20 0,-2-1-28 15,1-3 24-15,-2-1-22 0,0 0 1 0,0-3 3 16,0-3-6-16,0 0 54 0,-3-2 0 15,2-1-3-15,1 0-7 0,3-2-3 0,-2-1-18 16,1-1-2-16,-1-1-21 0,2-1-10 16,4 0-23-16,-3 0-21 0,1 0-53 0,6 0-62 15,-1 0-61-15,4-1-128 0,3 3-448 0,0-6 5 16,0 6 89-16,7-8 65 0,0 3 66 16</inkml:trace>
  <inkml:trace contextRef="#ctx0" brushRef="#br0" timeOffset="1566.44">4356 1691 798 0,'0'-9'233'16,"0"9"-23"-16,0-5-21 0,0 5-15 15,0 0-23-15,0 0-17 0,-9 17-4 0,8-5-4 16,-2 5-27-16,3 4 1 0,-4 5-5 0,2 0 15 15,1 5-31-15,1 5-2 0,0 1 49 0,0 2-14 16,0 2 1-16,0 0-21 0,1 11-2 16,2 0-21-16,3-10 2 0,1 8 4 0,0-9-6 15,3 4-54-15,1-2-7 0,3-6-54 0,-4-7-98 16,3-4-260-16,4-1-351 0,1-3 87 16,-2-6 35-16,-1-4 70 0</inkml:trace>
  <inkml:trace contextRef="#ctx0" brushRef="#br0" timeOffset="2049.25">4712 1938 847 0,'-9'8'258'0,"1"2"-35"0,1 4-13 0,0-1-28 15,1 5-24-15,2 2-7 0,-3 0-20 16,7 0 2-16,0 2-20 0,4 1-3 0,-1 1-16 16,4-3 6-16,0 1-41 0,2 0 13 0,3-4-11 15,1 0-15-15,4-3 5 0,-4 2-7 0,2-9-1 16,1 2-9-16,-1-3-1 0,-2-4 5 0,4-2-7 16,-6-4-5-16,2 0-1 0,4-4 11 15,-7-2 64-15,4-3-18 0,-4-4-18 0,0-5-15 16,-3 1 9-16,-3-5 4 0,-1 0-3 15,-3-5-3-15,-3 1-18 0,-1-3-4 0,-3-1 4 16,1 2 6-16,-1 1-14 0,-3 2 4 0,2 6 12 16,-2 1-5-16,0 3 5 0,-4 2 0 0,4 3 5 15,-3 3 0-15,-4 3-2 0,3 3-24 16,-3 3 1-16,3 1 12 0,-6 4-17 0,2 1-1 16,5 1 6-16,-5 1 10 0,5 3-11 0,3 1-14 15,-4 0 4-15,7 1-2 0,1 1-3 16,2-2 5-16,0 1 8 0,4 1-10 0,4-1-10 15,0 2 17-15,5 0-10 0,1-1-2 0,5 3-18 16,2-3-13-16,3-1-39 0,1-1-30 0,2 1-51 16,1-3-49-16,1-3-115 0,2 2-499 15,0-1 12-15,-2-3 82 0,-5 0 75 0,1 0 66 16</inkml:trace>
  <inkml:trace contextRef="#ctx0" brushRef="#br0" timeOffset="2416.03">5137 2080 801 0,'0'0'299'15,"-4"14"-22"-15,-3-7-32 0,3 2-4 16,1 1-31-16,-1 0-23 0,1 1-21 0,0 0 3 16,0 1-33-16,2 2-6 0,1-1-9 0,0-1-11 15,4 1-16-15,-1-1-7 0,0-1-15 0,1 1-8 16,2 0 10-16,2-4-10 0,-1 2-13 0,2-3-7 15,2-1 5-15,0-4 7 0,2 2-13 16,1-3 16-16,-1-1-23 0,1-3-3 0,-1 1-2 16,-2-3 7-16,3-3-4 0,-1 0 14 0,-2-3-25 15,-1-1 16-15,-4-2-3 0,1-1 0 16,-3 0 7-16,-1-2 6 0,-2 1-6 0,2 2-12 16,-6-1 18-16,2 2-3 0,-1 0-11 15,1 1-9-15,-6 2 2 0,3 1 0 0,-2 3-5 16,-1-1 18-16,-4 2-15 0,1 3 5 0,0-1-3 15,-1 3-18-15,1 0 0 0,0 3-20 0,-3-1-31 16,3 0-25-16,3 3-52 0,0 0-31 16,0 0-63-16,3-1-152 0,1 0-447 0,3 2 35 0,-3-2 108 15,3-4 26-15,3 7 74 0</inkml:trace>
  <inkml:trace contextRef="#ctx0" brushRef="#br0" timeOffset="2715.67">5700 2151 1062 0,'-3'7'320'0,"-1"2"-23"16,1 1-29-16,-3 1-30 0,1 3-35 15,2 1 9-15,-3 1-38 0,2-1-10 0,0 1-8 16,1 1-38-16,0 0-29 0,0-1-55 0,-2 1-57 16,5-2-51-16,0-1-131 0,0 1-530 15,1-4 31-15,3-2 98 0,2-3 37 0</inkml:trace>
  <inkml:trace contextRef="#ctx0" brushRef="#br0" timeOffset="3183.01">5922 1869 857 0,'0'0'340'0,"-13"19"-20"0,9-11-30 15,-2 4-40-15,-1 1-14 0,3 2-24 0,1 1-27 16,-1 1-11-16,4 0-10 0,0 0-31 0,0 1-5 16,3-1-5-16,1 1-13 0,2-1-3 15,5 1-20-15,-1-4-15 0,0-2 2 0,2-1-5 16,4-1-10-16,-2 0-5 0,0-3-3 0,3-2-2 16,-1-2 4-16,-1-2-9 0,-2-1 5 15,4-1-11-15,-4-4-7 0,2-2-1 0,-5-3-14 16,0-1 9-16,0-2 1 0,-3-3 2 0,-3-2-18 15,-1-2 3-15,0-2 8 0,-6-3-11 16,0-2 10-16,-1 1-7 0,-2 1 5 0,-2-3-10 16,1 6 4-16,-3-2 1 0,0 5 21 0,-3 1 1 15,-1 4-6-15,-3 1-17 0,4 2 4 16,-2 5 12-16,2 4-8 0,-4 2 9 0,3 1-24 16,-3 5 23-16,4-2-10 0,-2 4-3 0,5 0-2 15,-3 3 2-15,2 0-5 0,4 0 19 0,1 0 1 16,2 0-25-16,1 1 13 0,-1 1 3 0,4-1 4 15,7 1-9-15,0-1-16 0,3 1 5 16,7-1-10-16,0-2-16 0,4 1-53 0,3-1-10 16,3-3-57-16,1-1-64 0,-2-4-117 0,2 0-531 15,2 0 34-15,-5-2 105 0,-1-4 79 16,-3 2 59-16,-1-6 59 0</inkml:trace>
  <inkml:trace contextRef="#ctx0" brushRef="#br0" timeOffset="3365.8">6405 1816 939 0,'3'5'310'0,"-3"5"-75"16,0 0-15-16,3 1-20 0,-3 3-16 15,3 1-23-15,-2 2-7 0,2 2-23 0,1 0-3 16,-1 1-16-16,0 0-4 0,1 2-24 0,2 1-4 16,-2 1-14-16,-1-2 3 0,5 0-66 0,-5 2-44 15,3-4-80-15,-2 2-255 0,0 0-351 16,2-5 82-16,0-3 51 0,-4-5 59 0</inkml:trace>
  <inkml:trace contextRef="#ctx0" brushRef="#br0" timeOffset="3682.9">6545 1432 952 0,'0'0'366'0,"4"-5"-36"16,2 4-51-16,-6 1-5 0,16 6-41 0,-5 0 2 15,0 4-38-15,9 5-20 0,-3 4-11 16,1 5-12-16,12 8-21 0,-6 3-18 0,-1 5-5 16,-2-2-18-16,0 0-2 0,-5 4 0 15,-4-6-26-15,-3-3 10 0,1 0-13 0,-7 4-12 16,1 1-62-16,-4-2-12 0,-3 0 25 0,0 0 5 15,-1-1-13-15,-3 0 3 0,-2-1 2 0,1-2-4 16,-2-1-4-16,3-1-4 0,-4-2-29 0,5-6-37 16,-4 1-58-16,3-3-96 0,1-5-587 15,1 0 88-15,-1-5 37 0,2-6 111 0,4-3 54 16</inkml:trace>
  <inkml:trace contextRef="#ctx0" brushRef="#br0" timeOffset="3882.97">7368 1777 1098 0,'14'-7'312'0,"-4"0"-15"15,0 1-34-15,1 1-32 0,2 1-19 0,-3 1-40 16,1 0-75-16,2 2-84 0,-2 1-90 0,0-2-146 15,2 4-488-15,1-1 91 0,-5 2 24 16</inkml:trace>
  <inkml:trace contextRef="#ctx0" brushRef="#br0" timeOffset="4049.12">7471 2016 952 0,'0'0'425'0,"0"0"-59"0,0 0-82 0,0 7-18 15,0-7-23-15,0 0-30 0,0 0-16 0,0 0-23 16,0 0-8-16,24-10-30 0,-14 5-52 16,3 0-68-16,2 0-91 0,1-1-119 0,2 0-589 15,-1 0 71-15,4-3 54 0,2 1 77 0</inkml:trace>
  <inkml:trace contextRef="#ctx0" brushRef="#br0" timeOffset="4499.18">8746 1202 1146 0,'0'0'338'0,"0"0"-36"16,0 0-25-16,0 0-29 0,3 19-15 0,-3-8-26 15,4 2-17-15,-1 2-24 0,0 0-7 16,1 4-21-16,3 1-15 0,0 4-13 0,-1-1 13 16,5 5-31-16,-4 2-15 0,3-3-21 0,0 3-38 15,1 0-44-15,-1 0-58 0,-1-2-65 0,2 2-396 16,0-4-215-16,-2-4 41 0,-1-1 86 15,-5-3 65-15,0-5 56 0</inkml:trace>
  <inkml:trace contextRef="#ctx0" brushRef="#br0" timeOffset="4749.71">8490 1975 1080 0,'0'0'358'0,"0"0"-46"0,-11 1-25 16,11-1-26-16,0 0-13 0,0 0-10 0,0 0-15 15,0 0-23-15,31-13-6 0,-7 8-25 16,3-3-13-16,4-1-17 0,6-1-24 0,18-2-5 16,0-1-3-16,0 1-9 0,2 0-9 0,-1 1-12 15,2 3-23-15,0-3-31 0,-3 4-46 0,-11 1-69 16,-2 5-52-16,-5-4-148 0,-3 5-557 0,-3 2 50 15,-7-2 118-15,-4 3 75 0,-6-3 48 16</inkml:trace>
  <inkml:trace contextRef="#ctx0" brushRef="#br0" timeOffset="5265.53">8626 2353 1077 0,'1'-7'320'0,"-1"7"-33"0,6-5-41 16,-6 5-26-16,7-3-23 0,-7 3-18 0,11 0-18 0,-11 0-7 15,16 8-29-15,-5-3 3 0,-1 4-28 16,4 1-13-16,-4 1 0 0,0 2-15 0,1 1 2 15,-1 4-13-15,-4-2 8 0,-2 2-10 0,-1 0-7 16,-3 2-17-16,-3 1 1 0,-1 2 0 16,-5-1-8-16,-3 3 13 0,-1-1-10 0,-8 1-3 15,-2-5-5-15,-8 8 5 0,4-6-20 0,-1-4 10 16,1-2 2-16,0-2-2 0,2-4 3 0,2 0-14 16,2-3 16-16,1-2-7 0,3-4 2 15,-1-1-8-15,5-1 3 0,-1-4 7 0,1-1-10 16,2-2 6-16,1-3 7 0,4-1-10 0,2-1-6 15,4 0-2-15,0 1 8 0,0-2-3 16,4-1-2-16,2 2 5 0,1 0-18 0,4 2 15 16,-1 2-12-16,6 1 17 0,-2 2-7 15,3 0 2-15,0 4 3 0,1 2-3 0,2 2 8 16,-2-1-5-16,5 4-13 0,-3 2 7 0,4 0 1 16,-3 2-3-16,-1 2 3 0,1 0-3 0,-3 2 13 15,1-1-23-15,-4 1 5 0,1 2-16 16,-2 1-7-16,-1-3-28 0,-2 1-51 0,0-1-60 15,-1-1-99-15,0-1-548 0,0 1 36 0,0-3 98 16,-3-3 55-16,1-2 88 0</inkml:trace>
  <inkml:trace contextRef="#ctx0" brushRef="#br0" timeOffset="5465.89">9067 2488 970 0,'0'20'271'0,"4"-1"-15"0,-4 0-31 15,0-1-17-15,0 1-37 0,0 0-7 16,0 0-21-16,0 2-48 0,0 1-59 0,3 2-57 16,-3-1-107-16,0 1-356 0,1-3-166 0,-1-2 74 15,0-2 67-15</inkml:trace>
  <inkml:trace contextRef="#ctx0" brushRef="#br0" timeOffset="5898.98">9016 2435 778 0,'1'-4'286'0,"-1"4"-35"0,6-3-3 0,-6 3-33 0,0 0-30 16,17 10-3-16,-7-2-26 0,0 4-10 15,4 1-29-15,0 4-2 0,0 1-12 0,-1 1-1 16,1 1-17-16,6 1 4 0,-6-2-14 0,-3-2-9 16,2 1-12-16,4 0 0 0,-4-4-1 15,-1 1-14-15,-2-3-9 0,-1 0 14 0,2-2-11 16,-4-3 16-16,-1 1-18 0,1-3 58 0,1-1 3 16,1-3-10-16,-2-1-5 0,-7 0 2 0,15-7-20 15,-6-1 10-15,-2-3-17 0,0-4 1 16,3-7-4-16,-6-2-13 0,2-5 0 0,-2-6-16 15,2-1 1-15,-5 1 9 0,1 1-19 0,3 0 19 16,-5 6-7-16,3 1-2 0,-3 4 20 16,3 3-95-16,-3 2 8 0,0 1 2 0,0 5-7 15,1-1 13-15,-1 6-8 0,3 2 18 16,0 3-1-16,-3 2 9 0,0 0-3 0,10 17 15 16,-7-3-7-16,5 4-8 0,-1 4 10 0,2 1 3 15,-2 2-6-15,1 5 14 0,2-2-13 0,-3 2 7 16,6-3-2-16,-3 2 10 0,-3-5-3 0,0 0 11 15,4-3-42-15,-2 2-32 0,1-3-75 16,1 1-48-16,-1-3-124 0,0 0-495 0,4-4 111 16,-3-5 42-16,3-2 69 0,-1-5 59 0</inkml:trace>
  <inkml:trace contextRef="#ctx0" brushRef="#br0" timeOffset="6719">10309 1294 936 0,'9'-3'333'16,"1"0"-31"-16,1 0-43 0,3 1-29 0,6-1-20 15,0 0-16-15,8 1-12 0,-1-2-33 16,4 2-11-16,0-1-15 0,-1 0 2 0,1 1-20 16,-3-1-20-16,2 1-6 0,-2-2 3 0,-4 2-10 15,-4-2-19-15,1 4-2 0,-3-4 1 0,-2 3-14 16,-2-2-10-16,-4 3-7 0,0-5-3 15,-2 4-13-15,-2 0-5 0,-3-2-3 0,-3 3 8 16,0 0-15-16,0 0 5 0,-20 0 0 0,6 3 13 16,-6 1-3-16,3-1-8 0,-10 1 16 15,2 4-11-15,1-2 4 0,-3 1-4 16,0 1 16-16,6 1 0 0,-3 0-13 0,3 0 16 0,-1 3-4 16,4-2-4-16,3 0 0 0,2-1-13 0,0 2 5 15,2 0 11-15,1-1-11 0,4 1-3 16,2-1 14-16,-3 1-4 0,7-1-7 0,0 2 1 15,3 1 1-15,1-1-4 0,3 1 10 0,0 2-3 16,6 2-5-16,-2 1 5 0,5-1 0 0,-2 1 1 16,6 3-14-16,-2 1 16 0,-1 0-3 15,3 1-10-15,-2-2 3 0,-1 3 2 0,3-2 5 16,-2 3 0-16,-2-1 6 0,2 1-6 0,-5 0 3 16,1 1-6-16,-4 2 1 0,0 1 5 15,-3 2 2-15,0 1 1 0,-6 0-11 0,2-2 18 16,-3 4 2-16,0 2-9 0,-4 0-6 0,1 0 23 15,-4 0-17-15,3-3 4 0,-3 4 8 16,1-1-10-16,-5 9 15 0,4-6-22 0,-3-4 22 16,1-4 3-16,1 0-6 0,1 0-12 0,-3-2 5 15,4-6 11-15,-2 2-11 0,5-5-5 16,-1 0 7-16,1-1 3 0,0-1-7 0,0-2-3 0,3-3-5 16,3 0 7-16,-3 1 3 0,6-1 0 15,-2 0 5-15,7-1-2 0,-1-3-13 0,3 1 5 16,1 0 0-16,0-4 15 0,6 0-8 15,1 0-14-15,-1-3-4 0,1 1-2 0,3-2 11 0,-1 1 2 16,1-3 12-16,1 0-14 0,2 1-6 16,-3-1 11-16,3 2-14 0,-4-2-4 0,2 0 12 15,-1 0-17-15,-3 1 9 0,-1-1 4 0,0-1-40 16,-7 2-4-16,2-1-28 0,-2 0-37 16,1 2-45-16,-7 0-95 0,-1-2-655 0,-2 4 35 15,-1-3 126-15,-3-1 51 0,0 0 103 0,0 0 30 16</inkml:trace>
  <inkml:trace contextRef="#ctx0" brushRef="#br0" timeOffset="7615.32">12055 1416 558 0,'-10'20'163'0,"3"1"22"0,4 2-27 15,-4-1-9-15,3 4-1 0,-2 6-7 0,5 3-5 16,-5 2 4-16,6 2-17 0,-3 13 8 16,3-6-11-16,3 6-10 0,0 4 59 0,0-2-13 15,4 1-17-15,0-2-14 0,3 2-15 0,0-3-2 16,2 2-19-16,4-6 6 0,1 0-8 0,3-2-21 16,1-5-35-16,3-3-31 15,4-1-66-15,-1-6-101 0,-3-6-516 0,3-6-47 0,0-6 98 16,-6-5 33-16,0-4 79 0</inkml:trace>
  <inkml:trace contextRef="#ctx0" brushRef="#br0" timeOffset="8081.88">12613 1726 918 0,'0'0'282'0,"-8"9"-52"0,2 0-17 16,-1 3-14-16,1 2-19 0,2 2-24 16,0 1-18-16,0 1-7 0,1 6-3 0,0 0-26 15,0-1-10-15,2-1-7 0,2 2-9 0,2 1-4 16,0-2 0-16,0-1-24 0,1 0-4 0,3-4 12 16,-3 0-17-16,5-3-11 0,-2-1-13 0,4-1 8 15,-1-4 3-15,-3-3-1 0,4-1-12 16,-1-3 8-16,0-2 2 0,1-4-13 0,2-2 5 15,-4-3-7-15,2-2 12 0,-4-3-22 16,3-5 15-16,-4-2-8 0,-1-2 8 0,1-2-13 16,-5-3 2-16,-1-1-2 0,-1-1 8 0,-2-4-6 15,0 7 21-15,-2-2-12 0,-1 4 12 16,-1 4-3-16,-2-2 8 0,1 3 8 0,1 4-26 16,-3 2 18-16,0 1-10 0,-4 5 13 0,1 0-23 15,-1 6 7-15,-3 1-10 0,0 2 13 0,0 5-2 16,-4 3-9-16,0 1 11 0,5 5-26 15,-2 0 21-15,2 3 3 0,2-1-11 0,4 2-3 16,-1-1 11-16,4 1 0 0,1 0-11 0,5-2 11 16,1 1-5-16,1-1 5 0,5 1-13 0,5-1 18 15,2 1-8-15,0-1-13 0,5-4-12 16,3 2-36-16,6-1-31 0,-4-4-105 0,5 1-212 16,3 1-397-16,0-4 71 0,-4-3 75 15,-3-1 61-15</inkml:trace>
  <inkml:trace contextRef="#ctx0" brushRef="#br0" timeOffset="8436.6">12971 2121 734 0,'-7'18'325'0,"-2"-2"-36"0,5-1-17 0,-3 1-52 16,3-2-13-16,1 0-12 0,0 3-8 0,0 0-16 15,3-1-30-15,3 3-8 0,0-2-2 0,0-3-42 16,4 3 14-16,1-3-11 0,2-1 2 16,3 0-27-16,4-5 2 0,-3 1 5 0,6-2-10 15,1-4 0-15,-1 0-13 0,1-2-7 0,0-3-11 16,-2-2 18-16,3-3-15 0,-2-1 10 0,0-3-10 16,-6-3 10-16,-1-3 5 0,-2-2-7 15,-4-3 0-15,-3-1-11 0,-1 0 15 16,-3 2-9-16,0 1 15 0,-3 0-6 0,-1 0 16 0,1 2-33 15,-4 3 23-15,-1 2-24 0,-1-2 6 16,-1 3-8-16,-1 2 1 0,1 3 1 0,3 1-7 16,-7 1-7-16,4 1-27 0,0 1-47 0,2 3-32 15,-1 0-43-15,2 1-36 0,1 2-82 16,2-1-527-16,0 0-26 0,4-2 80 0,0 0 63 16,0 0 60-16</inkml:trace>
  <inkml:trace contextRef="#ctx0" brushRef="#br0" timeOffset="8632.14">13624 1963 1200 0,'17'-10'338'16,"-4"3"-28"-16,-1 0-37 0,1 3-32 0,1-1-3 15,2 0-41-15,2 1-36 0,-1-1-56 16,0 2-35-16,0 0-55 0,3 1-71 0,-6-1-90 15,0 0-499-15,2 1-62 0,-5-2 108 0,-1 2 41 16</inkml:trace>
  <inkml:trace contextRef="#ctx0" brushRef="#br0" timeOffset="8832.15">13662 1705 770 0,'-8'8'248'0,"5"-2"-22"0,3 1-17 16,0 5-17-16,0 1-18 0,3 0-12 16,-2 5-27-16,2 2-14 0,4 1 4 0,-3 2-15 15,2 2-18-15,1 0-12 0,-3 0 48 0,6 2-57 16,0 1-55-16,0-2-52 0,4-1-156 16,0-1-502-16,-3-6 24 0,2-1 55 0,0-7 75 15</inkml:trace>
  <inkml:trace contextRef="#ctx0" brushRef="#br0" timeOffset="9298.34">14140 1702 862 0,'-3'11'282'16,"3"3"-37"-16,-3 1-19 0,0 3-34 0,2-1-13 15,1 2 8-15,0 1-39 0,1 0-17 16,2 0-14-16,3 2 6 0,1 0-31 0,0-1-5 16,0-1-10-16,3-3 13 0,4 0-31 0,-4-1-8 15,3-4 5-15,-1-2 3 0,1-2 3 0,1-1-11 16,2-2-18-16,-1-3 5 0,-2-1 16 16,4-4-26-16,-3-2 3 0,3-2-3 0,-4-1-7 15,1-7 9-15,0 0-7 0,-4-5-5 0,1-1 5 16,-5-7 16-16,1-3-24 0,-4-2 3 15,0-1-3-15,-3 6 8 0,-3-3-2 0,0 0-6 16,-1 5 57-16,-2 1 15 0,-1 0 8 0,3 5 5 16,-6 0-19-16,3 6-17 0,-4 0 3 15,-2 3 5-15,0 3-3 0,-1 5-23 0,-2 0 0 16,1 4-5-16,-1 2-5 0,-2 3 2 0,0 3-2 16,2 3 7-16,-1 1 1 0,3 3-11 0,0 0-15 15,4 2 8-15,3 1-6 0,1-1-4 16,2-3 4-16,0 3-2 0,4-1-8 0,0 1 6 15,5-1-6-15,1-1-8 0,1 1 3 0,6-2-5 16,1 2-23-16,3-4-28 0,0-1-33 16,4 0-67-16,-1-2-62 0,1-1-148 0,3-2-499 15,-4-2 59-15,-2-1 110 0,2-4 46 0,0-2 69 16,-2 0 56-16</inkml:trace>
  <inkml:trace contextRef="#ctx0" brushRef="#br0" timeOffset="9481.94">14673 1838 650 0,'4'8'266'0,"-3"1"-13"0,-1 2 49 0,3 1-25 15,0 4-29-15,0 0-20 0,1-1-23 16,2 2-16-16,-5 1-15 0,5 0-13 0,-2 0-22 16,0 0-27-16,-1 1-2 0,3 0-20 0,-5-2-29 15,5 0-50-15,-3-1-78 0,1-2-130 0,0 0-540 16,3 0 17-16,-4-5 63 0,3-1 81 15</inkml:trace>
  <inkml:trace contextRef="#ctx0" brushRef="#br0" timeOffset="9748.7">14992 1444 1057 0,'16'7'361'0,"-8"-1"-36"0,-1 1-34 16,2 5-12-16,6 3-25 0,1 1-8 0,2 4-37 15,2 1-29-15,10 11-9 0,-2-2-10 16,0-1-17-16,2 3-21 0,-2-3-11 0,2 1-2 16,-6-5-25-16,-4-3-14 0,1 2-45 0,0-4 0 15,-1 4-44-15,-3-5-95 0,1-1-89 0,-2-2-469 16,-6-3-135-16,1-1 99 0,-1-2 52 0,-6-7 64 15</inkml:trace>
  <inkml:trace contextRef="#ctx0" brushRef="#br0" timeOffset="9998.68">15405 1380 1080 0,'0'0'340'0,"0"0"-28"16,-10 16-7-16,3-6-39 0,0 4-5 0,0 2-25 16,-2 4-29-16,2 2-23 0,-4 5-17 15,1 1-8-15,3 2-6 0,-4 1-25 0,2-2-8 16,-1 1-10-16,3 0-15 0,-4 0 0 0,5-5 2 16,-1 0-28-16,3 0-18 0,1 0-17 15,-1 0-57-15,0 0-59 0,1 0-92 0,0 0-264 16,6-2-384-16,0-1 65 0,-2-5 58 0,2-1 74 15,4-5 83-15</inkml:trace>
  <inkml:trace contextRef="#ctx0" brushRef="#br0" timeOffset="10332.04">15601 2130 1180 0,'9'-11'343'0,"-5"0"-18"0,2-1-34 15,1 4-14-15,-2-4-29 0,4 0-23 0,-2 0-38 16,-1-2 3-16,2-1-29 0,-1 0-20 0,0-5-3 16,2 3 3-16,-5 2-18 0,3 0-26 0,-3 1-8 15,2 3 1-15,-3 0-21 0,1 1-2 16,-1 1-6-16,0 1-5 0,-2 1-9 0,3 3 1 16,-4 0-4-16,0 4-11 0,0 0-10 0,0 0 0 15,0 0-10-15,0 0 5 0,-15 14-3 0,12-6 3 16,0 2-8-16,-1 0 11 0,4 2-6 15,-3 1-10-15,3 1 8 0,0 0-5 0,3-1 4 16,-2 4-12-16,5-3 11 0,-3 1-9 0,1 1 3 16,3-3 1-16,3 1 1 0,-3-3-9 15,3 3-32-15,1-4-17 0,-1 0-51 0,3-2-100 16,4-5-65-16,-3 2-613 0,0-3 79 0,2-2 79 16,-1-3 64-16,-2-4 67 0,-2-3 56 15</inkml:trace>
  <inkml:trace contextRef="#ctx0" brushRef="#br0" timeOffset="10481.9">15853 1508 862 0,'-3'-3'374'16,"3"3"-62"-16,-3-5-56 0,3 5-46 0,0 0-82 15,0 0-64-15,0 0-189 0,0 0-515 0,0 11 23 16,0-11 66-16</inkml:trace>
  <inkml:trace contextRef="#ctx0" brushRef="#br0" timeOffset="10781.9">16359 1780 1256 0,'3'3'415'0,"-3"-3"-13"0,0 0-39 0,0 0-58 15,3 5-8-15,-3-5-41 0,12-2-31 0,0 2-28 16,-2-1 18-16,2-2-48 0,1 1-22 16,4-1-1-16,-3 1-26 0,3-2-6 0,0 3-2 15,0-2-18-15,-1 2-5 0,-1-2-10 0,-2 3-5 16,1 0-21-16,-1-2-20 0,-2 2-26 0,-4 2-74 15,3-1-13-15,-3 1-115 0,-3 3-374 0,-1-1-322 16,-3-1 97-16,0-3 84 0,0 0 75 16,0 0 71-16,0 0 54 0</inkml:trace>
  <inkml:trace contextRef="#ctx0" brushRef="#br0" timeOffset="11331.39">17412 1280 872 0,'0'0'372'0,"-4"-5"-37"16,4 5-28-16,0 0-46 0,0 0-10 0,0 0-28 15,0 0-19-15,11 17-4 0,-7-8-28 16,5 3-29-16,-2 2-10 0,0 0-10 0,4 5 0 16,-1-2-16-16,1 2-2 0,-2-1-10 0,1 1-21 15,0-1 5-15,1 0-15 0,-4-4 0 0,2-1-7 16,-1 2-14-16,-1-3-12 0,-1-2 5 0,-2-1 0 15,2 0 0-15,-2 0-3 0,3-3 5 0,-4-1-20 16,1 1 20-16,-1-1-2 0,0 1-13 16,-2-2 11-16,2 0-11 0,0 0 10 0,-3-4-15 15,8 5-31-15,-5-3-69 0,0-1-97 0,-3-1-126 16,4 5-560-16,-4-2 49 0,0-3 96 16,0 0 80-16,0 0 54 0,0 0 90 0</inkml:trace>
  <inkml:trace contextRef="#ctx0" brushRef="#br0" timeOffset="11648.2">17692 1275 829 0,'0'-4'353'0,"0"4"-46"0,0 0-28 16,4-7-38-16,-4 7-24 0,0 0 1 15,0 0-26-15,3 17-5 0,-3-6-34 0,0 4 4 0,0 1-29 16,-3 3 2-16,3 2-4 0,-4 4 12 16,4 0-49-16,-4 8 11 0,-2-1 5 0,3 3-23 15,-1-2 0-15,-2 2-18 0,2 0 2 0,-3 0 16 16,0-1-2-16,0 0-29 0,1-2-8 16,-2-2 4-16,2 2 4 0,2-6-23 0,-2 1 3 15,2-2-1-15,-2 1 1 0,1-1-16 0,-1-1-7 16,3-4-11-16,-1 4-78 0,1-3-29 15,0-4-54-15,2 2-169 0,-2-1-555 0,3-7 127 16,4 3 37-16,-1-7 115 0,3 1 23 0</inkml:trace>
  <inkml:trace contextRef="#ctx0" brushRef="#br0" timeOffset="11982.04">17897 2183 1238 0,'10'-12'389'0,"1"2"-56"0,-1 1-10 16,-3-1-39-16,3 1-36 0,-6 1-10 0,6-3-43 15,-3 2-1-15,3-2-27 0,0-3-6 0,-6 0-18 16,2-1-20-16,2-3 0 0,-2 1-26 0,-2-3 1 16,-1 4-19-16,0-1 0 0,0 0 6 15,-2 6-9-15,-1-3-6 0,3 4-1 0,-3 0-8 16,0 3-15-16,3 1 13 0,-3-1-33 0,0 7 17 15,0 0-2-15,0 0-2 0,0 0-11 0,0 0 8 16,0 0-8-16,-6 19 2 0,6-11-14 16,3 3 12-16,0 0-15 0,1 0-8 0,0 3 18 15,2 0-8-15,-2 0-10 0,3-1 3 16,-1 1-28-16,5-1-19 0,-4 2-12 0,2-3-28 16,2-4-44-16,2 1-123 0,-3-3-140 0,2-1-500 15,1-3 57-15,-2-1 66 0,-1-4 105 16,-4-2 49-16,4-2 61 0</inkml:trace>
  <inkml:trace contextRef="#ctx0" brushRef="#br0" timeOffset="12081.55">18133 1556 330 0,'0'0'-57'0</inkml:trace>
  <inkml:trace contextRef="#ctx0" brushRef="#br0" timeOffset="12415.06">18352 1064 819 0,'17'7'327'16,"-7"-1"-25"-16,1 3-36 0,-2 3-7 0,6 4-23 16,5 6-19-16,-6 3-27 0,10 10-6 0,-4 7-13 15,4 0-17-15,-3 3 2 0,0 0-15 16,-5 4-21-16,1 2-18 0,-6 0 9 0,2 4-17 16,-2-1-4-16,-5-2-1 0,-2-1-14 0,-1-7-4 15,-3-5 1-15,0 1 0 0,0 0-24 16,-3 12 16-16,-1-9-18 0,1-7-7 0,-4 0 4 15,0-3-32-15,0 1-24 0,1-4-59 0,2-5-76 16,-2-4-90-16,2-4-605 0,-3-1 47 0,4-7 95 16,2-4 79-16,-2-5 46 0,3 0 62 15</inkml:trace>
  <inkml:trace contextRef="#ctx0" brushRef="#br0" timeOffset="12815.06">18875 881 747 0,'7'-5'310'0,"0"2"-36"16,3 1-21-16,-3 2-30 0,-7 0-24 15,16 6-12-15,-8 0-31 0,2 2-7 16,-3 2-16-16,4 2-23 0,-5 3-8 0,1 2-4 0,-4 1-1 15,0 0-15-15,-2 1 2 0,-1 2-15 0,-1 2 3 16,-5-1-8-16,2 0-5 0,1-4 0 16,-3 1 58-16,1-2-19 0,2-2-1 0,-1-1 8 15,-2 3-23-15,3-5 10 0,0-2-13 16,2 0-4-16,1-3 1 0,-3 1-19 0,6-1 14 16,1-3-9-16,-1 2 4 0,7-1-14 0,1-1 9 15,-1-2-23-15,7-2-7 0,-3 1 10 0,3-1 0 16,0 2-5-16,3-4 2 0,-3 1-4 0,4-1 4 15,0 1-7-15,-5-2-3 0,5 2 0 16,-8 0-5-16,2-1-8 0,-2 1 3 0,1-1 5 16,-4 2-15-16,-3-2-23 0,-7 2-21 0,14 2-31 15,-14-2-97-15,-4 6-260 0,-6 1-462 16,-7-1 36-16,-7 1 105 0,-4-1 72 0,-27 3 66 16,-3 1 52-16</inkml:trace>
  <inkml:trace contextRef="#ctx0" brushRef="#br0" timeOffset="15864.28">3109 4816 834 0,'0'-6'317'16,"0"-1"-27"-16,0 7-29 0,0-8-21 0,3 4-25 16,-3 4-20-16,4-7-11 0,2 2-25 15,5 4-31-15,-4-1-8 0,6 2-25 0,2 2 12 16,4 4-22-16,2 2 2 0,3 0-8 0,0 5-20 15,3 2 0-15,-3 3-3 0,3 3-5 16,-3-2-2-16,-3 5-16 0,-1 0 70 0,-3 2-1 16,-3 0-23-16,-3 1-4 0,-5-2-22 0,-2 0 14 15,-1 3-8-15,-3-2 0 0,-4-1-13 16,1 0-3-16,-3-1-4 0,-5-4-9 0,1 5 11 16,-3-4-18-16,-1-3 24 0,1-1-22 0,1-2 11 15,-4-5-3-15,-1 1 21 0,6-4-16 0,-6-1 1 16,7-5-8-16,-4 0 2 0,0-2 10 15,1 0-25-15,2-5 28 0,1-1-2 0,0 1-8 16,0-5-1-16,3 3-4 0,3-3-13 0,1 1 8 16,0-4 4-16,3 3-7 15,3-3-2-15,-3 3-6 0,7-4-2 0,-1 1 8 0,5 2 4 16,-1-3-15-16,1 0 1 0,6 1-19 0,-1 2-7 16,2-1-16-16,6 2-28 0,-3 0-23 15,5 2-59-15,-1 0-86 0,2 2-250 0,7-2-401 16,-3 2 52-16,0-2 119 0,-4 0 60 0,0 0 60 15,-5-1 60-15</inkml:trace>
  <inkml:trace contextRef="#ctx0" brushRef="#br0" timeOffset="16397.91">3700 4851 739 0,'0'0'295'0,"0"0"-27"0,0 0-27 15,10-9-36-15,1 8-13 0,2-4-18 0,2 3-31 16,4-3-2-16,2 1-16 0,3 0-9 0,1 0-14 16,1-2-20-16,1 4-8 0,-3-4-33 0,-2 3-18 15,-3-1-51-15,-1 1-16 0,-1 2-9 16,-6 0-4-16,-2-2 4 0,-2 1 24 0,-7 2-9 15,0 0-8-15,0 0 15 0,0 0-7 0,0 0 10 16,0 0 15-16,-20 10 33 0,6-6-22 16,1-1 2-16,2 3 25 0,-3-4-35 0,4 4 13 15,-1-1 7-15,-2 5 0 0,3-4 0 16,2 6 8-16,2-2-2 0,0 1 7 0,2 4-5 16,4 3 2-16,0 0-15 0,4 5 18 0,2-1-7 15,1 3 7-15,4 3-11 0,2 2 17 0,1-4-9 16,-1 1-2-16,-1 4-3 0,1-5-4 0,-1 0-9 15,3 1 21-15,-8-4-7 0,2 0 14 16,-5-3 11-16,0 1-2 0,-1-4 7 0,-6 1 18 16,-1-2 10-16,0 0-15 0,-5 1 5 15,-1-4-3-15,-4 0 8 0,0-1-15 0,0 0 20 16,-2-5 6-16,1-2 25 0,-2 0-44 0,0-2 6 16,4 2-6-16,-4-5 11 0,3 1-24 15,0-2-2-15,1 1-2 0,0 0 7 0,2 0-10 16,1 0-23-16,3-2-41 0,-4 2-46 15,11 0-46-15,-16-4-149 0,8 4-440 0,8 0-43 0,-10 1 40 16,10-1 75-16,-10 0 56 0</inkml:trace>
  <inkml:trace contextRef="#ctx0" brushRef="#br0" timeOffset="16748.04">2935 5942 901 0,'0'0'268'15,"-4"3"-12"-15,4-3-13 0,0 0-7 0,0 0-26 16,21 5-18-16,-8-5 0 0,8-2-3 0,6-3-43 15,4 4-13-15,7-6 75 0,17-3-32 0,6 1-15 16,-3-3-10-16,7 0-20 0,0 2-16 0,17-6-10 16,-14 3 3-16,14-2-29 0,-13 3 8 15,-1-1-15-15,0 1 7 0,-3 3-23 0,-4-4-2 16,-2 4-16-16,-14 0 3 0,-11 2-10 16,-6 3-39-16,-2 0-9 0,-5 1-40 0,-3 1-4 15,-2 2 4-15,-6 0-32 0,-3 1-57 0,-3-1-128 16,-1 6-545-16,-6-1 31 0,-1 2 71 15,-7 3 72-15,-2 2 74 0</inkml:trace>
  <inkml:trace contextRef="#ctx0" brushRef="#br0" timeOffset="17247.7">3156 6288 901 0,'2'-6'304'0,"1"-3"-30"0,3-1-21 16,-3 4-25-16,4-1-23 0,-1-1-23 0,2 2-16 15,2 2-12-15,0 0-11 0,4 1-20 16,3 3-16-16,-2 0-4 0,4 1-11 0,2 2-10 15,0 6 0-15,3 1-13 0,-5 1-3 0,6 5-9 16,-5-5-11-16,0 7-3 0,-2-1 3 16,-5 3-7-16,1-1-1 0,-3 0-20 0,-2 3 3 15,-1 0 7-15,-5-3-8 0,0-1-12 0,-3 0 12 16,-2 2 1-16,1-2-1 0,-7 0-12 0,2-2 18 16,0-3-14-16,-1 2 6 0,-4-1 74 15,4-3 3-15,-3-1 5 0,0 2-3 16,-3-5-38-16,3-3 10 0,2 1 5 0,-2-3 16 0,0-2-18 15,0 0-11-15,10 0 21 0,-21-5-31 16,11 2-17-16,0-3 7 0,2 2-8 0,2-4 10 16,-1 1-12-16,3-2-8 0,-2 0 13 15,3 1-18-15,2-1 7 0,-2 0-7 0,6 2-2 16,-2-4 2-16,2-1 2 0,3 4-12 0,1-1-18 16,1 1-26-16,1 0-18 0,2 1-43 0,-1-1-26 15,4 4-28-15,3-4-51 0,-7 3-246 0,7 1-418 16,0-2 47-16,0 2 126 0,0-2 53 15,0 1 51-15,-2 0 67 0</inkml:trace>
  <inkml:trace contextRef="#ctx0" brushRef="#br0" timeOffset="17747.52">3765 6282 895 0,'0'0'269'0,"0"0"-8"15,-13 12-33-15,10-3-28 0,2-1-1 16,-2 6-22-16,3-3-13 0,0 4-34 0,-4 1 21 16,4 1-28-16,4-1-15 0,-4 1-8 0,3 0-8 15,-2-1-8-15,5 0-12 0,-2 0 0 0,2-4-6 16,-2 3-4-16,6-3-11 0,-3 1-3 16,3-5 16-16,0 0-15 0,4 1-6 0,-4-7 21 15,7 4-7-15,-3-6-9 0,3 0 65 0,0-4-16 16,1 0-2-16,2-2-13 0,-7-3-5 15,5 1 0-15,-5-3-11 0,1-3-4 0,-1-4-16 16,-3 0 2-16,1-4 6 0,-4-2-11 16,-4-1-4-16,0-1-3 0,-3 1-3 0,-2-2-5 15,1 4-10-15,-2-2 3 0,-4 4 17 0,0 0-5 16,0 4-10-16,0 2 21 0,-2 3-11 0,-2-2-5 16,1 4 13-16,-6 2-23 0,4 1 5 0,-4 4-2 15,-1 1 12-15,3 2-25 16,-4 2 12-16,1 2-12 0,0 3 4 0,0 0 9 0,4 3-8 15,0-2 5-15,1 6-13 0,2-3 5 16,0 3 3-16,3-3-8 0,1 3 3 0,5-3-11 16,1 3 13-16,0-4 1 0,1-1-11 0,2 4 10 15,3-3 10-15,5-2-12 0,-1 1-3 16,0-1 0-16,5-4-12 0,4 1-4 0,-2-3-2 16,2 2-7-16,0-2-13 0,2-2-18 0,0 0-54 15,-4-2-13-15,3 2-38 0,-7 0-54 0,5-3-31 16,-5 3-127-16,2 3-467 0,-3-3 39 0,-1 2 79 15,-1-2 75-15,0 1 56 0,-3 0 48 16</inkml:trace>
  <inkml:trace contextRef="#ctx0" brushRef="#br0" timeOffset="18215.12">4233 6442 670 0,'0'0'323'0,"0"6"-42"0,0-6-17 16,0 11-21-16,0-7-13 0,-3 4-30 0,3-1-16 15,0 1-7-15,0 2-23 0,0 1 4 16,0-1-20-16,0 1-2 0,3 2-16 0,-3-3-2 16,4 0-15-16,-4 4-11 0,1-4-18 0,2 1 0 15,3 2 3-15,-2-3-18 0,2 0 10 0,1 2-10 16,-2-3-11-16,4 0 6 0,-2-1-5 0,2-2 0 15,0-1-9-15,1-4 9 0,2 4-11 16,-1-4 6-16,-1-2-26 0,0 1 20 0,-2-5-7 16,2 2 5-16,-1-4-3 0,-1-1 3 0,-1 0-3 15,-3-4-2-15,2-4-8 0,0 0 5 16,-6-2 5-16,1-2-12 0,-2 0 7 0,-2 1 5 16,0-2 8-16,-1 2-25 0,1 0 25 0,-4 0 2 15,0 6-7-15,0-3-8 0,1 2 5 16,-4 3-4-16,2 2 1 0,-5 2 1 0,3-1 2 15,-1 3-12-15,-2 1 4 0,-2 3-17 16,2-2 7-16,0 6 3 0,-4-3 0 0,3 1-2 0,0 1-4 16,1 4-9-16,2-3-6 0,1 4-9 15,0 0-14-15,0-1-10 0,2-1-5 0,2 2-36 16,3 0-7-16,-1-3-13 0,4 3-62 0,1-1-46 16,5-4-135-16,-2 4-508 0,5-6 24 15,-1 1 85-15,2-1 86 0,0-1 64 0,4-5 46 16</inkml:trace>
  <inkml:trace contextRef="#ctx0" brushRef="#br0" timeOffset="18497.8">5115 5778 929 0,'0'0'309'16,"10"0"-32"-16,-10 0-34 0,8 1-23 16,-8-1-10-16,14 0-23 0,-1 0-21 0,-3 0-10 15,4 0-33-15,3 0-48 0,-1 0-29 0,2 0-80 16,0-1-135-16,-2 1-560 0,2 0 79 0,-2 0 43 15,-4 0 49-15</inkml:trace>
  <inkml:trace contextRef="#ctx0" brushRef="#br0" timeOffset="18698.18">5211 6016 1259 0,'-3'4'389'0,"3"-4"-26"15,0 0-25-15,0 0-33 0,0 0-31 0,0 0-23 16,0 0-18-16,0 0-34 0,31-10-14 0,-17 4-32 16,-1 2-7-16,1-1-26 0,3 2-20 15,0-3-31-15,-6 2-71 0,1 0-52 0,0 1-87 16,-3-1-215-16,2 1-476 0,-1-2 62 16,-3 2 81-16,-1 0 73 0,-3-3 65 0</inkml:trace>
  <inkml:trace contextRef="#ctx0" brushRef="#br0" timeOffset="19430.5">7604 4625 906 0,'-3'-8'258'16,"3"8"-35"-16,0 0-21 0,0 0-23 0,0 0 6 16,0 0-29-16,-3 19-23 0,3-5 2 15,3-1-12-15,0 5-7 0,-3 2-9 0,3 0-20 16,1 2-5-16,-1 2-5 0,1 1-6 0,3-1 60 15,0-2-11-15,-1 1-7 0,-2 4-24 0,3 2-1 16,3 0-12-16,-3-5-12 0,3 3-13 16,-4-3-51-16,5-2-58 0,-7 2-91 0,5-5-506 15,2 4-105-15,-4-4 94 0,0-4 54 16,-4-1 67-16</inkml:trace>
  <inkml:trace contextRef="#ctx0" brushRef="#br0" timeOffset="19713.8">7328 5459 778 0,'-4'2'271'15,"4"-2"-10"-15,0 0-31 0,0 0-9 16,0 0 6-16,0 0-32 0,0 0-13 0,20 6-11 15,-9-7-33-15,5-4 21 0,5 3-28 0,4-4-16 16,5-2-20-16,4-1 4 0,7 2-19 0,11-4 12 16,3 2-20-16,-2 0-3 0,-4 1-23 0,-9 2-18 15,-1 4-26-15,-5-3-25 0,-3 2-33 16,-1 2-39-16,-7 1-61 0,-2 1-79 0,-3 2-405 16,-5 2-56-16,-3-1 79 0,-2 3 31 15,-5-1 71-15</inkml:trace>
  <inkml:trace contextRef="#ctx0" brushRef="#br0" timeOffset="20263.72">7337 5884 729 0,'-3'-6'371'0,"0"3"-23"0,3-5-20 0,0 2-36 16,0-2-36-16,3 3-11 0,0-1-32 0,4-2-13 15,0 2-29-15,3-1-5 0,0 2-22 16,1 0-11-16,2 3-23 0,2-3-13 0,-2 4-12 16,0 2-6-16,1 2 0 0,3 1-12 0,-2 3-13 15,1 3-13-15,-2 4 7 0,0-2-7 16,-1 5 0-16,-3-2 3 0,-3 3-14 0,-3 1 1 15,0 0 5-15,-1 0-18 0,-7 4 2 0,0-3 11 16,-2 4-3-16,-1-2-2 0,-3-1-1 16,-1 0-7-16,-2-3 5 0,-1 0-2 0,-3-2-6 15,0 0-10-15,3-3 13 0,-3-1 5 0,0-5-10 16,3 1 5-16,-2-4 8 0,2 1-8 0,3-5-3 16,-2 0 8-16,2-6-13 0,-2 3 21 15,2-5-3-15,2 0-15 0,2-5-3 0,3 3 16 16,1-1-6-16,3-3-5 0,3 3-7 0,-2-3 2 15,5 3 1-15,4-3 1 0,-2 3-9 16,2-1 0-16,2 2 2 0,0 1-8 0,4 3 11 16,-2 2-6-16,-1-2-7 0,2 6 5 15,1-2 3-15,-1 2-6 0,1 2 1 0,-1 4-1 16,1-4 6-16,1 4-1 0,-3 3-4 0,3-1 9 16,0 2-2-16,0 5-5 0,-4-6-17 0,-1 2-17 15,0 2-2-15,2 2-38 0,-3-4-26 16,-1 0-51-16,-1 2-15 0,0-2-46 0,0-3-152 15,-2 2-458-15,-1-3 37 0,2 1 101 0,2-2 65 16,-4-5 61-16</inkml:trace>
  <inkml:trace contextRef="#ctx0" brushRef="#br0" timeOffset="20930.78">7864 5795 1095 0,'0'0'353'0,"0"-9"-40"0,0 9-37 0,0 0-15 16,0 0-28-16,0 0-21 0,0 0-22 0,0 0-26 15,11 24-8-15,-5-9-8 0,-2-2-20 16,5 3-5-16,-1 5 3 0,-1 0-29 0,-1 3-5 16,-2-2-2-16,5 3-19 0,-4-1 1 0,1-2-26 15,1 1 13-15,-4 0-13 0,1-6 5 0,2 0-5 16,-5 0 0-16,3-2-18 0,-1-4 11 0,0 3-6 15,0-5-2-15,-3-1 2 0,1-2-12 16,-1-1 14-16,0 1-1 0,0-6 2 0,0 0-8 16,0 0 2-16,0 0-4 0,-10-17 0 15,6 4-11-15,0 0-5 0,-2-5 13 0,2-5-5 16,-3-1 0-16,4-1-10 0,-4 0 10 0,3 0 0 16,1 2 2-16,3 2 16 0,-4 0-8 15,4 5 5-15,-2 3-4 0,2-2-4 0,-1 2-4 16,2 4-11-16,1 0 8 0,2 7-13 0,2-3 5 15,2 4 0-15,-8 1 6 0,20 6-4 16,-9-2 1-16,2 4-10 0,1 3 5 0,3 0-1 16,0 3-2-16,0-1 3 0,0 2 2 0,0 0-7 15,-2-2-3-15,1 2 5 0,1-1 0 0,-3-2-2 16,0 1 7-16,-1-5-2 0,-2 2 12 16,-1-3-5-16,-4-1-27 0,4-1 22 0,-2-1 21 15,-1-2-31-15,0-2-6 0,2-6 24 16,-1 3-10-16,2-5-5 0,-4-2 12 0,1-4-2 15,0-1-13-15,0-4-3 0,-3-6-2 0,2 0 10 16,-3-2-7-16,1-2 4 0,0-4 3 0,-4 4-5 16,0-1 11-16,3 3-6 0,-3 2 13 0,0 2-16 15,0 4-4-15,0 3 2 0,1 1 7 16,-1 4-7-16,0 2-7 0,0 2 1 0,3 2 9 16,-3 5 2-16,0 0-10 0,0 0-3 0,6 22 19 15,-5-6-9-15,2 3 1 0,3 6-14 16,-2 6 11-16,3 2-2 0,0 1 7 0,-1-1 13 15,1 13-33-15,1-6 27 0,2 10-17 16,3-3 8-16,-6-9-1 0,0-3-37 0,-1-1-14 0,1-3-48 16,-4 0-72-16,-2-2-90 0,2-1-665 15,-6-1 49-15,-4-2 86 0,-3-3 75 0,-4-5 59 16,0-6 97-16</inkml:trace>
  <inkml:trace contextRef="#ctx0" brushRef="#br0" timeOffset="22697.53">9256 4635 803 0,'-8'1'277'0,"8"-1"-32"0,0 0-19 0,0 0-29 16,-10 0-5-16,10 0-23 0,0 0-5 16,0 0-6-16,0 0-73 0,0 0 4 0,13 10-17 15,-2-9 41-15,-1-1-47 0,5 3 11 16,1-3 53-16,5 0-14 0,3 0-19 0,0-3 16 16,9 2-42-16,-2-2-4 0,4 2 7 0,-4-3 0 15,3 2-2-15,0 0-13 0,-6-1-8 16,2 0-13-16,-10 3-9 0,1-3-4 0,-3 3 1 15,-2 0 7-15,-3-3-10 0,-2 1-3 16,-4 0 6-16,-1 1-3 0,-6 1-13 0,4-6 6 16,-4 6 2-16,0 0-6 0,-13-5-1 0,6 3-14 15,-7 1 16-15,0 1-3 0,-6 0-15 0,3 3 15 16,-7 0-7-16,0-2-3 0,0 2 0 0,-4 2 10 16,-2-1 0-16,3 2 6 0,0 1-1 15,2 0 0-15,-2 1 3 0,0-4 3 0,5 3-6 16,0 2-7-16,4-1 5 0,1 0 5 0,0-1-1 15,4 3-1-15,2-3-11 0,-2 3-3 16,6-2 14-16,-1 5-1 0,5-3-2 0,-1 0 5 16,4 4-3-16,4-3 13 0,2 6 1 0,5-2-11 15,-1 2 2-15,5 1 23 0,5-1-32 0,4 1-65 16,3 1 18-16,0-1-2 0,11 7-1 16,2 0 11-16,-1-3-8 0,-2-1 11 0,-3-1 4 15,-6-1 3-15,-1-1-7 0,-3 0 9 0,0 0 1 16,0 5 5-16,-3-4 2 0,-2 3-2 15,-4 0 7-15,-2 2 8 0,-2-2-7 0,-5 2 7 16,1 1 3-16,-7-1-8 0,0 2 20 0,-3-1-12 16,-1 1-3-16,-6 3 8 0,0 2 12 15,-3-2-7-15,-2-1 8 0,-1 0-8 0,-8 10 10 16,3-3-13-16,1-4 3 0,2-6-15 16,-3 1 25-16,5-1-8 0,-5 2 3 0,5-4-12 15,1 1 14-15,-1 1-12 0,2-6 8 0,3-1-9 16,-2 1 22-16,6-1-19 0,0-2-10 0,0-3 3 15,4 1-3-15,3-2 13 0,0 1-10 0,0-4-1 16,3 1-4-16,4 0-11 0,0-2 29 16,3 0-21-16,7-1 12 0,-3 2-12 0,6-4 11 15,4 2-6-15,0-3 8 0,4 1-1 0,-2-4-7 16,2 1 1-16,3 0 4 0,-1 0 13 0,1 0 5 16,0-2-23-16,-4 0-7 0,-2-2 30 15,-1 2-28-15,0-2-5 0,-4 2 12 0,-2-2 14 16,-2 1-11-16,1 1-18 0,-6-1 52 0,0 2-34 15,1-1 13-15,-5 0 51 0,3 0-43 0,-10 0-3 16,14 0 0-16,-14 0-33 0,10 0 36 16,-10 0-21-16,11-1-2 0,-11 1-21 0,4 0 3 15,-4 0-46-15,0 0-65 0,0 0-61 0,0 0-48 16,0 0-182-16,-18-6-474 0,11 6 98 16,-2 0 56-16,1-2 77 0,-2-4 66 0</inkml:trace>
  <inkml:trace contextRef="#ctx0" brushRef="#br0" timeOffset="25550.03">29609 1219 793 0,'0'-6'315'16,"0"6"-85"-16,0-10-10 0,0 5-35 0,0 5 17 15,0-7-36-15,0 7-12 0,0-6-21 16,0 6-3-16,0-5-25 0,0 5-5 0,0 0-18 0,0 0-8 16,0 0-5-16,0 0-5 0,0 0-5 15,-12 16-7-15,7-6 4 0,-1 4-10 0,2-1-8 16,-3 4 14-16,5-1-27 0,-6 1-7 0,7 2 3 16,0 0 12-16,-1 1-10 0,2-1-3 15,0 1-4-15,3 0-4 0,-2 0 1 0,2-2-8 16,3-1 1-16,2-1 1 0,-1 1 6 15,3-2-3-15,0-1-10 0,4-4 3 0,-1 1 2 0,3-3 3 16,-1-2 10-16,-1-1-3 0,3-2-10 16,0-2 23-16,-2-1-15 0,-2-1-8 0,3-3 0 15,0-1 3-15,-1-4 7 0,-1 0 1 0,1-3-11 16,-2-2 2-16,0-2 11 0,-3-4-18 16,1 1 8-16,-2-3-5 0,-5 0-1 0,-1 0 6 15,0 0-1-15,-3 2 6 0,-3-3-10 0,0 4-3 16,0 0 18-16,1 0 5 0,-3 3-16 15,0 0 9-15,-4 3-16 0,5-1 20 0,-5 4-17 16,-1 0 12-16,-1 2-5 0,1 4-12 16,-3 2 12-16,2 1 0 0,-1 2-12 0,-4 3-3 15,6 1 15-15,-7 1-8 0,7 2-2 0,0 0-5 16,-1 3 13-16,4 1 64 0,0 1-3 0,1-1-10 16,0 1-8-16,5 0-2 0,-3-1-19 0,8 0 9 15,-3-1-9-15,2-1 4 0,5 2-9 16,-3 0 1-16,2-4 7 0,7 0-10 0,-4 0 10 15,7-4-7-15,-3 1-13 0,3-1-3 0,0-1-25 16,0-2-11-16,-1-2-43 0,2-1-16 16,-1 0-40-16,2-3-34 0,-3 0-91 0,2-2-265 15,-5 0-278-15,0 0 86 0,-3-5 75 16,1 1 56-16,-3-2 54 0</inkml:trace>
  <inkml:trace contextRef="#ctx0" brushRef="#br0" timeOffset="26146.93">29941 791 665 0,'0'0'230'0,"0"0"-17"16,0 0-31-16,0 0-8 0,6 20-18 0,0-8-26 16,-4 3 1-16,6 0-19 0,-6 3-4 0,7 2-13 15,-1 2-6-15,-1-3-17 0,1 2-3 0,-3-1-7 16,1 1-6-16,-1-2 5 0,0-2-15 0,-3-1-7 16,1 1-1-16,0-5-2 0,-3 1 10 15,4-3-10-15,-4 0-3 0,3 1 34 0,-3-4 25 16,0-1 13-16,3 0-3 0,-3 0-63 15,0-6 4-15,0 4 3 0,0-4-20 0,0 0 4 16,0 0 6-16,0 0-18 0,-7-23 8 0,4 11 5 16,0-5-16-16,0-1 8 0,3-3-3 15,-2 0-4-15,2-1 9 0,-2 0-12 0,2-1-3 16,0 0 3-16,0 4 3 0,2 0-4 0,-1 0-1 16,0 1 9-16,2 3-2 0,0 0-5 0,1 0-11 15,2 3 19-15,-1 1-24 0,-2 2 6 16,5 1-6-16,-3 2-4 0,2 2 9 0,3 3 3 15,-3 1-7-15,3 2-3 0,0 3 15 16,1 2-5-16,2 4 3 0,-2 2 2 0,2 2-5 16,-3 3 5-16,4 0-15 0,-4 1-3 0,-3 0 11 15,4 0 5-15,-4 1-6 0,2-4 1 16,-5-2-16-16,6 3 18 0,-6-4-5 0,3-1 3 16,-4-2-3-16,4 0-3 0,-4 1 11 0,4-4 2 15,-3 0-5-15,-1 1-5 0,2-3 13 0,-3 1-18 16,1-1 10-16,0-1-20 0,-1-1-29 15,-2-3-33-15,6 6-66 0,-6-6-54 0,6 1-200 16,-5 1-353-16,-1-2 56 0,0 0 70 0,0 0 58 16</inkml:trace>
  <inkml:trace contextRef="#ctx0" brushRef="#br0" timeOffset="28063.06">30580 1431 517 0,'0'0'156'0,"-4"2"-31"0,4-2 6 0,0 0 15 15,0 0 94-15,0 0-20 0,0 0-10 0,19 2-15 16,-19-2-24-16,24-2-20 0,-11 0 16 0,8-2-34 16,2 2 0-16,4-2 3 0,4 0-26 15,3-2-90-15,5 0 13 0,-2 1 1 0,5-1-14 16,-3 0-12-16,0 1 17 0,-2 0-7 0,3 2-5 15,-5-1 69-15,-2 3-3 0,-5 0-17 16,-2-2-21-16,-2 1-3 0,-6 2-40 0,0 0-37 16,-2 0-15-16,-2-1-38 0,-3 1-64 0,2 0 13 15,-6 1-72-15,-3-1-241 0,-1 2-253 0,-3-2 108 16,0 0 45-16</inkml:trace>
  <inkml:trace contextRef="#ctx0" brushRef="#br0" timeOffset="28346.56">31124 1263 895 0,'0'-5'282'16,"0"5"-24"-16,0 0-27 0,0 0-16 0,6-6-36 16,-6 6-15-16,7-1-3 0,-7 1-23 15,13 1-12-15,-5 2-24 0,-1 2-7 0,3-1 2 16,3 3-89-16,-2 2-3 0,-1 0-5 0,1 4 0 15,2-1 0-15,-4 2 10 0,2 4-2 16,-1-1-16-16,-3 2 21 0,1-3-5 0,-2 2 4 16,-3-1-6-16,1 1 6 0,-4 0 1 0,0-1 5 15,-3-1 3-15,1 2-27 0,-3-2 19 0,0 0-8 16,-4 1-12-16,2-3-11 0,0-1-13 16,-3 2-30-16,3-5-26 0,2 2-62 0,-3-4-109 15,5-1-426-15,-1 0 62 0,0-4 41 0,1 0 64 16</inkml:trace>
  <inkml:trace contextRef="#ctx0" brushRef="#br0" timeOffset="28862.75">31503 1213 496 0,'0'6'215'0,"5"1"-23"16,-3 5-43-16,1 1 2 0,3 0-8 16,-1 4-5-16,1 0-30 0,-2 4-1 0,4-1-2 15,-3 2-20-15,3-1-14 0,-2 2-7 0,-2-3 0 16,5 0-15-16,-5-2 38 0,-1-1-33 16,4-1-24-16,-3-2 9 0,-1-3 2 0,0 1-16 15,-2-1 11-15,2-2 5 0,0 1-13 16,0-4 34-16,-2 0 4 0,-1-3-15 0,0-3 8 15,0 5-18-15,0-5-7 0,0 0 4 0,0 0 3 16,0 0 64-16,-1-17-10 0,0 7-14 0,-1-1 14 16,-1-3-23-16,3-4 2 0,0 0-25 15,0-4 12-15,0 2-22 0,0-5 1 0,5 2-6 16,-3-1-1-16,1 1-2 0,4 3 7 0,-3 3 1 16,2-1-22-16,-2 3 14 0,2-2-3 15,-2 6-17-15,3-1 1 0,-3 2 14 0,2 4-16 16,1 0 6-16,3 1-9 0,-3 4-4 15,0 2 10-15,3 1-6 0,1 3-9 0,2 5-1 16,-3 0 1-16,1 2 17 0,2 5-15 0,-2 1 0 16,2 1 10-16,-3 2-10 0,1 0 10 0,-1 1-7 15,0 0-3-15,-2-1 8 0,1 3 7 16,-2-2-12-16,0-1-3 0,0 1 2 0,-3-1-10 16,2-4-22-16,-2-1-32 0,-1 1-48 0,0-2-82 15,-3-1-202-15,6-4-371 0,-1 0 53 0,-2-4 88 16,0-4 58-16,1 1 39 0</inkml:trace>
  <inkml:trace contextRef="#ctx0" brushRef="#br0" timeOffset="29413.39">32115 1258 862 0,'0'0'284'0,"0"0"-30"0,0 0-24 0,0 17-7 16,-3-10-39-16,3 5-20 0,0-1-5 0,0 1-6 15,0 2-30-15,0 0 0 0,0-2-34 0,3 2 9 16,-3 1-6-16,3-1-18 0,-1-1-10 16,0 1-8-16,1-2 3 0,0 1-8 0,1-2-15 15,-1-1 18-15,5-1-13 0,-2 0 5 16,4 0-2-16,-3-3-19 0,4-1 3 0,-1-2 11 15,1 0 2-15,1-1-13 0,-2-2 10 0,2-3-4 16,0 0-19-16,-1-2 23 0,0-1-7 0,2-2-3 16,1 0-15-16,-4-3 2 0,0-1 11 15,1-3-3-15,-2-1-18 0,0-3 0 0,-4 2 8 16,0-1-8-16,-2-5 10 0,-3 3-2 0,3-2-3 16,-6 1 1-16,0-1 2 0,-5 0 2 15,1 1 13-15,0 0-2 0,-3 3-67 0,-2 0 0 16,-3 1 0-16,1 3 13 0,1 3-1 15,0 2 9-15,-2 1-6 0,-2 2 14 0,5 1-6 16,-4 1 18-16,3 4-5 0,3 0-8 0,-4 4 5 16,1 1-12-16,5 1 14 0,-2 2 4 0,3 1-6 15,0 1 6-15,4 0-1 0,-1 0 3 0,1 3 0 16,3-2 5-16,0 1-7 0,3 0 4 16,4-1-2-16,-3 0 10 0,2 0-2 0,3 0 0 15,0-1-6-15,1-1 6 0,0-3-10 16,4 0 12-16,-2-1 0 0,1-2-13 0,-1 0 9 15,2 0-1-15,0-3-13 0,-1 0-23 0,1 1-33 16,-3-3-15-16,2-1-90 0,-2-2-77 0,-1 1-524 16,0-1 71-16,0-3 41 0,-3-1 69 15,-1-1 60-15</inkml:trace>
  <inkml:trace contextRef="#ctx0" brushRef="#br0" timeOffset="29912.92">32324 594 627 0,'0'0'250'0,"0"0"-14"0,0 0-26 0,3 16-31 15,-3-9 3-15,3 4-26 0,-1 3-5 0,0 1-15 16,-2 1-21-16,6 2-8 0,-4-1-4 15,0 1-19-15,1 0-7 0,0-1 7 0,1 0-25 16,-3 1 0-16,2-1 8 0,-3-3-16 16,0-2-15-16,3 2 5 0,-3-3-3 0,2 1 0 0,-1-2-4 15,0-1 9-15,-2-3 11 0,2 1 0 16,-1-2-3-16,0-5-8 0,-1 6-2 0,1-6 0 16,0 0 0-16,0 0 3 0,0 0-21 0,-12-19 5 15,7 10-2-15,2-2-19 0,3-2 16 16,-1-1 0-16,0-1-2 0,1 0-80 0,0-2 16 15,1-1-1-15,0 1 8 0,2 1 0 16,0 0 6-16,1 3 4 0,-3 1-7 0,2 1 17 16,3 0-7-16,-2 4 16 0,-1-1-11 0,3 2-5 15,-2 4 7-15,3-1 1 0,-7 3 15 16,11 1 0-16,-2 2-18 0,-1 3 0 0,2 1 13 0,0 2-21 16,1 1 34-16,-1 1-5 0,0 2-6 15,1 0-10-15,2 3 16 0,-3 0 10 0,1-1-6 16,-2 0-7-16,-2 0 21 0,0 0-34 15,1 0 5-15,-2 0 1 0,0-1-14 0,-2-1-35 16,2-3-29-16,-5 2-25 0,6-2-133 0,-4 0-471 16,1-2 61-16,-1-1 54 0,1-4 72 0</inkml:trace>
  <inkml:trace contextRef="#ctx0" brushRef="#br0" timeOffset="30147.05">32654 801 975 0,'1'-5'309'0,"-1"5"-37"0,0 0-14 0,14-2-15 16,-8 0-40-16,1 1-24 0,4-1-10 15,2 1-13-15,-1 1-23 0,2 0-13 0,-2 0-7 16,2 0-21-16,-1-2-30 0,3 2-29 15,-5 0-51-15,2 0-23 0,-1 0-67 0,-2 0-101 16,0 0-503-16,2 2 16 0,-4-4 94 0,-1 1 29 16</inkml:trace>
  <inkml:trace contextRef="#ctx0" brushRef="#br0" timeOffset="30446">32901 581 747 0,'3'-6'243'0,"-3"6"-10"0,0 0-15 15,0 0-21-15,0 0-3 0,0 0-20 0,-4 17 3 16,4-7-29-16,0 1 1 0,0 1-13 0,0 1-9 16,0 2 4-16,1 2-26 0,-1 1 8 0,0-1-16 15,0-1-5-15,3 4-20 0,-3-1 4 0,4-2-9 16,-1 1-6-16,-2 0-17 0,2-3 12 15,-3 2 1-15,3-4-11 0,0 0-13 0,-2 1 5 16,2-3-4-16,-3 0-1 0,5-1-7 16,-4 0-1-16,0 1-4 0,-1-3-19 0,3-1-30 15,-3 3-46-15,4-3-36 0,-4 0-103 0,0-1-552 16,3 0 15-16,-6 1 72 0,3-3 71 0,0-4 75 16</inkml:trace>
  <inkml:trace contextRef="#ctx0" brushRef="#br0" timeOffset="32045.53">29315 2523 913 0,'0'0'282'0,"0"0"-24"0,0 0-43 0,4 16-25 16,-1-5-6-16,0 0-17 0,1 4-19 0,3 0-15 16,0 2-13-16,-1-2-20 0,-2 1 0 15,2 1-3-15,-2-2-17 0,3 2-6 0,-1-3-15 16,-2 0 7-16,1-1-9 0,-3-1-1 16,1-1-89-16,2 0 17 0,-2-3 6 0,-3 0 23 0,3-1 23 15,0-1 12-15,-3-2-17 0,0-4-8 16,3 5 13-16,-3-5 5 0,0 0-8 0,0 0 6 15,0 0-16-15,0 0 5 0,0-24-3 0,0 11-14 16,1 1 12-16,2-4-8 0,0 0 0 16,0-2 3-16,1 1 0 0,3-1-13 0,-3 1 11 15,5 2-4-15,-2 0-1 0,0 1-9 16,3 2 8-16,0 1 16 0,-1 4-28 0,0 2 2 16,1 3 0-16,0-1 7 0,4 4-20 0,-4 2 16 15,0 0 2-15,4 3-10 0,-1 3-3 0,2-1 6 16,-5 2 7-16,4 1 0 0,-1 1 0 15,-3 1 8-15,1-1-13 0,-1 3 2 0,0-3-4 16,1 2-16-16,-2-1-20 0,-2 2-39 0,-3 0-38 16,6-2-57-16,-9 2-345 0,5 0-238 0,-2-1 105 15,2-5 35-15,-1 0 63 0</inkml:trace>
  <inkml:trace contextRef="#ctx0" brushRef="#br0" timeOffset="32229.54">29817 2775 1082 0,'4'-8'323'0,"-1"4"-24"15,5 1-30-15,0-4-44 0,0 2-12 0,9-1-21 16,-3 0-16-16,4-1-30 0,3 3-2 16,-2-1-29-16,2-1-38 0,-1 3-37 0,0 0-65 15,1-3-80-15,-7 5-261 0,7-2-353 0,-5 1 38 16,1 1 69-16,-3-2 64 0</inkml:trace>
  <inkml:trace contextRef="#ctx0" brushRef="#br0" timeOffset="32512.17">30091 2786 634 0,'-5'5'213'0,"5"-5"-32"0,0 0-9 15,0 0 89-15,0 4 10 0,0-4-17 0,0 0-16 16,0 0-15-16,15 1-93 0,-15-1 8 16,18 0-22-16,-9 0-4 0,2-1-22 0,1 0-1 15,-1-1-2-15,2 1-5 16,-2-1-15-16,1 1-3 0,-2-1-5 0,3 1-3 0,-2-1-7 16,-1 0-6-16,0 0-22 0,0 0-9 0,-3 2-6 15,0-2-24-15,-7 2-44 0,17-2-9 0,-13 0-32 16,5 2-20-16,-9 0 8 0,12-2-108 0,-6 0-35 15,-1 1-141-15,0-2-272 0,1 1 67 16,-6 2 33-16</inkml:trace>
  <inkml:trace contextRef="#ctx0" brushRef="#br0" timeOffset="33132.75">30409 2363 860 0,'4'-7'258'0,"-4"-3"-35"0,5 2-21 16,-3 1-15-16,4-3-11 0,1 5-19 0,1-3-14 15,1 2-18-15,1 0-7 0,0 4-13 16,1 0-15-16,4 2 4 0,-2 3-30 0,3 2 13 16,1 1-13-16,-3 4-10 0,3 3-5 0,-3 4 4 15,0 1-14-15,-1 1-1 0,-3 2-7 16,1 0 10-16,-5 0-16 0,-2 3 11 0,-4-3-13 15,3-1-7-15,-9 4 12 0,4-1-5 0,-6-3-8 16,-3 2 6-16,1-3-19 0,0-2 19 0,-1-1 4 16,-2-1 11-16,1-1-8 0,0-3-2 15,1-1 76-15,0 1-17 0,1-3 2 0,-2-1-13 16,1-2 10-16,1 0 6 0,3-1-3 0,1 0-5 16,-2-4 0-16,3 2 2 0,-3 0-7 15,8-2-18-15,-12 0 10 0,12 0-20 0,-9-4 2 16,9 4 10-16,-4-4-15 0,4 4-2 15,-3-6 2-15,3 6-13 0,0 0-2 0,7-9 2 16,-4 7-15-16,5-2 5 0,0 4-7 0,0-1 4 16,2-2 8-16,4 2-5 0,0 1-12 0,0 0 9 15,5 0-7-15,2 1 10 0,0 1-10 0,-1-1-3 16,4-1 3-16,-1 1-8 0,-5-1-3 16,6 2 11-16,-6 0-13 0,3-1 10 0,-5 0 13 15,2 0-56-15,-2 0-21 0,-2 1-12 0,-1 0-49 16,-2 1-36-16,0-1-54 0,-5 1-120 15,1 1-556-15,-7 1 49 0,0-5 126 0,-4 8 63 16,-5-5 60-16,-3-1 48 0</inkml:trace>
  <inkml:trace contextRef="#ctx0" brushRef="#br0" timeOffset="34112.93">28775 4003 831 0,'0'0'259'16,"-10"-7"-24"-16,3 6-12 0,7 1-16 16,-6-3-30-16,6 3-13 0,-11-1-18 0,11 1-16 15,0 0-20-15,-14 4-5 0,7 1 3 0,-3 4-21 16,0-1-5-16,0 4-13 0,-1 2-10 0,1 4-8 15,0 0 8-15,-1 3-5 0,4-4-1 16,-2 3-24-16,5 2 9 0,-3-3-13 0,4-1-9 16,2 3 12-16,1-4-8 0,1 0 19 0,5-1-6 15,1 1-7-15,2-1-8 0,-1-5 2 16,3 3-10-16,4-5 1 0,-3-1 7 0,5 0-1 16,-1-4-1-16,-1 1-1 0,2-3-7 0,-3-2 0 15,5-1 17-15,-4-3 3 0,4 1-5 16,-4-4-15-16,-1-3 2 0,1 2-12 0,-3-4 32 15,-1-4-17-15,0-3 0 0,-2-1-21 16,-5 0 16-16,-1-4 0 0,0 3-8 0,-3 0 10 16,0-1-5-16,-3-3 10 0,0 3-9 0,1 4 14 15,-4-2 3-15,-1 3-23 0,1 1 8 0,-1 2-1 16,1 2-1-16,-5-1 1 0,4 3 9 0,-3 2-6 16,-1 5-3-16,1-2 11 0,0 2-10 15,-4 3-10-15,1 3 7 0,2-2 2 0,1 6 4 16,0 0-11-16,-1 1 15 0,4 2-18 0,-2 0 16 15,7 2-8-15,-3-1-10 0,2-1 10 16,1 3-2-16,2-4 10 0,1 2-11 0,0 2 3 16,2-5 3-16,3 2-8 0,-2-3-5 0,3 1 30 15,-1-2-19-15,5 0-6 0,-1-1 5 16,4-1-5-16,-1 0 10 0,0-1-10 0,2-2-15 0,1-1-24 16,-1 2-15-16,4-2-48 0,-1-3-13 15,0 3-52-15,1-3-119 0,-1-1-492 0,-1 0 51 16,0-3 92-16,-7-2 64 0,4 0 41 15</inkml:trace>
  <inkml:trace contextRef="#ctx0" brushRef="#br0" timeOffset="34496.07">28997 3503 957 0,'4'-7'279'0,"2"-1"-21"15,1 1-22-15,3 2-29 0,1 0-20 16,2 4-18-16,1-1-18 0,0 5-8 0,3 1-17 16,0 2-14-16,0 1 1 0,-3 6-18 0,3 0-11 15,-4 4-15-15,-2 2 0 0,-1-2-15 0,-6 0-5 16,-1 0 7-16,0 2-7 0,-3-1 5 16,-3 3-16-16,-1-5-7 0,-5 4 7 0,1-2-10 15,-2 0 0-15,0 1 21 0,3-6-21 0,-3 0 8 16,3-1-18-16,-3 1 2 0,4-3 3 15,-2 0 3-15,4-3 2 0,-2 1-18 0,3-2 13 16,-1-2 18-16,1 3-18 0,-1-4 6 16,4-3 19-16,0 7-15 0,0-7 3 0,14 3 0 15,-4-3-5-15,4-3-6 0,-1 1 11 0,5 0-8 16,1-1-2-16,-1 0-8 0,3 0 2 16,-4-1 11-16,5 1-28 0,-7 2 2 0,6-3-5 15,-4 4-5-15,-3-2-46 0,-1 2-29 0,4 0-25 16,-4 2-51-16,0 1-100 0,-3-1-527 0,0 5 7 15,-1-3 101-15,-2 3 55 0,2-1 72 16</inkml:trace>
  <inkml:trace contextRef="#ctx0" brushRef="#br0" timeOffset="34796.05">29508 4286 918 0,'0'0'277'0,"0"0"48"0,2 6-28 15,-2-6-13-15,11 1-41 0,-3-1-5 0,-8 0-23 0,24-1-10 16,-9-5-23-16,6 5-18 0,-1-3-8 16,4 1-18-16,5-4-13 0,0 3-7 0,-1-2-8 15,9 1-7-15,0-1-9 0,0-1-2 16,-1 2-33-16,1 1 3 0,-6-2 2 0,0 4-18 15,-1 1-5-15,-5-4-49 0,2 2-7 0,-10 3-34 16,5-4-46-16,-7 2-45 0,-1 2-78 16,1-1-79-16,-6 0-507 0,-2 1 34 0,-1-3 109 15,-5 0 50-15,-1 3 50 0</inkml:trace>
  <inkml:trace contextRef="#ctx0" brushRef="#br0" timeOffset="35030.15">29973 4042 680 0,'5'0'221'0,"-5"0"-19"16,11 0-23-16,-1 0-5 0,0 1-8 15,4 2-15-15,-1 2 62 0,1 3-24 0,0-1-10 16,3 2-22-16,-2 0-14 0,-2 2-15 0,3 3-13 16,-2-2-13-16,-4 2 6 0,-3 1-21 0,0-2-15 15,0 3-77-15,-4 0 7 0,-3-1 6 0,-3 1-3 16,-4 0-3-16,-3 2 1 0,-2 0 10 15,-4-1-3-15,0-1-5 0,-2 1-41 0,2-2-33 16,-2 1-82-16,2 0-151 0,1-3-228 16,2-1-148-16,-1-3 53 0,7-2 80 0</inkml:trace>
  <inkml:trace contextRef="#ctx0" brushRef="#br0" timeOffset="35678.87">30593 3970 749 0,'0'-7'318'0,"2"3"-24"0,-2-2-38 0,1-1-15 15,1 3-16-15,1-3-33 0,0 1-3 16,0 2-22-16,0-3-8 0,1 2-14 0,1 1-17 16,-3-1-23-16,7 1-7 0,-4 0 1 0,1 1-11 15,-2 2-12-15,5 0-12 0,-9 1-2 16,15 1 9-16,-5 2-19 0,1 2 1 0,-1 4-12 15,0-1-2-15,4 1 7 0,-4 3-13 0,0 4-12 16,1 1 7-16,-1 0 2 0,-1 4-14 0,-5-5-1 16,3 1-2-16,-4 2 5 0,-3-2 10 15,0 1-13-15,-3 3-10 0,-4-2 11 0,2-1-78 16,-3 3 9-16,-2-4 1 0,-2 1 4 16,-1-3 17-16,-1 1-20 0,-2-4 18 0,2 1 17 15,2-4 1-15,-4 0 5 0,3-2 2 0,0-2 11 16,0-1 7-16,1-1-10 0,1-2 79 0,2-1-12 15,-1-1-1-15,0 1-17 0,2-3 12 16,2-1-25-16,2 1 10 0,-2 1-5 0,6 2-5 16,-7-7 2-16,7 2 3 0,0 5-15 0,0-8-18 15,0 8 22-15,3-4-1 0,-3 4-14 0,7-4 8 16,0 2-15-16,-7 2 4 0,20 2 6 16,-8 2-7-16,1-3 1 0,0 2 6 0,0 2-13 15,5 3 11-15,-2-4-3 0,2 4-13 0,-1-1 17 16,0 1-9-16,2-1 0 0,-4 1-3 15,2 1-5-15,-3-2 2 0,0 1-4 0,-1-2 4 16,1-1-17-16,-7 1-18 0,3-2-16 0,1 3-35 16,-3-1-47-16,-3-4-43 0,1 3-156 15,-2-3-520-15,2 1 113 0,-1-3 46 0,-5 0 66 16,0 0 52-16</inkml:trace>
  <inkml:trace contextRef="#ctx0" brushRef="#br0" timeOffset="36346.83">31260 3960 540 0,'0'0'199'0,"0"0"-22"0,0 0-6 0,0 0-17 15,-3 24-18-15,3-15-19 0,-3 4 16 0,3 1-5 16,-2 2 64-16,0 1-7 0,-1 1-19 15,3-1-17-15,0-1-14 0,0 1-7 0,0 0-87 16,0-1 26-16,5 1-26 0,-3 0 5 0,4 1-16 16,-2-3-4-16,5 0 25 0,2-1-15 0,-1-3-3 15,4 3 6-15,-1-5-14 0,1-1 11 16,3 0 3-16,-3-2-21 0,3-2 17 0,-3-3-9 16,3-1 10-16,-1-1 7 0,-1-3 1 0,4-1 12 15,-4-1-28-15,2-3 13 0,-3-1-10 16,0-5-5-16,-1 0-3 0,-3-3 2 0,1-1 8 15,-4-5-15-15,2 0 5 0,-8-1-2 0,2-1-8 16,-3 1 7-16,-3 1 3 0,3 1-18 0,-4 2 8 16,-2 4 18-16,2 1-26 0,-3-1 15 15,-3 3-7-15,0 3-5 0,-4 3 10 0,0-1-5 16,-3 4-6-16,2 2 6 0,-1 3-5 0,0 0-1 16,-2 3-7-16,4 2 11 0,-3-1-6 0,4 3 0 15,-1 2 0-15,1 0 13 0,3 3-15 16,2-2-9-16,1 2 17 0,0 0-14 0,1-1 13 15,3-1-2-15,3 3-16 0,0-5 34 0,0 1-13 16,3 0-6-16,3-2 9 0,-2 2-9 16,3-1-9-16,3-4 7 0,-3 0-8 0,6-1 21 15,0-2-10-15,-2 3 0 0,0-4-16 0,3 0-5 16,-1-4-17-16,1 3-50 0,1-2-17 16,-2 2-52-16,0-6-127 0,1 1-487 0,1-1 57 15,-4-1 43-15,1-1 64 0,-3 0 48 0</inkml:trace>
  <inkml:trace contextRef="#ctx0" brushRef="#br0" timeOffset="37046.42">31622 3392 747 0,'1'-4'200'16,"5"1"-8"-16,-2 2-18 0,4-4-16 0,-2 3-27 15,4 1-8-15,-2 0-8 0,-8 1 3 16,16 2-29-16,-6 2-7 0,0 1-20 0,1 1-4 16,-2 3 6-16,0 1 3 0,0 4-23 0,-2 0-14 15,-1 1 75-15,-2 2-5 0,-1 1-10 0,0 2-6 16,-3-3-5-16,-3 0-4 0,0 3-14 0,1-2-7 16,-6 2-3-16,1-1 8 0,-2-1-21 15,0-3-4-15,-2 2 12 0,-1-3 0 0,1-3 0 16,1 0-13-16,-1 0 0 0,2-2 8 0,-1-1 0 15,4 0-7-15,-2-4 17 0,1 0 0 16,2-2-20-16,-4-1 12 0,9-1 1 0,-10 0 2 16,10 0-8-16,-10-7-7 0,7 3-8 15,2-2-3-15,-2-1 6 0,-1 3-3 0,4-4 5 16,0 1 0-16,4 0-17 0,-4 4-4 0,2-5 14 16,-1 4-11-16,3 0-5 0,-1-2-2 0,-3 6 2 15,10-3-3-15,-3-1 6 0,-7 4 2 0,14 0 3 16,-4 4-5-16,1-3-1 0,-1 2 4 15,3 2-11-15,-2-1 5 0,2 0 0 0,1 4-3 16,-2-4-7-16,0 3 10 0,-1-1-20 0,2 2-49 16,-3-2-28-16,1 1-62 0,-2 0-153 15,-2-1-494-15,4 2 74 0,-4-4 54 0,2 0 64 16,-2-1 63-16</inkml:trace>
  <inkml:trace contextRef="#ctx0" brushRef="#br0" timeOffset="37279.18">31958 3678 988 0,'0'0'302'0,"5"-3"-41"0,-5 3-28 15,5-7-18-15,-2 6-13 0,4-2-20 0,2 0-29 16,-4 1-12-16,5 2-8 0,0-6-20 0,0 3-31 15,1-1-6-15,-1 3-40 0,0-2-33 0,0-1-44 16,0 1-56-16,1-1-131 0,-1 1-440 16,-3 2 2-16,3-1 65 0,-3-2 53 0</inkml:trace>
  <inkml:trace contextRef="#ctx0" brushRef="#br0" timeOffset="37511.46">32221 3334 939 0,'0'0'287'0,"0"0"-21"0,3 18-18 16,-3-7-25-16,3 1-26 0,0 1-10 0,-2 3-36 16,0 1-72-16,2 1-7 0,0 2-11 0,3-1 1 15,-5 3-19-15,5-1-2 0,-2 3 3 16,-1-2-32-16,3-1-40 0,-4 1-72 0,1-4-132 15,2 6-472-15,0-1 76 0,-2-5 45 0,-3 2 50 16</inkml:trace>
  <inkml:trace contextRef="#ctx0" brushRef="#br0" timeOffset="38362.17">30195 5734 767 0,'0'0'336'16,"0"0"-111"-16,0 0-13 0,0 0-25 16,0 0-18-16,24-11-31 0,-12 8-7 0,-1 0-8 15,2-3-31-15,7 4-56 0,-2-3-49 0,-2 2-41 16,-1 2-133-16,-2 1-476 0,4-3 65 15,-7 3 60-15</inkml:trace>
  <inkml:trace contextRef="#ctx0" brushRef="#br0" timeOffset="38562">30259 5859 908 0,'0'0'279'0,"0"0"-13"15,0 0-25-15,0 0 58 0,0 0-27 16,0 0-29-16,0 0-25 0,0 0-19 0,25-9-35 16,-13 5-31-16,2 0-46 0,7-2-48 0,1 4-91 15,-2-4-160-15,5-1-538 0,0 2 33 16,4-2 90-16,0-4 87 0</inkml:trace>
  <inkml:trace contextRef="#ctx0" brushRef="#br0" timeOffset="39011.56">30975 5428 1011 0,'2'-7'304'15,"4"2"-27"-15,1-1-32 0,1-1-27 0,1 1-8 16,3 2-16-16,0-1-20 0,-1 2-28 15,5 2-18-15,0 1 0 0,-4-2-15 0,5 4-13 16,0-1-13-16,0 5-8 0,1-4-10 0,-2 5-12 16,0 2 1-16,-4-1-4 0,1 0-5 15,-2 3-13-15,-2 0 7 0,0 2-12 0,-7 2-8 16,2-4 15-16,-4 4-17 0,-4 1 10 0,3 1-11 16,-5-1 8-16,-4 2-10 0,0 0 8 15,-4-1-6-15,1 1-7 0,-2-1 2 0,2-1-15 16,-4 0 18-16,4-1 0 0,2-4-8 0,1 2-5 15,0-4-2-15,-1 1 5 0,4-2 5 16,1-2-3-16,-1 2-3 0,3-4-1 0,1 2 1 16,-1 0 9-16,1-4 2 0,3-2 71 0,0 0-30 15,9 8 23-15,-4-8-16 0,5 0-9 0,-10 0 4 16,24-3-12-16,-7-2-3 0,0 3-3 16,1-3-4-16,2 3-8 0,2-3-14 0,-3 1-4 15,6 2-28-15,-3-3-57 0,1 3-5 0,-1-3-51 16,0 3-48-16,1-4-136 0,0 3-515 15,-3-1 43-15,1 0 88 0,-3-3 54 0,0 0 58 16,-2-1 65-16</inkml:trace>
  <inkml:trace contextRef="#ctx0" brushRef="#br0" timeOffset="39511.22">31715 5488 734 0,'-18'12'228'0,"12"-8"-16"0,3 2-12 0,-1 1 69 16,-2 2-31-16,4 0-23 0,-4 1-15 0,3-1-26 16,1 3-5-16,0-2-21 0,-1 0-2 0,6 4-10 15,-3-5-19-15,2 0-2 0,0 1-4 16,1-2-83-16,4 1 2 0,0-1 19 0,0-1-3 16,3-1 16-16,1-2-1 0,2 1-12 0,3-5 7 15,-1 1-7-15,2-2-19 0,0-2 22 16,4 1-1-16,-1-2-3 0,-3-2-30 0,4-3 3 15,-2 0 17-15,1-4-7 0,-4 1 28 16,0-5-21-16,2-4-15 0,-5-4 3 0,4-1-6 16,-7-5 8-16,-1 0 3 0,0-1-8 0,-4-1-18 15,-3 7 13-15,1 1 13 0,-3 3-13 16,0 1-18-16,0 0 13 0,-4 5-1 0,-2-1 1 16,-2 2-10-16,-1 3 2 0,-3 2 3 0,-7 3-6 15,1-2-7-15,0 4 8 0,-4 2-6 0,0 3 8 16,0 0-7-16,-1 1 4 0,-1 6 11 0,-2-3-13 15,3 5 5-15,-1 3-2 0,3-1 4 16,4 6-7-16,-3-3 13 0,5 3-18 0,2-1-3 16,3-3 6-16,1 2 17 0,1-1-15 0,7-2 13 15,-2 1-23-15,3-2 25 0,3 2 0 0,1-4-4 16,7 0-11-16,2-2-3 0,4-2 8 16,2-1 10-16,0-3-7 0,5-1 2 0,-4-1-2 15,6 1 2-15,0-5 3 0,1 1 0 0,0-3-18 16,-3 1-13-16,0-1-21 0,0-3-42 15,-3 3-19-15,2-1-95 0,-5 3-104 0,-1-2-528 16,0-1 54-16,3 2 66 0,-3-3 70 0,-1 2 77 16</inkml:trace>
  <inkml:trace contextRef="#ctx0" brushRef="#br0" timeOffset="46427.95">10817 5136 760 0,'0'-2'261'16,"4"-6"-28"-16,-1 2-23 0,1-1-13 15,0 3-26-15,2-4-12 0,1 2-18 0,0 3-16 16,3-3-7-16,0 4-16 0,0 0-4 16,4 2-22-16,-4 0 65 0,5 2-13 0,-2 0-5 15,0 4-28-15,2 2-1 0,-2 1-9 0,4 2-3 16,-3 3-21-16,0 2 3 0,-1 1-5 0,1 2-13 16,-4 4 18-16,-4 0-28 0,1-1 5 0,-3 3-18 15,0 3 5-15,-4-1 8 16,0-2-10-16,-3 0 2 0,2 0 0 0,-6 0-5 0,0 0-13 15,0-5 23-15,1 4-20 0,-5-2 5 0,1-4 10 16,3 0-12-16,-6-1 2 16,6-2-13-16,-3 1 18 0,3-5 2 0,-1 1 3 0,2-3 8 15,-1 0-10-15,1-5 28 0,3 3 2 16,-2-1-2-16,-1-1-6 0,5 1-9 0,-2-2 15 16,3-4-6-16,-3 4 1 0,3-4-13 0,-3 5 5 15,3-5-3-15,0 0-10 0,0 0 13 0,0 0-3 16,0 0-20-16,13-12 0 0,-6 11 13 15,0-2-13-15,0-4-13 0,2 5 16 0,2-3-6 16,0 3 0-16,1-4 1 0,0 4-1 0,4-2-7 16,-1 3-3-16,1-2 10 0,1 2-12 0,-3 0 15 15,6-2-21-15,-6 1 6 0,3 2-3 16,-4 0 12-16,2-1-6 0,-2 0 4 0,1 1-8 16,-4 0-7-16,0 0 5 0,1 0 8 15,-1 0-21-15,0 0 16 0,-10 0-11 0,17 1 13 16,-10 0-5-16,0-1 5 0,3 0-10 0,-3 5 3 15,-7-5-11-15,13 1-8 0,-8 0-9 0,1 2-27 16,-6-3-4-16,10 4-6 0,-6-3-43 0,2 1-54 16,-2 4-51-16,-3-5-181 0,2 2-434 15,0 1 50-15,-3-4 78 0,0 0 78 0,0 0 81 16</inkml:trace>
  <inkml:trace contextRef="#ctx0" brushRef="#br0" timeOffset="46927.89">11802 4876 813 0,'0'0'272'0,"-13"8"-37"0,2-6-15 0,4 12-25 15,-3-3-16-15,0 7-12 0,-1 6-4 0,1 5-24 16,0 0-11-16,-4 19-6 0,4-4-4 16,7-1-13-16,-5 7-8 0,2 0 6 0,6-8-9 15,0-4 4-15,0 3-16 0,6-5-11 0,-1 3 9 16,1-3 50-16,5 7-2 0,6-1-18 16,-4-5-12-16,1-9 14 0,6 11-20 0,-2-13-2 15,-2-1-21-15,2-1 3 0,-2-5-13 0,2-2-13 16,-1-2 7-16,-3 1-7 0,3-2 13 0,-3-1-7 15,3-3-12-15,-4-2-22 0,-3 1-18 16,1-1-7-16,-4-1-16 0,2-1-26 0,-2-2-30 16,-2 1-54-16,1 0-67 0,-3-2-153 15,-3 0-466-15,0-3 43 0,1 5 67 0,-1-5 97 16,0 0 29-16</inkml:trace>
  <inkml:trace contextRef="#ctx0" brushRef="#br0" timeOffset="48560.55">12362 5084 1018 0,'-6'-5'333'0,"6"5"-31"16,0 0-33-16,-7 0-44 0,7 0-5 0,-10 12-20 16,3-3-34-16,0 2-7 0,1 3-13 15,2 3-18-15,-2 2-18 0,2 5 3 0,0 1-9 16,0 1-16-16,1-1-1 0,3 2-11 0,0 1-12 16,3-2-5-16,-2-1 5 0,6-1-5 15,0-2-5-15,0 1-6 0,2-2 6 0,2-2-10 16,2 0-3-16,-2-3 5 0,6 1-10 0,-7-4-6 15,7-3 4-15,-3 0-17 0,3-3 4 16,-4 0-3-16,5-4 2 0,-5 1 1 0,5-4 2 16,-5-4-8-16,1 2 3 0,0-3-13 0,3-3 11 15,-7-2 4-15,4-1-7 0,-4-6 10 0,0-4-18 16,1 1 5-16,-5-3 6 0,-2-2-11 16,-1 0 0-16,-3-2 0 0,0 0 5 0,-6-5 6 15,2-1-9-15,-4 2 1 0,-1 4-3 0,2-3 8 16,-3 8 7-16,-1 0-4 0,1 0-9 15,-4 4 9-15,1 1-14 0,0 2-2 0,1 5 18 16,-4-1-15-16,2 3 10 0,-3 2-3 0,3 4-2 16,-2 2 7-16,1 2-20 0,-1 2 10 15,1 0-5-15,-1 6 0 0,2 1-3 0,4-2 6 16,-4 1-1-16,7 0 1 0,0 5 5 0,1-3-3 16,3 1-5-16,2-3-3 0,1 4 11 0,1-3-13 15,5 3 10-15,-2-3 3 0,5 0-11 0,-1 2 13 16,5-3 6-16,0-2-9 0,-1 0-4 15,4-2 5-15,1 2-11 0,4-5 16 0,-4-2 0 16,4 4-11-16,-5-5-15 0,2 0-2 0,-2 0-23 16,2 1-24-16,-1-2-27 0,0 1-52 15,-3 0-51-15,2 0-87 0,-6 0-167 0,5 0-391 16,-2 0 100-16,-2 0 77 0,-1 1 53 0,-3-1 54 16</inkml:trace>
  <inkml:trace contextRef="#ctx0" brushRef="#br0" timeOffset="49093.74">12852 5334 698 0,'0'0'261'0,"10"2"-30"0,-10-2-14 0,0 0-25 16,-3 9-10-16,3-3-23 0,0 2-24 15,-4 1-4-15,4 2-16 0,-3 2-20 0,2-1-6 16,1 1-7-16,0 2 16 0,-3-1-11 16,3 0-16-16,0 1-12 0,3-4-10 0,-3 3 2 15,1-1-5-15,2 2-2 0,1-2-9 0,-1-1 12 16,1 1-1-16,2-3-13 0,-2 0 82 0,2 0-28 16,2-2-5-16,-1-1-3 0,2 0-7 15,-2 0 2-15,4-4-10 0,-1-3-2 0,3 1-9 16,-2-1 11-16,-1-1-25 0,4-1 4 0,-4-2-9 15,0-1 7-15,1-2-16 0,-1 0 3 0,0-4 16 16,-1-2-16-16,-1 0 3 0,-5-3-8 16,1 0-10-16,-4-5 25 0,0 1-12 0,-3-2 25 15,2 2 5-15,-5-3-25 0,1 4 15 16,-1 1-10-16,0 2 2 0,-1 0 11 0,0 0 2 16,-1 2-18-16,-1 3-10 0,-1 2 3 0,3 0-6 15,-4 1-2-15,4 2-8 0,-6 4 11 16,2 2-6-16,1 0-5 0,0 1 6 0,-4 0 2 15,4 6-8-15,-4 0 3 0,1 2-8 0,3 0-5 16,-1 2-3-16,4 2 8 0,-3-2 3 0,3 3-3 16,0-3 6-16,4 3-19 0,0-2-5 0,0 1 10 15,2-1-40-15,1 1-21 0,1-2 0 16,2 2-38-16,3-3-16 0,-2 0-64 0,6 0-76 16,1-2-480-16,2-1-91 0,4-1 120 15,-4-3 56-15,2-2 72 0,1-1 49 0</inkml:trace>
  <inkml:trace contextRef="#ctx0" brushRef="#br0" timeOffset="49311.75">13386 5409 770 0,'0'0'338'0,"16"-2"-36"0,-5-2-26 15,-1 2-35-15,6-2-16 0,2 0-10 16,3 2-46-16,-1-3-10 0,7 1-6 0,0-2-25 16,4 2-25-16,-4-1-34 0,-2 1-38 0,2 1-77 15,-4-3-54-15,-2 3-133 0,0-1-479 0,-4 2 70 16,0-1 45-16,-7-3 62 0</inkml:trace>
  <inkml:trace contextRef="#ctx0" brushRef="#br0" timeOffset="49510.85">13570 5138 834 0,'0'0'251'0,"0"16"-18"0,3-7-34 16,0 3-4-16,-2-1-34 0,2 6-5 15,3 0 0-15,-2 5-25 0,2-1-11 0,-1 2 3 16,1 2-20-16,-2-2-24 0,5 2-30 0,-5-5-37 15,4 4-68-15,1-2-44 0,-2-5-194 0,3 4-408 16,-2 0 78-16,2-9 76 0</inkml:trace>
  <inkml:trace contextRef="#ctx0" brushRef="#br0" timeOffset="50010.47">13959 5151 1146 0,'-6'19'356'0,"5"-11"-41"0,1 5-39 0,-3-1-20 16,3 2-20-16,0 1-11 0,0 3-36 0,0-1-14 16,3 2-24-16,1-1-21 0,2 0-4 0,-2 1-14 15,6-1-12-15,0-5 0 0,-3 3-23 16,4-1 4-16,2-5-9 0,-3 2-13 0,4-3-8 15,0-2 0-15,0-5 3 0,2 1-5 16,-1-2-3-16,-2-2-8 0,1-2-10 0,3-4 11 16,-3-1-11-16,-1-2 15 0,4-4-19 0,-6 1 1 15,2-6 6-15,-5 0-16 0,1-5-2 0,-5 4 2 16,2-7 6-16,-6 2 4 0,0-3-22 16,-3 2 23-16,-1 2-11 0,-2 2-2 0,-4-1-3 15,-1 0 23-15,1 4-12 0,0 3-6 0,-1 1-5 16,-2 4 8-16,-1-1 0 0,1 3-2 15,-2 5-1-15,2 0-2 0,-4 3 5 0,3 1-6 16,-3 5 4-16,1-1-14 0,1 3 16 0,2 4-18 16,0 1 5-16,5 0 8 0,-2 2-5 0,3-2 15 15,1 2-15-15,2 3-8 0,4-3 5 16,0 3-3-16,4-1-4 0,-1 1 12 0,4 0 8 16,3-1-16-16,4 1-9 0,-1 0 14 0,5-4-22 15,1 1-5-15,2-3-29 0,3 1-41 16,-3-4-56-16,6 0-84 0,-3-1-328 0,3-3-305 15,-6-2 96-15,2-2 47 0,-2-2 80 0,-3 0 57 16</inkml:trace>
  <inkml:trace contextRef="#ctx0" brushRef="#br0" timeOffset="50194.58">14475 5210 788 0,'1'18'246'0,"-1"-11"-26"0,-1 4 15 0,1 2-33 15,1 3-15-15,-1 0-15 0,0 2-3 0,3-2-8 16,-3 2-38-16,3 0-8 0,-3 3 5 16,3-3-10-16,1 0-15 0,0 0-8 0,-1-1-23 15,1 1-41-15,-1-3-33 0,3 2-72 16,1-2-95-16,-4 1-250 0,5-4-254 0,2 1 31 16,-3-6 61-16</inkml:trace>
  <inkml:trace contextRef="#ctx0" brushRef="#br0" timeOffset="50461.58">14793 4888 1231 0,'0'0'366'0,"18"5"-23"0,-12 2-41 16,1 2-26-16,4 0-25 0,2 7-15 15,1 0-37-15,3 1-20 0,3 2-12 0,0 4-16 16,1-3-3-16,3 4-20 0,4 7-5 0,-1-6-10 16,-4-5-29-16,5 11-2 0,-4-5-26 15,-3-3-43-15,-1-3-38 0,1 1-88 0,-4 0-56 16,-3-4-225-16,3-2-423 0,-7-1 80 0,0-5 51 16,1-1 64-16,-5-6 69 0</inkml:trace>
  <inkml:trace contextRef="#ctx0" brushRef="#br0" timeOffset="50694.07">15152 4886 819 0,'0'0'294'0,"-6"-2"-30"0,6 2-29 0,0 0-12 15,-15 8-13-15,9-3-23 0,-4 5-6 16,3 0 42-16,-7 5-8 0,4 3-26 0,-4-1-25 15,1 4-18-15,-1 2-3 0,3 2-17 0,-5 0-1 16,5 2-12-16,-2 1-11 0,2-2-7 0,-2 3-13 16,3 0-33-16,-1-1 2 0,7-3-64 15,-5 0-79-15,5-3-52 0,1 3-160 0,3-8-502 16,0 1 43-16,0-3 97 0,3-4 47 0,0 3 92 16</inkml:trace>
  <inkml:trace contextRef="#ctx0" brushRef="#br0" timeOffset="51027.75">15186 5538 762 0,'7'-4'292'16,"4"-4"-15"-16,-1 0-32 0,3 0-17 0,-2-2-26 16,2-4-10-16,-2 4-20 0,2-5-6 0,0 0-15 15,-2-3-28-15,-1 0-3 0,0-1-2 0,1-1-23 16,-4 0-6-16,-1 3 70 0,1 0-10 15,-3 3-4-15,3-3 1 0,-4 6-28 0,-2 2 25 16,2-4-89-16,0 6 5 0,-3-1-10 16,3 4-13-16,-3-2-3 0,0 6 3 0,0 0-11 15,0 0 6-15,0 0-11 0,0 0 9 0,-6 17 1 16,6-9-17-16,0 6 5 0,0-3 10 0,0 3-10 16,0-2-8-16,3 2 8 0,0 3-20 15,0-2 14-15,-2 1 1 0,6-3-5 0,-4 3 0 16,4-2 4-16,-3-2-19 0,5 1-9 15,-1-2-2-15,-1-2-30 0,2-2-34 0,-2 2-90 16,7-4-89-16,-4-2-453 0,4 3-64 0,-4-8 46 16,0-2 69-16,-3-2 67 0,4-5 56 0</inkml:trace>
  <inkml:trace contextRef="#ctx0" brushRef="#br0" timeOffset="51177.14">15470 4953 1108 0,'-3'-2'297'0,"3"2"-59"16,-1-5-39-16,1 5-60 0,0 0-63 15,0 0-224-15,0 0-484 0,0 0 28 0,0 0 69 16</inkml:trace>
  <inkml:trace contextRef="#ctx0" brushRef="#br0" timeOffset="51444.17">15819 5160 1021 0,'7'1'384'0,"-7"-1"-26"0,0 0-43 0,16-1-31 15,-5 0-10-15,-1-1-28 0,4-1-29 0,0 2-27 16,3-2-11-16,0 0-31 0,3 1-25 0,-3-1-41 16,4 2-20-16,-3-4-65 0,-2 4-56 15,2 0-82-15,-2-4-214 0,-1 4-429 0,1-1 60 16,-2-2 61-16,-1-1 77 0,-3-1 41 0</inkml:trace>
  <inkml:trace contextRef="#ctx0" brushRef="#br0" timeOffset="51860.47">16257 4721 908 0,'0'0'279'0,"0"0"-23"16,10 14-23-16,-7-7-20 0,0 2-11 0,2 1-13 15,1 4-28-15,1-3-4 0,-1 3-12 16,1-3-9-16,1 3-23 0,1-1 51 0,-2 0-13 15,4-3-13-15,-1 4-13 0,0-4-20 0,1 0 0 16,-1-1-8-16,-1 0-12 0,-2-2-1 0,4-2-22 16,-1-1 9-16,0 1-14 0,1-4 9 15,-1 0-17-15,0-2 7 0,1 0-17 0,-1-4 2 16,0 1 2-16,0-4-15 0,-3 0 6 0,0-1 1 16,-1-6-14-16,2 0 4 0,-5-2-1 0,4-1 1 15,-4 0 11-15,0-2-18 0,-2 2-3 16,2 5 8-16,0-2 5 0,-3 5-2 0,4-3-23 15,-4 5 12-15,0 1 0 0,0 7-4 16,0-3 6-16,0 3-9 0,0 0 2 0,-4 18 8 16,4-10-13-16,-3 7 3 0,3 0-8 0,-4 3 8 15,4-1 7-15,0 3-7 0,-3 1 15 16,3 3-10-16,-3 1-11 0,3 1 11 0,0 0-39 0,0 3-40 16,0-1-29-16,3 0-61 0,-3 3-67 15,0-2-235-15,3 5-425 0,1-2 110 0,3 2 95 16,-3 0 38-16,-1-5 79 0</inkml:trace>
  <inkml:trace contextRef="#ctx0" brushRef="#br0" timeOffset="52177.16">16752 5484 1018 0,'10'-16'310'0,"1"1"-11"0,-4 3-30 15,-1-4-13-15,1 2-36 0,1-2-7 0,1-1-19 16,-2-2-25-16,0-2-18 0,-1 4-7 15,-2-1-19-15,0 1 77 0,-1 3-23 0,1 2-17 16,-4-1 19-16,3 2-63 0,0 1 20 16,-3 2-25-16,0 0-8 0,3 1-13 0,-3 4-10 15,0 3-8-15,-3-8-10 0,3 8-5 0,0 0 0 16,0 0-5-16,0 0-8 0,-16 15-10 0,15-11-8 16,-3 5 8-16,1-1 7 0,3 0-27 0,-3 3 9 15,3 1-4-15,0-3 4 0,0 2-12 16,0 2 0-16,3-4-3 0,0 1 13 15,2-1-28-15,1 0 23 0,-2 0-18 0,2-1-44 0,1-1-55 16,4 0-17-16,-1-1-96 0,0-4-262 16,7 1-429-16,-4-2 96 0,2-2 81 0,-2-3 68 15,1-3 54-15,-4-3 66 0</inkml:trace>
  <inkml:trace contextRef="#ctx0" brushRef="#br0" timeOffset="52627.21">17230 4363 988 0,'11'8'294'0,"-7"-1"-7"0,5 6-14 16,5 2-42-16,0 8-14 0,0 4-7 0,6 12-23 15,1 2 10-15,3 1-28 0,-7 5-25 0,3-5-4 16,-3 2 22-16,1 8-22 0,2-2-17 16,-10 4-2-16,3-3-4 0,-2 6-19 0,-7-3-9 15,-1 3-2-15,0-1 0 0,-3-10 3 0,-3 11 5 16,-7-2-29-16,-1-2-5 0,-2-3-7 0,-2-3 10 16,-7-2-5-16,0-4-23 0,-5 2-18 15,-4-2-3-15,-3 0-15 0,0-2-2 0,-6-5-57 16,-2-2-120-16,-2 0-177 0,-4-5-558 0,4-2 108 15,-2-7 79-15,-1-2 56 0,7-8 75 16,1-4 61-16</inkml:trace>
  <inkml:trace contextRef="#ctx0" brushRef="#br0" timeOffset="66393.03">18134 4961 931 0,'13'-7'307'0,"-13"7"-40"0,3-4-19 0,0 0-33 16,-3 4-13-16,5-8-15 0,-2 5-18 16,0-3-16-16,0 2-9 0,-2-1-24 0,2 1 21 15,-3-3-23-15,3 1-3 0,0-1-13 0,-3-1 1 16,0 2-80-16,0-1-5 0,1-1 12 15,-2 0 4-15,1 0 4 0,0 0 8 0,0 1-10 16,0 0 10-16,0 7-3 0,0-11-12 0,-3 6 5 16,3 1-10-16,0 4-3 0,0-8-11 0,0 8 6 15,-3-5 0-15,3 5-2 0,0 0 4 16,0 0-10-16,0 0 16 0,-3 15 0 0,2-6-14 16,-2 0-7-16,3 4 6 0,0-1-4 0,0 4 1 15,0 2 0-15,0 3-6 0,0-2-7 0,0 3 10 16,4 0 3-16,-1 2 0 0,-3 2-3 15,6-2-5-15,-5 1 2 0,2-3 3 0,0 2 1 16,4 0 4-16,-6-6 3 0,5 1-8 16,-3-2 8-16,-2-1-6 0,5 1-9 0,-6-3 9 15,3-2 4-15,-2 1-9 0,2-2-7 0,1-3 15 16,-4 3 0-16,0-4-10 0,3 0 6 16,-3 0 1-16,0 0 1 0,1 0-5 0,-1-3-9 15,3 2 14-15,-3-6-8 0,0 8 8 0,0-5-24 16,0-3 16-16,-3 7 3 0,3-7 0 0,-4 7-3 15,4-4 0-15,0-3 17 0,-11 6-17 0,8-3 6 16,-4 2-1-16,1-3 2 0,2 0-7 16,-3 2 5-16,0 0-2 0,1 0 7 0,-1 0-7 15,-1 1 5-15,1-3-1 0,1 4-2 0,-1-3-2 16,-3 2 5-16,6-2-6 0,-2 3-4 16,2-5 7-16,-2 2 2 0,6-3-7 0,-7 5 5 15,3-2 1-15,4-3-6 0,-7 5-6 0,4-3 9 16,3-2-3-16,0 0 3 0,0 0-1 15,0 0-4-15,0 0 4 0,0 0 1 0,0 0 4 16,21 0 1-16,-11 0 2 0,0-3-5 0,4 0-5 16,-1 1-2-16,5-1 2 0,-2-3 5 15,5 4-2-15,0-3-6 0,-1 1 3 0,0 1 0 0,1-2 5 16,-1 1-18-16,4 1 6 0,-6 0 4 16,1-1 1-16,-4 1 4 0,-2 3 1 0,1-4 7 15,-4 1-13-15,0 2 8 0,-2 0-12 0,2-2 9 16,-4 1-4-16,1 2-6 0,1 0 8 15,-8 0-20-15,6 0-32 0,-2 2-47 0,-4-2-157 16,-4 8-607-16,-2-1 90 0,-5-1 72 16,1-4 76-16,0 3 77 0</inkml:trace>
  <inkml:trace contextRef="#ctx0" brushRef="#br0" timeOffset="68391.53">3318 8475 685 0,'-4'-7'338'0,"0"5"-15"0,1-4-16 0,-1 2-33 16,1-2-33-16,0 0-19 0,0 3-14 0,2-3-22 16,-1 2-14-16,1-2-18 0,1 6-19 0,0-9 3 15,1 3-20-15,1 2-15 0,2-2-11 16,0 0-5-16,5 3-5 0,-2-2-11 0,1 2-14 16,4 2-11-16,3 0 2 0,-2 2-4 0,8 0-3 15,-5 3-10-15,5 2 4 0,3 2 1 16,-3 6-5-16,5-1 0 0,-1 3-8 0,-1 6 0 15,0-3 5-15,-4 3-3 0,1 2-7 0,-4-2 5 16,-4 3-5-16,-1 3-10 0,-2-6 5 0,-1 1 0 16,-6 2-6-16,1-1 1 0,-4-5-5 15,-3 5 9-15,0 1-7 0,-1-3 6 0,-3-1-14 16,-4 0 13-16,1-3 16 0,0 0-29 16,-3-3 19-16,2-4 20 0,-1 2 7 0,0-2-28 15,-1-4 16-15,-1-1 5 0,1-4-10 0,-2 1-3 16,3-3 23-16,1 0 5 0,-3-3-13 15,1-2-76-15,-2 2 23 0,2-4-3 0,-1-1-8 16,4-2 13-16,0 3 8 0,-1-3-5 0,2 1-5 16,5-3 12-16,-2 1-15 0,2 3 21 15,1-4 4-15,3 0-14 0,0 1 12 0,3 0 5 16,-2-1-18-16,5 1 11 0,1-3 2 0,2 3-13 16,5-3 3-16,0 1 5 0,3-1-2 0,0 3-1 15,4-3 6-15,0 5 4 0,3 0-12 0,-1 0-15 16,1 0-42-16,3-1-56 0,1 5-58 15,-1-2-101-15,-3 1-199 0,3 3-340 0,0-3 61 16,-6 4 84-16,0-5 67 0,-4 6 82 16</inkml:trace>
  <inkml:trace contextRef="#ctx0" brushRef="#br0" timeOffset="68875.09">3964 8433 865 0,'6'-5'297'0,"-2"1"-41"15,2-4-21-15,1 0-20 0,7 0-23 0,-4 1-20 16,5-3-16-16,1 2 56 0,2 1-15 0,2-3-25 16,0 2-21-16,-2 1-8 0,-2 1-23 15,2 2 3-15,-8-3-20 0,4 6-21 0,-4-6-16 16,0 7-10-16,-4-3-9 0,2-1-4 15,-4 1 1-15,-4 3-6 0,9 0 8 0,-9 0-13 16,0 0-5-16,0 0 3 0,0 0-3 0,0 0-10 16,-16 11 13-16,8-5-11 0,2 1-4 0,2 1-6 15,-3-2 13-15,1 4 0 0,1 2-13 16,2-4 1-16,0 9 19 0,0-2-7 0,3 3 3 16,3 0-16-16,-3 4 13 0,4 2-7 15,3-2-4-15,-1 3 17 0,4 3-22 0,-3-3-4 16,4-3 22-16,-4 6-7 0,3-7-15 0,0 1 12 15,-3 1-7-15,-3-3 10 0,2-2-8 0,-3 0-5 16,-2-4 8-16,2 3 23 0,-3-3 5 16,-1-3-69-16,-2 3 20 0,0-3 8 0,-4-4 15 15,1 3-10-15,-2-2-5 0,-2-2 8 0,0-4 0 16,-4 0 7-16,4 2-17 0,-3-4-4 16,-2 1 17-16,2-2-4 0,0 1 1 0,2-4-8 15,-3 2-18-15,1 2-28 0,3-1-44 0,2 0-50 16,-2 1-109-16,0-2-191 0,-3 4-394 0,3-1 99 15,0 0 39-15,-2 4 76 0,2-3 60 0</inkml:trace>
  <inkml:trace contextRef="#ctx0" brushRef="#br0" timeOffset="69174.85">3369 9351 890 0,'-4'5'290'0,"4"-5"-29"15,-10 1-16-15,10-1-35 0,0 0-13 0,0 0-10 16,0 0-26-16,0 0-22 0,27-1 14 0,-10-4-25 16,7 3 5-16,3-4-28 0,8-4-2 0,5 2-14 15,12-2 3-15,3-4-12 0,0 4-6 16,-1 0-7-16,4-3 9 0,0 3-19 0,-3 2-6 15,-9 1-18-15,-6 0-2 0,0 4-3 0,1-2-5 16,-6 3-13-16,-4 1 8 0,-4 1-56 16,-3 1-49-16,-3 5-26 0,-1-2-58 0,-9 3-236 15,-2 6-343-15,-2-3 51 0,-10-1 54 0,0 7 71 16</inkml:trace>
  <inkml:trace contextRef="#ctx0" brushRef="#br0" timeOffset="69642.32">3406 9732 1159 0,'-4'-6'320'0,"4"6"-26"0,0-7-27 0,0 7-22 15,4-4-30-15,0-1-5 0,2 3-31 16,2 0 3-16,5-1-33 0,-3 3-14 0,4 3-25 15,3-1 3-15,1 3-21 0,2 0-5 0,1 5 0 16,-2 5-7-16,2-2-17 0,3 5 9 0,-7 1-16 16,1 6 6-16,-1-2-6 0,-4 2-2 15,-6-5-11-15,1 3 6 0,-5 1-16 0,0-1-2 16,-6 2 0-16,-2-5 7 0,-1 5 3 16,-1 0-8-16,0-1 1 0,-6-5 2 0,2 5-13 15,-2-6-3-15,-1-1 16 0,0 2-13 0,-3-5 18 16,0 1-5-16,3-7-21 0,-2 2 18 0,1-3 3 15,-1-1-77-15,2-5-5 0,-2-1 5 16,1 0 26-16,-1-2-18 0,2-3 15 0,0 3 20 16,0-4-9-16,4-3 9 0,-3 1 1 0,5 1-3 15,1 1 5-15,1-4 0 0,0 1 8 0,5-1-24 16,1 1 4-16,3-1 9 0,1-4 1 0,3 4 7 16,2-5-18-16,3 7 14 0,4-9-14 15,1 7 26-15,0-5-28 0,4 7-31 0,3-4-23 16,0 0-11-16,-1 4-27 0,1 0-41 15,1-1-54-15,2 3-31 0,0 0-44 0,1 0-78 16,-2-2-65-16,2 3-304 0,-4 0 64 0,0-2 38 16,-3 3 66-16</inkml:trace>
  <inkml:trace contextRef="#ctx0" brushRef="#br0" timeOffset="70109.48">3960 9875 683 0,'0'0'297'0,"7"-6"-95"0,-4 5 8 0,-3 1-26 0,0 0-35 15,0 0-6-15,0 0-5 0,0 0-7 16,0 0-6-16,0 0-2 0,-3 13-5 0,0-4-8 15,-1 1-13-15,0-2 8 0,1 8-5 0,-1-6-18 16,1 7-5-16,0 0 7 0,3-3 8 16,-3-2-5-16,2 5 44 0,1-2 7 0,0 2-20 15,4-3-11-15,-1 3-2 0,-2-3-13 0,5-1-10 16,-1 4-13-16,4-7 6 0,-2 3-9 0,2-3 1 16,2 2-6-16,0-6-2 0,2 1-13 15,-3-5 0-15,4 1 0 0,0-3-7 0,0-3-9 16,0 1-65-16,-1-2-9 0,0-3 13 0,1-5 6 15,-4 2-1-15,1-7 11 0,-4-3 5 16,-1-5-13-16,-2-5 10 0,-1-3-3 0,-3 3-2 16,0 0 16-16,-4 3-3 0,1-1 0 15,-3 3 0-15,-1 3 7 0,-1-1-7 0,-1 3 18 16,5 6 7-16,-5-2-12 0,-2 2 10 0,4 5-10 16,-6 0 4-16,1 1-9 0,0 6 7 0,0-3-10 15,-1 5 3-15,0 2 4 0,-1 3-7 0,0 1 8 16,0 1-10-16,1 3 30 0,2 0-16 15,1 4-4-15,0-3-8 0,4 6 5 0,-2-3 16 16,5-2-16-16,-1 2 10 0,4 0-2 16,0-3 10-16,4 0-10 0,-1 2-11 0,5-2 4 15,-2-3 1-15,5-1-14 0,3 0 19 0,2-4-1 16,5 1-6-16,-1-4-13 0,1 0-23 0,3-3-2 16,3 0-64-16,0-2-21 0,1 0-48 15,-4-1-60-15,3-1-81 0,0-2-95 0,-3 3-348 16,-2 2 23-16,-3-2 70 0,2-3 73 0,-5 3 57 15</inkml:trace>
  <inkml:trace contextRef="#ctx0" brushRef="#br0" timeOffset="70308.56">4497 9843 693 0,'6'6'292'0,"-6"-6"-95"0,0 7 13 0,0-2-3 16,-3 2-4-16,3 1-19 0,0 2-18 0,3 3 6 15,-3-3-42-15,1 6 21 0,2 0-15 0,-3 1-8 16,7 1-15-16,-6-1 55 0,2 1-6 15,3 2-14-15,-5-1-10 0,5 0-28 0,0 5 1 16,2-2-1-16,-4-3-26 0,2 5-10 0,1 0-25 16,-1-3 0-16,2 2-52 0,-2-6-7 15,1-2-62-15,-3 3-140 0,5-4-579 0,-1-3 13 16,2-4 99-16,-3 0 55 0,3-6 76 0</inkml:trace>
  <inkml:trace contextRef="#ctx0" brushRef="#br0" timeOffset="70558.27">5238 9347 1059 0,'7'-4'376'0,"-3"4"-45"0,6-3-34 16,-3-1-34-16,6 0-22 0,1-2-21 0,0 5-18 16,6-6-56-16,1 5-74 0,-1-3-100 0,1 2-62 15,-3 1-207-15,2-3-407 0,-3 5 16 0,-3 0 99 16,3 2 36-16</inkml:trace>
  <inkml:trace contextRef="#ctx0" brushRef="#br0" timeOffset="70728.11">5423 9481 998 0,'-6'2'340'16,"3"5"-30"-16,-1-4-23 0,4-3 17 0,-7 4-15 16,7-4-35-16,-4 3-19 0,4-3-14 0,0 0-14 0,0 0-8 15,0 0-35-15,0 0-2 0,0 0-22 16,24-14-22-16,-10 9-10 0,-1-4-11 16,5-1-31-16,-2 4-2 0,5-6-64 0,-1 1-56 15,1 4-85-15,-6-1-245 0,4 1-451 0,-1 2 51 16,-2-2 69-16,-2-1 82 0,-3-1 52 0</inkml:trace>
  <inkml:trace contextRef="#ctx0" brushRef="#br0" timeOffset="71258.42">7161 8211 747 0,'0'0'274'16,"0"0"-21"-16,9 24-7 0,-6-9-13 0,1 3-21 15,3 0-35-15,3 4-6 0,-3 2-17 16,3 2-11-16,0 3-12 0,4 2-11 0,-1-3-12 16,-2 2-6-16,2 2-20 0,-3 1 59 0,1-5-16 15,-1 3-17-15,-3 0-52 0,4-4-28 0,-5-2-84 16,-2 2-149-16,2-2-542 0,-3-2 12 15,-2-3 85-15,-1-5 77 0,-1 0 55 0</inkml:trace>
  <inkml:trace contextRef="#ctx0" brushRef="#br0" timeOffset="71508.05">7017 9085 893 0,'-7'5'299'16,"7"-5"-40"-16,0 0-16 0,0 0-15 0,0 0-21 16,0 0-7-16,0 0-39 0,0 0 8 0,30-8-21 15,-9 1 6-15,6 0-23 0,4-5-14 16,6-1-7-16,8-4-10 0,3 2-10 0,0-2-11 16,-1 5-15-16,1-2 10 0,-4 3 34 0,-8 3-6 15,1 0-30-15,-6 2-44 0,-1 2-92 0,-2 1-43 16,-5 3-144-16,-5 3-538 0,-1 1 34 15,-4 2 92-15,-6-3 93 0,-1 4 29 0</inkml:trace>
  <inkml:trace contextRef="#ctx0" brushRef="#br0" timeOffset="72026.09">7020 9568 1205 0,'0'-11'346'16,"-3"4"-34"-16,6 0-36 0,-3 2-35 16,3-1-23-16,0 0-16 0,1 2-28 0,2 0-18 15,5-2-8-15,-4 4-9 0,3 0-11 0,0 2-26 16,1 0-10-16,2 3-5 0,1 2 5 0,0 3-15 15,0 0-15-15,-1 3 4 0,1 2-15 16,-1 0 16-16,-3 4-18 0,1 3-16 0,-7 0 5 16,2-2 8-16,-6 6-10 0,0 1 0 0,-4-2-18 15,-2 2 10-15,-1 0 5 0,-4 2-15 16,-5-2 5-16,2 0-10 0,-3-2 10 0,-3-5-5 16,2 4-3-16,2-9-7 0,-2 1 0 0,1-4 10 15,-3-2-3-15,6-2 0 0,-7-5-7 16,8-1 7-16,-5-2 1 0,1-3-24 0,1-3 26 15,5-1-8-15,-3 1 6 0,4-2 7 0,4-3-16 16,-2 3-12-16,5 0 5 0,0 2 28 0,2-2-20 16,2 1-8-16,2 0 8 0,0 0-3 15,5 2 8-15,-1 1-13 0,2-1 12 0,5 4-4 16,-4-2-5-16,4 3 7 0,3 2-8 0,-3 0-2 16,6 2 3-16,-2 4 7 0,1-3-2 15,3 6-6-15,1 3 6 0,-3-2 2 0,1 1-7 16,0 3 0-16,-1-1-9 0,-2 0-35 0,2 4-10 15,-6-2-20-15,6 2-80 0,-6-2-67 16,0-4-158-16,-1 6-454 0,0-9 47 0,-1 4 79 16,-3-7 69-16,1 2 67 0,-2-6 64 0</inkml:trace>
  <inkml:trace contextRef="#ctx0" brushRef="#br0" timeOffset="72711.17">7522 9568 1080 0,'0'0'350'0,"0"0"-45"0,0 0-23 0,3 15-34 16,-3-5-18-16,1-2 3 0,2 7-31 0,4-3-5 16,-4 7-28-16,1-1-18 0,-1 0-25 0,1 5-3 15,2-3-13-15,-2 4 0 0,3-5-18 0,-3 5-2 16,-1-6-21-16,3-1 0 0,-3-1-8 15,-3 1-4-15,4-3-9 0,-1-5-4 0,-3 4-3 16,4-3 7-16,-4-2 1 0,1-4-8 16,2 2-28-16,-3-6 15 0,0 0 3 0,0 0-6 15,0 0 3-15,0 0-2 0,-4-32-6 0,0 15-4 16,1-1 2-16,-1-5 0 0,-2 1-3 16,2-3-7-16,1 3-6 0,-3-1 21 0,2 5-10 15,0 0 2-15,1 2-10 0,3 0 11 0,-4 4 7 16,4 0-15-16,-3 4-3 0,3-2-5 15,-3 3-8-15,3 3 0 0,0 0 11 0,0 4-6 0,0 0-2 16,6-3 0-16,-6 3 5 0,0 0-5 16,15 11 0-16,-8-4 5 0,-1 3 5 0,4-2 8 15,-3 1-6-15,3 0 6 0,0 4-15 16,1-2 4-16,-1 2 3 0,0-1 0 0,1-4-2 16,-1 1 7-16,0 0-15 0,-3-2 0 0,3 2 15 15,-3-3-2-15,0-4 12 0,3 2-14 0,-3-4 6 16,-7 0-4-16,17-4 5 0,-7-4-16 15,0-1 11-15,0-1-23 0,-2-5 35 0,-1-3-7 16,0-4-11-16,-1-3-12 0,0-4 10 0,-1-2 8 16,-2 2-3-16,0 0-10 0,-3 2 10 0,1 1 3 15,2 2 4-15,0 2-14 0,-3 4 20 16,0 3 2-16,0 4-4 0,0-3-11 0,3 4-5 16,-3 2 5-16,0 2-13 0,0 6 11 15,3-4 2-15,-3 4-5 0,0 0-3 0,8 18-4 16,-1-1 4-16,-1-3 1 0,1 5 9 0,0 4-12 15,1-3 15-15,1 10-10 0,1-3-10 0,1 0 10 16,2 3 8-16,-3 0-16 0,4 0 18 16,-4-4 1-16,1 2-19 0,2-1 18 0,-3-8-7 15,1 4-14-15,-4-6 1 0,3 0-13 0,-4-4-23 16,2 0-3-16,2-6-53 0,-3 1-110 0,-1-6-295 16,5-2-381-16,-1-3 102 0,3-11 77 15,1 1 66-15,-3-7 65 0,3-8 58 0</inkml:trace>
  <inkml:trace contextRef="#ctx0" brushRef="#br0" timeOffset="73624.77">8599 8216 1108 0,'0'0'348'0,"-7"-5"-13"15,7 5-58-15,-3-3-24 0,3 3-22 0,0 0-32 16,-3-7-12-16,3 7-23 0,0 0-8 15,0 0-18-15,13-1-5 0,-13 1-12 0,17 0-9 16,-7-1-12-16,5-2-18 0,4 0-8 0,-1 3 6 16,6-7-16-16,-1 4-3 0,5-4 6 15,-1 5-9-15,4-4-9 0,-4-1-26 0,4 3 13 16,-4-2 5-16,1 1-13 0,-1 0-7 0,-7 0-4 16,1 2 12-16,-3-2-1 0,-5 3 0 15,0 1-8-15,1-3-4 0,-4 1 2 0,1 3-8 0,-4-2 8 16,-7 2-28-16,6-5 4 0,-6 5 1 15,0 0 0-15,0 0 5 0,0 0-2 0,-27 7 12 16,14-1-8-16,-5-4-4 0,-3 5 10 16,-2 0-8-16,-7-1 0 0,2 4 7 0,-3 0 3 15,0-1-2-15,-2 1-3 0,8-1 3 0,1 0-8 16,0 3 10-16,1-2-12 0,5-2 2 16,1 2-3-16,3-3-5 0,1 3 6 0,-1-1 2 15,4 4 2-15,3-2-2 0,0 3 11 0,1-3 7 16,6 3-16-16,0-3 13 0,3 4-7 15,3 2 2-15,-1-2-4 0,4 3 14 0,2 0-12 16,3 0 4-16,5 6-1 0,-1-1-4 0,3-2-1 16,9 10-1-16,1 1-8 0,0 0 13 0,0 1 6 15,0 1-6-15,-1-1 5 0,-3 1-2 0,0 0 2 16,1 1-9-16,-1-1 1 0,-6 5 6 16,3-3-3-16,-10-4-2 0,-1-1 0 0,1-2-1 15,-4 3 9-15,-3 1-6 0,3-1-13 16,-3 3 14-16,-4-2-17 0,-2 1 14 0,1 0-8 15,-2 3 5-15,0-2 5 0,-3 0 6 0,0 0-6 16,0-2-15-16,-4-1 20 0,0 3-4 16,3-3-6-16,-3 1-3 0,-2-3 11 0,5-1-13 0,-6 2 23 15,6-4-2-15,-2-2-1 0,2-3 1 16,1-4 4-16,0 0 6 0,2 0-18 0,-2-1-1 16,3-2-9-16,0-1 12 0,0-3-2 0,0 4 13 15,3-5-21-15,1 2 3 0,2-1 9 16,1-3-17-16,4 1 11 0,-1-3 9 0,0-2-10 15,7 3 1-15,0-4-16 0,4 1 5 16,-1-3 5-16,4-2 5 0,0 1-10 0,4-6 5 16,2 4-10-16,1-4 13 0,-3 5-11 0,2-5 11 15,-2 3-6-15,2-4 8 0,-2 5-10 16,-4-4 16-16,-1 5-19 0,-2-5 14 0,-5 5-14 0,-1-1 0 16,-2 1-12-16,1-3 7 0,-4 1-35 15,1 3-21-15,-4 0-21 0,-7 0-45 0,10 0-67 16,-10 0-190-16,0 0-501 0,0 0 46 0,0 0 71 15,0 0 98-15,-14-9 61 0,3 3 49 16</inkml:trace>
  <inkml:trace contextRef="#ctx0" brushRef="#br0" timeOffset="74691.77">10411 8461 860 0,'6'-8'245'0,"-2"-1"-22"16,3 2-26-16,0 2-20 0,3-2-6 15,0 0-17-15,4 5-13 0,-1 1-21 0,2-2-13 16,1 7-4-16,2-2-6 0,2 5-7 0,0 1-8 16,1 5-3-16,-4 2-18 0,3 6 6 0,-2-2 7 15,-5 6-23-15,-3 5-2 0,-2-3 7 16,-2 5-15-16,-5-4-15 0,-2 3 15 0,-2 1 7 16,-4 2-22-16,-4-2 2 0,-5 8-7 0,-5-1-1 15,0 1 24-15,-2-6-21 0,2-8 0 16,0-2 2-16,2-2-4 0,-2-4-14 0,0-5 9 15,4 2 89-15,-4-8-28 0,4 0 7 0,0-4-15 16,0-3-15-16,1-2 10 0,1-5 0 16,-1-1 0-16,1-2-18 0,2-4-3 0,3 2 3 15,-1-2-5-15,5-3-10 0,2 1 10 16,1 0-5-16,3 4 2 0,0-2-9 0,3-3-76 16,4 3 1-16,0 2 8 0,4 2 5 0,2 2 5 15,1 1-6-15,2 1 11 0,5 5 0 0,-4 1 3 16,4 0-6-16,6 7 11 0,-3-1 7 0,4 4-5 15,-2-1 8-15,2 3-8 0,-1 2-2 16,-3 3 10-16,0-2 13 0,-4-1-21 0,-2 1 15 16,-5 1-4-16,2 0-3 0,-2 1 2 0,-3-2-12 15,0 3-47-15,-3-4-43 0,-3 2-74 16,3-4-164-16,-4 1-425 0,1-4 39 0,-1-1 84 16,0-5 69-16,0 2 56 0</inkml:trace>
  <inkml:trace contextRef="#ctx0" brushRef="#br0" timeOffset="76108.08">11402 8476 1067 0,'3'32'312'16,"0"-4"-28"-16,2 2-23 0,1-3-15 0,1 5-28 15,6 11-26-15,5 0-21 0,-1-1-17 16,3 4-1-16,1-2-12 0,0-2-26 0,2-1-23 16,1 1-25-16,0-3-49 0,-3-2-69 15,-1 1-141-15,7-2-576 0,-9-7 49 0,-1-7 107 16,-3-1 41-16,-1-10 64 0</inkml:trace>
  <inkml:trace contextRef="#ctx0" brushRef="#br0" timeOffset="76624.14">11949 8462 785 0,'0'0'328'0,"0"0"-36"0,0 0 0 16,0 0-42-16,-10 20-17 0,7-9-20 16,3 2-11-16,-4 2-36 0,1 7 3 0,6-4-23 15,-3 7-8-15,0 0-17 0,4 0-21 0,-1 1-3 16,0-2 0-16,1 1-20 0,2-1-5 0,1-1-1 16,1 0 1-16,5-4-6 0,-3 0-14 15,4-1-9-15,-1-4 1 0,1 3-6 0,0-9 6 16,3 2-1-16,-4-3-35 0,5-3 20 0,-1-2-2 15,0-4 9-15,0-2 1 0,0-4-8 16,0-2-10-16,1-4 5 0,-1-3-7 0,-4-1 4 16,-3-2-2-16,-2-4-3 0,-2-5 3 0,-2 0 8 15,-4-2-13-15,-1-4-6 0,-2 2 1 16,-3-1 7-16,-2 1 1 0,1 1-6 0,-3 6-5 16,-1-3 0-16,2 8 8 0,-1 2-18 0,-4 0 5 15,3 3 18-15,-1 5 2 0,-3 1-20 16,2 3-2-16,-1 1 7 0,0 4-5 0,0 2 5 15,-2 2 0-15,1 4 5 0,-1 2-7 0,2 1 2 16,0 2-7-16,4 4 14 0,-1-1-1 0,2 2-4 16,2-1-2-16,4-2-5 0,-2 3 0 0,6-1 3 15,3-3-3-15,-4 2 0 0,7 3 5 16,-1-4 3-16,1-1-11 0,4 1 3 0,2-3 3 16,-3-1-6-16,4-3 3 0,2-1-5 0,-5 0-23 15,6-3-41-15,-3 4-59 0,-1-5-69 16,-3-2-139-16,1-1-526 0,-4-1 94 0,-1 2 56 15,-6 1 72-15,7-8 59 0</inkml:trace>
  <inkml:trace contextRef="#ctx0" brushRef="#br0" timeOffset="77342.92">11485 8444 811 0,'-7'-8'228'0,"3"-2"-18"0,-3 3-18 0,3 0-11 16,1-2 6-16,0 2-33 0,3-2-11 0,-4-2-10 16,4 3-30-16,0-7-1 0,0 5-7 0,0-7-8 15,1 2-5-15,-1 0-8 0,3-3 26 0,-3-2-13 16,3 3-28-16,0-3 87 0,-3 0-16 15,4 2-12-15,-4 3-11 0,3-3-4 0,1 1-21 16,-3 2 0-16,2 0-8 0,0 5 0 16,0-5-10-16,-2 5 3 0,2 0-21 0,-3 2 5 15,3 1-5-15,-3 0 0 0,3-1-15 0,-3 5-6 16,3-4 6-16,-3 7 7 0,0-10-15 0,0 10-7 16,0-5 9-16,0 5 6 0,0 0-16 15,0 0-4-15,0 0-4 0,0 0-2 0,0 0 11 16,-16 13-6-16,10-8 3 0,1 5-8 0,-5 0-5 15,3 0 13-15,-2 7-8 0,-2-2-10 0,4 3 25 16,-3 5-4-16,2-1-9 0,-1 1 16 16,2 8-20-16,0 0 12 0,4-1 3 0,-4 2 0 15,6 1-3-15,-2 3 21 16,6 2-5-16,1-3-23 0,0 4 7 0,3 8-7 0,6 0 2 16,1 0 8-16,0-4 18 0,6 0-13 0,0-1-13 15,4 0 10-15,1-2 1 0,2 1-1 0,4-4-2 16,-1 1-2-16,4-4 9 0,0 1 6 15,-2-2-16-15,2-1-7 0,-1-6 5 0,-2 4-3 16,-3-5 13-16,-4-6-8 0,-3-1-12 0,-1-3 5 16,0 1-3-16,-2-4-3 0,-5 2 9 0,1-6-1 15,0 2-10-15,-1-2 2 0,-5-1 1 16,1 1-29-16,-2-2-9 0,3-2-9 0,-3-2-35 16,-3 3-100-16,2-3-103 0,1-1-586 0,-7-1 29 15,11-3 91-15,-11 3 55 0,10-7 91 16,-4 0 47-16</inkml:trace>
  <inkml:trace contextRef="#ctx0" brushRef="#br0" timeOffset="78057.23">12589 8747 783 0,'-7'-4'327'0,"7"4"-19"16,-11 0-29-16,11 0-31 0,-13 0-31 0,9 4 9 16,-3 0-47-16,0 3 8 0,-2 3-18 0,2-2-8 15,-1 7-10-15,1-3-15 0,1 4-14 0,-1 2-11 16,1 1-4-16,2 0-7 0,3-1-5 16,-2 1-19-16,3 2-9 0,3-3 2 0,2 0-10 15,-2 3 2-15,4-3-4 0,2-1-1 0,-2-2-5 16,4-4-18-16,2 3 16 0,-2-4-16 15,2-2-2-15,1-1 5 0,0-4-8 0,2-3 5 16,-4 0 3-16,1-6 10 0,1 0-18 0,-1-3 3 16,1-5 0-16,-4-1-16 0,0-3 6 15,-3-6-6-15,-3-1 0 0,0-1 6 0,-1-5-11 16,-6 3-2-16,3-3 7 0,-4-3 8 0,0 9-5 16,0 0 8-16,-2 2-1 0,2 6-12 0,-2 0 10 15,-1 5-18-15,-4-1 3 0,1 4 2 16,-4 0 3-16,-2 7-8 0,1-3 18 15,2 4-15-15,-4 2 2 0,0 5-13 0,-3-3-17 0,6 2-6 16,0 3-32-16,1 1-19 0,3-1 3 16,2 0-44-16,5 1-82 0,0-1-35 0,6 2-172 15,3 0-436-15,2 2 70 0,2-3 67 0,0-2 74 16,4-2 46-16</inkml:trace>
  <inkml:trace contextRef="#ctx0" brushRef="#br0" timeOffset="78275.45">13036 8750 831 0,'6'-3'325'0,"-1"-1"-25"0,2 1-31 16,3-4-18-16,1 0-36 0,5 3-11 0,2-3-19 15,1 0-16-15,2 0-23 0,3 0-13 0,-4 3-16 16,1-1-17-16,0 1-15 0,-5-2-70 15,2 3-43-15,-2-1-75 0,-1 4-86 0,-2-6-136 16,-2 4-371-16,-1 0 33 0,-3 0 79 0,2-3 49 16</inkml:trace>
  <inkml:trace contextRef="#ctx0" brushRef="#br0" timeOffset="78474.52">13217 8471 762 0,'-3'-3'238'0,"3"3"-12"0,0 0-19 0,0 0 0 15,0 0-15-15,0 0 13 0,-7 17-26 0,7-9-25 16,0 5 7-16,1 0-28 0,2 5 69 16,3 1-20-16,-2 1-18 0,3 4-5 0,0 0-1 15,-1-1-27-15,1-1-8 0,4 6-18 0,-4-6-26 16,3 2-25-16,4 2-41 0,-4-2-42 16,0-5-99-16,4 0-143 0,2-1-528 0,-1-2 52 15,-2-6 76-15,4-2 67 0,-4-4 82 0</inkml:trace>
  <inkml:trace contextRef="#ctx0" brushRef="#br0" timeOffset="78925.25">13737 8425 977 0,'0'0'410'15,"0"0"-47"-15,0 21-40 0,-3-10-21 16,-1 1-31-16,1 5-22 0,0-2-14 0,0 3-33 15,1 3-23-15,2-3-7 0,-3 2-24 0,6 2-89 16,-3-3-2-16,0 2-4 0,5-3-2 0,-2 0 6 16,0-1-19-16,4 0 1 0,-1-1 4 0,1-1-5 15,1-5-2-15,5 0-13 0,-6-3 13 16,4 0-3-16,2-6-2 0,1-1 2 0,-1 0-15 16,0-2 8-16,2-6-11 0,-2-1 6 0,4-5-11 15,-6-3 11-15,3-1-6 0,-4-3-5 16,-1-6 3-16,-1-1-8 0,-1-4 8 0,-4 3-5 15,0 1-8-15,-3 0 15 0,-3 0 23 16,0 6-35-16,-1-2 12 0,1 4-7 0,-5 2-6 16,-1 6 11-16,-1-3-5 0,-5 7-3 0,-1 1 5 15,-2 4 6-15,2 2-9 0,-2 2 4 16,-2 1 6-16,3 4-1 0,-1 2-29 0,2 0 18 0,-2 1-7 16,2 1 14-16,2 7-6 0,4-7 6 15,3 5-1-15,-1 0-9 0,5-2 11 0,0 2 2 16,3-1-17-16,3-2 22 0,0 2 8 0,5 1-12 15,2-5-6-15,0 5 3 0,7-5-6 16,0 5-12-16,4-6-13 0,0-1-25 0,-2 0-39 16,6 0-31-16,2-4-63 0,-3 1-80 0,1-3-90 15,1 0-501-15,1-2 99 0,-3 0 50 16,1-1 53-16,-4-2 61 0</inkml:trace>
  <inkml:trace contextRef="#ctx0" brushRef="#br0" timeOffset="79124.83">14270 8562 821 0,'0'0'307'0,"0"0"-87"0,0 0 1 0,7 12-4 0,-7-8-10 16,0 4-12-16,1 3 46 0,-1 0-14 15,0 0-19-15,0 3-14 0,3 2-22 0,0 1-16 16,-3 0-5-16,3 1-23 0,1-1-8 0,-1 2-7 16,0 1-11-16,1-1-10 0,3-1-30 15,-3 0-29-15,-1 1-46 0,4-6-63 0,-1 4-124 16,-2-2-588-16,6 0 4 0,-3-5 96 0,3-1 63 15,-4-1 67-15</inkml:trace>
  <inkml:trace contextRef="#ctx0" brushRef="#br0" timeOffset="79390.95">14499 8232 1218 0,'4'8'374'16,"2"1"-29"-16,1 2-35 0,7 5-8 0,0 1-36 15,3 5-12-15,3-1-37 0,11 11-15 0,-1-4-22 16,1 2-14-16,0 0-36 0,0-3 9 16,0 2-9-16,3-1-2 0,-7-6-25 0,-3-1-1 15,0-3-25-15,4-1-31 0,-4 2-33 0,-4-6-49 16,-2-1-18-16,2 0-46 0,-6-4-120 15,-1-4-241-15,-2 1-365 0,-2-3 60 0,-2-2 50 16,-3-3 81-16,0-4 61 0</inkml:trace>
  <inkml:trace contextRef="#ctx0" brushRef="#br0" timeOffset="79623.8">14934 8200 1008 0,'-7'0'369'16,"7"0"-24"-16,-11 6-25 0,4-1-10 16,1 3-36-16,-4 5-13 0,2 1 2 0,-2 6-71 15,0-1 3-15,-4 6 10 0,1 1-21 0,-1 3-23 16,0-1-22-16,-9 12-17 0,9-5 19 0,-4 3-33 16,2-3-16-16,5-5-3 0,1 0-9 15,0 1-11-15,3-1-5 0,-3 1-36 0,6-5-36 16,-2 5-114-16,3-6-117 0,3 0-667 0,0-3 59 15,3-1 77-15,0-6 76 0,1 1 72 16,2-4 56-16</inkml:trace>
  <inkml:trace contextRef="#ctx0" brushRef="#br0" timeOffset="79957.08">15081 9011 1026 0,'13'-10'361'0,"-3"0"-39"0,4-3-17 0,-4 3-29 16,1-2-27-16,-1-4-34 0,3-5-26 0,-2 2-5 16,2-7-22-16,-3 3-22 0,1 0-4 15,-1 3-16-15,-3-1-2 0,0 6-3 0,-3 0-20 16,2 1 0-16,-2 4-21 0,-1 1-2 16,0 0-6-16,0 2 1 0,-3 2-16 0,0 5-10 15,0 0 10-15,0 0-2 0,0 0-11 0,0 0 1 16,0 0-11-16,-9 16 5 0,8-4 5 0,-2 0-4 15,3-4 40-15,0 7-2 0,3-3 9 0,-2 3-19 16,-1-1-8-16,6 1-11 0,-3-1-2 16,1 1 0-16,3-1 10 0,0-3-25 0,0 0-16 15,-1 1-18-15,2-4-38 0,2-3-38 16,3 1-21-16,-2 0-148 0,-1-5-654 0,3-1 35 16,2 0 81-16,-2-7 89 0,1 1 62 0,-4-5 62 15</inkml:trace>
  <inkml:trace contextRef="#ctx0" brushRef="#br0" timeOffset="80106.78">15473 8593 1223 0,'0'-7'410'0,"0"7"-55"16,-3-5-32-16,0 0-18 0,3 5-52 0,-4-5-48 16,4 5-54-16,0 0-87 0,-3-3-100 0,0 1-269 15,3 2-432-15,0 0 43 0,0 0 62 16,0 0 69-16</inkml:trace>
  <inkml:trace contextRef="#ctx0" brushRef="#br0" timeOffset="80423.78">15699 8301 1005 0,'0'-5'402'15,"0"5"-54"-15,0 0-28 0,0 0-23 0,0 0-23 16,10 12-38-16,-6-9-21 0,2 4-16 16,5-6-12-16,-1 6-31 0,0-1-12 0,4-2-9 15,3 3-9-15,-3-6-1 0,3 5-28 0,0-5-9 16,4 1 9-16,-4 1-15 0,0-2-13 0,0-1 5 15,3 0-7-15,-6 0-11 0,7-1 3 0,-4-2-26 16,-4 3-15-16,2-2-23 0,-2 2-31 16,-3 0-92-16,0-1-182 0,-3 2-547 0,-3-2 22 15,-4 1 101-15,0 0 76 0,9-4 72 0,-9 4 51 16</inkml:trace>
  <inkml:trace contextRef="#ctx0" brushRef="#br0" timeOffset="80857.63">16257 7936 901 0,'3'-3'360'0,"-3"3"-42"0,0-8-26 16,0 8-26-16,3-7-36 0,0 7-2 16,-3 0-46-16,0 0-8 0,4-7-21 0,-4 7-14 15,0 0-4-15,0 0-20 0,11 0 8 0,-11 0-28 16,0 0 2-16,0 0-12 0,10 7 4 16,-4-1-14-16,-3-2-19 0,1 1-10 0,3 3 18 15,-3 1-13-15,2-1-12 0,-2 2 7 0,2 3 0 16,5-1 5-16,-4 2-23 0,3-2-2 15,1 4 10-15,-1 0 4 0,3 1-9 0,-2-2-13 16,2 2 5-16,-3-6-5 0,1 3 3 0,-1-3 2 16,0 3-11-16,-2-4 1 0,4-1-8 0,-5 3 13 15,4-3 8-15,-4-3-16 0,-1 1 8 0,1 1-8 16,1-1-2-16,-2 0-6 0,-2 0-2 16,-1 1-23-16,0-4-48 0,0 3-21 0,-2 0-54 15,-1 1-57-15,0-3-134 0,0 0-513 0,0 2 125 16,0-4-4-16,0-3 76 0,0 7 85 15</inkml:trace>
  <inkml:trace contextRef="#ctx0" brushRef="#br0" timeOffset="81157.23">16605 7874 1151 0,'0'-6'387'0,"0"6"-36"15,0-7-34-15,0 7-18 0,0 0-43 16,0 0-30-16,0 0-32 0,-3 24 16 0,0-13-36 16,2 4-25-16,-2 5 2 0,0 0-21 0,-1 4 16 15,-3 1-15-15,0 3-14 0,1 2-9 0,-1 3 20 16,0 0-18-16,0-1-8 0,0-2-30 0,1 3-8 16,-1-2 8-16,-1 2-19 0,2-4 19 15,2 2-39-15,1-5 1 0,-4 1 19 0,4-2-12 16,0 3-5-16,-1-3-18 0,0-3-38 0,4 1-57 15,0-1-46-15,0-1-56 0,0-1-157 16,0-1-544-16,0 6 66 0,0-1 67 0,0-5 66 16,0 5 59-16,0-5 61 0</inkml:trace>
  <inkml:trace contextRef="#ctx0" brushRef="#br0" timeOffset="81490.48">16585 8958 1064 0,'7'-5'387'0,"-1"1"-44"0,1-2-21 0,0-4-4 16,0 3-55-16,3-1-25 0,-3 0-15 15,-1-1-18-15,5 1-8 0,-4-4-25 0,0-1-16 16,2-2-16-16,-1 2-24 0,-1-3 9 0,2-1-20 16,-5 1 5-16,4 0-13 0,-2 1-5 0,-3 4-40 15,1-2 45-15,-1 3-15 0,0 2-5 16,-2-2-16-16,2 2-5 0,1 1-4 0,-4 4-6 15,0 3 0-15,3-7-3 0,-3 7 3 0,0 0-23 16,0 0 18-16,0 0-10 0,0 0-3 16,0 0-7-16,0 20 12 0,3-12-18 0,-2-1 3 15,2 1 0-15,0 1-10 0,1-1 15 0,-1 0-28 16,3-1 20-16,-1 1-20 0,-2-5-21 16,1 3-27-16,2-3-50 0,1 1-50 0,-4-3-367 15,5 1-391-15,1-1 61 0,-9-1 62 0,14-4 94 16,-3-2 67-16,-2-1 56 0</inkml:trace>
  <inkml:trace contextRef="#ctx0" brushRef="#br0" timeOffset="81623.48">16981 8340 906 0,'0'0'281'16,"-4"-7"-76"-16,4 7-151 0,-3-7-182 0,3 7-458 15,0 0 61-15</inkml:trace>
  <inkml:trace contextRef="#ctx0" brushRef="#br0" timeOffset="81940.19">17300 7661 1146 0,'9'7'377'0,"-2"3"-58"15,4 5-11-15,-1 0-32 0,6 5 8 0,2 5-48 16,0 3-16-16,5 9-13 0,7 3-25 16,-5 2-16-16,5 1-10 0,-5 0-12 0,2 6-14 15,3-2-9-15,-5 2-4 0,-2-2-4 0,1 3-18 16,-3 0-13-16,-5 0-6 0,-1 0-6 15,-5 0-1-15,-4 0-13 0,-6-4 5 0,-3 5-9 16,-4-1-4-16,-3 0-4 0,-10-3-14 0,-4-1-9 16,-4 4-29-16,-10 4-38 0,-2-2-41 15,-8-8-118-15,-3 0-217 0,-1-3-474 0,-6-1 69 16,-3-7 85-16,12-8 74 0,-5-4 79 0,-1-6 26 16</inkml:trace>
  <inkml:trace contextRef="#ctx0" brushRef="#br0" timeOffset="93638.6">18420 8000 447 0,'0'0'198'0,"-3"-4"-14"16,3 4 0-16,-3-3 6 0,3 3-9 0,-4-7-22 16,4 7-8-16,0 0-15 0,-3-4-16 15,3 4 72-15,0 0-18 0,0 0-31 0,-3-6-10 16,3 6-15-16,0 0-3 0,0 0-5 15,0 0-17-15,0 0 1 0,0 0 6 0,16 18 10 16,-6-5-28-16,4-2-8 0,0 4 3 0,6 5 2 16,1 2-15-16,10 4 0 0,0 6 6 0,0-4-6 15,3 4-11-15,0-4 4 0,0 1-11 0,0-3 2 16,0 4 6-16,0-3-13 0,0-2-3 16,-3-5-4-16,-7 1 2 0,3-2-8 0,-5-4-5 15,2 3-5-15,-5-3-13 0,-1-3-28 0,-2 3-23 16,-4-7-41-16,1 2-13 0,1-3-51 15,-7 0-182-15,2-1-458 0,-5-4 23 0,2-2 77 16,-6 0 82-16,0 0 48 0</inkml:trace>
  <inkml:trace contextRef="#ctx0" brushRef="#br0" timeOffset="93972.48">18933 7953 655 0,'-3'-4'251'0,"3"4"-16"0,0 0-40 0,0 0-8 16,0 0-11-16,-17 12-17 0,13-4-36 0,-2 6 81 16,2 3-27-16,-7 1-5 0,5 0-21 15,-4 7-18-15,-1 0 0 0,1 7-5 0,0-4-10 16,-4 2-6-16,1 12-7 0,-2-9 5 0,2-1-20 15,-4 6-6-15,3-6-20 0,1-2 23 16,-1-5-15-16,1 2-8 0,-1-1-18 0,4-4 3 16,3 1 4-16,-4-4-17 0,4-1 3 0,1-1-14 15,-1-2 8-15,0 0 3 0,6-5-13 16,-2 1-7-16,-3-3-16 0,6 4 0 0,-1-7-39 16,1 2-43-16,1 0-43 0,2-6-105 0,0 5-380 15,1-3-188-15,3-1 99 0,-7-2 67 16,13 0 53-16,-13 0 78 0</inkml:trace>
  <inkml:trace contextRef="#ctx0" brushRef="#br0" timeOffset="94488.77">19238 8897 760 0,'9'-15'322'0,"-5"1"-27"0,2 2-29 0,-5-1-28 16,6-2-18-16,-3 5-18 0,-1-7-20 0,0 2-16 15,0-2-12-15,1-1-18 0,-1 2-11 0,-3-1-17 16,3-1 22-16,-3 1-17 0,0 2-11 0,3 3 0 15,-3-1-25-15,0 1 8 0,0 0-6 16,0 4-12-16,0-2-6 0,0 3 6 0,0 3-14 16,0-3-4-16,-3 2-3 0,3 5-10 0,0 0 7 15,0 0-2-15,0 0-2 0,0 0-9 16,0 0-4-16,-13 16-3 0,10-7-2 0,3 4-1 16,0-3 8-16,-3 7-2 0,3-4-1 0,3 3 1 15,-3 2-6-15,0 0-14 0,3-1 14 16,0 1-7-16,1-1-8 0,2-1 5 0,-2 1-2 15,3 0 10-15,-3-2-3 0,2 1 3 0,1-4-10 16,-1 1-1-16,-1-4 6 0,1-1 10 0,1 2-20 16,0-4 15-16,3-2-16 0,-3 1 9 15,3-3-14-15,4-1 11 0,-4-1 5 0,0-3-6 16,4 2-7-16,0-5 13 0,3-1-21 0,-4 0-25 16,2 1-34-16,-2-3-14 0,0-2-70 15,-2 1-103-15,-4 0-253 0,2-5-304 0,-1 5 38 16,-4-6 82-16,2-1 69 0,-6 2 51 0</inkml:trace>
  <inkml:trace contextRef="#ctx0" brushRef="#br0" timeOffset="94656.13">19347 8157 1103 0,'0'0'356'0,"-4"-7"-47"0,1 3-27 0,3 4-36 16,0 0-83-16,0 0-65 0,-3-3-129 0,3 3-653 16,0 0 19-16,0 0 92 0,-1 14 61 15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7:04:45.9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2665 1683 1092 0,'0'0'320'0,"-4"-2"-12"16,4 2-42-16,0 0-20 0,0 0-19 15,-3 22-22-15,3-9-28 0,0 4-3 0,0 3-18 16,0 2-20-16,0 3-16 0,2 0-2 15,-1 2-21-15,-1 1-5 0,4 0-5 0,-4 2-18 16,3-2-2-16,-3 1-8 0,1-1-3 0,-1 1-5 16,3-1-46-16,0-2-41 0,-3 1-56 15,3-2-66-15,-3-5-211 0,1 0-432 0,2-4 92 16,0-4 41-16,0-3 66 0,-3-5 60 0</inkml:trace>
  <inkml:trace contextRef="#ctx0" brushRef="#br0" timeOffset="266.16">2402 1766 1041 0,'-4'-3'356'0,"4"3"10"0,-7-6-41 16,4 4 16-16,3 2-19 0,-4-7-61 15,4 7-28-15,-4-6-13 0,4 6-17 0,4-7-9 16,0 3-10-16,3-2-20 0,3-2-44 0,4 1 11 15,3-1-16-15,4 0 6 0,5-1-22 16,5-1-9-16,1-1-13 0,2 3-6 0,2 0-4 16,-1 1-18-16,2 1-21 0,-6 1-23 0,-1 1-15 15,-2-1-47-15,-4 5-27 0,0 0-98 16,-4 0-74-16,-2 2-197 0,-5 2-427 0,1 1 94 16,-7-1 79-16,-4 1 60 0,-3 0 71 0,-3 4 43 15</inkml:trace>
  <inkml:trace contextRef="#ctx0" brushRef="#br0" timeOffset="500.42">2281 2313 829 0,'-2'4'263'0,"2"-4"-17"0,-1 4 5 0,1-4-38 16,0 0-11-16,7 5 67 0,-7-5-8 15,17 1-31-15,-6-2-38 0,9-2-10 0,0 1-26 16,7-3 5-16,1 0-25 0,6-2-6 0,4-1-12 16,0 3 5-16,15-5-18 0,0 2-41 15,-6 1-5-15,-6 1-62 0,-3-1-58 0,3 0-90 16,-7 2-215-16,-3 2-423 0,-3-2 34 0,-1-1 87 16,-7 2 72-16,-5-3 56 0</inkml:trace>
  <inkml:trace contextRef="#ctx0" brushRef="#br0" timeOffset="1116.02">3057 1917 793 0,'0'0'299'0,"0"0"-32"16,0 0-42-16,8 19-15 0,-5-9-13 15,-2 2-13-15,2 3-30 0,0 3-21 0,1 1-13 16,2 1-5-16,0 2-17 0,-1-1-14 15,1 2-2-15,-3-5 0 0,1 3-8 0,-1-4-2 16,1 1-18-16,-1-3 4 0,0 0-11 0,0-2 11 16,-1-3-19-16,1 0 15 0,0-1-16 15,-3-1 18-15,3-2 1 0,-3-1-11 0,0-5 10 16,0 0-25-16,0 0 10 0,0 0 2 0,0 0-2 16,-9-22 59-16,5 11-16 0,0-4-4 0,1-2 2 15,-1-2-21-15,1 0 8 0,3-1-7 16,0 1-19-16,0 1 11 0,0 0-18 0,0 5 2 15,3-1 6-15,-3 2-11 0,0 1-25 0,3-1 7 16,-2 5-2-16,5 1 7 0,-1 1-12 16,4 3 0-16,-5-1-1 0,-4 3 4 0,18 3 4 15,-8 1-7-15,2-1-1 0,-1 3 4 0,-1 1-14 16,0-1 8-16,-2 2-15 0,-1-1 7 16,2-1 14-16,-2 2-19 0,-3-1 8 0,3 0-5 0,-1-1 5 15,-2-1-5-15,-1 0-3 0,1 0 13 16,-1 0 10-16,3-1-12 0,-6-4 23 0,2 3-6 15,-2-3-10-15,0 0 1 0,0 0-6 0,6-12 13 16,-9 4-13-16,3 0 2 0,0-4 6 16,0 0-5-16,3-1-6 0,-3-4 3 0,3 1 1 15,0-1 1-15,1 0-2 0,0 2-2 0,2 0-8 16,-3 1 7-16,4 1 24 0,0 2-34 16,-3 3 6-16,2 1-3 0,2 0 7 0,2 2 6 15,-4 4-13-15,4-1 10 0,1 5-15 0,-1 1 15 16,3 4-10-16,-2 0 7 0,0 2-7 15,2 1 8-15,-3 2 4 0,1 3-12 0,2 1 5 16,-3 1-2-16,0 2-1 0,1 0-15 16,-1 0-28-16,-3 0-54 0,1 2-58 0,1-4-42 0,1 2-243 15,0-3-402-15,1-4 49 0,-1-1 92 16,0-4 72-16,1-3 69 0</inkml:trace>
  <inkml:trace contextRef="#ctx0" brushRef="#br0" timeOffset="1582.38">3833 1891 893 0,'0'15'312'0,"0"4"-41"0,0 6-27 16,0 2-86-16,0 4-9 0,0 6-26 16,4 1 2-16,-4 0-23 0,4 17 3 0,-1-4-23 15,3 0 21-15,-2-9-24 0,0-6-12 0,2-1-11 16,-2-3 3-16,0-1-11 0,2-6 1 0,-3-1-5 15,1-6 4-15,-1-1-22 0,0-2 7 16,-2-2-2-16,1-4-16 0,-2-5-23 0,0 0-7 16,0-4 2-16,0 0 11 0,-9-14 17 15,5-2-23-15,-6-4-2 0,0-11 5 0,-3-13 5 16,2-3 21-16,-2-1-4 0,3-1 17 0,0 2-6 16,5 7 15-16,2 2-12 0,3 4 13 15,-3-1-6-15,3 4 0 0,3-2 11 0,0 0 0 16,2 6-6-16,1 2-12 0,0 0 0 0,2 4 4 15,5-1-4-15,-3 5-18 0,0 1-5 0,5 2-1 16,-2 4 9-16,4 3-9 0,-4 3-1 16,2 2 9-16,1 5-20 0,-1 2 5 0,1 2 2 15,-1 3-4-15,1 3 9 0,-6 4-4 0,4 0-8 16,-8 1 13-16,-2 1 71 0,-1 2-5 16,-3-1-12-16,-3 3-6 0,-3-1-10 0,-1 0 10 15,0-1-2-15,-1-1-3 0,-5 0-12 0,3-1 7 16,-1-3-10-16,-2 2 2 0,2-2-38 15,1-2-31-15,1-5-23 0,2 1-84 0,-1-2-335 16,5-2-377-16,-1-4 97 0,4-2 85 0,0 0 59 16,0 0 56-16</inkml:trace>
  <inkml:trace contextRef="#ctx0" brushRef="#br0" timeOffset="1966.51">4391 1827 698 0,'0'0'307'0,"-10"-2"-22"0,10 2-22 0,-14 10-40 15,3 0-18-15,1 1 35 0,0 4-12 0,-4 2-23 16,4-2-16-16,0 3-35 0,-1 0 5 0,5 1-37 16,2-2-68-16,1 0-13 0,0 2 0 15,3-3 3-15,0 2-21 0,3-2 18 0,0 0-13 16,4-2-10-16,-3 0 12 0,6-3-17 0,-3-2 10 15,3-3 0-15,1 1 3 0,-2-4-3 16,2-2-8-16,0-1-15 0,-1-3 18 0,0 0 0 16,0-3-18-16,0-3 10 0,0-1-7 0,-3-3 10 15,3 0 0-15,-3-2-1 0,0 0 4 0,-3-1-1 16,3 3 13-16,-4 1 18 0,1 1 5 16,-1 3-25-16,0-1 12 0,0 1-15 0,-2 3 6 15,-1 1 1-15,0 4-14 0,0 0 7 0,0 0 0 16,0 0-18-16,0 0 5 0,0 0 3 15,0 20-5-15,0-11-3 0,2 1-15 0,-1 2-14 16,2-1-19-16,0 2-90 0,2 1-82 0,2-3-123 16,5 3-466-16,-1-3 93 0,2-2 30 0,1-1 89 15,0-2 78-15</inkml:trace>
  <inkml:trace contextRef="#ctx0" brushRef="#br0" timeOffset="2233.5">4869 1838 1013 0,'-10'3'282'0,"-4"4"-26"0,1 0 5 16,-1 2-26-16,1 3-33 0,-1 0-17 0,3 1-16 16,1 0 2-16,4 1-45 0,-2 0 76 15,2 2-23-15,3-3-13 0,3 4-2 0,0-3-36 16,3 1-7-16,3 1-11 0,2-1-11 15,-1 0-6-15,3-3-9 0,3-1-2 0,1-1-18 16,3-1-18-16,0-1-18 0,0-4-23 0,0-2-46 16,4 0-38-16,0-4-59 0,-2-3-67 0,-1 2-225 15,3-5-371-15,-5-3 66 0,2-1 44 16,-5-4 72-16,-3-3 66 0</inkml:trace>
  <inkml:trace contextRef="#ctx0" brushRef="#br0" timeOffset="2450.21">5122 1496 737 0,'0'0'299'16,"0"-2"-12"-16,0 2-3 0,0 0-41 16,0 0-18-16,-3 22-15 0,3-8 0 0,0 2-18 15,0 4 0-15,0 2-13 0,-3 3-12 0,6 0-24 16,0 3-5-16,-3 0-7 0,3-1-13 0,1 4-8 16,3-1-16-16,-4-2 4 0,1 0-11 15,0 1 2-15,2-2-22 0,2-4-13 0,1 5 2 16,1-4-18-16,-3-5-25 0,1 3-46 0,-2-7-98 15,1-2-194-15,0 0-520 0,0-4 52 0,-3-5 74 16,-1 1 86-16,-3-5 63 0</inkml:trace>
  <inkml:trace contextRef="#ctx0" brushRef="#br0" timeOffset="2634.37">4982 1846 1128 0,'-6'-4'407'0,"6"4"-33"0,-7-3-54 16,7 3 36-16,0 0-67 0,-1-4-36 0,1 4-17 16,8-7-18-16,-2 4-27 0,4-1-24 0,5-1-47 15,4-1-35-15,-1 1-50 0,6 0-40 16,3-1-61-16,3 0-106 0,1 3-217 0,11-1-432 16,-2 0 96-16,1 0 44 0,1 2 64 0,2 0 70 15</inkml:trace>
  <inkml:trace contextRef="#ctx0" brushRef="#br0" timeOffset="3332.44">6145 1673 888 0,'-8'7'297'16,"-2"-1"-23"-16,1 4-16 0,-2 0-35 0,4 1-26 15,-3 2-3-15,3-1-25 0,-3 3-25 16,6-1-1-16,1 3-10 0,0-3-18 0,3 1-17 16,3 0-14-16,0-1 3 0,4 3-10 0,0-4-11 15,4-1-7-15,1 1-15 0,3-3 7 0,-2-1-8 16,4-2-14-16,-3-1 4 0,3-1-7 0,-4-4-3 16,2 1 0-16,-5-2 0 0,3-3-3 15,-2 1-5-15,-4-3 3 0,-1-3 5 0,1-1-10 16,-3 0-5-16,-4-4 10 0,0-1-18 0,-4-1 20 15,0-2-4-15,-2 3-27 0,-1 1 22 16,-2 0 1-16,-2 3 4 0,0 2-19 0,-2 1 19 16,2 2-9-16,-2 4-2 0,-1-1 1 0,4 4 6 15,-4-1-7-15,4 1 6 0,0 3-9 16,3 0 11-16,-3 1-16 0,3-2 3 0,3 3 6 16,1-1 9-16,0 0-7 0,3 0-11 0,3 1 6 15,0-2 12-15,1 2-2 0,5-3 0 0,3 1-3 16,1-1-5-16,5-2 0 0,1-1 26 15,2-1-18-15,3 0-3 0,-4-2-10 0,4-1 13 16,1-2-3-16,2 1-18 0,0-2 3 0,-4-4-3 16,1 2-10-16,4-4 11 0,-7 0-21 15,6-3-21-15,-10-2 5 0,1-2 16 0,1-1 5 16,-8 0-13-16,-1-2 13 0,-3 0 8 0,1-1-8 16,-2-1 13-16,-6 5 0 0,0 1 17 15,0 4-2-15,0-3 8 0,0 6-3 0,0 1-4 16,-4 1-1-16,1 4-3 0,-4 4 6 0,7 1-3 15,0 0 0-15,-14 16 8 0,8-1 2 0,-2 2 11 16,5 8-18-16,-3 6 20 0,5 3-3 0,1 3 9 16,0-1-4-16,1 4 4 0,2 13-22 15,3 2 88-15,2-1-15 0,-1 0-3 0,3-1-16 16,3 0 16-16,-3-3-18 0,1 0-8 0,0 0 3 16,-1-2-8-16,-1-10 11 0,-1-5-19 15,-2-2-4-15,-2-3-11 0,-1-1 5 0,-3-4-20 16,3-3 0-16,-3-1-90 0,-3-3-38 15,0-1-113-15,-1-2-330 0,-2-4-315 0,-2-2 92 16,-1-3 77-16,2-2 75 0,7-2 73 0,-21-6 57 16</inkml:trace>
  <inkml:trace contextRef="#ctx0" brushRef="#br0" timeOffset="3499.72">6429 2463 739 0,'-7'-3'359'16,"3"-1"-16"-16,4 4-8 0,-4-6-59 0,1 0 62 15,3 0-10-15,0 1-41 0,0-5 4 16,3 3-42-16,1-1-32 0,4-4-12 0,1 4-23 15,1-4-13-15,4 0-21 0,3 1-15 0,0-1-5 16,-3 0-2-16,3 4-34 0,-4-2-8 0,2 1-33 16,1 1-35-16,-1 0-42 0,1 0-48 15,1 0-144-15,-3 1-544 0,0 0-114 0,-4 1 93 16,-3-3 66-16,-1 1 75 0,-1-4 74 0</inkml:trace>
  <inkml:trace contextRef="#ctx0" brushRef="#br0" timeOffset="4049.55">7867 1128 780 0,'-3'13'233'0,"0"-6"-23"16,2 5 54-16,1 1-3 0,0 3-33 15,0 6-11-15,0 3-10 0,0 2-20 0,1 2-5 16,-1 2-21-16,0 6-20 0,0-2-10 0,3 2-16 16,0 0-13-16,-3 0-12 0,4-1-8 0,0 0 12 15,2 0-22-15,-3 0-10 0,4-3-57 0,-3 1-80 16,6-3-114-16,-6 1-602 0,5-5 46 15,-2-4 98-15,1-7 45 0,-2-2 65 0</inkml:trace>
  <inkml:trace contextRef="#ctx0" brushRef="#br0" timeOffset="4765.18">8144 1777 1000 0,'7'-10'346'16,"-6"0"-21"-16,5-1-46 0,1 1-13 16,-1-1-33-16,2-3-15 0,-1 1-37 0,3 1-12 15,-1-3-7-15,2 1-37 0,0-2 6 0,2 0-19 16,-2 1-7-16,-1-1-5 0,1-1 0 16,1 3-26-16,-5 1 5 0,0-1-22 0,0 1 2 15,-3 3 12-15,2-1-7 0,-5 3-66 0,2 0-1 16,0 0 8-16,-3 1 3 0,0 2-6 0,0 5-2 15,-4-5-2-15,4 5 2 0,-12 2 2 0,12-2-2 16,-21 8 11-16,11-2-1 0,-1 2-13 16,-3 1 1-16,4 2 10 0,-7 1-3 0,4 3-3 15,2-2 11-15,1 2-13 0,3 0 0 0,-3-2 13 16,6 2 10-16,-2 1-18 0,5-2 5 16,1-1 6-16,0 4-6 0,0-5 3 0,4 1 2 15,2 1 3-15,5-2-18 0,-1 0 10 0,3-2 13 16,2-2-2-16,6 0-6 0,2-2 8 15,1-1-18-15,0-2 11 0,7 0-1 0,0-2-18 16,-1-2-9-16,4-2-6 0,-3 0-8 0,-3-3-12 16,2 0 12-16,-5 0 3 0,2-3 5 15,-4-1-2-15,-2 0 12 0,0-1-2 0,-5-3-13 16,-1-1 25-16,-2 2-12 0,-6 1 10 0,3-1 13 16,-3 1-11-16,-4 2 9 0,0 0 6 0,-3 2 1 15,0 1-2-15,-2 2 12 0,-2 0-23 16,-2 2 13-16,6 3-10 0,-18 3-8 0,8 1 7 15,-4 2-7-15,0 1 0 0,-3 1 5 0,4 2 3 16,-2-1 5-16,5 1-8 0,-2-1 0 16,1 0-5-16,4 1-5 0,3-2-5 0,-2-1 10 15,2 1 5-15,1 0-3 0,3-2 4 0,0-1-12 16,3-2 9-16,1 2 2 0,2-5-10 16,1 1 5-16,4 1 3 0,-4-4-1 0,2 1 8 15,1-2-7-15,2 0 2 0,-2 1 3 0,3-1-8 16,-3 1 5-16,-3-2-23 0,0 4 23 0,1-1 10 15,1 1-25-15,-2 0 15 0,-1 1-10 16,2 1 10-16,-4 2-10 0,5 0 21 0,-2 1-22 16,-1 1 12-16,5 0-6 0,-4 2-6 0,0-1-12 15,0 1-17-15,3 1 1 0,0-1-63 16,4 2-49-16,-7-3-71 0,3 1-106 0,4-2-501 16,-4-2 97-16,0-1 46 0,1-1 90 0,-5-2 61 15</inkml:trace>
  <inkml:trace contextRef="#ctx0" brushRef="#br0" timeOffset="5365.19">8931 1506 982 0,'0'0'323'16,"6"-4"-39"-16,-6 4-25 0,11 1-16 0,-11-1-28 15,17 8-18-15,-8 0-26 0,2 0-20 0,3 3-7 16,0 3-16-16,-1 0-13 0,1 2-10 0,0 2-8 15,-1-1-12-15,-2 1-3 0,-1-1-26 0,0 1 5 16,-2-3 8-16,-2 1-15 0,0-1-13 16,-5-3-3-16,2 1 9 0,0-1 4 0,-3-2 5 15,-3-2-2-15,3 1 7 0,-4-1 8 16,1-4-2-16,0 0-8 0,-4 0-5 0,0-2 27 16,7-2-11-16,-10-1-9 0,10 1 3 0,-13-5 18 15,9 0-36-15,-6-1-3 0,6-2-2 0,1-2 5 16,-1-1-5-16,1 0-2 0,3-3-6 0,0 2-7 15,3-4 2-15,1 1 0 0,2-2-13 16,1 3 11-16,4-1-3 0,-1-1-8 0,0 3-4 16,7-2-14-16,-4 0 6 0,2 3-8 15,1 1-8-15,-2-1-15 0,3 2-3 0,0 0 0 16,-3 3-5-16,3-1 0 0,-4 0-12 0,2-1-3 16,-2 2-6-16,1 3-4 0,-4-1-3 15,-3 0 5-15,4 1 5 0,-5 2 21 0,1-3-28 16,-1 4-11-16,-6 1-5 0,8-5 5 0,-8 5 1 15,7-2-55-15,-7 2 19 0,0 0 4 0,0 0 6 16,3-4 18-16,-3 4 10 0,0 0 0 16,0 0 23-16,0 0 2 0,0 0 0 0,0 0 9 15,0 0 19-15,0-6 27 0,0 6 9 0,0 0 21 16,0 0 10-16,0 0 11 0,0 0-11 16,0 0-10-16,0 0-8 0,0 0 3 0,0 0-8 15,0 0 5-15,0 0-2 0,0 0-3 0,-3 18 3 16,3-7 5-16,3 0 2 0,0-1-7 0,1 7 2 15,-1-3 8-15,1 3-10 0,3-1-1 16,-1 4 4-16,4-2-11 0,-3 3 2 0,4-2 4 16,-4-1-6-16,2 1-36 0,-2 0-44 0,1-3-76 15,-8-1-205-15,3-2-481 0,1 0 36 16,-1-4 92-16,0-2 69 0,-3-3 46 0</inkml:trace>
  <inkml:trace contextRef="#ctx0" brushRef="#br0" timeOffset="5515.34">9306 1335 872 0,'0'0'274'0,"-3"-7"-59"0,3 7-30 16,0 0-68-16,0 0-68 0,0 0-249 0,0 0-406 15,18 10 25-15</inkml:trace>
  <inkml:trace contextRef="#ctx0" brushRef="#br0" timeOffset="6265.39">9635 1645 578 0,'0'11'220'0,"3"2"-23"0,-3-5-10 0,1 1-31 16,1 0-7-16,-1-2-11 0,-1 1-5 0,0-2-20 15,0 1-3-15,0-2 7 0,0 2-6 0,0-3 24 16,3 1 3-16,-3-5 77 0,0 0-30 16,-3 6-4-16,3-6-19 0,0 0-14 0,0 0-2 15,-4-15-13-15,1 5-23 0,0-2-15 0,0 0 7 16,2-1-17-16,1-2-8 0,0-1 12 16,0 3-9-16,4-4-19 0,-4 3-12 0,6-1-3 15,-3 3-13-15,1 1 0 0,2 0 8 0,2 4-10 16,-4 1-3-16,5 1-13 0,1 1-2 15,1 4 3-15,-1-1 9 0,0 2-17 0,4 2 20 16,0-2-18-16,3 4-5 0,-3 0 11 0,6 0-3 16,-2-2 7-16,1 2-5 0,-1-3-12 0,-1 3 15 15,3-4-16-15,-2 2-7 0,-2-2 5 16,-1-1-7-16,1-1-4 0,-1-1 4 0,1-1-9 16,1-2 1-16,-3-1 20 0,-1 2-15 15,1-4 10-15,-4 2 8 0,-2-2-11 0,2-2-2 16,-4 2 0-16,-2-2-6 0,2 0 4 0,-3 1 7 15,2 0-5-15,-2 0 5 0,0 2-8 0,-2 1-12 16,2 2 9-16,-3 4 1 0,3-4-3 0,-3 4 3 16,0 0-3-16,3 15 8 0,-2-5-8 15,2 4-5-15,3 3 13 0,-1 6-2 0,4 7 19 16,-2 3-19-16,7 11 9 0,-4 1-17 16,3 2 12-16,2-2 11 0,-2 1-8 0,1 0-8 15,-1 0-2-15,-1-3 5 0,-2-7-5 0,-1-5 12 16,-2 2 6-16,-4-6-11 0,2-2 6 15,-2 0-6-15,-3-3 16 0,0-2 13 0,0-3 7 16,-3-1-7-16,-2-3 7 0,-2-1-18 0,1-6 8 16,-4 1-7-16,-4-3 12 0,1-3-13 0,-2-1 19 15,-4-5-9-15,1 1-22 0,-3-5 50 0,1-3-12 16,0 2 31-16,3-5-36 0,0 0 0 16,3 0 0-16,-3-1 38 0,7-3-10 0,-1 1-16 15,1-1 16-15,6-4-23 0,1 5 11 16,3 0-1-16,0 0-18 0,3-3-5 0,4 2-7 15,3 0 4-15,1-1 1 0,2 1 2 0,1 0-13 16,0 1 1-16,3 0 4 0,-4 2 6 0,5 1-21 16,-2 2 15-16,-1-1-14 0,1 2 1 15,-2 1-25-15,-4 1-2 0,1 1-26 0,2 1-11 16,-6 2-48-16,0 0-51 0,4 0-46 0,-5-1-161 16,-2 4-549-16,-1 1 45 0,0-3 91 0,-3 5 72 15,3-7 59-15,-3 3 85 0</inkml:trace>
  <inkml:trace contextRef="#ctx0" brushRef="#br0" timeOffset="7115.29">10944 1366 952 0,'0'-5'325'0,"7"0"-26"15,-6 1-22-15,8 0-55 0,-2 2 1 0,3 1-26 16,1 2-15-16,5-1-23 0,5 6-80 0,4 0-20 16,8 3-13-16,-5 2 3 0,3 3-11 15,0 0-5-15,-1 1 6 0,-3 2-11 0,1 2-18 16,-8 0 16-16,1 0-1 0,-5-1-7 0,-5-1 18 16,-1-1-23-16,-3 1 7 0,-4 0-12 0,-3-3 23 15,0-1-11-15,-3 0 1 0,-1-1 4 16,-5 0-4-16,2-3 17 0,-4 1 24 0,4-4-11 15,-2-2 2-15,2-1-1 0,-1-2 9 0,-1-1-5 16,9 0 21-16,-14-7-3 0,6 0-7 16,2-1-13-16,-1-2-1 0,4 0-6 0,3-4-4 15,0 1-2-15,3-1-23 0,4-3 10 0,7-2-2 16,-1 0 7-16,11 0-5 0,11-5-20 16,5-1 17-16,5 4-9 0,2-1-9 0,-1 4 16 15,4 0-12-15,-1 1 2 0,-2 2-8 0,-6 3-8 16,-6 2-7-16,-2-1-3 0,-2 1-7 0,-6 3 2 15,-1 0 2-15,-5 2 9 0,-1-1 4 16,-5 2 0-16,1-1-4 0,-4 2 14 0,-3 1-9 16,-3 1 7-16,-1 0 0 0,-3 1 0 0,0 0-2 15,-10 10-6-15,3-1 8 0,-7 1 3 0,-2 4-8 16,1-1-8-16,-2 1 6 0,0 3 12 0,0-2-15 16,0 2 10-16,4-1-5 0,-1 0-10 15,4 1 2-15,3-4 8 0,0 0-2 0,0 0 2 16,4-1-3-16,2-1-7 0,1-3 17 15,1 1-4-15,5-1 7 0,2-1-15 0,1-3-3 16,2-1 8-16,3-2 0 0,-1-1 0 0,1-1-10 16,-1-2 3-16,5-1-6 0,-5-4 15 0,1-1 1 15,-3 1 5-15,1-4-3 0,3-3 7 0,-5 2-14 16,-3-2 20-16,3 2 18 0,-3-1-36 16,-1 4 18-16,1-1-3 0,-3 2 0 0,0 2 6 15,2 1 2-15,-2 0-10 0,-4 4-1 0,0 2-4 16,0 0-5-16,0 0 12 0,9 9-10 15,-8-2-13-15,2 2 8 0,-3 0 0 0,3 3 8 16,1 0-10-16,0 1-11 0,-1 0-10 0,4 1-26 16,-1-1-10-16,1 1-56 0,0-3-28 0,3-1-70 15,-3-1-196-15,4 0-418 0,-1-2 82 0,0-3 74 16,1-3 52-16,-1 0 61 0</inkml:trace>
  <inkml:trace contextRef="#ctx0" brushRef="#br0" timeOffset="7333.81">12294 1121 775 0,'3'21'323'0,"-2"0"-14"15,2-1-40-15,1-1-28 0,-4 0-16 0,3 4-33 16,1 0 2-16,-1 1-30 0,-3 1-18 15,3-2-5-15,1 4-36 0,-1-2-69 0,0 0-87 16,-2 0-280-16,2 0-429 0,1-3 87 0,-1-5 92 16,-3-3 74-16</inkml:trace>
  <inkml:trace contextRef="#ctx0" brushRef="#br0" timeOffset="8115.55">12147 1413 929 0,'0'0'361'0,"-7"-3"-18"0,7 3-34 15,-3-7-27-15,3 7-42 0,3-7-4 0,-3 7-31 16,11-8-21-16,-1 1-12 0,3 1-24 0,2 0-2 16,4 0-21-16,6-4-2 0,2 3-18 15,4-1-5-15,0-2-23 0,3 2 10 0,0 1-31 16,-3-1 6-16,3-1-11 0,-7 5 0 0,1-2-13 15,-1 0 8-15,0-1-15 0,-5 4 0 16,0-3-6-16,-1 2 1 0,-6 0-13 0,4-1 7 16,-7 0 3-16,1 4-5 0,0-5 3 0,-2 3-8 15,-1-1-3-15,0 0 5 0,0 1-2 0,0-1-3 16,-3 0-7-16,1 0-6 0,-2-1 11 16,-2 0-8-16,2 0 10 0,-3 2-12 0,-2-3 4 15,2 2-10-15,0-1 11 0,-3 1 5 0,0-1-8 16,0 5-5-16,-3-4-19 0,3 4 12 0,-10-1 4 15,10 1 11-15,-17 4-14 0,10 1 11 0,-3 1-10 16,0 2-3-16,2 3 6 0,-2 2 12 16,4-1-16-16,-1 2 11 0,-1 0-5 0,2 3 13 15,6-2 0-15,-3 1-11 0,3-3 13 0,0 4-7 16,3-2-16-16,3 2 13 0,2-3 16 16,-1 0-19-16,3 0 0 0,0-3 9 0,4 0 6 15,-1 0-1-15,4-4 6 0,-3-1-17 0,4-1 13 16,2-1-5-16,0-3-3 0,-2-1 8 0,2-3 0 15,3 1-6-15,-5-2-7 0,2-3 3 16,1-2 2-16,-4-1-10 0,0-3 2 0,0-2 3 16,-6-1 0-16,1 0-5 0,-4-4 10 0,-1 1-2 15,-1 3 2-15,-5-1-18 0,2 3 21 0,-3-2-6 16,0 4 4-16,0 1-12 0,0 0 14 0,0 2-21 16,0 2 3-16,0 1-8 0,-3 3 16 15,3 3-16-15,0 0-5 0,0 0-3 0,0 0 21 16,3 14-16-16,0-5 11 0,5 4-8 0,-2 3 11 15,4 3-1-15,1 1 3 0,-1 1-8 16,3 4 13-16,1 2-8 0,-3-1 11 0,3 0-6 16,-1 1 1-16,-3 0 9 0,-2-4-12 0,-2 0 3 15,-2 0 9-15,-1-4-7 0,-3 0 16 0,-3 0 2 16,-1-3 5-16,-4 0 8 0,-2-3-6 16,-3 2 19-16,-1-5-24 0,1 0-35 0,-2-5 33 15,2 0 2-15,-4-4 13 0,4-1-7 0,0-1 20 16,1-2-13-16,-1-4 3 0,-4-1-18 15,7-1 8-15,0 0-1 0,-1-2 9 0,1-1-11 16,3 0-3-16,0 2-30 0,3-2-8 0,1 2-28 16,0-1-31-16,3 3-25 0,-4-3-80 0,4 5-176 15,-3 0-549-15,0 1 109 0,-1 0 81 16,-3 1 64-16,0-1 70 0,-6 1 66 0</inkml:trace>
  <inkml:trace contextRef="#ctx0" brushRef="#br0" timeOffset="9665.58">9279 1864 135 0</inkml:trace>
  <inkml:trace contextRef="#ctx0" brushRef="#br0" timeOffset="10332.18">9190 1657 634 0,'0'9'226'0,"4"1"-22"0,-3 2-7 0,5 3-7 0,-3 1-26 15,0 1-6-15,1 0-12 0,-1 1-18 16,4 0-10-16,-3 1-74 0,-1 0-19 0,1-1 8 16,2 0 3-16,-3-1 10 0,1-1-12 0,-1-1 4 15,1-1-5-15,0-1-7 0,-1-3-1 16,0 0 4-16,-2-1 83 0,2 0 11 0,0-2 20 16,-3-1 29-16,0 0-95 0,3-3 5 0,-3-3-8 15,0 0-13-15,0 0-4 0,0 0-6 16,0 0-10-16,0 0 7 0,-6-17-2 0,6 7-5 15,0-1-5-15,0-3 0 0,-3 1-10 0,3-1 20 16,0-2-23-16,3 1-8 0,0 0 8 0,-3 2-5 16,0-1 5-16,3 4-20 0,-2 0-6 15,2 0-2-15,-3 2 5 0,3 3 5 0,0 2 5 16,1-1-12-16,-4 4 10 0,0 0 4 0,14 9 6 16,-8-3-13-16,1 2-7 0,1 1 7 15,-2 2-10-15,4 2 12 0,-3 1 4 0,4 1-11 16,-4-1 5-16,3 4-13 0,3-3-5 15,-3 3-71-15,0-1-83 0,2 1-337 0,0-1-279 16,-1-2 82-16,-1-2 76 0,-3-3 62 0,-1 0 48 16</inkml:trace>
  <inkml:trace contextRef="#ctx0" brushRef="#br0" timeOffset="11581.39">2104 2933 632 0,'0'0'217'0,"0"0"-9"16,0 0-9-16,11 0-30 0,-11 0-7 0,10-4-9 15,-1 4 60-15,-9 0-21 0,18-1-8 0,-8 0-13 16,4 1-2-16,0 0-23 0,6-1 0 15,0 0-8-15,1 1-40 0,6-4-11 0,1 3 12 16,3 0-6-16,9-4 4 0,-2 2-15 0,10 0-8 16,13-3-2-16,5 0 4 0,2 1-6 15,-1-1-14-15,3-3-5 0,1 3 5 0,1-1-79 16,20-3 13-16,0 2-5 0,5-1 17 16,-1 0 3-16,3 1-20 0,0-1 20 0,6 1-13 15,-2-2 8-15,-1 1 6 0,1-1-14 0,6 1 8 16,1 1 10-16,-1-2-7 0,1 2-1 0,-1-1 14 15,1 1-4-15,2 0-6 0,4-2-1 0,0 2 2 16,4 1 1-16,-3-3-5 0,-2 2 12 16,1-1-5-16,4 0-12 0,-3 1 2 0,3-1 5 15,-1-1 2-15,-3 1 1 0,3-1 0 0,-2 0-3 16,6 0 3-16,-3-1-14 0,3 0 1 16,0 1 8-16,-3 1 15 0,-4-1 5 0,-3 0-18 15,0-2-5-15,0 0 5 0,5 2 13 0,-1-2-8 16,3 2-2-16,3-1-3 0,0-1 28 15,3 1-30-15,-6-1 7 0,0 0 0 0,-1-3-7 16,1 4 7-16,-3-1 11 0,1-1-9 0,-1-1 19 16,0 4-15-16,5-3 1 0,1 0 14 0,1-1-13 15,-1 4 5-15,-3-1-10 0,-1-1 7 16,-6 1 14-16,10 1-22 0,-1-1 9 0,1 1 7 16,1 0-13-16,-1 0 3 0,-4 1-5 0,-2 0 3 15,3-1 17-15,3 1-38 0,3 3 20 16,0-1-12-16,-6 0 22 0,0 1 3 0,-7-1-17 15,-1 2-1-15,-2 0-8 0,2-2 1 0,2 1 5 16,-4 1-3-16,1 0 2 0,-1-2 6 0,-11 1-5 16,0 1 18-16,-3 0-3 0,0-1 0 15,-3-2-11-15,-1 2 22 0,-17 1-4 0,4 0-40 16,-5-1 18-16,-2 5 33 0,-7-4-3 0,1-1-12 16,-2 2 2-16,-19 2-15 0,-5-2 20 0,2 0-30 15,-5 2 25-15,1-1-33 0,-1 0 25 0,-6-1-2 16,0 1-18-16,-1 1 3 0,-5-2 9 15,2 3-32-15,-9-2-83 0,1 1-201 0,-1 1-656 16,-8-1 120-16,0-5 73 0,-6-2 91 0,-12-5 79 16,-8-9 19-16</inkml:trace>
  <inkml:trace contextRef="#ctx0" brushRef="#br0" timeOffset="13832.01">1742 3804 985 0,'-4'17'279'16,"4"-7"-23"-16,4 2-21 0,-1 4-30 0,-3 3-5 16,3-1-31-16,1 6-13 0,0 1-15 0,2 1-18 15,0-1-13-15,2 7-8 0,-2-1-2 0,1-2-21 16,0-4 65-16,0-1-22 0,0 0-47 0,3 0-80 15,-4-3-31-15,3-1-126 0,-3-3-214 16,1-1-381-16,2-4 104 0,-1-4 51 0,-4-1 65 16</inkml:trace>
  <inkml:trace contextRef="#ctx0" brushRef="#br0" timeOffset="14298.44">1602 3754 773 0,'-10'-4'327'0,"2"0"-7"16,1 4-31-16,7 0-25 0,-17 6-21 16,10 1-18-16,-3 2-22 0,1 7-11 0,-2 0-11 15,1 5-19-15,6 8-22 0,-3 0 1 16,1 8-20-16,-1-2-1 0,6 2-10 0,1 1-18 16,1 2-18-16,6 11 21 0,2-1-31 0,2-4 0 15,6 2-8-15,-3-3-2 0,9 0-3 16,-1-4-7-16,1-2-1 0,7-2-7 0,-2-2-3 15,3-3 3-15,2-6-5 0,-1-3-8 0,-2-7 15 16,1-5-17-16,0-2-6 0,-1-4 8 0,1-5 0 16,0-4-10-16,0-6 10 0,4-1-18 15,2-11-2-15,1-3 17 0,-5-3-10 0,-5-6 6 16,-1-4-6-16,-6-4 3 0,-4-2 2 0,-3-3-7 16,-7-5 10-16,-4 1-18 0,-3-4 8 15,-3 2 4-15,-4-2 6 0,-4 4-10 0,-2 1 5 16,-4 0-6-16,3 7-9 0,-10 0 12 0,0 4 3 15,-3 6-3-15,-1 1 11 0,-3 5 4 16,1 8 14-16,3 4-14 0,-4 5-15 0,-3 2 6 16,7 0 20-16,-4 7-13 0,0 1-3 0,-4 1-5 15,-2 2 3-15,2 6 3 0,1-1-11 0,1 5-5 16,2-1-7-16,3 5 4 0,1-1 1 16,2 5-16-16,3-3-7 0,4 6-21 0,5-2-34 15,2 0-48-15,4 1-74 0,4 2-161 0,6-5-505 16,4 4 31-16,4-6 111 0,6 4 55 15,6-5 67-15,2-2 62 0</inkml:trace>
  <inkml:trace contextRef="#ctx0" brushRef="#br0" timeOffset="15231.4">3895 3467 637 0,'-7'10'264'0,"7"1"2"0,0 1-31 0,0 2 39 15,0 6-10-15,3-1-36 0,-2 6-6 16,6 0-37-16,-4 1-19 0,4 4 0 0,-1-1-22 15,1 1-14-15,1 2-17 0,-1-4-6 0,-1-3-4 16,4 0-16-16,-5-2-10 0,4 1-49 0,-5-4-44 16,5 1-68-16,-5-6-95 0,3 0-175 15,-3-2-413-15,-1-4 98 0,0-1 32 0,-3-3 69 16</inkml:trace>
  <inkml:trace contextRef="#ctx0" brushRef="#br0" timeOffset="15481.34">3580 3695 770 0,'-3'-6'371'0,"-3"5"-18"15,6 1-15-15,-4-7-31 0,1 4-22 0,3 3-32 16,-4-3-20-16,4 3-23 0,0-8-8 16,4 4-31-16,2 0-14 0,4-4-14 0,4-1-28 15,6-2 8-15,5-2-31 0,6 1-2 16,2-2-8-16,16-3-11 0,-2-4 4 0,4 5-9 15,1-2-12-15,-4 2 0 0,3 1-13 0,-6 2 2 16,-1 1-20-16,-13 4-13 0,-3 2-81 0,-1 1-37 16,-4-1-25-16,1 3-56 0,-6 1-144 15,-2 2-466-15,-4 1 26 0,0 0 80 0,-8 1 60 16,2-1 78-16</inkml:trace>
  <inkml:trace contextRef="#ctx0" brushRef="#br0" timeOffset="16131.09">4176 3763 645 0,'-7'22'202'0,"6"-4"-8"16,-2 0-2-16,0-1 5 0,3-1-33 0,0 0 13 15,3 0-42-15,0 1 16 0,-2 1-35 0,6-1-1 16,-1-2-15-16,1 0 2 0,3 2-17 16,4-2-6-16,-3-2-7 0,3-5-8 0,2 0-8 15,1 1 5-15,0-5 8 0,1-1-15 16,1-2-10-16,-4-1-3 0,1-1 2 0,2-3 8 15,-1-3-12-15,-4-1 2 0,-2-1-18 0,0-5 7 16,-5 2-4-16,-2-4 5 0,-2 0-1 0,-4-5 1 16,-2 0 8-16,-3-1-19 0,-3 2 90 15,0-4-5-15,-3 7 5 0,1-4-20 0,-4 4-13 16,-2 5-6-16,2-2-71 0,1 4 0 0,-1 2 5 16,-1 2-5-16,-1-1 5 0,2 4 3 15,5 2-13-15,-3 0 2 0,1 1 3 0,2 0 13 16,4 0-20-16,-3 0 4 0,10 0 6 0,-13 1-3 15,13-1 7-15,0 0-4 0,0 0 7 0,0 0-5 16,0 0 3-16,0 0-11 0,34-4 11 16,-14-1-16-16,4-3 26 0,4 1-13 0,3-3 3 15,3 1-5-15,3 1-3 0,0-5 10 0,-2 5-10 16,3-1 2-16,-4 5 6 0,-6-1-8 16,-1 3-3-16,-7 1 3 0,4 4-10 0,-3 2 10 15,-5 1 8-15,5 5-18 0,-7 0 12 0,3 4-15 16,-4 2 19-16,1 0-6 0,-4 1-3 15,0 0 0-15,-2 3 6 0,2-2 7 0,-1-1-12 16,0-1 2-16,3 1-5 0,-2 1 12 0,1-6 6 16,3 2-16-16,0-1 1 0,2-5-11 15,-1 0 0-15,4-2 1 0,-1-3-6 0,2 1-8 16,1-3 8-16,-1-4 18 0,0 1-23 16,-2-6 3-16,3 0 22 0,-2-1-7 0,-4-3 5 0,-2-3-8 15,-2-1 13-15,-5 2 6 0,-2-6 4 16,-4 1-10-16,0-3 8 0,-7-1-13 0,-1 2 10 15,-2-4 11-15,-3 0-6 0,-7 3-5 0,-1 3 16 16,-3 1-16-16,-3 6 0 0,-4 1 3 16,-3 2-3-16,-1 4-4 0,1 1 9 0,-3 3-2 15,3 1-18-15,0 1-36 0,3 2-54 0,3-1-31 16,4 2-89-16,4-2-148 0,0 4-395 16,10-3 26-16,2 2 77 0,5-5 79 0,3-1 54 15</inkml:trace>
  <inkml:trace contextRef="#ctx0" brushRef="#br0" timeOffset="17101.45">6097 3313 816 0,'-21'6'300'0,"1"0"-34"15,-1 0-26-15,3 1-20 0,5 0-25 0,0 0-23 16,-1 1-11-16,4 1-23 0,-1 0-23 16,5 1 0-16,5-2-22 0,-2 5-6 0,6-4-11 15,1 2 1-15,4 2-10 0,4 1-3 16,6 0-16-16,5 2-4 0,1-2 7 0,4 3-13 15,-1 0 3-15,11 3-7 0,-7 1-14 0,-1-4 11 16,-2 0-3-16,-1-1-8 0,-3 1 16 0,-4-5-36 16,-2 4 13-16,-2-2-13 0,-5-2-2 15,-1 1-1-15,-6-1 0 0,-1 1 1 0,-3-1-3 16,-4 1 2-16,-5-4-2 0,-1 1 0 0,-1 0 5 16,-3-3 13-16,-3-1-8 0,0-1 20 15,-3-2 1-15,6-1 2 0,-3 0-7 0,0-4 9 16,0 0 4-16,2-4 9 0,2-1-20 15,0-3 11-15,2-1-9 0,4-3-15 0,1-4 11 0,2 0 63 16,4-3-9-16,4-2-14 0,2 1-2 16,4-2-16-16,1 0 1 0,3 1-3 0,6 2-5 15,-3-1-6-15,7 4-1 0,0 1 1 16,-3 3-14-16,2 4 4 0,1 1-2 0,1 3-5 16,-1 2 15-16,-1 1-20 0,1 2-3 0,-3 5 2 15,6 0 1-15,-7 2-10 0,4 3 7 16,-3 1-13-16,-4 3 3 0,0-1 0 0,-3 2 12 15,0 1-4-15,-4-2-16 0,-1 1 18 0,2 1 6 16,-4-3-11-16,-4 1 2 0,1-2 1 16,2-1 4-16,-4 2 1 0,1-3 2 0,0-4-5 0,0 2 11 15,-3 0 25-15,1-1-26 0,1-2 3 16,-2-4 2-16,0 0 6 0,0 0-16 0,0 0 13 16,0 0-7-16,0 0-9 0,-3-18-2 15,3 7 1-15,0-3-1 0,0 0 2 0,3-3 9 16,1 3-26-16,2-1-8 0,-2 0 23 0,4 4-3 15,1-3-7-15,-2 4-5 0,4 2 12 16,-4 1-7-16,2 1 8 0,2 5-13 0,0-1 7 16,2 2-5-16,1 2 3 0,-4 2 3 0,3 4 7 15,1-4-10-15,-4 5-5 0,4-1 7 16,-4 0-2-16,0 1 7 0,-2-1-4 0,1 0-6 0,-2 1 16 16,-3-2-8-16,2-1 5 0,-1 2-2 15,1-4 9-15,-3 0-7 0,1 0 11 0,-1 1-3 16,0-3 12-16,-3-2-17 0,0 0 7 15,0 0-2-15,0 0-10 0,0 0 15 0,0-15-13 16,-3 4 5-16,3 1 3 0,-3-5 5 16,3-1-13-16,0-3-10 0,0 2-3 0,3-5 16 15,0 3-6-15,-2-2 1 0,2 3-14 0,3 0 14 16,-1 1-8-16,1 3 10 0,1 2-2 0,-1-1-3 16,-2 6-6-16,4 2 1 0,4-1 10 15,-5 5-7-15,4 2 4 0,-1 5 6 0,0-2-13 16,4 3 5-16,-1 2-13 0,-3 4 8 0,4 4 8 15,0-1-8-15,-3 1-3 0,5 5 3 0,-5-1 10 16,2-2-28-16,0 2-36 0,2-3-31 16,-2 2-56-16,2-2-112 0,-2 1-190 0,7-6-394 15,-6 1 53-15,6-3 121 0,-6-4 57 16,3-2 55-16</inkml:trace>
  <inkml:trace contextRef="#ctx0" brushRef="#br0" timeOffset="17931.12">7502 3320 755 0,'-4'-3'317'0,"4"3"-18"15,-14 0-32-15,14 0-14 0,-20 9-30 16,6 0-16-16,0 1-35 0,-2 4-1 0,1-2-30 16,-1 5 0-16,2-2-21 0,1 3-5 0,2-1-10 15,1-1 49-15,3 1-11 0,1-2-10 16,2 1-20-16,1-1 5 0,3-3-11 0,0 1-20 15,0-3-5-15,3 1-10 0,4-3-11 0,-4 0 11 16,4-2-18-16,3-3-11 0,0 1 11 16,-3-4-6-16,-7 0 1 0,18-6-11 0,-11 1 1 15,2-1-19-15,2-5 1 0,-4 1 10 0,0 2-14 16,-1 0 6-16,1-2 1 0,0 3-4 16,-4 0-2-16,1 2-13 0,2-1 10 0,-5 3-12 15,-1 3 2-15,10 0 0 0,-10 0-2 0,0 0-3 16,7 6-3-16,-4-1 6 0,0 1-14 0,1-2 22 15,-1 3 2-15,4 1-8 0,-3-1 10 16,3 1-15-16,-1 0 0 0,1-4 13 0,-1 3-11 16,5-2 1-16,-1-1-11 0,0 1 24 15,1-4-9-15,-1 0-12 0,4-2 5 0,-3 0 3 16,2-4-14-16,1 1 19 0,-1-1-21 0,1-4 13 16,-1-1-5-16,-2-2-10 0,2-1-16 15,-3-3 13-15,1-2 3 0,-4-3 0 0,-4 0-3 0,1-4-8 16,-1 0 13-16,-3-4 0 0,0 2-15 15,-3-6 3-15,-1 0 14 0,1 1 4 0,0 5 9 16,-1 2 9-16,0 1 12 0,1 6-11 0,-1 2-1 16,1 1-6-16,0 7 5 0,0 3-5 15,0 3 0-15,3 2 3 0,0 0 10 0,-7 15-5 16,2-3-8-16,2 5 2 0,0 2-1 16,3 1 1-16,0 4-2 0,0 1 6 0,3 0 1 15,0 0-1-15,2 0 1 0,-2 0-12 0,1 0-2 16,5-2 17-16,-2 0-15 0,4-3 10 0,-1 1-15 15,3-4 10-15,1 0 1 0,-4-6 6 0,4 0-14 16,-1-4 2-16,5-2 13 0,-5-3-8 16,2-2 13-16,1-3-21 0,1-3 6 0,0-4-3 15,1-3-3-15,-5-4-7 0,1-2 7 0,-1-6 11 16,-3-2-29-16,-2-4 11 0,-2 0-8 16,-2-4 3-16,-1 1 15 0,-3-1-10 0,-3-3-11 15,0 5 11-15,2 3 18 0,-2 3-11 16,0 2 13-16,0 5-7 0,2 1 2 0,-2 6 0 15,2 4-2-15,-2 2 7 0,0 4-7 0,3 3-1 16,0 0 3-16,-10 11-2 0,10 1 10 16,-4 5-1-16,1 2 11 0,3 1-17 0,0 5 4 0,0 3 0 15,3 1 5-15,1 2-2 0,2 3-3 16,-2-1-7-16,10 9 7 0,-1 1 3 0,5-1-5 16,-2-10 12-16,-2-1-17 0,0-6-11 0,6 2-15 15,-3-3-61-15,0 0-73 0,0-4-329 16,-3-3-407-16,-1-3 68 0,-1-6 88 0,-3-1 67 15,1-7 48-15,-2 0 89 0</inkml:trace>
  <inkml:trace contextRef="#ctx0" brushRef="#br0" timeOffset="18897.71">8999 3206 939 0,'0'-6'284'0,"0"6"-36"0,0 0-28 0,0 0-7 16,0 0-24-16,0 0-17 0,14 17-13 15,-10-8-14-15,2 3-14 0,0 2-8 0,1 1-21 16,-2-1-5-16,1 1-4 0,1 3-4 0,-1-1-17 16,-2 2 0-16,6-5-8 0,-3 6-8 15,0-2 0-15,0-2-2 0,3 0-11 0,-3-4-9 16,0 5 68-16,2-5-7 0,2-1-13 0,-4-2-16 16,0-2-2-16,3 0 0 0,-3-3-15 0,0 0 2 15,-1-3-15-15,-6-1 0 0,14-4-11 16,-7 1 4-16,-4-2-4 0,1-1 6 0,-4-2-8 15,3 0-10-15,-3-1 17 0,3-3-9 0,-3 2 7 16,0 2-7-16,0-1 12 0,0 0-10 16,0 2 2-16,0 0-9 0,0-2 7 0,0 5 13 15,0-4-18-15,1 1 12 0,2 0-17 0,1-1 15 16,3 1-10-16,2-3-5 0,6 1 0 16,-2 0-6-16,8-1-1 0,2-2-1 0,8 2 10 15,0-1-15-15,4 0 18 0,2 1-21 0,0 0 19 16,12-5-11-16,-9 7-3 0,-6-1 6 0,-6 1 0 15,-4 4 2-15,-4-2-5 0,1 4-7 0,-5-4-4 16,-2 3 17-16,-3-1-11 0,3 0 12 16,-8 1-14-16,1 2-3 0,-7 1 18 0,6-3-11 15,-6 3 1-15,0 0-1 0,0 0 1 16,0 0-6-16,-26 11 6 0,12 2-1 0,1-5 1 16,-5 4 5-16,0 4-11 0,2-1 6 0,-1 1-3 15,3 0 7-15,1 1-7 0,2-1 0 16,1-3-2-16,1 0-21 0,1 0 33 0,4 0-13 15,1-2-4-15,0 1-4 0,0-2 17 0,6-2-12 16,-3 1 4-16,6-1-1 0,-2-1-2 0,6-4 8 16,1-2-8-16,2 3 2 0,4-4-5 15,-4-4 1-15,5 1-3 0,0-2 10 16,-2-2-6-16,-1 1-1 0,1-6 7 0,1-1-8 0,-6-1 11 16,-1-1-8-16,3-2-1 0,-6 2-4 15,0 1 23-15,-1 0-21 0,-1 3 11 0,-2-1-1 16,1 2-4-16,-1 2-11 0,0 1 10 0,0 4 11 15,0 2 2-15,-3 1 1 0,0 0-16 16,0 0 12-16,7 10-9 0,-7-3 4 0,3 2-2 16,2 2 3-16,-2 2-8 0,0-3 7 0,1 5-7 15,3-4 5-15,-1 3-13 0,5-2-15 16,-5 2-41-16,4-3-36 0,1 2-33 0,2-5-108 16,-3-4-163-16,2 3-408 0,4-1 57 0,-5-2 79 15,2-4 46-15,-3-3 90 0</inkml:trace>
  <inkml:trace contextRef="#ctx0" brushRef="#br0" timeOffset="19131.02">10048 2875 844 0,'0'0'272'0,"0"0"-27"0,0 0 1 15,11 19-28-15,-8-9-1 0,-2 7-40 16,5 0 2-16,-2 5-15 0,2 1-21 0,-2 2-10 15,3 0-7-15,0 5-11 0,-1 2-8 16,1-2 1-16,-1 1-26 0,2-1 0 0,-1-3-16 16,-1 2-4-16,1-4-4 0,0 0-9 0,-3 0 64 15,2 0-65-15,1-3-19 0,-1 0-58 0,-2-5-111 16,3 1-198-16,0-4-433 0,0-6 19 16,-1 0 89-16,2-6 69 0,-2-2 59 0</inkml:trace>
  <inkml:trace contextRef="#ctx0" brushRef="#br0" timeOffset="19597.25">10322 3083 998 0,'-3'-5'317'0,"3"5"-17"15,0 0-19-15,0 0-35 0,0 0-13 16,-1 17-31-16,1-9-20 0,0 2-13 0,0 3-18 15,0-1-18-15,0 2-13 0,4 0 3 0,-1 1-18 16,0 0-10-16,-3-1-8 0,5 1-13 16,-2-1-2-16,1 0-13 0,2 0-3 0,0 0-8 15,1-1 1-15,1-1 0 0,-2-1-13 0,1-2-6 16,3 1 4-16,-2-2-1 0,1-1 5 16,1 1 1-16,-3-4-21 0,4 0 20 0,-1-1 3 15,-3-2-26-15,3-1 8 0,-3 0-15 0,3-1 15 16,-2-2-2-16,1-3-11 0,-2-1 3 0,3-1 7 15,-2-2-7-15,-2-1 5 0,-2-4-5 16,2-1 4-16,-3 0-14 0,-2 1-3 0,2-2 15 16,-3 5-2-16,0-2-10 0,3 3 17 0,-3-3-12 15,-3 4 10-15,3 1 13 0,0 2-6 16,0-1-7-16,0 1-5 0,0 7 0 0,0-4-3 16,0 4 3-16,0 0 5 0,0 0-11 0,0 0 1 15,0 17 7-15,0-9-10 0,3 2 8 0,1 1-8 16,-3 2-12-16,2-1 27 0,3 2-20 15,-2 1-2-15,2-2 4 0,-2 2-2 0,6 2-31 16,-3-2-20-16,0 0-54 0,0-2-130 0,3 1-223 16,3 1-405-16,-1-6 87 0,-2 0 88 15,2-6 58-15,-5 1 70 0,4-2 48 0</inkml:trace>
  <inkml:trace contextRef="#ctx0" brushRef="#br0" timeOffset="19981">10882 3295 808 0,'11'-11'308'0,"-1"2"-37"16,0-3-15-16,-2 1-21 0,1 3-12 0,1-2-36 15,1-3-16-15,-4 3-2 0,3-1-25 16,0-1 4-16,1 0-17 0,-1-1-19 0,-4 1-9 16,5-1 55-16,-7 1-7 0,5 2-20 0,-5 2-6 15,-1-4-2-15,0 5-20 0,2 1-6 0,-2-1 0 16,-3 6-20-16,0 1-8 0,0 0-2 15,0 0-14-15,-18 8 1 0,8 3-18 0,0 1 23 16,0 2-23-16,3 1 12 0,-3 3-14 0,3-1-6 16,3-1-5-16,-2 1 10 0,3-1-15 15,3 1 8-15,0-3-14 0,2-1 9 0,2 2-8 16,2-1 5-16,2-3 15 0,2 0-15 16,0 0 7-16,4-5-2 0,-4-1-2 0,3 1-3 15,2-4 23-15,1-1-23 0,-2-1 2 0,0 0 1 16,3 0 2-16,-4-3-23 0,-1 3 18 0,1-4-13 15,1 2 7-15,-4 0 1 0,-3 2 3 0,2-5-14 16,-1 4-20-16,-8 1-33 0,10-2-95 16,-10 2-61-16,0 0-285 0,0 0-401 0,0 0 69 15,0 0 92-15,-28 13 66 0,12-8 80 0,-2-3 51 16</inkml:trace>
  <inkml:trace contextRef="#ctx0" brushRef="#br0" timeOffset="23947.02">13033 7710 877 0,'0'0'246'0,"9"-2"-36"16,-4 0 0-16,2-1-23 0,2 1-11 15,3 1-12-15,1-3-8 0,7 1-12 0,-3 1-26 16,4 1-6-16,3-3-2 0,4 1-25 16,2 1 7-16,-3-1-8 0,8 1-15 0,-6 0-2 15,6-3-3-15,3 4-23 0,0-2-54 0,2-2-20 16,2 2 17-16,2-1-14 0,14-3 12 0,0 4 5 16,4-5-5-16,-4 5 5 0,3-4 8 15,4 0 3-15,-3 0-6 0,0 4 3 0,2-4 2 16,-2 0 1-16,2 3 2 0,-2-4-8 15,3 1 3-15,0 1 5 0,4 2 5 0,-1-3-2 16,0 2-14-16,1 1 9 0,3-3 15 0,3 1-8 16,-4 3-10-16,5-2 15 0,-2 2-5 0,2-3-2 15,2 4-9-15,1-4 4 0,-1 3-6 16,2-1 11-16,12 0-1 0,-10 4 6 0,-3-6-11 16,3 4-7-16,-1 1 5 0,-2 0 10 0,0-3 0 15,-1 1 62-15,-2 2-6 0,2-2-2 16,1 2 0-16,-1-2-5 0,5 2-11 0,-5-2-15 15,4 0 13-15,0 2-12 0,-7 1-4 0,5-1 1 16,-3-4-1-16,2 5-17 0,-4-3 10 0,5 2 5 16,1-2-3-16,1 2-7 0,0-2 0 15,-3 2 5-15,3-4-8 0,-3 4-2 0,-1 0 12 16,-2-1-15-16,-1-2 8 0,-1 4-15 16,5-3 15-16,1 2-13 0,-2-3-6 0,1 1 14 15,2-1-5-15,-2 0 2 0,3 3-3 0,-7-4-2 16,4 2-2-16,-1-2-1 0,1 1 11 0,-1-2-8 15,2 4-10-15,15-4 15 0,-17 3-3 16,19-4-14-16,-5 3 12 0,-17-1 12 0,4 0-1 16,-4 1-19-16,4 0 0 0,2 1 11 0,11-3-3 15,1 3 5-15,-14-3-5 0,-1 3 2 0,15-4 6 16,-15 1-5-16,12 2 4 0,-12-3-4 16,14 2-11-16,0-4 6 0,-16 6 4 0,19-5-7 15,-16 4-3-15,13 0 8 0,-13 0 3 0,-1 0 2 16,18-2 8-16,-20 3-16 0,3-4-9 15,-1 5 12-15,14-6 2 0,-10 3-4 0,14 2-9 16,-4-4 19-16,-14 5-13 0,-2-5 18 0,-1 5 2 16,1-4-18-16,2 0-9 0,0 3 9 0,15-4 6 15,-15 5 4-15,19-4-7 0,-2-1 13 0,-2 3 0 16,-15-2-8-16,1 4 0 0,2-3 0 16,11 1 0-16,1-3-7 0,-14 1 7 0,16 4 0 15,-2-5 0-15,-11 4 5 0,10-4 3 0,-13 3 8 16,16 0 2-16,-3-2 0 0,4-1-15 15,1 3-1-15,-2 0 19 0,1 0 7 0,3-2-10 16,-4 2 3-16,1-2-3 0,-1 1 0 0,-15 1 15 16,18-2-17-16,-2 4 7 0,3-4 3 15,1 3-14-15,-1-3 1 0,0 4 3 0,3-4 12 16,-5 4 3-16,-2-3-31 0,1 2 8 0,0 2 7 16,2-5 11-16,1 5-13 0,-3-1 10 0,-14 1 13 15,1-3-8-15,2 4-12 0,11-1 10 0,-15 0-3 16,0-1 0-16,0-1 5 0,16 2-18 15,-17-1 24-15,18 0-11 0,-18-1 8 0,-1 0 7 16,-1 2-20-16,-2 1 16 0,-2-1-8 0,-5 0-1 16,3-3 4-16,-4 4 1 0,-6-2-9 15,-8 2 7-15,-9-2-2 0,-2-1-18 0,-1 2-6 16,-4-1 4-16,-4 2 12 0,-3-1 0 0,1 0 5 16,-6-4-5-16,-2 4-5 0,-4 1 2 15,-3-1 3-15,-3 0 3 0,3 0-21 0,-7-3 8 16,4 3-16-16,-7 0-35 0,-1-4-80 0,-2 4-151 15,-4 1-650-15,0 0 54 0,-13-5 113 0,2-1 79 16,-13-2 56-16,-8-1 56 0</inkml:trace>
  <inkml:trace contextRef="#ctx0" brushRef="#br0" timeOffset="26813.33">15586 2073 371 0,'0'0'181'0,"0"0"-35"0,0 0-2 0,0 0-4 16,0 0-12-16,0 0 8 0,4 21-16 0,-1-14 6 15,4 3-21-15,-3 0-16 0,2 4-2 0,1 1-25 16,0 1 4-16,0 4 1 0,3 0 2 16,0 2-8-16,-3 1-12 0,4 1-3 0,-1 2-2 15,0 0-6-15,4 1 0 0,-4 2-2 0,4-2 8 16,-4-1-3-16,3 1 0 0,-2 2-8 16,2-1 5-16,1 0-15 0,-4 0 3 0,4 0 5 15,0-1 12-15,-1 0-4 0,4 1-11 16,-3-1-8-16,3-1 6 0,-3 2 2 0,3 0-7 15,-3-2-4-15,3 1-4 0,7 8 5 0,-7-5 0 16,0-5 3-16,0 1 2 0,4 10-3 0,-1-7-7 16,-6-4 0-16,3 2-6 0,0 0 1 0,0 1 0 15,-3-1 10-15,3 2-8 0,-1 0 3 16,-1 0-3-16,-2-2-18 0,1 5 11 0,-4-5 2 16,0 4 3-16,1-2 7 0,-1 1-10 0,-3 0 0 15,4-1-2-15,-2 0-8 0,-2 0-1 16,0-1 17-16,4 2 2 0,-2 0 10 0,1 2-8 15,-2-3 8-15,-1 4-5 0,2-4-3 0,1 2-5 16,1 1 3-16,-1-3 3 0,0 1-14 16,1 0 8-16,2-1 3 0,-2 2-5 0,2-4-3 15,-2 5 5-15,9 6 8 0,-6-5-15 0,0-4 79 16,-4-1-11-16,7-2-7 0,-3 1 0 0,3 1-5 16,-1-3-18-16,-1 1 13 0,4-1-8 15,-1 1 0-15,0-1-15 0,5 10-1 0,-2-6 9 16,-4-3-11-16,0 1 3 0,3-2 5 15,-3 1-8-15,4 8-15 0,0-5 10 0,2 7-6 16,-2-10 4-16,-3-1-13 0,1-1 15 0,2 1-13 16,-3 0 3-16,1-3 2 0,-1 0-5 15,2 1-5-15,0 0 6 0,-2 1 4 0,-1 0-7 16,3-2 4-16,-3 1-12 0,1 2 3 0,2-1 0 16,-3 0-3-16,1-1 12 0,-2-2-1 0,5 2-6 15,-3 1-5-15,1-2 2 0,-1 2 6 16,9 8-5-16,0 1-11 0,-6-6 13 0,6 5-5 15,-6-5-3-15,-1-3 16 0,1 1-8 0,0-3-7 16,9 10 7-16,-7-7-5 0,1-4 0 0,7 9 8 16,-7-6 4-16,7 4-14 0,-3-5-1 15,-4-3 1-15,-1 0 2 0,12 6 2 0,-8-5 1 16,0 0-1-16,-3-2 6 0,3-1-3 0,-2 3 3 16,9 3-8-16,-7-4-3 0,-3-2-2 0,0 3 3 15,0-4-3-15,0 1 7 0,0 0 1 16,-4 2 2-16,7-1-3 0,-3 0-4 0,-3 2 2 15,3-2 0-15,0 1 0 0,3 0-5 0,-3-1 5 16,10 5 2-16,-6-4 1 0,-1 1 12 16,1-4-20-16,-1 1-3 0,4 0 8 0,6 5-7 15,1 1 17-15,-7-6-5 0,-1-1 5 0,-2 1-15 16,-1-4 0-16,1 3 13 0,-1-1-16 16,0-3 8-16,0 2 15 0,1 0-17 0,-1 1-1 15,-3-4-2-15,4 2 3 0,-8-3 2 0,7 3-3 16,-3-3 13-16,0 2 0 0,0-4-4 0,0 7 1 15,3-6-7-15,-3 3-5 0,0-3 13 16,4 5-16-16,2-3 3 0,-2 3 5 0,-1-3 5 16,0 2-13-16,4-1 6 0,-1 0 7 0,1 1 3 15,0-4-11-15,0 5 11 0,-1-6-13 0,1 1 5 16,4 3 5-16,-4-3 0 0,3-1 0 16,0 1-7-16,0 2 9 0,0-3-2 0,0 0-2 15,0 0 7-15,0 0-18 0,1-1 3 0,0 3 18 16,2-3-5-16,0 0-13 0,-2 1 2 15,5-1 1-15,-2 2 4 0,0-3 8 0,3 1-5 16,14 0 3-16,-11 1 2 0,-3-3-10 0,3 0 6 16,-6-4-9-16,4 4 3 0,1-3 0 0,-2-1 8 15,1 2-8-15,-1-2 0 0,-1-1-3 16,2 0-7-16,2-1 18 0,-2 0-3 0,2 4-3 16,-1-8 1-16,-1 4 2 0,2-1-3 0,4 0 6 15,-4-1-3-15,2-2 13 0,12 1-18 16,3-4 5-16,-3 4 3 0,-10-3-8 0,-4 0 0 15,11 1 20-15,-4-1-22 0,4-2 4 0,-7 2 6 16,-7-1 0-16,13-3-1 0,-9 3-1 0,-7 3-4 16,2-3 6-16,-1 0-6 0,1 0 16 15,-2 1-18-15,2-1 21 0,-1-2-3 0,-2 2-16 16,1-2 3-16,-4 0 0 0,0-2-5 0,0 1 8 16,1-1 10-16,-4 2-13 0,2-4 13 0,-5 2-3 15,-1-3-12-15,0 2 15 0,-6-1-8 16,6-4 29-16,-2 2-73 0,-2-2 9 0,1 1 2 15,0 3 15-15,0-3-7 0,3-1 4 0,-10 3 4 16,7-3 7-16,1 2-11 0,-6 3 9 16,2-4-13-16,3 1 2 0,-3 0 23 0,2-2-10 15,-2 0 13-15,3-1-13 0,2 0 0 0,7-7 10 16,-6 5-5-16,-1 0 13 0,-1 2-10 16,2 0-3-16,1-1 10 0,6-6-7 0,3 0-3 15,-3 2 8-15,-3 1-16 0,-4 4 11 0,7-7-11 16,-3 3 16-16,-3 4-8 0,-4-1-2 0,10-7 2 15,-4 4 0-15,-5 3 3 0,6-8-8 0,2-1-3 16,-8 8 3-16,-1-3-2 0,7-4 14 16,-4 3 4-16,4-2-14 0,-5 1 11 0,5-2 3 15,-3 4-14-15,5-7-4 0,-8 5 7 0,6-4 15 16,-1-3-30-16,1 0 12 0,-3 3-4 16,2-3 2-16,-2-1 10 0,2 2-7 0,-5-1-6 15,5 0 24-15,-5 1-34 0,4-1 8 16,-4-2 12-16,2 0 4 0,-6 6 1 0,3-6-4 15,-4 6 15-15,4-6-23 0,-3 3-5 0,2-2 8 16,-2 5 17-16,-4 0-5 0,6-9 6 0,-2 2-8 16,0-4 10-16,-4 7-3 0,3-5 6 0,-6 4-11 15,3 3-5-15,-7 1-4 0,5 0 4 0,-2 0 13 16,1-2-18-16,-1 4-10 0,1-4 18 16,-1 3-3-16,-2-1-5 0,9-13 0 0,-2 5 10 15,-5 4-4-15,0 2-9 0,5-11-2 0,0 6 5 16,-2-4-2-16,1 8-8 0,-6 4 2 15,9-12 13-15,-6 8-2 0,0 4-5 0,-1-2 7 16,0 1 5-16,2-2-10 0,-2 0 18 16,4-10-15-16,-3 6-8 0,3-5 8 0,-1 5-11 0,-4 7 1 15,1-4-3-15,1 3 7 0,-4-1 6 16,9-11-11-16,-7 8 21 0,1 1 0 0,-2 4-10 16,2-5-6-16,-2 2 6 0,2-1 7 0,4-8-17 15,-6 7-8-15,2 3 25 0,-2 0-13 16,-1 1 1-16,0 0 0 0,1 0-11 0,-1-1 10 15,-1 2-2-15,2-2 21 0,-4 3-18 0,0-4-3 16,5 4 0-16,-7-1-6 0,2 1 4 16,-1-2-3-16,1 4 2 0,1-6-2 0,-2 4 2 15,1-3 3-15,2 2-5 0,-1-2 10 0,-4 1-5 16,5-2 8-16,-5 4-10 0,5-4 4 16,-4 1 1-16,2 5-3 0,-4-4-8 0,3 3 11 15,-2 0-6-15,2-1 3 0,-1 0 5 0,1 0-2 16,-2 2-11-16,-1-2 11 0,3-1-11 0,-5 1 5 15,2 2 6-15,0 0-1 0,2 0 4 16,-2 0-4-16,0 2-4 0,1 1-6 0,-4-1 10 0,3 4-9 16,0 0 9-16,0 0-2 0,0 1-2 15,-2 2 12-15,2-1-5 0,-3-1-2 0,4 3-3 16,-4 1 0-16,3 0-5 0,-2 0 7 0,-1 2-7 16,0 0 2-16,3 3-2 0,-3 0-2 15,0 1-11-15,3 0-13 0,-3-1-43 0,0 4-26 16,0 0-48-16,0 0-55 0,0 5-27 0,-3-4-246 15,3 4-371-15,-14 6 71 0,0-4 77 16,-7 1 64-16,-9 1 80 0,-7-1 51 0</inkml:trace>
  <inkml:trace contextRef="#ctx0" brushRef="#br0" timeOffset="28746.42">15699 2464 381 0,'-3'-3'138'0,"3"3"16"16,0 0 50-16,-3-5-12 0,3 5 3 0,0 0-36 16,0 0 12-16,-4-5-25 0,4 5 0 15,0 0-28-15,0 0 5 0,0-5-8 0,0 5-13 16,0 0-12-16,0 0 2 0,0 0-18 16,0 0-10-16,0 0 0 0,0 0-13 0,0 0-5 15,-4-5 0-15,4 5-10 0,0 0-13 0,0 0 0 16,0 0-5-16,0 0 5 0,0 0-2 0,0 0 4 15,0 0-9-15,0 0-9 0,0 0 4 16,0 0 9-16,0 0 1 0,0 0-9 0,0 0 1 16,0 0-3-16,0 0 8 0,0 0-18 0,0 0 18 15,4 17 0-15,-4-17-18 0,0 0 8 16,0 6-6-16,0-6 1 0,0 0 7 0,0 6 3 16,0-6 2-16,0 0-2 0,0 0 18 0,0 5-13 15,0-5 15-15,0 0-79 0,0 0 31 16,0 0-13-16,0 0 7 0,0 0 13 0,0 0 3 15,0 0 0-15,0 0 8 0,0 0-6 0,0 0-5 16,4-19 11-16,-4 19-18 0,0-10 22 0,3 8-14 16,0-4 4-16,-3 1-7 0,4 1-3 15,-4 4 11-15,6-8 4 0,-2 6 1 0,-1-1-3 16,-3 3-5-16,8-3-8 0,-2 1 8 16,-6 2 7-16,0 0-10 0,13 0 6 0,-13 0-19 15,11 3 16-15,-7 2-2 0,-1-3 7 0,1 3-8 16,-1 0 5-16,0-1 1 0,0 0 12 0,0 3-7 15,-2-2-6-15,-1 0 1 0,0 2 4 0,0-3 1 16,0-4-1-16,0 9 11 0,-1-4-5 16,-2-1 12-16,3-4 6 0,-6 7-13 0,6-7 20 15,-4 4-8-15,4-4 6 0,-6 2 0 16,6-2 7-16,0 0-7 0,0 0-5 0,-15-3 4 16,15 3-7-16,-9-7-5 0,5 2 8 0,1-1-1 15,0-1-4-15,-1 0 5 0,3-3-6 16,-2 3-2-16,0-3 0 0,3 1-8 0,3 1 5 15,-3 0-12-15,0-1 7 0,3 3-12 0,-2-2 2 16,3 3 5-16,-1-1 15 0,0 2-25 0,1 1 3 16,-4 3-6-16,9-4 13 0,-5 2-10 15,-4 2-5-15,0 0 2 0,17 6 3 0,-10-3 5 16,-4 1-13-16,1 0 0 0,-1 1-2 0,4 0 12 16,-7 0-9-16,1 2 4 0,2 0 0 15,-3-1 8-15,-3-1-5 0,3 3-3 0,-1-1 16 16,-6-2-10-16,4 0-6 0,-1 1 10 15,-2 0-9-15,2-1 2 0,-2-2 5 0,-2 0 7 16,2-1-2-16,-1 0-2 0,7-2 5 0,-10 2 2 16,10-2 5-16,-14-2-5 0,14 2 1 0,-10-4 1 15,6 1 9-15,1-2-11 0,-4-2 0 16,3 1 1-16,4-1 7 0,-3-1-26 0,3 1-2 16,0 0 5-16,3-1-1 0,0-1 1 0,2 2-7 15,-2 0 4-15,1 0 13 0,2 2 0 16,1 0-18-16,-4 1 0 0,5 1-4 0,-2 2 17 15,-6 1-16-15,13 0 6 0,-13 0-10 0,11 3 2 16,-4 1-26-16,-4-1-10 0,1 2-5 0,-1 0 3 16,0 1 13-16,0 1-50 0,-6 1-32 15,3 2-54-15,-3-1-136 0,0 1-386 0,0 1 74 16,-1-2 30-16,1 1 60 0</inkml:trace>
  <inkml:trace contextRef="#ctx0" brushRef="#br0" timeOffset="29996.02">28023 6698 683 0,'-3'-6'246'0,"3"6"-13"0,-2-8 51 0,-3 3-16 0,5 5-12 16,-4-6-17-16,1 1-35 0,3 5-7 15,-1-5-23-15,1 5-7 0,-3-4-14 0,3 4-17 16,0 0-23-16,-3-6-1 0,3 6-12 0,0 0-10 16,0 0-16-16,0 0 0 0,0 0-15 15,0 0-3-15,10 14-17 0,-1-5 12 0,-4 0 0 16,2 2 0-16,2 2-7 0,-1-1-19 0,2 7 6 15,0-2 2-15,1-1 6 0,-1 3-19 16,-3-2 1-16,5 0 2 0,-2 0-10 0,-5 0 5 16,2-1 2-16,0-1-12 0,-3-2 7 0,2 0-17 15,-1-2 9-15,-3 2 16 0,1-4-20 16,-3 1 7-16,0-3-7 0,0 2 7 0,0-1 8 16,-3 0-8-16,2 0-2 0,-5 1-6 0,3-1 8 15,-4 1 8-15,-1 1 5 0,-1-2 0 0,-1 1-7 16,-1 3-3-16,1-2 7 0,0 0 1 15,-4-1-6-15,4 4-2 0,0-3 12 0,-1 1-7 16,1 1-8-16,0-2 8 0,-1 1-76 0,4 3 14 16,-2-3-12-16,1 3-19 0,5-4-12 0,-1-1-33 15,1 5-16-15,3-3-127 0,0 2-103 16,0-2-451-16,5 0 95 0,0 0 49 0,2-5 77 16,0 1 43-16</inkml:trace>
  <inkml:trace contextRef="#ctx0" brushRef="#br0" timeOffset="30496.2">28556 6974 926 0,'-3'4'358'15,"1"4"-17"-15,-3 2-47 0,2 3-25 16,1 2-23-16,-3-3-31 0,1 5-8 0,1-1-33 15,3 1-10-15,0 4-18 0,0-3-13 0,3-1-13 16,1 1-15-16,2-2 0 0,-2 0-15 0,2-1-11 16,-2-3 3-16,3 1-15 0,0-3-6 0,0-2 0 15,3-1-20-15,0-3 11 0,0 0-78 16,1-3 6-16,2-2-6 0,-2-6 3 0,2 0 13 16,1-3-1-16,1-6 1 0,-3-5-3 0,-1-4 1 15,3-4 6-15,-4-3-9 0,0-1 18 16,0-2-3-16,-6 0-8 0,2-1 8 0,-3 5-5 15,-2 2 2-15,-1 2 1 0,-2 3 15 16,2 4 12-16,-5 0-2 0,2 2 8 16,-1 1 5-16,0 2-18 0,-2 3 15 0,-1-1-5 0,2 3 5 15,-4 3-7-15,-1 0 7 0,-3 4-12 16,2 2-8-16,0 2-13 0,-1 1 20 0,0 4-25 16,-1 2 28-16,-1 3 0 0,1 2-8 0,3-1 16 15,-4 6-18-15,7-3 12 0,1 0-9 0,2 1-1 16,-3 1-2-16,6-3-13 0,0-1 5 0,1 1 5 15,1-3 3-15,4 1 2 0,-2-1-2 0,4-1 0 16,3 3 0-16,4-4 2 0,2-1-28 16,-1-3-12-16,3 2-47 0,-2 0 6 0,2-1-96 15,-2-4-7-15,4 1-161 0,-3 2-489 0,1-3 61 16,-2-2 57-16,2 0 71 0,-2-1 67 16</inkml:trace>
  <inkml:trace contextRef="#ctx0" brushRef="#br0" timeOffset="30712.75">29110 6975 865 0,'0'0'317'0,"3"9"-30"0,-3-3-26 0,0 0-13 16,0 5-15-16,0 0-13 0,0 5-30 0,0 0-19 16,0 3-5-16,3 2-17 0,-3 0-18 0,0 2-19 15,0 3-4-15,2 0-16 0,-4 4 0 16,-1-4-13-16,3 3 1 0,0 0-11 0,-3-1-3 15,0-2-9-15,2 3-16 0,-2-2-8 0,-3-2-49 16,2 0-68-16,-3 1-203 0,5-1-317 0,-6 4-148 16,6-8 76-16,-6 0 44 0,4-3 81 15</inkml:trace>
  <inkml:trace contextRef="#ctx0" brushRef="#br0" timeOffset="33596.21">14916 8251 609 0,'0'0'245'0,"0"0"-22"0,0 0 64 16,0 0-3-16,0 0-31 0,-6-14-9 15,5 10-35-15,1-3-14 0,0-1 2 0,-3 1-97 16,0-3 15-16,3 0-33 0,-3-5 8 0,3 0-3 15,-4-2-31-15,1-1 10 0,-1-7-7 16,0 0-2-16,-2-5-11 0,2-1 18 0,-2-6-28 16,-1 2-1-16,-4-15 6 0,4-2-5 0,-2 1 0 15,-2-3 8-15,4 1-11 0,0 3-13 0,-2-4-4 16,-2 3 2-16,1 1 2 0,0-2-5 16,2 2 11-16,1-1-8 0,-2 2 7 0,-2-2 4 15,4 0-1-15,1-4-10 0,-1 3 18 0,0 0-21 16,0-4 0-16,0 4 8 0,0-2 0 0,-2 1 13 15,4 1-18-15,-5 0 13 0,4 0-6 16,-4 1 1-16,5 0 7 0,-4 0-5 0,2-4-10 16,1 3-2-16,2-4-6 0,-4 3 8 0,2-1 2 15,2 0 16-15,-5-2-5 0,5 5-11 16,-3 0-7-16,0 1-5 0,1-2-3 0,2 4 23 16,-2-2-7-16,1 0-11 0,-1 0 8 0,2-2 2 15,4 6 6-15,-3-6-13 0,0 6 2 0,3 8-12 16,0-3 20-16,3-14-8 0,-3 2-2 15,3 2-3-15,0-3-13 0,-2 9 19 0,5-6-3 16,-6 5-3-16,4-5-2 0,0-2 2 0,2-2 0 16,-2 1 0-16,2-1 11 0,-5 3-8 0,5-4 12 15,-2 4-17-15,3-2-1 0,-4 2-1 16,0-1 1-16,1-3 6 0,2 5 5 0,-5-5-15 16,2 5 2-16,1-2-8 0,-1-2 24 15,-3 10-21-15,0 4 0 0,4-15 0 0,-4 3 10 16,0-5 0-16,0 4-7 0,0-3-3 0,3 3 0 15,-3 2 10-15,3-2 5 0,-3 0-15 0,3 0 0 16,-3 1-10-16,0 7 18 0,0 7-3 16,0-16-5-16,0 10 13 0,0-11-6 0,0 0-12 0,0 3 3 15,0 7 9-15,0 7-4 0,-3-16-3 16,0 1 13-16,3 1-16 0,0-2-2 0,0-1-10 16,-3 2 25-16,3-2-18 0,-3 2 16 15,3-1-8-15,-1 1 5 0,-2 0-15 0,-1 2 5 16,1 0-1-16,2 0 12 0,1 6-4 0,-3 6-4 15,3-15-1-15,-3 2 18 0,0-3-4 16,2 0-6-16,1 1-8 0,-3-1 1 0,0 4 4 16,3-2-7-16,-3 9 5 0,3 5-3 0,0-14 3 15,0 10-2-15,0 4-6 0,0 0 13 16,0-15-2-16,0 3 12 0,0 6-17 0,0 7-3 16,0-2 12-16,0 1-20 0,0 1 8 0,0 0 5 15,-1 1 16-15,1 1-16 0,0 0-3 0,-3 2 3 16,3 5 5-16,0 0-12 0,-4 1 1 0,4 2 12 15,-3 0-12-15,3-1 12 0,-4 3-4 16,4 5 1-16,-3-1-6 0,0 3 6 0,3-1-11 16,-4 2 0-16,1 1 1 0,3 2 12 0,-3 2 5 15,0 2-10-15,3 0-5 0,-1 3-8 0,1-1-2 16,-4 4-3-16,4-1 20 0,0 5-4 16,0 0-3-16,0 0 2 0,0 0-5 0,-7 15 11 15,4-5-8-15,0 2 5 0,0 0-3 0,0 4 3 16,2 0 8-16,-5 1-5 0,2 2-3 15,0-2-3-15,1 4-2 0,-4 1-8 0,1-1 21 16,2-2-18-16,1 0 2 0,-4-2 13 0,3-1 0 16,1-1-10-16,-4 1-8 0,4-3-2 0,0-1 12 15,-1 0-4-15,0-2 1 0,1-2 14 0,2 0-3 16,-2-1-5-16,0 0-7 0,3-3 14 16,-3-1 4-16,3-3-4 0,-4 2-4 0,4-2-1 15,0 0-12-15,-6-13 2 0,6 5 14 0,-3-2-9 16,3-3-5-16,0 1 6 0,0-5-6 0,0-1-7 15,3-2 12-15,-3 1 3 0,3 0-13 16,0-1 13-16,4-3-10 0,-1 2 10 0,-2 1 3 16,3 1 2-16,0 3-10 0,0 1-6 0,-1-1 9 15,2 3-3-15,-1 1-3 0,2 0-2 16,-2 5 0-16,4 2 10 0,-4 1 5 0,6 3-10 16,-2 1-1-16,2 3 4 0,1 1-6 0,-1 3 3 15,1 1 3-15,3 0-4 0,-3 7 6 16,3-3 8-16,-4 4-10 0,2 1-1 0,-2 0-17 15,1 1-21-15,-1 1-23 0,1 1-49 0,-4 0-30 16,0 1-52-16,4-3-89 0,-4 1-146 0,4-1-369 16,-4-2 47-16,0-3 109 0,1-2 57 0,-4-4 49 15</inkml:trace>
  <inkml:trace contextRef="#ctx0" brushRef="#br0" timeOffset="34128.94">14865 670 765 0,'0'0'320'0,"0"0"-23"0,0 0-31 0,11-1-23 16,1-4-33-16,0 1-18 0,1-3-21 15,4 0-17-15,0 2-5 0,4-1-21 0,0-2-8 16,-2 2-15-16,2 1-13 0,-3-1-10 0,-2-1-5 16,2 2-11-16,-5 1 11 0,1-2-10 15,-4 4-16-15,0-3-3 0,1 2-25 0,-4 1-5 16,-1 1 3-16,-6 1-14 0,7-4 11 0,-7 4 3 16,0 0-8-16,0 0 2 0,0 0-10 0,0 0 8 15,-3 12-21-15,3-12 16 0,-10 13-11 16,6-3-9-16,1 0 14 0,-1 1-2 0,4 1 0 15,-3 1 3-15,6 1-1 0,-3 0-7 0,4 2 20 16,-1 1-9-16,4-2-4 0,-4 3 3 0,4-1 8 16,-1 0 0-16,2-1-5 0,-1 1-3 0,-1-2 13 15,1 2-24-15,1-4-1 0,-2 0 20 16,-3 2-3-16,1-5 13 0,-1 2-15 0,0 0 17 16,-3-1 3-16,0 0 6 0,-3 0-11 15,0-1-5-15,-1 0 38 0,-2 0-15 0,-2-1-8 16,-1 0 13-16,2-2-18 0,0 2-5 0,-7-1 23 15,7-2-25-15,-3 1 15 0,0-1-6 16,3-2-9-16,0 0 12 0,1 0-10 0,-2 0-10 16,1-1-21-16,4-2-25 0,3-1-51 0,-7 2-50 15,7-2-47-15,0 0-121 0,0 0-149 0,0 0-345 16,1-10 92-16,5 4 46 0,-2-2 75 16,2-1 45-16</inkml:trace>
  <inkml:trace contextRef="#ctx0" brushRef="#br0" timeOffset="34379.44">15316 639 831 0,'0'0'279'0,"0"0"-23"0,-3 18-5 15,3-9-18-15,-3 2-20 0,3 1-1 0,3 2-28 0,-3 3-7 16,3 1-18-16,-3 0-29 0,3 1-2 15,-2 0-18-15,6 0-15 0,-4 1 0 0,1-1-11 16,-1 2 3-16,3-2-7 0,-2-1-19 0,4-1-2 16,-2 1-3-16,1-3-23 0,-1 0-22 15,5-1-37-15,-1 2-40 0,-3-5-57 0,3 1-105 16,1-2-115-16,2-2-379 0,1-1 28 0,-4-3 52 16,3-1 48-16</inkml:trace>
  <inkml:trace contextRef="#ctx0" brushRef="#br0" timeOffset="34828.87">15528 681 821 0,'0'0'261'0,"-7"-1"-25"16,7 1-14-16,0 0-19 0,-13 11-24 0,6-2-20 16,0 1-6-16,1 3-17 0,2 2-6 15,1 0-7-15,0 1-15 0,2 1-14 0,1-2-4 16,0 0-6-16,0 1-14 0,1 0-4 0,5 0-15 15,-3 0-2-15,1-1-8 0,2-2 10 16,5 0-13-16,-4-2-2 0,3-1-13 0,0-2 6 16,4-1 6-16,-4-3-1 0,4-1-9 0,-1-1-9 15,2-1 14-15,-2-2-4 0,-3-2-11 0,7-3 11 16,-4 0-6-16,-2-3 1 0,-1-1 2 16,0-2-15-16,-2-1 9 0,-2-3 12 0,1 0-14 15,-7-2 0-15,3 0 1 0,-6-1-16 0,3-3 10 16,-6 0 5-16,2-2 3 0,-4 3-8 0,-1 1 13 15,-1 0-2-15,3 5-1 0,-1 0-14 0,-1 2 17 16,2 3-6-16,-4-2-4 0,4 6 0 16,-3 0-3-16,1 3 1 0,-2 2-4 0,4 1-2 15,7 0 3-15,-21 3 2 0,14 3-12 0,-2-2 2 16,2 3 0-16,-1-1 2 0,5 3 9 0,-4-1-1 16,4 2-3-16,3-2 4 15,0 2-6-15,0 1 13 0,3 0-16 0,-2-1-2 0,5 2 16 16,1 1-24-16,4-3-10 0,2 3-31 0,1-3-9 15,-1 0-55-15,8 0-56 0,-4 0-118 16,4-3-204-16,0 1-241 0,-2-3 41 0,2-1 92 16,-3-2 41-16</inkml:trace>
  <inkml:trace contextRef="#ctx0" brushRef="#br0" timeOffset="35012.41">15894 789 798 0,'7'7'254'0,"-7"-1"-16"15,0 0 0-15,0 0-34 0,0 3-14 0,0 0-29 16,3 1 3-16,-3 1-18 0,0 0-5 0,4 2-24 16,-1-1-9-16,-2 1-16 0,2-1-15 15,0 2 5-15,0-1-11 0,1-2-9 0,-1 0-44 16,0 1-31-16,1-2-43 0,3 0-80 0,-3-2-123 16,2 2-109-16,-2-4-326 0,2-4 77 0,2 3 49 15</inkml:trace>
  <inkml:trace contextRef="#ctx0" brushRef="#br0" timeOffset="35329.32">15959 446 604 0,'0'0'266'0,"0"-5"-28"15,0 5 0-15,0 0-8 0,0 0-33 0,0 0-17 16,30 15-12-16,-19-7-27 0,3 5 82 0,3 1-23 15,-3 3-34-15,6 5-5 0,0 0-10 0,-2 2-7 16,3 1-16-16,2 9-16 0,-3-5-2 16,-6-1-10-16,0-1 3 0,-1 0-9 0,-5 0-9 15,2 1 4-15,-4-6-17 0,-2 1-11 0,-1 1 16 16,0-5 0-16,-3 2-26 0,0-4-2 16,-3 2 2-16,0-2 10 0,-1-3-15 0,-2 1-5 15,-1-1 6-15,0-1-12 0,0-1-4 0,0-1-5 16,-3-1-24-16,-1-1-53 0,1 0-74 15,-3-1-121-15,2 2-432 0,-2-3-167 0,-1 0 103 16,1-1 68-16,3-1 70 0,-4 2 64 0</inkml:trace>
  <inkml:trace contextRef="#ctx0" brushRef="#br0" timeOffset="41345.21">4507 5823 793 0,'-10'20'307'15,"0"-2"-12"-15,2-1-47 0,-1-2-13 0,2 1-25 16,0-4-23-16,-3 3-5 0,3 0-29 0,0 1-12 16,0 1-18-16,-3-3 0 0,3-1-13 15,0 2-15-15,0 0-6 0,0-3 6 0,0 1-13 16,-2-4-8-16,2 2 21 0,-1-3-16 0,1 1-7 15,-2-2-13-15,2 0 10 0,-1-3 5 16,-4 0-7-16,2-3 15 0,-1-1-26 0,0-1 5 16,-2-3-4-16,-1 0-9 0,1-4 9 0,-1-1-24 15,0-6 5-15,0 1-2 0,1 0 5 0,3-2-10 16,-1 0 2-16,1 1-2 0,3 1-8 16,0 0 5-16,1-1-5 0,2 1-8 0,1 3 3 15,2-2-5-15,-1 4 2 0,4-1-15 0,-1 1 13 16,2 1-5-16,3 1 5 0,5 0-6 15,-4 4-4-15,6 2 10 0,1 1-11 0,0 0 1 16,6 3 7-16,1 1-13 0,-1 0 1 0,4 5 10 16,0-1-14-16,1 0 19 0,-2 4-13 15,-2-3 3-15,6 1 5 0,-6-1 2 0,2 0-8 16,1 1-4-16,-3-2 4 0,-1 0-4 0,-2-1 12 16,2 0-2-16,-3-3-11 0,0 1 6 0,-3-3 4 15,3 4-7-15,-3-5 0 0,0 1 11 16,2-2-19-16,-2 1 10 0,-3-2-4 0,2 1 2 15,1-3-3-15,-4 3-4 0,4-4-9 0,-7 2-32 16,3 0-29-16,0-3-66 0,0 2-119 16,-3 0-334-16,-3-2-254 0,2 3 110 0,-1-4 67 15,1 0 56-15,-3 2 70 0</inkml:trace>
  <inkml:trace contextRef="#ctx0" brushRef="#br0" timeOffset="42595.33">5133 5718 888 0,'0'0'350'0,"0"0"-37"0,0 0-29 0,0 0-21 15,0 0-19-15,0 0-37 0,0 0-13 16,0 0-9-16,0 0-32 0,0 0-7 0,0 0-15 16,14-8-16-16,-8 7-10 0,2-4-5 0,1 1-16 15,1 0-4-15,4 0 4 0,0-3-15 0,3 0-2 16,0 1-14-16,0 1-14 0,0-1-3 15,1 2-26-15,2-2-38 0,-3 1-64 0,0 1-98 16,-4 3-168-16,2-2-461 0,-2 1 92 16,-6 2 59-16,3 0 82 0,-10 0 40 0</inkml:trace>
  <inkml:trace contextRef="#ctx0" brushRef="#br0" timeOffset="42812.66">5238 5918 652 0,'0'0'297'0,"0"0"-43"0,-2 7-14 16,2-7-25-16,0 0-15 0,0 0-21 0,0 0-31 16,23-8 1-16,-12 2-16 0,6-1-23 0,-1 3-13 15,5-4-4-15,3 0-14 0,0-1-54 0,3-3-58 16,0 3-108-16,1-3-145 0,2 4-408 15,1-3 64-15,-7 1 49 0,1 1 80 0</inkml:trace>
  <inkml:trace contextRef="#ctx0" brushRef="#br0" timeOffset="43078.57">5888 5366 819 0,'0'0'335'15,"0"0"-23"-15,3 18-38 0,-3-11-10 0,1 2-29 16,6 2-30-16,-4 3-5 0,0-3-26 16,1 6-21-16,3-2-4 0,2 2-26 0,-1 1-6 15,2 1-27-15,-3 1-3 0,4-2-3 0,1 1-25 16,-2 2-48-16,1-4-58 0,3 2-134 15,0-1-226-15,-4 3-338 0,3-4 51 0,1-2 52 16,-4-5 81-16</inkml:trace>
  <inkml:trace contextRef="#ctx0" brushRef="#br0" timeOffset="43528.32">6220 5461 993 0,'3'9'279'0,"-3"-1"-16"0,3 0-40 16,1 3-16-16,-1 1-4 0,1-1-24 0,0 3-33 16,2-2-11-16,1 1-12 0,0-1-5 15,3 1-21-15,0-1 3 0,0 1-8 0,1-5-20 16,-1 3-11-16,0-3 3 0,4 1-13 0,-4-3 3 15,3 0-5-15,-2-4-8 0,-1 0-5 16,4-2-3-16,-4 0 8 0,1-1-3 0,0-2-10 16,1-3 11-16,-5 0-16 0,4-3 2 0,-7 1-2 15,2-2 11-15,-3-1-1 0,-2-5 3 0,-1 0-16 16,-1-2 19-16,-2-1-14 0,-4-2 9 16,4 4-9-16,-5 1 3 0,-1-5 8 0,2 8-5 15,-3-2 2-15,-1 2 0 0,1 2-2 0,-4 1-3 16,1 1 11-16,3 1-19 0,-5 0 13 15,3 4-9-15,0-1-1 0,2 4 2 0,0-2-9 16,-3 1-6-16,3 2 10 0,10 0-2 16,-18 6-10-16,11-5-8 0,-2 6 10 0,2-4 5 0,-1 5-15 15,2-2-20-15,2 2-18 0,1-1 25 16,3-3-59-16,0 3-28 0,0 0-25 0,3 0-103 16,1-4-118-16,6 0-460 0,0 1 89 0,0-4 47 15,4 0 66-15,-4-4 53 0</inkml:trace>
  <inkml:trace contextRef="#ctx0" brushRef="#br0" timeOffset="43762.04">6315 5091 952 0,'-6'-3'358'15,"6"3"-33"-15,0 0-28 0,0 0-20 16,-7-2-32-16,7 2-25 0,0 0-7 0,0 0-29 16,0 0-25-16,10-10-13 0,-3 5-31 15,7 1 3-15,-1-2-47 0,2-1-45 0,1 3-95 16,2-4-95-16,4 1-304 0,0 0-313 0,-1-1 105 16,1-2 62-16,-1 1 56 0</inkml:trace>
  <inkml:trace contextRef="#ctx0" brushRef="#br0" timeOffset="44111.31">6675 4761 908 0,'-4'11'264'15,"4"2"-16"-15,-4 2-25 0,4-2-29 0,0 2-14 16,0 3-19-16,4 2-15 0,-3-2-6 0,5 2-22 15,4 1-5-15,-3-3-16 0,7 0 62 16,-1-1-29-16,1 0-2 0,3-3-7 0,0-1-14 16,0-1-4-16,1-1-11 0,2-3-13 15,-6-2-5-15,3-4-10 0,-1 4-2 0,-4-6-1 16,1 0-7-16,0 0 18 0,-2-1-19 0,-4-4-4 16,2 1 5-16,-5-3-6 0,3-1-4 0,-7 1-3 15,0-2 5-15,0 0-18 0,-4 1 8 0,-2-1-13 16,2 0 15-16,-3 2-2 0,-3-2-5 15,-1 4-11-15,-2 2-4 0,-1-3 9 0,1 6-7 16,-4 0-13-16,3 6-25 0,-6-1-36 0,3 2-31 16,-1 6-41-16,2-2-116 0,-5 8-196 15,6 1-364-15,3-2 44 0,1 6 79 0,-2 1 85 16,2 0 43-16</inkml:trace>
  <inkml:trace contextRef="#ctx0" brushRef="#br0" timeOffset="44445.54">6079 6275 1023 0,'0'0'290'0,"0"0"-29"16,0 0-28-16,0 0-23 0,0 0-8 0,21-4-26 16,-6 0-17-16,4-3-28 0,5-2 2 0,7-4-10 15,13-6-6-15,4 3-12 0,-1-3-13 0,5-2-2 16,-3 0-18-16,4 2 10 0,-1-1-34 16,0 2 75-16,0 0-8 0,1 2-10 0,-7 0-10 15,-6 4-11-15,-9 0-17 0,0 4-16 0,-4 0-7 16,-3-1-44-16,-8 5-34 0,2-2-40 15,-5 3-41-15,-2 0-87 0,-7 0-90 0,2 3-159 16,-6 0-309-16,0 0 105 0,0 0 25 16,-14 11 75-16</inkml:trace>
  <inkml:trace contextRef="#ctx0" brushRef="#br0" timeOffset="44761.24">6124 6416 529 0,'0'0'241'0,"-3"3"12"0,3-3-30 0,0 0-16 15,0 0 3-15,27-8-10 0,-10 4-31 0,10-5-10 16,4-3-14-16,14-6-9 0,2 1-5 16,5 0-16-16,3-6-5 0,-1 4-15 0,4-4-3 15,10-3 61-15,-10 8-14 0,1-6-11 0,-1 5-16 16,0-2-15-16,-3 2-7 0,-1 2-5 15,-6-1-11-15,-2 2 3 0,-9 1-11 0,-6 6-17 16,-4-1 17-16,-4 1-14 0,-2 2-27 0,-4 0 16 16,-3 1 3-16,-1 3-9 0,-2-2 9 15,2 2-11-15,-6-3-12 0,3 5-16 0,-3 0-44 16,-7 1-35-16,7-5-64 0,-7 5-156 0,0 0-515 16,0 0 23-16,-20 6 95 0,6-5 66 0,-3 5 72 15</inkml:trace>
  <inkml:trace contextRef="#ctx0" brushRef="#br0" timeOffset="50561.07">15730 2441 209 0,'0'0'57'0,"0"0"-19"16,0 0 11-16,0 0-13 0,0 0-1 0,0 0-12 15,0 0-7-15,0 0 12 0,0 0 5 0,0 0-20 16,0 0-16-16,0 0 1 0,0 0 7 15,0 0-38-15,0 0-36 0,0 0-6 16,0 0-14-16,0 0-44 0</inkml:trace>
  <inkml:trace contextRef="#ctx0" brushRef="#br0" timeOffset="52243.43">15764 2400 209 0,'0'0'77'15,"0"0"-21"-15,0 0-12 0,0 0-13 0,0 0 48 16,0 0-43-16,0-6 10 0,0 6 15 16,0 0 3-16,0 0-7 0,0 0 14 0,0 0-1 15,0 0-4-15,0 0 3 0,0 0-13 16,0 0 26-16,0-6-15 0,0 6-16 0,0 0 3 16,0 0 7-16,0 0 21 0,0 0-41 0,0 0 3 15,0 0-11-15,0 0-7 0,0 0-6 16,0 0-2-16,0 0 5 0,0 0 26 0,0 0-34 15,0 0-15-15,0 0 15 0,0 0-4 0,0 0 1 16,0 0 4-16,0 0 4 0,0 0-12 16,0 0-6-16,0 0 22 0,7 16 1 0,-7-10-22 15,3-3 7-15,0 4 5 0,-2-1-4 0,2-1 1 16,1 2 4-16,-1 1-11 0,-2-1 10 16,2 1-15-16,3 1 3 0,-5 0 4 0,2 0-2 15,3-1 6-15,-3 2-14 0,-2-2 3 0,3 3 0 16,2-3 18-16,-5 0-15 0,2 1 7 15,3-1 0-15,-6-2-15 0,4 3 10 0,-1-1 8 16,0-1-11-16,-2 0 14 0,3-1-6 0,-1 1-12 16,0-1 7-16,0 1-8 0,-2 1-7 0,2-1-6 15,0-1 45-15,0 0-32 0,-2 2 8 16,2-1-7-16,0-1 14 0,1 0 6 0,-3 0-15 16,2 1-6-16,0-3-4 0,0 0 12 0,-3 2 0 15,4-2-3-15,-4 1 6 0,3-2-10 16,0 3-1-16,-3-6 18 0,4 6-27 0,-4-3-1 15,3 1 23-15,-3-4-13 0,7 6 19 16,-6-1-19-16,-1-5-4 0,3 4 30 0,-3-4-13 16,3 6-8-16,-3-6-9 0,3 6 14 0,-3-6-19 15,1 4 17-15,-1-4 0 0,3 5-10 0,-3-5 7 16,0 0-2-16,0 4 0 0,0-4 11 16,0 0-1-16,3 5 0 0,-3-5-5 0,0 0 21 15,0 5-24-15,0-5 14 0,0 0 68 16,0 0 6-16,0 0-16 0,-3 6-7 0,3-6-3 15,0 0-6-15,0 0-4 0,-4 3 0 0,4-3 2 16,0 0-10-16,-9 3-2 0,9-3-6 0,0 0-5 16,0 0-4-16,0 0 12 0,-12-1-16 15,12 1 24-15,0 0-39 0,0 0 31 0,-13-5-5 16,13 5-8-16,-9-1 3 0,9 1 10 0,-5-5 5 16,5 5-8-16,-7-4-7 0,7 4 2 15,-6-4 0-15,3 0 8 0,3 4-15 0,-4-5 15 16,4 5-21-16,-3-5-2 0,0 2 5 15,3 3-5-15,0-7-5 0,0 7 2 0,0-6 3 16,0 6-5-16,0-7 0 0,0 7-3 0,3-5-5 16,-3 5 0-16,3-4 3 0,-3 4-5 0,0 0-21 15,0 0 28-15,10-1-15 0,-10 1 13 16,0 0-8-16,0 0-3 0,10 5-5 0,-10-5 8 16,5 5 3-16,-5-5-1 0,6 6 9 0,-6-4-9 15,0-2-9-15,3 8 14 0,-3-4-2 16,0-4-10-16,0 8 15 0,0-8-10 0,-3 7 3 15,0-2-6-15,0 0 11 0,3-5 10 0,-5 5-82 16,2-2-8-16,3-3 21 0,-4 5-3 16,4-5 8-16,-6 4 23 0,6-4-5 0,0 0 0 15,-7 1 8-15,7-1-9 0,0 0 9 0,0 0-3 16,-11-7-3-16,11 7 26 0,-3-8-13 16,3 3 1-16,0-1-6 0,0 6 15 0,0-12 3 15,0 7-18-15,0-2 18 0,3 1 0 0,-2-1-13 16,3 2 6-16,2-1 4 0,-3 0-17 0,1 2 22 15,-1 0-9-15,1-1 2 0,2 3-1 16,-6 2-6-16,11-4 1 0,-4 4 4 0,-7 0-6 16,0 0 3-16,17 4-6 0,-13-2 6 0,2 1 2 15,-2 0-2-15,2 2 15 0,-2-3-10 16,3 4 8-16,-4-2-6 0,-3 1 18 0,4-2-12 16,-4 3-13-16,0-6 10 0,0 8 5 0,0-8-8 15,0 8 3-15,-4-3 3 0,1-1-1 16,-1-1 4-16,4-3-6 0,-4 5 2 0,4-5 31 15,-10 5-25-15,7-5-5 0,3 0-6 0,0 0-2 16,-14 0 18-16,14 0-13 0,-10-2-3 16,10 2 26-16,-10-4-23 0,4 0-5 0,1 0-41 15,2-1-10-15,-1 1-49 0,-2-2-108 0,3 2-270 16,-1-4-219-16,1 2 78 0,-4-2 61 16</inkml:trace>
  <inkml:trace contextRef="#ctx0" brushRef="#br0" timeOffset="55727.62">2699 8531 824 0,'-8'-3'286'0,"8"3"-30"16,0 0-18-16,0 0-25 0,-10-2-21 0,10 2-10 15,0 0-21-15,-9 10-23 0,6-3-5 0,2 0-15 16,-6 1-3-16,4 3-10 0,-1 6 56 15,1-2-7-15,0 8-18 0,2-4-14 0,1 6-17 16,-3 0-18-16,3 0 3 0,3 0-3 16,-3 0-3-16,4 0-9 0,-1 0-11 0,0 0-5 15,5 0-1-15,-1-3-6 0,3-1-11 0,0 1-3 16,3-4 6-16,1-1-6 0,3 1 3 16,-4-4-13-16,5-2-2 0,-4 0-6 0,3-5-12 15,-3-3 12-15,6 1 3 0,-7-4 8 0,5-2-16 16,-2-4 6-16,2-2 2 0,-1 1 2 0,0-6-9 15,-2-1-6-15,1-3 23 0,-2-3-20 16,-4 0 3-16,0-5-6 0,-4 2 3 0,2-3-11 16,-5 0 6-16,-2-4-1 0,-1 4-4 0,-1-3 15 15,-6-1-5-15,0 0-6 0,-3-2 9 16,-3 5-9-16,-1 1-9 0,0 1 4 0,-3 1 14 16,4 6 4-16,-5-1-4 0,1 3 2 0,0 5-6 15,-4-2 1-15,5 5-10 0,-2 1 7 16,2-1 16-16,1 6-11 0,-1 2-2 0,-2 3 0 0,2 0-8 15,-1 3 5-15,6 3-2 0,-3 3-1 16,1 0 1-16,3 1-11 0,2 1 11 0,2 0 0 16,-1 1-6-16,4-1 3 0,3 1 3 15,-3-1 0-15,6 3-11 0,0-3 3 0,0 2 5 16,4-2 3-16,0 2-3 0,4-5-2 0,-1 1 2 16,4-2 2-16,-1-3-7 0,3 1 13 15,2-1-15-15,-1-1 4 0,3-1 6 0,-2-4-8 16,3 0 5-16,-2 1 0 0,0-2-23 0,0-2 8 15,-1 1-33-15,2 0-27 0,-3-3-19 0,-2 1-26 16,1 2-44-16,-2-1-77 0,0 1-68 16,0-1-129-16,-1 1-360 0,0 0 17 0,-2 0 90 15,-1-2 87-15,0 2 39 0</inkml:trace>
  <inkml:trace contextRef="#ctx0" brushRef="#br0" timeOffset="56009.73">3235 8750 821 0,'0'-7'348'0,"0"7"-28"0,0 0-28 0,0 0-36 0,0 0-20 15,0 0-14-15,0 0-17 0,0 0-8 16,4 19-41-16,-4-6 0 0,3-1-10 0,0 4-18 16,-2 3-13-16,3 0-2 0,2 1 5 0,-3 2-21 15,4 3 8-15,-3-2-8 0,2 2-7 16,5-5-13-16,-5 5-8 0,1-1-8 0,3-2-4 15,-2-1 4-15,1 1-23 0,-1-2 24 0,3 1-11 16,-2-2-10-16,-3-4 0 0,1-2-10 0,1 2-8 16,-2-2-5-16,1-1-3 0,-4-5-36 0,1 1-30 15,2 2-5-15,-1-3-41 0,-2-4-57 16,0 2-99-16,0-3-200 0,1-1-346 0,-4-1 31 16,0 0 100-16,7-8 46 0,-4 5 84 15</inkml:trace>
  <inkml:trace contextRef="#ctx0" brushRef="#br0" timeOffset="57560.05">3530 9018 575 0,'0'0'249'0,"0"0"-45"0,0 0 1 15,0 0-20-15,0 0-9 0,0 0-22 16,0 0-11-16,13 14-5 0,-7-9-22 0,1 5 4 15,-3-1-18-15,3 0 3 0,-3 1 5 0,2-2-2 16,0 2-24-16,-2 3-7 0,1-3-3 16,-2-1 0-16,3 2-12 0,-5-3-11 0,2 1-5 15,0-1 3-15,0-1 5 0,0 0-11 0,-3-4 6 16,1 2 7-16,2 2 8 0,-3-7-3 16,4 4-4-16,-4-4-1 0,0 0-10 0,0 0-2 15,0 0-9-15,0 0 4 0,-4-19-6 0,1 9-10 16,3-4 8-16,3 4-13 0,-3-5 7 15,0 5-12-15,4-5 8 0,-4 5-3 0,3-3 2 16,1 3-17-16,-1 0 17 0,1 1-10 16,2 1-2-16,-3 0-13 0,5 0 18 0,-2 5-18 15,1-1 2-15,-1 2 24 0,3 2-11 0,-9 0-10 16,19 3 10-16,-9 3 8 0,1 1-13 0,-1 1 16 16,4 2-16-16,-4 0 7 0,0 2 1 0,1-1-3 15,2 0-4-15,-3 3-17 0,-2-3-50 16,2 3-29-16,0-4-68 0,0 3-45 0,0-1-127 15,0-5-412-15,1 1 41 0,-4 0 48 16,0-5 56-16,2 3 65 0</inkml:trace>
  <inkml:trace contextRef="#ctx0" brushRef="#br0" timeOffset="58276.84">4008 9158 714 0,'3'-8'274'0,"-3"1"-11"0,0 0-7 16,3-1-23-16,-3-1-10 0,0 0-6 15,0-1-22-15,0-3-26 0,-3 1-5 0,3 2-26 16,0-5-13-16,0 2-10 0,-3 1-10 0,0-2-12 16,2 3 14-16,-1-2-10 0,1 2 52 0,-2 3-19 15,3-2-9-15,-3 2 2 0,2 1-21 16,-1 1-10-16,1 2-7 0,1 4-14 0,0 0-9 16,0 0 14-16,0 0-17 0,-17 18-8 0,14-8-12 15,2 4 7-15,-5 1-15 0,3-2-1 16,0 3-1-16,1 1 6 0,2-2-14 0,0 2-1 15,0-2 3-15,2-1 13 0,1 0-18 16,3 0 0-16,-2 1-8 0,2-4 6 0,0-1-4 16,2-2-4-16,2-1 13 0,0 0-3 0,1-4-8 15,2 1 3-15,-2-3-8 0,3-2 7 16,-1-3 1-16,4 0 5 0,0-2 5 0,-3-2-15 16,-1 1 10-16,1-3 0 0,-1 3-5 0,-2 0-1 15,-1 2-7-15,0-2 6 0,-3 1 2 0,0 2-8 16,0-1-5-16,-3 2 2 0,2 2-12 0,-6 1 10 15,7-5-10-15,-7 5 12 0,0 0 1 16,14 7 2-16,-11-4-5 0,1 2 8 0,2-2-13 16,-5 3 12-16,5 0 6 0,-2-2-21 0,-1 2 19 15,1-3-14-15,2 3 8 0,-2-3-2 16,-1 2-8-16,3-1 10 0,-1 0-5 0,-1-2-3 16,2 2 11-16,-2-1-8 0,-4-3 2 0,12 1-4 15,-7-1 4-15,-5 0-9 0,13 2 7 16,-9 1 2-16,-4-3-9 0,14 1 12 0,-8 0-10 15,-6-1-1-15,13 0 12 0,-6 3-6 0,-2 1 7 16,4-3-12-16,-2 1 3 0,-1-2 7 0,2 1-3 16,2 4 3-16,-4-4-7 0,2-1-1 15,2 1-2-15,-10-1 13 0,16 0-8 0,-8-1 0 16,2 0 7-16,-3-4-7 0,3 4 16 0,0-2-1 16,-2-4-12-16,1 0 12 0,-2 3-7 15,0-6-1-15,-3 1 1 0,2-1 2 0,-5 0-15 16,1-1 5-16,-2-4 3 0,-3-1 12 0,-3-1-15 15,-1-6 10-15,-1 5-12 0,-5-3-6 0,3 2 24 16,-4 1 4-16,1-1-12 0,-4 0-13 16,3 1 10-16,-3 2 10 0,3 3-23 0,-3-2-53 15,1 2 7-15,1 4 13 0,-1 0 3 0,2 1 5 16,3 3-26-16,-3-1-5 0,5 3-28 16,-1-1-42-16,2 4-27 0,8 0-82 0,-7-6-144 15,4 6-483-15,3 0 97 0,0 0 69 0,0 0 54 16,21-5 61-16</inkml:trace>
  <inkml:trace contextRef="#ctx0" brushRef="#br0" timeOffset="58493.2">4904 8668 1269 0,'3'-2'353'0,"0"-3"-33"0,-3 5-23 16,11-8-25-16,-4 5-32 0,2-3-27 0,2 3-16 16,0-3-18-16,6 2-38 0,-1-2-62 15,2 3-71-15,-1-1-103 0,3 1-304 0,1-1-356 16,-5 1 46-16,2 3 66 0,-5-1 65 0</inkml:trace>
  <inkml:trace contextRef="#ctx0" brushRef="#br0" timeOffset="58679.71">5109 8826 1290 0,'-7'0'276'0,"7"0"-17"0,0 0-32 0,0 0-9 15,0 0-29-15,0 0-17 0,23-11-34 16,-8 4-48-16,5-1-44 0,0 1-103 0,8 0-42 0,-1-1-244 15,0 2-315-15,5-5 10 0,-1 0 62 16</inkml:trace>
  <inkml:trace contextRef="#ctx0" brushRef="#br0" timeOffset="59143.44">5724 8426 990 0,'-6'7'279'0,"2"3"-23"16,0 3-23-16,-3-1-26 0,1 2-4 16,2 3-22-16,1-1-22 0,0 1-16 0,0 0-25 15,3 0-3-15,0-1-2 0,3 1-26 0,0-1 72 16,4-3-26-16,-1 2-5 0,1 0-11 0,1-1-1 16,5-3-9-16,-3-1-7 0,4-2-16 15,2-1-4-15,-1 0-16 0,1-4 10 0,-1-2-92 16,1-2 18-16,-1 1-15 0,5-6 22 0,-4 0-12 15,-1-1 5-15,-2-6-5 0,0 1 5 0,-2-4 5 16,-1-1 0-16,-6-5-5 0,2 2 13 16,-6-5-15-16,0 0 4 0,-3-5-2 0,-4 1 8 15,-2-3 0-15,1 5 4 0,-5-1-14 16,3 7 7-16,3 0 13 0,-7 3-5 0,4 1 20 16,-5 6-25-16,2 2 2 0,-1 3-8 0,1 0 16 15,-1 6 0-15,0 5 0 0,-2-3 10 0,-2 8-7 16,1 4-16-16,3-3 31 0,1 3-21 15,2 4 11-15,1-5-6 0,4 0 1 0,-2 4-6 16,5-2-2-16,3 2 12 0,0-3-9 16,3 0-16-16,1 1 7 0,3 0-4 0,3 0 0 0,4-3-9 15,3 3-17-15,3-2-28 0,5-3-61 16,-2-1-47-16,4-1-100 0,1-1-222 0,0-3-358 16,2 2 106-16,-6-6 45 0,0 0 81 0,-3-1 57 15</inkml:trace>
  <inkml:trace contextRef="#ctx0" brushRef="#br0" timeOffset="59343.42">6195 8506 870 0,'-3'19'286'16,"3"-13"-1"-16,-3 3-52 0,0 1 5 16,0 0 35-16,2 5-19 0,1 3-26 0,-3-3-13 15,3 3-18-15,0 6-18 0,0-6-23 0,0 4-10 16,3-4-21-16,-2 5 1 0,2-3-26 0,3 4-6 15,-3 1-42-15,4-1-78 0,1-1-5 16,-2-2-173-16,1 4-610 0,3-3 58 0,1-5 81 16,-1-5 63-16,-4 2 74 0</inkml:trace>
  <inkml:trace contextRef="#ctx0" brushRef="#br0" timeOffset="60525.55">6518 8765 1182 0,'-8'-3'371'16,"8"3"-28"-16,-10 6-36 0,3-2-33 0,1 2-10 16,-2 2-29-16,2 3-30 0,2-1-13 15,1 1-18-15,-4 3-18 0,4-3-12 0,0 3-27 16,3 3-6-16,-4-5-9 0,4 2-7 0,4 1-6 15,-1-4-2-15,0 4-25 0,-2-5-3 16,2 4 5-16,3-4-11 0,-2-2-7 0,2 2-5 16,2-3-20-16,-2 0 7 0,1-3-5 0,0 3 3 15,1-7 4-15,1 4-9 0,-5-2-6 0,-4-2-5 16,17 0 8-16,-17 0-5 0,10-5-3 0,-4 4 11 16,1-2-14-16,-4-2-1 0,2 1-4 15,-2-2 1-15,0-1 12 0,-2-1-10 0,2-1 5 16,-3 1-7-16,0-2 5 0,-3-1 2 15,2 0-5-15,-2 0 5 0,0 2-5 0,-1-1 6 16,0-2-4-16,1 3-4 0,0 0 7 0,0 1-20 16,2 1 20-16,-2-1-10 0,-3 4-2 15,5-2 14-15,-2-1-12 0,-1 2 0 0,0 0-2 16,-2 1 4-16,3 0 1 0,-1 1 5 0,4 3-19 16,-9-7 14-16,9 7-1 0,-9-2-22 15,9 2 23-15,-6-3-3 0,6 3 5 0,0 0-3 0,-13 5-2 16,13-5 0-16,-5 3-13 0,5-3 13 15,-3 7 0-15,0-3 0 0,3-4-5 0,0 6-2 16,0-6 14-16,0 7-14 0,3-2 14 16,-3-5-7-16,5 4 0 0,1 1 0 0,-3-4 3 15,-3-1-1-15,13 0-2 0,-13 0 8 0,18-1-10 16,-8-4 17-16,1 4-15 0,-1-5 5 16,0 2-2-16,4-4-6 0,-4 1-2 0,3-4 7 15,1-2-7-15,-4 2 3 0,2-4 12 0,0-2-10 16,-2 1-5-16,-3-4-5 0,1-2-11 0,-2-3 8 15,-2 1-10-15,-1-2 16 0,0-1-6 0,-3-2 3 16,-3 2-3-16,3 0 8 0,-3 4-8 16,-1-1 15-16,4 6 11 0,-3 1-10 15,0 2 10-15,0 4-21 0,2 1 13 0,-3 2 5 16,1 1-5-16,-1 7-5 0,4 0 16 0,0 0-16 16,-13 11 5-16,10 2-3 0,-1 0 6 0,0 3 10 15,1 6-8-15,3-3-5 0,0 6 8 16,0 2-8-16,0 2-7 0,3-3 4 0,2 6 3 15,1-3 1-15,1 2-4 0,0-2 1 0,3-4 2 16,-3-3-3-16,3 2 9 0,1-2-14 0,2-4 8 16,0 0 5-16,-1-1-2 0,4-3-16 0,-2-3 14 15,-1-4-9-15,2 0 0 0,1-3 11 16,1-3-3-16,-3-1 0 0,4-2-2 0,1-5 2 16,-4 1-13-16,4-6 13 0,-4-4-2 0,1 3 5 15,-2-2-11-15,-1-4 3 0,-2 3-10 16,-1-3 20-16,0 4-10 0,-2 1-8 0,-2 0 19 15,-2 3 2-15,-1 3-6 0,1-1-14 0,-2 1 7 16,-2 1-3-16,0 7 11 0,-3-2-3 0,3 2-3 16,0 0-2-16,-21 9-2 0,11 1 9 15,0-2-71-15,0 6 6 0,0-3-1 0,3 3 15 16,-2-3 3-16,4 6 10 0,-1-4-9 0,5-1 9 16,-2 1 21-16,0-1-21 0,3-2 10 15,0 3 3-15,0-4-12 0,3-1 25 0,0 2-8 16,1-6 3-16,-1 0-8 0,4 1 10 0,0-4-2 15,3-1-6-15,-10 0 16 0,15-6-10 16,-5 2 10-16,2-6-10 0,-1-1 0 0,-4-3-13 16,0-4-3-16,1-1 8 0,-2-5-10 0,-3-2 5 15,0-2 0-15,-3-8 2 0,-3 0-4 0,3-6-3 16,-9-8 20-16,0 0-5 0,3 10 6 16,0 5 9-16,2 3 1 0,-2 7-1 0,1 5 6 15,-1 1 5-15,3 3-1 0,-1 3-6 0,1 5-4 16,0 1 6-16,2 4 15 0,1 3-23 15,0 0 8-15,0 0-3 0,-11 18 2 0,11-5 9 16,0 2-1-16,1 6 8 0,2 3-10 0,4 1 5 16,0 2 0-16,0 2-3 0,2 2-2 15,-1 0-5-15,5-4 2 0,-3 5-8 0,4-3 9 16,0 0-27-16,0-2-12 0,-1 2-61 0,5-4-91 16,-5-6-165-16,4 0-528 0,-3-3 120 0,0-6 42 15,2-3 68-15,-5 0 47 0</inkml:trace>
  <inkml:trace contextRef="#ctx0" brushRef="#br0" timeOffset="60743.27">7595 8701 1105 0,'0'0'374'0,"0"0"-36"0,0 0-10 16,9 0-19-16,-9 0-37 0,0 0-11 0,0 0-18 15,17-1-41-15,-9 1-18 0,5-6-22 0,1 5-19 16,2-2 3-16,2-2-28 0,2 1-24 16,4-2-30-16,4 3-53 0,2-3-47 0,-2 0-77 15,6-1-128-15,-7 4-206 0,4 0-339 0,-3-1 38 16,6-6 83-16,-4 3 50 0,-5-1 70 16</inkml:trace>
  <inkml:trace contextRef="#ctx0" brushRef="#br0" timeOffset="61209.34">8832 8419 821 0,'-7'18'394'0,"-4"-2"-30"0,2-1-42 0,-1 2-14 15,-2-1-42-15,2 2-23 0,-4 0-18 0,4 2-18 16,-3-2-25-16,-1 0-90 0,1 0-12 0,-1-3-1 16,4 2-2-16,0-4-8 0,2-1-2 0,-2-4-11 15,3 1 21-15,1-1-11 0,-2-4-2 16,2-1 5-16,6-3-23 0,-10-1 0 0,10 1 3 16,-10-16-5-16,2 5 2 0,1-3-8 0,4-1 3 15,-3-3-13-15,5 1 5 0,-1 2-12 16,2-2 10-16,0 3-13 0,2 2 5 0,-1 2-6 15,2-2-9-15,0 2 5 0,0 4 2 16,1 1-2-16,-1 1-3 0,1 2 11 0,-4 2-6 16,0 0 8-16,23 7-15 0,-16 3 2 0,1-3-2 15,2 3 0-15,0 4-1 0,0-2 11 16,0 2-15-16,0 1 2 0,2 2-3 0,0-2 11 16,-1 0-18-16,3-1 13 0,-4 1-3 0,4-5 8 15,-4 1-3-15,0 1-8 0,1-4 4 0,2 0-4 16,-3-5-7-16,1 3-3 0,2-4-22 0,1-2-57 15,-1 2-95-15,-3-4-179 0,4 1-530 16,-3-6 108-16,0 1 58 0,-2-5 73 0,-5 3 66 16,-1-4 51-16</inkml:trace>
  <inkml:trace contextRef="#ctx0" brushRef="#br0" timeOffset="61977.41">9533 7983 1034 0,'0'-8'299'0,"3"1"-35"0,0-1-16 0,1 0-25 16,2 2-11-16,1 3-33 0,4-4-20 15,-1 7 2-15,3 0-25 0,4 5-21 0,1-2 3 16,5 6-5-16,-2 4-14 0,3 2-24 0,1 3 1 16,-2 1-1-16,1 4-11 0,-4-3 2 0,0 5-17 15,-2 0 12-15,-5 4-15 0,1-1 0 16,-7-3 8-16,0 0-18 0,-1 0 2 0,-2 0 3 15,-8-3 5-15,4-4-2 0,-7 6-13 16,1-5 4-16,-4 1-19 0,-4 0 30 0,1-4-28 16,-2-4 36-16,-1 2 2 0,-1-4 0 0,0-2-40 15,2-1 22-15,-4-4 11 0,4-2-3 0,-1-1-3 16,-2-4 1-16,-2-1-11 0,6 1 18 16,1-8-12-16,-1 1-14 0,4 1 11 0,3-5-10 15,0 5 7-15,3-5-2 0,4 4-6 0,0-4-9 16,4 1 4-16,3 2 8 0,3-4-12 0,0 4 9 15,5-1-15-15,4-2-17 0,2 4-37 0,3-3-51 16,4 3-25-16,-1-3-72 0,4 2-141 16,0 0-524-16,0 1 40 0,-5 4 98 0,1-1 72 15,-3-2 53-15,-2 3 82 0</inkml:trace>
  <inkml:trace contextRef="#ctx0" brushRef="#br0" timeOffset="62425.61">10137 8076 970 0,'0'0'345'0,"3"-5"-48"16,1 2-10-16,3-4-21 0,-3 3-31 15,6-2-37-15,-1-1 4 0,2-1-26 0,3 4-27 16,3-3-11-16,-4 0-15 0,5 0-23 0,-1 2 10 16,3-1-21-16,-3-1-2 0,-3 5-33 15,4-4-31-15,-8 4-30 0,3 0-27 0,-5-3 22 16,1 5 1-16,-5 0-4 0,-4 0-3 0,7 0 8 15,-7 0 7-15,0 0-10 0,0 0 6 0,0 0 4 16,-7 14 6-16,3-11 2 0,-2 4 10 0,-2 0 6 16,2 1-9-16,5 1 4 0,-5-1 9 15,3 3 4-15,-1 2-4 0,4-1 6 0,1 6-5 16,2-1 14-16,0 4-9 0,3-2 10 16,1 4 8-16,4-3-8 0,2 5-11 0,1 1 6 15,0-1 5-15,3-1-5 0,-7-3 0 0,0-2-21 16,1 1 31-16,-7-1-23 0,2-3-5 15,-2-3 21-15,-1 5-3 0,-3-5 17 0,-3-1-12 16,-1 1 0-16,-2-2 13 0,-2-1 0 0,-2-3-21 16,0 0 8-16,-4 1-15 0,1-7 4 15,2 4-7-15,-3-5 23 0,-2 0-12 0,2-3-1 16,0 0 5-16,0 0-20 0,-2-4 26 0,1 0-26 16,2 2-21-16,-1-1-15 0,4-1-51 0,0 2-33 15,-1 2-95-15,4-3-228 0,1 5-428 0,-1-1 37 16,1-2 91-16,6 4 70 0,-14-2 71 15,10 0 55-15</inkml:trace>
  <inkml:trace contextRef="#ctx0" brushRef="#br0" timeOffset="62659.06">9728 8781 1156 0,'-4'2'323'15,"4"-2"5"-15,0 0-26 0,-3 3-51 16,3-3-13-16,0 0 7 0,0 0-48 0,30-1-2 16,-13-3-13-16,10-2-26 0,1-1-26 0,6-1-7 15,4-1-10-15,13-1-1 0,-7 0-9 0,5-3-21 16,5 2-11-16,-3 1-1 0,4 0 1 0,-10 5-37 16,-8-1-24-16,4 4-59 0,-10 0-94 15,0-1-123-15,-1 8-548 0,-6-4 23 0,-7 5 71 16,-3-4 75-16,-4 5 59 0</inkml:trace>
  <inkml:trace contextRef="#ctx0" brushRef="#br0" timeOffset="63080.83">9774 9140 847 0,'0'0'294'0,"5"-12"-40"0,-2 9-14 16,1-3-20-16,5 3-28 0,1-3-5 16,5 2-31-16,4-1-5 0,-1 4-18 0,3 1-12 15,-1 0-16-15,4 1 2 0,0 5-22 0,3-1 2 16,-3 2-8-16,0 5-12 0,-3 0 4 0,-1 2-17 16,0 1-3-16,-6 0 80 0,0 4-19 15,-3 0-9-15,-5-1-9 0,-2 1-17 16,-1 2 10-16,-7-3-7 0,1 6-9 0,-3-2 3 0,-5-1-17 15,1-3-1-15,-5 2-10 0,2-1 8 0,-3-4 7 16,-2-4 1-16,1 6 4 0,3-10-20 16,-3 1 1-16,1 0-12 0,-2-6 29 0,5-1-15 15,-2-1-8-15,2-1-3 0,0-1 14 16,-1-4 4-16,4-1-25 0,2 3 2 0,-2-5 0 16,7 0 0-16,-3-3-7 0,5 4-6 0,2-3-7 15,2 1 3-15,3-4 7 0,1 4-3 0,4-3-17 16,2 3-16-16,1 0-23 0,3-4-46 0,0 6-36 15,0-2-12-15,4 2-106 0,0-2-142 16,-1 2-467-16,3 1 8 0,-2-3 79 0,-1 1 85 16,1 0 59-16,0-3 68 0</inkml:trace>
  <inkml:trace contextRef="#ctx0" brushRef="#br0" timeOffset="63508.97">10359 9136 770 0,'0'0'251'0,"0"0"92"16,0 0-54-16,8 8-23 0,-11-1 0 0,1 4-22 15,2 2-14-15,-3-1-10 0,3 2-18 0,0 3-25 16,0 1-3-16,0 2-23 0,0-2-18 0,0 1-69 16,3-4-2-16,-1 3-6 0,4-1-10 15,-2 0 0-15,5-2 13 0,-2 1-13 0,4-6-8 16,-1 7 8-16,3-9-15 0,1 3 18 16,-1-4-13-16,2-1 7 0,1-5-15 0,-2 1 13 15,0-2-13-15,0-3-7 0,2-4 12 0,-4-1-17 16,1-2 9-16,-4-3 1 0,2 0-13 15,-4-10-3-15,-4 0 8 0,-3-2-8 0,0-3 3 16,-6-4-8-16,-1-1 0 0,-1 1 5 0,-1 4-17 16,-1 3 22-16,-1 1-5 0,-2 5 11 0,3 2-16 15,-5 2 2-15,2 0 1 0,-4 6 7 16,3 1-15-16,-3 6 11 0,1 1-4 0,1 2-14 16,-2 1 27-16,0 5-17 0,1-1 4 0,1 3-7 15,2 1 6-15,-1 0 4 0,4-1 8 0,-1 5 2 16,4-3-4-16,4 1-6 0,0 0 13 15,-1 1-13-15,4-3 21 0,1 0-26 0,5 1 10 16,-3 2-17-16,4-5 14 0,4 2-4 0,2-3-3 16,1 0-7-16,3-3-1 0,4 3-17 0,0-7-16 15,2 0-36-15,1 0-28 0,0 0-58 16,3 0-24-16,1-3-169 0,-1-2-501 0,-4 2 84 16,2-4 56-16,-1 0 88 0,-3-1 66 0,-2-2 61 15</inkml:trace>
  <inkml:trace contextRef="#ctx0" brushRef="#br0" timeOffset="63776.27">10879 9051 970 0,'0'0'312'16,"3"15"-33"-16,-3-6-15 0,0 1-16 0,0 5-15 0,0 0 2 16,0 3-17-16,3 0-16 0,-3 7-33 15,1 6 36-15,3-5-47 0,-1-1-9 0,0 10 12 16,4-2 23-16,-3-1-38 0,2 3 26 0,-2-6-8 15,6 0-29-15,-6-4-12 0,2 0-5 16,1 0-5-16,0 0-31 0,-3-1-8 0,2-5-3 16,-2 2 19-16,2-4-16 0,-3-2-20 0,1-2 5 15,0-1-3-15,-1-1 8 0,1-1-20 16,-1-2-16-16,0-1-33 0,-3-2-11 0,1 0-66 16,-1-5-38-16,3 8-190 0,-3-6-632 0,0 2 62 15,0-4 71-15,0 0 80 0,-4 9 78 16,4-9 52-16</inkml:trace>
  <inkml:trace contextRef="#ctx0" brushRef="#br0" timeOffset="66542.43">11282 7968 657 0,'3'28'215'15,"2"1"-25"-15,-2-1-16 0,4 5-13 0,3 17 3 16,7 5-13-16,-4 0-8 0,8 15-25 16,0-1 0-16,-4 4 5 0,7 2 51 0,-3 3 7 15,-2 4-32-15,2 1-6 0,0 1-5 0,-1-1 8 16,-3 2-13-16,0 5-10 0,1-7-20 0,-2 3 7 15,-1-4-13-15,1 5 0 0,-2-3 1 16,-1-5-4-16,-1 2-4 0,0-6-1 0,-2-12-25 16,1 10-2-16,-1-12 20 0,-3-5-21 0,0 0-2 15,0 1-3-15,-4-5 3 0,4 2-5 16,-3-4-13-16,2-9-3 0,-2-7-12 0,0-6 2 16,-4-3-28-16,3-1-59 0,3-5-51 0,-6-3-59 15,4-1-59-15,-4-6-606 0,3-1 17 16,0-6 88-16,-3-2 79 0,0 0 84 0,0 0 49 15</inkml:trace>
  <inkml:trace contextRef="#ctx0" brushRef="#br0" timeOffset="67108.61">12024 9675 1067 0,'0'0'307'0,"0"0"-7"15,-10 7-37-15,7-3-17 0,0 3-34 16,2 1-17-16,1-1-11 0,0 3-17 0,0 3-19 15,1-1-25-15,2 3 5 0,-3 1-13 0,6 0-13 16,-2-3-9-16,3 3-11 0,0 0-8 16,3 0 5-16,0 1-23 0,1-4 3 0,-1-1-5 15,7 2 7-15,-4-3-12 0,1-3-8 16,0 2-10-16,3-3 10 0,-4 1 2 0,5-6-9 0,-5 2 4 16,0-4-10-16,-2-1 3 0,0-4-6 15,-1 3 1-15,3-6-8 0,-6-5-8 0,0 1 18 16,-4-3-5-16,1-4-10 0,-4-2 5 0,-4-4 0 15,-3-4-10-15,-3-3 10 0,-3 0-11 16,-4-10-76-16,2 9 18 0,2 8 0 0,-4 0 33 16,3 0-10-16,-6 6 7 0,6 2 21 0,0 3 8 15,1 2-8-15,3 0-15 0,-4 5 12 16,7 3 8-16,-6 2 0 0,5 2-2 0,8 0-1 16,-20 6-2-16,10 1 21 0,3 0-24 15,0 5 13-15,1-1 3 0,2 1-8 0,0 1-7 0,4-2 12 16,-3 3 0-16,6-2-7 0,1 3-3 15,0 0 0-15,2-3-3 0,4 3 8 0,-3-1-2 16,4-3-13-16,-1 3-13 0,4-3-13 0,2 2-61 16,2-3-31-16,-1 0-100 0,3-1-366 0,2-1-189 15,-3 0 40-15,2-3 106 0,-5-3 59 16,2 3 63-16</inkml:trace>
  <inkml:trace contextRef="#ctx0" brushRef="#br0" timeOffset="67392.38">12475 9768 1154 0,'0'0'351'15,"0"0"-44"-15,0 0-5 0,0 0-36 0,0 0-10 16,0 0-33-16,-3 20-8 0,3-8-39 15,3-2-7-15,-2 6-18 0,2 1 3 0,0-2-34 16,0 2-5-16,-2-1-5 0,3 0-20 0,2 1 17 16,-5-1-30-16,2 0 0 0,3-3-5 0,-2 4-13 15,-1-2-8-15,4 2-51 0,-3-2-21 16,2 1-61-16,1-6-81 0,0 0-152 0,0 3-512 16,0-2 49-16,0-3 53 0,-1-3 75 0,1-2 67 15</inkml:trace>
  <inkml:trace contextRef="#ctx0" brushRef="#br0" timeOffset="68492.5">12876 9972 1116 0,'-1'-9'332'0,"1"9"-19"0,-3-5-32 16,3 5-30-16,0 0-21 0,0 0-17 16,-13 14-26-16,6-8-21 0,3 2-12 0,1 3-16 15,-1 0-15-15,1 0-3 0,0 2-23 0,0-1-5 16,3 2 1-16,-1 0-12 0,2-2 4 16,2 3-18-16,0-3-16 0,0 1-10 0,1-1 15 15,2 1-7-15,2-4-16 0,-5-1 0 0,4 0-5 16,-1-4 3-16,4 1-3 0,1-2-2 15,-4-3-1-15,-7 0-12 0,17-3 8 0,-7-2 9 16,-6 1-17-16,2-2 0 0,1-6-5 0,-3-1-1 16,-4-4 6-16,0-1-26 0,-4-6 24 15,-2-2-9-15,2 1 1 0,-3 1-11 0,1 5 0 16,-2-3 8-16,1 5 11 0,1 4-11 0,-4 1 2 16,2 4-2-16,-1-2 0 0,2 8-5 0,-3-1 18 15,2 3-11-15,-1 4-4 0,2 0 9 0,0 3-7 16,0 0-2-16,3 1 10 0,1 2 2 15,3-2-10-15,0-1 8 0,0 3-3 0,3-2-10 16,1 0 15-16,3 1-3 0,0-1-12 0,-1-1 16 16,4-2-11-16,4 0 2 0,-4-4 8 15,1-1-12-15,6 0 4 0,-4-1-14 0,2-2 6 16,1-4 1-16,1 0 0 0,-3-1 0 0,0-3 8 16,2-3-11-16,-5-3-2 0,-1-3 5 15,-3-3-8-15,-1-1-5 0,-4-2 3 0,-2-1-3 16,0-3-11-16,-5-3 12 0,2-2-9 0,-4 3 11 15,1-1 12-15,2 8-12 0,-2 1 10 0,1 5 2 16,2 2-10-16,-3 2 3 0,5 4-5 0,-5 4 7 16,3 0 5-16,0 7-2 0,3 0 13 15,0 0-13-15,-8 15 2 0,4-1 6 0,4-1 4 16,0 5-4-16,0 5 18 0,4 2-11 16,0 2-8-16,0 5-2 0,2 1 21 0,4-2-19 15,-3-2 6-15,7 1 2 0,-4 0-10 0,4 0 13 16,2-5-5-16,2-2-1 0,-1-1 1 15,3-2 2-15,1-2-12 0,-1-4 12 0,4-4-2 16,-3-2 10-16,-1-3-13 0,1 0-3 0,0-5-7 16,3-2 18-16,-5-1-13 0,-1-3-10 0,2 0-1 15,-3-2 6-15,-3-3 0 0,-3-3 0 0,-1 3 0 16,-1-3-3-16,2-3 1 0,-7 4 22 16,2 0-12-16,-2 1 4 0,-4 0-2 0,3 4 3 15,-6 3 2-15,3 0 1 0,-4 4-1 16,4 1 0-16,-13 2 0 0,5 5 8 0,-2 1-13 15,-2 1-2-15,1 1 5 0,0 3-14 0,1-1 27 16,0-2-16-16,3 5-2 0,0-2 2 0,1-1-10 16,1-4 15-16,2 6-13 0,0-5 8 15,3-1 6-15,-3 0-17 0,6-4 19 0,-3 3-10 16,6-2-8-16,-1-4 5 0,1 0 7 0,-6-1-7 16,14-7 6-16,-3 3-9 0,-2-3 3 0,1-5-13 15,1 0 21-15,-4-7-13 0,0-2 2 16,-1-4 1-16,2-8 2 0,-8-2 5 0,3-1-3 15,-3-3-4-15,-3-13-1 0,-2 9-7 0,2 6 15 16,3 10-13-16,-3 0 16 0,0 2-8 0,2 4 0 16,1 3 0-16,-3 7-5 0,3-1 13 15,-3 8 12-15,0-1-2 0,3 5 10 0,0 0-12 16,0 0-1-16,-4 25 26 0,5-11-57 0,2 2 50 16,0 4-6-16,0 4-13 0,4 1 36 15,-1 1-2-15,2 1-31 0,2 3 20 0,0-2-7 16,-2 2 0-16,5-3-16 0,-3-7 1 0,-2 0 1 15,4-2 1-15,-5-1-7 0,0-2 4 16,0-4-7-16,0 1-3 0,-3-2-3 0,2-4-20 16,0-2-28-16,-1 1-10 0,-2-4-46 0,-3-1-60 15,0 0-127-15,4-13-261 0,-1 9-303 0,-3-5 70 16,-3-4 82-16,2 2 97 0,-2-3 35 0,-4-1 58 16</inkml:trace>
  <inkml:trace contextRef="#ctx0" brushRef="#br0" timeOffset="70992.06">8644 9201 747 0,'0'0'238'0,"0"0"-26"0,0 0-22 0,0 0-16 16,0 0-13-16,0 0-10 0,0 0-23 0,0 0-2 15,20-14-16-15,-12 10-16 0,4-4-1 0,2 1-1 16,4-4-3-16,2 1-15 0,3-2-2 16,1-1-10-16,4-1-6 0,-1 0-15 0,1 3 10 15,-4 0-2-15,-1 0-11 0,-2 1 0 0,0 2-9 16,-5-2 12-16,2 3-16 0,-5 0 1 15,1 4 5-15,-4-2-8 0,-3 1-8 0,1 0-10 16,1 2-10-16,-5 1 0 0,-4 1-3 0,0 0-20 16,0 0-26-16,0 0-10 0,0 0-41 15,0 0 8-15,-14 10-21 0,4-2 11 0,-1-1-8 16,-3 1 28-16,-2 2-31 0,-2-2 15 0,-2 6 1 16,0-3 23-16,2 0 10 0,-2 2-13 0,-1-1 23 15,1 1 13-15,3-1 12 0,-1 1 16 16,2-2 1-16,2 0-6 0,0 0 23 0,1-1 10 15,2-2-8-15,5-1 24 0,-4 3-24 16,5-3 32-16,-4 0-6 0,5-2 3 0,1 1 12 16,-3 1 16-16,5-4 8 0,1 2-1 0,0-5 6 15,0 0-6-15,7 7-22 0,-7-7 22 0,10-3 6 16,-10 3-8-16,24-5 3 0,-10-1-11 16,3-1 16-16,4 0-11 0,2-2-12 0,1 0-6 15,0 0 1-15,1-1-14 0,-1 1 4 0,-1 0-9 16,1 1-7-16,-3 0 0 0,-2 0 0 15,-5 1 5-15,0 3-5 0,0 0 10 0,-7 1 3 16,3-1-21-16,0 1 16 0,-6 3-16 0,2-2 5 16,-6 2-7-16,0 0-59 0,0 0-26 15,0 0-33-15,0 0-77 0,0 9-379 0,0-9-104 16,-6 4 45-16,2 2 67 0</inkml:trace>
  <inkml:trace contextRef="#ctx0" brushRef="#br0" timeOffset="72881.89">8500 10676 632 0,'-3'-7'292'0,"0"4"-16"16,2-4-89-16,1 7-23 0,-3-8 5 0,0 6-23 0,3 2-13 15,-5-6-8-15,5 6-23 0,-3-7-2 16,3 7-23-16,-3-4-5 0,3 4-13 0,0 0 25 16,0 0-25-16,0 0-8 0,0 0 3 0,0 19 2 15,0-12-23-15,3 3 3 0,-3 3 8 16,4 0-21-16,0 1 13 0,2 3 0 0,-2-2-11 16,2 2 3-16,1 0 62 0,1 2-11 15,2-4 8-15,-1 3-23 0,2 0 0 0,-1 3-5 16,0-4-20-16,1 1 9 0,2 0-7 0,-3-3 3 15,4 2-19-15,-4-1 3 0,0-2 3 16,1-1-13-16,-1-5 13 0,0 6-3 0,1-4-10 0,-1-2 5 16,0-1 15-16,1-3-17 0,-2 2 4 15,1-5-4-15,2 4-6 0,-2-5-2 0,4-1-3 16,-1-3 0-16,0 3 8 0,2-2-5 0,1-1 2 16,1-5-12-16,1 5 2 0,-2-4 3 15,2 1-6-15,-1-3 9 0,3 2-9 0,-3-3 11 16,4 1-5-16,-3 2-8 0,1-1 5 15,-1 1-10-15,-2 1 10 0,2 2 0 0,2-1 5 0,-3-1-18 16,1 5 1-16,1-4 4 0,-1 6-7 16,-1-2 0-16,0 4 2 0,-2-2 6 0,1 0-6 15,2 6 16-15,-2-4-21 0,1 4 13 16,-3 1-11-16,3-2 6 0,-4 2 8 0,-1 1-3 16,0 1-8-16,-2-1-2 0,-2-1-5 0,-1 3 12 15,-1-3-2-15,-2 0 2 0,2 2 11 0,-5-3 0 16,2-2-3-16,1 3 0 0,-4 0 0 15,3-4 13-15,-3 2-10 0,0-5 2 0,0 0-2 16,0 8 4-16,0-8 9 0,0 0-13 16,0 0 10-16,0 0-16 0,0 0 8 0,-3-17 8 15,6 9-10-15,0-1 5 0,-2-2-6 0,5 0-2 16,-3-3 1-16,7 3 4 0,-2-3-5 16,2 3 0-16,0-3-2 0,1 3-6 0,5-3 16 0,-1 3-21 15,4-3 16-15,2 4-18 0,3-2 30 16,4-1-25-16,2 2 15 0,2-3-10 0,2 6 10 15,3-2-7-15,0 2-11 0,-2 1 11 0,6-3-13 16,-7 7 20-16,3-1-8 0,-3 2 1 16,-3 0-11-16,0-1 21 0,0 6-8 0,0-1 0 15,0 0-7-15,2 2-1 0,-2-1 3 0,-3 4 3 16,2-4-8-16,4 5 7 0,1 2-7 16,-1-2 13-16,1 3-3 0,2-5-2 0,-3 2-1 15,4-1-10-15,-1 3 14 0,5-2-9 0,8 4 0 16,-5-3 9-16,-4-5-6 0,-3 3 0 0,6 0 7 15,-3-4-4-15,0 2-3 0,17 1-5 16,0-2-59-16,-10 2-5 0,-4-5 7 0,5 0 6 16,-5 1 10-16,18-5 7 0,-1 1 3 0,-13-3 6 15,-7 3 4-15,0-4-2 0,-3-1 8 16,-1 2-3-16,-3-2 12 0,-9-1-7 0,2 0 13 16,-7-1-2-16,1-4-4 0,-1 3 6 0,-3-2-8 15,-3-3 42-15,-1-2-12 0,-3-1-1 16,-2-3-3-16,-5-4 10 0,1 1 0 0,-4-2 5 15,0-1-18-15,-3-1 5 0,-1-4-2 0,0 1 3 16,0 5 7-16,-5 1 15 0,5 1-20 0,-3 0 20 16,0 4-15-16,0-2 3 0,-2 6 0 0,5 4-16 15,-7-1-23-15,4 2-7 0,-2 4-37 16,-1 0-58-16,-4 4-97 0,3 1-510 0,-6 2-36 16,4 3 57-16,-8-1 74 0,0 5 58 0</inkml:trace>
  <inkml:trace contextRef="#ctx0" brushRef="#br0" timeOffset="73675.34">8736 11614 742 0,'0'-6'320'16,"0"-1"36"-16,0 7-36 0,0-8-36 0,0 4-23 15,0 4-31-15,-3-6-23 0,3 6-27 16,0 0-9-16,0 0-25 0,-5 14-8 0,5-6-7 0,0 5-19 16,-3-1-22-16,3 4 5 0,-3 2-13 15,3-1-6-15,0 2-1 0,0-1-16 0,3-2-11 16,0 1 6-16,-2 0-11 0,6-2-7 0,-3 3 0 15,5-4-5-15,-2-3-3 0,4 3-5 16,-1-4 3-16,3-2-1 0,1-1-9 0,-1-4 7 16,2 1-8-16,1-4-5 0,-1 0-5 0,1-4 11 15,-2 2 2-15,0-6-21 0,3 1 11 16,-7-3-3-16,4 2-10 0,-4-9 10 0,-3 2-3 16,0 0 4-16,0-3 1 0,-3 1-9 0,2-1-9 15,-3 3 19-15,0-2 5 0,-3 2 2 0,1 4 6 16,-1 0-1-16,3-2-7 0,-3 5-3 15,0 4-7-15,0-2 10 0,0 6-6 0,-7-2-9 16,7 2 7-16,0 0 5 0,-10 10-10 0,7-3 8 16,-1 3-11-16,1 0 8 0,2 2-7 15,1-1 4-15,0-1-4 0,1 5-1 0,1-5 11 16,3 4-8-16,-1-3-5 0,5 4 5 0,-2-5 10 16,4 3-2-16,2-2-29 0,0-3-30 15,2 0-44-15,5-2-61 0,-3-2-105 0,3 0-381 16,1-3-170-16,2-2 88 0,-2-3 71 0,0 0 62 15,-4-2 66-15</inkml:trace>
  <inkml:trace contextRef="#ctx0" brushRef="#br0" timeOffset="73875.43">9307 11551 726 0,'0'15'231'0,"0"-1"-29"0,0 6-13 0,0 2-2 16,3 4-18-16,0 6-10 0,2 2-18 0,1 2-3 15,1 10-28-15,2-1 8 0,3 3-21 16,1-4-5-16,-3-9-7 0,0-2-14 0,1-1 11 16,-2-4-23-16,2 1-8 0,-4-8-33 0,0 1-36 15,3-5-66-15,-6-3-16 0,2-3-84 16,-6-3-167-16,1-5-312 0,2 1 56 0,-3-4 55 16</inkml:trace>
  <inkml:trace contextRef="#ctx0" brushRef="#br0" timeOffset="74141">9276 11683 698 0,'-3'-25'295'0,"2"7"-19"0,1 1-12 0,1 2-21 16,2 3-31-16,3-1-17 0,-1 3-13 0,4-2-21 15,1 2-23-15,1 2-97 0,0-1 13 0,5 5-11 16,1 0-4-16,1 1 2 0,-1 3-3 16,3 2 3-16,-3-1-18 0,4 6 0 0,-4 0 5 15,0 0 29-15,1 4-19 0,-6-1-7 16,-2 3 5-16,1-1 17 0,-4 1 70 0,-3 2-13 15,-1-2-10-15,-3 4-3 0,-1 0 1 0,-5-2-9 16,0 2-12-16,2-2 2 0,-7 0-15 0,4-2-5 16,-3 2 3-16,0-2-4 0,0-1-9 15,3-3-5-15,0 0-32 0,-3-2-24 0,3 1-37 16,4-2-48-16,-1-2-136 0,-2 1-435 0,3-3-133 16,3-2 84-16,0 0 46 0,0 0 85 0,0 0 66 15</inkml:trace>
  <inkml:trace contextRef="#ctx0" brushRef="#br0" timeOffset="74874.06">10032 11621 765 0,'-3'-6'294'0,"2"-1"-38"0,-6 5-28 15,3-3-8-15,1 2-13 0,3 3-32 0,-17-1-9 16,7 2-13-16,0 2-22 0,-3 2-3 0,-1 0-3 15,3 2-12-15,-3 1-23 0,1 6-3 16,3-3-13-16,-1 2 3 0,1-1-8 0,-1 2-26 16,5-3 6-16,2 3 10 0,1-3-11 0,0-1-14 15,3 2 12-15,0-2 8 0,3-1-11 16,0 0-22-16,4-2 4 0,0-1 3 0,0-4-5 16,3-1-12-16,1-1 7 0,-1 0-3 0,3-2-5 15,-2-4-5-15,2 2 18 0,-3-5 3 16,4-3 58-16,-4 1-17 0,0-4-6 0,1-2-17 15,-4-2-6-15,0-2-15 0,-1 0-10 16,2-4-3-16,-5-4 1 0,0 4-1 0,-3-5 0 16,0 0-2-16,0-2-1 0,-3-1 1 0,0 7-5 15,0 1-1-15,2 1 14 0,-3 5-6 0,1 3 3 16,0-2-3-16,2 4-5 0,-2 6 0 0,0 0-18 16,0 5 11-16,3 3 2 0,-7 0 7 15,7 0-9-15,-6 15 4 0,4-4 14 0,2 3-11 16,0 4 8-16,0 2-8 0,5 2-3 0,1 2 1 15,1-2 5-15,3 7-1 0,4-3 1 16,-1 1-8-16,1-2 2 0,0-2-7 0,6 1 13 16,-3-5 0-16,4 2 7 0,0-4-10 0,-2-5-2 15,3 2 10-15,2-4-13 0,0-3 15 16,2-4-13-16,-2 1 11 0,-3-4-2 0,3-1-4 16,-4-2-7-16,1-6 5 0,-3 1-2 0,1-2 7 15,-8-1-5-15,2-4-15 0,-6 0 7 0,-3-2-12 16,-1 0 23-16,1 1-1 0,-4 0-9 15,-4 5 15-15,4-1-13 0,-4 2 5 0,-2 5-5 16,2 2 7-16,-5 0-12 0,-2 4 8 0,-2 1 7 16,2 3-10-16,-3-2 5 0,1 4-2 15,-1 3-1-15,4-2 14 0,-3-1-21 0,5 3 12 16,1-3-4-16,-2 1 10 0,1-1-11 0,5-1-4 16,-4-1-3-16,4 2 5 0,0 0 0 0,2-1 5 15,1-1-10-15,0 2 2 0,0 3-5 0,1-2 11 16,2 0-1-16,3 1 14 0,-2 3-14 15,3-2-2-15,3 0-2 0,-3-2 9 0,7 2-12 16,-4 2 3-16,3-3 9 0,1-2-12 16,0 2 8-16,0-5 10 0,2 3-16 0,2-5-22 15,2 3-45-15,-2-3-83 0,5-4-78 0,-3 0-321 16,1-2-285-16,0 1 112 0,-5-5 67 16,5-2 52-16,-3-3 58 0</inkml:trace>
  <inkml:trace contextRef="#ctx0" brushRef="#br0" timeOffset="75307.61">10756 11144 911 0,'0'0'309'0,"-4"25"1"0,4-11-38 16,0 4-24-16,0-1-25 0,0 6-8 0,0-3-85 15,0 5 1-15,1 3-11 0,2-2 5 0,0 2-20 16,1-3-2-16,3 4-21 0,-4-3-3 15,4 2-7-15,-3 1-3 0,5-1-18 0,-1-3 8 16,-1-2-16-16,3-3 6 0,0 1 0 16,0-3-11-16,3-2-12 0,-2-4 4 0,-1 1 78 15,3-4-11-15,2-6-7 0,-5 2-21 0,7-3-8 16,-4-4-58-16,-1-3-3 0,4 2 0 16,-2-4-11-16,-1-5 14 0,-2-1 0 0,2-2-19 15,-3-2 11-15,-3 5 0 0,1-4 10 0,-2 1-2 16,1 0 2-16,-4 5 2 0,0-2-7 0,1 0 8 15,-4 8-5-15,3-3 12 0,-3 2-7 0,0 5 10 16,0 0-13-16,0 0-3 0,0 0 6 16,0 0 5-16,-13 15-5 0,9-5 2 0,1-2 15 15,0 5-9-15,3-2-1 0,-3 0-7 0,3 1-3 16,0-1 28-16,3 3-12 0,0-3-16 16,-2 3 0-16,5-3-5 0,-3 3 23 0,4-3-15 15,0 1 10-15,-3-2-29 0,3 0-37 0,-1-3-21 16,4-4-70-16,-3 4-91 0,3 0-256 15,-3-6-357-15,-3-1 122 0,-4 0 37 0,7-8 72 0,-7 1 77 16</inkml:trace>
  <inkml:trace contextRef="#ctx0" brushRef="#br0" timeOffset="75607.64">10530 11518 1062 0,'0'0'389'0,"-9"0"-33"16,9 0-29-16,-11 3-40 0,11-3-13 0,0 0-34 16,0 0-22-16,0 0-18 0,0 0-13 0,0 0-29 15,0 0 6-15,34-10-13 0,-13 7-20 16,0-4-19-16,6-1-2 0,-1 4-7 16,-1-5-26-16,2 1 4 0,0 0 1 0,-2-1-7 15,2 0-6-15,-4 2-3 0,-2-2-4 0,-3 2-6 16,-2 2-7-16,2-4-8 0,-5 6-3 0,-2-2 0 15,-1 2-12-15,0-1 5 0,-3 3-13 0,0-1-24 16,-1 1 1-16,-6 1-28 0,0 0-67 16,7 4-18-16,-7 3-97 0,-3-3-158 0,0 2-495 15,-1 1 36-15,-2 1 95 0,1 0 84 16,-1 1 75-16,-1-1 43 0</inkml:trace>
  <inkml:trace contextRef="#ctx0" brushRef="#br0" timeOffset="77341.17">11860 11333 806 0,'-3'-2'253'0,"3"2"-20"16,-3-6-31-16,3 6-15 0,0 0-2 15,0 0-32-15,0 0-12 0,0 18-5 0,0-10-11 16,3 6-7-16,-3-3-13 0,3 6-6 0,0 1-24 16,1-3-1-16,-1 2 3 0,2 1-3 0,1 1-7 15,1 1-24-15,2-2 3 0,-1 3 74 0,-1-9-10 16,3 9-12-16,0-9-9 0,0 4-12 15,0-5-3-15,0 0-10 0,-2 0-7 0,2-4-1 16,-4-1-20-16,1-1 12 0,1-1-73 16,-2-3 9-16,-6-1-9 0,10-1 22 0,-10 1-9 15,4-8 4-15,-4 2 3 0,0-2 0 0,0-2-6 16,-4-2 14-16,1 2-8 0,0-2 5 0,0-1 2 16,2 1-2-16,-2-1-2 0,-3 2 10 15,5-3-11-15,1 4 8 0,-4 0-10 0,4-3 8 16,0 4-11-16,4 1 10 0,-3 0-9 0,5-2 4 15,-2 3 3-15,5-1-2 0,2-1-11 16,-1 1 13-16,4 0 0 0,3 1 7 0,4-3-17 16,-1 2 10-16,0-2-2 0,2 3-3 0,0-3 10 15,-1 1-3-15,-3 0 3 0,-1 0 0 0,0 0 1 16,-4 1 17-16,1 0-23 0,-3 0 5 16,-2 0 5-16,-2 0-10 0,-3 0 3 0,0-1 4 15,-1 4-14-15,-3-5 4 0,0 3 3 0,-3 3 0 16,2-2-3-16,-2 1 3 0,-4 2-10 15,3 3-3-15,4 0 11 0,-13 3-1 0,6 4 6 16,0 0-13-16,-3 1 7 0,3 6 8 0,1-2-10 16,-2 4 8-16,1-1-11 0,4 0-2 0,0-1 7 15,3 0-2-15,0 3 0 0,3-2 0 16,1 0-3-16,2-2 21 0,5 2-5 0,-1-2-11 16,3-1-2-16,2 1 0 0,1-3 10 0,5-1-8 15,0-2-4-15,-2-3 19 0,5 1-19 0,-3-3 12 16,0-2-5-16,-1 0-5 0,-2 0 7 15,-2-2 1-15,2-3 2 0,2 2-5 0,-6-4-10 16,-1-1 5-16,-2-2-6 0,-1-2 4 16,0 1-9-16,-2-5 9 0,-2 1-4 0,0 2-1 15,-5 0 7-15,2-4-11 0,0 9 3 0,0-4 8 16,-3 3 0-16,1 2-5 0,3 0-13 0,-4 6 23 16,0 1-10-16,0 0 10 0,0 0-13 0,0 11 3 15,0-3 7-15,3 5-5 0,0-1 3 16,-3 1 5-16,4-1 0 0,-1 5-7 0,0-4-4 15,1-1 4-15,-1 3 1 0,0-5 6 0,2 3-5 16,-2-1 0-16,0-4 8 0,0 2 10 16,-3-3-8-16,4 1 8 0,-4-1 15 0,3-4-8 15,-3-3 8-15,0 7-10 0,0-7-2 0,0 0 14 16,0 0-14-16,0 0 4 0,-3-10-2 16,3 0-5-16,-3 1 2 0,3-4-2 0,0-4-5 15,3 1 5-15,-3-5-1 0,3 0-7 0,0 3-2 16,1-6 5-16,3 8-11 0,-3-1 3 15,2 0-2-15,-2 6 7 0,2 2-3 0,1 0-15 0,0 4 8 16,0 2-5-16,0 0 5 0,2 3 5 16,-1 6-3-16,2-5 3 0,-3 6 8 0,4 1 0 15,-1-2 2-15,-1 2-13 0,2 1-2 0,-1-4 8 16,0 2-1-16,1 0 11 0,2 3-18 16,-6-5 3-16,4-2 4 0,-1 4-17 0,0-6 25 15,1 1 5-15,-1 1-20 0,0-3 0 0,1-3 8 16,-1 1-6-16,3-1 6 0,-3-3-11 15,-3-1-5-15,0-3 11 0,0-1-1 0,0-2-12 16,0 1 10-16,-4-2-3 0,3 3-2 0,-5 0 7 16,5 1-12-16,-3 0-3 0,-3 2-13 0,1 5 18 15,3-1 6-15,-4 4-11 0,3 13 2 0,0-2 16 16,-2 5-10-16,2 4-3 0,3 5 11 16,-2 8-1-16,-1 4 6 0,5 12-3 0,1 1 0 15,-2 1-10-15,0-1 12 0,4-1 6 0,-5-3 5 16,1-4-16-16,-1-9 16 0,-2 2 0 15,0 1-1-15,-4-8 22 0,3-2-14 0,-6-1 13 16,-1-1 1-16,0-8-16 0,-2 1 20 0,-4-3-15 16,3-5 5-16,-7-4-5 0,1-1 3 15,-1-5 5-15,0-5 2 0,-6-1-20 0,3-3-6 16,-1-1 14-16,-2-3-3 0,6-1 18 0,0-2-3 16,1 1-5-16,3-1 3 0,-1 2 7 15,4 1-12-15,1-2-1 0,3 0-9 0,-1 2-1 0,7 2 0 16,-2-2-2-16,5-2-5 0,-2 4-36 15,6-2-34-15,4 2-20 0,2-1-41 0,2-2-40 16,9 3-42-16,4-1-153 0,10-7-431 16,4 5 75-16,2-4 38 0,1-2 103 0,-1 4 40 15</inkml:trace>
  <inkml:trace contextRef="#ctx0" brushRef="#br0" timeOffset="78923.85">13918 11100 929 0,'0'0'327'0,"-14"-2"-40"0,14 2-11 0,-13 3-35 15,6 4-26-15,0-1 3 0,-3 2-42 16,6 2-17-16,1 1-18 0,0 3-8 0,0 1-15 16,3 2-13-16,6 0-8 0,-3 3-10 0,7 2-5 15,-2-1-11-15,5 4-4 0,-3 0 10 16,4 0-18-16,-1 0-3 0,-2-1-5 0,-1-2-7 0,-3-1-14 15,-1 1 9-15,-1 1 2 0,-2-4-13 16,-3-1 13-16,0 0-16 0,-7 1-2 0,3-3 0 16,-5-3-7-16,2 1 7 0,-4-4 0 0,4 0 0 15,-3-5-69-15,0-2 10 0,-1 1-5 16,1-4 0-16,0-4 10 0,0-1 1 16,0-1 7-16,0-8 5 0,2 4-5 0,2-5 15 15,2-2-7-15,4 1-13 0,0-1 7 0,3-1 1 16,1 3-1-16,2-2-2 0,5 0 10 0,-1 1-5 15,4-1 6-15,0 7 6 0,3-5-6 0,-3 7-4 16,3 4 9-16,0-2-14 0,3 4 11 0,0 2 5 16,-2 1-5-16,3 0-3 0,-1 6 10 15,1 0 8-15,2 2-10 0,-6 3-8 0,-2-4 16 16,4 5-16-16,-8-4 26 0,2 1-13 0,-2 3 8 16,-1-3-1-16,-3 2 6 0,3-4 5 15,-3 0-5-15,-3 1 12 0,2-1-19 0,-2-1 14 16,2 1 24-16,-3-3-14 0,-3-3 11 0,0-2 5 15,0 0-7-15,0 0 22 0,0 0-25 16,0 0-5-16,0 0-1 0,-9-15-9 0,5 7 12 16,1-2-15-16,0-4-3 0,3 3 6 0,0-3-11 15,0 4 8-15,3-5 0 0,0 5-5 0,0 0 0 16,1-2-3-16,2 4-8 0,-1 2-2 16,1 1 5-16,1-1-2 0,0 5 0 0,4 1-1 15,-5 0 6-15,4 1-6 0,0 5 1 0,-2-1-1 16,2-2 4-16,-1 5-9 0,-1-1 6 0,-1 1 2 15,-1 0-5-15,-2-1 5 0,2-2-5 16,-2 2-3-16,0 1 11 0,-1-2-3 0,0-2 5 16,-2 3-5-16,2-4 3 0,-3 2-3 0,0-3 3 15,0-2-3-15,0 5 8 0,0-5 7 16,0 0-12-16,0 0 5 0,0 0-8 0,-10-15 13 16,6 8-8-16,3-1 0 0,-5-2-5 0,3-5-2 15,0-2 2-15,2-1 3 0,1 3-8 16,-3-3-3-16,6 0 11 0,-3 2-16 0,1 1 11 15,2 0-3-15,3 4 0 0,-2 0-13 0,3 2 18 16,0 1-18-16,0 2 8 0,2 1 0 0,2 3 8 16,-1 4-14-16,4 2 19 0,-4-1-16 15,4 5 8-15,3-1-5 0,-4 3 5 0,5 2-2 16,-1-1-3-16,0-1-3 0,1 4 0 0,1-3 8 16,-4-4-2-16,1 3 4 0,-2-2-4 0,0-1 7 15,0 3 2-15,2-5-7 0,-2-2 11 16,-4 4-9-16,4-7 3 0,0 1-2 0,-4 1 7 15,0-4-10-15,4 1 3 0,-4-1 4 0,1-3-7 16,-5-3 3-16,4 1-8 0,-6-3 10 0,-1 2-2 16,0-4 4-16,1-1-7 0,-4 3 5 0,-4 0-7 15,1 2-3-15,0 0 5 0,-1 2-3 16,-2 2-2-16,-1 1 0 0,0 2 10 16,-3 1-5-16,3 4 0 0,0 0-8 0,-4 1 8 15,5-2-5-15,-1 6 3 0,1-4 2 0,-2 2-3 16,5-3 6-16,-1 3-1 0,1-1-7 0,0-2 8 15,0 2 2-15,2-4-13 0,1 5 8 0,0-5-8 16,0-2 24-16,0 8-9 0,1-4-9 16,2-2 7-16,3 0-8 0,-5 3 14 0,5-1-6 15,1-3-8-15,0 6 1 0,0-3 2 0,0-1 10 16,3 3-15-16,0-2 5 0,-3 0 5 16,4 0-10-16,-1 1 10 0,0-3 3 0,1 4-11 15,-1-4 6-15,0 0-11 0,4-2 21 0,-4 3-8 16,3-3 0-16,1 0-5 0,-1-3-10 0,2 3 12 15,-2-4-4-15,4-2 4 0,-4-1-2 16,2 0 3-16,1 2 4 0,-2-4-4 0,3-3-6 16,-3-1 16-16,-1-2-15 0,-2-2-1 0,3-1 3 15,-5-4-8-15,-2 0-12 0,1 0-6 0,-2-6 3 16,-5 1 8-16,2 1-11 0,-3-2-2 16,0-1 5-16,-4 0 5 0,1 0-7 0,0 4 14 15,0 7 4-15,2-1-1 0,-3 3-10 0,1 2 18 16,0 6-15-16,-1-1 10 0,1 7 10 15,0 3-13-15,3-1 11 0,-7 11-8 0,4 2 5 16,-2 4 7-16,2 2 9 0,3 6 7 0,0 0-21 16,0 0 6-16,3 5-3 0,-2-2-5 0,6-3 15 15,-3 6-7-15,5-5 2 0,-2-2 3 16,1-1 0-16,2-2-8 0,0-3 5 0,4 2-5 16,-4-4 1-16,3-3-6 0,-2-5 7 0,2 0 6 15,1 1 0-15,-1-8-6 0,-3 2-4 0,4-6 17 16,-3 2-12-16,3-3-3 0,-4-9-5 15,3 5 16-15,-2-10-6 0,-1-6-2 0,-4 3-6 16,2-9 3-16,-2-2 5 0,-2-5-4 16,-4-1-9-16,0 1 3 0,0-3 3 0,-3 0-3 15,2 7 0-15,-2-2 0 0,0 7 5 0,-1 4 5 16,4 1-10-16,-1 8 8 0,1 2-8 0,-3 1 2 16,0 8-4-16,3-2 2 0,0 6 41 0,0 0-29 15,-10 18-6-15,4-3-27 0,5 3 42 16,-2 6 35-16,-1 4-25 0,0 4-19 0,4 1 11 15,0 5-10-15,1-2 15 0,2-2-2 0,1 0 2 16,-1-1-15-16,4-1 18 0,-3-6-16 16,2 1 13-16,1-5-25 0,0 2 17 0,0-6-12 15,-4-2 5-15,1-1 12 0,2-3-17 0,-3-4 10 16,2 0 7-16,-2 1-12 0,3-5-10 16,-2-1-11-16,-1-2-5 0,-3-1-43 0,0 0-54 15,0 0-115-15,0 0-131 0,0 0-558 0,-13-17 123 16,2 13 49-16,-2-8 99 0,-5 2 55 0,-9-5 45 15</inkml:trace>
  <inkml:trace contextRef="#ctx0" brushRef="#br0" timeOffset="84478.81">15970 2789 276 0,'0'0'113'16,"0"0"4"-16,0 0 11 0,-5-3-7 0,5 3-14 16,0 0 21-16,0 0-26 0,0 0-20 15,0 0 16-15,0 0-6 0,0 0-18 0,-3-5 36 16,3 5-46-16,0 0-5 0,0 0 0 0,0 0-5 16,0 0-24-16,0 0 24 0,-7-2-10 15,7 2-3-15,0 0-21 0,0 0 0 0,0 0 6 16,0 0 10-16,0 0-5 0,-9-2-1 0,9 2-9 15,0 0 7-15,0 0-15 0,0 0 2 0,0 0 26 16,0 0-31-16,0 0 3 0,-11 0 0 16,11 0 5-16,0 0-8 0,0 0 69 0,0 0-7 15,0 0 7-15,0 0-27 0,-10-1-1 16,10 1 3-16,0 0-8 0,0 0-10 0,0 0 12 16,0 0 1-16,0 0-6 0,0 0-2 0,0 0-13 15,-13 1 8-15,13-1 3 0,0 0 2 0,0 0-11 16,0 0 11-16,0 0-13 0,0 0-7 15,0 0 2-15,0 0-8 0,0 0 1 0,0 0 7 16,0 0 7-16,0 0-4 0,0 0-11 16,0 0 1-16,0 0 2 0,0 0-16 0,0 0 21 15,0 0-18-15,0 0 0 0,0 0 8 0,0 0-8 16,0 0-2-16,0 0 7 0,0 0-5 0,0 0 3 16,0 0-13-16,0 6 15 0,0-6-10 15,0 0 5-15,3 8-2 0,-3-8-6 0,3 7 11 16,0-3 0-16,-3-4-11 0,4 8 6 0,-1-4-6 15,0 2 3-15,-2-1-5 0,6-1-10 16,-4 2 2-16,1-2-8 0,-1 2 26 0,0 0-5 16,1-1 8-16,-1 0 2 0,3 0-7 0,-1 0 2 15,1 1-2-15,-2 0 4 0,-1-1-7 16,3-1 0-16,-2 0-2 0,-1 2 7 0,2 0 0 16,1-1 3-16,-3-1-8 0,1 0 5 0,-1 0 0 15,1 0 3-15,2 0 2 0,-2 1-5 16,0-2 0-16,-1 1-5 0,0 1-3 0,1-3 3 15,-1 2 11-15,-3-4-9 0,6 7-12 0,-2-6 13 16,0 2-3-16,-4-3 5 0,7 8-10 16,-4-7 2-16,-3-1 6 0,3 7-11 0,1-5 13 15,-4-2 5-15,3 6 6 0,0-3-22 16,1-1 12-16,0 3 1 0,-4-5-4 0,3 5 5 16,0-1 2-16,-3-4-10 0,4 6 2 0,-1-2 6 15,0 1-16-15,-3-5 16 0,4 6 2 0,-4-2-15 16,3-1 0-16,0 1 2 0,1 0 1 0,-3 1 12 15,-1-5-2-15,3 7-11 0,0-2 16 16,-3-5-10-16,3 7-11 0,-2-2 10 0,-1-5-2 16,3 4 13-16,-3 0-5 0,0-4 7 0,3 8-7 15,-3-8-11-15,0 5-4 0,3-1-1 16,-3-4 3-16,0 6 15 0,0-6-10 0,0 7 8 16,0-7-13-16,1 4 10 0,-1-4-13 0,0 8 16 15,0-8-3-15,0 4-2 0,0-4 4 16,0 7-12-16,0-7 15 0,-1 8-15 0,1-8 3 15,0 6 4-15,0-6 14 0,-3 4-6 0,3-4-5 16,0 7-5-16,0-7 10 0,-3 5-10 16,3-5 10-16,-3 5 1 0,3-5 1 0,0 0 4 15,-4 4 9-15,4-4-9 0,-6 2-3 0,6-2 10 16,0 0 5-16,-8 1-8 0,8-1 1 0,0 0 4 16,0 0-20-16,-17-3 13 0,14-1-84 15,3 4 20-15,-11-5 12 0,5 2 4 0,5-2 4 16,-5 1 8-16,0 0 8 0,2-1-5 15,0 1-6-15,1 1 16 0,2-2 0 0,1 5 0 16,-6-8 5-16,6 4-16 0,-3-1 9 0,3 5-9 16,0-8 16-16,0 8-10 0,3-7 5 0,-3 7-3 15,3-7-2-15,0 2 8 0,1 2 4 16,-4 3 1-16,8-5-11 0,-2 3 11 0,-6 2-1 16,13-2-10-16,-13 2-4 0,11 0 1 0,-11 0 4 15,10 2 7-15,-6 2-3 0,2-1 6 16,1-1-8-16,-6 2-1 0,-1-4 6 0,6 9 6 15,-2-4-4-15,-4 0-2 0,0 0-8 0,0 0 14 16,0-5-4-16,-1 12 24 0,-2-7-16 16,0-1-18-16,0 0 13 0,-2 1 1 0,2-2-6 15,-3 1-3-15,2 1 18 0,4-5 3 16,-7 4-13-16,1-2 16 0,6-2-8 0,-11 2 7 0,11-2-25 16,-10-1 13-16,10 1 2 0,-7-4 28 15,0 1-27-15,7 3-6 0,-7-7-5 0,4 3 7 16,0 2-7-16,-1-3 3 0,4 5 2 0,-3-9-15 15,3 9 10-15,3-9-16 0,-3 9 9 16,4-8-9-16,-1 3-4 0,0 1-21 0,1 0-8 16,3 1-25-16,-4 0-92 0,4-1-39 15,-1 2-153-15,-2-1-387 0,3 1 82 0,0 1 64 16,-7 1 54-16</inkml:trace>
  <inkml:trace contextRef="#ctx0" brushRef="#br0" timeOffset="85528.51">16130 3131 547 0,'0'0'151'0,"0"0"-18"16,0 0-5-16,10 8-18 0,-7-2 6 0,-2 0-32 16,2 1 21-16,4 1-26 0,-3 2-9 0,-1 2 9 15,0 0 10-15,1 1-12 0,2 2 51 16,1 3 10-16,0-1-17 0,-3-2-16 0,3 7-18 16,2-3-3-16,-1 1 1 0,-1 2-16 0,-1-2 0 15,1 2-92-15,-1 0 5 0,2-2 5 16,-2 2 11-16,-2-5 2 0,3 2-23 0,-4-1 15 15,4-1-2-15,-3-2-3 0,2 0 21 16,-5-2-6-16,5-1 6 0,-3-1-8 0,0-1-8 16,-2 1 3-16,2-2-3 0,1-4 13 0,-1 2 13 15,-2-1 0-15,-1 1-8 0,3-3 24 16,-3 0 9-16,3 0 8 0,-3-4 85 0,3 7 5 16,-3-7-13-16,0 6-21 0,0-6-4 0,0 0-11 15,0 0-2-15,0 0-14 0,0 0 9 0,0 0-21 16,0 0-21-16,0 0 19 0,0 0-11 15,0 0-13-15,0 0 3 0,0 0-10 0,0 0-3 16,0 0 3-16,0-17-13 0,0 17 7 0,0 0 4 16,0 0 1-16,0-7-12 0,0 7-2 0,0 0-6 15,0 0-8-15,-3-6 9 0,3 6 6 16,0 0 1-16,0 0-10 0,0 0-5 0,0 0 7 16,0 0-8-16,0-4-2 0,0 4 8 0,0 0-5 15,0 0 7-15,0 0-8 0,0 0-7 0,0 0 5 16,0 0-2-16,0 0-3 0,0 0 5 15,0 0 5-15,0 0 2 0,0 0-7 0,0 0-5 16,0 0 0-16,0 0 10 0,0 0-7 16,0 0 17-16,0 0-25 0,0 0 12 0,3 17-9 15,-3-17 2-15,0 8 2 0,0-8 3 0,0 6 5 16,-3-2-5-16,3-4 3 0,0 7 7 16,-3-3-2-16,3-4 4 0,0 5 14 0,0-5-13 15,0 0 7-15,-4 5-2 0,4-5 0 0,0 0-5 16,0 0 7-16,0 0 1 0,0 0-3 0,-20-6-13 15,17 1 5-15,-1 2 6 0,1-3 4 0,-5 4-7 16,5-6 5-16,-1 3-8 0,1-2 8 16,-3 3-5-16,2-3-3 0,1 0-7 0,0 3 2 15,-2-3 15-15,5 1-20 0,-3 2 5 16,3-3 0-16,0 2-7 0,0 5 7 0,0-12-10 16,3 7 5-16,-3 1 10 0,0 4-5 15,5-6-10-15,1 4 5 0,-6 2 0 0,7-3-5 0,-7 3 2 16,0 0-4-16,13 3-4 0,-13-3 6 15,11 4 0-15,-7 0 3 0,2 0 7 0,-3 2-3 16,1 1-7-16,-1-2 5 0,1 2 0 0,-1-2 5 16,-2 3-2-16,-1-3 12 0,3 2-17 15,-3-2 14-15,-3 0-9 0,3-5 2 0,0 11 8 16,-1-7-5-16,-2 0 2 0,3-4 3 0,-7 9-8 16,6-8 15-16,1-1-4 0,-9 3-4 15,9-3-9-15,0 0 10 0,0 0-8 0,-14-7 5 16,10 3 0-16,-2-2 6 0,5 2-11 0,-5-2-5 15,6 1-5-15,-3-1 10 0,3-1-8 0,0 2 3 16,0-2 0-16,0 1-7 0,3-2-6 0,0 2 18 16,-3-1-8-16,4 3 6 0,-1-1-3 15,-3-1-8-15,7 2 6 0,-7 4-9 0,4-6-9 16,-4 6 12-16,6-1-4 0,-6 1-27 16,0 0-22-16,13 6-24 0,-12-2-84 0,-1 3-94 15,3 0-577-15,1 2 31 0,-4 1 75 0,0-2 86 16,0 1 54-16</inkml:trace>
  <inkml:trace contextRef="#ctx0" brushRef="#br0" timeOffset="86859.75">16287 3585 360 0,'0'0'134'0,"0"0"-12"0,0 0-32 0,0 0 2 16,0 0-18-16,0 0 8 0,0 0-15 0,0 0-13 16,0 0 2-16,0 0 0 0,0 0-23 15,-17 3 3-15,17-3-2 0,0 0-1 0,0 0-5 16,0 0-2-16,-3 4-1 0,3-4-12 0,0 0-5 16,3 8 7-16,-3-8 0 0,3 9 21 15,1-5-10-15,0 3-8 0,-1 1 10 0,1 2 3 16,2-2-11-16,1 6 8 0,0-3 8 0,0 4 20 15,0 0-2-15,2 2-31 0,2 3 10 16,-1-2-4-16,0 1-4 0,-2-1 1 0,2 2 12 16,0 1-5-16,1-2-2 0,-1 3 10 0,3-1-20 15,1 1 12-15,-1-2-18 0,-2 2 13 16,-1-4-10-16,3 4 13 0,1-5-16 0,0 0 32 16,0 0-22-16,-4-1-10 0,3 1-9 15,1-1-9-15,-4-5 6 0,-3 3-14 0,4-4 11 0,-5 0 0 16,1-2 16-16,0 0-19 0,0-1 11 0,-3 0-18 15,-1-3-1-15,0 2 24 0,1 0 5 16,-1-2-28-16,0 1 25 0,0-2 6 0,-3-3 2 16,5 6 15-16,-2-4 0 0,-3-2-2 15,3 6-8-15,-3-6 3 0,0 4 10 0,0-4 5 16,0 0-18-16,0 0 39 0,0 0-26 16,-6 5 15-16,6-5-15 0,0 0 74 0,-8 2-17 15,8-2 4-15,0 0-10 0,0 0-25 0,0 0 15 16,-13-7 5-16,13 7-13 0,-4-3-8 0,4 3-2 15,-6-5 8-15,6 5-13 0,-5-4 5 0,2-2-3 16,0 3-22-16,3 3 7 0,-3-9-8 16,3 3 16-16,0 6-34 0,0-9 6 0,0 9-5 15,0-8 2-15,3 6-6 0,-3 2-9 0,3-7 15 16,0 4-18-16,-3 3-2 0,0 0 10 0,8-3-6 16,-8 3-4-16,0 0-6 0,0 0 6 15,13 7-1-15,-12-4-4 0,2 1 7 0,0 0 3 16,0 3-11-16,-3-1 13 0,0-2 1 0,0 3-4 15,-3 1-9-15,0-2 4 0,0 1 9 16,2-2 9-16,-5 2 8 0,3-1-15 0,-4-2 7 16,3 1-71-16,-3-2 3 0,1 4 14 0,2-6-1 15,-3 4 17-15,-3-4 5 0,10-1-13 16,-14 1 16-16,14-1-5 0,-14-2 15 0,7-1 10 16,1 0-15-16,-1 0 12 0,1-1-9 0,1 0-8 15,2 0 17-15,3 4-7 0,-7-9 0 16,7 6-2-16,-3-2 2 0,3 5 0 0,0-8 0 15,0 8-3-15,3-4-4 0,-2-2 4 0,-1 6 3 16,6-3 0-16,-3-1-3 0,-3 4-12 0,8-3 23 16,-8 3-8-16,10 0-5 0,-10 0-6 15,0 0 14-15,0 0-18 0,13 3 12 0,-13-3-5 16,8 4 8-16,-8-4-10 0,3 3 0 0,-3-3 12 16,3 6-12-16,-3-6 10 0,0 0 10 0,3 2 1 15,-3-2-4-15,0 0-9 0,0 0 2 16,0 0 13-16,0 0-6 0,-6 6 3 0,6-6 1 15,0 0-4-15,0 0 11 0,0 0-10 16,0 0-23-16,0 0-6 0,0 0-25 0,0 0-46 16,0 0-51-16,0 0-14 0,-17-4-40 0,17 4-30 15,0 0-145-15,0 0-398 0,0 0 102 0,11 8 41 16,-8-3 58-16</inkml:trace>
  <inkml:trace contextRef="#ctx0" brushRef="#br0" timeOffset="87656.8">16681 4243 808 0,'0'0'244'0,"0"0"-24"16,0 0-16-16,0 0-32 0,0 0 12 16,0 0-23-16,6 18-7 0,-5-11-80 0,5 0-15 15,-3 2 23-15,4 2-13 0,1 0 5 0,-2 0 13 16,4 3-20-16,1 0-11 0,-1 2 11 16,3 1-11-16,1 1 3 0,0 6-13 0,6 1-2 15,-3 0 4-15,0-2-7 0,1 1 5 0,-1 1 6 16,0-1-4-16,0-2-2 0,3 1-2 0,-3 1-11 15,1 0 5-15,2 1-7 0,-3-6 13 16,-3 0-16-16,0-3-3 0,0 2 4 0,-1-2-9 16,-3-2-7-16,1 0 0 0,-2-3-3 0,-2 0 59 15,0 1 15-15,0-4-12 0,0 0 0 16,-3 1-11-16,2-2-7 0,-3-3-3 0,1 2 5 16,-1 0-2-16,1-3-3 0,-4-3-7 0,3 7 2 15,-3-7-2-15,0 0-4 0,-10 5-1 16,10-5-6-16,-10 3 3 0,10-3-5 0,-14-3-6 15,14 3-7-15,-14-2 5 0,7 0 5 0,-2 1-12 16,1 0 20-16,1-4-16 0,-2 4-2 0,9 1-5 16,-15-6 2-16,9 5 11 0,-1-2-11 15,1 0 6-15,2-1-16 0,-3 3 13 0,7 1-11 16,-7-8 4-16,4 3 6 0,3 5-9 0,-4-7-3 16,4 3 6-16,0 4-4 0,0-8 6 15,0 8-13-15,4-7-3 0,-1 4 6 0,0-1-6 16,-3 4 14-16,11-4-9 0,-7 3-7 0,-4 1 15 15,10 0-2-15,-10 0-13 0,0 0 13 0,17 2-3 16,-10 1-8-16,-4 1 6 0,0-1-6 0,0 3 1 16,-2-2 7-16,2 1 0 0,-3 2 2 15,0 0 9-15,-4-3-8 0,1 2-6 0,0-1 3 16,-1 1 0-16,-2 0-2 0,-2-2-1 0,2 1 4 16,-1-1-4-16,0 0 13 0,-3-2 1 15,3-1-24-15,0 2 13 0,7-3-7 0,-14 0 7 16,14 0-8-16,-13-4 11 0,6-2-5 0,1 1 4 15,1-1 3-15,-1-2-12 0,3 1 2 16,2-1 8-16,-2 2-14 0,3-1 9 0,0-1-13 16,3 2 7-16,-3-1 8 0,1 3-2 0,2-1-11 15,0 2 6-15,4-3-3 0,-7 6 5 0,10-2-21 16,-3 2-20-16,-7 0-23 0,14 1-15 16,-7 0-75-16,3 4-38 0,-3-4-151 0,3 4-504 15,0-1 56-15,-3 2 72 0,1-2 89 0,-5 1 46 16,3-3 90-16</inkml:trace>
  <inkml:trace contextRef="#ctx0" brushRef="#br0" timeOffset="95588.8">28501 8943 888 0,'0'-8'199'0,"0"4"-12"0,0-3 28 15,0 1-30-15,-3-2-24 0,3 1 64 0,0 3-7 16,0 4-14-16,-1-12-24 0,1 8-17 16,-1-1-12-16,1 5-10 0,0-4-28 0,0 4-11 15,0 0-5-15,0 0-7 0,0 0-18 0,0 0 20 16,-8 20-13-16,8-7-10 0,-3 2-2 0,2 3-13 15,-2-1-3-15,3 1-13 0,-3 0 8 16,3 4-7-16,-3-4 9 0,3 0-19 0,0 3-4 16,-1-2-4-16,1-2-9 0,0 1 14 0,0-1-3 15,0-4-10-15,0-1 7 0,0 1-4 0,1-3-6 16,-1-1-2-16,0-1 9 0,0 0-4 16,0-2 5-16,0-2-2 0,0 1 7 0,0-5-18 15,6 2 13-15,-6-2-11 0,0 0 9 16,16-7-11-16,-8 6-3 0,-4-5-12 0,6 3 23 15,-1-3-16-15,2 2 3 0,-1-2 8 0,2 0-5 16,1 5 2-16,0-2-10 0,1-1 12 0,-1 3 1 16,4-1-3-16,-3 2 3 0,0 3-11 15,2 1-2-15,-1-1 13 0,1 4-6 0,-1 1 3 16,3 0-7-16,-5 1-1 0,3 1 8 0,-2 2 1 16,-4-1-1-16,3 0-3 0,-2 3-4 0,-4-3 7 15,0 3-5-15,-1 0 5 0,-2-3-3 16,-4 0-14-16,0 3-11 0,0 0 2 0,-4-3-22 15,-2 3-32-15,-1-3-35 0,0 0-48 0,-7 2-137 16,4-4-306-16,3-1-170 0,-5-6 47 16,0 3 87-16,-2-8 40 0</inkml:trace>
  <inkml:trace contextRef="#ctx0" brushRef="#br0" timeOffset="96471.77">28491 9066 683 0,'-6'-6'302'0,"6"6"-13"16,-4-4-33-16,4 4-41 0,0-6 10 0,0 6-38 15,0 0-15-15,7-7-13 0,2 7-14 0,2-6-19 16,0 2-14-16,2 2-12 0,7-3 3 0,-2 1 45 15,5-3-15-15,2-1-12 0,2 1-9 16,3 0-15-16,-2-1-10 0,3-1 8 0,3 2-13 16,-3 3-13-16,-1-3 0 0,-2 5-5 0,-1-3 0 15,-2 3-28-15,-5-3 5 0,0 4-13 16,-6 1 0-16,3-2-5 0,-4 1 3 16,-2 2 0-16,-1 1-6 0,-3 2 1 0,2 0-6 15,-4 5 5-15,-2-1-4 0,-1 5-9 0,-1-1 9 16,-1 3-1-16,0 3-2 0,-1-1-5 0,-1 5-3 15,-1-4 10-15,3 0-5 0,0 6 6 0,0-6-6 16,0 1-10-16,3 2 0 0,0-3 8 0,-2 0-19 16,5 0 14-16,1 1-6 0,1-6 11 15,1 3-3-15,-2-2 0 0,4-5-7 0,-1 2 2 16,3-4 13-16,-2 2-8 0,2-3-5 0,-3-4 7 16,1-2-4-16,-1 1 12 0,-3-2-4 15,3-1-14-15,-6-3 0 0,2 1 1 0,-2-3 10 16,-4-3-6-16,0 2-7 0,0-5 5 0,-4 4-3 15,-2-2 1-15,-1-3-3 0,-4 3 7 16,-2-3-22-16,2 3 15 0,-2-3 15 0,0 1-5 16,2 1 0-16,-2 2 5 0,2-4 11 15,1 3-13-15,0 2 9 0,3-4-6 0,0 3 12 16,0 2-26-16,4-2 16 0,1 1-13 0,0 1 0 0,4 0 10 16,0-2 0-16,4-2-4 0,8 2-14 15,-2 0 23-15,0 3-7 0,8-1-3 0,1-2-2 16,-4 3 2-16,3 3-8 0,-2 0 11 0,2 2-6 15,-2 1-2-15,1 2 6 0,-1 1-4 16,0 2-7-16,-2 0 8 0,1 5-11 0,-3 0 5 16,0 4 1-16,-1-1 9 0,-3 2-9 15,1 3 4-15,-1-1-12 0,-3 0 5 0,4 1 5 16,-5-4 5-16,1 3-5 0,1-1-5 0,-3 0 13 16,3 2-8-16,0-6 0 0,-3 3 0 15,2-3 15-15,5 2-20 0,-4-4 15 0,-1-1-10 16,7-2 0-16,-4-2 8 0,0 2 2 0,4-5 6 15,0-1-9-15,0 0-4 0,2-2 2 0,-1-4-3 16,1-1 1-16,1 0 5 0,0-4-3 0,0-4-3 16,-3-2-4-16,0 0 7 0,3-6 15 15,-3 2-22-15,-1-1 17 0,-6-1 6 0,3 4-11 16,-6-5 0-16,-1 6-10 0,-3 0 8 0,-3 3 15 16,-1-3-5-16,-7 1-3 0,-2 0 8 15,-7 1-18-15,0 2 11 0,-4 2-11 0,-7-1 2 16,0 3-1-16,-6 2 4 0,2 2-3 0,-6 2-24 15,7 3-9-15,-3 0-5 0,-1 3-66 0,0 6-23 16,4 1-93-16,0 1-120 0,-10 12-534 16,13-4 37-16,5 0 126 0,0-1 52 0,2 1 63 15,4 4 57-15</inkml:trace>
  <inkml:trace contextRef="#ctx0" brushRef="#br0" timeOffset="96870.92">28614 10093 1159 0,'16'-2'361'0,"-16"2"-39"0,20-8-35 15,-7 3-33-15,8 2-6 0,2-4-15 0,10-5-26 16,13-1-20-16,8-4-16 0,7 2-22 0,15-3-16 16,2-3 13-16,-2-1-5 0,0-2-24 15,2 6-6-15,4-2-22 0,-4 0-22 0,1-4 27 16,-1 6 16-16,1 2-12 0,-11 5-21 0,-6-3 7 16,2 3-17-16,-8 0-11 0,-1-1-8 15,-11 8-9-15,-4-2 2 0,-3 0-3 0,-8 3-7 16,-2-3-5-16,-3 4 2 0,0-3 2 0,-3 4-12 15,-5-4-2-15,1 2 2 0,-6 1-8 0,3 1-20 16,-4 0-11-16,0-2-7 0,-2 1-21 0,-2 2-35 16,1 0-57-16,-4-2-59 0,-3 2-148 0,3-5-514 15,-3 5 53-15,0 0 56 0,-7-4 101 16,7 4 68-16,-17-8 57 0</inkml:trace>
  <inkml:trace contextRef="#ctx0" brushRef="#br0" timeOffset="103088.38">17070 4901 455 0,'0'0'172'0,"0"0"-11"0,6-1-2 16,-6 1-24-16,0 0 3 0,0 0-10 0,0 0-30 16,5-5-4-16,-5 5-19 0,0 0-6 0,0 0-3 15,0 0-2-15,0 0-18 0,0 0-2 0,0 0 15 16,10 8-34-16,-7-4-4 0,0-1-11 15,1 4 3-15,2 1-13 0,-1 2 10 0,4 2-12 16,-2 2-6-16,7 3-41 0,-4 2-15 16,4 4-46-16,3 0-38 0,-1 2-333 0,5 0-80 15,-3 0 41-15</inkml:trace>
  <inkml:trace contextRef="#ctx0" brushRef="#br0" timeOffset="104503.99">17528 5595 460 0,'-3'-4'210'16,"3"4"-20"-16,-3-6-16 0,3 6-8 0,-1-7 0 15,1 7 1-15,0-7-3 0,0 7-21 16,1-10 3-16,2 8-16 0,-3 2-14 0,0-9-4 16,3 4-12-16,-3 5 8 0,6-9-16 15,-5 7-10-15,2-3-13 0,-3 5 0 0,7-4-5 16,-7 4-16-16,4-4 6 0,-4 4-18 0,7-1 23 15,-7 1-21-15,0 0 6 0,13 5-26 16,-13-5 23-16,10 3-16 0,-6 1-4 0,-1-1 2 16,0 3 2-16,-2-4-4 0,2 5-3 0,0-3 25 15,-3 2-30-15,0 1 2 0,3-3 14 0,-3 1-1 16,0-5-77-16,-3 10 0 0,3-4 11 16,0-6 18-16,-3 8 7 0,3-8 5 0,0 4 16 15,-3 1-6-15,3-5 14 0,0 0-11 16,0 0 5-16,-4 4-2 0,4-4 22 0,0 0-17 15,0 0 3-15,0 0 9 0,-10-12-12 0,7 7 8 16,3 5 4-16,-4-10-12 0,4 6-8 0,0-3 10 16,0 0-17-16,4 2 4 0,-4 1 6 15,3-4-8-15,1 2 13 0,2-1-8 0,-2 3-2 16,-1-2-11-16,4 0 16 0,0 2-1 0,0 2-2 16,2-3-10-16,-5 4 15 0,7 0-15 15,-5-1-7-15,-6 2 14 0,14 2-10 0,-14-2 8 16,14 1 3-16,-8 0-6 0,-6-1 1 15,7 6-1-15,-4-5-2 0,-3-1 3 0,4 10-1 16,-4-6 8-16,0-4-5 0,-4 10 0 0,1-7 0 16,0 2 10-16,-1-2-10 0,-2 3 6 0,-1-4-4 15,0 4 3-15,3-3-2 0,-2-1 7 16,-1 1 5-16,1 0-10 0,6-3 13 0,-12 0-2 16,3 0 4-16,9 0-4 0,-10-2 17 0,5-2-18 15,-1 0 8-15,3 2 5 0,-1-4-12 16,1 0-1-16,0 2 6 0,3-3-1 0,-1 2-7 15,1 5-3-15,0-10-7 0,1 7-1 0,-1-4-2 16,0 7 8-16,6-7-3 0,-3 5-7 0,1-4-1 16,-4 6 18-16,7-2-4 0,-7 2-17 15,11 0 1-15,-11 0-5 0,13 2 5 0,-7 4-8 16,-1-5 5-16,1 5 1 0,-2-2 4 0,-1 2-2 16,0 2-3-16,0-4-4 0,-3 1 12 15,0 2 10-15,-3 0-13 0,0-3 11 0,3 3-13 16,-4 0 5-16,1-3 0 0,-3 2 5 0,1-3-8 15,2 1 21-15,-1 0-18 0,-2 0 0 16,6-4 16-16,-10 1 2 0,10-1-6 0,-8 0 9 16,8 0-6-16,-9-6-10 0,5 2 8 0,1-2 0 15,0-1-13-15,-1-4 5 0,1 3-5 0,3-5 10 16,0 1-10-16,0-1 3 0,3 2 2 16,-3-2 0-16,4 2-18 0,-1 0 13 0,0 2 3 15,1-3-6-15,2 4 3 0,2 0 3 0,-2 2-11 16,1 0 8-16,0 1 0 0,-1 2-5 15,2 2 0-15,-8 1 0 0,13 3 0 0,-3-1-8 16,-3 2 8-16,0 4 2 0,0-4-10 0,-1 3 3 16,-2 1 15-16,0-1-12 0,-1 0-1 0,-3 1-5 15,0 1 13-15,0-2 23 0,-3-1-23 16,3 1-10-16,-4 0 13 0,0 0-9 0,1 0-4 16,0-3 13-16,0 2-6 0,-1-3 11 0,1 2 7 15,-1-1-7-15,4-4 0 0,-10 4-6 16,10-4 13-16,-7 0-7 0,7 0 18 0,0 0-29 15,-10-9 3-15,7 2 3 0,0 0 4 16,3-4 4-16,-1 3-16 0,-3-5 5 0,4 3 5 16,4 0-18-16,-3 0 5 0,-1-2 13 0,3 4-12 15,0-2 4-15,0 3-5 0,1 3-10 16,2 0 18-16,-2 1-15 0,-4 3 10 0,0 0-8 16,17 8 16-16,-10 0-11 0,-1 0 16 0,-2 1-16 15,0 1 6-15,-1 4-6 0,-2-3 13 0,2 4-5 16,-3-3 8-16,-3 1-8 0,2 2 0 0,1-3 7 15,-3-2-9-15,-1 2-6 0,0-2 16 16,1 0-8-16,0-2-16 0,0 0 34 0,-1 1-20 16,1-3-3-16,0 0-16 0,-1-2-17 15,0 1-21-15,1-4-36 0,3-1-25 0,-10 3-64 16,10-3-80-16,-10-3-494 0,10 3 72 0,-8-6 39 16,2 4 66-16</inkml:trace>
  <inkml:trace contextRef="#ctx0" brushRef="#br0" timeOffset="119555.46">4976 13391 622 0,'0'-8'268'0,"0"8"-2"15,-4-5 29-15,4 5-29 0,-1-5-25 0,1 5-24 16,0 0-32-16,0 0 1 0,0 0-19 16,0 0-3-16,0 0-19 0,5 25-17 0,-5-15 6 15,0 4-17-15,3 1-9 0,-3 3-8 0,3-1-24 16,-3 2 14-16,0 2-29 0,1 0 24 16,-1-1-34-16,0 2 8 0,0-1 0 0,0-1-10 15,0 5-26-15,0-4-18 0,-1 0-31 0,1 1-30 16,0-3-57-16,0-2-74 0,1 1-143 15,2-1-417-15,-3-2 9 0,0-5 50 0,0-3 86 16,0 0 47-16</inkml:trace>
  <inkml:trace contextRef="#ctx0" brushRef="#br0" timeOffset="119935.62">4948 13512 601 0,'0'0'269'0,"0"0"-18"15,0 0-26-15,0 0 0 0,17 11-23 0,-11-3-33 16,5 2-5-16,-1 0-21 0,5 5-15 16,-2 2-20-16,4-3-3 0,-3 3-8 0,3-1-7 15,-1-3-11-15,-1 3-15 0,1-1 3 0,-1 1-11 16,1-3 8-16,-2-1-26 0,-4-1 21 0,0-4-15 16,1 1 2-16,-4 2 0 0,0-3 13 15,2-1 0-15,-5-4 79 0,3 3-2 0,-4-4-14 16,-3-1-19-16,0 0-14 0,7-13 1 15,-7 5-11-15,0-3-10 0,-3-6 3 0,-1-3-13 16,1-3-13-16,-4-6 8 0,3-4 0 0,-2 2-11 16,3-3 1-16,-1 3-1 0,1 0-12 0,3 4-6 15,0-4 21-15,-3 3 11 0,6-1-26 0,-3 4-1 16,3 0 11-16,0 1-20 0,-2 5 7 16,5 1-8-16,-2 1 1 0,3 2-19 0,3 0-12 15,-3 5-67-15,3 2-15 0,3 1-69 0,-2 5-103 16,0 2-179-16,5 2-422 0,1 5 87 15,0-1 102-15,-3 2 49 0,-1 0 67 0</inkml:trace>
  <inkml:trace contextRef="#ctx0" brushRef="#br0" timeOffset="120269.92">5564 13651 824 0,'-4'15'312'0,"4"2"-13"0,-4-7-40 15,8 5-82-15,-4-7-6 0,0 4-12 16,4-1-8-16,2-2-28 0,-2 1 5 0,5 3-18 16,0-1-3-16,0-4-25 0,4 0 0 0,-2-1-15 15,-1-4-1-15,3 2 8 0,-1-3-15 0,1-2 8 16,1-1-11-16,-1-5 16 0,-3 5-24 16,4-8-9-16,-4 1 17 0,1-3-28 0,-4-3 8 15,-1-1 0-15,-2-3-10 0,-1 1 9 0,0-2 4 16,-6-2 7-16,3 3-8 0,-3-1 6 15,0-2 10-15,-1 4-16 0,-2 0 16 0,-2 1-6 16,4 4 21-16,-6-3-22 0,4 7-27 0,-5-3 34 16,4 3-26-16,-2 0-2 0,2 2-1 15,-1 2-2-15,-2 1-20 0,0 3-24 0,10 0-38 16,-17 8-35-16,10-1-50 0,0 0-145 0,4 3-548 16,3-2 87-16,0 0 62 0,3 2 68 0,1-3 67 15</inkml:trace>
  <inkml:trace contextRef="#ctx0" brushRef="#br0" timeOffset="120935.73">6633 13428 1272 0,'-6'-2'389'0,"6"2"-28"0,0 0-36 0,-11 8-41 16,5-1-15-16,1 2-31 0,2-1-36 15,-3 2-15-15,3 2-16 0,2-1-33 0,1 1-4 16,0 0-22-16,1-1 3 0,2 2-10 0,3-2-10 16,-1-2 0-16,1 3-24 0,4-2-7 15,-3 0-5-15,3-4 0 0,-2 0-15 0,4-1 9 16,-5-1-6-16,4-2-9 0,-5-1 13 0,-6-1-23 15,18-6 0-15,-14 5 3 0,2-6-13 16,1-3-5-16,-7 2-8 0,3-3 23 0,-6-3-20 16,-1-1 5-16,1 0-6 0,-4-1 1 0,-4-3-8 15,2 6 5-15,2-1 5 0,-4 1 3 16,1 1-21-16,0 4 26 0,-1 3-15 0,1 0-1 16,0 3-7-16,1 2 18 0,9 0-3 0,-15 2-20 15,9 1 13-15,-1 2 2 0,4 1-3 0,-1-2 1 16,3 3 2-16,2 1 5 0,3-2-15 15,2-2 10-15,1 5 0 0,0-4-7 0,7-2 10 16,-1 1-3-16,4-2 7 0,0-1-12 16,4-2-2-16,0-5-13 0,2 3 2 0,1-4 0 15,0-1 13-15,-4-2-10 0,1-2 7 0,-3 2 3 16,1-7-13-16,-7 2 13 0,1-2-2 0,-4-1-3 16,-1-1-3-16,-1-2-5 0,-7 1 26 0,3-3-26 15,-6 5 3-15,0-1 7 0,-1 0-2 16,4 6 5-16,-6-1-10 0,4 4 10 0,-4 1 0 15,2 4-3-15,-2 5 1 0,6 0 4 0,-10 11 4 16,3 3 6-16,3 3-4 0,1 11 15 16,0 2-25-16,6 8 32 0,0 14 1 0,5 3-21 15,5 0 31-15,0 2-2 0,1 1 19 0,6 9-29 16,-2-13-35-16,-1-1 9 0,0-2 10 16,1 1 7-16,-2-4-7 0,1 1 5 0,-4-6-26 15,-1-10-15-15,-6-3-38 0,1-10-72 16,-4-3-31-16,0-2-399 0,-3-5-366 0,-3-4 130 0,-4-5 70 15,7-1 91-15,-24-12 42 0,5 0 43 16</inkml:trace>
  <inkml:trace contextRef="#ctx0" brushRef="#br0" timeOffset="121102.36">6733 13933 1116 0,'-3'-7'407'0,"3"7"-62"0,3-10-35 16,0 6-21-16,4-3-28 0,6-1-23 15,2-2-28-15,4-1-18 0,6-1-18 0,5-1-15 16,1-1-26-16,14-5-26 0,-8 6-43 0,10-5-74 16,-2 2-82-16,-7 1-248 0,10-2-490 15,-7-4 98-15,3 2 67 0,-3 0 73 0,-10-3 52 16</inkml:trace>
  <inkml:trace contextRef="#ctx0" brushRef="#br0" timeOffset="121269.81">7614 13483 1075 0,'0'14'325'0,"0"-2"15"0,3 5-7 15,-2-2-44-15,2 3-38 0,1 3-8 16,-1-4-36-16,1 2-38 0,2 2-30 0,-2-2-65 16,2-2-87-16,-2 1-71 0,3-1-300 0,-4-2-366 15,1-1 56-15,-1-5 59 0,0-2 64 0</inkml:trace>
  <inkml:trace contextRef="#ctx0" brushRef="#br0" timeOffset="121395.16">7528 13231 442 0</inkml:trace>
  <inkml:trace contextRef="#ctx0" brushRef="#br0" timeOffset="121619.3">7929 13189 1046 0,'4'12'397'0,"2"3"-21"16,-2 9-33-16,2-2-30 0,1 3-27 0,0 4-35 15,3 2-10-15,0-2-13 0,-3 3-31 16,4 0-26-16,-5-4-22 0,4 5-37 0,-2-4-32 16,-1-1-55-16,-1-3-71 0,1 0-120 0,-4 0-295 15,0-2-355-15,2-3 91 0,-5-6 67 16,-4-3 57-16,0 0 91 0</inkml:trace>
  <inkml:trace contextRef="#ctx0" brushRef="#br0" timeOffset="122619.46">7827 13637 842 0,'0'0'327'0,"6"-11"-12"0,1 7-54 0,0-2-13 15,3-1-30-15,5 1-18 0,4 0-21 0,2-4 0 16,3 1-30-16,-1-1-14 0,8 0-12 16,-3-1-8-16,3-2-17 0,-1 2-6 0,1-3 5 15,-3 3-25-15,2-3 2 0,-6 6-8 0,-3-3-2 16,-1-1-7-16,-3 0 4 0,0 2-5 0,-3-3-22 15,-4 3-1-15,-3 0 8 0,1-1-18 16,-2 2 8-16,-2-1-8 0,-2 4-13 0,-1 0-10 16,-1 1 20-16,0 5-4 0,-4-8 9 0,4 8-9 15,-9-2-11-15,9 2 23 0,-11 9-23 16,7-6 8-16,1 3-5 0,-1 3 10 0,-2 3-8 16,6-2-5-16,-4 1-8 0,4 0 11 0,1 3 5 15,2-1 2-15,0-1-7 0,0 3 2 16,4-1-2-16,4-3 5 0,-4 4 2 0,6-5-15 15,-2 2 8-15,5-1 2 0,-2-3-28 16,3 0 3-16,1-4-8 0,1 3-31 0,2-7-5 16,-3 5-10-16,-2-4 0 0,2-2-21 0,-2-2-17 15,2 0-9-15,-5-4 14 0,1 0-41 0,0-3 28 16,-4 2 2-16,4 1 23 0,-7-3 21 0,2 6 38 16,-1-2 11-16,-1 1-6 0,-1 1 6 15,-3 0 7-15,-3 4 26 0,0 0 15 0,15 5-15 16,-12 2 20-16,1-3 13 0,2 8-15 15,-3-2 12-15,1 0-14 0,-1 5 1 0,2 0-12 16,1-2 8-16,-3 4-8 0,0-3 25 0,1-1-15 16,-1 0-10-16,0-1 0 0,-2 1 3 0,2-3 4 15,-3-3 16-15,0 1 16 0,4 2 4 16,-4-3-2-16,0-3 10 0,0-4-20 0,-4 4 4 16,4-4-7-16,0 0 3 0,0 0-8 0,0 0-5 15,-14-17-3-15,11 8-7 0,-3-5 17 16,2-4-17-16,-3-3-1 0,3-1 9 0,1-2-19 15,0-1 3-15,3 7 0 0,-3-2-3 0,3 0-7 16,3 3 5-16,-3-2 2 0,3 3-10 16,0 1 3-16,4 0 5 0,0 3-6 0,3-1 14 15,0 2-19-15,2 2-4 0,4 1 2 0,1 1-13 16,0-1 11-16,7 3-4 0,0-1-1 0,4 0-16 16,-1 5 0-16,1-2-8 0,2-1-2 15,-3 2-19-15,1-2 6 0,2 2-12 0,-2-1-4 16,-1-3 3-16,-3 6 11 0,-3-2-4 0,-4-4 19 15,0 3 20-15,-4-1 8 0,-3 0 23 16,1-2-5-16,-4 5 7 0,-1-5 1 0,-2 5 17 16,-4 1-20-16,0 0-8 0,0 0 16 0,0 0 0 15,0 0-1-15,0 0-7 0,-24 10 3 16,10 2-14-16,-2-2 14 0,-2 1 2 0,-2 4-3 16,3 0-12-16,-1 4 7 0,-2-1-4 0,6 3 9 15,1-4 3-15,-1 2-15 0,4-1 2 0,3 3 8 16,-1-5-21-16,5 0-15 0,0-3-7 15,3 3-3-15,0-7-16 0,3 5 16 0,1-4-26 16,3-2 13-16,0-1-12 0,0 0 1 16,2-4-12-16,2-3 13 0,-1 0-10 0,0 0 17 0,1-3 8 15,2-5 1-15,-2 0 14 0,2-3-2 16,-3-2 18-16,1-4-23 0,-1 0 20 0,-3 2 16 16,0 0 2-16,3-2 31 0,-6 6-5 0,2 0 5 15,-2 0 5-15,2 1-5 0,-2 6-18 16,-3 0 10-16,2 1 13 0,-3 3 0 0,0 0-12 15,0 0 4-15,0 0-7 0,7 11-6 0,-4-4 11 16,0 1 5-16,0 2-26 0,-2-1-20 16,2-1-20-16,0 5-24 0,2-3-23 0,1 0-45 15,0-1-73-15,-2-1-79 0,3-1-322 16,3-1-164-16,0-2 82 0,-3-3 59 0,0 1 73 16</inkml:trace>
  <inkml:trace contextRef="#ctx0" brushRef="#br0" timeOffset="122803.84">9447 13141 1098 0,'3'24'289'0,"-3"-6"-26"16,1 4-24-16,2-4-32 0,0 0-15 0,-3 5-13 15,4 0-41-15,-1 2-28 0,0 0-41 0,1 0-66 16,-1 2-67-16,-3-2-218 0,0-6-396 15,0 3 33-15,0-5 69 0,0-2 72 16</inkml:trace>
  <inkml:trace contextRef="#ctx0" brushRef="#br0" timeOffset="123102.92">9266 13458 959 0,'-3'-7'369'0,"3"7"-36"0,0-10-13 16,0 8-39-16,3-4-32 0,3-1-14 0,1-1-23 15,4 4-20-15,2-5-17 0,5-3-9 16,1 3-36-16,6 1-4 0,-1-2-11 0,6 0-5 16,1 0-18-16,-3 3-7 0,-1-1-11 0,1 2-15 15,-2-3 2-15,-2 7-7 0,0-3-8 0,-3 4-10 16,-4-1 13-16,0 2-16 0,0 2-20 16,-3-2 15-16,-4 6 15 0,0-4-35 0,-2 8 18 15,1-3 4-15,-2 3 24 0,-3 3-28 16,3-1 20-16,-4 3 0 0,-2 0-36 0,2 2 3 0,0 1 7 15,-3-1 16-15,3-1-38 0,-3 5 4 16,1-2-12-16,-1 0-36 0,0-1-74 0,3 3-78 16,-6-4-337-16,9 0-332 0,-3-1 99 15,0-5 72-15,5-3 61 0,-5 0 82 0,4-1 41 16</inkml:trace>
  <inkml:trace contextRef="#ctx0" brushRef="#br0" timeOffset="123935.78">10007 13476 790 0,'0'7'343'16,"-3"1"-12"-16,3 2-57 0,3 1-34 0,-3 0-7 16,4 0-31-16,-1 5-7 0,4-4-44 0,0 1-23 15,0-1-13-15,0-1-10 0,2-1-26 0,-1-2-7 16,-1 2 10-16,-1-3-5 0,-2-1-6 15,2-4-7-15,-3-2 3 0,-3 0-8 0,0 0-13 16,0 0 2-16,5-8 6 0,-10-3-10 0,2-3-3 16,-3-3-13-16,-1-1-5 0,-3-4 18 15,2-1 0-15,-1 1 2 0,2-1-4 0,0-2-11 16,0 1 0-16,4 6 16 0,2 2 66 0,-2-1-18 16,3 0-8-16,3 4-10 0,-3 1 11 15,4 1-26-15,3-1 5 0,3 3 5 0,-3 5-15 16,7-1-19-16,-4 2 6 0,3 2 3 0,2 2-11 15,1 3-5-15,2 3 3 0,-2 0-3 0,5 3 0 16,0-1-12-16,-5 7 12 0,2-2-8 16,-2 0-12-16,-1 1-3 0,-5 4 8 0,1-3-21 15,-2-1 21-15,-2 0 10 0,0-1-15 0,-4-3 7 16,1 2 6-16,-1-1 15 0,-2-4-13 16,2 2 0-16,-3-3-18 0,0-1 28 0,0-4-7 15,0-2-14-15,0 7 17 0,0-7-9 0,0 0 0 16,0 0-2-16,-11-15-5 0,8 4-15 15,3-3 4-15,-3-3 1 0,3-2-8 0,0-2 0 16,3 3-6-16,4-7 4 0,-4 8-4 0,1-1-4 16,2 3 2-16,1-2 6 0,1 9-1 0,-2 0-7 15,4-1-6-15,-3 7 21 0,4-3 3 16,-1 4-9-16,-3 2 19 0,6 4-2 0,1-3-11 16,-1 5 10-16,4 0-13 0,-3-3 8 15,3 3-7-15,1 3 20 0,2-3-16 0,-3 0 16 16,3-4-5-16,-2 5-8 0,2-4-2 0,-3-1 9 15,1 1-9-15,-2-2-3 0,2-2-3 0,-5-2 16 16,4-2-23-16,-6 1 20 0,2-4-23 16,-2-1 11-16,-2-2-1 0,-1-4-15 0,-1-2 3 15,-1-1-11-15,-6-4 3 0,3 0 8 0,-6-2-5 16,3 3-1-16,-3-1 11 0,0 3 0 0,0 2-1 16,2 6 16-16,-2-2-17 0,3 5-1 15,-4 1 5-15,4 6-2 0,0 0 0 0,0 0 23 16,0 0 4-16,0 0-19 0,17 26 12 0,-7-10-5 15,4 0 26-15,-3 5-11 0,9 0-2 16,-3 4-10-16,3 0 7 0,-2 0 3 0,5 8-10 16,-5-2 2-16,-2-5-7 0,-1 1 20 0,-2-2-5 15,-2-4-8-15,-5-1 0 0,-2-3 0 16,-1 1 3-16,-3-3-3 0,-3-1-4 0,-1-3 1 16,-5 3 19-16,-2-4-11 0,0-2-15 0,-3-1 3 15,-6-4-24-15,0-3-61 0,-1 0-104 0,-10 0-275 16,-3-10-476-16,3-4 56 0,-10-6 124 15,-2-7 71-15,1-5 61 0,4-5 67 0</inkml:trace>
  <inkml:trace contextRef="#ctx0" brushRef="#br0" timeOffset="124068.66">10134 12905 885 0,'0'0'259'0,"-7"-4"-119"15,4 3-63-15,-5 1-351 0,8 0-289 0,-10 2 56 16</inkml:trace>
  <inkml:trace contextRef="#ctx0" brushRef="#br0" timeOffset="125535.71">11986 13108 773 0,'0'-7'222'0,"0"7"-9"0,0-8-9 15,0 8-27-15,1-3 23 0,-1 3-47 16,0 0 57-16,0-7 0 0,0 7-26 0,0 0-4 16,0-6-29-16,0 6 2 0,0 0-20 0,0 0-10 15,0 0-5-15,0 0-21 0,0 0-10 16,0 0 16-16,0 0-24 0,0 0-10 0,-1-6-2 15,1 6-26-15,0 0 23 0,0 0-11 16,0 0-14-16,0 0 9 0,0 0-12 0,0 0 0 16,0 0 2-16,0 0-9 0,-3-5-12 0,3 5 4 15,0 0 5-15,0 0-6 0,0 0-10 0,0 0 11 16,0 0-14-16,0 0 6 0,0 0-10 0,0 0 15 16,0 0-3-16,0 0-7 0,0 0-1 15,0 0-7-15,0 0 13 0,0 0-8 0,0 0 3 16,0 0-5-16,0 0 9 0,0 0-19 0,0 0 9 15,0 0 6-15,0 0 5 0,0 0-8 16,0 0-8-16,0 0-7 0,0 0 15 0,0 0-23 16,0 0 11-16,0 0-11 0,0 0 7 0,0 0-1 15,0 0-29-15,0 0-3 0,0 0 11 16,0 0-34-16,0 0-35 0,0 0-34 0,0 0-7 16,0 0-75-16,0 0-58 0,0 0-13 0,0 0-100 15,0 0-341-15,0 0 98 0,0 0 43 0,0 0 52 16</inkml:trace>
  <inkml:trace contextRef="#ctx0" brushRef="#br0" timeOffset="125919.23">11977 13093 691 0,'0'0'271'15,"-4"-16"-5"-15,4 16-99 0,0 0-9 16,0 0-20-16,0 0-7 0,0 0-31 0,0-5 7 16,0 5-12-16,0 0-3 0,0 0-25 0,0 0 2 15,0 0-23-15,0 0-3 0,0 0 1 0,0 0-13 16,0 0 2-16,0 0-5 0,0 0-7 15,0 0 14-15,0 0-12 0,0 0-2 0,0 0 7 16,1 17-15-16,-1-17 12 0,3 8-4 0,-3-4-6 16,0 3-17-16,0-7 38 0,0 8-26 15,0-2-5-15,3-2 10 0,-3 1 1 0,0-5-6 16,0 8-23-16,0-6 23 0,3 4 6 0,-3-6-16 16,0 4-23-16,0-4 5 0,0 7-26 15,0-7-30-15,3 4-36 0,-3-4-54 0,0 0-212 16,0 0-295-16,0 0 57 0,0 0 51 0</inkml:trace>
  <inkml:trace contextRef="#ctx0" brushRef="#br0" timeOffset="127201.23">1198 13696 808 0,'-3'-5'331'0,"3"5"-42"16,-4-8-23-16,1 8-43 0,3 0-6 0,0 0-20 0,0 0-20 15,0 0-23-15,4 14-14 0,2-3-19 16,-2 3 9-16,5 1-38 0,-1 4 6 0,2 1-16 16,-3 3-8-16,2 0-10 0,2 2 10 15,-4 1-23-15,3 2-2 0,0-1-1 0,-3-4-14 16,0 0-14-16,-1 0-10 0,2-4-17 15,-4 2-32-15,2-3 14 0,-3-5-19 0,1 2-25 16,-1-1 13-16,0-3 28 0,-3-3 0 0,0 0-3 16,0-2 18-16,-3-3-31 0,3-3 16 0,0 0-13 15,0 0 29-15,-17-9-11 0,10 1 17 0,0-3-4 16,-3-4 0-16,0-4 15 0,0-3-10 16,-1-5 18-16,1-4 2 0,-1 5 3 0,2-6 5 15,-1 0-5-15,2-3 2 0,5 2-9 0,-1 1 1 16,4 3 14-16,0-2 2 0,4 6-12 15,-1-1 9-15,-2 2-9 0,6 4 9 0,-3 2 3 16,5 5-12-16,-3-1-21 0,1 4 12 16,4 8-4-16,-4-3 12 0,0 5-7 0,3 6 5 15,0-3-6-15,-3 5 6 0,0 3 5 0,3 2 5 16,-3 2-13-16,-4 0 18 0,1 2-12 0,-1 2-3 16,0-2 5-16,-3 3-6 0,-3 1 6 15,0-2-2-15,-1 4-1 0,-2 1 0 0,0-6 1 16,1 0-6-16,-2-3 0 0,-2 2 3 0,5-3 0 15,-3-3 12-15,0-1-12 0,0-2 5 16,0-1-5-16,1-1 18 0,-1-4-16 0,3 3 0 16,4-5 3-16,-7 2 0 0,7-2 10 0,-6 1-15 15,6-1 0-15,0 0-3 0,0 0 5 0,0 0-12 16,0 0 10-16,21 4-11 0,-11-2 9 16,3 1 4-16,1-3-5 0,0 6-5 0,6-4 0 15,-3 4 1-15,7 2 4 0,0-4-23 0,-3 3 3 16,2 0-13-16,1 1-41 0,-3 0-36 15,3 0-51-15,-8 0-120 0,2-1-241 0,-4-3-266 16,3 6 86-16,-4-3 76 0,-2-3 52 16</inkml:trace>
  <inkml:trace contextRef="#ctx0" brushRef="#br0" timeOffset="127851.83">1700 14066 719 0,'1'-2'274'0,"1"-4"5"0,-2 6-57 16,4-9-7-16,1 1-20 0,1 0-11 0,0 1-15 16,-2-3-28-16,3-1-3 0,3-3-30 0,-3 4-1 15,3-5-2-15,-3 4-13 0,3-3 3 0,-3-1-28 16,0 3-3-16,0-4 10 0,0 1-5 16,-4 0-18-16,0 5 16 0,-2-5-3 0,1 5-6 15,-1-2-9-15,-1-1 10 0,-1 4-8 0,1 1-10 16,-2 0 18-16,1 1-10 0,-2 2-3 15,0 0-13-15,0-2-7 0,3 7 12 0,-11-1-5 16,11 1-5-16,-11 6-2 0,5-4 2 16,-2 8-5-16,2-3-7 0,0 3-6 0,2 2 0 15,0-1 11-15,1 6-21 0,0-4-3 0,3-1 11 16,0 3-6-16,0 1 1 0,3-2 7 0,4-1 0 16,-4 4 3-16,7-4-5 0,1-1 7 0,-1-2-10 15,4 2 13-15,3-3-15 0,3-5 2 16,0 2-3-16,2-2-2 0,2-2-5 0,0-2 10 15,-1-2-7-15,4-3-8 0,-3-2-3 16,-2 0 10-16,0-1-2 0,-1-2-5 0,-6-3 0 16,1 0-3-16,-2-3 3 0,-1 0 4 15,-6-1-6-15,0 6 12 0,0-4-3 0,-4 1 11 0,1 2-8 16,-1 1 15-16,-3 4-10 0,0 0-7 16,1-1-3-16,-1 3 15 0,0 5 0 0,-4-5-13 15,4 5 14-15,0 0-14 0,0 0-5 0,-18 10 21 16,15-7-5-16,-3 4-21 0,2-1-7 15,1-2-3-15,-1 3 5 0,2-3-10 0,1 0-42 16,1-4 17-16,0 10-6 0,0-10 10 16,0 7 3-16,0-7 10 0,4 4-10 0,-1-1 3 15,-3-3 17-15,9 3 0 0,-5 1-2 0,2 0 0 16,-1 1 20-16,2 3-9 0,0 0 19 0,2 3-7 16,2 3 13-16,-4 1-6 0,3 4 14 0,1 1-11 15,-1 5 8-15,2 4 7 0,0-1-15 16,1 4 8-16,-4-1 0 0,2 1 2 0,-3-1-7 15,1 1-3-15,-1 1-10 0,-1-1-8 0,2-4-23 16,-2 3-38-16,-3-6-39 0,3-1-81 16,-1-5-134-16,-2-1-437 0,-1-3 89 0,0-1 64 15,-2-4 80-15</inkml:trace>
  <inkml:trace contextRef="#ctx0" brushRef="#br0" timeOffset="128452.93">2319 13814 906 0,'0'0'263'16,"0"0"-14"-16,11 12-37 0,-8-4-10 0,1 4-35 16,-1 0-6-16,3-2-15 0,-3 5 0 0,5 0-18 15,-5-1-23-15,4 0 0 0,0 1-6 16,-1-1-6-16,2-3-22 0,-1 3-2 0,0-3-15 15,2 1 15-15,-1-3-10 0,-1 0-18 0,2-2 8 16,-2-2-1-16,1 1-17 0,1-4 10 16,1-2-13-16,-10 0 5 0,15-4 1 0,-8-2-16 15,2-2 28-15,-2-3-23 0,0-2-3 0,-3-3 16 16,2-1-26-16,-5 4 8 0,2-3-10 0,0 2 23 16,0 0-3-16,-3 4 15 0,1 1-20 15,1 0 13-15,-2 1-18 0,1 1 0 0,3 3-3 16,-4 4 11-16,0-4-8 0,0 4 5 15,0 0-8-15,0 0 3 0,4 15-5 0,-2-7 7 16,2 1-2-16,-4 0-5 0,3 0-8 0,0 4 3 16,1-1 0-16,2-4-1 0,-1 4-4 15,2 0 15-15,2-1-16 0,-2 0 24 0,1-2-8 16,2 1-13-16,-1-4-15 0,2-2 28 0,2 2-8 16,-2-4 0-16,3 0 3 0,-1-2 2 0,4-2-7 15,-3-1-8-15,3-3-3 0,-3-1-7 16,-1-5 10-16,1-3-13 0,-4 0 1 0,1-3-1 15,-5-2 2-15,1 0-1 0,-4 3 1 0,-3-1-4 16,3 1 10-16,-2 2 18 0,3 0 7 16,-4 5-10-16,0-1 3 0,0-3 5 0,0 7-18 15,0 1 3-15,0 0 2 0,0 0 3 16,0 6-11-16,0 0 11 0,0 0 2 0,0 0-5 16,0 0-8-16,6 17 6 0,-2-9 7 0,-1 2-2 15,0-3 7-15,-2 3-15 0,5 2 5 0,-2-2 6 16,3-1-16-16,-3 0-11 0,5-1 9 0,-5 2-34 15,5-2-54-15,-1-1-48 0,2 0-90 16,-4-4-205-16,5-1-371 0,-1 0 103 0,-3-6 58 16,4 1 69-16,-4-4 70 0</inkml:trace>
  <inkml:trace contextRef="#ctx0" brushRef="#br0" timeOffset="128570.66">2870 13515 609 0,'0'0'59'0,"-7"7"-295"0</inkml:trace>
  <inkml:trace contextRef="#ctx0" brushRef="#br0" timeOffset="129552.12">3116 13871 696 0,'6'12'253'16,"-1"1"-20"-16,-2-3-28 0,0-1-13 16,0-1-21-16,-2-1-12 0,2-3-23 0,0 3-1 15,0-1-19-15,-3-2 6 0,0 3 1 0,0-7 23 16,1 7 21-16,-1-6-11 0,0-1-33 0,0 0 5 16,0 0-18-16,0 0-11 0,0 0-1 0,-11-17-22 15,8 8-17-15,-3-5 3 0,1-3 4 16,-1 4-20-16,2-3 13 0,1-2-10 0,0 2-18 15,2 0-1-15,-1 1 1 0,2 1-10 16,0 0 2-16,0 3-8 0,3 0-7 0,0 1 2 16,0 2-8-16,1 1 16 0,2 0-7 0,2 7-6 15,-1-2-3-15,2 2-2 0,-9 0 11 16,21 2-6-16,-8 2 5 0,-1 0-15 0,0-2 7 16,3 3-7-16,1 0 5 0,-1 0 0 0,-2-1-5 15,0 0-5-15,1-2 7 0,-1 2-4 0,-1-2-6 16,0 0-3-16,3-2 6 0,-5 0 0 15,0 0-11-15,4-2 6 0,-4 0 7 0,0-4-7 16,0 2 5-16,-2-2 0 0,1-2-6 0,-2 0 9 16,-4-2-11-16,2-2 10 0,-2 2 0 15,0-2-2-15,-3-1 13 0,0 6 15 0,0-3-1 16,0 2 1-16,0 1-5 0,0 3 0 0,0 4-3 16,-3-7 0-16,3 7 1 0,0 0-6 0,0 0-5 15,0 0 0-15,-14 18 7 0,13-10-12 16,-1 2 5-16,4-3-7 0,-2 6 17 0,4-1 3 15,-1-4-18-15,2 7 10 0,1-5 10 0,4 5 3 16,-3-5-3-16,7 2-12 0,-1 0 5 16,1-3 7-16,3 0-5 0,0-2-5 0,3-4 0 15,4 2 8-15,-2-2-8 0,4-3 6 0,5 0 4 16,-3-3-10-16,2-4-2 0,5 3-6 16,-4-5-5-16,-4 2 6 0,1-6-3 0,-5 2-3 15,-2-3 3-15,-1-1 2 0,-7 0 1 0,2-4-6 16,-9 3-2-16,1 1 7 0,-4-1 8 15,0 1 1-15,-2 1-6 0,-2 3 15 0,-2 1-15 16,0 1 0-16,-4 4 2 0,-3 0 11 0,0 8-13 16,-1-1-2-16,-3 3 7 0,-2 1-5 15,-2 7 0-15,2-1 0 0,-2 4 5 0,2-1-5 16,2 1-3-16,3-1 14 0,0 1 7 0,5-2-26 16,0 1 16-16,5 2-11 0,-2-7 6 15,6 3 2-15,-3-3 5 0,4 2 10 0,2-3-9 16,2-3 7-16,-2 2-13 0,4-3-3 0,0-3 3 15,2-2 0-15,-2 0 1 0,4 0-6 0,-2-5 2 16,2-1 6-16,0-2 2 0,-1-5-15 16,-2 2 7-16,-1-6 4 0,0-3-22 0,-6 0 16 15,3-5-18-15,-4-3 3 0,-3-1 0 16,0-6 4-16,-3 0-4 0,-5-5 5 0,-1-8 12 16,-2 2-14-16,0 2 1 0,-1 7 14 0,5 11-1 15,0 2 14-15,-3 5-3 0,6 3-3 0,-3 1-3 16,4 5 9-16,-3 2-11 0,1 6 8 0,5 2-6 15,0 0-1-15,-13 12-6 0,13 2 7 16,-3 3 6-16,6 2 0 0,0 6 2 0,1 0-5 16,2 7-4-16,5-4 19 0,2 5 16 15,5 6-33-15,1-3-6 0,-1-4 24 0,0-7-6 16,-1 0-4-16,3 0 7 0,0-2-3 0,-2-3-4 16,3 1 9-16,-2-4-15 0,-1-3 1 0,-2-1 17 15,5-3-28-15,-7-2-21 0,3-1-71 16,-3 0-28-16,-1-4-136 0,0 1-607 0,-1-4 60 15,-2-4 91-15,-1 1 70 0,-1-4 89 0,-5-1 41 16</inkml:trace>
  <inkml:trace contextRef="#ctx0" brushRef="#br0" timeOffset="130787.98">12041 13159 916 0,'4'24'345'0,"-1"-6"-37"15,0 3-24-15,1-3-23 0,0-2-18 16,-1 3-18-16,1-3-25 0,-1 5-18 0,0-2-11 15,0 1-25-15,1-3-13 0,-1 2-15 0,0-3-6 16,2-3-9-16,-2 4-8 0,0-9-16 0,1 6 0 16,-1-5 3-16,0-5-18 0,1 3 10 15,-1-6-15-15,4 1-2 0,-7-2-4 0,0 0 6 16,14-12-13-16,-8 4-5 0,-2-4-13 0,-1-1 11 16,5-4-1-16,-5 7-7 0,3-5-5 15,-5 5 2-15,5-3-8 0,-3 4-10 0,-2 1 3 16,2 3-18-16,1 0 26 0,0 3-9 0,2 0 6 15,-6 2-13-15,10 2-7 0,-3 0 12 0,3 3 5 16,-3 0-9-16,3 2 1 0,1 1-4 16,-1 2 2-16,3-3 0 0,1 1 8 0,0 2-16 15,0-3 1-15,2 1 9 0,-1-1-12 0,1-2 10 16,2 0-10-16,-5-1 3 0,4-1-3 0,-4-3-1 16,-2 0-4-16,0-1 3 0,-2-4 4 15,2 4-12-15,-4-6 2 0,-4-3-3 0,0 2 6 16,-3 1-13-16,0-5 10 0,-6-2-2 15,-1-3 2-15,-4 0 8 0,1 1-13 0,0-1 23 16,0 0-2-16,0 2 15 0,0 4-8 0,2-3 5 16,1 4 14-16,-2 2-22 0,5-2 6 0,-2 3-3 15,1-1 1-15,2 2-11 0,3 2 7 0,0-1-4 16,3 3 7-16,2-2-2 0,2 0 4 16,5 2-6-16,0-3-6 0,4 2-6 0,2-4 6 15,1 3-5-15,2 0 3 0,0-4-1 0,-1-1 1 16,-3 5 7-16,0-2-10 0,1 0 5 15,2-3-5-15,-7 7 7 0,-2-4 3 0,0 3-2 16,-1-1-3-16,-1 1-3 0,-1 2 1 0,-2 0-11 16,1 3 21-16,0 1-1 0,0 4 6 15,-3 1-5-15,2 2 2 0,-2 4 0 0,-1-2-2 16,3 4 0-16,-5 3-14 0,6-4-6 0,-4 4 4 16,1-1-38-16,-1-2-26 0,0 1-33 0,1 0-71 15,-1-4-96-15,3 1-583 0,-5 0 36 0,6-4 108 16,-7-3 63-16,3-3 80 0,-3 1 41 15</inkml:trace>
  <inkml:trace contextRef="#ctx0" brushRef="#br0" timeOffset="130905.35">12578 12930 537 0,'7'-4'164'0,"-3"0"-100"16,2-2-123-16,1 2-443 0</inkml:trace>
  <inkml:trace contextRef="#ctx0" brushRef="#br0" timeOffset="131367.6">12906 12800 865 0,'0'8'297'0,"3"6"-26"0,-2 3 54 0,-1 2-13 15,6 3-33-15,-2 3-43 0,0 0-21 0,3 3-16 16,2 3-14-16,-2-4-24 0,4 5-13 16,-4-4-12-16,3 2-8 0,4-3-15 0,-4-2-16 15,4 0-15-15,-1-6-16 0,-3 1-35 0,1-2-26 16,-1-7-12-16,3 3-14 0,-2-6-40 0,-1-1-14 16,0-4-45-16,1-3-28 0,-4 0-16 15,2-3-10-15,-1-4-44 0,-1-1-25 0,-1-6 2 16,-3-4 21-16,-2 0-48 0,2-6 47 0,-3-1 17 15,-3-1 45-15,-1-8 51 0,1-1 42 0,-1-3 10 16,-7-12 35-16,2 0 34 0,2 0 38 16,-3 4 5-16,2 9 19 0,2 3 24 0,-1 8 27 15,1 2 25-15,-2 4-10 0,5 1-13 0,-1 7-5 16,1 3-18-16,0 3 7 0,0 4 1 16,3 2-1-16,0 0 4 0,-1 18-19 0,5-1 5 15,-1 1 1-15,4 4-11 0,1 6 15 0,4 4-35 16,-2-1 18-16,5 11-26 0,4-1-3 15,-1 1 3-15,0-1-5 0,-2 0 56 0,-1-7-5 16,4 2-28-16,-4-1-26 0,1-9-17 0,-2 3-57 16,-1-2-33-16,5-4-93 0,-8-3-214 15,3 0-438-15,2-7 46 0,-2 0 100 0,1-8 58 16,-1-2 55-16</inkml:trace>
  <inkml:trace contextRef="#ctx0" brushRef="#br0" timeOffset="133203.62">14055 12808 970 0,'0'32'330'0,"0"-6"-10"15,0-1-18-15,0 0-39 0,3 2-17 0,1 2-31 16,-1-1-20-16,1-2-14 0,2 0-19 0,-2 2-24 16,2-3 8-16,-2-4-21 0,0-1-2 0,-1-2-26 15,1-5-12-15,-1 1 4 0,-3-4 4 16,3-3-27-16,-3-1-2 0,3-4-23 0,-3-2 3 16,0 0 2-16,0 0-26 0,7-16 16 0,-4 7-3 15,2-1-5-15,1 1-7 0,1-1 5 16,0 0-1-16,4 1 1 0,-1 0-8 0,3 5 5 15,-2-1-13-15,2 1-13 0,1-1 19 0,2 5 7 16,-1 2-16-16,1 2 9 16,-1 0-3-16,1 3 7 0,-2 1-15 0,-1 1 0 0,-3 0 16 15,-2 4-19-15,-1-2 9 0,-4-1 7 0,-3 5-8 16,-3-2-5-16,-1-1 13 0,-7 3-18 0,-2 1 18 16,-1-4-13-16,-3 2 5 0,-3-4 11 15,3-2-11-15,0-1 0 0,3-4 0 0,-3 4-5 16,4-6 16-16,-1 3-11 0,3-3 13 0,2-1 5 15,1 0 6-15,8 0 1 0,-7-5 1 16,7 5-10-16,0-5-8 0,0 5 10 0,14-13-5 16,0 6-3-16,-1-3-9 0,8 2 7 0,0-7-6 15,6 2-9-15,-4-2 7 0,5-2-7 0,-1 2-1 16,1-4 9-16,-4-2-6 0,3 4-5 16,-7-1 2-16,1-3 6 0,0 0-8 0,-5 5 2 15,-2-3 4-15,-4 2-24 0,0-1 20 0,-2 3 1 16,-5 0 2-16,1 5-5 0,-1 0 0 0,-3 1 8 15,0 3-11-15,-3 1 0 0,0 1 14 16,3 4-16-16,-12-1 7 0,12 1 3 0,-13 6 5 16,7 1-4-16,-1 2 1 0,-1 6 9 15,2-5-6-15,2 5 5 0,1 3 1 0,0-3-11 16,3 3 0-16,3 0-8 0,0 2 3 0,1-3 0 16,2 0-7-16,2-2 22 0,-1-2-7 15,3 3-3-15,0-7-5 0,4 3-3 0,-1-3 11 16,4-6-8-16,0 4-8 0,-3-6 11 0,3-2-6 15,3-2-2-15,-2-3 0 0,2-3-5 0,4-4 10 16,0-3-5-16,-3-1-13 0,2-1-5 0,-2-1 12 16,3-4-4-16,-4 7-5 0,-2-1-6 15,-1 2 18-15,-3 5-4 0,-1-2 4 0,1 0-2 16,-4 4-1-16,1 0-12 0,-2 4 16 16,-2-2-4-16,0 3-4 0,0-1 0 0,0 4 7 15,-7 0-2-15,10-3-6 0,-10 3-2 0,0 0 6 16,0 0-4-16,10 3 6 0,-10-3-5 0,0 0 7 15,0 0-7-15,4 5 15 0,-4-5-5 16,0 0 12-16,0 0-12 0,0 0 8 0,0 0-3 16,0 0-5-16,-27 2 5 0,27-2 2 0,-15 1-2 15,6 4 10-15,-1-3-2 0,-1 5 0 0,-2 1-3 16,1 2 18-16,-1-1-3 0,-4 3 3 16,4-1 0-16,3 0-10 0,2 5 21 0,-2-4-22 15,4 2 14-15,-1 0-8 0,4 1-3 0,-2-4 3 16,5 0 3-16,0 2-19 0,4-2 8 15,-3 0 16-15,5-1-21 0,-2-1 3 0,5-1 7 16,2-1-15-16,-1-2 15 0,4-1-9 0,3-1 4 16,-1-3-10-16,2 0-13 0,0 0 16 0,1-6-3 15,2 4-18-15,-4-7 10 0,4-1-12 16,-1-5 12-16,-6 4-18 0,3-4 11 0,-3 0-8 16,0-1 23-16,-1 5 2 0,-6 0-7 0,3 1 16 15,-6 1 1-15,2 3 1 16,1 0 0-16,-4 1-16 0,-2 2 6 0,-1 3 7 0,0 0 8 15,0 0-15-15,0 0 7 0,0 0 0 0,7 17-7 16,-7-10 4-16,3 2-7 0,1 1 11 16,-1 0-9-16,3 1 3 0,1 2-12 0,1-4 1 15,-2 4 12-15,4-4-6 0,-3 0-8 0,4-1 3 16,-4-1 10-16,2 0-5 0,2-3 5 0,-4 1-5 16,0-3-3-16,-1 1-4 0,1-3 17 0,-7 0 3 15,14-3-13-15,-11-2 8 0,-3 5-6 16,4-10-10-16,-4 4 6 0,-3 0 10 0,2-3-3 15,-5-1 2-15,2 1-17 0,-3 0 10 0,0 1 15 16,0-2-4-16,-2 2-6 0,-2-2 0 16,4 2 3-16,0 1 10 0,1-3-16 0,-2 3 16 15,2-1-18-15,2 1 15 0,1-1-22 0,0 4 2 16,0-2-3-16,2-1 16 0,2 2-6 0,2-1-2 16,0-1 3-16,1 4 2 0,2-4 8 15,2 0-24-15,1 5 11 0,1-4 0 0,1 4-10 16,-1-3 18-16,0 4-11 0,1-1-10 0,2 1 16 15,-3 1-11-15,4 1 8 0,-3 2 0 16,3 1-12-16,-1-1 14 0,0 5-12 0,2-1 20 16,-2 3-10-16,4-2 3 0,-4 2-16 0,-2 1 10 15,2 0-2-15,-3-1-3 0,1 4-12 16,-4-3 10-16,0-1 7 0,-1 3-2 0,-1-3 13 16,1 0-8-16,-6-3 0 0,3 1 5 0,-2 1-5 15,2-1 0-15,-3-2 13 0,3-2-16 0,-3 1 1 16,0-5 7-16,0 0-8 0,-3 7 6 15,3-7-3-15,0 0 5 0,0 0-5 0,0 0-8 16,-4-22 8-16,4 12-15 0,0-1 2 0,1-1-15 16,2 1 12-16,0-2-7 0,0 2-10 15,1 1 8-15,3-4 4 0,0 6 11 0,-1 0 0 16,1-1-16-16,0 2 6 0,1 4 4 0,1-2 3 16,-2 4 11-16,4 1 2 0,-11 0-18 15,17 1 13-15,-4 4 5 0,-6-2 13 0,3 4-24 16,0 2 22-16,-2-1-17 0,2 0 6 0,-4 1 18 15,1-1-23-15,1 0 10 0,-2 3 0 16,-2 1 8-16,2-4 3 0,-3 1-11 0,1 0 2 16,0-2 9-16,-1-3 12 0,0 3-25 0,-2-1 17 15,2-4-20-15,-3-2 15 0,0 0-2 0,0 0-3 16,0 0 8-16,0 0-20 0,0 0 15 16,-4-15-3-16,1 5-15 0,3-4 5 0,0 2-21 15,0-6 6-15,3-2-3 0,-3 1-3 0,4-5-4 16,-1 4-6-16,4-3 29 0,-1 0-11 15,-1 3 10-15,4 5-12 0,-5-2 12 0,3 2 14 16,-1 4-14-16,2 1 0 0,-2 2-4 0,1 2 9 16,3 2-4-16,-2 0 9 0,1 4 1 15,1 4 7-15,1 0 14 0,2 5 4 0,-3-1-8 0,4 0-2 16,-3 7-7-16,0 0 9 0,2 3-2 16,-3-1-7-16,4 2-1 0,-4-3-17 0,-3 7 25 15,3-4-18-15,-3 0 0 0,-1 2-13 0,-2-3 1 16,-1-1-27-16,5 0-40 0,-5-2-36 15,0-3-79-15,-3 1-201 0,1-3-508 0,2-2 53 16,0-1 95-16,3-6 87 0,-5 4 87 16,-1-5 41-16</inkml:trace>
  <inkml:trace contextRef="#ctx0" brushRef="#br0" timeOffset="133602.49">16119 13076 1110 0,'0'0'387'0,"11"-5"-31"0,-7 0-36 15,5 1-29-15,-2-2-32 0,1 1-21 0,2-3-15 16,0 4-39-16,1-5-10 0,-1 0-23 16,2-3 8-16,-1 4-26 0,-4-4-10 0,0-1-18 15,-1-1-13-15,-1-1 10 0,-2-1-17 0,0 1-26 16,0 1 17-16,-6 3-12 0,3 3-5 0,-3 0-10 15,0 1 0-15,-5 5-11 0,-2 2-5 0,10 0 24 16,-24 9-1-16,11-1 5 0,-5 5-38 16,5-1 16-16,-1 6-19 0,4-1 44 0,3 5 3 15,1-4-1-15,1 4-27 0,5-1 4 16,0-4-2-16,5 6-5 0,-2-5 5 0,4 4 8 16,2-5-21-16,2 0 5 0,-1-2-18 0,4-5 16 15,0 0 0-15,2-4-11 0,2-4-7 16,3 4 13-16,-1-6-19 0,1-2 11 0,3-2-15 15,-5 1-26-15,2-1-10 0,-3-1-8 0,-2-2-11 16,-1-1-47-16,-5 2-24 0,-1-3-118 0,-5 1-179 16,-4 1-494-16,0-1 47 0,-4 4 76 0,-2-4 87 15,-7-1 77-15,1 2 61 0</inkml:trace>
  <inkml:trace contextRef="#ctx0" brushRef="#br0" timeOffset="135251.34">17727 12859 985 0,'6'7'284'0,"-2"3"-28"0,-1 3-18 16,4-1-23-16,3 2-18 0,0 4-15 0,0 0-36 15,2-3 5-15,1 6-18 0,0-2-20 0,1 0-3 16,2-3-18-16,-1 8-8 0,1-6-9 16,-2-3-1-16,-3 1-3 0,3-4-14 0,-4-4 2 15,-1 4-26-15,-1-3 13 0,-1-5 72 0,-1 2-21 16,-2-5 5-16,-4-1-20 0,0 0-2 15,10-8-6-15,-6 1-13 0,-4-3-4 0,0 2-9 16,0-9-2-16,-4 2 8 0,1-3-10 0,3 0-3 16,0 0 2-16,-1-2-2 15,2 2-15-15,2 2 4 0,1 0-12 0,-1 3 18 0,1-1-21 16,5-2 6-16,-2 4 2 0,4-2-3 0,2 4 3 16,2-4-7-16,4 5-3 0,-1-1-1 15,2-3-4-15,1 4 18 0,3-1-8 0,-3 2-6 16,2-1-6-16,-2 1-1 0,-1-3 2 0,-3 4-7 15,1 0 18-15,-2 0-13 0,-2-3-2 0,-4 2 5 16,0 2-1-16,-2 1 1 0,1-1-11 0,-5-1 14 16,-1 6-6-16,1-5-3 0,-4 6 3 15,0 0 18-15,0 0-10 0,0 0 0 0,0 0 0 16,-20 13-3-16,12-6 3 0,1 4-5 16,-2-3-3-16,2 7 8 0,-1-3-6 0,2 3-2 15,2-1-12-15,1-2 14 0,3 2 9 0,0 0-16 16,0 0 7-16,3-3 9 0,1 2-19 0,6-1 11 15,-3-1 2-15,6-1 0 0,-1-2-15 16,4 2 10-16,2-3-17 0,4-1 14 0,0-4-30 16,2 3-13-16,0-5-10 0,-1 0-6 0,1-3 6 15,0 1-10-15,-3 0 2 0,-4-4-5 0,3-1 3 16,-6-3-3-16,0 2-3 0,-1-4 6 16,-2-1-9-16,-4-2 29 0,2 5 8 0,-2-5-3 15,-3 5 34-15,3 2-1 0,-4-1 11 16,1 1-16-16,-1 8 8 0,-3 0 0 0,0 0-2 15,0 0 12-15,0 0 0 0,10 14 6 0,-10-5-11 16,3 1 20-16,1 0-12 0,-3 3-10 16,2-1 9-16,-3 1-1 0,3-1-4 0,-3 2 4 0,3-3-4 15,-3 2 9-15,1-4-6 0,-1 1 10 16,0-2 6-16,0-2 10 0,-1-1 2 0,-2 1-15 16,3 0 13-16,0-6 2 0,-7 2-17 0,7-2 2 15,0 0 0-15,-14-8 3 0,11 0-19 16,0-2 16-16,-1-3-20 0,1 1 22 0,3-6-27 15,0-2 10-15,4 1 2 0,-1 2 0 0,3-6 8 16,1 6-21-16,1-1 1 0,-2 3 10 16,4 5-16-16,-3-2 10 0,1 5-12 0,1 1 8 15,1 3-1-15,1 3 3 0,-4 1 3 0,3 1-6 16,0 5-2-16,1-1 0 0,-1 3 15 0,0 0-7 16,3 0-1-16,-3 1-7 0,1-2-3 15,-1 2 1-15,0 1-1 0,4-2 16 0,-4-3-3 16,0 4-5-16,1-6 2 0,-1 3 3 0,3-3 6 15,-2 2-16-15,2-6 7 0,-1 0 3 16,1 0-7-16,0 0-6 0,-2-2 3 0,-1-3 7 16,0-3-12-16,1 2 8 0,-1-4-11 0,-1-1 3 15,-4 3 5-15,2-2 2 0,-1 2 0 16,1-1 1-16,-4 0-3 0,4 2-6 0,-6 0-4 16,2 4 2-16,0-1 8 0,-3 4 0 0,4-3 3 0,-4 3-4 15,0 0-6-15,0 0-1 0,13 10 10 16,-10-9 1-16,1 6 4 0,0 0 3 0,2 1-7 15,1 1-1-15,-1 1 11 0,2-2-8 16,2 6-5-16,-3-3 2 0,3 6 8 0,-3-2 3 16,3 1 10-16,0 1-13 0,-2 1 3 0,-2 0 10 15,1-1 2-15,-4 3-4 0,1-2-9 16,-4-1 14-16,3 0-1 0,-3-1 6 0,-3-4-1 16,3 3 14-16,-1-1-14 0,-5-3 11 15,2 3-15-15,-2-3 9 0,-2 0-4 0,-1-1-6 16,2-1 3-16,0-3 16 0,-1 0-24 0,-1 1 16 15,-1-6-18-15,3 1 2 0,-1 1-5 0,8-3 11 16,-16-5-14-16,5 4 14 0,4-6-6 0,-2 1-2 16,2 1 5-16,-1-1-13 0,2-2 5 0,2 2 6 15,-2 2-3-15,2-3-13 0,-2 5 17 16,1-4-4-16,-1 3-2 0,6 3-6 0,-7-7-8 16,4 2-7-16,3 5 15 0,-6-3-5 15,6 3-3-15,-4-7 6 0,4 7 2 0,-4-2-15 16,4 2-13-16,-4-4 23 0,4 4-5 0,0 0-6 15,-6-1 4-15,6 1-9 0,0 0-7 0,-4-4 26 16,4 4-26-16,0 0 15 0,0 0 6 16,0 0-39-16,0 0-23 0,-13 5-54 0,13-5-64 15,-7 6-97-15,3 0-542 0,1-4-37 0,0 3 95 16,3-5 67-16,-4 4 66 0,4-4 77 0</inkml:trace>
  <inkml:trace contextRef="#ctx0" brushRef="#br0" timeOffset="135752.41">19850 12240 1185 0,'0'0'368'0,"0"0"-35"16,0 21-51-16,0-7 12 0,3 2-84 0,0 4 7 15,1 8-40-15,-1 4-11 0,4 3 6 0,7 14-42 16,-7-2 9-16,2 2-27 0,2-3-2 0,-4-6-2 15,3 6-21-15,-3-8 0 0,3-7-8 0,-3 0-10 16,-1 2 0-16,1-3-17 0,1 0 7 16,-5-5-11-16,4 0-2 0,-4 0-7 0,0-3-32 15,1-4-19-15,-1-1-68 0,0 1-68 16,-3-4-72-16,5-3-67 0,-2-3-473 0,3 1 22 16,-2-2 14-16,-1-5 76 0,4-2 62 0</inkml:trace>
  <inkml:trace contextRef="#ctx0" brushRef="#br0" timeOffset="136967.81">20269 12700 1164 0,'-6'-7'405'0,"0"5"-29"0,6 2-43 15,-15 0-16-15,5 6-30 0,-3-1-39 16,-1 7-18-16,1 0-25 0,-2 2-10 0,-1 2-21 15,2 0-13-15,4 2-23 0,-4 0-23 0,7-1 1 16,0-2-19-16,1 0-2 0,2 1-14 0,1-3-11 16,3 3-6-16,0-4-8 0,0 1-10 15,3-1 3-15,4-2-16 0,0-1 0 0,-1-1-7 16,5-4-11-16,-1 3-5 0,0-6 16 0,1 0-3 16,-1-1-10-16,0-1-6 0,1-3 6 0,-1-2 3 15,0-4-14-15,3-3 8 0,-6 0 8 16,0-2-10-16,4 0-3 0,-5-2 0 15,1 5 29-15,-4-1-6 0,1 5-16 0,2-1-1 16,-3 1 7-16,-1 5-16 0,1-1 24 0,-3 4-6 16,0 0-12-16,0 0 12 0,0 0-12 0,0 0 7 15,10 13 3-15,-4-9-7 0,-5 4 4 16,5-1 0-16,1 1 1 0,-3 1-4 0,3-1 1 0,3-1-10 16,0 0-3-16,0 1 2 15,4-4-4-15,0 3-1 0,2-1-15 0,-1-2 3 0,-2-4-18 16,1 4-8-16,-1-4-3 0,2-3-9 0,-2 2 19 15,-3-2-25-15,4-4 8 0,-4-1-8 16,1-2 11-16,-2-4 4 0,-2 1 8 0,0-2-5 16,-1-1 13-16,-1-1 10 0,1 2 5 15,-2 4 16-15,2-2-11 0,-3 5-2 0,-2 3 0 16,2 0 12-16,-3 5-9 0,0 0 25 0,0 0-13 16,0 0 5-16,3 17 0 0,-3-9 6 0,-3 2-21 15,0-2 22-15,3 4-9 0,-1 0 0 0,-2-4-6 16,0 3 9-16,0 1 4 0,2-4-2 15,-2 0 12-15,0-1-7 0,3-1 8 0,-3 1 12 16,3-1-12-16,-3-4 20 0,3-2-23 0,-2 7 3 16,2-7 4-16,0 0 4 0,0 0-22 15,0 0 9-15,0 0-1 0,2-19-4 0,1 7-1 16,0 3-7-16,3-4-11 0,-2-1 13 16,3-1-4-16,4-2-6 0,-1-2-13 0,3-1 13 15,1 1 0-15,3 1-3 0,0-4 6 0,4 4-16 16,-1-1 15-16,4-3-14 0,0 4 17 0,0-1-18 15,-4 2 3-15,4-1 5 0,-6-3 5 16,1 7 2-16,-4 2-9 0,-2-3-4 0,1 4 6 16,-4-2 23-16,-3 3-5 0,-1 3-3 0,2 0-2 15,-1 1-3-15,-7 1-5 0,3 4 8 0,-3 1-1 16,0 0 11-16,0 0-23 0,-18 12 15 16,12 1-10-16,-1-1 16 0,0 4-1 0,-3 7-15 15,6 2 13-15,-2 0 2 0,2 9-7 0,4-4 7 16,0 4-17-16,0 2 25 0,3 1-13 15,-2 1-18-15,8 10 29 0,-1 4-8 0,-1-4-13 16,0 1 5-16,-1-3-8 0,0-6 16 0,-1-7-26 16,1 2 28-16,-5-3-12 0,2-1 5 0,-3-4-1 15,0-2 4-15,-3 0-19 0,2-1 16 16,-5-5-3-16,-2 0 2 0,2-6 4 0,-4 2-11 16,3-6 5-16,-7-2 23 0,4-3-41 0,-1-2 26 15,1-4 7-15,-3-1 3 0,2-5-5 16,1-1 3-16,0-6 10 0,-1 2-24 0,5-1 11 15,2-4 3-15,1-2-16 0,0 2-21 0,6-1 27 16,4-4 1-16,-1-2-1 0,8 0-9 16,0 0-7-16,6-1 18 0,5-8-5 0,5 3-14 15,-2-3 4-15,3 2-11 0,3 3 16 0,-3-4 4 16,2 1-4-16,-2 0-11 0,0 0 11 16,0 3-3-16,-11 4 5 0,1 4-10 0,-7 4 18 0,-1 1 20 15,-3 6-51-15,1-5 28 0,-4 6 6 16,-4 2-6-16,0 5 0 0,0-1-2 0,-3 3 7 15,0 0-2-15,-16 11-8 0,5-3 5 16,-2 3 23-16,3 3 6 0,-5 3-52 0,2 1 62 16,6-3-8-16,0 2-41 0,4 1 10 0,0-3-43 15,2 3 48-15,1 3-2 0,0-4 30 0,4 1-48 16,-1-2-8-16,4-1 13 0,1-3 0 16,5 2 23-16,-3-3-23 0,4-3 11 0,2 2-6 15,2-3 8-15,-1-3 4 0,0-1-14 0,-3-2 7 16,0-1-12-16,3 0-6 0,-4-1-20 0,0-5-3 15,-2 5-35-15,-4-6-19 0,0 3-4 16,-4-2-98-16,-3 4-251 0,-3-4-545 0,-4-1 85 16,-6 3 112-16,-2-3 64 0,-9-2 82 0,1-1 49 15,-12-3 43-15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2:41:05.6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4730,'0'-4704,"0"4679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2:41:23.6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0,'0'5077,"0"-5063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2:41:42.617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0,'7023'0,"-6996"0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7T12:41:54.280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0,'7368'0,"-7341"0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2:47.1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1 229 24575,'2'42'0,"3"-1"0,1 1 0,2-1 0,2 0 0,1 0 0,29 64 0,81 191 0,26 4 0,-19-47 0,-80-141 0,56 121 0,-58-132 0,-30-60 0,3-1 0,1-1 0,49 69 0,-49-82 0,3 2 0,27 46 0,31 40 0,-16-23 0,-30-28 0,-27-47 0,0 1 0,2-1 0,0-1 0,20 25 0,77 77 0,-33-34 0,89 78 0,1-25 0,-147-123 0,1-1 0,1-1 0,0 0 0,30 11 0,-30-14 0,0 1 0,0 1 0,-1 0 0,32 25 0,-18-10 0,1-1 0,66 35 0,-60-38 0,-23-12 0,1-2 0,-1 0 0,1-1 0,1 0 0,-1-1 0,1-2 0,24 4 0,127-2 0,-134-6 0,-20 0 0,1 0 0,0-1 0,-1-1 0,0-1 0,0 0 0,0-1 0,20-9 0,97-58 0,-65 33 0,-47 28 0,537-317 0,-533 311 0,-2 0 0,0-2 0,27-30 0,52-72 0,-34 38 0,81-106 0,54-60 0,-184 227 0,-1-2 0,-1 1 0,-1-2 0,-1 0 0,-1-1 0,11-33 0,27-50 0,163-270 0,-117 216 0,-35 61 0,83-183 0,-114 214 0,-12 29 0,20-68 0,-27 75 0,1 1 0,28-53 0,-24 54 0,-1-1 0,16-51 0,-11 17 0,12-51 0,-25 90-98,1 0 0,2 1 0,1 0 0,22-37 0,-20 38-777,2-4-5951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3:04.6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1 229 24575,'2'42'0,"3"-1"0,1 1 0,2-1 0,2 0 0,1 0 0,29 64 0,81 191 0,26 4 0,-19-47 0,-80-141 0,56 121 0,-58-132 0,-30-60 0,3-1 0,1-1 0,49 69 0,-49-82 0,3 2 0,27 46 0,31 40 0,-16-23 0,-30-28 0,-27-47 0,0 1 0,2-1 0,0-1 0,20 25 0,77 77 0,-33-34 0,89 78 0,1-25 0,-147-123 0,1-1 0,1-1 0,0 0 0,30 11 0,-30-14 0,0 1 0,0 1 0,-1 0 0,32 25 0,-18-10 0,1-1 0,66 35 0,-60-38 0,-23-12 0,1-2 0,-1 0 0,1-1 0,1 0 0,-1-1 0,1-2 0,24 4 0,127-2 0,-134-6 0,-20 0 0,1 0 0,0-1 0,-1-1 0,0-1 0,0 0 0,0-1 0,20-9 0,97-58 0,-65 33 0,-47 28 0,537-317 0,-533 311 0,-2 0 0,0-2 0,27-30 0,52-72 0,-34 38 0,81-106 0,54-60 0,-184 227 0,-1-2 0,-1 1 0,-1-2 0,-1 0 0,-1-1 0,11-33 0,27-50 0,163-270 0,-117 216 0,-35 61 0,83-183 0,-114 214 0,-12 29 0,20-68 0,-27 75 0,1 1 0,28-53 0,-24 54 0,-1-1 0,16-51 0,-11 17 0,12-51 0,-25 90-98,1 0 0,2 1 0,1 0 0,22-37 0,-20 38-777,2-4-5951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5:40.76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0 1 24575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5:41.52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24575,'0'0'-8191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5:42.194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0 24575,'0'0'-8191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5:43.225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24575,'0'0'-8191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5:43.991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0 24575,'0'0'-8191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5:45.15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24575,'0'0'-8191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5:46.20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0 1 24575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5:46.722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 24575,'0'0'-8191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5:47.437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24575,'0'0'-8191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5:47.953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24575,'0'0'-8191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5:48.488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24575,'0'0'-8191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6:09.61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24575,'0'0'-8191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6:13.246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0 24575,'0'0'-8191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6:14.67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1 24575,'0'0'-8191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6:17.42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0 0 24575,'0'0'-8191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6:18.709"/>
    </inkml:context>
    <inkml:brush xml:id="br0">
      <inkml:brushProperty name="width" value="0.2" units="cm"/>
      <inkml:brushProperty name="height" value="0.2" units="cm"/>
      <inkml:brushProperty name="color" value="#66CC00"/>
    </inkml:brush>
  </inkml:definitions>
  <inkml:trace contextRef="#ctx0" brushRef="#br0">1 1 24575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7:11.29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24575,'52'0'0,"0"2"0,0 2 0,0 3 0,59 15 0,422 143 0,-494-150 0,-1 3 0,45 28 0,45 20 0,-100-54 0,0-2 0,1-1 0,0-1 0,1-2 0,58 6 0,15 3 0,288 92 0,88 25 0,-434-121 0,216 46 0,-196-47 0,1-3 0,67-2 0,-77-5-1365,-33-1-5461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7:16.9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12 0 24575,'-1'0'0,"1"0"0,-1 0 0,1 0 0,-1 1 0,1-1 0,-1 0 0,1 0 0,-1 0 0,1 1 0,-1-1 0,1 0 0,0 0 0,-1 1 0,1-1 0,-1 0 0,1 1 0,0-1 0,-1 1 0,1-1 0,0 0 0,-1 1 0,1-1 0,0 1 0,0-1 0,0 1 0,-1-1 0,1 1 0,0-1 0,0 1 0,0-1 0,0 1 0,0-1 0,0 1 0,0-1 0,0 1 0,0-1 0,0 1 0,0-1 0,0 1 0,0-1 0,0 1 0,1-1 0,-1 1 0,0-1 0,0 1 0,0-1 0,1 1 0,-1-1 0,0 0 0,1 1 0,0 0 0,15 24 0,-4-16 0,1-1 0,0-1 0,0 0 0,21 7 0,30 17 0,-42-19 0,-1-2 0,2 0 0,-1-1 0,37 8 0,-36-10 0,-22-7 0,-1 0 0,1 0 0,-1 1 0,1-1 0,-1 0 0,1 0 0,-1 0 0,1 0 0,-1 0 0,0 1 0,1-1 0,-1 0 0,1 0 0,-1 1 0,0-1 0,1 0 0,-1 1 0,0-1 0,1 0 0,-1 1 0,0-1 0,0 0 0,1 1 0,-1-1 0,0 1 0,0-1 0,0 0 0,1 1 0,-1-1 0,0 1 0,0-1 0,0 1 0,0-1 0,0 1 0,0-1 0,0 1 0,0-1 0,0 0 0,0 1 0,-15 18 0,-27 8 0,24-19 20,0-1 0,-1-1 0,-19 4 0,-10 2-1465,29-5-5381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7:18.40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2232 1 24575,'-87'21'0,"57"-15"0,-33 11 0,-31 15 0,-2-5 0,-175 28 0,-253-21 0,266-23 0,249-10 0,-398 14 0,359-13 20,1 3 0,0 2 0,-56 15 0,-20 3-1465,99-21-5381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7:19.55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89 0 24575,'-2'1'0,"1"-1"0,-1 0 0,1 1 0,-1-1 0,1 1 0,0 0 0,-1-1 0,1 1 0,0 0 0,-1 0 0,1 0 0,0 0 0,0 0 0,0 0 0,0 0 0,0 1 0,-1 0 0,-17 26 0,17-24 0,-5 8 0,1-1 0,1 1 0,0 1 0,0-1 0,1 1 0,1 0 0,0-1 0,1 2 0,-1 20 0,3-31 0,1 0 0,-1 0 0,1 0 0,0 0 0,0 0 0,0 0 0,1 0 0,-1 0 0,1 0 0,-1 0 0,1 0 0,0-1 0,0 1 0,0-1 0,1 0 0,-1 1 0,0-1 0,1 0 0,0 0 0,-1 0 0,1-1 0,0 1 0,3 1 0,11 5 0,0-1 0,34 9 0,-33-10 0,81 18-1365,-76-19-5461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7:21.6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24575,'74'3'0,"92"16"0,-95-8 0,103 1 0,-140-10 0,-1 0 0,1 3 0,52 13 0,-56-12 0,8 1 0,71 1 0,-2 0 0,65 23 0,-38-10 0,34 3 0,-129-19 33,1 2-1,41 12 0,-48-9-397,0-2-1,1-2 1,55 4-1,-66-10-6460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7:25.80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80 1 24575,'-1'0'0,"0"0"0,0 1 0,0-1 0,0 1 0,0-1 0,0 1 0,0-1 0,0 1 0,0 0 0,1-1 0,-1 1 0,0 0 0,0 0 0,1-1 0,-1 1 0,0 0 0,1 0 0,-1 0 0,1 0 0,-1 0 0,1 0 0,0 0 0,-1 0 0,1 0 0,0 0 0,0 0 0,0 0 0,-1 0 0,1 0 0,1 2 0,-1 34 0,4-25 0,1-1 0,0 0 0,0-1 0,1 1 0,0-1 0,1 0 0,0 0 0,0-1 0,15 14 0,27 37 0,-48-59 0,0 0 0,-1 0 0,1 1 0,0-1 0,-1 0 0,1 0 0,0 1 0,-1-1 0,1 1 0,-1-1 0,0 0 0,0 1 0,1-1 0,-1 1 0,0-1 0,0 1 0,0-1 0,0 1 0,-1-1 0,1 2 0,-1-2 0,0 0 0,1 0 0,-1 0 0,0 0 0,0 0 0,0 0 0,0 0 0,0 0 0,0 0 0,0-1 0,0 1 0,0 0 0,0-1 0,0 1 0,0-1 0,-1 1 0,1-1 0,-2 1 0,-7 1 0,0-1 0,-1 0 0,1 0 0,-17-2 0,16 1 0,-54-2-1365,39 1-5461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7:27.19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1466 1 24575,'-50'0'0,"-130"0"0,-185 23 0,20 9 0,243-25 0,-177-2-14,172-6-1337,69 1-5475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7:29.026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293 1 24575,'-10'2'0,"0"0"0,0 0 0,1 1 0,-1 1 0,1 0 0,-1 0 0,1 1 0,1 0 0,-12 8 0,-14 7 0,21-14 0,0 2 0,0 0 0,1 0 0,0 1 0,0 1 0,1 0 0,0 0 0,1 1 0,0 1 0,1 0 0,-10 17 0,17-27 0,1 0 0,0 0 0,0 0 0,0 0 0,1 0 0,-1 0 0,1 0 0,-1 1 0,1-1 0,-1 0 0,1 0 0,0 1 0,0-1 0,0 0 0,1 1 0,-1-1 0,0 0 0,1 0 0,0 0 0,-1 1 0,1-1 0,0 0 0,0 0 0,0 0 0,0 0 0,0 0 0,1-1 0,-1 1 0,1 0 0,-1 0 0,1-1 0,1 2 0,7 4 0,-1-1 0,1 0 0,0 0 0,1-1 0,12 5 0,-2-1 0,47 21-455,-1 4 0,87 60 0,-130-77-6371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8:34.27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24575,'0'7'0,"0"7"0,0 4 0,4 3 0,1 2 0,0 0 0,-2 0 0,7 4 0,6 1 0,3-1 0,6-1 0,6 3 0,2-1 0,3 0 0,-6-2 0,-7-5-8191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8:35.082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24575,'8'0'0,"5"0"0,5 0 0,3 0 0,5 4 0,3 1 0,-5-1-8191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8:35.761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24575,'4'0'0,"1"4"0,0 4 0,-2 6 0,0 3 0,-1 10 0,-1 5 0,-1 0 0,0 2 0,0-1 0,0-2 0,-1-3 0,1-6-8191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8:36.465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24575,'4'4'0,"1"4"0,3 2 0,4 2 0,4 4 0,-1 1 0,1 0 0,1-1 0,2 1 0,-2 1 0,-5 6 0,0-2 0,1-1 0,-1 0 0,-3-4-8191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8:37.044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0 24575,'4'0'0,"5"0"0,4 0 0,4 0 0,7 0 0,-1 0-8191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8:37.729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57 0 24575,'0'7'0,"0"7"0,-7 8 0,-7 4 0,0 1 0,2 4 0,2-3-8191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8:39.043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0 1 24575,'4'0'0,"5"0"0,4 0 0,1 4 0,1 0 0,2 5 0,-3 4 0,-2 3 0,-1 3 0,6 5 0,0 3 0,1 4 0,-3 1 0,0-2 0,-3-6-8191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8:39.758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1 0 24575,'4'0'0,"4"0"0,6 0 0,3 0 0,3 0 0,-2 0-8191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7T12:48:40.427"/>
    </inkml:context>
    <inkml:brush xml:id="br0">
      <inkml:brushProperty name="width" value="0.05" units="cm"/>
      <inkml:brushProperty name="height" value="0.05" units="cm"/>
      <inkml:brushProperty name="color" value="#FFC114"/>
    </inkml:brush>
  </inkml:definitions>
  <inkml:trace contextRef="#ctx0" brushRef="#br0">40 1 24575,'0'4'0,"0"8"0,-4 10 0,-1 13 0,1 3 0,-4-4 0,0-1 0,2-2 0,1-6-8191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7:08:08.0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9888 1936 447 0,'-4'-3'198'15,"1"-2"75"-15,3 5-24 0,-3-5-14 16,0 2-25-16,3 3-28 0,-1-6-11 0,1 6-30 15,-4-4-15-15,4 4-22 0,0 0 7 0,0 0-14 16,0 0-10-16,0 0-15 0,0 0-6 16,0 0-7-16,0 0-16 0,11 16 14 0,-7-7-16 15,2 0 7-15,-2 0-17 0,3 4 13 0,0 1-24 16,-1 1 6-16,1 0-3 0,-1 1 10 16,2 3-7-16,2-1 2 0,-4 4-8 0,1-1-7 15,4 0 7-15,-4 2-2 0,0 0-12 0,4 4-1 16,1 0 10-16,-5 2 5 0,3 0-9 15,1-1-4-15,-1 3 4 0,1-2 7 0,-1 1-11 16,0 0-9-16,-1 0 12 0,2-2 3 16,-1 1-6-16,-3-1 4 0,4 1-6 0,-1-2 13 15,0-3-95-15,1 2 18 0,-1 1 10 0,-1 0 8 16,2-4 3-16,-4 4-3 0,3 0 8 0,1 1 7 16,-1-3-15-16,3 3 13 0,-5 0 10 0,2-1-13 15,0 2 34-15,1-3-18 0,-1 2 7 16,-1 3-20-16,2 0 30 0,-1-1-9 0,-3 0-1 15,0 2 8-15,4-2 0 0,-2 1 0 16,-2 0 3-16,4 0-11 0,-4 2 5 0,2 3 3 16,1-5-7-16,-2 2 9 0,2 12-7 0,0-8 10 15,1-6 0-15,-2 1 0 0,1-2 3 16,1 1 2-16,3 10-10 0,0-6 3 0,-4-3-3 0,3 0 5 16,1 9-2-16,-1-7 4 15,2-3-7-15,-5-1 11 0,7 10-4 0,-3-5-2 0,3 4 0 16,-4-7 3-16,0-3-5 0,-1 1-3 15,1 0-3-15,1 1 1 0,-1 0 9 0,1 1-12 16,-1-4 18-16,-2 3-5 0,3-4-11 0,2 13 3 16,2-7 5-16,-5-4-10 0,4 11 13 15,-3-7-6-15,0-2-4 0,-4-2 9 0,4 0-4 16,-1 0 12-16,5 12-20 0,-2-1 13 0,-1-8-6 16,-5-3-2-16,3 1 13 0,1-2-20 15,-4 2 14-15,8 11 65 0,-2-7-8 0,-2-7 2 16,-1 3-7-16,-2-1 0 0,12 11-13 0,-2 0 3 15,0-2-23-15,-4 2 4 0,3-1-7 0,0-3 18 16,1 3-20-16,0-3 7 0,-7-4-10 16,3-6 15-16,7 13-7 0,-4-4-8 0,4 1-3 15,-3 2 11-15,2-1-3 0,1-1-13 16,0 0 10-16,0-1-7 0,1 0-5 0,-2 2-3 16,1-3 13-16,3 0-18 0,-2 1 20 0,2 3-15 15,0-3 18-15,-3 5-12 0,3-5-4 0,0 2 11 16,-2 1-2-16,2-1-6 0,1 0 3 0,-1-1-16 15,-1 3 18-15,-1-3-2 0,2 3 3 16,1-3-19-16,-1 3-2 0,0-4 10 0,1-1 0 16,3 1-2-16,-4 3 10 0,4-2-8 0,0 2 10 15,-1-1 0-15,2 4 1 0,1-1-11 16,1-1 3-16,1-1 9 0,2 2-4 0,0 1 3 16,-3-5-4-16,5 3-4 0,-2 1-5 15,0-1-8-15,-2 1 20 0,2 0-15 0,-2-1-3 16,2-3 11-16,-3 3 7 0,1-3-10 0,2-1 11 15,-3 4-85-15,0-3 20 0,4 3-12 0,0-3 15 16,3 11-3-16,-4-6 13 0,2-5 3 16,1 3 10-16,1-5 10 0,1 1-10 0,8 7 10 0,-8-8 8 15,2 0-18-15,1-1 23 0,-5 0-10 16,4 1 0-16,-2-2 10 0,2 1-11 0,0-1 11 16,-2-1-7-16,-1-1 4 0,4 2 6 15,2-6-6-15,-2 5-2 0,-1 0 15 0,4-1 6 16,6 9-6-16,-3-13-23 0,-2 4 8 0,-2-3 10 15,5 0-5-15,-2 0 18 0,-1-2-13 0,2 0 0 16,0 0 5-16,-3-1-5 0,0-2 11 16,3 3-19-16,1-5 8 0,-5 2-5 0,5-4-2 15,-1 1 12-15,0 0 3 0,-3-3 12 0,4-2-30 16,-2 1 23-16,2-1-5 0,0-3-5 16,1-1-6-16,-7-3 9 0,-6 1-1 0,1-1 10 15,1-3-7-15,-1 2 0 0,3 0 0 0,0-5-6 16,0 5 16-16,14-2-10 0,-9-2-21 0,-8 1 14 15,3-2-4-15,-3-2 11 0,3-2-18 16,-2 2 18-16,2-2-1 0,1-2-6 0,13 1 6 16,-11-2-7-16,8-4 19 0,0 2-17 15,-11 1-9-15,8-5 4 0,-8 3 24 0,-7-2-21 0,12 0 21 16,2-6-16-16,-4 2-8 0,-1 0 1 16,1-2 5-16,-2 0 15 0,-1-1-11 0,1 2 1 15,2-1 13-15,-2-1-21 0,2 0-5 0,-3-2 13 16,1 1-8-16,4 1-8 0,-5-1 8 0,0-4-2 15,4 5-1-15,-4-4 1 0,1 0 10 16,-1 1 0-16,1-3-3 0,-1 1 8 0,1 1-13 16,-1-2 18-16,0-1-13 0,1 0-5 0,-1 0 0 15,1-1 3-15,-1-2-10 0,4 1 17 16,-1 1-5-16,-1-3-10 0,1 1 18 0,1 0-13 16,-4-2 5-16,1 1 1 0,3-2 1 0,-4-1-6 15,-3-1 6-15,0 1 1 0,0-2 8 16,-3 1-14-16,3 0-4 0,-3 1-6 0,0-3 1 15,-1 2 15-15,3-2-6 0,-1 0 3 0,-2 1-12 16,4-4 2-16,-4 3 26 0,5 0-29 0,5-10 3 16,-9 9 8-16,0 1-6 0,0-4 19 0,-1 3-14 15,0-4 6-15,1 1-5 0,-3 2-16 16,-1-5 13-16,0 1-2 0,-3 1 10 0,0 2 2 16,2-3 0-16,-2 1-10 0,0-1-10 0,0 0-5 15,0-1 5-15,-1 2 5 0,-2-2 8 16,2 4-1-16,-2-3 11 0,-1 0-7 0,4-2 1 15,-3-1-1-15,-2 1 1 0,5 0-1 0,-4 1-6 16,1 0 8-16,2-6-13 0,-2 5 23 16,-1 0-6-16,1-3-17 0,-4 2 0 0,3-3-5 15,-3 4 8-15,3-1 5 0,-3 2-1 0,1-6-14 16,-1 3 12-16,2-5 2 0,-5 1 4 0,3-1-9 16,-3 0 3-16,2 0-2 0,-2-4 7 0,0 2-15 15,-1 2 5-15,1 0 0 0,-1 0 3 16,0 0-1-16,1 0-4 0,-3-1-11 0,1 0 31 15,-1-4-18-15,2 2 10 0,-3-1-2 0,-3 2-11 16,3 0 21-16,-1 1-10 0,-1 1-3 16,1 0 5-16,-2 0-18 0,-3 1 1 0,3-1 17 15,-1 2-8-15,1-2 6 0,-1 0-5 0,-3 1 4 16,1 3-2-16,2-4-2 0,-1 3 12 16,-3-2-7-16,1 4-11 0,0-3-4 0,1 0 7 15,-1 1 0-15,1-2-10 0,-1 3 7 0,-3 0 0 16,3 7 3-16,0-8-7 0,0 1 25 0,0-1-18 15,-2 10 2-15,-1 3-12 0,2 1 10 16,-2 1 10-16,4 0-2 0,-4 0-3 0,3 0-2 16,0 2 2-16,0-4 13 0,-3 1-18 0,4 1-11 15,-4 0 22-15,2 0-1 0,-2 3-18 0,4 0 13 16,-4-1-10-16,2 1 5 0,-2 4 5 0,1-2-12 16,-2 2 14-16,1 0-4 0,-1-1-6 15,1 1-2-15,1-5 10 0,1 3-2 0,-2-3-1 16,4 1 1-16,-4-2 12 0,3 0-20 0,-1 2 15 15,-1-1-12-15,2 1 10 0,-3 0-6 16,4 0-7-16,-1 0 8 0,-4 1-6 0,1 4 3 16,1-1 5-16,1 2-7 0,-5 0 4 0,5-1-10 15,-5 0 19-15,4 0-11 0,-2 0 2 0,-2 1-17 16,2 0 12-16,1 0 6 0,0 1 2 16,0 3-2-16,-1-4-6 0,-2 3 6 0,4-1-3 15,-2-1 10-15,1 0-13 0,-1 0 3 16,1 2-5-16,1-3 10 0,-2 4-5 0,1 0 0 0,0-3-2 15,-1 0 7-15,2 2-5 0,-2-1 2 0,1 0 6 16,0 0-5-16,3 1-1 0,-3 0-4 16,-1-1 2-16,1 2 0 0,1-1-3 0,-1 2 13 15,2-3-5-15,-2 5 8 0,0 0-10 0,-3 0 2 16,3-2 0-16,-1 2 3 0,-2 1-11 16,2 0 3-16,2-1-5 0,-5 2 8 0,4 2 4 15,-4 0-20-15,0 2-7 0,1 0-24 0,-1 0-17 16,1 5-57-16,-4 0-7 0,0 1-34 0,0 4-40 15,0 0-91-15,-14 7-153 0,4 4-388 16,-7 3 101-16,0 5 34 0,-7 3 79 0,-13 9 56 16</inkml:trace>
  <inkml:trace contextRef="#ctx0" brushRef="#br0" timeOffset="1682.74">7358 10249 491 0,'-14'-5'210'0,"14"5"-10"0,-7-1-29 16,7 1-5-16,-6 0-4 0,6 0-34 0,0 0-11 16,0 0 1-16,0 0 2 0,0 0 49 0,0 0-7 15,0 0-11-15,0 0-5 0,0 0-29 0,0 0-2 16,27 7-7-16,-17-6-1 0,4 4-25 16,-1-4-10-16,5 1 5 0,-1 2-8 0,3 1-8 15,2-5 1-15,4 4-80 0,4 0-3 0,1-4 11 16,4 5 8-16,6-4-24 0,3 0 16 15,1 0 10-15,-1-1-5 0,4 2 12 0,14-4-22 16,-7 1 20-16,7 1-5 0,2-2 8 0,1-1 10 16,0 1-13-16,0 1 5 0,3-5-2 15,-3 5 2-15,0-4-10 0,4 0 8 0,-1 4 2 16,0-5 0-16,0 5-7 0,1-6 12 0,-1 5-2 16,1-5-11-16,2 4 1 0,2-3-8 0,2-1 5 15,3 4-8-15,15-4 8 0,-1 0 28 16,0 3-23-16,-14 0 11 0,-2-1 2 0,-4 0-16 15,2 0-9-15,-1 1 27 0,1-2-12 0,3 1-6 16,1-1-14-16,14 0 6 0,3-2 6 0,-2 1 8 16,-14 3-10-16,10-3-6 0,-14 0 13 15,3 2 0-15,-3-1-7 0,15-2-9 0,5 0 16 16,-3 0-15-16,0 1 20 0,1-1-7 16,-1-1 0-16,-13 6 12 0,-4-3-10 0,17-1-8 15,-3-3 6-15,-10 3-6 0,9 0-4 0,5 1 20 16,6-4-6-16,-6 4 11 0,3-1-5 0,-1-1-16 15,-3 1 14-15,-17 0-9 0,17-3 8 16,-2 3 1-16,5 0-1 0,1 1 0 0,0-1-5 16,0 0-2-16,-1 1 10 0,-2-3-13 0,2 3 2 15,-5 2 6-15,-12-2 0 0,17-1-11 0,2 3 8 16,-2-2 3-16,1-1-1 0,-1 3 4 0,-2-3-6 16,-15 2 5-16,17 1 3 0,2-2-23 15,-5-2 7-15,1 1 6 0,2 4 12 0,1-4-5 16,-1 2 3-16,-2 0-3 0,-15 0-5 15,19 1-7-15,-2-2 4 0,1 1 1 0,-15 2 0 16,16-1-3-16,-2-1-6 0,1 1 4 0,0 0 7 16,2-1 0-16,-2 0-5 0,-4-2 13 0,-12 6-21 15,15-6 11-15,-2 5-1 0,-11-1 3 0,17-2-2 16,-1 3 20-16,-2-3-15 0,-3 3-6 16,-11-3-4-16,-4 4 4 0,4-2-12 0,14-2 7 15,0 3 6-15,-1-3-23 0,1 3 25 0,4 0 0 16,-5-3 8-16,-13 4-13 0,-3-1 5 15,16-3-16-15,-16 2 32 0,17 1-13 0,3-3-19 16,0 1 4-16,3 0 4 0,-2-3 8 0,-5 3-2 16,-16 0 5-16,20 0-8 0,-3-2 0 15,0-1 7-15,0 3 3 0,2-2-10 0,-2-2 6 16,3 5-1-16,1-4 2 0,-5 2 1 0,4 1-5 16,-3-5 17-16,3 1-15 0,1 2 16 15,-1-2-6-15,3 0 0 0,-3 1 6 0,1 3-6 0,-2-2 1 16,2-4 55-16,-1 3 11 0,3-1-15 15,4 0-8-15,-3 1-6 0,3 1-1 0,-1-1-1 16,-2-1 8-16,3 1-21 0,-3 0 13 0,3-1-5 16,0 1-7-16,4-3 14 0,-2 3-4 0,-1-3-13 15,-5 2 15-15,4-2-2 0,0 2-31 16,0 1 23-16,3-3 15 0,0 3-10 0,-2 0-3 16,0 0 6-16,-5 1-21 0,-3 0 3 0,3-4 5 15,1-2-8-15,-1 2-5 0,-3 2 8 16,3-1 12-16,-5 1-2 0,-6 1 3 0,1-1-6 15,-19 4-2-15,2-2-16 0,0-2-2 0,-6 1 18 16,2 4-13-16,-3-4 0 0,-2 0-15 16,-6 4 15-16,-14-4-13 0,-4 6 3 0,-5-5-21 15,-11 5-56-15,0-1-56 0,-10-2-105 0,-3 2-254 16,-6-1-481-16,0-1 144 0,-7 4 35 0,-11-12 82 16,-2 2 82-16,-11-9 62 0</inkml:trace>
  <inkml:trace contextRef="#ctx0" brushRef="#br0" timeOffset="3033.45">647 864 683 0,'0'0'248'16,"-3"-6"65"-16,3 6-45 0,-3-5-17 0,3 5-33 16,-3-3-37-16,3 3 1 0,0 0-15 0,0 0-27 15,0 0-9-15,0 16 2 0,3-6-23 16,0 2-13-16,-2 2-22 0,2 3 6 0,3 0 6 15,-2 2-17-15,3 1 1 0,-1 1-9 0,1 0-6 16,-3 0-18-16,3 1 8 0,0-1 1 16,0 1-17-16,-1 1-30 0,1-3-53 0,-1 3-86 15,2-4-170-15,-2-1-449 0,1-3 23 16,0 2 93-16,0-9 48 0,-3 1 59 0</inkml:trace>
  <inkml:trace contextRef="#ctx0" brushRef="#br0" timeOffset="3332.9">845 748 826 0,'12'4'287'0,"4"2"-23"15,5 5-39-15,3 3-23 0,3 3-7 0,1 0-21 16,6 12-21-16,-3 1-25 0,2 0 0 15,-4 2-7-15,-2 1-19 0,-4 1-5 0,-5-3-5 16,-2-4-5-16,-6 2-5 0,0 0-15 16,-3 3-8-16,-6-4 7 0,1 2 3 0,-4-2-2 15,-2 4-11-15,-2 0-7 0,-2-2 5 0,-2 0-3 16,-3-2-10-16,2-3-11 0,-3 0 17 0,-2-2-9 16,5-4-10-16,-3-2 0 0,-2-1-30 15,5-5-52-15,-2 0-92 0,-1-3-402 0,4-4-209 16,-1-2 60-16,4-4 55 0,-5-3 71 15</inkml:trace>
  <inkml:trace contextRef="#ctx0" brushRef="#br0" timeOffset="4948.75">1546 592 675 0,'12'19'277'0,"-6"-9"-21"16,-3 5-31-16,4 2-18 0,-1 5-25 0,2-1-13 16,-1 4-8-16,2 4-25 0,1 1-8 15,-2 0-16-15,2-2-19 0,-4 3 1 0,1-4 1 16,1-2-26-16,-4 0 5 0,2-2-7 0,-3-3-6 15,0 1-17-15,1-5 5 0,-1 2-1 16,-3-6 3-16,4 1-7 0,-4-2 7 0,1-2-7 16,1 0 12-16,-2-2-2 0,0-2-13 15,0-2-3-15,0-3 11 0,-2 3-6 0,2-3-2 16,0 0-10-16,0 0 0 0,0 0 2 0,0 0-10 16,-5-10-5-16,5 10-3 0,0 0 8 0,0-5-18 15,0 5 3-15,0 0 0 0,11-1-8 0,-8-1 5 16,-3 2-3-16,11 2 11 0,-1-1 0 15,0 0-11-15,0 0 1 0,5 1-6 0,1-1 16 16,4 0 5-16,1 0-13 0,2-1-2 16,2-1 2-16,5 0-2 0,1-3 4 0,-3 0-7 15,3 1 3-15,-1-4 2 0,1-1 0 0,3-1 0 16,-6 1 3-16,-4-3-24 0,4-2 16 0,-6 2-5 16,-1-1-2-16,-6-3-1 0,1 2 0 15,-6-5-2-15,1 1-8 0,-5 0 0 0,-2 1-18 16,-1-2 16-16,-3 4 15 0,0-1-8 0,-3 3 23 15,0 1 0-15,0 0-7 0,-1 3 5 16,-3 2-8-16,-1 2 2 0,2 4-2 0,-4 4 11 16,-1 1-4-16,1 1-4 0,0 4 12 0,-1 0-17 15,-1 1-1-15,5 0 11 0,0 2-13 0,-1-1 7 16,5 1 3-16,-1-3-5 0,4 2 10 16,-2-4 1-16,4 1-16 0,-1-1 15 0,2 0-3 15,0-3 4-15,1 1-1 0,3 0-5 0,3-3 16 16,-3 0-9-16,0-2-12 0,3 0 16 15,-3 1-11-15,3 0 5 0,-3-1 3 0,3 0-8 16,-3 0 0-16,-1 2-15 0,2-1 12 0,2 1-9 16,-3-1 7-16,-1 1 2 0,5 1 3 0,-4-3-2 15,0 3-8-15,3-1 10 0,0 0-5 16,-3-2 10-16,3 2-2 0,1-3 7 0,-4 0-15 16,5-2-10-16,3 1-23 0,-2-3-6 15,-2 1-27-15,2-3-16 0,0 0-3 0,2-2-14 16,-6-1 19-16,2 1 14 0,-1-3-3 0,0 1 12 15,-6-1 1-15,4-1 18 0,-2 0-11 0,-3 0 31 16,0 0 10-16,1 0 13 0,-1 4 8 0,-3-2 10 16,3 3-18-16,-2 0-10 0,2 3-10 15,-3 1 12-15,0 3 21 0,0 0-15 0,0 0 15 16,11 16-5-16,-8-4-6 0,0 1 16 16,1 5-2-16,2 1-14 0,2 2 11 0,-1 0 0 0,2 2-10 15,-2-2 18-15,-1 0-21 0,2 1 7 16,-1-1-4-16,-3-4 8 0,2 1 1 0,-3-3 6 15,1 0-7-15,0-4 12 0,-1-1-5 0,0 2 26 16,-3-4-1-16,1-1-4 0,-2-2 2 16,1-5-8-16,-3 7 6 0,-3-6-3 0,6-1 0 15,0 0-5-15,-18-9-1 0,11 2-1 16,-3-3-6-16,3-4 0 0,0 1 3 0,-2-3-8 16,5 0-8-16,-4 0 8 0,5 0-10 0,-1 0 2 15,2 4 1-15,2-1-9 0,2 2-12 0,-1 0 13 16,5 1 7-16,2 2-5 0,2-3-4 0,0 4 1 15,4-2-9-15,2 3 22 0,6-3-22 16,1 4 4-16,1-1 1 0,3-1-3 0,-2 0 10 16,2 2-7-16,0-1 2 0,-3-1 2 0,0 0-4 15,-1 0 2-15,-4 1 8 0,-3 1-11 16,1-2-2-16,-6 3 11 0,2 0-1 0,-3-2 0 16,-3 0-7-16,0 1-11 0,0 1 23 0,-3 0-17 15,-1 1 2-15,0 0-3 0,-3 3-12 16,0 0 10-16,0 0-11 0,0 0 4 0,-10 14-1 15,7 0 3-15,-2 2 7 0,2 3-5 0,3 2 3 16,0 7-10-16,1 5 15 0,9 16 5 0,-3 2-15 16,0-3-8-16,3 0 10 0,3 0 3 15,1 2 10-15,0-2-7 0,-1-3-1 0,-3 1 11 16,1-8-11-16,-5-4 3 0,1 0 0 0,-3-4 10 16,3-3-15-16,-7-2 10 0,1-3 11 15,-1-4-6-15,-1-1 0 0,-2-3-5 0,-5-3 11 16,-1-3-14-16,-1-5 8 0,-4-3-12 0,0-3 15 15,-4-2-16-15,-1-5 13 0,1-2-5 16,-3-3 6-16,2-4-6 0,1 0 10 0,5 0-15 16,-1 0 8-16,7-1 0 0,0-2-1 0,4 4-2 15,0-3-5-15,6 2 5 0,1-5-15 0,5 1 13 16,4-4-3-16,1 2 0 0,4 0-3 16,5-8 8-16,1 5 16 0,1-4-19 0,5 0 11 15,-8 7-26-15,4-7 13 0,-2 6 11 0,-3 1-9 16,-2 1-12-16,2 1-8 0,-3-2-2 0,-5 3 12 15,2-1-7-15,-5 3-9 0,-1 5 4 16,-1 0 7-16,-2 1-12 0,-3 2-9 0,-2 0 22 16,-1 2 1-16,-1 1 4 0,-1 3-6 15,1-1 5-15,-5 2-10 0,-1 0 11 0,3 2-6 16,-2-2 5-16,2 3 0 0,-2 2-7 0,6 0 0 0,-11 4 2 16,7-1 5-16,-2 5-2 0,2 2 5 15,1 1-3-15,3 3 6 0,-3 1-4 0,6 2 12 16,0 1-1-16,0-3 15 0,4 3 1 15,0 1-6-15,3-1-2 0,0 0 5 0,1-1-3 16,6-2 13-16,-4 0-15 0,2-3 8 0,-2-2 2 16,4 0-3-16,-4-2 8 0,2-1 5 15,-2-1-12-15,4-2-1 0,-6-1 1 0,3-1 2 16,-1 1 8-16,-3-2-16 0,0 0-35 0,-3-2-83 16,0 1-365-16,-7 0-374 0,3-2 63 0,-3 2 78 15,0 0 69-15,-17-13 53 0</inkml:trace>
  <inkml:trace contextRef="#ctx0" brushRef="#br0" timeOffset="5648.92">4370 1058 673 0,'1'-8'276'0,"2"-3"-25"16,-3 2-16-16,3-2-32 0,-3-2-14 0,0-1-20 15,0 0-18-15,-3-1-2 0,3-2-6 16,-4-2-20-16,1-1 0 0,-4 1-36 0,0-5 82 15,-3 1-29-15,-3-5-7 0,-2 0-17 16,2 0-14-16,-1-1-15 0,-2 1-5 0,1-1-5 16,2 4-16-16,-1 2-2 0,1 3 3 0,2 3-4 15,1 2-6-15,6 2-11 0,-6 1-3 0,4 5-5 16,-1 1-10-16,3 4 5 0,4 2-7 16,0 0-1-16,0 0 3 0,-6 19-2 0,6-6-13 15,3 4 7-15,3 1 0 0,-2 5 3 0,3 2-5 16,3 2 0-16,0 2 0 0,1 1 4 15,2-1-11-15,1-1 1 0,-3 3 1 0,2-3 7 16,1 0-7-16,2-1-8 0,-2 1-8 0,0-3-30 16,3 0-31-16,-4-3-69 0,2-2-139 15,-2-1-537-15,1-3 39 0,-4-3 101 0,0-3 55 16,1-3 74-16</inkml:trace>
  <inkml:trace contextRef="#ctx0" brushRef="#br0" timeOffset="6281.51">4630 952 903 0,'3'-7'279'0,"1"0"-26"0,0-3-35 0,-1 1-3 0,1-3-23 16,2 1-20-16,-3 1-21 0,1-5-3 15,3 2-20-15,-3 0-15 0,2-2 68 0,-3-1-30 16,-2 4-12-16,2-2-9 0,-3-1-7 15,3 5-13-15,-3-2-15 0,-3 0 0 0,3 3-19 16,0 0 9-16,-3 2-19 0,2 3-7 0,-2-1 0 16,3 5-5-16,-10-2-21 0,10 2 11 0,-14 8-3 15,4-2-13-15,3 4 5 0,-3 2-10 16,3 2 3-16,1 2-3 0,2 0 2 0,0-1-4 16,1 2 4-16,3-1-7 0,3 1 0 0,-2-1-2 15,5 0-11-15,-2-2 10 0,5 3-5 16,2-4 8-16,-1-1-8 0,1-2-4 0,6 0 4 15,0-1 5-15,3-3-12 0,1-1 7 0,-1-1 5 16,1-3-4-16,3 1 12 0,0-5-21 16,-1 1 8-16,2-3-2 0,2-1-3 0,0-3 13 15,1-3-15-15,-1 0-3 0,0-3-3 0,-7 4 11 16,1-3-13-16,-4 0 2 0,0-1-5 16,-4 1 14-16,-2 2-6 0,-1-1 7 0,-3 2-2 15,-3 2 3-15,3 1-11 0,-4 0 14 0,-3 2-22 16,0 1 11-16,0 5-2 0,-6-5 2 0,6 5-5 15,0 0 10-15,-18 5-13 0,8 2 1 16,2-1 9-16,-1 0-15 0,2 2 13 0,0 1-5 16,-3 0 15-16,6 1-12 0,-3-1-6 0,4-1-2 15,-3 2 0-15,3-3 5 0,2-1-3 16,-3 1 0-16,4-2 6 0,4 2-3 0,-4-1 5 16,3-2-8-16,-3-4 8 0,10 6 0 0,-3-3-3 15,-3 0-7-15,6 0-3 0,-6 0 6 16,3 0-6-16,2 1 15 0,-1-1-12 0,2 2 15 15,-3-1-15-15,3 0-3 0,0 2 18 0,1-1-18 16,2-1-7-16,-3 1-16 0,0-1-10 0,1-1-26 16,2 1-56-16,-2 0-69 0,2-2-166 0,1 0-472 15,0-2 83-15,-1 0 68 0,-3-2 62 16,1 0 77-16</inkml:trace>
  <inkml:trace contextRef="#ctx0" brushRef="#br0" timeOffset="6616.62">5362 833 798 0,'7'17'218'0,"0"0"7"0,-1-2-31 0,-2-1-19 16,2 0-7-16,1 1-11 0,-3-2-24 0,3 1-3 15,-1 0-15-15,1 0-10 0,-4-3-2 16,1-1-3-16,3 0 2 0,-6-1 0 0,1-2-45 15,2 1-1-15,-1-2 46 0,-3-1-9 0,1-1-17 16,-1-4 16-16,0 0-17 0,0 0-1 0,0 0-5 16,0 0-7-16,-15-18-11 0,9 6-5 15,2-3 0-15,-5-5-3 0,2-2 1 0,-1 1-1 16,1-1 57-16,4 0-3 0,-3 4-7 0,2-2-8 16,1 1-13-16,-1-1-7 0,3 4-9 15,-2-1-7-15,3 2-2 0,0 3-11 0,0-1-10 16,1 3-30-16,2-2-22 0,1 3-37 0,2-1-44 15,1 3-57-15,-3 1-114 0,5 0-526 0,-1 3 24 16,-1 0 84-16,2 1 54 0,-2 0 59 16</inkml:trace>
  <inkml:trace contextRef="#ctx0" brushRef="#br0" timeOffset="7232.01">5690 877 706 0,'3'12'266'0,"1"0"-12"0,-1-2-32 16,0-1-14-16,0-1-32 0,-2 2-2 15,2-2-12-15,1 1-29 0,-3-1 2 0,1-2-9 16,-1 0-6-16,-1 0-12 0,3 1-57 0,-3-3-15 16,0-4 25-16,0 9 21 0,0-5-5 15,0-4 5-15,0 6-8 0,0-6-13 0,0 0 3 16,0 0-7-16,0 0 1 0,0 0-6 0,0 0-6 15,-14-15 7-15,11 7-1 0,2 0-6 16,-5-3-10-16,3-3 2 0,2-2-12 0,-2 0-8 16,3-1 5-16,-3 0-3 0,3 3 70 15,-3 0-14-15,6-1-6 0,-3 1-17 0,0 1 11 16,3 0-15-16,0 2 0 0,-3 1-11 0,4 1 0 16,-1 0-2-16,0 3-10 0,0 1-13 0,1 1 12 15,3 3-15-15,-7 1 11 0,0 0-16 16,20 7 15-16,-9-1-9 0,-4 3 12 0,3 1-10 15,1 2-13-15,-1 1 20 0,0 2-15 16,4 0 5-16,-1 2 3 0,1-1-13 0,0-1 8 0,3 0 5 16,-3 0-11-16,3-3 16 0,-4-2-20 15,0 0-4-15,-1-1-1 0,1-2 7 0,1-1 2 16,-1-3 1-16,-3 0 5 0,4-2-21 16,-4-1 10-16,1-2 6 0,-1-2-6 0,-3-3 3 15,2-1-7-15,-1-2-14 0,-5-3 11 0,1-1-11 16,-1-3 6-16,0-2-3 0,-3 2-8 15,0-1 24-15,-3 1-6 0,3 0 18 0,0 4 11 16,-4 1 5-16,2 1-9 0,1 2-1 0,1 1-1 16,-3 2 3-16,0 2 3 0,3 4-16 0,-5-5 7 15,5 5-9-15,0 0 10 0,-6 12 5 16,6-6-13-16,0 3 13 0,0 0-13 0,3 1 10 16,0 0 3-16,2 2-8 0,-2 1-12 15,3-2-34-15,2 1-59 0,1-1-115 0,2-1-248 16,2 1-412-16,-2-5 107 0,-4-2 77 0,0-1 49 0,-1-3 79 15,-6 0 51-15</inkml:trace>
  <inkml:trace contextRef="#ctx0" brushRef="#br0" timeOffset="8065.37">6325 964 650 0,'0'7'304'0,"0"-2"-9"15,0-5-78-15,0 9-7 0,-3-6-5 0,3-3-26 16,0 6-2-16,0-6-11 0,0 0-30 0,0 0 2 16,0 0-5-16,0 0-10 0,-16-18-10 15,15 8-21-15,-2-3-8 0,0-2-15 0,-2-2-2 16,2-1 53-16,0 0-20 0,3-1 20 16,0 1-25-16,-3 1-16 0,3 2-2 0,0 1-8 15,0 3-5-15,0-2-25 0,3 4 7 0,-3-2 7 16,3 4-12-16,-3 1 5 0,4 2-20 0,3 1 5 15,-7 3-8-15,10 0 8 0,-10 0-1 0,14 6-7 16,-3-2 3-16,-2 1-13 0,1 2-3 16,4 0 13-16,-4 1-13 0,1 0 11 0,2 0-14 15,-3 1 6-15,1-2-10 0,2 0 20 16,-2 0-18-16,0-1-3 0,1-1 9 0,-2 1-1 16,2-5-8-16,0 2 9 0,0-3 1 0,1-1-4 15,1-1-3-15,-4-1 6 0,3-1-6 0,-2-2 0 16,-4-1 2-16,3-4 1 0,-1-1-13 15,-1 1-15-15,-4-3 2 0,2 1 7 0,-3 0-4 16,-3 1 2-16,1 0-5 0,-1 4 3 0,0 1-16 16,-1-1 24-16,1 4-16 0,0 4 12 0,-3-5 1 15,3 5-10-15,0 0 12 0,-13 11 3 16,10-4-11-16,-1 3-2 0,3 3 11 0,1 1-3 16,1 3 7-16,6 7 13 0,-1 1-2 15,1 4 5-15,6 15-16 0,-1-6 8 0,1 4 3 16,7-3 10-16,-2 5-13 0,2-1 5 0,-2 3 11 15,1-4-24-15,-4 1 3 0,1 0 0 16,-5-8 8-16,-1-2 0 0,-4 0 9 0,-2-1-11 0,-1 0-4 16,1-4 13-16,-1-3-12 0,-6-1 10 15,-1-4-3-15,-2-3-7 0,-1 2 7 0,-3-4 8 16,-4-3 2-16,0-2-4 0,-3-3 17 16,0-2-13-16,0-2 6 0,-3-5-21 0,-1-1 23 15,0 0 11-15,0-6 2 0,1 1-11 0,-1-5 9 16,2-1-19-16,1-1 8 0,-3-4-7 0,8 0 4 15,-1 0 6-15,1 1 8 0,6-2-11 16,-1 0 8-16,2 3 4 0,6-1-16 0,0 2 11 16,3-1-19-16,0 0 9 0,5-1-17 15,-1 1-13-15,3-2-16 0,4 4-45 0,-4 1-29 16,7-1-48-16,-4 2-54 0,5-1-126 0,-5 4-565 16,5 0 59-16,-2-2 94 0,-1 3 57 0,-2-1 53 15,-3 0 88-15</inkml:trace>
  <inkml:trace contextRef="#ctx0" brushRef="#br0" timeOffset="8798.24">7156 830 849 0,'7'18'231'16,"0"-2"-42"-16,3 1-5 0,-6-3-20 0,6-2-10 15,-6 2-13-15,3-2-21 0,-1 1 3 0,-3-1-26 16,1 0-7-16,3-2-6 0,-4-1-10 15,-2 0-5-15,2-2 24 0,0 1-14 0,-3-4 34 16,3 0-39-16,-3-4-8 0,-3 6-4 0,3-6 2 16,0 0 0-16,0 0-10 0,-21-14-8 0,14 3 0 15,-2-2-5-15,1 0 2 0,2-2-10 16,-1-1 8-16,3-1-20 0,1 2 25 0,0-2-26 16,-1 3 14-16,4-1-9 0,1 1-2 15,2-1 8-15,4 2-11 0,2-1 1 0,6-1 2 16,-2 1-8-16,5 2 3 0,1-1 3 0,5 2-19 15,-3 0 16-15,3 1-15 0,-1 1 4 0,2 0-4 16,2 0 10-16,1 0-3 0,-4 3-10 16,-1-1 8-16,-2 2-11 0,0 0 1 0,-5 2 4 15,2-3-4-15,-5 4 7 0,-2-2-13 0,-4 3-2 16,2-3-3-16,-2 4 5 0,-7 0 11 0,0 0-11 16,11 4 8-16,-11-4-2 0,-3 7 12 15,3-7-13-15,-8 13 3 0,1-5-2 0,1 2 4 16,-1 0 9-16,1 0-14 0,1 2 16 15,-1-2-13-15,2-1-3 0,-2 2 6 0,3-1-13 16,2 0-1-16,-2-2 6 0,0 2 5 0,3-3-2 16,0-1 4-16,3 0-4 0,-3 0 4 0,3 0 6 15,4-4-8-15,-3 2 2 0,2-3 9 16,-6-1-4-16,15 0-1 0,-6-3-1 0,-2 1 5 16,4-3 0-16,-5 0 3 0,1-3-13 15,-3 1 10-15,2-1 0 0,1 2 6 0,-3 0-11 16,-1 0-8-16,1-1 19 0,-1 4-11 0,0-2 0 15,-3 5-13-15,6-5 13 0,-6 5-17 0,5-2 12 16,-5 2-3-16,0 0 0 0,7 9-2 16,-1-3 10-16,-3 1-12 0,-2 0 12 0,5 1 5 0,-3 1-5 15,2-1-20-15,1 1-13 0,-3 1-62 16,4-1-94-16,0-1-164 0,0-1-453 0,3-1 99 16,-3-1 39-16,-1-4 77 0</inkml:trace>
  <inkml:trace contextRef="#ctx0" brushRef="#br0" timeOffset="9248.94">7823 435 1000 0,'3'7'325'0,"-3"3"-46"0,1 1 3 0,1 3-39 16,2 3-15-16,-4 0-90 0,3 2 0 15,1-1-25-15,0 5 10 0,2 1-23 0,-2 0-16 16,2-1 16-16,-2-1-21 0,3 2-7 0,0 1-3 16,-1-5-5-16,1 2-5 0,0-2-10 0,4-1-1 15,-5-3-2-15,1-3 0 0,0 2-10 16,3-3 5-16,0-2-10 0,-3-1 10 0,1-2-3 16,2-1 6-16,3-3-19 0,-2-2-2 0,2-1-5 15,1-3 11-15,-1-2 11 0,1-2-14 16,3-1 2-16,-4-3-15 0,-1-3 5 0,1-1 5 15,1 3 5-15,-4-3-15 0,-3 4 13 0,3-1-14 16,-3 2 6-16,-1 2 0 0,-5-1 10 16,5 2-17-16,-3 3 4 0,-2-3-10 0,-1 7 5 15,3-3 8-15,-3 3-23 0,0 0 8 0,0 0 4 16,0 0 4-16,-4 17 6 0,1-9-4 16,3 0-2-16,0 3-4 0,0-2 3 0,3 2 8 15,-3 1-7-15,4 0 4 0,0 0-10 16,0 1 0-16,2-3-7 0,0 3 4 0,1-1-25 0,4 0-46 15,-1-1-77-15,0-1-141 0,4 0-575 16,-1-3 96-16,-1-2 70 0,-3-2 59 0,-2-3 56 16</inkml:trace>
  <inkml:trace contextRef="#ctx0" brushRef="#br0" timeOffset="9481.69">7632 635 1044 0,'-4'-4'438'16,"4"4"-60"-16,-7-1-47 0,7 1 14 0,-7-7 14 15,7 4-45-15,0 3-24 0,1-12-29 16,5 6-36-16,5-4-20 0,-1 1-6 0,8-1-37 16,4 0-11-16,0 0-28 0,5 1-34 0,-3 0-22 15,3 2-16-15,1 0-26 0,-5 2-55 0,-2 2-50 16,0 0-58-16,-2 4-97 0,-4 1-216 15,-5 2-450-15,-4 2 115 0,-3 1 80 0,-3 1 68 16,-6 0 60-16</inkml:trace>
  <inkml:trace contextRef="#ctx0" brushRef="#br0" timeOffset="10731.52">7064 2369 665 0,'-4'6'215'0,"4"2"-31"0,-3 1-17 0,3 2-6 15,0 2-25-15,0 2 7 0,0 4-23 16,0 1-10-16,0-1-25 0,3 5 2 0,-3 1-8 16,1 0 8-16,2 0-15 0,0 1-8 0,1 1 8 15,-1 1-8-15,1-1-8 0,-1 5-10 16,0 1 3-16,1 0-6 0,2-1-7 0,-2 3 18 16,3 0-21-16,-3 0 13 0,-1 1-10 0,3 13-11 15,1-7 9-15,-6-4-16 0,2 1 10 16,4 11 5-16,-4 1-2 0,-2 1-6 0,5 2-4 15,-3 0 7-15,1 0-10 0,-4-2-3 16,3 0 8-16,0 3-20 0,1-3 17 0,-3 4 3 16,2-3-12-16,0 3 9 0,-2-1-5 0,2 2-9 15,0 0 9-15,0-1 11 0,0 2-24 0,-3-1 11 16,1-2-5-16,2 8-6 0,-3-2 14 16,3 3-1-16,1-3 8 0,-3 4-5 0,2-3 0 15,0 1 2-15,1 2 3 0,-1-2 62 16,3 2-14-16,-3 3-7 0,1 12-7 0,3 3 7 15,-6-17-13-15,5 1-2 0,-3 0-16 0,1 0 5 16,-1-1-5-16,0 3-7 0,0-1-5 0,-2 3 2 16,3-4 2-16,-1 2-15 0,-3-1 19 0,0 3-11 15,1-4-3-15,2 1 0 0,3 0-10 16,-3-2 11-16,-3 1-6 0,4 0 0 0,-1-1-5 16,-3 1-5-16,3 15 3 0,2-14 5 15,-2 0 2-15,0 3 10 0,-3-4-17 0,1 1-1 16,1 1 6-16,-1 2-5 0,5 7-1 0,-6-7-4 15,1-4 9-15,5 11 4 0,-6-11-11 0,3 1 2 16,1 2-7-16,-4-8 20 0,4 9-12 16,-1-3-8-16,-3 0-5 0,3 0 22 0,-3-1-14 15,0 1 15-15,1 2-8 0,-1-3 10 0,0 1-20 16,0 0 7-16,0 4 4 0,0-2-6 0,0 0 12 16,0-1-9-16,0 0 2 0,-1 2-7 15,2-3 2-15,-1 2 15 0,3 1-10 0,-3-2 5 16,0-2-2-16,0 4 10 0,3-2 0 15,0-1-21-15,-3-1 13 0,1 1 1 0,5 14-22 16,-2-1 9-16,0-14 10 0,-1 1-8 0,0-1 17 16,1-2 1-16,5 15-2 0,-8-12-9 0,6-2-14 15,0 12 14-15,0-13 1 0,-1 13 0 16,1-14-6-16,0 1 6 0,3 12 2 0,-4-13 13 16,1-1-12-16,1 4 4 0,-1 9 8 0,2 6 10 15,2-2-7-15,-4-4-1 0,-1-11 9 0,4-4-6 16,-2 6-15-16,-1-6 12 0,0 3-12 15,2-3 8-15,-1 3 2 0,-1 0-77 0,-1-3 21 16,-2-2-3-16,2 3 20 0,1 0-4 16,-3-2-11-16,0 3 16 0,2-3-16 0,-3-5 16 15,0-1-1-15,1-4 9 0,-1-9-1 0,-3-6 3 16,4-3-3-16,-3-1-2 0,2-4 7 0,-3-2 1 16,0-1-8-16,0-5 2 0,0 3-7 0,-3-3-16 15,3-3-10-15,-1-2-72 0,-3-4-68 16,4-2-674-16,-3-5 64 0,-4-2 71 0,7-1 83 15,-10-11 69-15,-1-4 43 0</inkml:trace>
  <inkml:trace contextRef="#ctx0" brushRef="#br0" timeOffset="11797.97">6890 2377 698 0,'0'0'190'16,"0"0"-52"-16,0 0 21 0,0 0-26 0,0 0-16 16,0 0-4-16,0 0-13 0,-8 23-3 15,5-10-23-15,0 0 24 0,-1 5-6 0,1-1-5 16,0 1-21-16,-3 4-9 0,2-2 4 0,1 0-5 16,-2-1-2-16,-1 2-10 0,-1-4 2 15,4-1-10-15,-1 1-6 0,4-2 1 0,-7-3 0 16,7 0-8-16,-4-1-3 0,2-1 8 0,2-1-15 15,-1-1 18-15,1-2-8 0,0 1 26 0,0-2 56 16,0-5-6-16,-3 7 4 0,3-7-16 16,0 0-5-16,0 0-16 0,0 0-7 0,0 0 5 15,4-25-5-15,-4 13-18 0,0-1-3 0,0-4 8 16,2-3 1-16,-2 0-17 0,1-4 1 16,2-1-13-16,1 1 10 0,0 0-15 0,-1 5 18 15,0 1-13-15,1 1 5 0,2 3-11 0,-3-1 6 16,2 5-5-16,1 2 5 0,4 1-13 15,0 3 8-15,4 1 0 0,-1 3 2 0,5 2 3 16,2-1-10-16,7 3-1 0,-3 4-4 0,4 1 5 16,-1-1 4-16,1 2-1 0,3 3-17 0,-4-1 14 15,0 3-5-15,-6-3-62 0,2 0-59 16,-2-1-140-16,-1 3-536 0,-5 1 54 0,-2-4 67 16,-2-1 72-16,-5-2 53 0</inkml:trace>
  <inkml:trace contextRef="#ctx0" brushRef="#br0" timeOffset="12398.25">5140 3028 662 0,'0'0'246'0,"0"0"-15"0,20-14-32 16,-10 10-14-16,7-3-27 0,0 0-2 0,5-1-25 15,1-1-8-15,4 1-5 0,-3 0-11 16,1-1-17-16,-1 1-1 0,-2 0-17 0,0 1-16 16,-2 1 3-16,-6 1-5 0,3-1 5 15,-7 3-8-15,0 0-13 0,1-1 6 0,-5 2-6 16,1 1-25-16,-7 1 20 0,7-1-23 0,-7 1 11 16,0 0-18-16,0 0 7 0,0 0 8 0,0 0-8 15,-4 10-5-15,4-10 8 0,-3 10-5 0,3-4-3 16,0 1 2-16,0 1-4 0,3 1-6 15,1 2 8-15,4 3-2 0,1-1-11 0,4 2 21 16,-2 2-8-16,2-1 3 0,-1 0 2 16,1 2-12-16,0-2 7 0,1 0-16 0,-4 1 9 15,1-3-6-15,-4-1 16 0,0 2 2 0,-1-1 11 16,-3-1-11-16,0 0 10 0,-2-1 3 16,-2 0-2-16,-2-1 7 0,-4-1-2 0,-2 3-8 15,-2-2 2-15,1-2 8 0,-6 0 3 16,1-1-11-16,2-1-12 0,-5 0 10 0,2-3-8 0,1 1 8 15,-1-3 0-15,-1 2-5 0,3-4-31 16,3 0-33-16,-2 0-62 0,2-4-69 0,1 0-148 16,1 0-399-16,5 0 63 0,1-5 54 0,2 1 59 15</inkml:trace>
  <inkml:trace contextRef="#ctx0" brushRef="#br0" timeOffset="12631.51">5649 2900 783 0,'-1'8'230'0,"1"4"-15"16,-3 1-23-16,3 4-15 0,0 0-24 0,0 2-2 0,3 3-18 16,-2-1-7-16,6 3-13 0,-4 0-14 15,4 1-9-15,-1-1 5 0,5 3-16 0,-1-3-20 16,0 1 0-16,2-1-21 0,0-4-20 0,-1 1-36 15,3-2-54-15,2-3-32 0,-2 1-65 16,-3-8-82-16,6 1-277 0,-4-2-91 0,2-2 35 16</inkml:trace>
  <inkml:trace contextRef="#ctx0" brushRef="#br0" timeOffset="13032.46">5943 3050 752 0,'-3'-4'207'15,"3"4"-7"-15,0 0-16 0,0 0-22 16,0 0-14-16,-11 14-2 0,8-7-26 0,2 4-2 16,1 0-10-16,0 2-19 0,0-1-2 0,0 2-10 15,4-1 0-15,0 2-16 0,0-1-5 16,5 0 8-16,-2-2-28 0,1 1 8 0,2-3-1 16,2-1-4-16,3 1 9 0,-2-4-2 0,1 0 0 15,-1-4-7-15,2 0-8 0,1 0-6 0,-1-4 3 16,1 0 1-16,-2 0 4 0,3-4 3 15,-3-2-18-15,-1 0 15 0,-3-1 5 0,-2-1-10 16,-2-4-2-16,-2 0-3 0,-4 0 21 0,0-2-32 16,-4-2 9-16,-6-2-8 0,3 1-1 15,-3 0 4-15,-4-2 68 0,1 3 3 0,0 2-10 16,1 4 15-16,2-1-84 0,-4 3 5 16,1 1-13-16,0 0 5 0,2 5 0 0,1 1 8 15,0 3-16-15,-1 0-2 0,11 0 10 0,-13 4-7 16,6-1-1-16,3 1 3 0,0 2 8 0,2 0 2 15,1-1-15-15,2 1 0 0,2 0 7 0,4-2 1 16,0 3 5-16,3-1-3 0,-1 2-13 16,3-6-25-16,4 4-26 0,-1-1-56 0,4-4-44 15,-1 2-148-15,0 0-420 0,1-2 15 16,-1-1 77-16,-5-1 70 0,4-3 50 0</inkml:trace>
  <inkml:trace contextRef="#ctx0" brushRef="#br0" timeOffset="13281.13">6306 2823 519 0,'22'21'259'0,"-1"-2"-29"0,0 1-20 15,0 0 5-15,3 10-21 0,3 1-17 16,0 5-11-16,-3 0-9 0,-4-1-17 0,1 4 6 15,-7-4-20-15,-4-3-3 0,0 12-21 16,-6-2 3-16,0-3-5 0,-8 1-98 0,0 14 1 16,-6 1 2-16,0-2-5 0,-4 2 3 0,-5-1-101 15,1 0-176-15,-7 14-442 0,1-3 83 16,1-15 42-16,-4-4 66 0</inkml:trace>
  <inkml:trace contextRef="#ctx0" brushRef="#br0" timeOffset="14696.81">24430 9074 783 0,'-3'-6'248'16,"-1"0"-82"-16,1 2-15 0,0-1 6 0,3 5-29 15,-7-6 2-15,3 2-17 0,4 4-6 16,-2-6-35-16,2 6 12 0,0 0-2 0,0 0-30 15,0 0 11-15,0 0-14 0,-11 12 5 16,11-12 12-16,3 12-19 0,0-4-14 0,3 4 3 16,2 0 5-16,-1 1-31 0,3-1 23 0,1 1-15 15,2-1 2-15,0 3-4 0,2-4 2 16,-2 3 10-16,4-3-13 0,-4 1-2 0,1-3-8 16,-3 1 5-16,-1-2-2 0,1 0 2 0,-2-2-20 15,-2-2 18-15,0 3-11 0,-3 0 8 0,-1-4-2 16,1 4-8-16,-1-1 18 0,-3 0 2 0,-3 1 3 15,2 2-8-15,-5 0-7 0,-2 3 7 16,1-1 8-16,-2 3 0 0,-1-3-3 0,-4 4-5 16,2 1 70-16,-4-1-4 0,3-3-14 15,-1 3-3-15,1 2 0 0,3-5-6 0,-1 2-9 16,4 1-18-16,-3-3-29 0,3 3-76 0,3-1-95 16,1-3-530-16,6 3-21 0,-3-3 96 0,4-3 60 15,6 1 62-15</inkml:trace>
  <inkml:trace contextRef="#ctx0" brushRef="#br0" timeOffset="15180.75">25073 9225 913 0,'-7'8'310'0,"2"3"-36"15,-4 3-18-15,2 2-44 0,1 0-15 0,-1 4-15 16,3 2-18-16,-3-1-21 0,4 2-12 16,2 1-11-16,2-2-15 0,-1-1-5 0,3 1-10 15,5-2-1-15,-2 1-30 0,4-2 10 0,1-1-2 16,2-3 4-16,5-4-27 0,-2 2-3 0,5-2-10 16,-4-5 7-16,4-4 8 0,0-2 0 15,1 0-15-15,0-1 7 0,-2-6 6 0,5 0-16 16,-6-3 10-16,-1-5-4 0,0-2-17 0,-5-1 9 15,-3-2-13-15,-1-4 2 0,-8-1 3 16,3-1-3-16,-8-4-7 0,0 4 2 0,-3-2 13 16,-3-1-7-16,-2 4-1 0,-3 0 1 0,1 7-1 15,-3 3-2-15,-3 4-3 0,0-1 3 16,-4 7 7-16,3 1-15 0,-3 4 16 0,3 4-14 16,-6 4 9-16,0 1-1 0,3 0 8 15,3 2-7-15,1 3-9 0,4 2 3 0,1-3 16 0,4 1-26 16,5 1 18-16,2-5-10 0,4 4 2 0,3-4 3 15,1 0-67-15,7-1 8 0,5 0 0 16,5 0 0-16,3-3 18 0,0 1-11 0,6-4 11 16,-2 1 5-16,3-3 8 0,-1-1-11 0,1-1-2 15,-3 0-11-15,-1-4-14 0,-3 4-14 16,-3 1-35-16,-4-6-26 0,0 5-97 0,-7-5-188 16,-3 2-303-16,-4-1-1 0,-3 1 85 0,-7-2 81 15</inkml:trace>
  <inkml:trace contextRef="#ctx0" brushRef="#br0" timeOffset="16913.75">10130 2671 463 0,'1'-8'148'0,"2"5"-10"16,-3 3-10-16,0-8 3 0,0 8-13 0,3-6 7 16,-3 6-28-16,0-8-15 0,0 8-25 0,3-5 4 15,-3 5-7-15,0-5-3 0,0 5-7 16,0 0-14-16,4-3 6 0,-4 3-8 0,0 0-5 16,0 0 8-16,0 0-13 0,0 0 0 0,14 11 18 15,-14-8-16-15,3 2 3 0,-3-1-13 16,1 2 6-16,-2 1 27 0,1-2-38 0,0 0-5 15,-3 2 18-15,3 0 11 0,-6-1 6 0,5-1-17 16,-6 1 3-16,3 0 81 0,1-1 3 16,-3-2-26-16,2 1 6 0,1-1-3 0,-3 0 10 15,6-3-5-15,-11 3-10 0,11-3 0 0,-7 2-6 16,7-2-7-16,0 0 3 0,-13-6-11 0,8 2 3 16,5 4-18-16,-6-8 8 0,2 3-3 15,1 0-18-15,3-2-3 0,-3 2 9 0,3-1-6 16,0-1 0-16,0 0-8 0,0 2 1 15,3-1-6-15,-3 0-4 0,0 6-4 0,3-9-2 16,1 3 8-16,-1 2-13 0,0 0 8 0,2 0-1 16,1 2-4-16,-2-2-11 0,-4 4 3 15,10 0 5-15,-10 0-10 0,14 0-5 0,-14 0-11 16,10 2 6-16,-4 1 2 0,-3 0 5 0,1 1-10 16,-1 1 13-16,2-1-6 0,-2 2 1 0,-3 0 12 15,0 0 3-15,0 1-10 0,0-1 0 16,-4 2 20-16,0-1-15 0,1-1 8 0,-1 0 2 15,-2-2 0-15,2 0-5 0,1 1 7 16,-3-1 1-16,1 0 0 0,-1-2 5 0,2 1 12 16,4-3-7-16,-10 2-10 0,10-2-3 15,0 0 33-15,-13-3-20 0,13 3-15 0,-7-6 20 0,4 1-8 16,2 1-5-16,-2-2 3 0,3-2-5 16,-3 3 2-16,3-3-5 0,3 2 0 0,-3-1-2 15,3 0 10-15,1 2-8 0,-1-2 0 16,0 1 3-16,0 2-24 0,2-1 9 0,1 2-6 15,-2-1 0-15,-4 4-2 0,7-2 4 0,-7 2-14 16,0 0 9-16,14 4-4 0,-14-4-3 0,7 5-8 16,-4-2-5-16,0 2-15 0,0-1-31 15,-3 1-61-15,3 0-128 0,-3 1-472 0,0 0 50 16,0 1 71-16,0-1 64 0</inkml:trace>
  <inkml:trace contextRef="#ctx0" brushRef="#br0" timeOffset="17564.8">10151 2844 476 0,'0'6'148'0,"0"0"-40"0,1 1-24 0,2 0-87 16,-3 0-45-16,3 2-318 0</inkml:trace>
  <inkml:trace contextRef="#ctx0" brushRef="#br0" timeOffset="17764.75">10213 3158 453 0,'0'9'181'0,"0"-1"-12"0,3 2-5 16,0 0-15-16,-2 4-6 0,5-2-25 0,-2 3-8 15,2 0-28-15,2 3-1 0,-2 1-50 0,1 2-13 16,3-1-84-16,-2 4-157 0,2 4-187 0,-1-3 52 16,2 3-149-16</inkml:trace>
  <inkml:trace contextRef="#ctx0" brushRef="#br0" timeOffset="17913.75">10421 4013 266 0,'3'12'59'0,"-3"-1"15"16,4-1-5-16,-3 4-5 0,2-3-18 15,0 2-2-15,0 3-1 0,1-3-150 0,2 3-73 16,1 0 32-16,0-1-11 0</inkml:trace>
  <inkml:trace contextRef="#ctx0" brushRef="#br0" timeOffset="18080.43">10571 4568 432 0,'3'13'164'15,"-3"-1"-26"-15,0 1-2 0,0-1-11 0,0 4-22 16,1-3-11-16,-1 3 5 0,3 2-28 16,1 1 5-16,-1-2-25 0,-3 0-36 0,1 0-75 15,2 0-48-15,0 1-118 0,-3 0-312 0,3 3 51 16</inkml:trace>
  <inkml:trace contextRef="#ctx0" brushRef="#br0" timeOffset="18463.98">10639 5429 417 0,'-3'21'174'0,"3"-5"-18"0,0-3-20 15,0 3-16-15,0-2-18 0,-3 2 11 0,6-5-13 16,-3 6-26-16,0 1 5 0,0 2-20 0,0-1-5 16,0-1-5-16,0 4-16 0,3-2-23 0,-3 1 8 15,2-2 0-15,1 3-10 0,0-1-3 16,0 4-3-16,1-3-48 0,-1 1 10 0,0-4 1 16,0 0 14-16,1-1 8 0,-1 3-7 0,1-3 33 15,0 0-11-15,-1 5-12 0,0-6 25 16,-2 3-20-16,2 0 0 0,0-1 15 0,0-1 8 15,-3 2 0-15,4-1 0 0,-4-1-5 0,3 0 2 16,1-2-2-16,-4 3 20 0,3 0-5 16,-3-1 3-16,0-1-3 0,1 1 13 0,2 0-13 15,-3 0-7-15,0 2 22 0,3-1-12 0,-3 0-18 16,3 2-21-16,-3 0 6 0,1 0-9 16,2 0 6-16,-3 0 5 0,3-2-10 0,0 3 0 15,-2-3-3-15,2 0-25 0,1 2-34 16,-4-2-46-16,3 1-53 0,-3-1-29 0,0 0-271 15,1-1 8-15</inkml:trace>
  <inkml:trace contextRef="#ctx0" brushRef="#br0" timeOffset="18614.04">10740 6942 412 0,'-1'9'215'0,"1"1"7"0,-3-2-9 16,3 1-21-16,0 3-21 0,-4-2-7 15,4 0-21-15,4 4-12 0,-4-3-21 0,0 3-15 16,3-2 5-16,-3 2-16 0,1 2-89 0,2 0-18 15,0 2-26-15,-3-1-53 0,3 1-21 0,0 0-113 16,-2 3-375-16,2-3 48 0</inkml:trace>
  <inkml:trace contextRef="#ctx0" brushRef="#br0" timeOffset="18764.54">10784 7749 596 0,'-1'4'182'0,"1"4"-36"16,0-1-67-16,0 0-115 0,0 1-478 15</inkml:trace>
  <inkml:trace contextRef="#ctx0" brushRef="#br0" timeOffset="18946.75">10890 8296 760 0,'0'5'256'0,"0"4"-16"16,0-1-27-16,0-1-55 0,3 0-53 0,-3 2-84 15,0 0-180-15,4 1-437 0,-1 1 33 0</inkml:trace>
  <inkml:trace contextRef="#ctx0" brushRef="#br0" timeOffset="19164.58">11008 8893 650 0,'0'7'176'16,"1"1"-22"-16,-1 0-11 0,4 1-20 0,-4-1-18 16,0 2-10-16,3 0 2 0,0 3-43 0,-3-3-82 15,4 4-98-15,-1-3-38 0,-3 3-389 16,4-1 21-16</inkml:trace>
  <inkml:trace contextRef="#ctx0" brushRef="#br0" timeOffset="19348.22">11101 9368 767 0,'0'0'290'0,"0"7"-45"16,0-7-12-16,0 0-100 0,0 7 3 0,-3-4-23 16,3-3-8-16,3 8-13 0,-3-4-5 15,0 0-13-15,4 2-2 0,-4-6-29 0,0 11-20 16,0-4-64-16,3 1-76 0,-6 2-198 0,6-2-348 15,-2 6 82-15,2-4 64 0</inkml:trace>
  <inkml:trace contextRef="#ctx0" brushRef="#br0" timeOffset="19597.25">11231 9825 816 0,'4'6'292'0,"-4"-4"-26"0,3 5-51 15,-3-4-8-15,3 5-53 0,1-1-21 16,-1 3-5-16,0 0-28 0,1 5-11 0,0 0-22 16,0 2-6-16,2 1-2 0,-3-2-30 0,-2 6-9 15,1 0-28-15,-2 6-35 0,0 0-57 0,-3 10-107 16,-6 12-157-16,1 0-250 0,-5 3 43 15,0-2 36-15</inkml:trace>
  <inkml:trace contextRef="#ctx0" brushRef="#br0" timeOffset="19682.43">10951 10815 422 0,'0'0'164'0,"0"0"-72"0,0 0-161 15,-11-4-448-15</inkml:trace>
  <inkml:trace contextRef="#ctx0" brushRef="#br0" timeOffset="21847.2">1055 5661 773 0,'2'21'207'16,"-2"-3"-33"-16,0-5 0 0,-3 2-33 0,3 0 2 15,-3 1-25-15,-3 0-6 0,2 1-4 0,-2 0-18 16,1-1-19-16,-2-3 3 0,-2 2 11 16,2-1-31-16,-4-3 2 0,1 2 3 0,0-4-26 15,-4 0 18-15,1-2-10 0,1-5-15 16,-1 3 2-16,0-3 16 0,-1-2-14 0,-2-4 19 16,1 0-72-16,-5-2 18 0,6-2-18 0,-6-3 33 15,3-2 67-15,2 0 2 0,2-3-7 16,-1 0 10-16,4-1-26 0,-3 0 13 0,5 2-15 15,5 0-11-15,-3 4-7 0,5 0-5 0,1-1 0 16,1 4-8-16,2 0 2 0,3-1-4 0,2 5-8 16,2 0-8-16,3 1 5 0,1 3 5 15,0 0 3-15,3 0-10 0,4 3 12 0,-4 1-4 16,4 0 2-16,2 5-6 0,-2-1 1 16,2 0-8-16,-2 4 8 0,0-1-18 0,-1-2-8 15,1 5-20-15,-5-3-46 0,5 5-85 0,-8-4-143 16,5 1-436-16,-5-5 65 0,-1 1 71 0,0-3 60 15</inkml:trace>
  <inkml:trace contextRef="#ctx0" brushRef="#br0" timeOffset="22313.76">989 5568 839 0,'0'0'253'0,"-3"-5"-27"16,3 5-34-16,0 0-18 0,0 0-13 0,0 0-20 16,0 0-6-16,0 0-14 0,0 0-9 0,7 19-14 15,-4-10-11-15,0 0-16 0,-2 2-32 0,3 3-39 16,-1-3-77-16,0 6-110 0,-2 0-489 16,2-1 44-16,0 1 64 0,0-2 64 0</inkml:trace>
  <inkml:trace contextRef="#ctx0" brushRef="#br0" timeOffset="22779.91">1035 5953 555 0,'0'0'156'0,"0"0"-7"16,12 8-1-16,-5-3-28 0,-1-3-15 16,2 3 13-16,2-3-8 0,-3 1-18 0,4 1 3 15,-1-2-16-15,0 0-2 0,1-2-8 0,-2 2 0 16,1-2 80-16,1 0-16 0,-1-2-18 15,1 2-2-15,2-1-21 0,-3 0-5 0,1-4 0 16,0 4-15-16,-2-2-11 0,1-2-30 0,-2 2-8 16,-1-3-28-16,2 4-67 0,-5-3-128 15,2 2-486-15,-1-2 31 0,1 1 61 0,-3-2 52 16</inkml:trace>
  <inkml:trace contextRef="#ctx0" brushRef="#br0" timeOffset="23063.96">1496 5651 729 0,'0'0'271'0,"0"0"-25"0,13-5-23 0,-9 1-18 16,2 0-26-16,-2 1-5 0,6-4-16 0,0 1-32 15,0-3 2-15,1 3-36 0,2-4-2 0,1 1-37 16,-3-1-60-16,2 3-52 0,1-3-79 16,-1 2-259-16,1 1-271 0,-4-1 66 0,-3 4 42 15</inkml:trace>
  <inkml:trace contextRef="#ctx0" brushRef="#br0" timeOffset="23330.02">1660 5770 732 0,'0'5'227'16,"0"-5"-30"-16,0 0-12 0,0 0-21 15,10 0-1-15,-10 0 1 0,14-5-15 0,-5 1-6 16,2-3-12-16,3 1-16 0,2-4-10 0,-2 2-11 16,3-1 1-16,1 0-21 0,-2 1 1 0,-1 0-19 15,1 0 23-15,-1 1-28 0,-3 3-12 16,-1-2-11-16,-1 1-18 0,-3 1-33 0,4 0-38 16,-5 1-24-16,-2 2-53 0,2-1-69 15,-2-1-57-15,-4 3-427 0,6-1 69 0,-6 1 54 16</inkml:trace>
  <inkml:trace contextRef="#ctx0" brushRef="#br0" timeOffset="23714.29">1984 5241 732 0,'0'0'286'16,"0"0"-20"-16,0 0-20 0,0 0-26 0,0 0-15 16,17 20-23-16,-10-6-21 0,0-3-5 15,4 10-23-15,-1-3-2 0,3 2-18 0,-2 1-14 16,2-1-1-16,1 5-22 0,-1-1-4 16,-1 0 2-16,1 1-28 0,0 0-35 0,1-6-50 15,-1 0-50-15,1 0-129 0,-3-1-481 0,6-6 13 16,-7 1 62-16,3-4 66 0</inkml:trace>
  <inkml:trace contextRef="#ctx0" brushRef="#br0" timeOffset="24129.71">2330 5346 693 0,'0'0'241'0,"-4"17"-19"0,5-9-1 0,2 3-24 16,0-1-44-16,0 2 1 0,4 1-16 16,-3-1-20-16,6 1-18 0,0 2 2 0,-3-4-20 15,3 0-13-15,4 2 10 0,-4-2-4 16,4-3-27-16,-1 1 9 0,1-1 4 0,0-1 0 16,-1 0-20-16,1-4 8 0,-4-1 2 0,4 1 0 15,-4-3-15-15,-10 0 13 0,18-5-6 0,-11 1 4 16,2-3 11-16,-2-2-17 0,-4 1-2 0,2-6-6 15,-2 3 13-15,-3-6-15 0,-3 1-3 16,-2-5 8-16,-1 0-23 0,-1-4 76 0,-3 0 3 16,-1 3-15-16,-2-3-8 0,-1 1 3 15,1 6-82-15,2 1 20 0,-3 1-18 0,2 5 21 16,0-2-8-16,-1 3 0 0,3 2-2 0,-4 1-6 16,0 2 21-16,0 0-10 0,1 4-13 15,-1 0 2-15,4 1 6 0,-3 2 2 0,-2 0-13 16,3 2-15-16,1 1-5 0,1 1 0 0,3 1-39 15,0 3-15-15,-1-1-87 0,2 3-120 0,3 0-509 16,-1 5 101-16,4-3 60 0,-2-3 64 0,2 1 53 16</inkml:trace>
  <inkml:trace contextRef="#ctx0" brushRef="#br0" timeOffset="27295.76">9830 2189 222 0,'0'0'100'0,"14"17"-8"0,-11-12 11 0,0 3-24 15,4 0-5-15,-3 1-23 0,2 1-2 16,1 2-26-16,0 1-28 0,0 4-72 0,0-3-43 16,3 4-152-16</inkml:trace>
  <inkml:trace contextRef="#ctx0" brushRef="#br0" timeOffset="27480.27">10093 2577 261 0,'0'0'53'15,"0"0"-12"-15,3 6-20 0,-3-6-26 0,0 5-21 16,0-5-102-16</inkml:trace>
  <inkml:trace contextRef="#ctx0" brushRef="#br0" timeOffset="28112.75">9925 2258 194 0,'0'0'64'0,"3"6"-5"16,-2-1 13-16,3-3-16 0,-1 4 5 0,-3 0-2 16,3-1-5-16,-2-1 0 0,2 2 5 15,0 0 7-15,0 1 3 0,0-1-38 0,1 2 20 16,2 0-7-16,-1 0-1 0,1-1-20 0,-2 3 5 15,2-1 21-15,-2 1-16 0,2 1 3 0,-1-3-13 16,1 4 5-16,-2-1-10 0,2-1 5 16,-2 0 13-16,2 1-23 0,-1 0-16 0,1-2 34 15,-2 0-23-15,2 1 38 0,0 2-44 16,-1-2 1-16,1 0 2 0,-2 0 8 0,2 1-16 16,-2-1 3-16,2 1 3 0,-1 1-3 15,1-2 0-15,-2 0 0 0,2 1 8 0,-2-3-14 0,2 3 9 16,-1-3 10-16,-2 1 0 0,3-1-24 15,-2 0 4-15,-1-2 19 0,3 1 1 0,-5 1-3 16,5-1 11-16,-2 1-8 0,0-2 104 16,-1 0-14-16,1 1-8 0,-1-3-6 0,3 2-20 15,-3 0 16-15,1 1-6 0,0-1-12 0,0 0-1 16,2-1-9-16,-3 2-4 0,1-1 1 16,2-1-16-16,-5 1-71 0,6 2 8 0,-4-2 2 15,1 1-1-15,2 1-1 0,-3 0-19 0,1-1 1 16,-1 3-29-16,2-2-38 0,1 1-31 0,-2 1-15 15,2-2-66-15,0 1-32 0,-2-1-263 16,3 1-3-16</inkml:trace>
  <inkml:trace contextRef="#ctx0" brushRef="#br0" timeOffset="28296.57">10377 3041 271 0,'0'0'120'0,"3"5"0"0,-3-5 16 16,3 5-5-16,-3-5 4 0,4 5-22 15,-4-5 12-15,3 2 3 0,-3-2-23 0,3 5-25 16,-3-5 12-16,4 3-10 0,-4-3-8 16,7 4-5-16,-7-4-13 0,4 5-15 0,-1-2 3 15,3 2-44-15,-2-2-23 0,-1 0-34 0,2 2-22 16,4 1-72-16,-5-2-31 0,2 2-127 16,1 0-226-16,0 3 53 0</inkml:trace>
  <inkml:trace contextRef="#ctx0" brushRef="#br0" timeOffset="28412.45">10568 3321 189 0,'0'6'43'0,"0"1"-58"16,0-3-185-16</inkml:trace>
  <inkml:trace contextRef="#ctx0" brushRef="#br0" timeOffset="31812.91">9962 2371 481 0,'0'0'161'0,"-3"-4"-2"16,3 4-11-16,0 0 77 0,0-7-7 0,0 7-11 15,0 0-7-15,0 0-21 0,0-6-20 0,0 6 10 16,0 0-90-16,0 0-10 0,-3-4-5 15,3 4 10-15,0 0-12 0,0 0-21 0,0 0-8 16,0 0 3-16,0 0-16 0,0 0 14 0,0 0-14 16,0 0 8-16,0 0-7 0,0 0 2 15,0 21 0-15,3-14-5 0,0 3-8 0,-1-2 8 16,4 4 15-16,-3 0-12 0,1 1-1 0,2 0-2 16,1 1-5-16,0 1 0 0,0 1 15 15,0-1 5-15,-1 0-17 0,5 3 4 0,-1 1-5 16,-3-2-12-16,4 0 12 0,-4-1-10 0,3 1 8 15,0-1 8-15,3 1-24 0,-6-4 21 0,3 2 64 16,-2 0-10-16,1 0-16 0,1-3 5 16,-3 2-4-16,4 0-9 0,-4-1-9 0,2-1-9 15,-1 1-1-15,-1-1 4 0,-1-2 3 16,1 2-21-16,1-2 11 0,-2-2-8 0,-2 4-3 16,5-4 16-16,-5 2-19 0,2-1 4 0,2 0-9 15,-1 0 11-15,2 1-5 0,-2-2 0 16,-2 0-16-16,4 1 24 0,-5-1-3 0,3-1-23 15,-1 1 10-15,2 0 8 0,-2-1 2 0,1 0-12 16,-4-1-9-16,5 1 17 0,-5-1-14 0,4 0 11 16,-1-1-3-16,-3 1-10 0,1 1 5 0,2-2 13 15,-1 0-13-15,-2 0 2 0,1 0-2 16,2 2-5-16,-2 0 15 0,2 0-15 0,1 1 10 16,-3-2-10-16,2 1 3 0,-2 0-16 0,2 0 13 15,-2-1 5-15,3 2 0 0,-3-3 2 16,-1 3-4-16,3-1-6 0,-2-1 5 0,-1-2 1 15,0 3-1-15,1 0-12 0,0-1 22 0,-1-1-9 16,1 1 2-16,-1 1 2 0,0-2 4 16,1 1-9-16,-1 0-7 0,0-1 10 0,0 2-8 15,2-3 13-15,-2 4-10 0,0-5 10 0,-2 4 3 16,2-3-11-16,0 2 3 0,0-1 0 16,-3-1-7-16,4 2 14 0,-1-3-4 0,-3 3 2 15,3 0-8-15,-3-6-2 0,5 9 3 0,-2-5 4 16,-3 0 6-16,3 0-13 0,0 2 10 15,-3-6-8-15,4 11 1 0,-4-7-8 0,3 0 7 16,0 2 8-16,-3 1 0 0,4-2-2 0,-4 2-8 16,3 0 2-16,1 0-2 0,-3 0 3 0,5 1 4 15,-3 1 3-15,-2-1 0 0,5 0-7 16,-3 1 7-16,0-1-5 0,1 0 0 0,0 1 10 16,0-1-7-16,2 1-11 0,-3 0 5 0,1 1 6 15,2-2 0-15,-2 3-9 0,3 0 6 0,0-1 3 16,-4 0 10-16,4-1-8 0,-1 4 0 15,2-3 13-15,-1 2-18 0,-1 1-5 0,1-1-3 16,0 1 13-16,0 2-5 0,0-3 0 0,-1 4 0 16,-2-2 8-16,3-2-5 0,0 3-3 15,-1-1 2-15,-2-1-4 0,2 0 7 0,2-1-8 16,-5 0 13-16,1-1-15 0,2-1 8 16,-3 3-3-16,1-5-13 0,2 3 18 0,-5-3 0 15,3 2 3-15,-1 0-16 0,0 1 11 0,1-3-3 16,-1 2-8-16,-3-2 16 0,3 2-11 0,-2 0 6 15,2-2-8-15,0 5-3 0,-3-4 11 0,3 1-1 16,-3 3 8-16,4-1-10 0,-4 1-2 16,1-1 9-16,2-2-1 0,-3 3-9 0,3-1-2 15,-3 0 7-15,3-1-7 0,-3-1 13 16,1 4-5-16,2-4-9 0,-3 1 1 0,3 0 3 16,-3 0 7-16,3-1-3 0,-3-2-7 0,1 5 13 15,2-4-21-15,0 1-7 0,-3 0 17 0,4 2-4 16,-3-2 1-16,2 0 12 0,0-1-6 0,0 4 2 15,0-2 6-15,-2-3-13 0,2 2 7 16,0 3-2-16,1-4 3 0,-1 2-1 0,1 2-7 16,0-2 0-16,2-1 8 0,-3 2-8 0,-2-1 7 15,5-1 11-15,-3 3-18 0,1-4 7 16,0 1-4-16,2 0 9 0,-2 2-12 0,-1-1 10 16,1 3-10-16,2-3-5 0,-3 3 10 0,2-4 0 15,1 5 3-15,-3-2-6 0,1 2 6 16,2 0-11-16,-2 1 13 0,3-3-7 0,-3 1-4 15,-1 3 4-15,3-2 4 0,-2 1-9 0,2-3 20 16,2 1-21-16,-5 0 8 0,4-1 8 0,-3 2-1 16,2-1-20-16,-2-3 11 0,3 3 12 0,-4-3-7 15,1-3-16-15,2 6 5 0,-2-5-5 16,2 2 6-16,-2-2 2 0,3 3-11 0,-1-2 1 16,1 0 10-16,0 1 0 0,0 1-3 15,0-1-10-15,-3-2 13 0,2 3 5 0,-2-3-3 16,2 1-12-16,1 0 5 0,-3 2 12 0,2-2 3 15,-2-1-15-15,2 1-69 0,-2 0 20 0,3-2-8 16,0 4 3-16,-1-3 8 0,-2 2 7 16,2-1 14-16,2-2-4 0,-4 5 3 0,5-2-15 15,-5 3 10-15,6-3-10 0,-6-1 8 0,2 3 2 16,1-3-3-16,-3 4-2 0,2-3 13 0,1 3-1 16,-3-3 9-16,2 3 17 0,-2-4-15 15,2 2 8-15,-2 1-16 0,0-1 5 0,0 2 16 16,2 1-8-16,-3 0 3 0,1-2 0 0,2 3 20 15,-2-2 5-15,3 2-33 0,0-3 18 16,-1 2-11-16,1-1 4 0,0 3 7 0,0-5 12 16,-3 3 3-16,5-1-2 0,-5-1 0 0,3 2 7 15,0-2 1-15,-1-1-4 0,-2 2 4 16,2-3-1-16,-2 2 13 0,3-1-12 0,-3-2-1 16,2 2 0-16,-2-1 8 0,-1 0-2 0,0 1-1 15,1-3 1-15,3 2 2 0,-4 1 2 0,1-2-12 16,-1 0 5-16,0 1-5 0,1 1 15 15,-1-3-5-15,0 2 8 0,2 1-21 0,-2-3 0 16,0 2 16-16,0 0-11 0,1 1 8 16,-1-3-5-16,0 5-10 0,-2-4 2 0,2 1 3 15,0-1 30-15,1 2-27 0,0-1 2 0,-1 3-11 16,0-3 1-16,1 3 18 0,2-3-16 0,-3 4-2 16,5-3 4-16,-4 3-1 0,5-1-1 15,-5 3-2-15,2-5-3 0,2 3 2 0,-2-1-7 16,1 2 11-16,0-3-4 0,0 3-7 0,3 0 3 15,-3 1 4-15,0-1 4 0,3 1-1 0,0 1 8 16,-3 3-18-16,3-4 10 0,1 0-10 16,-1 0 8-16,0 0-6 0,1 1-4 0,-2-1 2 15,1 1 5-15,-2-3 3 0,2 2-1 0,0 1 21 16,1-3-17-16,-1 3-14 0,-3 1-2 16,4 0 15-16,-2-1 3 0,1 0-18 0,1 0 10 15,-4-1-10-15,3-2 15 0,-1 5-7 0,2-2-3 16,-4 0 5-16,3 1 2 0,-2-4-4 15,2 3-6-15,-1 0-4 0,2 3 17 0,-4-4-10 16,3 2 23-16,-3-2-18 0,3 5 13 0,-3-5-20 16,3 2 4-16,-3 2 19 0,3-2-1 0,0 1-15 15,0 1 0-15,1-2 21 0,-4 2 0 16,6-2-24-16,-2 1-4 0,-4 1 9 0,3-2-7 16,4 2 8-16,-4-3 2 0,0 1-5 0,1 4 5 15,-2-5 1-15,1 1 9 0,2 2-7 0,1-3-5 16,-2 4-6-16,2-3 6 0,0 1 2 15,-2 1-5-15,2-3 3 0,-2 0 0 0,2 5 7 16,0-6-10-16,-1 1 0 0,1 4 3 0,1-5 7 16,-1 3-5-16,1-2-2 0,0 2 0 15,-1-3-3-15,1 3 0 0,0 2-5 0,3-4 28 16,-4 0-20-16,1 3 7 0,-1-3-4 16,5 3-11-16,-5-1 15 0,1-1 5 0,-3-1 8 0,6 3-10 15,-4-3-12-15,0 1 4 0,2 3 3 16,1-2 7-16,2 3 3 0,-8-5-5 0,4 4 0 15,2-5-5-15,-4 3-6 0,4 1-1 0,-2-2-4 16,-1 3 8-16,2-1-5 0,1 0 11 16,-2 0 2-16,0 4-3 0,3-3 0 0,-7-1-2 15,3 2-18-15,2 1-3 0,1 1 16 0,-5-7-3 16,2 7-2-16,1-1 10 0,0-1-8 0,3 2-5 16,-4-1 5-16,1 0-3 0,0-2 1 15,2 1-6-15,-4 2 6 0,1-1 0 0,4 1-6 16,-4-1 13-16,1-2-10 0,0 0 8 0,0 3-11 15,2 0 8-15,-5-2-10 0,6-2 13 0,-1 3 2 16,-1 0-2-16,-2-1-16 0,4 2 13 16,1-1 6-16,-1 0 6 0,0 1-11 0,-3 0-6 15,3-3 5-15,0 3 0 0,3 0 0 0,-3-2 5 16,4 2-12-16,-1 0 14 0,-3 0-14 0,4 0 4 16,-5 0-4-16,5 0 12 0,-3 0-5 15,-1 0-5-15,3 0 8 0,-2 0-11 0,-1 0-2 16,3 2 8-16,-3-2 20 0,3 0-13 0,-3 3-18 15,-2-3 11-15,5 0 2 0,-3 1 16 16,0-1-11-16,0 1 5 0,3-2-17 0,-3 2-1 16,1-1 11-16,2 2 2 0,-3-1-15 0,1-1 15 15,1 1-10-15,-1-1 8 0,0 0-8 0,1 0 2 16,2 3 9-16,-4-3-19 0,3 0 23 0,1 10-10 16,3-9 6-16,-7-1 1 0,1 2-6 15,5 8 1-15,1-4-4 0,-3-1-3 0,-3-5 5 16,1 0 3-16,-1 0 4 0,9 7-19 0,-4-6 12 15,-5-1-5-15,3 0-5 0,-1-1 2 16,0 1 6-16,1-3 4 0,3 9 4 0,0-2-14 16,-4-2-5-16,0-4 8 0,-2 0 8 0,9 9-11 15,-6-3 11-15,-4-4-5 0,3-3-8 0,-3 3 12 16,4-1-4-16,3 9 2 0,-4-6-5 16,1-2 5-16,-4 0 0 0,3 0 13 0,-2 3-15 15,2-3-6-15,0 0 6 0,4 7-3 0,-3-4-5 16,-1-3-1-16,-2-1 4 0,2 1 7 0,0-2 3 15,-2 2 12-15,2 0-10 0,1 1-2 16,3 4-13-16,3 2 2 0,-7-2 11 0,-2-4-11 16,9 8 6-16,-6-7-3 0,-4-2-13 0,10 8 21 15,-3-1-8-15,-4-1 5 0,1-5 16 16,3 6-16-16,0 2 0 0,-1-7-3 0,-5-2 6 16,2 1-3-16,-3-1-7 0,1 2-6 0,1-2 21 15,2 0-11-15,3 7-7 0,-2-2 8 0,-3-5 2 16,5 8-3-16,-3-6 11 0,-4-2-8 15,4 0-2-15,3 10-6 0,-4-7 8 0,0-3-10 16,-2 1 16-16,8 7-4 0,-5-5-9 16,4 5-6-16,-2-7 13 0,-3-1-2 0,-2-1-1 15,9 11-4-15,-7-10-9 0,8 8 9 16,-7-3-1-16,-1-5-2 0,0 0 3 0,-2-3-6 0,3 3 10 16,-2-2 4-16,-1 2 12 0,2 0-21 0,-2-1 11 15,2 1-3-15,0 0-3 0,1-2-2 16,0 1 3-16,6 5-6 0,0 3 8 0,-3-7 6 15,-3 0-4-15,0-1 14 0,-2 0-29 0,6 5 11 16,-4 0-6-16,9 4 1 0,-10-5 7 16,1-3-5-16,-3-2-13 0,4 2 18 0,-4-1 5 15,3 1-2-15,-4-4-5 0,3 4-3 0,-3-3 5 16,1 1 20-16,2-3-20 0,-3 3-7 0,0-4-1 16,-3-1-10-16,3 4 21 0,-1-4 5 15,-4-1-26-15,1-2-2 0,0 1 25 0,1 0 8 16,-4-5-13-16,1 3-2 0,-1-3-1 0,0 0 14 15,1 2-4-15,-5-5 22 0,1 0-27 0,0 1 11 16,-1-3-10-16,-1 0-13 0,1 0 5 0,-2 0-3 16,-1-4 11-16,0 4 0 0,0-2-11 15,1 0-23-15,-1-1 1 0,-3-3-21 0,8 4-18 16,-5-2-49-16,-3-2-53 0,0 0-118 16,7 2-100-16,-4-2-494 0,0 2 94 0,4 2 47 15,-7-4 102-15,11 3 47 0</inkml:trace>
  <inkml:trace contextRef="#ctx0" brushRef="#br0" timeOffset="39161.92">26919 1923 604 0,'-2'-2'230'0,"2"2"-10"16,0 0-20-16,0 0-19 0,-19 7-22 0,12 1 8 16,1 2-32-16,-1 7-9 0,-1-2 66 15,-1 8-34-15,2 1 1 0,3 1-28 0,-2 1 2 16,3 0-21-16,1 2-2 0,1-2-20 0,-1 1-8 15,4 0-8-15,-1-2 5 0,1 0-4 0,1-2-19 16,4 0 3-16,-1-3 0 0,4-1-11 16,-2-1-4-16,2-5 2 0,0-1-5 0,1-4-3 15,2-1 8-15,1-2-17 0,-1-3-1 0,0-4 15 16,2 0-4-16,-2-4-6 0,6-5 8 0,-4-1-5 16,-1-2 7-16,1-3 1 0,-6-3-11 15,-2-3-5-15,0-2 3 0,-4-1-13 0,-3-1 0 16,0-2 7-16,-4 2-12 0,-5-4-3 0,2 3 6 15,-1 4-6-15,-1 1 0 0,-2 4 16 16,-3 0-19-16,4 2 4 0,-4 1 9 0,4 5-12 16,-3 1 12-16,-1 2-4 0,4 3-9 0,-4 5 9 15,2 0-3-15,0 0-8 0,-2 3 7 0,1 3-9 16,-1 2 5-16,4 2-1 0,0 1 1 16,2 3 0-16,2 1-13 0,2-1 12 0,1 2 1 15,0-2 10-15,3 0-13 0,3 4-2 16,0-3 2-16,1 2 2 0,5-2 16 0,3 1-30 0,-2 1 9 15,7-2-2-15,0 0 18 0,6-1-23 16,-2-1-15-16,4-1-27 0,-2-2-24 0,4-1-19 16,1-2-40-16,-1 0-65 0,1-2-79 0,-4 2-174 15,2-4-350-15,1 1 86 0,-5-3 39 16,-5-2 77-16,0 0 73 0</inkml:trace>
  <inkml:trace contextRef="#ctx0" brushRef="#br0" timeOffset="39428.18">27373 2196 565 0,'0'0'243'0,"0"0"-10"0,-6-2-28 16,6 2-23-16,0 0-13 0,0 0-36 0,0 0-10 16,0 0 5-16,0 0-23 0,-3 14 5 15,1-8 5-15,4 5-18 0,-2 2-15 0,3 2 3 16,0 2-11-16,0 1-3 0,1 0 1 0,-1 3-13 15,4 0 0-15,-1 2-8 0,-1-2 5 0,1 0-4 16,-2 1-11-16,2-3-3 0,1-2 3 16,-4 0-5-16,2 1-8 0,1-3-8 0,0 0-7 15,-2 0 0-15,1 0-26 0,-3-3-28 16,5 1-36-16,-3-2-69 0,-1-3-143 0,0 3-445 16,1-3 76-16,-1-1 54 0,0-4 61 0</inkml:trace>
  <inkml:trace contextRef="#ctx0" brushRef="#br0" timeOffset="39844.68">27890 2188 865 0,'0'0'268'16,"0"0"-22"-16,0 0 0 0,0 0-26 0,0 0-20 15,0 0-8-15,0 0-18 0,0 0-23 0,0 0-5 16,16-13-18-16,-9 9-13 0,4-1-26 0,-1 2-27 16,3-2-39-16,1 2-51 0,-1 0-13 15,2 1-44-15,-2 0-68 0,4 0-39 0,-6 1-141 16,6 1-345-16,-7 0 79 0,0 1 30 0</inkml:trace>
  <inkml:trace contextRef="#ctx0" brushRef="#br0" timeOffset="40011.28">27952 2317 790 0,'0'0'238'0,"0"0"-7"0,0 0-19 0,0 0-17 15,0 0-8-15,16 0-18 0,-2-1-31 16,0-2-20-16,3 1-39 0,3-1-59 0,1-1-81 16,6 0-77-16,-7 0-395 0,8 2-68 15,-1-4 20-15</inkml:trace>
  <inkml:trace contextRef="#ctx0" brushRef="#br0" timeOffset="40428.18">28525 1952 639 0,'-3'9'215'0,"-1"0"-23"0,1 1-15 0,0 1-8 16,0 3-18-16,3 0-20 0,-1 0-3 0,2-1-8 15,-1 4-18-15,3 0-15 0,3-1-13 16,-2 1 6-16,3-4 2 0,0 0-26 0,0 1 31 15,3-1-31-15,0-3-2 0,1 0-15 0,2-2-4 16,-2-4 75-16,2 1-12 0,0-2-1 0,1-3-23 16,-2-1 8-16,0-2-13 0,0-3-2 0,-1 1-6 15,1-5-4-15,-3-1-1 0,-2-1-2 16,1-4-11-16,0 1 3 0,-6-4-18 0,1 2 3 16,-3-3 0-16,0 0 5 0,-3-1-16 15,3 2-5-15,-4-4 8 0,-2 6 11 0,1-1-9 16,-1 3 16-16,3-2-10 0,-4 4 0 0,4 3-16 15,-1 0 6-15,-3 2 12 0,0-1-13 16,0 4-2-16,-2 2-8 0,1-2 6 0,1 3-3 16,-1 2-11-16,8 0 6 0,-19 1-11 0,12 2-25 15,0 0 3-15,-2 3-19 0,1 0-30 0,1 1-54 16,-2-1-44-16,2 2-145 0,2 2-454 0,-4-2 42 16,5 1 84-16,-3-1 72 0,-3-1 45 0</inkml:trace>
  <inkml:trace contextRef="#ctx0" brushRef="#br0" timeOffset="41294.9">27982 2048 575 0,'-4'-7'233'0,"4"7"-18"16,-3-5-7-16,3 5-29 0,-2-6-2 15,2 6-32-15,0 0-9 0,-2-5-26 0,2 5-23 16,0 0 18-16,0 0-36 0,0 0 13 0,0 0-28 15,11 21 7-15,-7-14-7 0,5 6-5 0,-2-2-6 16,4 3-7-16,4 1 8 0,-3 0-3 0,5 0-8 16,-1 1-8-16,-1-1-4 0,2-2-1 15,-3 1 14-15,-1-2-14 0,1-2 6 0,-1 1-16 16,-2-2 16-16,-4-1-1 0,3-1-15 0,-1 0 11 16,-4-1-21-16,1 1 13 0,-2 0-1 15,-1 0-1-15,0 2 1 0,-2-1 24 0,-2 3-23 16,-2 2 5-16,-3 0 13 0,2 2-26 15,-4 2 8-15,-4 1-8 0,5 1 15 0,-3-1-2 16,-1 2-8-16,-2-2 1 0,2 1-6 0,4 1 2 16,-1-2-24-16,0-1-1 0,4 1-31 15,0-3-25-15,1 0-41 0,6-1-65 0,1-4-122 16,3 1-404-16,3 3 84 0,4-4 38 16,1-4 60-16</inkml:trace>
  <inkml:trace contextRef="#ctx0" brushRef="#br0" timeOffset="41894.81">28898 2066 880 0,'-1'-6'266'0,"-2"1"-20"0,0-2-28 0,0 1-16 16,0 2-13-16,-1-3-17 0,1 2-26 15,0-1 10-15,1-1-13 0,-1 2-12 0,-3-1-75 16,6 0-10-16,-4-1-2 0,1 3 7 0,0-3-5 16,2 4-8-16,0-2 24 0,1 5-16 0,-8-7-8 15,8 2 16-15,-4 2-18 0,4 3-24 16,0 0 6-16,-4-7 3 0,4 7-11 0,0 0-2 15,0 0-6-15,0 0 3 0,0 0 3 0,0 0 2 16,-3 15 11-16,3-8-8 0,3 0-3 16,-3-1-8-16,3 3 9 0,-2 1-19 0,3 1 26 15,-4 3-13-15,3 0 10 0,2 3-7 0,-3-2 2 16,1 3 16-16,2-1-18 0,-3 2 7 16,1 0-7-16,4 1-1 0,-6-1 9 0,5 2-6 15,-2 0 13-15,2 0-5 0,-1-2-8 0,-3-3 5 16,7 2-9-16,-7-2-4 0,1 0 3 0,3-4 3 15,-2 1 10-15,-1-1-16 0,0 1 6 16,1-4-10-16,0 1-47 0,-1-1-25 0,0-1-70 16,-2-1-73-16,2 0-70 0,-3-2-453 0,3-2 70 15,-3-3 40-15,0 0 85 0</inkml:trace>
  <inkml:trace contextRef="#ctx0" brushRef="#br0" timeOffset="42161.1">28580 2031 744 0,'-10'-3'256'0,"10"3"-20"16,0 0-52-16,-3-2 0 0,3 2-20 15,0 0-15-15,0 0-16 0,0 0-21 0,0 0 1 16,0 0-8-16,0 0-5 0,20-6-8 0,-9 3-33 16,-1 2 43-16,6-2-15 0,1 3-33 15,1-3-44-15,-1 1-71 0,3 2-75 0,-6 0-184 16,7 0-379-16,-1 0 72 0,-6 0 67 0</inkml:trace>
  <inkml:trace contextRef="#ctx0" brushRef="#br0" timeOffset="42428.33">29367 2094 970 0,'3'2'320'0,"-3"-2"-6"0,0 0-47 16,10 0-24-16,-10 0-15 0,13 0-24 15,-2 0-32-15,-1 0-52 0,7-1-61 0,0 2-97 16,1-2-142-16,6 2-526 0,-4-1 30 0,4 0 72 16,-3-1 59-16</inkml:trace>
  <inkml:trace contextRef="#ctx0" brushRef="#br0" timeOffset="42845.18">30275 1673 1085 0,'-1'7'310'0,"-4"1"-24"0,2 4-32 15,-4 1-21-15,-1 4-34 0,-2-1-7 0,-1 5-25 16,-5 3-14-16,-2-2-12 0,-2 3-26 16,-10 6 5-16,6-6-12 0,-1-5-21 0,2 1 3 15,-4-3-16-15,3 0-5 0,0 0-5 16,0-2 0-16,7-4-8 0,-1-1 1 0,5-3 4 16,-4 0-7-16,7-4-3 0,-4 0-18 0,4-1-2 15,3-2 0-15,-3-4-1 0,-1 0-2 16,5-3-2-16,-1-2-8 0,3-2 5 0,1 0-20 0,-1-1-1 15,4-2 11-15,0 1-3 0,0-1 16 16,7 2-6-16,-3-3-15 0,2 5 0 0,-2-3-7 16,3 4-3-16,3 0 10 0,-3-1-8 0,3 5 1 15,1 0 2-15,2 4 0 0,2 0 18 16,-2 0-13-16,3 3 3 0,2 1-8 0,-1 1-6 16,0 3 9-16,4 0-11 0,0 2 13 15,-2 2-23-15,2-2-25 0,-4 2-26 0,4 1-26 16,2 0-94-16,-6 2-213 0,9 0-404 0,-4-3 43 15,-1-2 84-15,-4-3 70 0,3-1 59 0</inkml:trace>
  <inkml:trace contextRef="#ctx0" brushRef="#br0" timeOffset="43295.24">30669 1338 813 0,'3'-5'269'0,"-3"5"-33"0,0 0-11 16,18 8-25-16,-5-1-24 0,3 5-14 0,2 1-27 15,6 5-4-15,0 2-14 0,3 7 14 0,5 5-47 16,0 0-7-16,-7 2 13 0,-1 0-18 15,-6-3-11-15,-5-4-5 0,1 0-7 0,-1 0-13 16,-6-3-3-16,-4-2 3 0,0 0-8 0,-1-3 0 16,-7 0-15-16,2-2 13 0,-2-1-1 0,-5 1 1 15,-1-3-11-15,-4-2 11 0,1-1 4 16,-1-3 14-16,-1-2 2 0,0 0-10 0,1-5 10 16,-1 1 82-16,1-2-15 0,2-2-8 15,-4-3-3-15,4-1 3 0,2-2-23 0,-2 0-5 0,3-1-8 16,0-1 2-16,2-2-7 0,3 2-10 15,0-1-16-15,2 1-2 0,0-1-10 0,6 1 2 16,0 0-20-16,4-3-31 0,4 2-18 0,2 0-10 16,0 1-19-16,5 0-73 0,3 0-16 15,1 0-66-15,0 4-149 0,1-1-429 0,2 0 76 16,-2 1 54-16,-2-2 63 0,-1 2 75 0</inkml:trace>
  <inkml:trace contextRef="#ctx0" brushRef="#br0" timeOffset="43711.08">31220 1552 737 0,'3'-6'279'0,"3"1"-21"0,-2-3-12 15,4 1-23-15,-2 0-31 0,4-1-13 0,0-1-18 16,1 2-7-16,2-2-19 0,0 0-25 16,3 3 3-16,-4-2-26 0,2 1-15 0,-4 2-19 15,4 0-19-15,-4 0-6 0,-3 0-20 0,2 1-6 16,-1 0-12-16,-2 2-11 0,-2-1-2 0,-4 3-7 15,0 0 27-15,7-2-23 0,-7 2 16 16,0 0 0-16,0 0 5 0,-1 14-3 0,1-14-7 16,-9 13 15-16,8-4-10 0,-5 3 5 0,3-1 15 15,-1 4-15-15,3 1 17 0,-2 0-1 0,0 2-14 16,3 0 8-16,0 1 3 0,0 0 0 16,3 0 2-16,-3 0 0 0,3 0 5 0,-2 0-12 15,3-1 25-15,-4 0-33 0,3-3 8 0,0 2-1 16,-3-4 13-16,2 0 14 0,-1-2-9 15,-1 1-2-15,-1-1 13 0,1-3 15 0,-5 2-15 16,2-1 22-16,-1-2-9 0,-3 0 7 0,0 0-5 16,-1-2-5-16,-2 0-10 0,-2-2-1 15,2 0 1-15,-3-2-3 0,-2 0-2 0,4-1 0 16,-2 0-6-16,0 0 3 0,2 0-5 0,1-1-8 16,0 0-38-16,-1 1-49 0,11 0-20 0,-16-2-90 15,5 2-148-15,4 2-425 0,0 0 94 16,0-2 47-16,-3 2 58 0</inkml:trace>
  <inkml:trace contextRef="#ctx0" brushRef="#br0" timeOffset="43961">30891 2133 906 0,'0'0'284'0,"0"0"-13"0,0 0-30 15,0 0 71-15,0 0-33 0,0 0-26 0,0 0-27 16,0 0-22-16,31-8-19 0,-12 3-14 16,-1-2-22-16,3 2-6 0,8-3-18 0,-6 0-12 15,7 2-3-15,-3 0-25 0,4-3-9 0,-1 4-27 16,-2 0-11-16,1 0-35 0,-7 1-57 16,1 3-43-16,-2-2-26 0,0 5-110 0,-3-1-463 15,-2 4-75-15,-2 2 91 0,-7 0 78 0,-3-1 47 16</inkml:trace>
  <inkml:trace contextRef="#ctx0" brushRef="#br0" timeOffset="44328.03">31024 2358 998 0,'0'0'325'0,"0"0"-26"16,0 0-32-16,0 0-22 0,0 0-32 0,0 0-6 15,0 0 0-15,29-5-12 0,-29 5-21 0,16 7-13 16,-6-3-38-16,0 3-3 0,4 1-15 0,-4 2-5 16,1 3-15-16,2 4 2 0,-3 2-8 15,1-1-15-15,-1 2-15 0,-3 0-70 0,-1 1 11 16,-2-2-11-16,-1 1 6 0,-2 1 5 0,-2-2-5 16,-2-1 4-16,-4 1 4 0,0 0 4 15,0 0 6-15,-4-2-3 0,0-2 2 16,-4 1 3-16,4-6-2 0,-2 2 10 0,-1-3-6 15,7-1-2-15,-3-3-2 0,-4 1 0 0,4-4-1 16,4 2-10-16,-4-4 11 0,10 0 0 0,-13-4 12 16,5 2 11-16,6-4-26 0,-3-3-3 0,2 3 3 15,3-3-18-15,0 1-5 0,3-2-8 16,0-1-12-16,1 1-14 0,5-1-4 0,1-1-36 16,1-1-29-16,1 3-53 0,1 0-56 0,0-1-131 15,4 1-336-15,-3 3 50 0,7-5 27 0,-2 2 93 16</inkml:trace>
  <inkml:trace contextRef="#ctx0" brushRef="#br0" timeOffset="44928.25">31476 2469 657 0,'-1'6'223'0,"0"2"-18"0,-4 0 56 16,2 1-23-16,-1 1-13 0,0 1-28 15,1 1-5-15,2-1-18 0,-2 1-25 0,0-1-3 16,3 0-18-16,-3-1-18 0,3 0-5 0,0 0 2 15,0-2-15-15,0-1-7 0,3 1 10 16,-3-1-3-16,5-3-8 0,-3 0-12 0,7 0-1 16,-4-3-12-16,2 0 5 0,-7-1 13 0,13-2-15 15,-3-2 14-15,-3-1-24 0,0-3-4 0,0 0 1 16,3-4-3-16,-3-5-5 0,-1-3-13 0,-2-2-5 16,-1-1-13-16,0 2-12 0,-2-1 4 15,-2 0 11-15,-2 2-3 0,0 3 11 16,0 1-1-16,1-1-2 0,-3 6-8 0,-1 1 1 0,-1 1 4 15,-1 3 3-15,-2 0-13 0,-3 4 5 16,2 2 1-16,-2 1-68 0,2 4 9 0,1 0 12 16,-3 2-3-16,-1 1 27 0,7 3-9 0,-3 1-5 15,2 0 11-15,2 0-8 0,2-1 0 16,1 1 21-16,0 0-14 0,3-1 11 0,0 1 0 16,5-1-3-16,-3-2 1 0,7 1 1 15,2 0-22-15,-1 0-18 0,4-4-8 0,0 1-17 16,6-1-44-16,-3 0-29 0,4-3-2 0,0-1-2 15,2-2-123-15,-2-2-95 0,-1-1-118 0,4-4-151 16,0 1 51-16,-3-4 280 0,-1 0 222 0,-6-1 92 16,-1 3 80-16,1-2 43 0,-4 0 23 15,1 0 26-15,-4 3 7 0,2 1 67 0,-5-1-26 16,3 1-17-16,-3 1-31 0,1 1-11 0,-3 1-10 16,-2 3-20-16,0 0 2 0,0 0-15 15,6 12 6-15,-9-4-17 0,3 5 22 0,0 2-27 16,0 3-20-16,0 4 31 0,0-2-92 0,0 7 7 15,0 2-12-15,0 0 5 0,3-2-1 0,-1 1 70 16,0-1-23-16,1-1-8 0,3 6-13 16,-1-7 16-16,-2 4-18 0,2-4 5 0,-3 0-11 15,1-4-2-15,2-1-43 0,-4-1-52 0,0-2-30 16,-1 0-103-16,0-3-153 0,-2-1-515 0,-3-1 110 16,0-3 34-16,-5-1 81 0,-4-7 67 15</inkml:trace>
  <inkml:trace contextRef="#ctx0" brushRef="#br0" timeOffset="49244.46">18338 7432 460 0,'-7'-4'123'16,"7"4"20"-16,0 0-15 0,-6-2-15 0,6 2 7 15,0 0 11-15,-10-1-21 0,10 1-5 0,-4-4 8 16,4 4-14-16,-10-3-1 0,10 3-9 15,-10-2-4-15,10 2-3 0,-10-5 2 0,5 4-66 16,5 1-13-16,-10-3 16 0,4-1 27 0,6 4-9 16,-7-3-24-16,7 3 95 0,-7-4-10 0,7 4-16 15,-4-4-2-15,4 4-13 0,-6-1-5 16,6 1-2-16,0 0-1 0,-4-5-12 0,4 5-6 16,0 0-7-16,0 0 3 0,0 0-14 0,0 0 3 15,0 0 3-15,18 8-13 0,-11-2 2 16,-1-2 1-16,1 2-11 0,-1 1 8 0,-1 0-5 15,1 1 5-15,-2 0-3 0,2 1 1 0,-2-4-4 16,-1 7 4-16,0-3-4 0,1-1 4 0,-4 0-6 16,0 1 0-16,0-1-2 0,-4 1-3 15,1-1 13-15,0 0-3 0,-4-1 1 16,4-1-3-16,-4 1 7 0,3-2 16 0,-3-2-16 0,0 3-2 16,1-5 5-16,-1 2 8 0,0 0 2 15,7-3-12-15,-11 0 7 0,11 0-10 0,-13-5 7 16,6 3 4-16,4-4-6 0,-1 3-5 0,-2-2 7 15,5 1 3-15,-5-3-12 0,6 0 2 16,-3 0-3-16,3 0-5 0,0 1-2 0,0-1-3 16,3 0 5-16,0 0-10 0,1 4-2 0,2-3 2 15,-2 0 0-15,-1 5-3 0,4-2 1 0,0 2 2 16,0-2-3-16,-7 3 3 0,14 0 3 0,-14 0 2 16,10 5-13-16,-4-3 8 0,-2 3-5 15,-1-2 2-15,0 3 14 0,1 1 1 0,-3-3-1 16,-1 1-4-16,0 3-2 0,0-8 8 15,-5 9 5-15,-1-2-3 0,2-4 1 0,-2 3 4 16,2-4-4-16,-2 1 2 0,-2 1 5 0,2-3 5 16,6-1 0-16,-14 2-2 0,4-4 7 0,10 2 3 15,-14-1-3-15,7 0-5 0,-3-5 13 16,6 4-18-16,-5-3 3 0,5-2 2 0,-2 2 0 16,1-3-15-16,-1-1 12 0,5-2-14 0,-2 0 7 15,3 1-24-15,3-4 17 0,-2 6 1 16,2-3-4-16,4 1 10 0,-3-1-15 0,3 1-80 15,2 3 8-15,-2 3 12 0,4-4-4 0,-1 6 10 16,0-2 10-16,1 3 8 0,-1 2 4 0,0-1-1 16,4 6 7-16,-4-4 5 0,1 5 2 15,2 2 14-15,-3-1-19 0,-2 2 1 0,1 4 4 16,-2-3 16-16,-1 3-2 0,-5-2-3 0,-1 2 2 16,3 1-4-16,-6-2-11 0,2 1 18 15,-2 0 0-15,-3-2-5 0,-1 2-3 0,4-6 18 16,-5 2-5-16,2 0-10 0,-1-2 0 0,0-1 10 15,1 0 10-15,-2 0-4 0,2-4-11 0,2 2 5 16,-2-2-5-16,6-3 7 0,-11 0-1 16,11 0-9-16,0 0-2 0,-11-7 0 0,8 2 7 15,0-1 9-15,0-1 9 0,3-3-23 16,0-2-4-16,3 2 7 0,-3-1 0 0,3-3-10 16,0 4 4-16,-2 0-4 0,2-2-15 0,0 2 2 15,1 1-21-15,0 2-10 0,-4 0-28 0,3 3 11 16,0-2-24-16,-3 6-15 0,4-3-13 15,-4 3-33-15,0 0-67 0,6 9-99 0,-2 2-392 16,-4-3 51-16,3 7 79 0,-3 1 72 0</inkml:trace>
  <inkml:trace contextRef="#ctx0" brushRef="#br0" timeOffset="50161.47">16588 12905 148 0,'0'0'56'16,"0"0"-2"-16,0 0-18 0,0 0-21 0,0 0 24 15,0 0-1-15,4 3-38 0,-4-3-36 16</inkml:trace>
  <inkml:trace contextRef="#ctx0" brushRef="#br0" timeOffset="51310.02">16472 12890 350 0,'0'0'115'0,"0"0"-7"16,0 0 2-16,0 0 90 0,0 0-39 0,0 0 0 16,0 0-10-16,0 0-5 0,0 0-21 0,0 0 3 15,0 0-23-15,7 16 3 0,-4-14-3 16,-3-2-23-16,3 8 0 0,0-3 0 0,-2-1-11 16,3-2-2-16,-1 4-5 0,0-2-5 0,1 0 3 15,-1 2-9-15,0-2-81 0,1 3 33 16,-1-3-25-16,0 0 20 0,2 2-18 0,-2-1 36 15,0 1-10-15,1 1-19 0,2-4-1 0,-3 5 22 16,4-1 0-16,-2-1-7 0,1 1 9 16,1-2 1-16,-1 2 0 0,-2 1-16 0,6-2 19 15,-6 3-1-15,3-1-5 0,2 0 3 0,-1 1 8 16,-1 1-1-16,2 0 3 0,1 1-13 0,-2 0-2 16,-1-1 10-16,3 3 5 0,1-1-10 15,-2-4 5-15,1 6 2 0,1-3 3 0,-1-1 5 16,3 3-20-16,-2-1 2 0,-1 1 16 15,3-2-18-15,-1 4 4 0,1 0 1 0,1-2 3 16,-4 2-9-16,3 2 16 0,1-2 0 0,-1 0-5 16,-2-2-13-16,2 2-2 0,-3-2 17 0,2-1-2 15,-2 3 3-15,2-4-6 0,0 5 1 0,-3-4 14 16,1 1-14-16,1-1 1 0,-1 1-1 16,4-1 4-16,-4-1 1 0,0 0-11 0,1 3 8 15,-1-4 13-15,0 4-3 0,1-3-3 16,-1 2-14-16,0-1 9 0,1 1 6 0,-1-1 4 15,3 1-12-15,-2-1 13 0,-1-2 61 0,0 3-20 16,1-3-6-16,-1 2 6 0,-1-1-8 0,2-2-15 16,-4 1 7-16,3-2 0 0,1 2-17 0,-5-3 4 15,4 1-43-15,0 2-12 0,-2-3-9 16,2 1-2-16,0 4 10 0,4-1-2 0,-4-2-6 16,0 1 16-16,4 0-5 0,-4 2-3 0,7-1 16 15,-3 4-6-15,3-3 11 0,-3 3-6 16,6-2 14-16,-6-1-16 0,6 2 0 0,-2 1 10 15,-2-1-5-15,5 1 11 0,-1 2-22 0,1 1-9 16,0-1 23-16,3 4-6 0,-4-2 19 16,4-1-8-16,-3 4 7 0,2-2-7 0,1 2-3 15,-3 0-10-15,3-1 0 0,-4 2 0 0,4-1 23 16,4 8-20-16,-1-5-3 0,-6-3-8 0,-1-1 8 16,11 11 18-16,-7-7-21 0,-3-3 11 0,-2-1 0 15,2 4-1-15,0-3 4 0,-1 1-9 16,7 7 6-16,-3-5-8 0,-6-3-5 0,2 1 18 15,-2 1-6-15,5-3 1 0,-6 3-18 0,4-2 7 16,-1-1 1-16,7 12 9 0,-2-8-2 16,-2-2 6-16,-2 0 6 0,6 6 4 0,4 3-3 15,-7-7-21-15,0-2 11 0,3 7-13 0,1-5 13 16,2 4-3-16,-5-5-8 0,-2-2 11 16,1-1 2-16,7 8-15 0,-7-4 25 0,7 3-4 15,-1 1-1-15,-9 0 0 0,2-8-17 0,-2 4 15 16,0-2-8-16,-1 0 5 0,8 6-5 0,-4-4 3 15,-3-2 12-15,-2-3-20 0,2 3 0 16,0 1 3-16,-4-1-3 0,3 1 15 0,1-3 19 16,-4 3-14-16,1-2-2 0,1 2 0 0,2-2-5 15,-3 3-8-15,1-3-8 0,2 2 8 0,-4-2-5 16,1 0 21-16,2 1 2 0,0-3-10 16,-2 4 2-16,2-1 5 0,-3 1-2 0,4-1 5 15,-5-3-15-15,5 1 5 0,-3 1 15 0,1-3-20 16,-1 1 12-16,-1-1-15 0,0-1-10 15,-4-1 15-15,2-2 1 0,1 2-4 0,-2-3 6 16,3 0-3-16,-3 0-4 0,3 0-1 0,-6-3 10 16,2 0-12-16,-3-1-24 0,1 0-22 0,-2-1-34 15,-2-3-36-15,-3 0-10 0,3 0-41 16,-3 0-53-16,-4-2-164 0,3 0-431 0,-3-4 60 0,0 0 73 16,0 0 70-16,-24-21 69 0</inkml:trace>
  <inkml:trace contextRef="#ctx0" brushRef="#br0" timeOffset="53110.44">18266 7974 363 0,'1'2'102'0,"-1"-2"21"15,6 10-61-15,-3-3-1 0,1-1-23 0,0 1-17 16,-1-2-52-16,1 5 11 0,-1 1-72 15,0 0 28-15,1-3-54 0,-1 2 26 0,-3 4-34 16,3-4-48-16</inkml:trace>
  <inkml:trace contextRef="#ctx0" brushRef="#br0" timeOffset="53276.51">18365 8386 209 0,'4'8'98'16,"-4"1"-6"-16,4-1-18 0,-1 2 28 0,-3 0-27 15,3 2-1-15,-2-4-8 0,-1 6-12 16,3-4 18-16,-3 1-26 0,3 2-3 0,0-4-27 16,-2 4-16-16,-1-1 2 0,3 1-43 0,-3 1-33 15,3 0-49-15,1-2-391 0</inkml:trace>
  <inkml:trace contextRef="#ctx0" brushRef="#br0" timeOffset="53459.78">18506 8993 342 0,'0'10'149'0,"3"3"-42"0,-3-4-14 16,0 2-9-16,0 3-35 0,0-2-8 0,3 1-29 15,-3 2-58-15,0-4-94 0,0 4-383 16</inkml:trace>
  <inkml:trace contextRef="#ctx0" brushRef="#br0" timeOffset="53995.39">18533 9390 509 0,'0'7'171'0,"-3"-1"-14"0,3 3-9 16,0-2-28-16,-3 2-2 0,3 3-16 15,0-2-4-15,-4 0-16 0,4 4-6 0,-1-5 4 16,1 2-11-16,0 3-15 0,-3-3-16 15,3 3-5-15,0 2-5 0,0-2-5 0,0-1-7 16,3 4-3-16,-2 0-8 0,-1-1-21 0,4 1-37 16,-1 3-14-16,1-1-5 0,-1 0-25 15,0 2-39-15,0 0-17 0,0 2-24 0,-2-1-63 16,-1-2-9-16,3 0 4 0,0 3 71 0,2 2 46 16,-5-7 89-16,3 6 1 0,0-8 61 0,0 6 20 15,-2-3 34-15,-1-1 31 0,0 2 7 16,3-1 15-16,-3-1 3 0,3 0-2 0,-3 0 0 15,3 2-3-15,-3-2 5 0,0-2 5 16,1 1-5-16,2 0 5 0,-3-3-87 0,0-1 21 16,0 4-3-16,0-3-7 0,0 1 20 0,0-3-6 15,0 5 16-15,0-3-2 0,0-1-3 0,0 2-33 16,3 1-3-16,-3 1-5 0,0 0 3 16,0-1-8-16,4 1-11 0,-4 1 1 0,3 1 0 15,-2 0-29-15,2 0-14 0,0-1-29 0,1 3-23 16,-1 0-46-16,0 2 7 0,4 0-55 0,0 1-132 15,-3 1 73-15,5 0 43 0,-2-1-54 16,1 1 59-16,-2-4-28 0,1 4 53 0,0 0 42 16,-1 0 2-16,-1 0 54 0,1 0 38 15,1 0 37-15,-4 0 14 0,1-2 13 0,-1 0 44 16,-3-2-15-16,3 2-1 0,1-3 19 0,-4 1 4 16,1-2-4-16,-1 5-11 0,3-5 10 0,-3 5 0 15,0-3 1-15,0-2-19 0,3 5-12 16,-3-5 30-16,0 6-40 0,0 0-8 0,3 0 10 15,-3 0-18-15,3 0-11 0,-2 4-32 0,2-3-59 16,0 1-59-16,-3 4-300 0,7 2-199 16,-3-4 30-16</inkml:trace>
  <inkml:trace contextRef="#ctx0" brushRef="#br0" timeOffset="54193.74">18892 12612 591 0,'-3'21'169'0,"2"1"-8"16,1-4-33-16,0 0-56 0,-3-1-52 0,3 2-40 16,0 2-44-16,0-3-92 0,3 6 7 0,-2 0-243 15</inkml:trace>
  <inkml:trace contextRef="#ctx0" brushRef="#br0" timeOffset="54393.31">18988 13355 371 0,'0'13'133'0,"0"2"2"0,0-1-4 0,0-3-3 16,0 2 20-16,0-1-35 0,-4 2 15 0,4 1-20 16,0-1-11-16,0 1-8 0,0 2-7 15,-3 3-10-15,3-2-16 0,0 1-17 0,0-1-21 16,0 0 28-16,0 3-36 0,0-2-5 15,0-2-8-15,3 5-25 0,-3-4 5 0,4 0 8 0,-1 3-29 16,-2 0-25-16,-1-1-28 0,3 0-49 16,-3-2-82-16,3 6-289 0,0 0-20 0</inkml:trace>
  <inkml:trace contextRef="#ctx0" brushRef="#br0" timeOffset="54709.57">19032 14616 399 0,'0'13'205'0,"3"-1"-49"0,-2-2-31 16,2 5 6-16,-3-2-16 0,3-1 3 0,-3 5-1 16,3-2-19-16,2 2-1 0,-2 1-41 0,0-2 6 15,-2 1 4-15,5 1-4 0,-3 3-24 16,-2-3 11-16,5 5-44 0,-3-3-33 0,2 1-8 15,-5 0-31-15,3 0-40 0,0-1-16 16,0 1 10-16,-2 0 11 0,2-4-1 0,-3 5 34 0,0-4-2 16,3 0 22-16,0-1 31 0,-3-3 10 0,0-2 1 15,1 2 37-15,-1-4 22 16,0 3-16-16,3-4 2 0,-3-1 5 0,0-1 27 0,3-1-9 16,-3 1 0-16,0-2 3 0,0-2-15 15,0-3-23-15,0 8-39 0,0-8-118 0,0 6-447 16,0-6 33-16</inkml:trace>
  <inkml:trace contextRef="#ctx0" brushRef="#br0" timeOffset="56226.18">18174 7458 332 0,'3'-7'108'0,"-3"7"2"0,1-7 0 0,-1 7-8 0,3-4-15 16,-3 4-20-16,0-5 22 0,0 5-19 16,0 0 4-16,7-2 8 0,-7 2-3 0,0 0-23 15,0 0 16-15,0 0-21 0,14 8 6 16,-8-7-11-16,-3 3-5 0,-3-4-8 0,4 7 31 16,0-2-46-16,-4 2 2 0,3-4 34 0,-3 4-23 15,0-3-6-15,0-4-7 0,-3 12 10 0,3-9 1 16,-4 3 17-16,1-3-3 0,3-3-7 0,-4 7 5 15,1-2-13-15,3-5 31 0,-7 2-21 16,7-2 1-16,0 0-1 0,-7 0 13 0,7 0-17 16,0 0 1-16,-10-7-4 0,10 7 0 15,-4-10-11-15,4 3-4 0,-3 0 4 0,3 3-2 16,0-3-3-16,3 0-17 0,-3 4 10 0,4-5-1 16,-4 2 14-16,3 1 53 0,4 1 0 15,-3-2-15-15,-4 6-3 0,7-7-7 0,-1 4 10 16,-2 2-16-16,-4 1-17 0,11 0 10 0,-11 0-5 15,0 0 2-15,13 1-5 0,-13-1-5 0,9 6 3 16,-8-5-1-16,-1-1-4 0,4 9 7 16,-4-5 0-16,0-4-2 0,0 8-6 0,-4-2 3 15,3 0 0-15,-2-4-2 0,-3 4 2 0,6-6-5 16,-4 5-3-16,1-1 3 0,3-4 2 0,-7 3 9 16,7-3-1-16,-3 5-13 0,3-5 3 15,0 0-31-15,0 0-30 0,0 0-9 0,0 0-50 16,-11-12-90-16,11 11-568 0,0 1 33 0,0 0 72 15,7-12 66-15</inkml:trace>
  <inkml:trace contextRef="#ctx0" brushRef="#br0" timeOffset="59442.54">10113 2738 417 0,'0'-7'171'0,"3"1"-15"0,-1 1-7 0,1-1-6 16,0 2-17-16,0-3-11 0,0 2-15 16,1-1-8-16,-1 2-10 0,1-1-3 0,-1 0 8 15,4 2-10-15,-6-1-16 0,-1 4 1 16,9-5 2-16,-5 3-21 0,-4 2-22 0,0 0 38 16,0 0-13-16,13 7 0 0,-9-2 2 0,-1 0-4 15,-2 0 7-15,-1 1 5 0,0 0-10 0,-1 0 1 16,1 3 4-16,-7-3 0 0,4 1-2 15,-1 0 4-15,-2-1-4 0,2 0-6 16,-2-1 11-16,2-1-8 0,-3 0 5 0,3 1 16 0,-2-2-8 16,0 0-8-16,2-1-71 0,4-2 14 15,-14 2 40-15,14-2-37 0,-10 0 1 0,10 0 17 16,-10-2-10-16,10 2-7 0,-11-7 14 0,4 3-7 16,4-3 1-16,-3 0 4 0,5-1-8 15,-2-2 19-15,0 2-13 0,3-2-11 0,0 1-2 16,0-1 7-16,3 2-12 0,0-4 5 0,1 4 13 15,2 1-13-15,-2-3 23 0,2 5-18 16,2-1 0-16,-1-1 0 0,2 4-8 0,-2-1 5 16,1 3 1-16,-1 0-8 0,-7 1 2 0,13 1-2 15,-13-1-3-15,14 5 5 0,-11-3 3 16,1 4-5-16,-1-1-11 0,-3 3-15 0,0 0-38 16,0 2-54-16,0 1-117 0,-3 0-467 0,2-1 75 15,1 2 66-15,-3-4 46 0</inkml:trace>
  <inkml:trace contextRef="#ctx0" brushRef="#br0" timeOffset="61908.45">10161 2670 522 0,'0'0'169'0,"4"-3"-13"0,-4 3-15 0,6-4-21 15,-6 4-15-15,0 0-3 0,7 0-15 0,-7 0 0 16,0 0-20-16,0 0-1 0,0 0-12 15,0 0 2-15,0 0 3 0,0 0-5 0,14 4 7 16,-11-1-7-16,-3-3-8 0,0 0 5 16,4 6-12-16,-4-3-1 0,0-3 13 0,3 6 1 15,-3-6-9-15,4 6 11 0,0-2 7 0,-4-4-15 16,3 8 8-16,0-3 3 0,-3-2-9 16,3 2-9-16,1 0-88 0,-1 0 31 0,0-2 3 15,1 4-16-15,2-2 23 0,-1 0 6 0,1 1 9 16,1 0-9-16,3 2-3 0,-2-3 12 15,5 3 4-15,0 1-11 0,4-1 10 0,4 2 0 16,-1 0 18-16,4-1-20 0,4 4 7 0,-1-3 1 16,4 3 2-16,3 1-3 0,-3-3-5 15,3 3-12-15,0-1 4 0,-3 2 13 0,3-1-9 16,7 5 12-16,-6-3-11 0,-4-2 9 0,2 1-9 16,-2-1-14-16,0 1 17 0,0 0-5 0,-1-2 5 15,1 2-10-15,10 7 0 0,-7-6-2 0,-3 1 17 16,10 2-2-16,-7-1-8 0,-6-2-5 15,10 7 0-15,-5-6-3 0,5 7 14 0,-1-3-11 16,-1 3 2-16,-3-6 21 0,5 7-23 16,-4-7-5-16,-7 1 5 0,11 2-8 0,-1 1 6 15,-6-2 9-15,7 5 1 0,-4 1-3 0,-6-2 0 16,-2-6 3-16,-1 2 0 0,8 6-8 16,-5-3 10-16,-4-5-18 0,3 2 16 0,-2 1-8 15,2-4 8-15,-3 2 28 0,10 6-47 0,-4-3 9 16,-5-3 2-16,2-1 5 0,7 7-8 0,-3-3-2 15,-4-5 8-15,7 8-3 0,-3-5 0 16,-4 1 7-16,7 4-1 0,-3-5-6 0,-6 1 0 16,2-4 10-16,1 1 0 0,9 8-10 0,-10-3 3 15,1-4-1-15,-4-1 11 0,2-1 5 16,2 1-23-16,-4 1 15 0,3-2 0 0,-2 1 0 16,-1 0 62-16,2-1-3 0,-2-1 0 0,1 2-5 15,-1-1-7-15,3 4-6 0,-4-4-8 16,1 0-2-16,1-1-5 0,2 1-10 0,-3 0 4 15,3 0 11-15,-3 1-20 0,3-1 10 0,0 0-8 16,1-1 5-16,9 9 0 0,-6-7-10 16,7 6 2-16,0-1-9 0,-1 1-6 0,-6-4 0 15,-4-4 10-15,8 9-7 0,-5-5-13 0,-2-1 18 16,6 7-8-16,-3-5 10 0,-7-2 3 0,2-1 5 16,2 1-15-16,7 6-1 0,-6-6 6 15,-1 0-3-15,-1-1-7 0,8 7-80 0,-5-6 23 16,-2-1 6-16,9 6 2 0,-6-2-13 0,-4-4 23 15,9 6 8-15,-2 1-3 0,3 0-5 16,-3-2 18-16,-3-4-5 0,6 5 5 0,0 1 3 0,-2 0 10 16,0 0-3-16,-1 0 21 0,0 0-18 15,-6-3 2-15,5 6-7 0,-5-6 8 0,-5-2 9 16,1-1-2-16,0 4-7 0,0-3 2 0,-4 2-5 16,4-2 5-16,-2 1 0 0,1-3 5 15,-3 1 2-15,4 2 1 0,-3-1-3 0,3-2 8 16,-3 3-16-16,3-4 11 0,3 3-10 0,-3 0 9 15,-1-2-7-15,1 1-5 0,0-1 3 16,-2 2-4-16,1-2 6 0,-2 1 3 0,3-1-6 16,0 2 11-16,-4-2-5 0,4-1-3 0,-3-1 7 15,3 3-9-15,-1-2-1 0,1 0 6 16,-3-1 2-16,6 1-8 0,-4 0 6 0,2-1 0 0,-1 1 2 16,3-2 0-16,-3 2 0 0,0 1-3 15,3-3 6-15,-3 2-5 0,0-1 4 0,4 1 1 16,-4 0-11-16,2 1 14 0,-2-2 4 0,1 1-10 15,2 4 5-15,1-3-25 0,-1-2 20 16,0 2 11-16,-3-1-9 0,3 0 1 0,1 1-6 16,-1-1 1-16,0 1 7 0,1-1-5 0,-1 2 3 15,-3-1 0-15,3-2-3 0,1 2-3 16,-1-2-2-16,1 1 0 0,2 0 8 0,-2-1-13 16,-1 0 0-16,4 0 7 0,-1 0 9 0,-2-1 4 15,0 4-2-15,9 2-3 0,-3-3-10 16,-7-3 18-16,-2 2-18 0,1-3-5 0,2 3 7 15,-1-1 6-15,-3 1 7 0,0 0-20 0,0-3 13 16,0 3-5-16,0-3-9 0,0 3 4 16,0-2 15-16,2 2 2 0,-4-3-7 0,2 3 5 15,0-3-6-15,3-1 1 0,-4 2-3 0,2 0 15 16,-1-3 4-16,-3 1-14 0,2-1-3 0,-2 0 1 16,3-1-3-16,-3-1-2 0,2 4 7 15,1-4 5-15,0-1-17 0,-3 1-11 0,2 3 13 16,-2-4 23-16,3 1-23 0,-7 0 10 0,6-2-5 15,-5 3-2-15,5-2 0 0,-5-1 7 16,3 1-10-16,-2-4 5 0,2 2 3 0,3 1 4 0,-4-1-17 16,-2 0 8-16,3 0 7 0,-1-3-7 15,0 3-6-15,4 1 3 0,-4 0 3 0,1-1-8 16,0-2-1-16,-4 2 9 0,3-1-6 0,-3 1 6 16,4 1-6-16,-3-4 14 0,1 4 1 15,-1-2-9-15,3 3-3 0,-2-2 8 0,2 2-1 16,3 2 1-16,-4-3-5 0,1 0-1 0,0 1-7 15,-1-1-5-15,1 0 0 0,0 1 7 16,-1-1 0-16,0 0-2 0,1-1 3 0,-4 0 12 16,0 1-7-16,-3 0-3 0,3-3 12 0,-1 2-12 15,-1 0 16-15,-2 0-14 0,4 0 3 16,-6-3-7-16,3 3 7 0,-1 0 0 0,0-3-5 16,1 3 3-16,0-1 2 0,0 2-5 0,-1-5 5 15,-2 2-8-15,2 2-7 0,-3-4 13 0,4 4-1 16,-4-4 6-16,4 2-11 0,-4-2 14 0,-3 3-14 15,3-5-15-15,-2 5-13 0,-2-5 6 16,1 2-24-16,-1-2 6 0,-6-1-6 0,8 4-33 16,-8-4-36-16,0 0-22 0,0 0-50 0,0 0-66 15,0 0-77-15,0 0-122 0,-21-12-221 16,14 7 67-16,-3-4 46 0</inkml:trace>
  <inkml:trace contextRef="#ctx0" brushRef="#br0" timeOffset="62309.66">17590 7093 688 0,'-4'-7'200'0,"1"0"20"0,-1 3-5 15,1-2-26-15,0 3 1 0,-1-2-16 0,4 5-13 16,-4-4-30-16,4 4 17 0,-3-6-33 0,3 6-15 16,0-5-3-16,0 5-15 0,0 0 0 15,0 0-8-15,0 0-20 0,0 0 23 0,0 0-18 16,0 0 0-16,18 3-3 0,-9-1-23 0,-2 1 16 15,7 4-3-15,-1 0-20 0,2 1 17 16,2 2-5-16,3 4 11 0,1-3-21 0,2 4 0 16,1 1 59-16,-3 1 11 0,3 0-6 0,-4 1 0 15,1 3-20-15,-4-7-6 0,0 3-15 0,-4-2 13 16,5 2-5-16,-5-2-8 0,-2 0-7 16,-4-2-3-16,2-1-13 0,-5 4 13 0,3-7-10 15,-6 2 5-15,-1 3 5 0,-4-4-8 0,-3 1-8 16,-6 2 4-16,-5-2-6 0,1 3 10 15,-7-5-13-15,0 1-9 0,0 0 7 0,-7 1-3 16,0-2 18-16,5-4-23 0,-5 2 1 0,4-2-1 16,-1 2 5-16,1-4-5 0,-1 4-2 15,4-4-26-15,-3 2-38 0,3-2-49 0,4 3-56 16,-4-5-139-16,7 6-552 0,-4-3 61 0,4 2 51 16,0-5 90-16,3 3 69 0,1-8 49 0</inkml:trace>
  <inkml:trace contextRef="#ctx0" brushRef="#br0" timeOffset="64626.53">18263 7475 639 0,'0'0'208'0,"0"0"-16"0,0 0-23 15,0 0-18-15,0 0-28 0,0 0-11 0,0 0-7 16,0 0 0-16,0 0 0 0,0 0-26 0,-21 10-2 15,18-5 0-15,-1-2-21 0,-2 4-7 16,0-3-23-16,2 3-11 0,-3 0-2 0,0 3-24 16,0-2 19-16,1-1-5 0,-2 3-8 0,1-2 2 15,1 0 0-15,-1 2-7 0,-4 2-3 16,4-3-28-16,-2 1-2 0,-1-1-3 0,-1 3 5 16,1-2-13-16,0-1-10 0,-1 1 13 0,1-2 15 15,0 2-13-15,0-2 9 0,0 5 9 16,3-6 13-16,-4-2-15 0,4 5-1 0,-2-3-4 15,2 1 12-15,-1-1 3 0,1 0-7 0,-2 0 22 16,5-3-20-16,-3 3 38 0,3-1-23 16,-2-2 21-16,2 0 2 0,-2 0 5 0,3 1 3 15,-1-3-7-15,0 4 12 0,4-6-11 0,-7 4 11 16,4 0-2-16,3-4-6 0,-7 4-10 0,4 1 18 16,3-5 3-16,-6 3 18 0,6-3 4 15,-5 6 1-15,2-5-11 0,3-1 3 0,-10 6-8 16,7-5 11-16,-1 2-8 0,-2 4-11 0,-2-4-25 15,1 4-56-15,-2-2-28 0,-2 5-39 16,-3-2 8-16,1 2-8 0,-1-2-3 0,1 4-163 16,-8 0 10-16,7-2-243 0</inkml:trace>
  <inkml:trace contextRef="#ctx0" brushRef="#br0" timeOffset="65075.54">16530 8683 171 0,'-14'10'64'0,"-2"-2"-26"0,5 3-94 0,-3 1-23 16,-3-3 86-16,0 1 24 0,0 3 64 0,-3-1-31 16,-1 2 20-16,-6 3-25 0,2-1-10 15,-2 2-52-15,-10 6-74 0,2 1 21 0,-2-1 54 16,0-2-24-16,-2 6 26 0,2-6-5 0,0 3 38 15,2 0-25-15,-2-2-16 0,-1 2 23 16,4 0 16-16,-4-1-10 0,7-5 7 0,-6 5-28 16,0 1 15-16,9-6-35 0,-9 5-19 15,6-2 3-15,4-4 6 0,-7 7-24 0,6-4-82 0,1 0 70 16,-7 4 53-16,6-2-33 0,1-6-3 16,2 1 60-16,-2 3 35 0,0-2 12 0,3-2-60 15,-11 10-13-15,5-5-1 0,6-3 3 16,-10 6-58-16</inkml:trace>
  <inkml:trace contextRef="#ctx0" brushRef="#br0" timeOffset="65825.58">12995 11048 437 0,'18'-9'126'15,"-12"3"-6"-15,1 3-28 0,0-3 8 16,4 0-21-16,2-4-7 0,0 3-3 0,4-1-28 16,1-3 10-16,2-2 3 0,1 2-26 0,0-3-7 15,2 3-1-15,1-3-43 0,3 2-3 16,1-2-9-16,-1 1-14 0,1-2-46 0,-2 0-2 16,6-2-5-16,5-7-14 0,1 4-22 0,2-4-28 15,-1-3 7-15,2-2-51 0</inkml:trace>
  <inkml:trace contextRef="#ctx0" brushRef="#br0" timeOffset="66025.19">14866 9851 307 0,'19'-13'110'0,"-4"0"-8"16,1 1-2-16,1 0-36 0,0 1-15 0,1-3-26 15,3 4-54-15,-2-5-176 0,5 4-282 0</inkml:trace>
  <inkml:trace contextRef="#ctx0" brushRef="#br0" timeOffset="66808.45">16608 8618 604 0,'11'-10'184'0,"2"2"-15"0,-6 1-21 0,4-3-25 15,-1 3-8-15,-3 2 13 0,2 0-33 0,2-3-5 16,-1 1-8-16,-3-1-6 0,4 2-14 16,2-3-3-16,-2 0-1 0,2 2-9 0,0-2-5 15,2 0 17-15,1 0-38 0,2-1-2 0,3 1-9 16,-2-4 4-16,2 3-9 0,-3-1-4 15,2 0-23-15,1 0 2 0,2 1 2 0,-3 1-9 16,1 0-1-16,-3-2 0 0,-2 2 44 0,2 3-48 16,-5-4-1-16,2 1 5 0,1 0 19 15,1 0-11-15,-6 0 15 0,2-1 11 0,1 3 15 16,-4-4 13-16,4 3 2 0,-4-4 1 0,0 3-1 16,1-1-15-16,-1 2-3 0,0-1 16 15,1 1-8-15,-2 1-7 0,-2-1 2 0,3 1-5 16,-2 2-5-16,2-3-1 0,-1 1-6 0,2 0 4 15,-1 3-3-15,0-3 1 0,1 0 2 16,-1 0-12-16,0 3-11 0,1-3-7 0,2 0-34 16,-3 5 5-16,4-6-22 0,0 2-40 0,3-3-22 15,-4 4-43-15,2 0-88 0,1-3 18 0,1 3-7 16,0 1-34-16,-2-2 47 0,5-1 99 0,-7 2 33 16,5-1 26-16,-2-1 75 0,-1 0 4 15,1 2 70-15,-1-2-6 0,-2 1 70 0,0-4-6 16,1 3 18-16,-1-1-9 0,2-2 1 15,-2 3 1-15,-2-1-3 0,2-2-18 0,-3 2 0 16,4 1-12-16,-1-3-16 0,-2 2-10 0,-1 1-16 16,3-1 0-16,-2 1-2 0,0-2-5 15,1 5-28-15,-1-4 7 0,0 1-36 0,-1 0-35 16,4 0 15-16,-4 2-82 0,4-1-61 0,-1-1-218 16,1-1-208-16,0 1 52 0</inkml:trace>
  <inkml:trace contextRef="#ctx0" brushRef="#br0" timeOffset="66991.85">18420 7536 496 0,'10'-8'149'15,"1"1"-24"-15,-1 1-7 0,-3-1-34 0,3-1-33 16,-3 1-15-16,3 0-56 0,1-1-42 0,2-1 11 15,-3 0-77-15,4 0-33 0,0 0 12 16,0 0-48-16,2 1 36 0</inkml:trace>
  <inkml:trace contextRef="#ctx0" brushRef="#br0" timeOffset="67308.87">18854 7186 386 0,'4'-8'161'15,"3"-1"13"-15,0 1 57 0,-4 1-11 0,1 3-8 16,2-4-22-16,-2 0-11 0,3 0-13 0,0 0-12 15,-1 0-24-15,1 1-14 0,0-3-14 16,3 2-7-16,0-2-29 0,0 1-22 0,4-3-31 16,-4 2-1-16,5 0-47 0,-2 1-6 0,4-5-11 15,-3 3-24-15,6 1-1 0,-6-4-26 0,3 4-9 16,0-3-34-16,0 2 13 0,0-2-11 16,0 1-14-16,1 2 25 0,-2-4 12 0,5 5 27 15,-4-6 50-15,0 5 29 0,0-5 15 16,0 5 43-16,1-5 1 0,-1 5 25 0,0-5 13 15,0 5 10-15,-3-3 10 0,2 3-2 0,-2-1 3 16,-3 1-1-16,2-2-7 0,-2 1-13 0,2 1 12 16,1-1-32-16,-4 0-24 0,3 1 23 0,-2 1-2 15,2-4-20-15,1 2-6 0,-3 3-15 16,2-3 2-16,1-1-48 0,-1 1-74 0,2-1-16 16,1 2-102-16,-2-1-3 0,3-3-296 15,0 3-47-15,0 1 46 0</inkml:trace>
  <inkml:trace contextRef="#ctx0" brushRef="#br0" timeOffset="67508.19">20137 6167 624 0,'6'-7'220'0,"1"0"-2"0,1-3-24 15,-2 3-22-15,4-3 4 0,0 1-32 0,1-1-16 16,-1-3-8-16,4 4 0 0,-4 0-10 15,3-1-12-15,1-2-22 0,0 2-50 0,0 2-23 16,-1-2-39-16,0 1-28 0,2 1-97 0,-2-1-200 16,4 0-246-16,-3 0 36 0,3-2 39 0</inkml:trace>
  <inkml:trace contextRef="#ctx0" brushRef="#br0" timeOffset="67741.36">20827 5625 711 0,'11'-14'230'15,"-2"6"-27"-15,-2-2-9 0,0 2-22 0,1 1-14 16,-2 0-17-16,1-1-8 0,2 2-12 16,-1-1-14-16,2-1-12 0,-3 0-3 0,3-1-18 15,1 1-10-15,-1 0 0 0,-1-1-36 0,2 1-20 16,-1 1-13-16,0 0-28 0,1-1-24 15,-1 1-50-15,0 3-88 0,4-5-107 0,-4 1-343 16,4 0 67-16,0 0 50 0</inkml:trace>
  <inkml:trace contextRef="#ctx0" brushRef="#br0" timeOffset="67891.75">21479 5082 552 0,'11'-12'174'0,"-1"2"6"0,-3 1-42 0,4 3-31 16,-4-3-30-16,2 2-44 0,-2 0-86 0,1 1-119 15,2-1-378-15</inkml:trace>
  <inkml:trace contextRef="#ctx0" brushRef="#br0" timeOffset="68292.34">22248 4488 857 0,'11'-9'218'0,"-4"2"-21"15,3 2-34-15,-2-1-4 0,1 1-18 16,-2 2-18-16,0-4-8 0,4 3-23 0,-1-2 8 16,0-1-5-16,1 3-13 0,2-1-3 0,1-2 57 15,-1 3-3-15,-3-2-26 0,1-1-2 0,-1 3 3 16,3-2-80-16,-2 4 10 0,-1-4-2 0,0-1 5 16,-2 4 13-16,2-2-13 0,0 2 5 15,0-3 5-15,-3 3-10 0,0-2 0 0,-1 1 0 16,2 0-16-16,-2 2 11 0,-2 0 5 0,3-3-7 15,-4 2 4-15,-3 3-2 0,10-5-11 16,-10 5 1-16,4-4 5 0,-4 4-42 0,3-4-55 16,0 2-29-16,-3 2-23 0,0 0-71 0,0 0-90 15,0 0-133-15,0 0-325 0,-14 14 99 16,8-11 50-16,-1 3 68 0</inkml:trace>
  <inkml:trace contextRef="#ctx0" brushRef="#br0" timeOffset="71491.17">12851 11014 345 0,'0'0'102'16,"-6"4"14"-16,2-3-55 0,4-1 8 0,-6 7-30 15,3-2-42-15,2-2-46 0,-2 3-27 0,3-6-78 16,-4 8-291-16</inkml:trace>
  <inkml:trace contextRef="#ctx0" brushRef="#br0" timeOffset="71708">12797 11151 601 0,'-4'4'192'0,"1"-2"-13"0,-1 0-20 0,-2 5-11 15,-1-4-27-15,1 4-4 0,-5 0-42 0,4 0-1 16,-3 1-20-16,-1 1-31 0,1 2-54 16,0-3-15-16,-4 2-33 0,1 2-32 0,2-2-73 15,-2 1-26-15,0 2-84 0,-1-2-80 0,3 1 59 16</inkml:trace>
  <inkml:trace contextRef="#ctx0" brushRef="#br0" timeOffset="71874.38">12233 11543 673 0,'-13'4'243'0,"2"0"-28"16,4 0-82-16,-3-1 3 0,3-3-29 0,-3 3 6 16,6 0-13-16,-3-1 2 0,1 0-12 15,0 1-1-15,1-1-17 0,5-2-6 0,-10 3 1 16,4 1-6-16,6-4-12 0,-7 3-21 0,3-2-20 15,4-1-13-15,-7 7-87 0,4-5-134 0,-1 2-398 16,1 0 12-16,3-4 54 0</inkml:trace>
  <inkml:trace contextRef="#ctx0" brushRef="#br0" timeOffset="72608.25">12305 11443 383 0,'-11'3'136'0,"11"-3"-21"16,-6 1 8-16,6-1 8 0,0 0-1 0,0 0-25 16,-14-4 72-16,14 4-13 0,-7-3-24 0,4-3 9 15,3 6-16-15,-4-8-15 0,1 7-16 16,3 1-2-16,-3-9-10 0,3 2 4 0,-1 4-9 15,1-2-1-15,0 5-12 0,-3-8 2 16,3 8-18-16,0-7-4 0,0 7-9 0,0-4 3 16,0 4-18-16,-3-6 0 0,3 6 19 0,0 0-32 15,0 0 18-15,0 0-10 0,0 0 11 16,0 0-14-16,6 18 3 0,-6-11-15 0,1 0 17 16,2 3-4-16,-3-2-1 0,0 0-2 0,3 4 5 15,-3-3-7-15,0 0-6 0,0-1 10 0,0 0 3 16,0-2 0-16,0 4-7 0,0-5 7 15,-3 2 0-15,3 3 15 0,0-6-10 0,0 0-63 16,0 3 1-16,0-7 24 0,-3 8-10 16,2-6 22-16,1-2 65 0,0 0 4 0,0 7-14 15,0-7 4-15,0 0-12 0,0 0 7 0,0 0 5 16,-13-16-30-16,12 12 13 0,-2-3-11 0,0 2 0 16,3-4-2-16,-4 5 2 0,4-3 8 0,-3 2-8 15,0 1-2-15,3 4 2 0,0-13-10 16,-3 13-2-16,3 0-11 0,-1-8 11 0,1 8-9 15,0 0-1-15,0 0 4 0,0 0-10 16,0 0 0-16,0 0 11 0,4 15-16 0,-1-7 10 16,-3-2-8-16,3 2-2 0,-3-2 0 0,1 1 6 15,2 5 6-15,-3-6-14 0,0 4-1 16,0-5-7-16,0 3 0 0,-3 1 12 0,2-1-17 16,1-1 5-16,-3 1-8 0,3-2 5 0,-3-2 0 15,3 3-7-15,-4-1-6 0,1-2-28 0,3-4-17 16,-3 5-14-16,3-5-50 0,-5 3-39 0,5-3-103 15,0 0-289-15,0 0-161 0,0 0 72 16,0 0 56-16,0-18 90 0</inkml:trace>
  <inkml:trace contextRef="#ctx0" brushRef="#br0" timeOffset="74258.34">12147 11493 289 0,'0'-9'105'0,"0"5"-13"15,0-3 0-15,0 2-36 0,0-4 11 0,0 1-26 16,0 3-34-16,0-2 14 0,0-6-90 0,0 5-18 16,0-4-41-16,-3-1-113 0</inkml:trace>
  <inkml:trace contextRef="#ctx0" brushRef="#br0" timeOffset="74458.39">11977 10601 366 0,'0'-8'107'0,"0"-3"-33"15,0 1-20-15,0-3-64 0,3 3-8 0,-3-5-41 16,-3 5-43-16,3-6-8 0,0 1-80 15</inkml:trace>
  <inkml:trace contextRef="#ctx0" brushRef="#br0" timeOffset="74590.5">11928 9993 176 0,'0'-12'62'16,"0"-1"-6"-16,0 3-28 0,0 2-28 0,0-2-56 15,0-4-52-15</inkml:trace>
  <inkml:trace contextRef="#ctx0" brushRef="#br0" timeOffset="74759.1">11867 9328 517 0,'-4'-10'153'0,"1"0"-4"0,3 1-50 0,-3 0-29 16,0-3-76-16,2 2-119 0,1 0-377 0</inkml:trace>
  <inkml:trace contextRef="#ctx0" brushRef="#br0" timeOffset="75258.25">11737 7744 230 0,'-6'-28'31'0,"2"-2"7"0,-3 5-2 0,0 0-8 16,1 0-25-16,-1-4 22 0,0-3 11 0,-1 0-16 16,-1 0-14-16,2-1 4 0,-3 1 0 0,2-3 8 15,-1 2-39-15,2-1 24 0,0 1-16 16,-4 0 34-16,2-1-34 0,2 1 23 0,-4 1-12 16,4 2 12-16,-3-2 0 0,0 0 11 15,0 1-1-15,3 2-23 0,-3-3 37 0,-1 5-9 16,4-3 1-16,-2 3 20 0,1 2-13 0,1 2-7 15,-2-2 12-15,2 4 11 0,-1-3-3 0,1 0 3 16,1 3-1-16,-1 0 14 0,1-1 7 16,-2 3-18-16,1-4 26 0,4 5-18 0,-3 1 28 15,2 0-28-15,1 0-6 0,-2 0 6 16,-1 1 0-16,6-2-3 0,-3 2-4 0,-1-2-11 16,4 2-1-16,-3 0 4 0,0 1-3 15,3 1-18-15,0 2 3 0,-3-3-3 0,2 3 5 16,1-2-5-16,-3 3-5 0,3-2-5 0,0 3-8 15,-4-6-13-15,1 5-38 0,2-3-28 0,1 0-8 16,-3 2 15-16,3-1-30 0,-3 1-26 16,-1-4-276-16,1 1-162 0,0-2 42 0</inkml:trace>
  <inkml:trace contextRef="#ctx0" brushRef="#br0" timeOffset="76257.19">11241 5760 319 0,'0'-10'141'0,"-3"1"0"16,3-4-3-16,0 3-17 0,-3 1-11 15,3-3-8-15,0 1 64 0,-3 1-2 0,2 1-23 16,1-4-23-16,0 4-6 0,-2-2-27 0,2-1 12 16,-1 0-5-16,1-1-43 0,0 1 7 0,0 2-2 15,-4-5 0-15,4 2-6 0,-3 1-9 16,3-2-6-16,-4-3 11 0,1 1-19 0,3 0 8 15,-3-2-4-15,-1 2 1 0,1-1-9 16,0 0 2-16,-1 1 8 0,0 3-3 0,1-3-5 16,-3 2-13-16,5 3 23 0,-5-2-5 0,3 3 8 15,2 0-13-15,-2 1 5 0,0 1 8 16,-2-1-5-16,2 1 5 0,3 2-16 0,-3-1 14 0,0 3-11 16,2-3-8-16,1 7-7 0,-3-8 2 15,3 2 0-15,0 6-5 0,-3-7-7 0,3 7 7 16,0-5 8-16,0 5-13 0,0 0 5 15,3-8-21-15,-3 8 6 0,0 0 10 0,0 0-15 16,0 0 15-16,0 0 10 0,0 0-13 16,0 0 14-16,0 0-6 0,0 0 2 0,-7 23-1 15,5-19 1-15,1 2 11 0,-2-1-8 0,-1 1 3 16,1 0 0-16,3-6 15 0,-4 7 3 0,4-5 7 16,0-2-2-16,-6 7 18 0,6-7 2 15,-4 3-12-15,4-3-62 0,0 0-3 0,0 0 16 16,0 0-13-16,0 0 8 0,0 0 13 0,-7-11-19 15,4 5 6-15,3 6 2 0,3-11 6 16,-3 3-9-16,4 1 4 0,-1 0-6 0,0-1 13 16,-2-1-8-16,5 2 19 0,-3-1-19 0,1 0-5 15,0 4 18-15,0-2-7 0,2 0-9 16,-3 1-6-16,0 4 6 0,1-4 1 0,-4 5-10 16,11-2-3-16,-11 2 2 0,7 0 8 0,-7 0 0 15,6 4 6-15,-6-4 2 0,4 8-11 0,-2-3 29 16,-1 1-18-16,-1-2-8 0,-1 5 13 15,1-1 5-15,-3-1-18 0,0 0 21 0,0 2-8 16,-1 0 8-16,-2-2 10 0,1 1-16 16,-1-1 11-16,2-3 2 0,-2 2 16 0,2-1-8 15,1-1 18-15,0-1-2 0,-4 2 7 0,7-5 0 16,-7 0-10-16,7 0 7 0,0 0 6 0,0 0-6 16,-13-6-22-16,12 0 7 0,1 1-10 0,0-1-3 15,0-1 13-15,0 3-12 0,0-4-4 16,0 0 1-16,1 0-3 0,2 0 1 0,0 1-9 15,1-1 80-15,2 0-25 0,-2 1-1 16,3 1-10-16,-1-1 10 0,1 0-28 0,0 5 8 16,-1-3-23-16,2 4 13 0,-1 0-1 15,-7 1-17-15,16 2-6 0,-8 4 6 0,-1-1 5 0,-1 2-3 16,1 5 3-16,0-3-5 0,-6 2-3 0,2 3 2 16,0 2-7-16,-3-3 6 0,0 1 9 15,-3 2-5-15,2-3-7 0,-2 1 9 16,-1 0-1-16,1-3 2 0,-1 3 4 0,-2-5 17 15,2-1-14-15,1 0 1 0,-3-1 15 0,1-3-8 16,-1 1 5-16,2-4-5 0,4-1-10 0,-10 1 23 16,10-1-5-16,-11-5-13 0,8 1-3 15,-3-2 1-15,2-4-6 0,1 1 13 0,0-3-15 16,2 1 5-16,-1 0 8 0,1-3-34 0,1 3 23 16,0-3-15-16,1 3 18 0,1-1-18 15,2 2 13-15,-1 0-16 0,0 2 1 0,1-1-8 16,2 1 17-16,2 1-9 0,2 5-8 0,-3-4-16 15,3 6-18-15,0 0-27 0,1 1-32 0,2 6-35 16,1 7-64-16,0-1-136 0,-1 10-491 16,0 4 53-16,-2 2 95 0,0 1 87 0,6 15 44 15</inkml:trace>
  <inkml:trace contextRef="#ctx0" brushRef="#br0" timeOffset="79240.53">18222 7517 453 0,'-3'-2'202'0,"3"2"-20"0,-7-5-29 16,7 5-12-16,-4-3-3 0,4 3 3 0,-6-4-11 15,6 4-30-15,-10-4 3 0,6-2 9 0,-6 5-25 16,3-5 5-16,-3 5 1 0,-1-2-14 0,1-1-15 16,-3 0-5-16,-1-2-3 0,3 4 13 0,-9-3-18 15,6 1-2-15,-6-2 0 0,2 4-1 16,-2-5 9-16,0 1 63 0,3 2-15 0,-4-2 15 15,0 1 1-15,1 1-22 0,-1-3-1 0,-2 1-11 16,2 1-11-16,-2-2-1 0,2 1-9 16,0-2-2-16,-2 5-2 0,-1-5-21 0,2 1 15 15,-2 0-18-15,-3 0 1 0,4-3-75 0,-5 3 5 16,1-1 16-16,3 2-13 0,-4-5-3 16,-2 3 3-16,2 2 2 0,5-5 18 0,-5 3-2 15,-2-2-8-15,-1 2 16 0,0-3 7 0,0 2-10 16,0 0-8-16,-2 0 10 0,-1-3 9 15,-1 1 4-15,3 3 3 0,-2-5-21 0,0 2 5 16,-3 1-9-16,3-4 6 0,0 6 12 16,0-3-14-16,-4-2 10 0,7 2 6 0,-3 2-3 0,3-4-2 15,3 2-3-15,-5 1-3 0,5 0 11 0,-3-2-6 16,1 1-4-16,3 1-1 0,3-1 3 16,-7 0 0-16,4 1 0 0,-1-4 0 0,1 6 5 15,-1-3 13-15,4 1-20 0,-2 1 7 0,1-3 10 16,1 4-20-16,-3-2 21 0,-1 1 1 15,-2-2-17-15,-4-1 8 0,3 2 0 0,-7 1-6 16,4-1-9-16,-17-5 7 0,13 2 0 0,4 3-11 16,0 1 9-16,-4-1 2 0,4 1-3 15,-4 0-2-15,1-2 5 0,-11-1-2 0,7-3 7 16,3 6-5-16,1-1 0 0,-11-4 18 0,7 3-18 16,7 2 2-16,-17-6 1 0,10 2-3 0,-7 0 5 15,7-1-8-15,-8 3 6 0,2-3 5 16,5 3-8-16,8 2 2 0,-3-4-12 0,0 3 15 15,2 1-5-15,-3-2 0 0,4-1 0 0,3 4 0 16,-3-2-3-16,3 1 6 0,-3 0-8 16,4 0 13-16,5 2-8 0,-2-2 2 0,0 1-4 15,3 0 2-15,0-1 0 0,0 1 5 0,0 0-8 16,1 0-5-16,-1 0 8 0,0 1 0 16,0 0-2-16,3 1 4 0,-6 0-2 0,3-1 21 15,-3 0-24-15,-1 0 3 0,0 2 3 0,-6-4 0 16,1 2-9-16,-2-1 6 0,1 1-7 0,0 0-1 15,0-2 5-15,-1 3 3 0,8 2 8 16,-3-4-10-16,-1 3-4 0,3 1 9 0,-2-2-8 0,2 2 13 16,1-2-6-16,-1 1-2 0,1 1 3 15,-1-2-1-15,1 4 1 0,-1-4 2 0,5-1 5 16,-4 3-5-16,3-2-2 0,-1-2 2 16,-2 3-2-16,4-1-14 0,-4-2 16 0,2 2-12 15,-2-3 9-15,3 1-2 0,-7 0 0 0,-3-1 3 16,3 1 2-16,-3 0 0 0,3-1 3 0,-3 1-8 15,0 0 2-15,0-1-7 0,-3 1 3 16,2 0-3-16,0-1 2 0,1 1-2 0,0 0 2 16,0-3 6-16,3 3-18 0,-3-3 7 15,1-1 8-15,2 4 0 0,-3-3 5 0,3 1-13 16,0-1 8-16,0 1 0 0,0 0 0 0,-3-3 5 16,-1 3-10-16,4-2 0 0,-3-1 3 0,1 2 2 15,-1-3-6-15,3 3-4 0,-3-2 13 0,3 2 2 16,3 2-5-16,-3-2 20 0,7 1-9 15,-3 1 4-15,4 1-18 0,-1 0 1 0,3-1 2 16,-3 1 2-16,7 3 6 0,-1-2 13 0,2 1-21 16,-2-1-3-16,2 2-2 0,-1-2-5 15,3 1 5-15,-3 1 5 0,0-1 5 0,0 0-18 16,3-1 3-16,-3 3 10 0,3-3-5 0,-3 0 2 16,0 5 0-16,3-6 6 0,1 2-13 0,-4 2 7 15,3-2 8-15,-3 0-5 0,3 2 11 16,-3-1-11-16,-1 1-6 0,2-2 9 0,-1 3-3 15,6-1 3-15,-2 1 2 0,-1-2 2 0,1 2-14 16,2-1 14-16,-2 1-4 0,3 0-11 0,-4-1 8 16,4 1 3-16,-1-2-3 0,4 2 5 15,-3-1 18-15,0 1-28 0,-1 0 10 0,4-1-8 16,-2 1-2-16,-2-2 8 0,4 2-3 0,0-3 0 16,-3 4-3-16,0-3 6 0,0 2-8 15,-4-2 5-15,3 0 15 0,-1-1-20 0,-3-1 0 16,2 4 0-16,-4-5 0 0,3 2 17 0,-3 2-14 15,3-3-3-15,-3 0-3 0,3 2 5 16,-3 1 6-16,0-2-11 0,0 0 11 0,1 1 2 0,1-2-5 16,-1 0-3-16,1 1 6 0,-1 1-6 15,2-1 3-15,4 4 3 0,-4-4-3 0,3 0 3 16,-1 2-11-16,4 2 0 0,-5-3 13 0,3 3-7 16,2-4 2-16,-2 3-13 0,-3-1 10 15,2 1-7-15,1 2 13 0,0-5 2 0,-1 5-8 16,1 0 3-16,0-5 5 0,3 4 8 15,0 1-10-15,0-3-3 0,-2 1 5 0,1 2-15 16,1-3 15-16,1 2-5 0,6 2-10 0,-14-2 4 16,7-3-4-16,3 4 18 0,4 1-13 0,-12-3 5 15,8 0 5-15,4 3-5 0,-8-2 5 16,8 2 0-16,-10-3 0 0,10 3-7 0,0 0 7 0,-9-1 2 16,9 1-1-16,0 0-9 0,-8-5 6 15,8 5-1-15,0 0-2 0,0 0-8 0,-6-2 11 16,6 2-3-16,0 0-5 0,-4-5 15 15,4 5-12-15,0 0 17 0,3-8-20 0,-3 8-11 16,3-5 16-16,1-1-7 0,3 0 2 0,0 2 5 16,0-4 5-16,7 1-5 0,-4-2-10 15,3 1 7-15,5 0 8 0,-5-1-18 0,4 0 16 16,-3 2-8-16,3 0 2 0,-3-3 11 0,0 3 2 16,2-1-2-16,-2 0-11 0,-3-1 6 0,2 2 12 15,-6 3-15-15,3-4 5 0,-3 2-2 0,1 2 2 16,-2 0-5-16,0 1 13 0,1-2-24 15,-4 2 14-15,1-1-8 0,-4 4-8 0,7-3 5 16,-7 3 11-16,0 0-16 0,0 0-2 0,0 0 17 16,0 0-9-16,0 0 2 0,-27 11-11 15,16-6 14-15,1 3-1 0,0-1 1 0,-4 2 2 16,-2 0-6-16,1 0 12 0,2 2-4 0,-5 3 1 16,2 0-6-16,2 0 13 0,-3-1-10 15,6-1 3-15,-2 1 2 0,3-4-5 0,-1 2 10 16,1 1-17-16,1-2 4 0,5 0-2 0,-4-1-3 15,2 0 13-15,2 0-7 0,-2 3-1 16,2-3-2-16,1 0 13 0,-1 1-18 0,4-2 15 16,0 2-18-16,0-2 13 0,0 1 0 0,4 0-5 15,-1 1-3-15,1-4 16 0,-1 3-8 0,4-2 7 16,0 0-4-16,3 2 0 0,3-1-11 0,2 0 16 16,4 3-11-16,2 1 6 0,1-4-6 15,1 1-2-15,7 1 5 0,1 4 2 0,0-5 1 16,0 2 2-16,-1 1-2 0,1-2-26 15,-3 1-34-15,-1 3-50 0,-3-3-52 0,-3 2-194 16,-4-1-438-16,0 2 115 0,-4-3 75 0,-6-3 30 16</inkml:trace>
  <inkml:trace contextRef="#ctx0" brushRef="#br0" timeOffset="83090.12">11177 5268 637 0,'-3'-7'187'16,"3"7"-23"-16,0 0-31 0,0 0-5 0,-1-2-18 15,1 2-16-15,0 0 4 0,0 0-16 0,0 0-3 16,10-6-13-16,-10 6-7 0,7-2 3 15,-7 2-8-15,14-1 2 0,-4-2-2 0,-3 3-6 16,7-2-20-16,-1 0 1 0,2 1 12 16,4 0-1-16,2-4 7 0,3 4-17 0,1 0-7 15,8-4 11-15,-2 4 7 0,7-5-8 0,2 2 5 16,5 2-10-16,-4-4-12 0,3 3 12 16,17-1-5-16,-2-2 3 0,-1 2 55 0,-6 2 1 15,9-1-7-15,4 0-9 0,-3 2-15 0,3 1 11 16,-1 0-6-16,1-2-18 0,-7 2 9 15,-10 2-17-15,0-2 9 0,14 0-4 0,-8 0-6 16,-5 1-4-16,12 0 1 0,-10-1-8 0,-3 2-13 16,17-2 18-16,0 3-15 0,0-2 2 0,0-1-3 15,2 1 17-15,-1 2-19 0,-1-2 10 16,-14 2 0-16,0-3-10 0,11 1 19 0,-1 1-17 16,4-1 11-16,-3 4 0 0,-1-4 8 0,1 0-14 15,3 4-1-15,-3-4 1 0,7 3 11 16,-1 0 6-16,0-3 6 0,3 1-1 0,-3 4-11 15,2-4 8-15,-2 3 4 0,0-4-9 0,3 4-13 16,-1 1 12-16,1 0-2 0,0-4 0 0,2 4-2 16,1-1-3-16,-2 1 13 0,1 0-29 15,-2 1 3-15,-3-3 5 0,1 2 11 0,-1 0-11 16,1-2-10-16,-1 2 3 0,0 2 10 0,1-4-24 16,-1 2 22-16,0 1 1 0,0 1-7 15,2-1 18-15,-2-3-15 0,0 3-8 0,0 0 0 16,-3 0 8-16,0-3 2 0,1 1 8 0,-2-1-8 15,-2 2-5-15,0 0 6 0,2-2-9 16,-2 1 8-16,3-1 11 0,-1 1-16 0,1-2 8 16,0 3 7-16,3-2-4 0,-3 1-1 0,1-1-2 15,-5 2-6-15,-2-2 9 0,1 0-14 0,-1 2 3 16,-1-3 3-16,0 2 13 0,0-1-14 16,-6 2 6-16,-8-5 5 0,17 5-13 0,-2-1 11 15,-1 1-1-15,3 0-2 0,-13-4-11 0,-3 0 14 16,16 3-9-16,-13-1 4 0,-4 0-6 15,-3-1-3-15,1 2-2 0,-5-3-5 0,1 3 13 16,2-3 2-16,-5 1-5 0,0 1 0 0,2-1 5 16,-6 1-10-16,3-2 6 0,0-1-9 0,-3 0 16 15,0 1-5-15,2 2-8 0,-2-4 5 0,-3 1 13 16,3 1-13-16,-1-1 0 0,-5 0 0 16,2 2-13-16,-4-3 8 0,1 0 21 0,0 1-21 15,-3-1 12-15,-1 0-4 0,-2 0-5 16,-2 2 4-16,2-2 6 0,-5 0-15 0,4 0 7 15,-4 0-8-15,-1 0 8 0,1 0-10 0,1 0 3 16,-1 0 2-16,2 0 10 0,-5 0-10 0,3 0 0 16,-2 0-5-16,-1 0 10 0,0 0-3 15,3 0-2-15,-3-2 3 0,-3 2 0 0,4 0 2 16,-11 0-5-16,17-1 0 0,-6 1 5 16,-2 0 0-16,1 0-8 0,1 0 8 0,-1 1-5 15,0-1-2-15,4 0 2 0,-1 2 5 0,-2-2 0 16,6 0-2-16,-4 1-14 0,2 2 19 0,-2-1-3 15,1-2 3-15,2 1 5 0,-4-1-3 16,4 1-13-16,-5-1 9 0,2 2-4 0,-3 2 8 16,1-4-2-16,-1 0 0 0,-3 1-16 0,3-1 5 15,0 2 14-15,-10-2-11 0,13 1 7 16,-9 0-9-16,-4-1-3 0,14 0 12 0,-14 0 9 0,10 3-14 16,-10-3 1-16,11 0 7 0,-11 0 0 15,7 0 3-15,-7 0-5 0,10 0 2 0,-10 0-5 16,14 0-5-16,-14 0 5 0,10 0-10 0,-4-3 10 15,-6 3 0-15,10 0-2 0,-10 0 2 16,14-1-2-16,-14 1-1 0,10-3 3 0,-10 3-2 16,11-1-1-16,-4 1 9 0,-7 0-1 0,13-1 0 15,-6 1-10-15,0-5-7 0,0 5 4 16,-7 0 3-16,13-1 5 0,-5 0 0 0,-8 1-15 16,13-2 7-16,-7 2 11 0,-6 0-8 0,11-3 13 15,-11 3-16-15,10-1-2 0,-10 1 15 0,7 0-10 16,-7 0-5-16,7-2-5 0,-7 2 8 15,0 0-1-15,0 0 11 0,7-1-8 0,-7 1-3 16,0 0-5-16,3-5-2 0,-3 5 0 0,0 0 0 16,-10-9 10-16,6 7-5 0,-2-3 2 0,-1 2 3 15,0-2 3-15,-4 0-1 0,-1-2 11 16,0-1-11-16,-1-1-12 0,-4 1 13 0,4-4-3 16,-5 0 13-16,2-2-11 0,1 2-4 0,-1-4-1 15,1 2-2-15,2 3 7 0,3 2 11 16,-1-3-8-16,1 3 8 0,1 0-3 0,5 2-12 15,-4 1 12-15,2-1-5 0,3 1 0 16,-1 3-7-16,1-4-6 0,0 2 3 0,3 5 5 0,0-6-5 16,0 6 13-16,3-6-6 0,-3 6-2 15,7-1 10-15,-7 1-12 0,0 0-1 0,21 7 3 16,-12-3-2-16,1 2-1 0,4 3 8 0,-3 0 3 16,3 2-6-16,-4 2 11 0,3 0-23 15,1 1 0-15,-1 3 2 0,-2 1-2 0,-1-1-3 16,0 4 8-16,-3-5-13 0,0 0 13 0,-3 2-5 15,-4-2 10-15,3 1-13 0,-6 0 15 16,-1-1-2-16,1 1 13 0,-5 1-15 0,-2 0 4 16,-3 0 8-16,-4-1-68 0,-1 4 6 0,-5-4 1 15,2-1 10-15,-6 1 5 0,3-1 6 16,0-3-9-16,-3 2 14 0,6-5-16 0,-3 2-16 16,4-1-17-16,-1-1-44 0,0 1-30 0,2-1-23 15,4-2-147-15,-1 1-509 0,2 0 90 0,4-2 56 16,3-4 87-16,0 1 57 0</inkml:trace>
  <inkml:trace contextRef="#ctx0" brushRef="#br0" timeOffset="90321.9">11355 5234 811 0,'0'0'235'0,"9"-2"-14"0,-5-2-29 0,2 2-13 15,2 1-15-15,2-3-6 0,0 1-25 0,4 1-10 16,-1-3-18-16,5 3-8 0,-2-3-2 0,5 2-13 15,-4 2-5-15,4-4-3 0,-1 1-5 16,5-2-10-16,-2 0 28 0,1 2-18 0,3-3-2 16,-2 0 66-16,2 0-5 0,0 0-5 15,0 1-21-15,8-1-69 0,-4-5-2 0,3 1 2 16,3 3-7-16,8-7-8 0,6 3 7 0,0-1-9 16,0 1-3-16,7 2-1 0,-3-3 4 15,3 2-1-15,-3-3 0 0,4 3 1 0,-2-2-8 16,1 1 4-16,-3-1-4 0,-3 2 18 0,6 2-8 15,0-4-24-15,-4 3 19 0,1-1-18 0,3 3 3 16,0-2 9-16,-2-1 9 0,2 1-9 0,-1 2-2 16,1 0-10-16,0-1 18 0,-3 1-16 15,3 0 3-15,-3-1 11 0,-10 5-1 0,12-3-2 16,-2-2-11-16,4 2 8 0,-2-2 8 0,1 1-10 16,1 0-9-16,5-1 1 0,-2 0 0 15,3-1 3-15,-4 0 4 0,5 0-4 0,-4 2 9 16,2-2-2-16,-5 2-2 0,5-2-3 0,-2 2 0 15,-1 0 5-15,-2-4-2 0,2 6-3 16,1-4 0-16,-1 0 5 0,1 0-5 0,0 2-5 16,2 1 10-16,-2 2 5 0,-1-5-2 0,1 4-8 15,-1-2 2-15,-2 1 6 0,2 0-6 16,4 0 1-16,-4 2-3 0,-2-2-5 0,2 1-3 0,1-1 8 16,-1 2-7-16,4-1 1 0,0-1 4 15,0 4 7-15,0-4-2 0,3 0 4 0,-3 5-2 16,0-6 3-16,4 2-11 0,-4-1 3 15,3 3 3-15,0-5 2 0,0 1-5 0,1 2-5 16,2 4 5-16,-2-6 3 0,-1 3-9 0,1 1 6 16,-4-2-5-16,0 1 13 0,-4 0-8 0,4-1-8 15,-4 2 6-15,1-2-1 0,-3 0 8 16,5 2-7-16,-2-1-3 0,3-2 10 0,-1 3-5 16,1-2 0-16,3-1 0 0,-2 3-3 0,-1-2 8 15,-3 1 3-15,-1-1-3 0,1 1 0 0,-4-2-10 16,-4 3-3-16,-3-2 3 0,-6 4 13 15,16-4-11-15,0 3 1 0,1-3 4 0,0 4 1 16,-1-4-8-16,-3 3-3 0,1-4 8 0,-8 5 8 16,-7-3-6-16,14-2 4 0,-9 4-1 15,9-2-8-15,-8 1 3 0,5-3-2 0,-9 3-9 16,-2 1 14-16,-4 0-8 0,5-4 7 0,-4 5 1 16,4-3-3-16,-1 3 10 0,11-7-20 0,-8 5 10 15,-5 3 0-15,-1-2 8 0,-1 2-11 16,-1-4 13-16,-5 4-10 0,6 0-2 0,-6-2 7 15,-3 0 5-15,0 3-12 0,3-2-11 0,-3 1 10 16,-1 1-2-16,-5-4 5 0,-1 4 3 0,0-1-1 16,-1-1-4-16,-2 2-6 0,-5-1 8 0,-1 1-3 15,-2 0 8-15,1 0-25 0,-7 0 0 16,3 0-19-16,-10 0-38 0,11-1-43 0,-11 1-69 16,0 0-159-16,0 0-456 0,-21-6 120 15,8 2 21-15,-2 1 70 0</inkml:trace>
  <inkml:trace contextRef="#ctx0" brushRef="#br0" timeOffset="90622.28">19648 3861 872 0,'24'7'249'0,"-4"1"-16"0,0 1-98 0,-2-1-2 16,-1 5-20-16,3 1-16 0,4 2 6 0,-4 2-1 16,-2 3 6-16,3-1-21 0,-2 3 12 0,-1 1-4 15,-5 1 54-15,2 0-14 0,-5 0-12 0,0-4-5 16,-3 2-80-16,-4 0-7 0,-3-3 5 16,-3 4-13-16,-4-1 10 0,-3-3-2 0,-8 5-3 15,-2-1 0-15,-11 2 0 0,4-2-2 16,0-6-16-16,-11 5-5 0,4-6-33 0,6-3-38 15,-5-3-50-15,5-1-50 0,-3 2-187 16,4-6-331-16,3-1 14 0,3-5 73 0,1 0 70 16</inkml:trace>
  <inkml:trace contextRef="#ctx0" brushRef="#br0" timeOffset="92122.36">19692 4085 734 0,'-7'-4'238'0,"0"1"-15"0,-3 0-6 0,-1-1-19 16,-2 0-4-16,-1 0-20 0,1 0-13 0,-5-2-22 16,-1 3-9-16,1-4-20 0,-6 2 5 0,0-2-33 15,-3 1 21-15,-3-1-16 0,2 2-82 16,-6-4 0-16,0 5 3 0,-4-4-1 0,0 0-7 15,1 0-2-15,-18-2 7 0,0 0 5 0,4 0 3 16,-4 2 10-16,-3-2-3 0,-3 3-4 16,-1-1 2-16,1-2 2 0,-4 3 6 0,3 2 5 15,1-2-6-15,-1-2-15 0,4 2 80 16,-4 2-16-16,1-2 3 0,3 2-10 0,-4-1-3 16,0 2-3-16,-2-2-12 0,2-1-1 0,0 4 14 15,1-5-9-15,3 2-14 0,7 4 9 0,-7-6 1 16,9 3 0-16,-12 1-19 0,10-2 1 0,7 4 5 15,-15-7-10-15,1 2 4 0,-4 2-12 16,1 2 0-16,-1-4 5 0,1 0 3 0,-4 3-6 16,3-2-12-16,-2-1 20 0,2 3-7 15,0-4-16-15,-2 4 18 0,2 0-11 0,1-3 1 16,-1 1-2-16,0 2-4 0,-5 0 1 0,2-3 0 16,-5 2-3-16,2-1 5 0,-3 3-2 0,3-4-8 15,-1 1 2-15,-3 2 14 0,1-1-91 16,2-2 16-16,-6 4 11 0,6-4 4 0,-6 0 11 15,4 3-8-15,-1-3 8 0,-4 0-1 0,2 4 32 16,-2-5-34-16,4 4 18 0,-3-3 13 0,0 1-18 16,6-1 5-16,-5 2 10 0,4-2-2 15,-4 1-8-15,2 1 5 0,-4-1 8 0,-1 2-5 16,1-2 10-16,1 2-10 0,-1-1 5 0,-2-1 10 16,6 3 0-16,0 1-8 0,-2-4 3 15,1 4-2-15,1 1 7 0,1-4-2 0,-2 2-3 16,-1-1-3-16,-2 4-2 0,1-3 10 0,4 2-15 15,-2-2 5-15,2 1 0 0,6 2 7 0,-3 2-15 16,6-4 8-16,-4 1 10 0,2 0-7 16,2 0 4-16,11 0-2 0,0 1 8 0,-11-4-8 15,-2 1 5-15,12 2-5 0,5 1 5 0,-1-4-5 16,3 4 13-16,-3-3-21 0,4 2 11 16,-1-2-1-16,4 0 14 0,-2 2-19 0,1 0-7 15,1 0 5-15,0-3 10 0,0 4 0 0,3 0-5 16,-3-1 3-16,0-1 2 0,4 1-10 15,-4 1 12-15,-4 0-2 0,4 0-12 0,0 0 4 16,-3 0 3-16,3-3-2 0,4 3-3 0,2 0 10 16,0 0-5-16,1 0 5 0,0 0-13 15,3 0 18-15,-3 0-15 0,4 0 3 0,2 0-9 0,0 0 11 16,5 0 0-16,-1 0-5 0,0-1 16 16,3 1-4-16,1 0-9 0,-1 0 2 0,4 0-5 15,0 0-3-15,0 0 16 0,1 0-3 0,1 0 2 16,2 0-2-16,-1 0-7 0,4 0 2 15,0 0-3-15,-1 0-15 0,1 1 18 0,0 2-10 16,-1-3 5-16,1 1 13 0,-3 2-6 0,2-3 16 16,1 4-23-16,0-1 0 0,-1-2 10 15,1 4-10-15,-3-4 5 0,2 2-3 0,-2-2 9 16,2 2-12-16,1 0 12 0,0-2-6 0,-1 3-8 16,1-2 8-16,0 0 0 0,-1 0-13 0,2 1 18 15,-1-1-10-15,-1 0 18 0,1-1-11 0,3 3-2 16,-3-2 0-16,0 3 0 15,3-5 3-15,0 2-8 0,-4-1 10 0,5 2-10 0,-1 0 5 16,0-3 2-16,7 0-4 0,-11 4 12 16,2-4-25-16,9 0 15 0,-10 4 5 0,3-4-15 15,7 0 15-15,-8 3 2 0,8-3-12 0,-10 1 3 16,10-1 4-16,-9 0 9 0,9 0-6 16,0 0-3-16,0 0-7 0,-11-1 13 0,11 1-1 15,-4-6-9-15,4 6 4 0,-3-5 16 0,3-2-7 16,0 1-11-16,3 2-3 0,-3-3 16 0,4-2-8 15,3 0 0-15,-4 1 3 0,7-5-13 0,-3 3 5 16,0-1 5-16,1-1-3 0,1 2 14 16,1-1-16-16,1-2 5 0,-4 4-8 0,0 0-4 15,2 0 14-15,-4 2-2 0,1 0-7 16,1 0-1-16,-4 2 6 0,0 0-16 0,1 1 0 16,-4 1-20-16,3 0 5 0,-3 3 0 0,0 0 12 15,0 0 3-15,0 0 13 0,-13 6-2 0,6-2-11 16,-7 3 3-16,1 1 2 0,-5 0 6 15,-1 1-9-15,1 1 29 0,-3 2-20 0,1-3-6 16,-1 1 8-16,2 0 0 0,1 0-2 0,1 1-11 16,3-1 10-16,0 0-10 0,1-2 1 15,3 6 6-15,-1-4 1 0,4 1-15 0,1 1 15 0,5-2-3 16,1 0-2-16,1-1 7 0,2 4 8 16,7-4-7-16,1 3-1 0,5-4-7 0,2 5 7 15,6-5-2-15,-1 1 3 0,4-1 9 0,4 0-32 16,-3 0-14-16,2-4-40 0,1 2-51 15,3 1-60-15,-3-4-127 0,3 2-436 0,-3-2 88 16,-3 0 20-16,2 0 76 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7:47:23.5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11642 5909 1054 0,'-4'-6'266'0,"1"3"-20"16,0-2-26-16,3 5-15 0,-4-7-11 0,0 5-30 15,4 2-13-15,-3-4-18 0,3 4-28 0,-4-4-2 16,4 4-6-16,0 0-15 0,0 0-5 15,0 0-6-15,0 0 1 0,21 14 5 0,-11-6-16 16,1 1-7-16,-1 0 2 0,3 2-2 0,2 2-18 16,1 4 13-16,1-5-8 0,-3 3-6 0,0-1-4 15,-1 2-23-15,2-4-26 0,1 2-33 16,-2-3-49-16,-1-1-67 0,2 2-65 0,-2-5-337 16,4-3-124-16,-6 1 35 0,2-5 59 0,1-5 69 15</inkml:trace>
  <inkml:trace contextRef="#ctx0" brushRef="#br0" timeOffset="232.65">12008 5696 629 0,'0'0'272'16,"0"0"-17"-16,-10 15-6 0,9-1-27 0,-3-3-7 15,-2 7-12-15,5 3-32 0,-2 4 6 16,0 0-31-16,0 1 5 0,0 8-8 0,2-1-28 15,-2 3 6-15,3 1-14 0,-3-2-5 0,3 2-15 16,-4 0-17-16,4-2-1 0,4-1-10 16,-4 1-24-16,3 2-27 0,-3-3-49 0,4 0-18 15,-1-7-58-15,3 4-55 0,-3-6-76 0,4 0-497 16,1-6 92-16,-1-2 31 0,2-4 72 16</inkml:trace>
  <inkml:trace contextRef="#ctx0" brushRef="#br0" timeOffset="450.17">12267 6176 1180 0,'0'-5'348'0,"3"1"-26"15,1-2-20-15,0 2-48 0,-1-2-24 16,4-1-7-16,2 4-44 0,2-6 0 0,3 2-33 15,3 0-26-15,0 0-25 0,1 3-46 0,6-2-62 16,2-1-59-16,-2 4-138 0,0-2-535 16,1 3 47-16,-2 0 73 0,-3-2 59 0,-2 1 57 0</inkml:trace>
  <inkml:trace contextRef="#ctx0" brushRef="#br0" timeOffset="633.62">12534 6286 1011 0,'-4'6'345'0,"4"-6"-27"0,0 0-42 0,0 0-33 15,0 0-15-15,0 0-18 0,0 0-34 0,0 0-19 16,25-1-47-16,-15-4-44 0,7 3-56 16,0-4-84-16,3-1-123 0,4 2-499 0,-3-2 23 15,3-2 74-15,0 0 51 0</inkml:trace>
  <inkml:trace contextRef="#ctx0" brushRef="#br0" timeOffset="1036.14">13016 5993 854 0,'0'0'336'16,"0"0"-29"-16,0 0-26 0,-3 16-14 0,3-9-22 15,-4 2-32-15,3 0-13 0,1 0-24 16,0 2-9-16,0 2-11 0,5-2-23 0,-5 2-28 15,6-1 10-15,-2 1-26 0,2-3 6 16,4 0-21-16,1 2 1 0,-1-3-14 0,5-5 6 16,1 2 2-16,2-2-23 0,1 0 0 0,-1-4-3 0,-2-2 3 15,2-3-5-15,0-2 3 0,-2 0-18 16,-2-3 7-16,0-2-8 0,-4-4 1 0,0-4-3 16,-3-1 0-16,-4-1 8 0,-3-3-82 15,-3 0-3-15,0 0 5 0,-1 4 16 0,-6-1 18 16,3 3 7-16,-3-1 0 0,-1 6 70 0,-2-1-1 15,0 2 3-15,-2 7-2 0,-1 0-4 16,1 0-6-16,-1 6-11 0,-2 0 7 0,-3 5-15 16,5-1-4-16,-2 2-9 0,2 2 13 0,-1 0-10 15,6 1 0-15,-3 0-17 0,4 1 22 0,1-1-18 16,5 0 8-16,-3 3-5 0,6-5-3 0,1-1 18 16,4 4-15-16,4-4 2 0,4 1-12 15,3 2-19-15,5-4-37 0,4-1-34 0,6 2-8 16,-2-3-87-16,9 2-46 0,-6 0-330 15,3 0-291-15,-3-1 114 0,-3-2 52 0,-4-1 45 0,0 0 80 16</inkml:trace>
  <inkml:trace contextRef="#ctx0" brushRef="#br0" timeOffset="1416.35">13542 6061 724 0,'0'6'274'0,"0"2"46"0,0-4-31 16,-3 5-10-16,0 3-26 0,-1-3-17 15,3 3-29-15,-2 2-10 0,0 1-20 0,3-4-21 16,0 6-13-16,0-3-4 0,0 1-14 0,3 1-20 16,0-1-5-16,5 1-8 0,-4 1-2 15,5-2-19-15,1 0-4 0,1-3 2 0,-1 0-10 16,3-2-13-16,2-2-5 0,1-1-8 0,-1 0-74 16,-2-4 3-16,1-2 10 0,-1-1 5 15,1-2 0-15,-1-4-3 0,-3-1 16 0,1-3-3 16,-7-3 8-16,2-1 2 0,-2-3 3 0,-1 0 0 15,0-1 0-15,-3-3 3 0,-3 6 17 0,-1-2 26 16,1 4-23-16,-6-2-7 0,5 2 14 16,-7 3 4-16,4-1-19 0,-6 3 11 0,2 2-14 15,1 3 1-15,-3-3 3 0,-1 4-1 16,1 2 0-16,-1 0-7 0,4 0 2 0,-3 2-17 16,1 2-47-16,2-1-15 0,1 3-31 0,1-2-51 15,1 3-54-15,1 0-151 0,6-3-442 0,0 2 99 16,3-3 59-16,-3-3 51 0,10 5 62 15</inkml:trace>
  <inkml:trace contextRef="#ctx0" brushRef="#br0" timeOffset="1600">14113 6119 1208 0,'7'-3'350'0,"3"-2"-40"0,0 1-18 16,4-2-34-16,0 1-35 0,3 1-31 15,0-2-95-15,4 4-74 0,-2-3-120 0,2 4-576 16,-3-2 5-16,2-3 66 0,-6 4 57 0</inkml:trace>
  <inkml:trace contextRef="#ctx0" brushRef="#br0" timeOffset="1816.01">14219 5845 1028 0,'0'8'292'0,"1"2"-13"15,2 3-18-15,0 3-35 0,3 1-22 0,-2 0-17 16,2 5-25-16,2 1-11 0,2-1-3 15,-3 2-25-15,7 3-39 0,-4-2-58 0,3 2-39 16,-2 0-59-16,5-4-76 0,-1 2-333 0,1-3-190 16,-1 2 29-16,1-7 89 0,-2-5 56 0</inkml:trace>
  <inkml:trace contextRef="#ctx0" brushRef="#br0" timeOffset="2249.05">14654 5859 1164 0,'0'-8'348'0,"0"8"-30"0,0 0-39 0,0 0-16 15,0 0-35-15,0 0-18 0,-4 16-13 0,4-7-15 16,3 0-21-16,-3 1-10 0,1-1-13 16,2 4-20-16,0-2-10 0,1-3-1 0,2 6-15 15,2-3 0-15,1 1-17 0,1-1-11 16,-3-3-8-16,7 0-5 0,-4-5 0 0,1 3-12 15,2-4 9-15,1-2-14 0,0 0 4 0,-1-1-10 16,1-2-10-16,-1-4 10 0,-1-1-7 0,0-5 2 16,-2 1-13-16,-2-5-7 0,-1-4-26 15,-1 1 23-15,-5-3-11 0,-1 4 6 0,0-3 8 16,-1 2-6-16,-2-2 16 0,-4 4-3 0,4 0 8 16,-5 4 5-16,-1-3-13 0,-1 6 19 15,-1-1-11-15,1 2-1 0,-3 3 1 0,-2 2 0 16,2-1 8-16,-1 5-6 0,1-1-12 0,-1-1-3 15,4 6 13-15,0-1-8 0,-1 0 13 0,1 3-2 16,3-1-21-16,1 2 2 0,-2 2 11 16,5-1 5-16,0-2-10 0,2 2-1 0,2 1 4 15,2 1-11-15,7 0 5 0,-3 0-5 0,6 1-26 16,1 1-40-16,0-3-65 0,7 0-38 0,3 1-84 16,-1-1-118-16,1-2-500 0,3-1 116 0,-6-1 59 15,-1-2 61-15,-5 0 59 0</inkml:trace>
  <inkml:trace contextRef="#ctx0" brushRef="#br0" timeOffset="2449.91">15108 5836 913 0,'3'5'354'0,"-2"-1"-45"16,-1 2-22-16,3 2-21 0,-3 0-28 15,3 3-25-15,0-1-11 0,-2 3-28 0,5-1-5 16,-3 3-26-16,1 2 13 0,3-2-30 0,-3 1-16 15,2 1-15-15,1 1-21 0,-1-1-67 16,2 5-37-16,-1-5-50 0,-1 2-104 0,1-2-128 16,1-2-430-16,1-1 48 0,-2-4 69 15,0-2 65-15,1-5 53 0</inkml:trace>
  <inkml:trace contextRef="#ctx0" brushRef="#br0" timeOffset="2715.9">15374 5657 995 0,'0'0'353'0,"0"0"-27"16,0 0-24-16,0 0-87 0,18 10-23 0,-11-6 2 16,2 4-25-16,5 1-20 0,-3 3 40 0,6-1-15 15,0 6-8-15,0-3-2 0,3-2-28 16,1 7-8-16,0-6-3 0,-1 4-22 0,4 0 2 15,0-1-21-15,-3 1-10 0,-2-3-23 0,2-2-33 16,-3 1-53-16,-1-2-37 0,3 2-18 16,-7-4-81-16,2 0-103 0,-5-5-333 0,0 1-140 15,1-2 43-15,-2-3 67 0,-2-1 76 0</inkml:trace>
  <inkml:trace contextRef="#ctx0" brushRef="#br0" timeOffset="2982.67">15737 5534 903 0,'-3'-6'323'0,"3"6"-34"15,-7-3-31-15,7 3-12 0,-14 3-28 16,4 1-21-16,3 0-21 0,-7 6-25 0,4 3 11 16,-7 0-11-16,3 7-13 0,-3-1 28 0,0 6 29 15,-4 10-26-15,1-3-11 0,6-6 11 0,-6 13-20 16,6-6-37-16,4-2 11 0,-4-2-23 15,1 2-3-15,2 2-10 0,1-5-7 0,0 4-8 16,2-1-9-16,2-4-11 0,-1-2 1 0,4 0-30 16,0 0-35-16,-1-1-60 0,1-3-51 0,3 0-82 15,0-7-140-15,3 4-525 0,1-5 61 16,-1 1 115-16,3-4 52 0,-5-4 73 0,2-2 42 16</inkml:trace>
  <inkml:trace contextRef="#ctx0" brushRef="#br0" timeOffset="7999.15">11952 10159 947 0,'-6'-3'263'15,"6"3"-22"-15,-3-5-29 0,3 5-20 0,0 0-20 16,0 0-8-16,0 0-19 0,0 0-14 0,16 15-8 15,-8-6-13-15,2-1 56 0,3 3-20 16,4 4-13-16,-3 1-12 0,0 0-9 0,2 1-9 16,2 1-16-16,-2 6-11 0,2-5 17 0,-1 5-29 15,-3-6-16-15,-1 2-53 0,1 0-41 16,-1-3-56-16,-1-1-80 0,1 1-202 0,1 0-392 16,-4-5 96-16,-3-4 65 0,2-3 44 0</inkml:trace>
  <inkml:trace contextRef="#ctx0" brushRef="#br0" timeOffset="8265.66">12244 10150 1146 0,'0'0'333'0,"0"0"-41"15,-11 16-70-15,7-7-27 0,1 0-8 0,3 8-23 16,-3 1-13-16,3 6-5 0,0 1-16 15,0 0-17-15,0 7-1 0,0-4-12 0,0 7-10 16,0-1-11-16,3-5 6 0,-3 3-14 0,0 3-17 16,3-6 2-16,-3 0 11 0,1 0-8 15,2-2-5-15,-3-1-1 0,3-1-12 0,0 0-7 16,-2-2-9-16,3-3-7 0,-1-3-3 0,0-1-40 16,0 0-16-16,-2-7-51 0,2 1-26 15,0 2-71-15,1-9-111 0,2 4-289 0,-1-5-97 16,1-2 13-16,-6 0 64 0,13-3 59 0</inkml:trace>
  <inkml:trace contextRef="#ctx0" brushRef="#br0" timeOffset="9365.86">12811 10424 1110 0,'0'0'323'0,"3"2"-29"0,-3-2-84 0,0 0-23 16,0 0 0-16,21-8-21 0,-14 5-22 0,6-4-16 16,4 2 2-16,-3 1-10 0,6-2-9 0,-2-4-7 15,2 3-34-15,-3 3-32 0,7-3-53 0,-4 0-67 16,1 0-97-16,-5 6-223 0,2-2-323 16,-3 0 85-16,-2 2 39 0,-3 1 84 0</inkml:trace>
  <inkml:trace contextRef="#ctx0" brushRef="#br0" timeOffset="9565.67">12955 10640 798 0,'0'0'300'0,"0"0"-9"15,0 0-27-15,0 0-16 0,0 0-22 16,0 0-34-16,16 0-16 0,-16 0-22 0,24-4-1 15,-6 1-43-15,2 0-66 0,4-1-65 0,3-4-107 16,1 5-174-16,6-5-368 0,0 0 32 16,-3-3 68-16,0-1 65 0</inkml:trace>
  <inkml:trace contextRef="#ctx0" brushRef="#br0" timeOffset="9999.12">13635 10200 783 0,'0'0'294'0,"0"0"-23"16,-4 19-27-16,0-6-22 0,1-2-12 0,0 3-20 15,2-3-19-15,1 4-25 0,0 2-5 0,0-2-23 16,0 1 4-16,1 0-19 0,2 0-8 16,4-3 4-16,-3 4-17 0,3-4 3 0,2-1-14 15,2-4-12-15,2 0-8 0,2 1-4 0,-2-5-7 16,3-1-11-16,-1-3 6 0,1-1-17 0,2-5 0 15,-1 3 3-15,-4-4 7 0,-2-1-10 16,3-2-8-16,-5-4 0 0,-2-1 3 0,-2-3-3 16,-2 1-2-16,0-3 2 0,-6-3 3 0,0-2 0 15,-5 3-5-15,4 1-3 0,-5-1 13 16,-2 3 0-16,1 1-1 0,-3 3 9 0,2 2 18 16,-3 4-16-16,0 5-3 0,-2-3 16 0,1 7-23 15,2 0 13-15,-3 1 15 0,1 6-23 0,-2 1 5 16,4 0 0-16,-1 3-5 0,0 3 8 15,4-3-10-15,1 4 4 0,4-1 3 0,-1-2-15 16,5 3 8-16,1-5-3 0,0 5-16 0,4-5 16 16,2 0 5-16,5 4-10 0,-1-4 5 0,4-2-13 15,3-1 5-15,1 0-30 0,1-4-34 16,2 1-41-16,3-2-28 0,0-1-87 0,-3-2-102 16,6 1-481-16,-3-2 73 0,0-2 45 0,-4 4 50 15,-2-5 72-15</inkml:trace>
  <inkml:trace contextRef="#ctx0" brushRef="#br0" timeOffset="10415.2">14110 10340 1128 0,'-4'7'331'0,"1"-1"-29"0,-4 6-29 0,4-2-17 15,-4 1-15-15,6 4-29 0,-2 2-9 16,0-4-27-16,3 5-17 0,3-1-8 0,0 0-23 16,1 0-10-16,0 1-26 0,3-4-10 0,-1 3-5 15,7-1 15-15,-1-5-23 0,1 6 0 16,1-5-13-16,-1-2 6 0,1 0-9 0,0-4-4 16,3-1-3-16,-4 0-5 0,0-3 0 0,2-2 0 15,-2-2-10-15,1-3 2 0,-4 1-12 0,0-3 17 16,-2-3-18-16,-2-4 11 0,1-1-8 15,-4-2-5-15,-3-1 3 0,-3-1 2 0,0-2-5 16,-1 1-8-16,-5-2-3 0,1 4-65 0,-2 0 14 16,-3 3-7-16,2 4 7 0,-2 1 1 0,-2 1 7 15,2 2 21-15,-1 2-6 0,-3 1 6 16,3 1-1-16,-2 3 4 0,1 3 9 0,-1 1-5 16,-2 2-7-16,5 2 5 0,-4 1 5 0,6-1-29 15,1 3-40-15,0-3-59 0,3 6-44 16,4-3-347-16,3 1-244 0,3-1 33 0,0-4 75 15,1 0 53-15,-1-2 59 0</inkml:trace>
  <inkml:trace contextRef="#ctx0" brushRef="#br0" timeOffset="11098.98">14811 10300 941 0,'0'0'338'0,"0"0"-61"15,0 0-14-15,0 0-32 0,0 0-8 0,-4 1-16 16,4-1-18-16,0 0-15 0,0 0-20 0,0 0-16 15,25-7-15-15,-12 6-10 0,-3-4-16 0,7-1-2 16,0 0-21-16,3-1-13 0,-2 4-40 16,2-5-44-16,4 1-49 0,-3 3-82 0,-1 0-127 15,0-3-392-15,-2 4 2 0,-2 1 18 0,-4-3 80 16,-2 4 46-16</inkml:trace>
  <inkml:trace contextRef="#ctx0" brushRef="#br0" timeOffset="11298.48">14943 10169 980 0,'0'0'284'0,"0"0"-8"0,-9 7-22 0,5-1-26 16,4 3-21-16,0 1-25 0,0 4-1 0,4 3-22 16,-1 2-21-16,3 4-10 0,1 2-2 0,1 2-11 15,2 0-18-15,-1 3-28 0,2 0-35 16,-1 0-52-16,0-4-39 0,4 4-63 0,-3-5-118 15,6-2-504-15,0-2 69 0,-3-3 58 0,2-3 83 16</inkml:trace>
  <inkml:trace contextRef="#ctx0" brushRef="#br0" timeOffset="11747.85">15368 10144 1231 0,'0'0'356'0,"0"0"-52"0,0 0-7 0,-10 17-26 16,7-6-102-16,2 0-18 0,-3 3-12 0,4 0-11 15,0 3-13-15,0 2-15 0,0-1-8 16,4 0-8-16,-3 0-12 0,5-1 0 0,-3-1-9 16,4 1-14-16,0 0 7 0,3-4-15 0,0-1 0 15,0-4 3-15,5 0-3 0,-2 1-5 0,1-9-8 16,-1 1-5-16,1-2 0 0,0-2 5 0,3-4-13 15,-4-1-4-15,-3-6 4 0,2-3-7 16,0-1-1-16,-8-2-7 0,2-4-5 0,-6-1 13 16,0-4-13-16,-6 0 0 0,-1-2 15 15,1-3-5-15,-1 7 3 0,-4-4 12 0,4 11 3 16,-3-3-5-16,-4 5-5 0,4 2-16 0,-4 0 24 16,4 5-13-16,-3 2 4 0,-1 3 4 0,1 0-1 15,-1 6 16-15,3 2-13 0,-2 3 2 16,-4 2 3-16,4 2-7 0,1 0 1 0,3 1 4 15,-1 5 5-15,2-1 4 0,2-2-12 0,5 4-2 16,1-3-11-16,0 0-3 0,4 4 8 0,2-3-12 16,2 1 7-16,5-3 3 0,2 5-3 15,1-5 5-15,5 0-25 0,3-4-34 0,-1 0-33 16,4-5-64-16,-2 4-64 0,-1-5-107 0,3 2-208 16,-7-3-253-16,4-1 100 0,-3-1 35 0,-4 0 78 15,3-4 48-15</inkml:trace>
  <inkml:trace contextRef="#ctx0" brushRef="#br0" timeOffset="11931.66">15805 10194 893 0,'0'0'302'0,"0"0"5"15,0 0-87-15,7 12-12 0,-7-3-24 0,4 1 13 16,-4-1-26-16,0 7-9 0,3 2-27 0,-3-3-4 16,3 3 5-16,-3 0-14 0,1 4-17 15,-1-4-18-15,3 4-2 0,-3-2-8 0,3 1-13 16,0-2 0-16,1-2-13 0,-1 1-15 0,1-1-47 15,3-1-58-15,-1 0-64 0,-2-5-125 16,3-3-308-16,-1-1-135 0,5-1 43 0,-4-5 97 16,-7-1 29-16</inkml:trace>
  <inkml:trace contextRef="#ctx0" brushRef="#br0" timeOffset="12181.48">16051 9918 1297 0,'14'1'366'0,"-14"-1"-36"0,13 9-33 0,-3-1-33 0,1 5-16 15,3-3-15-15,6 7-100 0,-3 0 0 16,7 1-15-16,0 2-8 0,1 0-7 0,9 5 50 16,0 0-20-16,-7 0 0 0,1-4-20 0,-4 0-21 15,-1-5-2-15,4 6-8 0,-3-3-13 0,-3-1-41 16,-4-3-48-16,0 1-47 0,-3-4-56 15,0 1-71-15,-4-5-193 0,-3 0-440 0,3-5 103 16,-6-3 38-16,-4 0 77 0,0 0 63 0</inkml:trace>
  <inkml:trace contextRef="#ctx0" brushRef="#br0" timeOffset="12416.15">16410 9901 877 0,'0'0'341'0,"-6"-1"-52"0,6 1-10 16,0 0-10-16,-11 8-23 0,7 2-8 16,-2-2-21-16,-1 7-15 0,-3 0-45 0,3-2 4 15,0 8-5-15,0-3-20 0,-3 7-19 0,6-2-14 16,-2-1 12-16,-1 6-15 0,1-2-18 16,-2 3 7-16,4 3-12 0,-2-3-13 0,0-1-8 15,5-2-4-15,-2-1-27 0,-3 0 6 0,5 0-87 16,1-1-11-16,1-5-110 0,-1 2-91 15,6-3-546-15,-2-2 74 0,2-4 31 0,1-4 87 16,0-1 69-16</inkml:trace>
  <inkml:trace contextRef="#ctx0" brushRef="#br0" timeOffset="12683.16">16742 10134 916 0,'0'0'340'0,"0"0"-43"0,0 0-10 0,0 0-8 0,7 17-33 15,-7-10-29-15,3 7-2 0,1 4-15 16,-1-1-41-16,3 2-6 0,-1 5-7 0,1 0-23 16,-2 1-13-16,2 0-10 0,1-2-13 0,-1 2-3 15,-1 0-9-15,1 0-27 0,-2-3-12 0,2 2-72 16,-2-1-51-16,2-1-110 0,-1-4-97 15,1 0-484-15,1-6 71 0,-1-4 31 0,2-1 67 16,-4-2 72-16</inkml:trace>
  <inkml:trace contextRef="#ctx0" brushRef="#br0" timeOffset="12898.09">17032 10307 893 0,'4'-6'422'0,"-1"5"-79"0,0-5-25 16,5 3 4-16,-1-5-35 0,2 3-65 0,-2 3 1 16,4-6-23-16,2 5-3 0,1-4-36 0,3 0 16 15,0 5-39-15,0-4 49 0,1-1-18 0,1 2-18 16,2 0-36-16,-3-2-20 0,-1 4-65 16,3-4-58-16,-7 5-97 0,5-4-36 0,-5-1-167 15,-2 6-532-15,-1-4 115 0,-3 0 49 0,-1-2 64 16,-1 0 66-16,-5 1 59 0</inkml:trace>
  <inkml:trace contextRef="#ctx0" brushRef="#br0" timeOffset="13065.18">17230 10053 1087 0,'0'0'361'0,"-10"5"-46"0,7-2 8 0,-3 4-106 16,5 0-4-16,-5 1-19 0,3 2 16 0,1 5-31 15,2 1-12-15,0 1-24 0,2 1-7 16,1 5-26-16,3-2 2 0,-5 4-7 0,5-2-25 15,1 2-4-15,4 0-24 0,-2 0-34 0,-2 0-85 16,7 2-97-16,-1-2-186 0,1-2-462 16,0-5 98-16,-4-1 59 0,1-4 61 0,-1-5 69 15</inkml:trace>
  <inkml:trace contextRef="#ctx0" brushRef="#br0" timeOffset="13517.52">17688 10058 1177 0,'0'8'320'0,"1"1"-31"16,-1-1-18-16,0 6-30 0,3-3 2 16,1 6-30-16,0-1-1 0,2 0-28 0,0 2-25 15,1 0-23-15,1 0-6 0,2-1-17 0,3-1-11 16,-2-1-7-16,2 2 2 0,1-9-20 0,0 2-10 15,-1-3-16-15,4 0 0 0,-4-2 0 0,-1-3-12 16,1-2-16-16,-2-4 2 0,-1 0 1 16,3-3-8-16,-5-3 7 0,1-4-4 0,-2-3-11 15,-4 1 0-15,1-9 1 0,-5-3-4 0,-2-5 1 16,-3 1 7-16,-1 0-2 0,0 0 10 0,-4 4-7 16,2 4 9-16,-1 5-10 0,-1-2 6 15,-2 5-11-15,-2 6 6 0,2-1-14 0,-5 5 47 16,2-1-21-16,-2 7-33 0,-1 5 28 15,1-3-8-15,0 5 36 0,2 1-30 0,2 2 2 16,1 0 8-16,3 3 10 0,2-3-21 0,1 6-10 16,4-5 16-16,0 3-24 0,6-3 6 15,0 2-3-15,1-1 5 0,6 2 1 0,0-5-4 16,1 1-1-16,6 3-1 0,-1-5 2 0,2-4-9 16,0 3-16-16,1-2-69 0,5-4 10 0,-3 0-100 15,-1-1-94-15,1-1-162 0,0-3-406 16,-1 2 89-16,-3 0 43 0,0-4 70 0,-3 3 69 15</inkml:trace>
  <inkml:trace contextRef="#ctx0" brushRef="#br0" timeOffset="13864.85">18140 10051 1057 0,'10'-2'322'16,"-10"2"-48"-16,14 0-5 0,-14 0-16 15,13 4-30-15,-6 1-3 0,1 3-41 0,-2 2-10 0,1 0 3 16,-1 5-39-16,-2 2-10 0,0-2 5 15,-1 3-23-15,-6 5-18 0,3 3 0 0,-7-1-11 16,0 3-4-16,-3 2-3 0,-4 0-5 0,-6 7-7 16,-1-9 4-16,4-5-7 0,3-5-16 15,-3-1 3-15,3-2 3 0,1-8-14 0,-1 1 1 16,4-6 2-16,-1-1 3 0,4-2 5 0,7 1 15 16,-13-10-35-16,10 5 10 0,0-1 7 15,6 0 5-15,-3-3-35 0,3 2 5 0,4 0 18 16,0-3-8-16,3 3 2 0,0-3-9 0,0 1 12 15,4 2-31-15,-3 0 26 0,6-2 5 16,-1 6-2-16,-1-2-5 0,4 3-1 0,-4 0 8 16,1 2-10-16,-1 0-3 0,1 3-9 0,2-2-4 15,-2 6 1-15,-1 0-62 0,-2 0-44 0,1 2-114 16,-4 0-131-16,0 1-530 0,1-2 94 0,-5 2 63 16,-2-2 63-16,2-2 59 0,-3-5 74 15</inkml:trace>
  <inkml:trace contextRef="#ctx0" brushRef="#br0" timeOffset="14114.62">18404 9803 1080 0,'6'-2'389'0,"-6"2"-16"15,13 0-60-15,-6 5-21 0,4 0-21 0,5 3-23 16,2 4-2-16,6 1-8 0,0 6-44 0,14 6-32 15,-7-5-14-15,3 5 3 0,-4-2-15 16,-5-4-8-16,-2-1-26 0,1 0-20 0,0 2 5 16,0-4-10-16,-1 2-39 0,-5-7-20 0,0 4-66 15,-2-5 7-15,-2-3-54 0,-1 3-20 16,-3-2-64-16,1-2-105 0,-4-5-103 0,-1 4-414 16,-2-5 84-16,-4 0 54 0,6-5 39 0,-6 5 84 15</inkml:trace>
  <inkml:trace contextRef="#ctx0" brushRef="#br0" timeOffset="14331.66">18823 9726 1011 0,'-3'-8'350'0,"0"3"-27"15,0 0-24-15,3 3-12 0,0 2-26 16,0 0-23-16,0 0-15 0,0 0-26 0,-21 12-18 16,11-4 5-16,3 9-17 0,-4 1-19 15,-2 7 24-15,3 2-26 0,-1 3-29 0,-5 10-30 16,2-5 16-16,0 8-14 0,0-3 1 0,1-1-18 15,6-7-8-15,-4-1-18 0,1 4 7 0,1-4-32 16,5 3-16-16,-4-3-10 0,5-2-49 16,0-2-151-16,3-8-161 0,3 6-524 0,0-6 111 15,1-3 70-15,3-2 59 0,-3-4 72 0,2-6 43 16</inkml:trace>
  <inkml:trace contextRef="#ctx0" brushRef="#br0" timeOffset="14764.55">19176 10003 982 0,'4'-4'420'0,"5"-2"-41"16,-2 1-44-16,1 1-15 0,-2 3-33 16,1 0-34-16,0 1-22 0,3 1-9 0,-3 4-24 15,3 0-12-15,0 3-22 0,1 0-28 0,-5 7-11 16,1-3-2-16,-4 3-13 0,1 3-12 0,-5 4-9 15,-2 2-22-15,-6-1 7 0,2 4-15 16,-7 1-5-16,3-2 2 0,-6 2-5 0,4-3-15 16,-1-4-3-16,-3-1 6 0,7-2-16 0,-1-6 0 15,-2 1 5-15,6-1-5 0,-4-4-10 16,5-1 12-16,-1 0-12 0,1-4 18 0,2 1-16 16,-3-1-5-16,7-3 1 0,0 0-4 0,0 0 19 15,0 0 7-15,0 0-15 0,0 0 10 16,0 0-20-16,17-14 10 0,-10 12 10 0,3 1-13 15,1-1-10-15,2-3 6 0,1 5-19 0,0 0 23 16,6-1 3-16,-3 2-23 0,4-1 0 0,0 2 2 16,-2 2 32-16,2-2-11 0,0 4-18 15,-1-3 12-15,1 4-4 0,-4-1-3 0,0-1 3 16,0 2-6-16,-3 1-12 0,3-2-33 0,-7 2-6 16,0-5-38-16,-3 5-62 0,-3-1-91 0,-4 3-287 15,0-2-387-15,-3 4 125 0,-2-3 52 16,-2-5 74-16,-5 3 49 0,-3-4 76 0</inkml:trace>
  <inkml:trace contextRef="#ctx0" brushRef="#br0" timeOffset="166859.44">17648 5785 860 0,'-4'-3'320'0,"4"3"-54"0,-3-7-38 0,0 3-36 15,3 4-13-15,0 0-18 0,0 0-18 0,0 0-7 16,0 0-5-16,3 24-11 0,1-12-10 0,2 6-8 15,-2 0-2-15,2 6-5 0,2 0-11 0,-2 1-7 16,1 4 10-16,-1 1-25 0,2 2 2 16,-1-3 12-16,2 2-12 0,-2 2-25 0,1-5-21 15,-1 1-57-15,2-1-12 0,1-4-41 0,-2-4-90 16,-1 2-71-16,2-4-300 0,2-2-118 16,-4-3 34-16,0-2 48 0,-1-7 67 0</inkml:trace>
  <inkml:trace contextRef="#ctx0" brushRef="#br0" timeOffset="167197.43">17836 6184 867 0,'0'0'336'0,"0"-9"-24"0,3 1-25 0,0 2-26 0,1-2-34 16,3 3-22-16,0-2-13 0,-1-2-25 16,4 0-11-16,4-3-18 0,-3 4-18 0,3-3-12 15,-1-2-16-15,1 1-8 0,-4-2-17 16,3-3-26-16,-2 1-16 0,-1-4-17 0,-6-1 13 15,2 3-11-15,-3-1-2 0,-2 0 7 0,3 0 23 16,-8 1 1-16,8 2 7 0,-9-1 8 16,5 6-3-16,-3-3 31 0,3 3-34 0,-3 3-7 0,3-1 5 15,-3 2 3-15,3 2-8 0,0 5-13 16,0 0 5-16,0 0-2 0,0 0-5 0,-7 21 12 16,4-10-23-16,3 4 8 0,0 3-5 0,3 2 3 15,-3 5 15-15,6 0-1 0,-2 2-9 16,-1 2-21-16,8 3 11 0,-4-1-1 0,3 0-20 15,1-3-21-15,-1-1-28 0,0 2-51 16,4-2-28-16,-1-4-25 0,1-4-55 0,-4-3-114 16,3 1-421-16,1-7 24 0,-4-1 53 0,0-3 44 15,1-5 61-15</inkml:trace>
  <inkml:trace contextRef="#ctx0" brushRef="#br0" timeOffset="168214.49">18270 6119 819 0,'0'0'289'0,"0"0"-26"0,0 0-7 0,0 0-17 15,0 0-19-15,0 0-18 0,0 0-20 16,3 23-24-16,-3-15-9 0,0 2-8 0,3 1-11 16,1 0-20-16,0 0-10 0,-1 3 0 0,4-3-21 15,0 3 1-15,-1-3-4 0,5 0-14 16,-1 1-6-16,0-3-23 0,1 0 6 0,-1-2-9 16,0-2-1-16,0 0 1 0,-3-3 6 0,-3 2-3 15,2-4-4-15,-6 0-6 0,8-7 12 0,-8 0-14 16,0 0 5-16,-5-4 4 0,2-3 9 15,-3 3 7-15,-1-7 0 0,0-3 5 0,-1 2-15 16,-1 0-72-16,2-3 21 0,0-1 63 0,0 6 9 16,3-2-22-16,-2 2 4 0,3 1-1 0,2-1-7 15,1 3-3-15,0 2 5 0,1-1-15 16,-1 2 0-16,6 1-10 0,-2 3 5 0,3-1-3 16,0 4-10-16,0 2 2 0,5 4 4 0,0 2-4 15,-2 0 8-15,4 3 1 0,-1 6-4 16,4-1 4-16,-3 3-4 0,-1 3 6 0,1-1-3 15,-1 1 0-15,2 2-2 0,-2-2-3 0,1-1-10 16,2 0 3-16,-4 1-4 0,1-1-1 16,0-3-11-16,1-3 5 0,-4 2-5 0,1-4-2 15,2 0 17-15,-3-2-10 0,1-4 1 0,-1 1 6 16,0-4 1-16,1-4-8 0,-1 2-7 16,-3-5 0-16,4-3-11 0,-2-5 15 0,-2-1-1 15,3-2 11-15,-2-1-11 0,-5 0 9 0,3 2 8 16,-2 0 8-16,-1 5-1 0,0-2 3 0,1 3-2 15,0 3-8-15,-4-1-5 0,3 2-3 0,-3 5 16 16,4-1-11-16,-4 3 6 0,0 0 15 0,0 0-3 16,6 12-12-16,-3-5-8 0,1 2 15 15,-1 0 3-15,1 0 0 0,3 0-3 0,-1 1 3 16,1-2-6-16,0 6-2 0,1-5-12 0,1-1 14 16,-2 0-12-16,3-1 5 0,1-3 0 15,-1 2 3-15,0-4-1 0,1 2 3 0,-1-4-2 16,0-2-6-16,4-1 1 0,-5-2-11 0,-2 1 0 15,4-7-15-15,-1-1-13 0,-3-3 3 0,0-2-13 16,-3-1 22-16,-1 1-9 0,0-1 12 16,0 1 3-16,-3-1 23 0,1 3 3 0,-1 2-3 15,3 1 10-15,-3 2-20 0,3 1 5 0,-3 2-5 16,3 0-19-16,-2 6 22 0,-1 1 12 16,0 0-5-16,0 0 5 0,20 11-8 0,-13 2-2 0,0-1 23 15,3 2-10-15,-3 5-11 0,3 4 9 16,-2-4-9-16,1 3 6 0,-2-1-1 0,-3 1 1 15,2 2 15-15,-2-5-13 0,-4 2 0 0,0-3 2 16,0-1 1-16,-4 1-3 0,1-2 8 16,-1 0 2-16,-2-4 29 0,2 0-34 0,-2-5 21 15,-2-1-3-15,2-1-10 0,2-3 5 0,-2-2 5 16,6 0 3-16,0 0-16 0,-15-2 16 16,15 2-11-16,-9-6-2 0,9 6 3 0,-4-9-3 15,7 6-8-15,-3 3-5 0,4-13-2 0,-1 6 4 16,8-1-4-16,-1-2-1 0,0 0 6 15,4 1 0-15,0-6 0 0,3 3-8 0,0-3 0 16,3 1-8-16,-6-3 5 0,3 2 1 0,1-2-9 16,-5-1 11-16,0 0 0 0,1 1-7 0,-4 0-3 15,-3 0 2-15,1 3 21 0,-5 2-6 0,3-1 4 16,-2 3 4-16,-4 2-10 0,3 1-5 0,-3 2 8 16,0 5-1-16,-6-5-4 0,6 5 7 15,0 0-17-15,0 0 9 0,-18 14 6 0,14-5 7 16,-2 0 1-16,3 1 1 0,-1 5-11 0,4-4-6 15,-3 4 7-15,6 1 1 0,-3 1-8 16,4 0-5-16,2-1-26 0,1 1-25 0,4 0-31 16,2-1-82-16,5 1-126 0,-2-3-531 0,5-1 19 15,0-1 111-15,-1-7 36 0,0 1 71 0,-2-6 49 16</inkml:trace>
  <inkml:trace contextRef="#ctx0" brushRef="#br0" timeOffset="168597.44">19761 6098 793 0,'0'19'297'0,"0"-4"-31"16,0-1-28-16,0-1-10 0,0-3-28 0,0 3-16 16,0-3-18-16,0-2-22 0,-3 1-6 15,3-1-10-15,0 0-5 0,0-4-6 0,0 2-1 16,0-6-16-16,-5 6-19 0,5-6-1 0,0 0-11 15,-16-12 0-15,12 4-5 0,-7-4 0 0,1-11-8 16,-3-2-17-16,2-7-3 0,-5-11-1 0,1-5-65 16,2 2 7-16,3-1 28 15,0 6-16-15,6 7 24 0,1 0 0 0,3 7 18 0,-3-3-6 16,6 4 6-16,-3 1 0 0,3 6-6 0,0-2 21 16,1 3-33-16,-1 2 0 0,2 3 2 15,4 0 1-15,-2 6-1 0,3 3-7 0,-2 3 0 16,2 1 9-16,3 2-4 0,1 5-13 15,-1 0 8-15,1 3 5 0,-4 1-3 0,4 3 0 16,-4 3 0-16,0 0-2 0,-3 2-3 0,1 3-25 16,-5-5-39-16,0 2-15 0,0-1-52 0,-2 3-96 15,-1-3-81-15,0 0-267 0,0-3-150 0,0 1 52 16,-1-5 67-16,1-3 43 0</inkml:trace>
  <inkml:trace contextRef="#ctx0" brushRef="#br0" timeOffset="168980.03">19832 5861 985 0,'0'0'348'16,"14"-2"-20"-16,-14 2-29 0,20 2-22 0,-10 3-26 15,4-1-19-15,0 2-34 0,3 2-12 16,-3 4-32-16,3 1-3 0,0-1-20 0,-3 3-3 0,-1 2-26 16,1 0-10-16,-7-1-2 0,0 1-3 15,-1 0-8-15,-3-1-10 0,2 1 3 0,-5-3-18 16,-3-2 10-16,1 1-3 0,-1-1-17 0,-3 0 14 15,2-3-12-15,-2-5-23 0,2 2 29 16,-4-3-24-16,2-3-8 0,6 0 6 0,-13-4-8 16,9-5-3-16,-2 0-5 0,2-4 3 0,4-4 15 15,0 0-15-15,0 1-3 0,7-3 3 16,0-4-5-16,-1 4 2 0,7 0-10 0,-2-1-5 16,0 2 5-16,3 1 5 0,-1 2-7 0,4 3-11 15,-3-1 18-15,0 6 0 0,-1-1-15 16,5 4 5-16,-5 4 5 0,3 0 2 0,-1 1 3 15,1 5-10-15,-1-1 15 0,2 3-4 0,-1 6 4 16,-1 2-13-16,-2 0 8 0,0 0 8 0,-2 2-8 16,-1-1-2-16,0 2-3 0,-2-1-23 0,1-2-41 15,-2-1-49-15,-3 1-74 0,2-1-135 0,-2-4-561 16,0-3 115-16,-1 1 54 0,0-5 64 16,-3-2 66-16,0-2 51 0</inkml:trace>
  <inkml:trace contextRef="#ctx0" brushRef="#br0" timeOffset="169497.31">20574 5729 773 0,'0'0'299'0,"-3"7"-28"0,-1 0-2 16,-2 1-33-16,3 2-19 0,-5-1-20 0,1 5 80 15,0-3-37-15,-2 4-20 0,1 0-12 0,2-2-14 16,-1 3-4-16,3 1-32 0,1-2-9 16,-4 2-13-16,7-2-37 0,0 1-1 0,0-2 4 15,3 1-10-15,1 0-33 0,3 0 13 0,0-1-3 16,2-3-3-16,5 0 1 0,-3-2 2 0,3-1-15 15,2-1-6-15,2-3 6 0,2-2-5 16,-3-2-24-16,0 0-7 0,4-6 13 0,0 3-28 16,-5-5-11-16,5 0 8 0,0-5 0 0,-5 1-10 15,2-5-8-15,-5 0 0 0,1 1 0 0,-4-5-3 16,-3 6 1-16,-1 1 17 0,-1 0 6 16,-2 3-13-16,-3 2 7 0,0 1 1 0,0 2 2 15,-3 4 0-15,3 2 0 0,-11-5 7 0,11 5 1 16,-13 5 23-16,6-3-3 0,-1 4 10 15,2 2 3-15,-1 1-20 0,1 0 2 0,2 2 0 16,0 2 10-16,1-2-10 0,3 3-8 0,0 3-2 16,3-1 8-16,1 1-3 0,6 2 2 0,0-2-5 15,1 5-15-15,2-5-28 0,8 2-43 16,-1 2-70-16,1-10-20 0,3 7-740 0,3-1 23 16,-2-3 120-16,-2-5 57 0,4-1 71 0,-6-6 51 15</inkml:trace>
  <inkml:trace contextRef="#ctx0" brushRef="#br0" timeOffset="169680.81">21685 5901 993 0,'3'-5'425'16,"1"1"-49"-16,3 0-31 0,-3 0-22 0,2-2-42 15,4 3-42-15,-3 3-91 0,4-5-102 0,-1 2-143 16,3 2-594-16,-2-2-16 0,-1 3 90 0,0-2 70 16,-10 2 65-16</inkml:trace>
  <inkml:trace contextRef="#ctx0" brushRef="#br0" timeOffset="169880.19">21671 6086 1113 0,'0'0'399'0,"-3"5"-25"0,3-5-16 16,0 0 3-16,0 0-43 0,0 0-57 16,0 0-21-16,10 2-17 0,-10-2-13 0,14-1-31 15,0 1-12-15,-4-4-16 0,4 2-29 0,-1 2-9 16,-3-1-59-16,1 0-64 0,2-1-6 16,-6-1-107-16,1 3-212 0,1-1-535 0,-2 1 97 0,-4-2 56 15,-3 2 69-15,4-5 75 0,-4 5 64 16</inkml:trace>
  <inkml:trace contextRef="#ctx0" brushRef="#br0" timeOffset="170863.53">23244 5728 806 0,'-6'-3'266'0,"6"3"-10"0,0 0-26 15,-11 0-30-15,11 0-18 0,-10 9-16 0,6-1-15 16,-6 3-10-16,6 6-26 0,-2-1-7 16,2 2-16-16,-2 6 2 0,2-2-6 0,1 3-17 15,3-2-17-15,0-1 7 0,0 0-4 0,3-3 2 16,1 5-18-16,-1 0-11 0,4-5 9 0,-1 1 4 16,5-2-10-16,-1-5-10 0,-3 0 0 15,4-2 3-15,2-4-3 0,-4-1 8 0,3-4-8 16,-3-1 13-16,2-2-21 0,-1-1 6 0,3-5-4 15,-3-4 6-15,1-2-5 0,-4-4-10 0,-1-1 10 16,-2-6-13-16,-1-1 10 16,-3-1-9-16,0-4-4 0,0 2 21 0,-3-1-18 0,0 2 8 15,-1 2 8-15,-2 2 2 0,-1 2 5 0,0 2 8 16,3 3-13-16,-2 1 5 0,-1 1 15 16,0 2-25-16,0 3 0 0,0-1-5 0,0 5 10 15,-2 4 3-15,1-2-11 0,8 3 0 0,-20 7 6 16,9-1-6-16,-2 3-10 0,6 2 0 0,-3 2-5 15,3 1-5-15,0-1 10 0,4 4-12 16,3-2-1-16,0 1 13 0,0 1-2 0,6-1 2 16,-2 1-3-16,7 0-2 0,-1 0-2 0,6-1-24 15,-1 0-35-15,5-5-29 0,4 4-66 0,3-5-143 16,4 0-500-16,-4-3 126 0,4-1 10 16,-4-4 56-16,-2 0 70 0</inkml:trace>
  <inkml:trace contextRef="#ctx0" brushRef="#br0" timeOffset="171263.84">23641 5975 849 0,'-11'10'313'16,"1"3"-27"-16,6-1-25 0,-5 1-23 0,1 0-20 15,5 2-16-15,-1 1-30 0,-2 2-19 16,3 0-2-16,3 2-18 0,0-1-20 0,0 0 0 15,0 2-14-15,3-2-11 0,3-1-9 0,1 4-7 16,1-4-8-16,2 1-11 0,0-5-4 16,1 1-6-16,2-5 4 0,0-1-7 0,1-1-1 0,0-4 7 15,3 0-18-15,-4-3-10 0,4-2 13 16,-3 0-11-16,0-6 3 0,2-2-2 0,-4 0-14 16,-2-7 6-16,0-5 8 0,-4 1-9 15,1-3-4-15,-6-2 0 0,2 6 25 0,-6-6-5 16,2 1 11-16,-2 6 12 0,-4-3-13 0,3 3 11 15,-2 3-72-15,-1 3 10 0,0-4 0 0,-3 5-12 16,0-1 22-16,-3 2-5 0,2 1-7 16,1 3 5-16,0 2-3 0,-4-1 16 0,4 3-6 15,-1 0-5-15,1 2-2 0,0 0-8 0,10 0-2 16,-15 3-14-16,3-2-17 0,8 5-28 16,-2-2-18-16,1 3-36 0,2-1-49 0,3-2-113 15,0 3-362-15,3-1-52 0,2 2 64 0,4-4 48 16,-2 0 67-16</inkml:trace>
  <inkml:trace contextRef="#ctx0" brushRef="#br0" timeOffset="171580.11">24218 5996 808 0,'0'0'290'16,"14"-1"-29"-16,-4-1-36 0,0 1-18 0,4-3-17 15,-1 2-16-15,8 0-18 0,-3-3-20 16,2 4-16-16,3-2-46 0,-1-1-48 0,0 0-90 0,-1 3-290 16,0-4-301-16,-1 3 28 0,-2-6 77 15</inkml:trace>
  <inkml:trace contextRef="#ctx0" brushRef="#br0" timeOffset="171797.13">24444 5685 911 0,'-3'7'299'0,"3"1"-33"0,3 3-99 16,0 3-11-16,0 3-2 0,1 4-16 0,3 2-15 15,3 2-21-15,-3 5 3 0,3-3-18 0,4 5-3 16,-1-4-9-16,-2 3-37 0,3-4-43 15,2 0-59-15,-1 2-51 0,1-5-110 0,1 1-441 16,0-3 67-16,1 0 23 0</inkml:trace>
  <inkml:trace contextRef="#ctx0" brushRef="#br0" timeOffset="172281.91">25018 5821 767 0,'-1'21'274'0,"1"-2"-23"0,-3-1-13 0,3 3-30 16,0-4-14-16,0 2-17 0,2 4-16 0,0 0-13 16,1 2-22-16,5-3-8 0,-2 2-8 15,-2-1-16-15,6 1-7 0,0-6-5 0,-3 0-5 16,3 0-13-16,1-4-5 0,2 0 2 0,-3-4-9 15,1-1 4-15,-1-1-18 0,3-6 13 0,-2-2-7 16,-1 0-6-16,0-2-9 0,4-7 4 16,-4-3-2-16,1-1 2 0,-1-5 0 0,-3-4 0 15,-4-4-7-15,3-7-8 0,-6-1 0 0,0 1-5 16,-3-3 7-16,-3-1-7 0,-1 5 18 16,4 6-16-16,-4 1 3 0,3 0 13 0,-3 4-6 15,-3 0 8-15,4 3 11 0,-2 4-6 0,1 2-4 16,-3-1 1-16,2 5-1 0,-4 4-9 0,2-2 9 15,-1 6-4-15,-1 2-12 0,-3 2 8 16,4 4-8-16,-2 2 7 0,3 1-14 0,-1 3 9 16,5 1-2-16,-1-2 0 0,3 3-5 0,1 1 5 15,-1 0-6-15,4 2 4 0,0-1-6 16,4-1-5-16,3 0 8 0,0 2 7 0,2-5-9 16,2 3 1-16,-1-1-17 0,8-3 8 0,1 0-57 15,2-3-41-15,3 0-22 0,-3-2-96 16,3-1-73-16,3-1-270 0,-3-5-199 0,-4 0 49 0,4-2 89 15,-6 0 54-15,2-5 76 0</inkml:trace>
  <inkml:trace contextRef="#ctx0" brushRef="#br0" timeOffset="172547.81">25626 5903 1041 0,'0'0'310'0,"0"0"-46"16,-9 20-1-16,9-9-14 0,-1 0-29 15,1 4-15-15,0 3-24 0,0 2 1 0,1 0-13 16,2 4-23-16,0 1-8 0,0 0 5 0,1 0-22 16,-1 0-4-16,4 0-6 0,-3 0-19 15,-1-4-10-15,4 2-8 0,-4 0-8 0,4-4-78 16,-4-1 14-16,2-3 3 0,1 2-5 0,-3-2-5 16,1-1 3-16,-1-4-4 0,-3 1-4 15,3-4 18-15,1 0 17 0,-4 1-19 0,3-1 4 16,-3-3-5-16,4 2-31 0,-4-2-50 0,4-2-124 15,-4-2-614-15,3 2 77 0,-3-2 35 0,0 0 78 16,6-14 66-16</inkml:trace>
  <inkml:trace contextRef="#ctx0" brushRef="#br0" timeOffset="173613.81">26005 5578 826 0,'0'0'346'0,"0"0"-34"0,0 0-28 16,0 0-18-16,0 0-27 0,15 1-24 0,-15-1-29 16,16 7-19-16,-5-1-11 0,-1-2-31 15,0 1-45-15,4-2-32 0,-4 3-25 0,1-3-30 16,-1 1-50-16,3-4-37 0,-5 1-75 0,2-1-85 15,0 0-96-15,-2 0-91 0,3-1 111 0,-6-5 164 16,2 4 53-16,-4-6 75 0,4 0 40 16,-6 0 37-16,2-1 20 0,-3 0 17 0,3-4 24 15,-3 4 3-15,0 0 22 0,-3 1-7 0,3-2 17 16,0 3 70-16,0 0-8 0,-3 3-33 0,3 4-21 16,0-8-17-16,0 8-16 0,0 0-3 15,0 0-4-15,0 0-11 0,0 0 0 0,0 21-23 16,3-12 11-16,-3 3-16 0,0 0-8 0,0 1-2 15,3-2-8-15,-3 3-8 0,0-1 11 16,0 1-13-16,0 0-8 0,0-1-13 0,-3 0-28 16,3 2-30-16,0-6-24 0,0 2-17 0,0 0-31 15,-3-1 2-15,3-4-2 0,0 1 18 16,-5-1 20-16,2-4 5 0,3-2 5 0,-4 6 29 16,4-6 36-16,0 0 35 0,-13-2 13 0,13 2 10 15,-11-6 24-15,5 3 9 0,2-2 6 16,-2 0 5-16,2 1 0 0,-2-2-8 0,2 3 13 15,2-5-8-15,-3 2-28 0,5-1 3 0,-3 3 4 16,6-4-6-16,-3 1-14 0,6 0-2 0,-1-1-13 16,2-1-6-16,3 1-12 0,3 2-15 0,-2 0-39 15,5-1-43-15,1 1-49 0,-3 3-71 16,0 0-182-16,7 1-446 0,-5-1 105 0,-1 3 67 16,1 0 64-16,-1-1 51 0</inkml:trace>
  <inkml:trace contextRef="#ctx0" brushRef="#br0" timeOffset="173930.19">26775 5550 965 0,'-4'-8'383'16,"1"4"-63"-16,-3 2-2 0,6 2-29 0,-10-2-23 15,10 2-33-15,-12 1-23 0,3 0-23 16,-1 5-26-16,-1-1-12 0,-2 7-11 16,3-4-8-16,-5 4-19 0,2 4-12 0,-1 0-7 0,1 2-10 15,2 0-20-15,1 3-54 0,0-1-14 0,4 2 1 16,1 0 8-16,2-3-8 0,3 1 12 16,0 1-4-16,3-2 0 0,2 4 4 0,1-4-7 15,4 3 5-15,0-5-7 0,1 0-6 0,5-1-7 16,-1-3-19-16,1-1-47 0,2-2-24 15,3 0-31-15,-5-2-30 0,5-2-106 0,-1-4-340 16,-1-2-97-16,-3 2 36 0,3-4 67 0,-1 0 65 16</inkml:trace>
  <inkml:trace contextRef="#ctx0" brushRef="#br0" timeOffset="174346.49">27056 5742 1136 0,'-4'-6'363'0,"2"2"-94"0,-3-2-36 0,-1 3-13 16,-1-2-15-16,3 4-28 0,4 1-13 16,-20 0-11-16,13 3-12 0,-7 2-16 0,4-1-7 15,0 3-8-15,-4 5 0 0,4 0-25 0,-4 3-9 16,4-2-17-16,0 3-2 0,3 3-6 0,-1-4 3 16,2 1 2-16,2 0-13 0,1 0-2 0,0 1-2 15,3-3-14-15,3-2 1 0,0 1-13 16,-2-2-21-16,5 2 6 0,1-4-11 0,1-2 8 15,-2-3-3-15,4 2 5 0,-3-5-2 0,4 1 0 16,-2-4 0-16,-2 0 15 0,1-5-7 16,1-1-6-16,-5-1 8 0,3-5-10 0,-1 3 23 15,2-3-5-15,-5 3 2 0,2-2-2 0,-3 4 8 16,-2-1 9-16,3 1 1 0,0 1-11 16,-3 1-9-16,0 3-1 0,3-2 13 0,-3 6 0 15,1-5-13-15,-1 5-2 0,0 0-3 0,0 0 5 16,0 0 3-16,0 0-3 0,6 15-2 15,-2-9-3-15,-3 2 11 0,5 1-16 0,-2-2 12 16,2 2-14-16,1 0-8 0,0-1-44 0,3 0-8 16,0 1-30-16,1-1-95 0,2 0-48 0,2-4-131 15,-2 1-394-15,3-3 20 0,-1-2 113 0,-2 0 53 16,-2-2 65-16</inkml:trace>
  <inkml:trace contextRef="#ctx0" brushRef="#br0" timeOffset="174647.05">27318 5773 775 0,'0'9'297'0,"0"1"-28"0,0 1-23 0,1 3-16 15,-1 3-43-15,0-1-6 0,3 1-22 16,0 0-10-16,-3-1-19 0,4 0-10 0,-4-4-17 16,3 2-16-16,-3-2 5 0,4 1 0 0,-4-2-7 15,0-1-11-15,3-2 15 0,-3-1 11 16,0-1-2-16,0-6-19 0,-3 8 3 0,3-8-3 15,0 0 18-15,0 0-30 0,-17-13 20 0,13 5 0 16,-3-3-28-16,-3-3 0 0,3-4-8 16,1 0-69-16,-1-1 10 0,-1-1 14 0,2 2-12 15,2 1 27-15,-2 1-11 0,3 0 0 0,3 4 19 16,-1-1-19-16,1 2-10 0,1 2-18 0,2-2-21 16,0 1-7-16,4 0-51 0,3 3-26 15,0 2-56-15,1-2-136 0,3 2-494 0,2 1 95 16,-1 0 54-16,1 0 74 0,-2-2 76 0</inkml:trace>
  <inkml:trace contextRef="#ctx0" brushRef="#br0" timeOffset="174830.77">27628 5743 862 0,'1'24'343'15,"0"-5"-33"-15,-1 4-29 0,3-3-17 0,-3 2-16 16,3 3-15-16,1 2-28 0,3 6-31 15,-3 1-5-15,-1-1-18 0,3 0-10 0,-2 0-31 16,5 1-20-16,-7-2-67 0,4-1-52 0,1-5-91 16,-4-1-213-16,4 0-396 0,0-6 22 0,-3-2 67 15,-1-4 67-15</inkml:trace>
  <inkml:trace contextRef="#ctx0" brushRef="#br0" timeOffset="175104.97">27623 5767 1059 0,'0'-13'307'0,"3"5"-23"0,-1 0-4 0,0 4-35 15,1-4-27-15,3 2-21 0,2-1-28 16,-1 4 0-16,3 2-28 0,1-1-8 0,-1 4-16 16,0-1-9-16,4 2-3 0,2 4-21 15,-1 1-7-15,-2 0-10 0,-3 6 7 0,4-4-13 16,-4 3-4-16,1-1-6 0,-5 3-10 0,-2-4 10 15,2 4-10-15,-3-3-5 0,-3 1-3 16,-3-1 0-16,0 3-7 0,-1-1-8 0,-2-3 13 16,-5 3-8-16,5-3 0 0,-1-1-16 0,-3 2-32 15,4-3-26-15,-3-7-36 0,0 4-144 0,2-3-232 16,0-2-315-16,7-1 40 0,-7-4 109 16,7 4 43-16,-5-7 61 0</inkml:trace>
  <inkml:trace contextRef="#ctx0" brushRef="#br0" timeOffset="175415.81">27958 5838 762 0,'13'-10'269'0,"-2"0"-8"0,-4 1-15 16,0 1-26-16,2-1-13 0,-5 3-4 0,3-2-27 16,-3 0-7-16,-1-1-15 0,3 1-11 0,-5-3-7 15,2 3-8-15,0-1-8 0,-3 1 5 0,0 2-12 16,0-1-13-16,0 3-13 0,0 4-3 0,-3-8-4 15,0 4-9-15,3 4-17 0,-10 0 2 16,10 0-7-16,-15 12-5 0,6-8-11 0,2 3 5 16,0 7-2-16,-1-3-15 0,-1 3 9 15,5-1-9-15,-2 2 2 0,3 2-10 0,3-3 5 16,0-2 10-16,0 3-28 0,3 0 12 0,0 1 6 16,4-4-7-16,2 1-4 0,2-2-12 15,0-1-28-15,2 0-39 0,1-4-20 0,3 1-44 16,5-2-71-16,0-4-108 0,1 0-312 0,-5-2-90 15,6-5 31-15,-3-1 98 0,-1-2 45 16</inkml:trace>
  <inkml:trace contextRef="#ctx0" brushRef="#br0" timeOffset="175612.86">28300 5395 627 0,'-7'12'268'0,"4"-3"-12"0,3 1-25 0,-4 5-14 15,4 3-12-15,0 1-13 0,4 6-23 16,-4 0-10-16,5 4 53 0,-3 0-17 0,4 5-16 16,-2-3-15-16,5 2-24 0,-1-1-9 0,-1 0-6 15,1-4-12-15,-3 0-75 0,6 2-58 0,-2-10-54 16,-2 2-157-16,-3-2-513 0,5-5 29 16,-4-3 101-16,-2-1 53 0,-3-9 65 0</inkml:trace>
  <inkml:trace contextRef="#ctx0" brushRef="#br0" timeOffset="175846.7">28151 5696 1036 0,'0'0'384'0,"-8"-4"-72"0,8 4 1 16,-7-1-52-16,7 1 18 0,0 0-59 0,-4-5-23 15,4 5-18-15,0 0-23 0,0 0-10 16,14-8-13-16,-4 5-20 0,4-2-18 0,3 2 15 15,4-3-16-15,-1 4-12 0,0 0-20 0,1-2 2 16,0 1-41-16,2 0-26 0,-2 3-53 16,0-1-34-16,-1 0-94 0,0 1-126 0,1 1-509 15,-1 0 110-15,-2 2 33 0,1-6 75 0,-4 3 56 16</inkml:trace>
  <inkml:trace contextRef="#ctx0" brushRef="#br0" timeOffset="176330.34">29032 5618 972 0,'0'-5'425'16,"0"5"-26"-16,3-6-38 0,-3 6-36 0,-3-7-25 15,3 7-21-15,-4-4-36 0,4 4-20 0,-11 0-21 16,11 0-10-16,-16 7-26 0,5-1-20 0,-2 2-2 15,-1 0-14-15,4 2-20 0,-2 1-7 16,-1 2-22-16,0-2-4 0,3 3-8 0,-1-3-17 16,2 3-1-16,-1 0-5 0,5-2 10 0,-1 1-28 15,2-2 6-15,1-2-14 0,0 1-10 16,3-2 1-16,0 1-9 0,3-1-2 0,2-1-15 16,0 0 15-16,3-3-16 0,1 0 4 0,-2-3-17 15,3 1 22-15,1-2 2 0,-11 0-8 16,17-3 8-16,-4-4-13 0,-3 0 2 0,-3 0 6 15,4-2 10-15,-1-1-5 0,-3 0 8 0,-1 1 17 16,-1 2 6-16,1-2-11 0,-3 1 29 0,-2 2-14 16,2 2-12-16,0-2 15 0,1 1-15 15,-1 2 0-15,-3 3 8 0,0 0-6 0,0 0 6 16,0 0-11-16,0 0-4 0,0 0 1 0,0 0-9 16,0 18 10-16,0-12-6 0,3 2-4 15,-3-4 0-15,6 3 7 0,-4 3-10 0,1-3 5 16,4 1-10-16,-1 1-11 0,5-1-25 0,-4-2 3 15,3 1-57-15,4-3-27 0,-1 1-65 16,0-4-82-16,1 2-225 0,-3 0-335 0,6-6 27 16,-2 2 73-16,-3-2 79 0,-1-2 64 0,2-4 58 15</inkml:trace>
  <inkml:trace contextRef="#ctx0" brushRef="#br0" timeOffset="177099.51">29319 5617 650 0,'0'0'245'0,"0"0"-30"0,0 0-7 15,0 0-19-15,9 18 6 0,-8-10-44 0,-1 2 59 16,3-2-8-16,-3 6-28 0,4-3-13 0,-4 3-23 16,0-3-10-16,3 3-12 0,-3-3-19 15,0 3 5-15,0-5-22 0,0-1-4 0,0 1-4 0,-3-1 7 16,3 0 3-16,0-2 21 0,0-1 4 16,0-5-20-16,0 6 3 0,0-6-8 0,0 0-8 15,0 0-13-15,0 0-7 0,-7-17 0 0,7 9 0 16,0-1-6-16,0-3-2 0,3 0 3 15,1 2-6-15,-1-3-7 0,0 2-5 0,1 1 10 16,1-2-13-16,0 2-13 0,1 3 9 16,-1-1-9-16,4-1 5 0,-2 5-4 0,0-2-1 15,1 5 0-15,1-3-2 0,-2 1 0 0,3 3 0 16,1 0 2-16,-11 0 6 0,17 0-19 0,-3 2 6 16,-4-1-16-16,4-1 26 0,-4 1-8 0,6 2 1 15,-2-3-1-15,-3 0-13 0,6-3 6 16,-4 2-3-16,1 0 5 0,0-2 5 0,0 2 0 15,-1-4 11-15,-3 3-3 0,1-4-3 0,2-1-17 16,-3 2 7-16,-2-2-3 0,2-5 1 0,-2 3 2 16,-3-1-10-16,3-1 7 0,-5 1 6 15,0-1-10-15,0 1 7 0,-2 2-13 0,2 2 11 16,-3 1 2-16,0 5-5 0,-3-6 5 16,3 6-3-16,0 0-7 0,0 0 0 0,-21 17 10 15,17-9 5-15,-2 2-15 0,-1 3 0 0,1-1 3 16,1 2-6-16,-1 1 8 0,5 1-3 15,-5-4-12-15,6 5-57 0,-3-2 11 0,6 0 5 16,-3-4 2-16,3 3 3 0,1-1 15 0,-1 2 8 16,8-2 17-16,-1-3-24 0,0-1 14 0,4-2 8 15,-1 1 3-15,4-5 13 0,0-2-14 0,1 2-1 16,3-6 1-16,1 2-6 0,-1-2 4 16,3-5 18-16,-3-2-10 0,3-2-6 0,-3-1-4 15,1-6 5-15,-4 1 7 0,0-2-7 0,-5 4 8 16,1-2 2-16,-7 2 7 0,0 2 3 15,2 3-10-15,-4 2 6 0,1-3-6 0,-4 8 0 16,-2-1 5-16,-8 2-5 0,8 3 10 0,-14 1 0 16,4 2-5-16,-1 2 3 0,0 3 10 0,-1-4-13 15,0 5 5-15,1-2-7 0,1 6 2 0,-2-4 5 16,5 1-10-16,0-1 3 0,1-1-8 16,3 0-1-16,-2-1 17 0,2 1-6 15,3-2-5-15,0-2 13 0,3 2-13 0,0-2 10 0,2 0-5 16,1-1-18-16,-2-2 16 0,2 4-3 15,1-4 0-15,-7-1 10 0,11 3-7 0,-3 0 14 16,-3-2-6-16,-5-1 1 0,10 3 1 0,-3-2-8 16,-3 3-10-16,4-3 0 0,-3 1-15 0,1 2-37 15,-1-2-37-15,2 0-96 0,-4 3-102 16,3-3-532-16,-2 3 69 0,2-3 51 0,-6-2 72 16,8 0 61-16</inkml:trace>
  <inkml:trace contextRef="#ctx0" brushRef="#br0" timeOffset="177330.58">30286 5475 898 0,'4'9'402'0,"-1"2"-13"15,1 4-56-15,2 3-1 0,-6 0-50 0,5 3-26 16,-4 4 0-16,0 1-28 0,-1 3-31 0,-1 6-31 15,-5-1-7-15,-1 0-3 0,-7 11-15 16,-3 1-29-16,-6-1-42 0,-8-3-58 0,-3 1-78 16,-12 4-121-16,-1-4-640 0,-7-1 39 15,-1-4 89-15,4-12 87 0,-7-7 47 0,-1-2 58 16</inkml:trace>
  <inkml:trace contextRef="#ctx0" brushRef="#br0" timeOffset="178213.18">26396 5761 903 0,'0'0'305'0,"0"0"-34"0,0 0-25 16,0 0-21-16,0 0-33 0,6 6-3 0,-6 2-17 15,3 3-19-15,-2 3-7 0,3-1-10 0,2 8-3 16,-2-2-28-16,5 4-5 0,-5 2-11 16,7 2 1-16,-4 4-5 0,3-4-1 0,4 0-5 15,-4 2-7-15,3-3-3 0,4 0-13 0,-3-1 8 16,3 0-7-16,1-1-11 0,-2-1 13 16,5-4 10-16,-1 0-21 0,-3-4-1 0,1 0 6 15,-1-3-30-15,0 1 26 0,0-5-11 0,-3 0-17 16,4-1 4-16,-5-3 1 0,0 2 5 15,-3-2-18-15,1 1-24 0,-1-2-14 0,-1 2-32 16,-1-3-12-16,-1 0-56 0,-1 2-34 0,-2-3-53 16,-1 2-211-16,0 1-352 0,-3-4 40 0,0 0 62 15,0 0 66-15,0 0 70 0</inkml:trace>
  <inkml:trace contextRef="#ctx0" brushRef="#br0" timeOffset="189994.84">20741 9794 875 0,'-3'-4'310'0,"3"4"-39"15,0 0-2-15,0 0-24 0,0 0-14 0,7 23-24 16,-7-10-17-16,4 5-16 0,-1 3-21 0,4 2-84 16,-1 2-2-16,1 2-6 0,0 2 1 15,0 3-11-15,0 1-15 0,-1 1-3 0,5-1-18 16,-4 0-38-16,0 1-30 0,2-5-63 0,-1 0-86 16,-2-4-141-16,1 0-366 0,0-7 77 15,0 1 59-15,-3-6 48 0</inkml:trace>
  <inkml:trace contextRef="#ctx0" brushRef="#br0" timeOffset="190361.31">20848 10215 857 0,'0'-7'315'0,"3"0"-36"16,0 0-85-16,0 1-7 0,1 0-20 15,4-2-16-15,1 0-16 0,1-1-20 0,1 1-12 16,3-1-8-16,-2-3 4 0,0 3-22 15,-2 1 0-15,4-2-18 0,-4 2-3 0,0-3-12 16,1-2-3-16,-2 2 5 0,-2-3 13 0,-1 1-21 16,-5-3-12-16,2-2 12 0,1-1-18 0,-4 2 1 15,0-1 2-15,-4 1 8 0,1-1-3 0,3 4 3 16,-4 2 4-16,4-2 6 0,-3 4 13 16,0 2-18-16,3 1-3 0,-3-1-10 0,2 5 3 15,1 3-11-15,0 0 11 0,0 0-8 0,0 0 10 16,-9 19-3-16,8-4-4 0,1-3-16 15,-4 7 18-15,4-1-18 0,4 0 8 0,-3 0 13 16,2 3-6-16,0 1-15 0,0 2 0 0,4 1-15 16,-1-2-13-16,2-1-18 0,2-1-33 15,0 2-31-15,1-4-44 0,2-1-45 0,1-1-129 16,-4-2-101-16,4-7-250 0,0 1 32 0,-1-1 86 16,1-8 44-16</inkml:trace>
  <inkml:trace contextRef="#ctx0" brushRef="#br0" timeOffset="191327.92">21254 10069 696 0,'0'-3'243'16,"-3"-2"-38"-16,3 5 7 0,0 0-15 16,0 0-18-16,0 0-22 0,-7 14-14 0,4-6 72 15,0 2-28-15,3 0-18 0,0 3-13 0,0-3-15 16,0 5-19-16,3-5-19 0,0 7-3 16,4-7-13-16,-1 5 7 0,1-5-14 0,1 3-9 15,2-3 6-15,3-2-10 0,-5 1-13 0,2-3-8 16,2-4 5-16,-1 4-5 0,-4-5 5 0,0-1-7 15,-7 0 7-15,14-5-5 0,-7 2-5 16,-1-4-8-16,-3-3-5 0,-2-1 11 0,2-3-9 16,-3 3-7-16,0-4 8 0,0 1-16 0,0-3 14 15,0 0-4-15,0 1-4 0,-3-1 4 16,3 2 6-16,0-3-8 0,0 6 8 0,3-3-13 16,-3 0-8-16,3 2 13 0,2 1 5 0,-2 2-10 15,3 0-10-15,1-2-8 0,-1 6 7 0,-2 0-4 16,7 0 2-16,-4 6-7 0,2 0 7 15,-9 0 7-15,18 6-17 0,-8-2 0 0,1 3 3 16,-1 1-3-16,0 4 15 0,1 1-5 0,-1-3-13 16,-1 4 8-16,-2-3 13 0,4 3-5 15,-4-3-8-15,3 2-3 0,0-3-66 0,-3 3 20 16,0-3-4-16,2-1 1 0,-1-1 9 0,-1-1 2 16,2-4 8-16,-2 4 2 0,4-5 5 15,-1-1-2-15,0-1 5 0,1-1 8 0,-1-1 5 0,-3-3 12 16,4 0-17-16,-2-2 2 0,-2-1-2 15,0 0 10-15,3 1 2 0,-6-1-10 0,2 1 5 16,-2 2 3-16,-1 0-10 0,4 1 2 16,-7 4-2-16,4-4 10 0,-4 4-16 0,0 0 3 15,0 0 21-15,0 0-8 0,10 8 5 0,-7-1 0 16,-3-2 2-16,3 0 1 0,1 1-11 0,-1-2 6 16,2 1-1-16,-2 2-5 0,3-4 21 15,-2 1-20-15,5 0-4 0,-1-4 11 0,-1 5 5 16,0-4 11-16,2-1-19 0,2 0 16 0,-4-4-3 15,6 2-5-15,-2 0-2 0,-1-4-1 0,0-3 11 16,-2 1-8-16,2 0 6 0,-1-3-4 0,2-2-7 16,-4 2-5-16,0-3-2 0,-1 3 7 15,1 2-6-15,0 0 12 0,0 0-19 0,-1 2 5 16,-2 1 8-16,3 1-23 0,0 3 15 16,0 2-2-16,-7 0-8 0,16 8 5 0,-5-1 3 15,-4 3 8-15,3 3-9 0,1-3 6 0,-2 7 0 16,-2-2-3-16,0 1 6 0,0 1 2 0,-3 0-10 15,-4 0-1-15,3-1 11 0,-6-4 3 16,0 3-6-16,-1 2 1 0,-3-3 15 0,0-3-13 16,0 2 2-16,1-4 14 0,-2-2 1 0,-2-3-6 15,3-2-1-15,-2 1 10 0,1-3-14 0,8 0-6 16,-13-5-6-16,9 1 22 0,1 0-9 16,0-6-7-16,3 3-2 0,3-1-1 0,1-3 3 15,2-2 0-15,4 2 11 0,4-4-14 0,0-2 3 16,9-2 3-16,-2 0 2 0,-1-1 0 0,1 1 2 15,0-4-7-15,-1 3-2 0,0-3 4 16,-2 3-2-16,-4 1 11 0,-1 1-6 0,-2 5 10 16,-1 0 1-16,-1 1-9 0,-4 0-7 15,1 4 3-15,-2 1-8 0,-1 3 7 0,-3-2 1 0,0 6 7 16,0 0-10-16,0 0 10 0,-13 17 1 16,5-9-9-16,1 4 6 0,-2 1-6 0,5 2-4 15,-3 0 7-15,3-2-3 0,1 4 11 16,3 0-5-16,0 2 7 0,3-1-10 0,5-2-2 0,-2 2-8 15,4-1-28-15,1 0-16 0,3 0-7 16,2-1-49-16,2-6-49 0,3 4-138 0,-1-5-463 16,4-2 36-16,-4-4 66 0,0-1 80 15,1-2 48-15</inkml:trace>
  <inkml:trace contextRef="#ctx0" brushRef="#br0" timeOffset="191711.87">22755 9991 593 0,'3'20'233'16,"-2"0"-13"-16,2-2 44 0,0-4-26 15,2-1-20-15,-3 4-21 0,2-2-18 0,-1 1-25 16,1-7-19-16,-1 5-4 0,0-3-6 0,0-1-10 16,-2-2 13-16,2-1-71 0,-3 0 7 15,0-7-13-15,-3 3-8 0,3-3 1 0,0 0-6 16,0 0-4-16,-17-15 6 0,12 5 1 15,-4-2-5-15,-1-8-13 0,-1-1 0 0,1-8 11 0,0-4-14 16,-7-12 3-16,7 2-2 0,3-4 9 16,3 5-1-16,0 9-1 0,1-2 0 15,3 5 5-15,3 3 0 0,1 1-10 0,0 0 0 0,-1 2 3 16,4 0-5-16,-1 6-4 0,-2 3 1 16,7 0 8-16,-1 5-11 0,0 2-4 0,1 1 1 15,2 5-7-15,-3 2 16 0,4 5-18 0,-1 0 2 16,1 3 15-16,-4 5-10 0,4-1 6 0,-4 9-4 15,-3-3-4-15,3 5 5 0,-3-1 0 16,-3 3-3-16,-1 0-20 0,1 3-49 0,-1-3-41 16,3 1-66-16,-5-1-95 0,6 0-310 15,-2-1-146-15,-3-5 41 0,1-1 67 0,0-4 59 0</inkml:trace>
  <inkml:trace contextRef="#ctx0" brushRef="#br0" timeOffset="192110.84">23001 9878 688 0,'7'-2'256'0,"3"1"-5"0,1 1-11 0,-1 0-37 16,4 1-11-16,-1 6-13 0,5 0-26 15,-2 2 6-15,-1 0-28 0,1 2 61 0,2 3-21 16,-5 2-17-16,1-2-11 0,-4-1-5 0,0 4-28 16,-3-2-5-16,3 1-20 0,-6-2 9 0,-4-1-12 15,0 1-5-15,0-3-18 0,-1 3 3 0,-5-3 14 16,3-1 1-16,-2-2 5 0,-1-1-92 15,-1 0 7-15,1-4 3 0,-1-3-13 0,7 0 29 16,-14-2-14-16,14 2-9 0,-13-8 9 16,9 0-2-16,0-4-5 0,4-1 3 0,0-4-4 15,4-1 12-15,0 1-9 0,5-6 16 0,-2 6-13 16,4-3 7-16,-1 0 1 0,3 3-8 16,-2 5-2-16,-1-2 4 0,3 4-10 0,1 3-2 15,-1-1 3-15,-1 5 1 0,1 1 9 0,1 4-16 16,-1 1 16-16,1-2-6 0,0 8 1 15,-1 1 7-15,1 2-10 0,0 1 2 0,-1 0 3 16,-2 4-8-16,-1-1 16 0,0 1-5 0,-6 0-1 16,5-2 8-16,-5 3-17 0,2-1-37 15,-1-2-4-15,-5 3-83 0,6-3-97 0,-5-3-250 0,-1 3-324 16,3-7 111-16,-3 0 72 0,0-1 56 0,0-5 84 16</inkml:trace>
  <inkml:trace contextRef="#ctx0" brushRef="#br0" timeOffset="192644.44">23709 9799 985 0,'0'0'330'0,"0"0"-10"0,-11 19-33 16,5-11-16-16,-1 4-33 0,-3 1-25 0,2 2-9 16,-2 2-14-16,1 1-8 0,2-1-24 0,-1-1-9 15,2 1-14-15,2 0-19 0,1-1-22 16,3 1-68-16,0-2-13 0,3 0 30 0,0-3-17 15,1 3-13-15,4-1 12 0,2-3-15 0,3 0 24 16,1-2-4-16,2-1-17 0,2-1 3 16,3-6-4-16,-1 2 4 0,1-1-9 0,2-7 1 15,-2 4-8-15,3-6-2 0,-3-3 7 0,3 2-13 16,-1-4 11-16,-2-6-6 0,0-2-5 16,-2 1-4-16,-1-4-1 0,-5 5 8 0,1 1-1 15,-7 0 1-15,0 1 3 0,-1 2 4 0,-1 3 1 16,-2 3 5-16,-3 1-8 0,-3 0 2 15,1 4-2-15,2 3 8 0,0 0-3 0,-13 0-2 16,13 0 7-16,-13 14 3 0,7-5-11 0,-2 3 11 16,1-4-13-16,1 9 10 0,2-3-7 15,0-2 4-15,1 3 4 0,2 2 7 0,1-3-13 16,1 3 5-16,2-2-5 0,1 1-15 0,3-1-29 16,0 0-22-16,2 0-8 0,2-1-46 0,3-3-65 15,3-3-122-15,-1 1-496 0,-1-3 91 0,4-3 62 16,-1 1 67-16,-1-6 63 0</inkml:trace>
  <inkml:trace contextRef="#ctx0" brushRef="#br0" timeOffset="192845.48">24495 9919 1290 0,'0'0'360'15,"0"0"-37"-15,10-1-31 0,-6-2-34 0,6-1-27 16,-3 1-14-16,7 1-25 0,-1-1-15 16,1 1-34-16,-1 1-33 0,2-2-38 0,1-1-67 15,2 4-31-15,-5-2-101 0,1 1-365 0,2-1-263 16,-5 0 74-16,0 0 74 0,-2 1 85 0</inkml:trace>
  <inkml:trace contextRef="#ctx0" brushRef="#br0" timeOffset="193045.05">24564 10065 1000 0,'-4'3'377'0,"4"-3"-96"0,0 0-30 0,-4 4-8 16,4-4-33-16,0 0-26 0,0 0-15 0,0 0-20 15,0 0-19-15,18 2-2 0,-18-2-15 0,20-2-18 16,-9-2-29-16,-1 4-40 0,4 0-65 0,-1-2-40 15,1-1-46-15,-4 1-211 0,3-1-396 16,1 2 69-16,-3-3 54 0,2 2 74 0</inkml:trace>
  <inkml:trace contextRef="#ctx0" brushRef="#br0" timeOffset="193611.41">25162 9726 908 0,'-10'17'302'16,"8"-9"-28"-16,-4 1-31 0,3 3-10 15,0 2-18-15,-1 1-15 0,1 2-21 0,0 0-23 16,-1-1-10-16,1 2-10 0,0 1-16 0,2-1-18 15,-3-2-7-15,4 2-13 0,4-1 8 0,-4-2-11 16,1-3-82-16,2 3 3 0,0-3 13 0,1 3 3 16,5-3-14-16,-2-1 6 0,1-2 17 15,2 1-12-15,0-2-13 0,1-2 5 0,0-2-7 16,0 1 22-16,0-3 3 0,0-2-18 0,2 1 6 16,-2-2 1-16,2-1-1 0,-2-3 4 15,-1 0 3-15,0-1-5 0,1-4-6 0,-2-4-1 16,-2-1 4-16,-1-3 5 0,-1-1 6 0,-2-5 2 15,1-2-16-15,-5-1-7 0,1-2 0 16,-3 4 8-16,0 0 15 0,-2 0-2 0,-1 4 9 16,-1-1-7-16,-2 3 5 0,1 1-2 0,-2 5-8 15,3-1 2-15,-7 4-4 0,1 2-11 16,0 1 15-16,-1 4 1 0,0 2-11 0,0 1-2 16,1 1-8-16,-2 6-5 0,-1 0 23 0,2 2-8 15,4 3 0-15,-3 1 0 0,2-1 1 0,7 2-6 16,-5 1 2-16,5-2-9 0,1 3 4 0,3-2 9 15,0-1 4-15,3 0-5 0,1 2-7 16,2-3 10-16,0 1-19 0,1-1 6 0,4-4 6 16,2 2-14-16,2-2-15 0,-2 1-33 0,5-3-57 15,-2 3-18-15,5-5-68 0,-2-2-121 16,-1 0-456-16,3 0 75 0,-5 1 38 0,2-3 87 16,-3-3 72-16</inkml:trace>
  <inkml:trace contextRef="#ctx0" brushRef="#br0" timeOffset="193979.27">25517 9949 555 0,'-4'9'238'0,"1"-4"5"0,0 1-5 15,1 3-23-15,-3 3 49 0,2-2-26 16,-1 1-15-16,-2 2-26 0,2 1-18 0,0-1 0 16,1 4-25-16,3-2-14 0,-3 3-86 15,3-3-8-15,0-3 3 0,0 7-8 0,3-1-8 16,0-1 16-16,1 0-19 0,3-1-1 0,-3-3 1 15,2 2 1-15,4-2-3 0,-2-1 0 16,2-4-15-16,0 4 10 0,2-1-2 0,-4-7 4 16,2 1-4-16,1-4 2 0,-1-1-13 0,0 0 26 15,1-1 5-15,-1-4-18 0,-3 1 0 0,4-4-13 16,-5-7 8-16,1 4-10 0,-4-5 10 16,0-2 0-16,-3 0 2 0,3 5 13 0,-6-5 1 15,0 2-6-15,0 1 0 0,-1 0 0 0,-3 1-2 16,0 1 7-16,0 3 8 0,-2-1-8 0,-2 4-7 15,0 1-3-15,-1-1 2 0,0 4-4 0,-1-1 7 16,-1 1-10-16,4 3-8 0,-3 0 3 16,-1 1 2-16,4 3-17 0,0 1-29 0,-1-4-30 15,1 6-24-15,3-2-50 0,-3-2-50 16,6 3-176-16,4-2-448 0,0 3 98 0,0-5 45 16,0-2 85-16,7 5 51 0</inkml:trace>
  <inkml:trace contextRef="#ctx0" brushRef="#br0" timeOffset="194211.5">25849 10026 1103 0,'0'0'335'15,"13"-2"-30"-15,-9 0-39 0,3-1-31 0,-7 3-25 16,21-1-8-16,-10 1-25 0,2 0-26 15,0 0-2-15,4 0-24 0,-3 0-10 0,3 0-28 16,-1-2-43-16,-1 1-49 0,-2-1-29 0,0-2-58 16,-2 3-54-16,2-1-192 0,-6-3-412 15,1 3 108-15,0-4 28 0,-6 1 71 0</inkml:trace>
  <inkml:trace contextRef="#ctx0" brushRef="#br0" timeOffset="194379.89">25975 9793 883 0,'-7'7'353'16,"4"-1"-23"-16,0-1-25 0,3 6-6 0,0 0-40 16,0 0-19-16,0 3-14 0,3 3-17 0,0 1-32 15,0-3-16-15,1 3-84 0,5 5 0 0,-4-4 2 16,2 3-17-16,2-3-6 0,-4 3-18 0,2-2-50 16,-1 3-63-16,1-4-58 0,-1 4-399 15,-2-5-241-15,-3 1 102 0,-1-4 72 0,-1-1 51 16</inkml:trace>
  <inkml:trace contextRef="#ctx0" brushRef="#br0" timeOffset="195411.51">26878 9801 901 0,'-4'-4'335'0,"-3"1"-43"0,7 3-18 0,0 0-19 16,-16 7-11-16,9-1-34 0,1 2-21 0,-3 3-25 15,0 1-8-15,5 1-23 0,-6 4-5 0,6-2-10 16,1 2-13-16,-1-1-11 0,1 0-1 16,3 1-17-16,0-3-4 0,3 1 7 0,1 0-7 15,-1 1-26-15,5 0 10 0,-1-5 1 0,4 2-21 16,-1-4-8-16,2 1 18 0,-1-4-85 15,3-4 9-15,-1 3-4 0,1-4 19 0,1-2-8 16,-3-4 3-16,2 5 4 0,-1-8 6 0,-2-2 7 16,-1 2 1-16,0-8-1 0,-2 0-10 15,-2-1 19-15,0-8-12 0,-5 0 4 0,-1 0 4 16,0 0-4-16,0 0 7 0,-4 0-13 0,1 5 29 16,-3-3-8-16,1 8 15 0,-2-2-10 0,-2 1-5 15,2 6-1-15,-1-2 9 0,-1 5-3 0,2 1 0 16,-3 0-8-16,-1 5-5 0,4 1 5 15,7 0-10-15,-20 8 13 0,13-2-5 0,-3 3-6 16,6 1 14-16,-3 2-14 0,1 1 11 16,5 2-3-16,-2-3-7 0,3 3 27 0,3 0-17 15,1 3-2-15,-1-1-6 0,5-3 5 0,2 4-2 16,0 0-6-16,7-3-2 0,-4 2-2 0,5-2-19 16,3-4-40-16,-2 6-16 0,2-7-51 15,-1 2 5-15,1-2-82 0,0-2-64 0,0-1-107 16,-5-3-266-16,2 1-60 0,-2-3 80 0,-1-3 64 15,-5 0 34-15</inkml:trace>
  <inkml:trace contextRef="#ctx0" brushRef="#br0" timeOffset="195561.16">27278 9981 706 0,'0'0'233'15,"3"-6"-39"-15,-3 6-7 0,0 0 8 0,0 0-31 16,0 0-1-16,0 0-9 0,0 0-13 0,4 15 2 16,-1-6-15-16,-3 0 3 0,3 2-14 15,0 3-17-15,-2 2-2 0,2 0-29 0,4 0 79 16,-3 2-12-16,-1-1-3 0,3 0-20 15,-2 1-44-15,2 0-34 0,-2-1-29 0,3 0-47 0,-3-2-92 16,4 0-267-16,-3-5-347 0,3-2 76 16,-2 0 65-16,-2-4 50 0</inkml:trace>
  <inkml:trace contextRef="#ctx0" brushRef="#br0" timeOffset="196011.18">27367 9541 990 0,'3'-5'335'0,"-3"5"-25"0,0 0-41 15,0 0-16-15,0 0-22 0,17 13-21 16,-11-9-24-16,2 4-12 0,-1 0-17 0,-1 5-17 16,4-2-17-16,-2-1-20 0,1 3 2 0,0-3-3 15,-4 4-18-15,6-3-22 0,-4-1-13 16,-1 1-6-16,0-5-17 0,-1 2 2 0,2-1 0 15,-4 0 5-15,0-6-12 0,1 4 4 0,-4-5-7 16,0 0-20-16,0 0-1 0,0 0-2 16,0 0 2-16,6-12-14 0,-6 12-1 0,-6-9 7 15,5 2-4-15,-2 4 0 0,0-4 15 0,-1 2-5 16,1 0-11-16,-4 0-4 0,5 3-1 0,-3-2 11 16,5 4 5-16,-7-4-3 0,1 2-5 0,6 2 3 15,-14-1 20-15,14 1-4 0,-11 0-4 16,11 0 21-16,-12 1-18 0,12-1 26 0,-11 0-3 15,11 0 8-15,0 0 5 0,-11 0 2 0,11 0 11 16,0 0 2-16,0 0-12 0,0 0-1 16,-6-5-7-16,6 5-5 0,0 0 7 0,17-10-12 15,-7 6 0-15,0 0-14 0,2-3-19 0,0 3-34 16,-1-2-23-16,6 4-33 0,0-3-72 16,0 4-85-16,-1-1-414 0,-1 1-115 0,3 1 74 15,-2 0 66-15,-3 0 55 0</inkml:trace>
  <inkml:trace contextRef="#ctx0" brushRef="#br0" timeOffset="196627.53">28051 9690 760 0,'3'-7'368'0,"-3"7"-40"0,0-7-18 16,0 7-39-16,0-4-25 0,0 4-21 0,-7-4-23 16,7 4-15-16,0 0-23 0,-17 7-13 15,10-4-26-15,0 5 8 0,-4 5-12 0,-2-1-11 16,-1 8-13-16,4-1-5 0,-3-1-10 0,5 7 0 16,0-3-10-16,0-1-3 0,1 1-10 15,4 2-13-15,3-5 0 0,0-1-5 0,0 3 0 16,6-3-18-16,-2 0 20 0,6-1-17 0,4-2 12 15,-1 3-15-15,4-6 0 0,0 1-2 16,4-6-6-16,3 3-12 0,3-4-11 0,-3-4-20 16,6-2 0-16,-2 0-11 0,0-4 1 0,2 0-13 15,1-6-6-15,-1-1 6 0,-2-4-2 0,0-2 6 16,-4-5-1-16,-1 3 4 0,-5-4 24 16,-1 0 12-16,-2 3 18 0,-4 3 24 0,-3-2 9 15,-1 3-4-15,-1 3-4 0,-2-2 11 0,-4 5-2 16,0 0 2-16,-1 3-23 0,0-1 3 15,-7 5 4-15,4-1 17 0,-6 3-19 0,10 1-10 16,-17 5 2-16,7-2 1 0,-1 5-14 0,-2 1 16 16,2 3-7-16,4-1-4 0,-1 0 4 15,0 3-11-15,4 0 10 0,-3-3-7 0,4 3 15 0,3-3-18 16,0 0 5-16,3 1-7 0,0-2 2 16,2-1 0-16,1-2-7 0,1-1 7 0,3-1-8 15,0-1 3-15,0-1-5 0,0-2 2 16,-2-1 11-16,2 0-10 0,0 0 7 0,-10 0-5 15,17 0-5-15,-10 0 10 0,-7 0-5 0,13 0-13 16,-5 0 5-16,-8 0-2 0,13 2 15 16,-6 1-5-16,3-2 8 0,-3 0-21 0,0 0 5 15,3 1-33-15,0 0-12 0,0 0-32 0,1-1-22 16,0-1-39-16,1 0-57 0,0 0-78 0,1 0-162 16,0-1-304-16,-2-3 9 0,-1 1 127 15,0 1 48-15,1-3 40 0</inkml:trace>
  <inkml:trace contextRef="#ctx0" brushRef="#br0" timeOffset="196916.4">28734 9843 496 0,'3'-15'271'16,"-3"5"-17"-16,-3 3-108 0,3 2 12 16,0 0-14-16,0-2-21 0,0 7-1 0,0 0-11 15,0 0-12-15,0 0-14 0,0 0-8 0,7 14-1 16,-7-4-6-16,3-2-12 0,4 6 6 16,-6-3-10-16,2 4-8 0,3 0 3 0,-2-2-8 15,-1 1 0-15,3 2-21 0,-5-6-2 0,2 3 8 16,3-3 2-16,-4-1 18 0,-2 0 26 0,3-3 91 15,-3-1 9-15,0 2-26 0,0-7 2 16,0 6-20-16,0-6-12 0,0 0-9 0,0 0-2 16,0 0-8-16,-11-15-15 0,8 7 8 0,1 0-11 15,-3-7-12-15,2 0-8 0,1-4-3 16,-3 1-2-16,5 0-13 0,-3 0 2 0,3 0-20 16,0-1-5-16,3 2-13 0,0 3-25 0,1-1-21 15,-1 1-5-15,2 3-47 0,-3 1-1 16,7-1-32-16,-4 3-40 0,2 4-70 0,2-5-119 15,-1 2-393-15,-1 0 16 0,3 5 103 0,-1-4 50 16,-1 1 62-16</inkml:trace>
  <inkml:trace contextRef="#ctx0" brushRef="#br0" timeOffset="197078.19">28925 9656 591 0,'4'-5'251'16,"-4"5"5"-16,0 0 0 0,7 14-13 0,-4-4-82 16,-1 3-7-16,-1 6-3 0,0 2-13 15,2 7 5-15,0-1-20 0,1 8-5 0,-1-2-11 16,3 4-9-16,-1 0 7 0,2 13 46 15,2-3-13-15,-2-8-23 0,1-1-10 0,-2-5-23 16,4 0-36-16,0-1-44 0,1-3-27 0,-1 1-24 16,0-10-38-16,-2 3-59 0,1-9-110 0,-2-1-432 15,-1-7 7-15,-1-4 79 0,-2-2 60 0</inkml:trace>
  <inkml:trace contextRef="#ctx0" brushRef="#br0" timeOffset="197314.2">29001 9824 921 0,'-3'-24'248'15,"6"2"-20"-15,-3 5-26 0,3 5-2 0,0-2-21 16,-2 5-30-16,5-1-6 0,1 1-18 0,2 2-4 16,-1 0-14-16,2 2-27 0,4 2 1 15,-1 1 4-15,-2 2-24 0,3 3 6 0,2 1-11 16,-1 0-5-16,-2 3-2 0,-2 2-13 0,2 0 10 16,-6 4 26-16,0-2-26 0,0 3 5 0,-4-3 8 15,0 3-8-15,-6-2 8 0,0 2-16 16,0 3 1-16,-5-4-8 0,-2 0-6 0,0 2 4 15,-1-5-11-15,1 4-13 0,-3-3-18 0,2-1-53 16,1 1-75-16,0-7-76 0,-1 3-531 16,3-2 63-16,0-2 29 0,1-3 50 0,7 0 81 15</inkml:trace>
  <inkml:trace contextRef="#ctx0" brushRef="#br0" timeOffset="197777.39">29411 9835 883 0,'9'-10'268'16,"-5"-2"-7"-16,4 2-20 0,-5 1-36 0,2 1-16 15,-3 0-12-15,1 2 56 0,-3 0-18 16,3-2-26-16,-3 1-12 0,0 3-1 0,0 0-25 16,0 4-5-16,-3-7-20 0,3 7-16 0,0 0-8 15,0 0-10-15,-15 13-7 0,6-6-6 0,2 2-25 16,0 2 18-16,1 4-21 0,2-3 3 15,-3 3-11-15,4 0-15 0,2-1 0 0,1-2 8 16,0 4-10-16,1-5 5 0,2 3-3 0,4-5 10 16,-3 0-10-16,3 1-2 0,2-2-6 15,-2-1-15-15,7-1-10 0,-1-4-23 0,2-2-28 16,-2 0-6-16,5 0-9 0,1-2-16 0,-1-4-11 16,2-5-1-16,-3 1-37 0,-2-4 0 15,1-1 11-15,0-2 5 0,-8-3 20 0,2-3-18 16,-2 1 16-16,0-1 15 0,-6-2 7 0,1 0 16 15,0-2 28-15,-3 7 24 0,-3-5 22 0,3 3 39 16,0 4 15-16,0 3 0 0,0 4-6 0,-3-1-6 16,3 2-1-16,0 8-3 0,0 2-2 15,0 0-2-15,0 0 2 0,0 0-5 0,-1 18 3 16,1-5-6-16,1 4 5 0,2 2-7 16,-3 1-5-16,6 5-3 0,-5 0 0 0,5 2-2 15,-1-1-26-15,1 1-51 0,0 2-52 0,-2-7-119 16,3 3-546-16,-4-1 43 0,4-2 80 15,-6-6 51-15,2-4 57 0</inkml:trace>
  <inkml:trace contextRef="#ctx0" brushRef="#br0" timeOffset="197960.06">29558 9782 1259 0,'0'0'356'0,"-3"-6"-105"0,3 6-21 16,0 0-18-16,3-8-22 0,-3 8-21 15,7-2-21-15,1-1 1 0,1 1-11 0,4-1-18 16,0 3-28-16,2-2-12 0,3-1-60 0,1 1-12 16,-4 2-31-16,7 2-82 0,-1 1-82 0,0-2-174 15,2 0-340-15,1 2 35 0,-2-1 75 16,2 0 46-16</inkml:trace>
  <inkml:trace contextRef="#ctx0" brushRef="#br0" timeOffset="198377.31">30337 9644 1054 0,'0'0'379'0,"-3"-4"-49"0,3 4-30 0,0 0-19 16,0 0-25-16,-24 9-28 0,17-5-28 0,-3 6-8 16,-1 1-39-16,1 0-4 0,0 4-3 15,-1-2-18-15,0 2-6 0,2 4-17 0,-1-3-5 16,6-1 3-16,-2 1-11 0,3 3-16 0,-1-4-14 15,4 0 7-15,3-1-8 0,-2-3-25 16,2 3 5-16,5-3-18 0,-3-3-2 0,3-1-1 16,2 3-15-16,-1-6-5 0,2-1-7 0,-1-2-1 15,-3-1-7-15,4-4 4 0,-1 0 1 0,-1-6-3 16,0 1 8-16,-3-7 5 0,1 1 0 16,2-2 3-16,-5 1 10 0,-1-1 20 0,5 0-2 15,-5 7-13-15,0-5 12 0,0 5 1 0,-2 0-5 16,2 3-3-16,-3 1-5 0,3 3 5 0,-3 3-11 15,0 0-1-15,0 0 12 0,0 0 2 16,0 0-9-16,4 18 4 0,-4-8-7 0,3-2-3 16,1 4 5-16,-1 0 1 0,-2-1 7 0,2 2-5 15,3-2-13-15,-2 1-18 0,4-1-25 16,-2-1-39-16,1 3-25 0,-1-4-39 0,7 0-85 16,-2-5-40-16,-4 1-294 0,6 0-249 0,-2-5 84 15,2-2 57-15,-3-1 77 0,1-4 36 16</inkml:trace>
  <inkml:trace contextRef="#ctx0" brushRef="#br0" timeOffset="199078.29">30642 9731 517 0,'0'-5'215'0,"0"5"-21"16,0 0 3-16,0 0-10 0,0 0 0 15,0 0-10-15,6 17-26 0,-6-9-3 0,0 6-20 16,0-3-8-16,0 1-10 0,0 1-7 16,3-3 7-16,-3 4-18 0,0-4-23 0,0 2 13 15,0-3-8-15,0 0-17 0,0-2 17 0,0-1 13 16,0 0 15-16,0 3 80 0,0-9-16 0,-3 7-27 15,3-7-4-15,0 0-9 0,0 0-11 16,0 0-23-16,0 0 10 0,-6-24-25 0,6 16-13 16,3-7 23-16,-3 5-13 0,3-7-5 0,3 4-12 15,-2 0-1-15,4-1-12 0,-2 4-1 0,1-1-7 16,0 2-13-16,3 2 8 0,0 1-6 16,0-1-12-16,3 4 8 0,-2-2-3 0,3 3 2 15,-3 2 3-15,5-1-8 0,1 1 6 0,-3-1-6 16,5 1 1-16,-3 0 2 0,1-2-8 15,0 2 3-15,0-3-1 0,5 2-9 0,-7 1-3 16,3-3-8-16,2-1 16 0,-6 1 2 0,0-2 0 16,-1 3 3-16,0-5-10 0,-2 3-6 15,-1-3 19-15,0 0-6 0,-2 0-10 0,0 3 2 0,-6-4-7 16,4 2 5-16,-3-1-2 0,-2 4 2 16,-1-2 0-16,0 5 0 0,0 0-5 0,-7-4 5 15,7 4-3-15,0 0 0 0,-15 8-2 16,5-4 3-16,4 3 4 0,-1 2-7 0,-2 0-8 15,4 5 19-15,-1 2-9 0,4-4 0 0,0 3 6 16,-1 2-8-16,3-4 0 0,5 3 15 16,-3-2-5-16,7 1-20 0,-4 2 25 0,2-7-15 15,6 5 5-15,1-7-18 0,-1 0 15 0,5 1 3 16,-2-3-5-16,2-4-10 0,3-2 7 0,-1 0-2 16,2-4 13-16,-3 0-1 0,6-6-2 15,-6 2 3-15,5-4-1 0,-7-1-7 0,7-4 0 16,-6 2 2-16,-2-2 1 0,0 4-1 0,-5 1-12 15,-4 1 28-15,4 2-3 0,-4 0-10 0,-4 3-10 16,2 0 10-16,-5 3 5 0,0 3-15 0,0 0 2 16,0 0 16-16,-15-1-1 0,15 1 6 15,-11 7-3-15,4-2 3 0,1 3-5 0,-1-1-6 16,0 0 6-16,0 2-5 0,4-2-14 0,-1 0 6 16,-2-1 13-16,6 1 5 0,-3 0 0 15,3 3-8-15,0-4-8 0,0 1 3 0,3-2 10 16,-3 2-7-16,3 0 2 0,1 0 3 0,2-1 12 15,0 0-2-15,-1 1-15 0,2 0-11 16,1 0-10-16,-3-3-79 0,2 3-49 0,6 0-92 16,-4 0-359-16,2-4-260 0,-3 4 79 0,7-6 69 15,-3 4 66-15,2-4 75 0,0-1 46 0</inkml:trace>
  <inkml:trace contextRef="#ctx0" brushRef="#br0" timeOffset="199326.83">31971 9801 1018 0,'3'5'441'0,"-3"-5"-52"0,0 0-44 0,7 2-30 15,0 0-18-15,-7-2-28 0,17 1-21 0,-3-1-20 16,-1 0-26-16,2 0-38 0,-2-1-34 0,4-1-22 15,-3 1-31-15,5 0-16 0,-4-4-66 0,3 3-41 16,-2-4-59-16,0 1-133 0,-4 0-543 16,1-2 8-16,-4-1 100 0,-4-2 66 0,1-4 70 15,-5 1 25-15</inkml:trace>
  <inkml:trace contextRef="#ctx0" brushRef="#br0" timeOffset="199461.29">32156 9615 1005 0,'-2'18'356'15,"-3"6"-13"-15,-1 0-33 0,6 1-16 0,-1 1-22 16,1 2-16-16,-1 3-29 0,2 4-12 0,-1-2-30 16,1 2-27-16,2 2-68 0,-3-2-110 0,3 0-426 15,0-3-319-15,-1-4 63 0,-4-3 70 16,-1-5 64-16,-3-4 41 0</inkml:trace>
  <inkml:trace contextRef="#ctx0" brushRef="#br0" timeOffset="200410.15">26949 10683 890 0,'0'0'351'16,"-6"-3"-49"-16,6 3-15 0,0 0-24 16,-15 10-30-16,9-3-18 0,2 3-18 0,-2 1-20 15,0 4-26-15,2 2 0 0,0-1-18 0,1 1-25 16,2 1 2-16,1 3-77 0,0-2-10 15,1-2-3-15,2 1-2 0,4 5-7 0,-3-6 1 16,5-1 11-16,1 1 1 0,2-5 1 0,1 1-10 16,1-4 1-16,3-1-3 0,-3-5-6 0,2 2 14 15,-1-5-6-15,-2-5 1 0,4 2 14 0,-3-5-7 16,0 1-5-16,-1-4-13 0,-3-3-2 16,-2-3 2-16,-2-2-8 0,-3-3 14 0,-1-3-1 15,-2 0-13-15,-5 0 8 0,2 0 1 0,-2 1 14 16,-4 5 1-16,-1-5-4 0,3 7 6 15,-7 2-10-15,4 4 0 0,-4 3 5 0,1 1-3 16,3 7 3-16,-5-2-2 0,5 4-1 0,-4-1 3 16,1 6-5-16,3 0 25 0,-1 3-15 15,1-2-13-15,4 2 11 0,2 1-13 0,1 0 2 16,3-1 8-16,0 3 0 0,3-1 0 0,1 0-3 16,6 1-7-16,2-5-16 0,3 5-13 15,3-2-55-15,1-2-24 0,5 1-64 0,0 1-97 0,1-2-558 16,6 1 92-16,-5-3 43 0,1-2 68 15,-2 2 60-15</inkml:trace>
  <inkml:trace contextRef="#ctx0" brushRef="#br0" timeOffset="200693.51">27451 10918 647 0,'12'8'254'0,"-6"-4"-32"0,-2-1 55 0,2 5-32 15,0 2-7-15,-1-3-30 0,0 7-19 16,-3-3-10-16,1 6-12 0,-3-2-21 0,3 0-13 16,-6-1-18-16,0 6 0 0,1-4-7 0,-7 1-6 15,2 0-7-15,0-5-6 0,-2 5-9 0,-2-5 2 16,4 1 2-16,2-5 8 0,-3 0-12 16,4 1 7-16,-3-1-8 0,4-2-7 0,-1-2-3 15,1 3-13-15,3-6-5 0,0-1-5 0,0 0-5 16,0 0 5-16,10 3-2 0,-10-3-36 15,19-6-32-15,-8-1-22 0,1 4-33 0,4-5-46 16,1 0-52-16,0-6-99 0,1 6-510 0,-2-5 15 16,-1-3 78-16,1-4 68 0,-5 2 57 0</inkml:trace>
  <inkml:trace contextRef="#ctx0" brushRef="#br0" timeOffset="201077.34">27640 10543 616 0,'0'0'277'16,"0"0"-26"-16,0 0-18 0,0 0-29 16,17 15-9-16,-11-5-21 0,1-3-18 0,1 0-20 15,-1 4 5-15,-1-3-19 0,4 2-17 0,1 1-10 16,-4-1-16-16,-1-1 49 0,1-1-12 0,0-2-14 16,-3 0-5-16,2 1-15 0,-2-3 8 15,-1 0-29-15,-3-4 6 0,7 0-24 0,-7 0-7 16,0 0-5-16,0 0 2 0,0 0-2 0,-1-15-3 15,0 11-2-15,-4-2 9 0,5 6 9 0,-3-8-8 16,3 5-8-16,0 3-5 0,-4-7 8 16,4 7-1-16,0 0-19 0,0 0 9 0,0 0-5 15,-20 10 6-15,16-9 2 0,-2 6-13 0,-1-1 0 16,3 0 3-16,-3 0-5 0,1 1-3 16,-1 0 5-16,0-2 18 0,4 0-10 0,-1 1 3 15,0-4-3-15,-2 3 0 0,6-5 2 0,-2 3 3 16,2-3 0-16,0 0-7 0,0 0-11 15,0 0-3-15,0 0 8 0,0 0-10 0,8-12 6 16,-3 8-22-16,4-3-22 0,-5 4-52 0,6-4-33 16,0 5-112-16,1-4-566 0,2 3 41 0,1-3 91 15,2 3 63-15,-1-3 68 0</inkml:trace>
  <inkml:trace contextRef="#ctx0" brushRef="#br0" timeOffset="201543.96">28386 10643 844 0,'-1'8'284'0,"-2"0"-30"0,-1 7-19 0,1-1-17 16,2 4-24-16,0 1-17 0,1-1-18 16,-2 5 4-16,4 2 40 0,-2 2-24 0,1-2-18 15,0 0-18-15,2 0-53 0,3 0-29 0,-4 0-58 16,4-2-59-16,-2 0-62 0,-1-6-164 15,5-1-429-15,-2-4 22 0,0-3 98 0,-5-1 33 16</inkml:trace>
  <inkml:trace contextRef="#ctx0" brushRef="#br0" timeOffset="201877.17">28385 10686 796 0,'0'0'245'0,"0"0"-17"16,0 0-26-16,10 13-28 0,-6-6-5 0,4 5-23 15,-2 1 3-15,4-1-6 0,0 4-25 0,4 5 51 16,1-2-13-16,1 0-15 0,2 4-6 16,-5-6-12-16,3 1-18 0,1-1-10 0,-3-2-11 15,-3-4 6-15,-1 1-13 0,3-2 2 0,-5-2-15 16,1-2-74-16,-2-3 12 0,-3-3-2 16,-4 0-2-16,0 0-14 0,17-7 22 0,-14-1-1 15,0-3-5-15,-2-3 0 0,-1-4 5 0,0-6 0 16,0-1-3-16,-1-1 19 0,0-6-11 15,-4 5-2-15,5-3-8 0,0 2 41 0,0 2-13 0,0 1-2 16,3 2 2-16,-3 5-10 0,2-1-6 16,-1 2 11-16,0 2-10 0,5 0-5 0,-3 3-5 15,1 0 7-15,0 4-5 0,3-1-31 0,-1 6-20 16,1-2-5-16,0 5-72 0,2 0-69 16,-1 4-156-16,5-1-445 0,0 5 109 0,-2 1 42 15,0-1 76-15</inkml:trace>
  <inkml:trace contextRef="#ctx0" brushRef="#br0" timeOffset="202244.13">28867 10849 670 0,'-5'15'333'0,"0"-4"-31"15,0 3-36-15,0-2-10 0,2 1-20 0,3-2-29 16,0 0-15-16,0 3-26 0,0 0-12 15,3-2-11-15,-3 1-12 0,5-1-16 0,-3-2-10 16,1 3-5-16,3-4-21 0,-2-1 11 0,4-1-1 16,-2 0-9-16,1-4-19 0,2-2-10 15,1-1 3-15,-10 0 2 0,18-2-10 0,-7-4-2 16,-1-2-11-16,0-2 8 0,1-4-15 0,-4 1-3 16,4-7 10-16,-6 2 0 0,3 1-5 0,-5-2-5 15,0 2 1-15,0-1 11 0,-2 2 1 16,-1 1 13-16,0 0-8 0,-1 3 5 15,-5-1-13-15,3 5-17 0,-2-2 1 0,-2 3 6 0,-2 3 0 16,2 0-2-16,-1 2-8 0,-1 2 2 0,9 0 8 16,-17 2-20-16,6 4-11 0,4 0-10 15,-2 0-25-15,5 2-50 0,0 3-52 0,1-1-65 16,3 1-243-16,3 2-349 0,4-5 58 0,0 3 63 16,0 0 59-16,3 0 66 0</inkml:trace>
  <inkml:trace contextRef="#ctx0" brushRef="#br0" timeOffset="202926.52">29476 10757 865 0,'0'0'338'0,"0"0"-31"0,0 0-28 0,-12 9-21 16,7-3-27-16,-2-2-14 0,3 6-27 15,1 3-9-15,0-3-25 0,2 5-20 0,-2 0-13 16,3-3-10-16,0 5-6 0,2-1 1 0,-1 1-3 16,3 0-13-16,-1 1-13 0,1-3-5 0,3 2-5 15,0-4-12-15,1-1-3 0,-3 0 7 0,2-3-10 16,0-4-2-16,0 2-6 0,1-2-12 16,-3-3 5-16,2-2 15 0,-7 0-13 0,11-2-12 15,-5-3-5-15,1-3 2 0,-4-2 2 16,4 2-4-16,-3-9-1 0,-4 3 3 0,0-4-5 15,0 0-8-15,-3 0 8 0,2-3-13 0,-6 3 3 16,4 3 5-16,-4 3-3 0,1-4 3 16,-1 7-8-16,1 0 0 0,-2 2 3 0,1 0 5 15,-3 7-6-15,3-1 1 0,7 1-11 0,-12 1 6 16,12-1-3-16,-10 5-3 0,5-3 3 0,1 5 0 16,1-4-5-16,3 4 5 0,0-7 5 15,3 8 0-15,1-5-2 0,2 2-8 0,-2-3 15 16,6-1-5-16,1 2-12 0,-1-3 1 0,3 0 6 15,3-4 6-15,-1 2-9 0,5-3 3 0,-2 0 0 16,-2-1 3-16,4-4-9 0,-2-4 14 16,0 3 0-16,-2-3-16 0,1-4 3 0,-6 0 10 15,3-4-20-15,-1-3 7 0,-6 1 8 0,2 2-2 16,-7-1-14-16,4 0 19 0,-3 4-16 16,-3 3 10-16,1 1-2 0,-2 2-5 0,0 1 7 15,-4 4-9-15,2 5 7 0,-4-1-8 0,7 4 8 16,-14 5 17-16,7-2-17 0,0 8 18 15,-3 2-5-15,3 2 5 0,2 3-6 0,0 6 4 16,-1 0 4-16,5 1 3 0,1 2-16 0,-4 3 14 16,8 4-73-16,-3 2-4 0,5 2 20 0,-1-1 3 15,0 11 17-15,5-3-2 0,1 4 10 0,-4-12 6 16,4-3 7-16,-5-4-8 0,4 2 3 16,-3-1-8-16,3-4 5 0,-3-2 3 0,-1-1-2 15,-2-6-9-15,2-1-30 0,-2-1-3 0,1-3-35 16,-3-2-64-16,-1-1-80 0,2-2-348 15,-3-1-190-15,-3 0 29 0,3-4 97 0,0-3 70 16,-11 1 52-16</inkml:trace>
  <inkml:trace contextRef="#ctx0" brushRef="#br0" timeOffset="203110.49">29675 11305 1167 0,'-5'-5'363'0,"2"-1"-27"15,3 6-50-15,0-10-12 0,0 7-38 16,3-3 2-16,2-1-28 0,-2-3-11 0,6 3-25 15,0-1-5-15,3-2-28 0,-1 2-8 0,6-1-13 16,0-2-15-16,3-1-7 0,0 1-11 0,1 1-8 16,5-1-18-16,-1 1-27 0,-4 2-37 15,3-2-53-15,0 0-36 0,0 1-85 0,-4 0-281 16,4-2-343-16,-3 3 48 0,0-2 70 0,-5-5 68 16,-1 1 65-16</inkml:trace>
  <inkml:trace contextRef="#ctx0" brushRef="#br0" timeOffset="204161.76">30274 10551 931 0,'2'23'295'0,"1"-3"-19"0,0 4-33 0,0-2-20 15,-2 1-16-15,3 0-17 0,-1 2 45 16,1 0-30-16,-1 0-13 0,-3 3-21 0,6-3-9 0,-4-3-16 15,-1 0-1-15,0-4-14 0,-1-1-16 0,0-2-15 16,3-1 2-16,-3-5-7 0,0-1-5 16,0-4-14-16,0-4-4 0,0 0-5 0,0 0-80 15,0 0 0-15,-3-25 5 0,6 15 3 0,-3-4 5 16,0 2-2-16,5-2 2 0,-2 3 0 16,0-3-13-16,2 4 5 0,0 1-2 0,1 0 7 15,-2 0-4-15,7 3 4 0,-3-1 8 16,2 5-2-16,-5 1-6 0,6 0-12 0,-11 1 7 15,20 4 8-15,-10-3 0 0,0 5 3 0,-3 0 5 16,1 2-6-16,-5 0 16 0,3 1-15 0,-5 1-11 16,-1 0 10-16,-2 3-7 0,-3-1 3 0,-3 2 2 15,-1-3 2-15,-1 3 9 0,-1-3-11 16,0-4 2-16,-1 3-4 0,1-3 25 0,4-2-16 16,-3-2 1-16,5 3 7 0,-4-4 1 0,2 0-6 15,1-2-5-15,6 0-2 0,-7 1 2 16,7-1 10-16,0 0-12 0,0 0-1 0,0-10 8 15,0 10-4-15,10-8-4 0,0 4-4 0,4-3 7 16,-1-1-21-16,2 0 11 0,6-2 0 0,-2-3 15 16,2 3-10-16,-1-5-10 0,1 5 10 15,3-5-2-15,-4-2-4 0,1 2 4 0,1 3-6 16,-7-2 8-16,2 1-10 0,-3 1 7 0,0 1-4 16,-4 1-6-16,-1 3 3 0,-1 0 12 15,-4 0-17-15,2 5 10 0,-3-4 5 0,-2 6-8 16,-1 0 3-16,0 0-3 0,0 0-2 0,0 0 20 15,-11 7-15-15,8-6 3 0,-1 6 2 0,0 1-8 16,1-2 13-16,0 3-2 0,0 1-11 0,3-1 5 16,0-1-4-16,3 3 2 0,2 1-6 15,-3-2 22-15,9 0-11 0,-1-2-3 0,0 2 11 16,7 1-6-16,1-5 3 0,4 1-5 0,3 1-7 16,-1-4-4-16,4-2-12 0,2-1-2 0,-2-1-11 15,3-1 5-15,-1 0-2 0,-3-4 5 16,-3-3-3-16,0 1 3 0,-3-3-3 0,-1-1-5 15,-1-3 1-15,-7-1 6 0,2 5 17 0,-5-5-1 16,0 5 13-16,-3 0 7 0,-3 1-7 16,-3 2 11-16,0 0-9 0,-3 0 19 0,-1 4-24 15,-3 1 11-15,-3 1 7 0,3-3-2 0,-7 8 5 16,1-2 0-16,2 0 0 0,-2 4-8 0,3-2 5 16,-4 3-15-16,4 0 16 0,3 0-1 15,-1 0-10-15,-1 1 5 0,5-2 1 0,1 1-4 16,0 0 6-16,3-1 0 0,0-3-10 0,3 4-6 15,2-5 6-15,0 4-3 0,1-5-11 0,2 0-9 16,2-1-1-16,-3 0 1 0,4-2-1 0,-1-3 11 16,2 2-3-16,-1-5 11 0,-4 1-1 15,0-1-12-15,0-5 5 0,0-2 7 0,-1-3-10 16,-5-3-2-16,-1-4-11 0,0 0-10 0,0-4 24 16,-4-5-14-16,-3 1 1 0,0 2 17 15,1 0 18-15,2 6 13 0,-2 4-2 0,2 2 4 16,-3 4-2-16,3 1 10 0,1 3-15 0,-3 1-5 15,2 6 10-15,1-1 3 0,0 5-11 0,3 0 26 16,-8 7-23-16,5 0 31 0,2 3-29 16,1 4 6-16,0-2 2 0,1 7-8 0,2-1-2 15,3 0 21-15,-1 1-16 0,2 3-10 0,2-4 2 16,2 0-5-16,-1 3 3 0,0-3 0 16,4-1-21-16,-1-2 0 0,-2-1-10 0,3-1-33 15,-1-4-28-15,1 1-16 0,-1-4-66 0,1-4-36 16,-4 2-82-16,0-4-54 0,1-4-425 0,-1 0 80 15,-3-3 38-15,4-3 67 0,-4-2 56 0</inkml:trace>
  <inkml:trace contextRef="#ctx0" brushRef="#br0" timeOffset="205393.02">31330 10566 634 0,'0'0'277'0,"5"10"-96"0,-1-3-4 16,-2 3-5-16,-1-2-11 0,0 6-10 16,-1-3 8-16,3 6-24 0,-3-2-7 0,3 3-5 15,0-1-21-15,1-2-9 0,-1 1-4 0,2-2 55 16,-4-1-11-16,0 0-8 0,3-2-12 0,-1-3 15 15,0 2 15-15,-2-4-7 0,-1-4-1 0,0 5-19 16,0-7-9-16,0 0-7 0,0 0-5 16,0 0-13-16,0 0-1 0,0 0-17 0,-1-24 6 15,0 15-17-15,1-7 1 0,0 1-3 0,0 1-5 16,2-3-7-16,-2 1 4 0,3 0-10 16,3 1 3-16,-2 0-2 0,3 4-16 0,0-3-6 15,0 6 22-15,1-1-19 0,0 5 3 0,0-1-10 16,2 2 9-16,0 0-14 0,1 3 10 15,-1 5-13-15,-1-3 2 0,2 5 9 0,-4 3-6 16,0-2-5-16,3 0 13 0,-3 5-3 0,3-2 0 16,-4 0-15-16,1 3 15 0,1-3-7 0,-1 3 9 15,2-4 6-15,-5 4-15 0,7-3 0 16,-2-3-1-16,-2 5-7 0,0-8 10 0,3 2 5 16,-1 0-7-16,1-1 5 0,-1-2-1 0,1-4 6 15,0 0-5-15,-2 0-8 0,5 0 10 0,-6-3 0 16,-1-4-15-16,5 0 31 0,-5 0-26 15,-2-1 2-15,1-2 1 0,-4 2-8 0,-1-3 12 16,-1 1 9-16,-4-1-21 0,2 1 12 0,-4 2-9 16,2-1-6-16,-4 1 18 0,2 0 3 0,-1 1-5 15,0 2 2-15,0-1 8 0,1-1-5 0,1 5 7 16,2-5-4-16,1 5-11 0,-4-4 15 16,7 6-7-16,-7-4-8 0,7 4-5 0,0-4 5 15,0 4 3-15,0 0 5 0,14-7-6 0,-7 5-2 16,3 1 6-16,4 1-4 0,-1 0 6 15,3 3-18-15,-4-1 10 0,1 1 3 0,4 0-3 16,-3 4 3-16,0-1-6 0,2 2-12 0,-2 1 5 16,-3 0 10-16,3 1-2 0,-1 2-1 15,-3 1 6-15,1-5-6 0,-4 6-7 0,4-3 13 16,-5 1-3-16,1 0-2 0,2-4-9 0,-2 2 14 16,-3-2-10-16,3 0-4 0,-1 1 6 0,-2-2 3 15,2-2-8-15,-2-2 0 0,2 3 10 0,-1-5 0 16,1 0-8-16,-6-1 9 0,10 0-1 15,-10 0-8-15,13-7 6 0,-11 5 2 0,1-4-10 16,2 2 7-16,-3 0-7 0,-2-3-5 0,0 7 10 16,-1-10-15-16,0 3 9 0,-4 4 14 0,1-5-8 15,-3 5 3-15,3-2-3 0,-2-2 5 16,0 4 5-16,4-3 8 0,-3 4-18 0,1-4-5 16,4 6 7-16,-7-7 11 0,3 6 23 0,4 1-28 15,-3-5-1-15,3 5 9 0,-3-6-14 16,3 6 9-16,7-6 6 0,-7 6-6 0,10-1-1 15,-3 0-18-15,-7 1 18 0,15 0-2 0,-3 1 10 16,-1 0-26-16,-1 3 11 0,3-2-3 0,-2 2-10 16,6 3 17-16,-2 0-1 0,-2 0-4 0,0 2 8 15,0 1-10-15,-2-2 8 0,2 2 5 16,-2 3-16-16,-4-2 3 0,2 2-10 16,0-1 23-16,-7-4-6 0,5 0-9 0,-3 2-3 0,-1-3 0 15,2 3 7-15,-4-3-7 0,0 1-3 0,2-3-35 16,0-2 2-16,-3 4-18 0,0-7 21 15,3 3 10-15,-3-3-3 0,0 0 5 0,0 0 3 16,0 0-2-16,0 0 2 0,5-18 7 0,-2 8 1 16,2-5-3-16,-3 4-3 0,4-4 9 0,-2-2-4 15,5 3 14-15,-4 2-6 0,1 2-7 16,-2-3 15-16,2 5-11 0,-2 0 9 0,3 5-11 16,-3-3 8-16,2 5-3 0,-2 0 1 0,-4 1 1 15,12 4 4-15,-7 1-13 0,2 1 22 16,-1 2-12-16,1 1 5 0,-1-1-5 0,-1 1 8 0,4 1-11 15,-5 0 8-15,2-2-5 0,-2 1-3 16,3 3 11-16,-3-6-6 0,1 1 11 0,-3 1-1 16,1-3 4-16,0-2 9 0,0 3-30 0,0-3 15 15,-3-3 16-15,8 0-21 0,-8 0 17 0,10-7 4 16,-6 4-11-16,2-4 3 0,1-1 7 16,3-2-9-16,-1-1 1 0,-4 0 9 0,6 1-3 15,-4 2-3-15,2-2-17 0,-2 3 7 0,0-1 0 16,0-1 3-16,0 5-1 0,-2 0 4 15,0-3 1-15,4 6 1 0,-4-1-10 0,2 1 4 16,2 1-2-16,-1 0-17 0,-1 0 24 0,-7 0-14 16,13 3-16-16,-6 1 15 0,0 0-4 0,0-4 7 15,-1 7-10-15,-2-1 4 0,2-2-4 0,-2 2 2 16,-3-4-12-16,2 5-26 0,-3 1-26 16,0-2-48-16,-3-2-110 0,-5 4-226 0,2 1-435 15,-1-1 113-15,0-2 49 0,-4-2 71 0,-5 3 72 16,2-6 51-16</inkml:trace>
  <inkml:trace contextRef="#ctx0" brushRef="#br0" timeOffset="-205788.29">12161 13358 558 0,'0'0'174'0,"0"0"0"0,0 0-18 16,-3-7-13-16,3 7-23 0,0 0-2 0,0 0 2 16,0 0 1-16,-3-4-6 0,3 4-10 15,0 0-8-15,0 0 72 0,0 0-3 0,0 0-20 16,0 0-7-16,-4-6-9 0,4 6 1 0,0 0-21 16,0 0-3-16,0 0-2 0,0 0-13 15,0 0 11-15,0 0-21 0,0 0-6 0,0 0-9 16,-7-1-8-16,7 1-3 0,0 0-17 0,0 0-4 15,0 0-4-15,0 0-5 0,0 0 4 0,0 0-4 16,0 0 2-16,0 0 3 0,8 16-5 0,-5-13-3 16,0 4 7-16,3-1 4 0,1 0-14 15,0 0-2-15,1 1 10 0,5 5 8 0,-3-3 5 16,4 1-3-16,-1 1-12 0,5-3-1 0,2 7-1 16,-3-5 1-16,1 0-2 0,1 3-2 15,-4-5-11-15,1 1 3 0,-2 1 12 0,0-3-12 16,0 1 8-16,-4 0-9 0,-1-6 1 0,-1 7 5 15,2-4-15-15,-3-2-8 0,-1 3-31 16,-2-4-5-16,3 0-41 0,-3 2-23 0,-1-1-74 16,-3-3-172-16,6 1-450 0,-6-1 59 0,0 0 63 15,0 0 65-15,0 0 61 0</inkml:trace>
  <inkml:trace contextRef="#ctx0" brushRef="#br0" timeOffset="-205238.83">12540 13283 752 0,'0'0'218'0,"0"-6"-34"0,0 6-20 16,0 0-11-16,0 0-7 0,0 0-10 15,0 0-11-15,0 0-17 0,0 0 7 0,-6 14-13 16,2-7-2-16,1 3 10 0,0-2-25 15,-1 3-3-15,-3 3 2 0,3 3-2 0,-2 0-21 16,-4 1 14-16,2 5 4 0,2-2-18 0,-4 0 14 16,3 1-11-16,0-1-13 0,3 0 0 15,-5-2 18-15,5-1-18 0,-2 1 8 0,2-4-5 0,0 1 0 16,1 1-16-16,-1-2-15 0,4-1 16 16,-3-3-6-16,0 1 8 0,3 0-13 0,0-3-8 15,-4 0 9-15,4-1-14 0,0 0 5 0,0 1 4 16,-3-3-12-16,3-2 4 0,0 2-6 15,0 0 16-15,-3-3-16 0,3-3 3 0,0 8-13 16,0-8 33-16,0 7-26 0,0-7 78 16,0 7-21-16,0-7 10 0,0 3-10 0,0-3-13 15,0 7 1-15,0-7-4 0,0 0 3 0,0 0 3 16,0 6-10-16,0-6-6 0,0 0-2 0,0 0-8 16,3 3 0-16,-3-3 8 0,0 0-8 15,0 0-2-15,0 0 10 0,0 0-6 0,0 0-22 16,0 0 15-16,0 0 0 0,0 6 0 0,0-6-10 15,0 0-3-15,0 0-2 0,0 0-11 0,0 0 11 16,0 0 0-16,0 0 4 0,0 0-6 16,0 0-9-16,0 0-2 0,0 0-5 0,0 0-3 15,0 0-15-15,0 0-3 0,0 0-28 0,0 0-20 16,0 0-39-16,0 0-20 0,0 0-54 16,-3 3-72-16,3-3-76 0,0 0-446 0,0 0 28 15,0 0 129-15,0 0 24 0,0 0 70 0</inkml:trace>
  <inkml:trace contextRef="#ctx0" brushRef="#br0" timeOffset="-203055.44">12609 13643 460 0,'-1'-3'162'0,"1"3"6"0,0 0-6 16,0 0 58-16,0 0-21 0,0 0-1 0,-3-7-17 16,3 7 4-16,0 0-19 0,0 0-12 0,0 0-19 15,0 0-7-15,0 0-13 0,0 0 3 16,0 0-72-16,0 0 36 0,-3 17-31 0,3-11 3 15,3 3 0-15,-3 2 5 0,0 2-13 16,3 1 0-16,2 1 79 0,-2 4-12 0,0-1-8 16,1 0-8-16,-1 5 11 0,0-3-29 0,1 1-5 0,2 0 11 15,-1-3-26-15,1-1 12 0,-3 4-20 16,1-4 3-16,2-1-3 0,-2-1-5 16,-1-1-2-16,1 1-13 0,0-3-1 0,-1 0 4 15,-3-3-19-15,3 0 6 0,0-1 2 0,-2 0 12 16,-1-1-19-16,3-1-9 0,-3-2-19 0,0 3-34 15,3-4-47-15,-3 2-116 0,0-3-503 16,0-2-94-16,-6 6 86 0,6-6 68 0,0 0 53 16,0 0 56-16</inkml:trace>
  <inkml:trace contextRef="#ctx0" brushRef="#br0" timeOffset="-201289.61">12390 13576 852 0,'0'0'261'0,"0"0"-28"15,-4-4-21-15,4 4-17 0,0 0-24 0,0 0-20 0,0 0-7 16,0 0-32-16,0 0-2 0,11 17-5 15,-7-15-10-15,2 4-8 0,-2-3-2 0,2 0-11 16,-2 0-13-16,6-1 1 0,-3-2 2 16,0 0-8-16,-7 0-2 0,17 0-21 0,-7-5 11 15,-3 2-6-15,4-6-15 0,-1 2 20 0,-1-1-25 16,-2-2 5-16,1-1-10 0,-2-3 10 16,-2 1-10-16,-1 0 10 0,0-1-8 0,-6-3 6 15,3-1-80-15,-6 3 13 16,-1-3-3-16,-1-1 24 0,-2 1 4 0,0 0 11 0,-1 5 71 0,1-1-2 15,1 3 10-15,-2 4-10 0,4 0-13 16,-3 4-10-16,3 5 10 0,-4 0-20 0,2 8 5 16,-1 3 2-16,2 2 5 0,1 4-7 0,4 5-10 15,0 2 2-15,0 2-8 0,6 0 11 16,0-2-3-16,4 4-11 0,4 0 1 0,2-1 2 16,1-3-2-16,-1 1-5 0,5-2 7 15,5 8-4-15,-2-8-1 0,0-7-13 0,-4 4-4 16,3-7-4-16,-3-2-1 0,0 1 17 0,1-4 0 15,-5-2-5-15,0 0-3 0,-2-2-4 0,-1-3 4 16,-3-3 6-16,4 1-1 0,-5-1-4 0,-6 0 4 16,13-1 13-16,-13 1-7 0,8 0 5 15,-8 0 5-15,10 0-10 0,-10 0-6 0,0 0 6 16,0 0-8-16,10 1 7 0,-7 5 9 0,1 0-3 16,0-1-11-16,-1 3 6 0,0 1-13 15,1 1 0-15,-1 1 10 0,0-2-8 0,1 1 11 16,2-2 2-16,-1 2-10 0,-2-3 5 0,3 1-10 15,-2 2 8-15,-1-3-6 0,0-1 1 16,1-4 9-16,-1 4-12 0,2-4-3 0,1 0 19 16,-6-2 12-16,0 0-11 0,0 0 4 0,17-10 4 15,-14 6-81-15,1-2 15 0,-1-4-13 0,-2-2 31 16,-1 1-8-16,-1-3 8 0,1 3 12 16,-7-4 1-16,4-2 0 0,-4 6 30 0,0-3-7 15,-3 1-6-15,0 1 6 0,3 4 5 0,-3-2 2 16,-1 3-7-16,1-1-8 0,0 3-3 15,2 0 13-15,-1-2-15 0,-1 6-28 16,6-2-18-16,-3-1-23 0,3 4-18 0,-2 0-26 0,6 0-56 16,0 0-92-16,0 0-257 0,0 0-175 0,10-7 35 15,-3 5 79-15,-7 2 54 0</inkml:trace>
  <inkml:trace contextRef="#ctx0" brushRef="#br0" timeOffset="-201022.45">13447 13246 1095 0,'0'0'335'0,"6"13"-27"0,-5-1-4 0,2-2-53 16,3 2-13-16,-2 4-26 0,-1 2-35 0,5 3 0 15,-2 2-19-15,1-3-12 0,-1 5-20 0,1-2-6 16,1-4-5-16,-2 6-33 0,1-5-26 16,-1 2-30-16,2-1-28 0,-4-3-62 0,2-2-41 15,1-3-87-15,-7 2-267 0,6-7-311 0,-3 4 94 16,-1-7 62-16,-2-1 58 0</inkml:trace>
  <inkml:trace contextRef="#ctx0" brushRef="#br0" timeOffset="-200789.73">13310 13353 1005 0,'-4'-3'369'0,"1"-1"-85"16,3 4-25-16,-3-6-24 0,0 0-22 0,3 6-19 16,0-7-30-16,3 3 2 0,3-3-20 15,1 3-20-15,-1-2 9 0,5 0-30 0,3-3 3 16,0 1-21-16,2-2-10 0,2 1-8 0,-1-3-15 15,3 3 17-15,1-1-27 0,-4 4-34 0,0 1-25 16,0-1-67-16,0-1-41 0,1 6-61 0,-5-1-183 16,5 1-421-16,-5 4 102 0,0-3 64 15,1 0 41-15</inkml:trace>
  <inkml:trace contextRef="#ctx0" brushRef="#br0" timeOffset="-200439.92">13873 13533 906 0,'0'0'338'0,"0"0"-31"15,21-7-21-15,-17 3-17 0,6-2-28 0,-3-2-44 16,3 1 0-16,0-3-20 0,-2 0-16 16,1-3-8-16,-2 3-30 0,-1-5-10 0,-1 3-3 15,-2-3-18-15,-3 4-10 0,3-3 2 0,-6 4-12 16,3-3-3-16,-3 3-10 0,-1 2 5 15,0-1-18-15,-2 1 8 0,-1 5-13 0,0-1-10 16,-4 4 20-16,11 0-15 0,-19 5 5 0,11-3-85 16,-2 6 21-16,3 1 8 0,-3 0-8 0,0 5 20 15,3 0-7-15,0 0 18 0,4 1 9 16,0 2-1-16,3 1-14 0,0-1 21 0,6-1-20 16,-2 3-8-16,3 0 13 0,6-1 2 0,-2 0-8 15,5-4 6-15,2-2 0 0,2 2-11 0,3-4-22 16,-2-2-27-16,4 2-22 0,2-3-59 15,-3-6-41-15,-1 4-136 0,-2-5-58 0,0-5-377 16,-4 4 28-16,0-4 80 0,-4-5 58 0,1 0 52 16</inkml:trace>
  <inkml:trace contextRef="#ctx0" brushRef="#br0" timeOffset="-199723.14">14270 13421 647 0,'0'7'233'16,"0"2"-28"-16,0 2-13 0,3-1-10 0,-3 4-8 15,0-2-13-15,5 2-18 0,-5 0-15 16,3 0-5-16,-3 0-8 0,0-1-10 0,3 0-10 16,-3-1-3-16,0 0-23 0,0-1 18 0,0-4-7 15,-3 1 12-15,6 2 36 0,-6-3-29 0,3-7 68 16,0 7-8-16,0-7-21 0,0 0-13 16,0 0 6-16,0 0-34 0,-8-19 8 0,8 6-18 15,0-2-8-15,0-2-12 0,0-1-1 0,5 0-14 16,-2-1-1-16,0 1-13 15,0 2 6-15,4 0-11 0,-3 1 8 0,2 0-18 0,2 7 3 16,-2 1-8-16,1-3-6 0,3 9 6 0,-2 0-13 16,1 2 11-16,1 0-6 0,1 5 3 15,-1 0-6-15,0 3 4 0,1 1-6 0,-1 1 8 16,-3-1-6-16,3 5 1 0,0-7-11 0,-6 6 16 16,5-3 0-16,-5-2-10 0,3-1 2 0,-6 0 2 15,5-1-4-15,-3 1 7 0,1-5 6 16,-4 4-11-16,0-7 23 0,3 5-15 0,-3-5 4 15,0 0-9-15,0 0 10 0,0 0-5 0,-7-18 5 16,4 6-8-16,0 2 0 0,3-5 1 16,-4 0-9-16,4-3 6 0,0 1-8 0,0 1-3 15,0-1 8-15,1 5-15 0,2-1 15 0,-3 1-5 16,3-1 0-16,0 6-10 0,-2-3 13 0,2 2 2 16,0 5-16-16,1-1-4 0,3 4 12 15,-7 0 6-15,13 0-11 0,-6 4 6 0,-1-1 7 16,5 3-8-16,-4-4 8 0,3 7-2 15,1-3-16-15,-4 0-7 0,3-2-8 0,4 5-6 16,-1-3-45-16,-3-3-3 0,1 4 0 0,2-5-23 16,-2 2 3-16,-1-4-13 0,0 0 12 0,1-4 6 15,-2 2-5-15,1-2-11 0,1 0 16 16,-4-4 17-16,0-1 16 0,-1-1-2 0,1-5 4 16,0 5 4-16,-3-5 19 0,-1 7 29 0,0-3 28 15,1 1 10-15,-1 0 13 0,-3 4 2 0,3 0-22 16,1 0 7-16,-4 6 16 0,0 0 2 15,0 0 13-15,0 0-3 0,10 22-10 0,-9-7 13 16,2 4 2-16,3 5-17 0,-2 3 9 16,-1 4 6-16,5 3-7 0,-2 1-4 0,1 11-4 15,-1-5-6-15,1-5 3 0,1 0-10 0,2 10 2 16,-1-9-18-16,-1-4-9 0,2 0-17 0,-3-1-35 16,-1-5-25-16,2-4-47 0,-1-3-31 0,-1-3-45 15,-2-2-67-15,2-7-52 0,-3-1-424 16,-2-6 21-16,-1-1 86 0,0 0 56 0,-1-16 63 15</inkml:trace>
  <inkml:trace contextRef="#ctx0" brushRef="#br0" timeOffset="-199440.08">14765 13441 908 0,'-3'-25'330'0,"3"9"-35"16,0-1-19-16,3 2-30 0,-2 5-18 0,3-1-26 16,2 3-18-16,-2-1-20 0,3 1-13 0,2 2-31 0,-1 4 11 15,2 0-18-15,-3 2 4 0,7 3-19 16,-4-2 1-16,0 9-17 0,4-2 3 0,-1 5-14 15,-2-1-4-15,-1 7-21 0,0 0 16 0,-3 0-14 16,0 2 1-16,-4-2 5 0,1 0-19 16,-4-3 17-16,0 2-27 0,0 3 8 0,-4-5 3 15,1 0 10-15,0 2-12 0,-5-7-1 16,2 6 0-16,-1-4-5 0,0-1-20 0,-1-4 10 16,-1 2 13-16,-1-3-11 0,3 0-7 0,-4-4 2 15,4 2-33-15,-5-2-2 0,4-1-44 0,1-2-3 16,0 2-32-16,-2-4-22 0,1 0-63 0,8 2-62 15,-7 0-69-15,7 0-279 0,-3-4-155 0,3 4 91 16,0 0 54-16,0 0 51 0</inkml:trace>
  <inkml:trace contextRef="#ctx0" brushRef="#br0" timeOffset="-199089.55">15340 13555 803 0,'0'0'274'0,"-6"11"-15"0,6-2-34 0,0-1-10 0,0 0-21 16,0 4-17-16,0 1-34 0,-1-1-7 16,-2 1-3-16,3 4-23 0,-3-1 57 0,0 1-29 15,-2 0-33-15,2-2-74 0,0 2-83 16,-1-1-137-16,1 0-507 0,0-1 25 0,0-3 49 15,2-3 59-15</inkml:trace>
  <inkml:trace contextRef="#ctx0" brushRef="#br0" timeOffset="-197940.25">15577 13087 962 0,'0'0'282'15,"0"0"-19"-15,0 0-20 0,-1 14-76 0,1-3-24 16,4 3-15-16,-4 1-20 0,6 3-9 16,-2 6 1-16,2 1 0 0,2 6-13 0,-2-4-20 15,1 7 2-15,0-1-5 0,0-1-5 0,0-4-6 16,0 5-4-16,-4-8-13 0,3 0-3 16,-2 0 5-16,3-4-9 0,-3-2 1 0,2-2-4 15,-5-3-13-15,2-3 7 0,0 2 3 0,0-3-10 16,0-2 2-16,-2-4-12 0,-1 1-6 0,0-5 1 15,0 0-11-15,0 0 0 0,0 0-2 16,7-22 12-16,-7 8-4 0,0-5-4 0,3 2 6 16,-3-1 10-16,4 0 6 0,-1 0-1 0,1 1-2 15,2-1 4-15,2 2 24 0,1 1-13 16,-2 0-7-16,0 5-11 0,4 2 0 0,-4 1 8 16,5 5 2-16,-1 0-7 0,0 4-1 0,2 0 4 15,1 7 14-15,-1-1-20 0,4 6 0 16,-3-2 11-16,0 5-6 0,2-2 3 0,-4 2 0 15,1 0-1-15,1-1-1 0,-1-1-1 0,-3-3 3 16,1 3-16-16,-1-5-2 0,0 2-8 0,1-2-2 16,-4-3 2-16,2-1 0 0,2-1 8 15,-4 1-10-15,3-4-1 0,-4-2-1 0,5-1 4 16,-4-5 0-16,3 2 13 0,-3-5-10 0,0-4-1 16,0 1-1-16,-1-4 7 0,-2 0-13 0,-1-2 20 15,0 2 1-15,2 0 27 0,-2-1 1 16,0 3 15-16,-3 4 3 0,3 1-16 0,-2 0 0 15,-1 2-2-15,0 0-5 0,0 7 4 0,0 0-7 16,0 0 6-16,0 0-9 0,0 0 8 16,9 21-2-16,-8-11-11 0,2 1 3 0,0 3-5 15,1-3 2-15,0 6 3 0,-1-2 0 0,4-2-10 16,-1 0 5-16,1 1-1 0,0-3-4 0,3-1-18 16,-3 1 2-16,4-1 3 0,-4-2 5 15,2-4-15-15,1 3-1 0,1-7-2 0,-4 2 1 16,3-2-7-16,1-2-4 0,-4-2 10 0,2-2 11 15,-2-2 4-15,-3-3-17 0,3-1 9 0,-4-5-6 16,0 0 6-16,-3 2 11 0,1-2 11 0,-1 5-4 16,0-2 6-16,-1 2 18 0,1-1-8 15,0 3 5-15,0 2-18 0,0 1 0 0,-3 2 6 16,3 5-3-16,-3-3 12 0,3 3-7 16,0 0-3-16,0 0-2 0,-3 16 8 0,6-9-9 15,-3 3 1-15,0-2-2 0,3 7-14 0,0-5-15 16,-2 4 0-16,5-3-59 0,-3 4-66 15,1-5-62-15,3 0-122 0,0 3-431 0,0-5 85 16,2 0 40-16,-4-5 42 0,1 1 54 0</inkml:trace>
  <inkml:trace contextRef="#ctx0" brushRef="#br0" timeOffset="-197256.63">16509 13462 652 0,'1'9'228'0,"2"3"-21"0,0-4-27 16,0 6-6-16,0-3-16 0,-1-1-9 0,-2 3-16 16,3-2-21-16,-3-3 1 0,0 0-10 0,0 2 7 15,0-3-18-15,0 0 10 0,0-1 85 16,0-1-31-16,0-5 5 0,-3 7-22 0,3-7-11 16,0 0-13-16,0 0-10 0,0 0-23 0,-5-19 5 15,5 6-11-15,0 2-12 0,0-3-7 16,3 0-1-16,-1-1-12 0,1 1-14 0,0 2 14 15,1-1-11-15,-1 3 5 0,3 2-17 0,1 1-1 16,-2 0 3-16,1 6 8 0,1-2-21 16,-7 3 6-16,13 4-1 0,-5 1 6 0,1 1-3 15,1 3-6-15,-2-2 4 0,-1 5-4 0,2-2-12 16,-2-1 11-16,1 0-1 0,-5 3 0 0,4-3-10 16,-4-1 8-16,0 0 2 0,1-1-2 15,-1-1 2-15,0 1 13 0,0-2-10 0,-1-2 20 16,-2-3-12-16,3 6 9 0,-3-6-1 0,0 0 1 15,0 0-12-15,0 0-5 0,3-23 7 16,-3 12-9-16,0-3-6 0,3-5-13 0,-3 0-7 16,4-4 15-16,-1-1-8 0,3 1 0 0,-2-1 8 15,0 6-10-15,3 3 15 0,-1 1-15 0,-2 0 7 16,2 0 3-16,-2 7 11 0,6 1-14 16,-6 1 6-16,3 5 9 0,-7 0-1 0,14 2-4 15,-4 3 1-15,-1 2 0 0,-2 0-1 0,1-1-1 16,2 6-1-16,-3-2 7 0,2 1-12 0,2 0-5 15,-1-1 3-15,-3 1-14 0,1-3-9 16,1 2-3-16,-2-3-6 0,4 1-19 0,-1-2 19 16,-3-2-9-16,5 1-13 0,0-3-8 15,-3-2-11-15,1-2 4 0,1-1-1 0,-1-2-30 16,0-2 22-16,1-1-7 0,-1-4 0 0,-3-1-8 16,0-4 19-16,0 2 14 0,-1-2 42 15,-2 5 40-15,-1-2 8 0,0 4 34 0,2-1-14 16,-2 1-12-16,0 5 10 0,-3-1-15 0,4 6 18 15,-4 0 7-15,0 0 8 0,0 0 0 0,6 17-8 16,-6-9 1-16,3 2-9 0,1 5-9 0,-1 2 2 16,2-2 2-16,1 3-7 0,-3-1-8 15,4 1-12-15,-4-3-29 0,4 6-41 0,1-5-61 16,1-3-144-16,-2 4-565 0,-1-4 48 0,-2-4 93 16,4-2 76-16,-5-3 57 0</inkml:trace>
  <inkml:trace contextRef="#ctx0" brushRef="#br0" timeOffset="-197106.18">17111 13084 852 0,'0'13'141'0,"0"-4"-123"0,4 6-535 0</inkml:trace>
  <inkml:trace contextRef="#ctx0" brushRef="#br0" timeOffset="-196473.18">17515 13275 749 0,'-8'-7'328'0,"2"5"-46"0,-1 2-26 16,7 0-29-16,-18 5-1 0,9 0-45 16,-1 2 1-16,3 1-28 0,-4 2-8 0,1 1-3 15,0 2-25-15,3-1-16 0,0 2-10 0,0 1 3 16,-2 2-8-16,8-3-15 0,-6 3-6 0,4-3-2 16,2-1-13-16,1 1 6 0,0-3-21 15,1 4-8-15,2-5-5 0,0 0-10 0,2-2-1 16,4-1-22-16,-2 0 18 0,3-2-16 0,-2-3 13 15,1-1-12-15,1-1-4 0,1-5-14 0,-4 1 15 16,3-2-16-16,-2-2 5 0,1-4-20 16,-2-1-7-16,0-4 15 0,-1-6-26 0,-2 2 5 15,0-8 13-15,-1 2-15 0,-3-2 10 0,-3-7 17 16,3 1 19-16,-3 8 18 0,2-4 2 16,-3 6 34-16,4 0 20 0,-3 7-8 0,0 0-2 15,2 1-13-15,1 3-16 0,-3 4 11 0,0 2-8 16,3 1 13-16,0 7-10 0,0 0-8 0,0 0 13 15,0 0-13-15,-3 23 10 0,6-11-15 16,0 3-3-16,0 6 3 0,-2-2 0 0,5 2 3 16,-2 3 7-16,3-2 0 0,0 2-18 15,2-3 11-15,-1 2-1 0,5 2-7 0,-3-4 2 0,4-2-4 16,-3-2-4-16,3 0-4 0,2-4-11 16,-1 0 0-16,-2-4 1 0,0-3 2 0,1-3-23 15,-1 0 7-15,-1-6-7 0,1 2-8 0,-3-4-7 16,1-5 2-16,-1 0-8 0,3-5 0 15,-6 3 21-15,0-3 18 0,-1 2 2 0,1 1 31 16,-3 2 3-16,0 0-13 0,2 1-6 0,-3 3 6 16,-2 1 5-16,2 4-10 0,-3 1 10 0,0 0 0 15,0 0 5-15,0 0-3 0,7 16 1 16,-7-9-11-16,3 3 8 0,-3-2-5 0,4 4-3 16,-1 1-18-16,1-3-20 0,-1 1-8 0,0 0-59 15,1-1-68-15,-1-2-201 0,0 2-404 0,1-3 64 16,3 0 69-16,-3-6 77 0,-4-1 57 15</inkml:trace>
  <inkml:trace contextRef="#ctx0" brushRef="#br0" timeOffset="-196170.58">18137 13018 1108 0,'0'9'338'0,"3"3"-23"0,-3 0-113 15,0 2-5-15,3 4-13 0,-3-1-23 0,4 1-17 16,-4 3-24-16,3-2-35 0,0 3-14 0,-3-2-68 16,4 1-75-16,-3-1-120 0,-1 1-514 0,0-2 84 15,0-2 15-15,0-3 72 0</inkml:trace>
  <inkml:trace contextRef="#ctx0" brushRef="#br0" timeOffset="-195589.86">18147 13250 798 0,'11'-16'256'0,"-1"7"-31"0,3-2-28 0,-2 2 1 16,-1 0-30-16,0 0-11 0,4-1-19 15,-1 1 5-15,1 0-40 0,-1 2-1 0,-3 1-5 16,1 0-7-16,-1-1-13 0,0 4-13 0,1-1 2 16,-1 1-12-16,-3 2 2 0,3 0-7 15,-10 1-3-15,11 1-13 0,-11-1 3 0,13 4 13 16,-6-3-13-16,0 5 2 0,0-2-7 0,2 0-3 15,-1 2 8-15,2-2 5 0,0 3-18 0,-2-3-3 16,5 0-17-16,-3-2-29 0,4 2 6 16,-4-1-11-16,4-3-13 0,-1-2 11 0,0 0-8 15,-2-3 3-15,3 4 2 0,0-6 8 0,2 0 2 16,-5-1 13-16,3-1-2 0,-4 1 20 16,4-2 3-16,-4 2 10 0,0 0 7 0,0-1 14 15,-3 2 2-15,-3 4-13 0,2-2-5 0,2 2-3 16,-8 3 19-16,9 0-6 0,-9 0-2 0,7 11 2 15,-4 2 3-15,-2 4-11 0,5 2 14 0,-2 6-3 16,0 7-1-16,2 3 12 0,1 11-7 16,3 1-1-16,-2 6-1 0,-2-2 3 0,-2 2-2 15,2 0-16-15,-3-9-3 0,0-8 3 0,-2 3 5 16,-1-3-20-16,0-3 0 0,-4 2 4 16,-2-3-19-16,-1-7-1 0,0-2 6 0,-4-5 4 15,-2-1 3-15,-1-7 0 0,1-3-7 0,-1-3 15 16,-3-4-16-16,0-4 8 0,0 1 0 0,0-5 11 15,3 2-1-15,0-2 0 0,1-2 16 16,0 2-16-16,2-4 26 0,1 0-7 0,3 4-4 16,0-3-1-16,3-3 1 0,1 4-9 0,3-4 22 15,3 3-4-15,1-4-21 0,6 0 2 0,-3 2 1 16,6-2-4-16,1-2 4 0,0 2-13 16,6-2-8-16,-2 4-21 0,-1 0 1 0,0-1-14 15,0 2-32-15,0-1-54 0,-3 3-16 0,0 2-182 16,-4 0-503-16,-1-1 117 0,-5 1 20 15,0 1 60-15,-1 2 68 0</inkml:trace>
  <inkml:trace contextRef="#ctx0" brushRef="#br0" timeOffset="-194089.51">19691 13491 647 0,'0'0'274'0,"0"0"-31"0,0 0-18 0,-6 0-12 15,6 0-31-15,0 0-16 0,0 0-10 16,0 0-13-16,0 0-9 0,0 0 6 0,0 0-104 16,0 0 15-16,0 0 16 0,0 0-13 0,0 0 7 15,0 0-5-15,0 0-7 0,0 0-13 16,-13-4 20-16,13 4-5 0,0 0-10 0,-3-4-10 15,3 4 5-15,0 0 10 0,-4-7-20 16,4 7 4-16,0 0-2 0,-7-3-7 0,7 3 5 16,0 0-6-16,0 0-10 0,-1-5 6 0,1 5-6 15,0 0 0-15,0 0-2 0,0 0-6 0,0 0 9 16,0 0-4-16,0 0-4 0,-3-4 12 0,3 4-25 16,0 0-11-16,0 0-32 0,0 0-6 15,0 0-36-15,0 0-5 0,0 0-61 0,0 0-72 16,0 0-141-16,0 0-317 0,0 0 87 15,0 0 33-15</inkml:trace>
  <inkml:trace contextRef="#ctx0" brushRef="#br0" timeOffset="-193523.83">19665 13518 238 0,'0'0'-18'0,"0"0"-85"0</inkml:trace>
  <inkml:trace contextRef="#ctx0" brushRef="#br0" timeOffset="-192956.58">19743 13291 747 0,'-3'9'251'0,"3"3"-29"0,0 2-14 0,0 3-16 15,0 6-16-15,3 2-9 0,0 0-16 16,1 0-26-16,-1 9 3 0,2-3-23 0,4 0 3 16,-5-2 40-16,5 2 3 0,-5-2-23 0,4-4-13 15,-2 0 1-15,-2-2-22 0,2 0-17 0,-3-4 2 16,1-2-7-16,0-3-3 0,-1 1-5 15,1-3 0-15,-4-3-64 0,0-1 15 0,3-2-2 16,-6-2-2-16,3-4 1 0,0 0 1 0,0 0-8 16,0 0 8-16,0 0-5 0,-14-18-3 15,13 7 10-15,-2-2-7 0,3 2 2 0,-3 0 8 16,6-2-15-16,-3 3 9 0,3-1-14 0,-2-1 4 16,6 4 6-16,-1 3-8 0,1-2 8 15,0 2-1-15,0 3-9 0,3 0 2 0,0 2 8 16,3 3-3-16,-1-2-5 0,-2 5 2 0,4-2 1 15,-4 3-8-15,0 1 2 0,1 2 1 0,-2 3 4 16,-2-3 8-16,-1-1-12 0,-5 4 15 0,-1-1-13 16,0-4 7-16,-4 6 3 0,-2-3-4 15,-1 1-6-15,0 0 10 0,-4-1-5 0,-2-4-2 16,3 1 2-16,-4 0-5 0,4-2 7 0,-4-3 1 16,4-2 7-16,-3 2-7 0,5-3-11 15,-2 2-9-15,10-2-1 0,-17-2-41 0,10-2-2 16,7 4-44-16,-7-3-23 0,4-1-94 0,0 0-106 15,3 4-458-15,6-7 98 0,-5 1 43 16,2 3 49-16</inkml:trace>
  <inkml:trace contextRef="#ctx0" brushRef="#br0" timeOffset="-190707.34">18153 17096 550 0,'0'0'233'0,"0"0"-26"0,0 0 70 15,0 0-19-15,18 2-33 0,-18-2-17 0,13 3-16 16,-5-2-6-16,1 1-17 0,-2-1-18 0,7 0-5 15,-4 3-18-15,4-3-10 0,0 0-13 16,2 0-13-16,2 1 0 0,3-1-17 0,-1-1-4 16,7 1-12-16,-3-1 5 0,7-1-15 0,0 1-8 15,3 0 7-15,-3 0-9 0,3-1-1 0,-3 1-7 16,2 0-8-16,-2 1 15 0,0 0-12 16,0 2-6-16,0-2 3 0,-1-1-15 0,1 3 2 15,-3-1 1-15,2 1 4 0,-2-2 0 0,3 0-5 16,-1-1 6-16,-2 2-14 0,3 0 1 15,-4-2 10-15,4 0-3 0,0 0-2 0,-1-2-6 16,4 2 14-16,-3-2-14 0,3 1 6 16,-3-3 7-16,3 2-10 0,0 1 3 0,0-1-5 0,1 1 7 15,-1-2-5-15,0 2-8 0,-3 0 8 16,3-1 1-16,-3 2-9 0,0-1 0 0,0 1 3 16,-1-1 13-16,-2 1-13 0,3 0-2 0,-1-1-70 15,-2 1 0-15,3 0 16 0,-1-2-3 16,-2 0 16-16,1 2 2 0,-1-1 13 0,3 0-8 15,0-2 5-15,-1 1 0 0,1 1-2 0,0-1 15 16,0-2 3-16,0 3-3 0,2-2 10 16,-2 1-5-16,1-1 6 0,-1 1-1 0,-5 0-2 15,5-1 0-15,-3 0-1 0,2 1 1 0,-2 1 5 16,-4-2-3-16,3 2 6 0,-2 0-6 0,-2-2 0 16,1 2 3-16,0 0 5 0,0-1 3 15,3 0-13-15,-4 2-8 0,-1 0 10 0,2-2 13 16,0 2-15-16,-1-3 2 0,-2 3 8 0,3-3-5 15,0 3 15-15,-4-2-2 0,1-2-8 16,3 4 8-16,-4-2-3 0,4 0-5 0,-3 0 2 16,-1 1 9-16,4-3-4 0,-3 2-17 15,3-1-11-15,-4 0 14 0,4 1 7 0,-3 1 7 16,-1-2-1-16,4 1-6 0,-3 0 7 0,-1 1 1 16,3 1-3-16,-2-1-13 0,0 1 14 0,-1-1-22 15,1 2 16-15,0-2 16 0,-2 1-24 0,-1 0-8 16,-1 0 16-16,3-2-5 0,-2 2 16 15,-1-2-4-15,0 2-2 0,0 0-5 0,4-1-5 16,-4 0 0-16,3 1 5 0,-3-2 0 0,0 2 13 16,4-1-16-16,-1 1-2 0,-3 1-2 15,4-2 9-15,0 1-7 0,-1 0-5 0,-3 0 7 16,3 0 1-16,-2 0 12 0,3-2-13 16,-5 1 8-16,5 1-5 0,-1 0-5 0,0-2-2 0,-2 1 12 15,2 1-5-15,1-3-3 0,3 3 16 16,-3 0-16-16,-1 0-9 0,4 0 9 0,0-1 13 15,-4 1-15-15,4 0 8 0,-3 0-8 16,3 0-8-16,-1 0 5 0,-2-1 16 0,3 1-3 16,-3 0-5-16,-1 0 0 0,4 0-3 0,-3 0 9 15,2 0-14-15,1-2 3 0,-3 2 5 0,3-1-5 16,-4 0 10-16,4 1-8 0,0 0 8 16,0-1-17-16,-1-1 9 0,2 2 6 0,-1 0-9 15,-3 0-6-15,-1 0 9 0,4 0 0 0,-3 0 1 16,3 0 2-16,-1 0 2 0,1 0-4 15,-3 0 7-15,3-2-8 0,-1 2-4 0,1 0 7 16,0-1-3-16,0 1 1 0,-1-1-1 16,2-1-5-16,-1 1-4 0,0-1 9 0,3 1-7 0,-3 1 15 15,0-2-13-15,6-2 6 0,-5 4-11 0,-1-1 21 16,0-2-16-16,-1 2-5 0,2 0 11 16,-1 0-14-16,-3-1 14 0,2 0-16 0,-2 2 13 15,2-1 15-15,-3 1-10 0,1-1-3 16,0 1-2-16,-1-2 5 0,1 2-2 0,0 0 12 15,3-1-10-15,-4 1-8 0,1-2 18 0,2 1-17 16,-2 1 12-16,3-2 20 0,-3 1-22 0,3-2-3 16,-4 3-5-16,4 0-8 0,-3-1 18 0,2 0 0 15,1-1-12-15,-3 1 7 0,3-1 2 16,-1 0-7-16,1 0 0 0,-3 1 13 0,3-2-11 16,-1 2-5-16,-2-2 8 0,0 1 8 0,2 1 0 15,-2-2-8-15,0 3 5 0,0-1 3 16,2 0 4-16,1-2-1 0,0 1-1 0,-4 0-5 15,4 0 0-15,0 2-2 0,0-1 9 0,-4-2-14 16,6 0 10-16,-4 2-6 0,3-2 6 16,2-2-13-16,1 1 5 0,-2 1 7 0,2-1 4 15,-1-1-9-15,1 2 1 0,-1-1 7 0,2 2 18 16,-3-2-20-16,-2 1-8 0,-1-1 5 0,1-1 0 16,-3 2 5-16,-1-1 3 0,4 2-10 15,4-3 4-15,-4 1 4 0,3 0 12 0,1 0-18 16,-1 1 13-16,-4 0-6 0,2-1 1 0,2 1-3 15,-3-1-2-15,-4 2-10 0,4-1 14 16,-3 0-4-16,0 0 18 0,-1-1-24 0,3 0-2 16,-5 0 18-16,2 2-3 0,-2 0-15 0,-2-3 11 15,2 2-9-15,-2-1 3 0,2 2 3 16,-1-2-3-16,0-1-18 0,0 4 8 0,0-3 8 16,1 1 2-16,-2-3 3 0,2 4-3 0,-2-1 5 15,1 1-23-15,-3-2 0 0,0 3-35 16,-4-2-44-16,1 0-70 0,-4 2-206 0,2-1-398 0,-5-2 88 15,-4 4 56-15,9-2 49 0</inkml:trace>
  <inkml:trace contextRef="#ctx0" brushRef="#br0" timeOffset="-187607.68">21545 13197 793 0,'0'0'289'0,"0"0"-10"0,0 0-25 0,0 0-27 16,3 19-19-16,-2-9-16 0,5 3-10 0,-2 0-11 16,2 3-30-16,1 6-8 0,3-3 0 0,-3 5-20 15,0 1-14-15,4 0 1 0,-4 6-18 16,5-4-5-16,-5-2 0 0,1 0-36 0,-1 0-21 16,2-1-68-16,-2-2-68 0,0-1-124 0,0-1-505 15,-3-5 33-15,-1 0 57 0,0-5 79 16</inkml:trace>
  <inkml:trace contextRef="#ctx0" brushRef="#br0" timeOffset="-187356.66">21442 13346 975 0,'-3'-5'302'0,"0"1"5"16,3 4-31-16,-4-6-22 0,4 1-39 0,0 5-8 15,3-10-25-15,-2 8-11 0,5-4-20 16,1-1-20-16,4 2-6 0,5-1-17 0,1-3-6 16,0 3-20-16,4-3 62 0,6 1-11 0,-3-3-18 15,1 4-15-15,1 0-13 0,-1-1-23 0,2-1-39 16,-3 2-55-16,-3 6-29 0,2-2-67 0,-2-1-48 16,3 4-54-16,-8 1-158 0,2 3-400 15,-5-2 97-15,2 2 32 0,-5 0 78 0,0 3 67 16</inkml:trace>
  <inkml:trace contextRef="#ctx0" brushRef="#br0" timeOffset="-186506.91">21945 13484 624 0,'3'7'241'0,"-2"3"-6"0,2-3-12 16,0 0 0-16,1-1-8 0,2-2 0 16,1 1-80-16,0-2 1 0,0-3-26 0,0 1 0 15,3-1-20-15,1-1 2 0,1-2-15 0,-1-1 7 16,-1-4-7-16,-3 4-3 0,3-4-2 15,-2-2-8-15,-2 1 5 0,1-2-5 0,-4 1-10 16,0-1 12-16,-2-3 3 0,-1 6-2 16,-1-2 53-16,-2 2-5 0,0 1-10 0,0-1-5 15,-1 1 0-15,-2 5-13 0,-2 1-13 0,8 1-12 16,-13 0 2-16,3 1-13 0,2 8 3 16,-2-1-16-16,1 0 5 0,2 4 1 0,-1 1-3 0,2 1-10 15,-1-3-6-15,4 6 8 0,3-4-4 16,0-1-6-16,0 3-3 0,3 1 3 0,4-4-7 15,-1 3 14-15,5-3-12 0,-1 1 0 0,8-3 3 16,1 1-9-16,-1-2-1 0,2 0-9 16,1-6-27-16,0 3-19 0,-2-4-20 0,2-2-13 15,0 0-63-15,3-4-6 0,-7 0-28 0,3-3-49 16,-3-3-31-16,1-1-14 0,-2-3 30 16,-1-1 41-16,-2-2 76 0,1 1 55 0,-4 4 53 15,-3-3 33-15,3 7 19 0,-3-2 2 0,0 2-11 16,-1 1 6-16,-2 2-2 0,3 3 14 15,-7 2 14-15,10 0-16 0,-10 0 2 0,10 11-7 16,-7-2-2-16,2 1-1 0,1 0-10 0,-2 4 11 16,2-3-16-16,-3 6-8 0,1-3 13 0,-1-2 3 15,1 2-23-15,-1-3 9 0,-2 3 12 16,-1-4-9-16,3 0-2 0,-3 0 20 0,0-4 26 16,0 1 18-16,0 0-2 0,0-7-19 0,0 7 1 15,0-7-14-15,0 0-2 0,0 0 8 16,0 0-10-16,0 0-9 0,3-27 6 0,1 11-5 15,-1-3-5-15,3-1-8 0,-2-2 2 0,4 2-9 16,-2-2 2-16,1 6 7 0,-1 1-20 0,2 2 13 16,-2 1 0-16,-2 0-13 0,3 5 13 15,-1 3-13-15,2 0 3 0,2 3 0 0,-4 1 5 0,-6 0-6 16,18 8-7-16,-8-2 3 0,-1 1 5 16,2 2-8-16,-4 1 7 0,3 1-9 0,-3-3-1 15,0 4-2-15,0-3 10 0,-1-2 0 16,-2-1-7-16,2 2-1 0,-2-1 13 0,0-1-12 15,-1-4 25-15,0 4-16 0,-2-2 4 0,-1-4-4 16,0 0 19-16,9 0-3 0,-9 0-10 16,0 0-5-16,4-12 7 0,-4 3-10 0,0-5 5 15,3 4-2-15,1-5-8 0,-3 0 15 0,-1-3-12 16,3 1 12-16,3 1-7 0,-2-1 0 16,-1 5-6-16,3-1 6 0,-5 2-6 0,6 1-7 15,-3 1 10-15,-1 3-2 0,4 0-13 0,-1 5 2 16,-6 1-2-16,14 0 0 0,-14 0 2 0,13 7 13 15,-6-1-2-15,1 0-9 0,2 6-4 0,-1-2 5 16,2 0 10-16,-4 4 5 0,6-3-2 16,-2 1-3-16,-4 1-23 0,6-3-23 0,1 3 3 15,-4-4-13-15,4 1-49 0,0-2-20 0,-1-3-60 16,1-1-53-16,0-3-58 0,0-1-206 16,-1 0-276-16,1-1 105 0,-4-3 51 0,3-2 41 15,-5-4 64-15</inkml:trace>
  <inkml:trace contextRef="#ctx0" brushRef="#br0" timeOffset="-186040.67">23121 13283 716 0,'0'0'218'0,"0"0"-6"16,0 0-12-16,0 0-8 0,0 25-8 0,0-10-7 15,0 3-1-15,0 7-25 0,3 5-17 16,1 4-30-16,-1 2 7 0,3-1-4 0,-2 4-5 16,3 10-17-16,0-4 63 0,0-3-17 0,-1-6-16 15,-2-2-10-15,6 1-3 0,-3-1-20 0,-3-3-2 16,5-3-24-16,-4-4-36 0,1-1-27 15,-2-7-3-15,2-2-11 0,-2-3-28 0,2-7-48 16,-3 1-31-16,-3-5-33 0,0 0-5 0,0 0-34 16,2-24-7-16,-4 7 15 0,-4-7 48 15,-1-6 24-15,0-5 76 0,-6-9 37 0,3 0 32 16,0 6 44-16,3 6 21 0,-4-3 18 16,5 3 14-16,-1 0 1 0,3 4-5 0,-3 3-5 0,4 2-1 15,3-1-9-15,-1 6-11 0,1-2-5 16,1 4-5-16,-1-2-5 0,3 3-11 0,4 2-7 15,-3 4-5-15,3 0-1 0,-1 1-4 16,1 5-18-16,4 1 15 0,-11 2 0 0,16 5-13 16,-5-1-12-16,-4 2 12 0,3 7-5 0,1-3-10 15,-2 7 18-15,-5-2-8 0,2 1-7 0,-2 1 9 16,-4 0-4-16,0 0-1 0,0 1 11 0,-1-4-10 16,-5 3 30-16,0-3-10 0,2-1-20 15,-2 1 15-15,-2-3-8 0,-2 1-2 0,3-3-3 16,-3-3 8-16,3 1-5 0,-3-2-8 15,3-2 7-15,-4-3-25 0,2 1-20 0,2-1 2 16,7 0-46-16,-15-1-33 0,9 1-61 0,-1-5-162 16,1 3-491-16,3-1 27 0,3-4 91 0,0 7 56 15,-1-10 61-15,2 2 77 0</inkml:trace>
  <inkml:trace contextRef="#ctx0" brushRef="#br0" timeOffset="-184558.84">23568 13571 655 0,'0'0'256'0,"0"0"-31"15,0 0-18-15,0 0-17 0,0 0-19 0,0 0-20 16,-6 2-10-16,6-2 0 0,0 0-21 15,0 0 6-15,-4 5-27 0,4-5-27 0,0 0-44 16,0 0 6-16,-3 5-4 0,3-5-2 16,0 0 11-16,0 0-11 0,0 0 18 0,0 0-10 15,0 0 0-15,0 0 5 0,0 0 41 0,0 0-18 16,0 0 0-16,0 0-6 0,28-7-4 16,-15 4 5-16,1-2-15 0,2 3 12 0,-1-5-18 0,5 4 8 15,1-2-10-15,-1 1-20 0,0-2-9 16,1 5-22-16,-3-5-34 0,-2 5-38 0,-3 1-43 15,2 0-34-15,-5 0-10 0,2 0-67 16,-4 0-391-16,-4 4-5 0,2 0 20 0,-6-4 82 16</inkml:trace>
  <inkml:trace contextRef="#ctx0" brushRef="#br0" timeOffset="-184375.29">23702 13765 586 0,'0'0'263'0,"0"0"-14"0,10 1-27 0,-10-1-19 0,14-1-19 15,-14 1-20-15,24-1-16 0,-10-4-17 16,-1 4-26-16,5 1-18 0,2-3-29 0,-3-1-93 16,0 2-111-16,5 0-77 0,-3-2-409 15,4 2 51-15,-2-5 59 0</inkml:trace>
  <inkml:trace contextRef="#ctx0" brushRef="#br0" timeOffset="-183875.06">24491 13280 1144 0,'-19'11'304'0,"18"-5"-22"0,-6 2-29 0,4 1-27 16,2 0-19-16,-2 1-31 0,3 4-9 0,0-3-14 16,0 3-14-16,0-2-24 0,4 4-10 15,-1-2 0-15,0-2-8 0,5 3-13 0,-2-1-2 16,1-3-10-16,0-1-21 0,4 1 3 16,-1-1-3-16,0-4-10 0,3-1 8 0,-2-1-1 15,3-1-2-15,-1-3-12 0,0-1 7 0,2-4-18 16,-2 2 18-16,1-3-5 0,-1-3-16 15,1-1 8-15,-2-3-7 0,-4 3 7 0,0-7 0 16,2 2-2-16,-4-3 12 0,-2-3-12 0,-1-4-1 16,-3 2-4-16,3-1-1 0,-6 0 3 15,3 6-10-15,-3-4 5 0,-4 1 18 0,4 5-13 16,-4-1-3-16,0 3 1 0,0 2-6 0,0 0 13 16,-2 5-2-16,-2 2-8 0,0-1-8 0,0 6 13 15,-2 0-5-15,0 6-80 0,-1-2 22 16,1 7-22-16,-1-2 26 0,7 3-7 0,-3 1 4 15,5-1 9-15,-4 5 4 0,6-3 13 0,3-2-10 16,0 3 3-16,7 2 15 0,-2-3-8 0,0 1 3 16,5 0 7-16,4 1-5 0,3-1 3 15,0 0 13-15,0-4-23 0,4 3-14 0,0-4-27 16,2-2-28-16,1 2-37 0,0-3-53 0,3-1-59 16,-2-4-115-16,-4 3-54 0,1-4-337 15,-4 0 83-15,-1-3 57 0,0-1 52 0</inkml:trace>
  <inkml:trace contextRef="#ctx0" brushRef="#br0" timeOffset="-183557.84">25017 13384 706 0,'0'0'223'0,"0"0"-21"16,4-3-31-16,-4 3 9 0,0 0-14 0,0 0-10 15,0 0-10-15,-5 16-5 0,0-5-16 0,2-3-10 16,-1 6 16-16,1 2-34 0,0-3-12 16,-1 6-6-16,0-1 3 0,1 0-16 0,3-1 9 15,0 0-14-15,0 1 3 0,3-1 5 0,2 0-20 16,1-2-3-16,1-2-5 0,2 0 8 0,3 1-11 15,-2-3-15-15,3-3 90 0,4 1-29 0,-3-2 3 16,3-6-5-16,0 5-5 0,-3-6-13 16,3-1-8-16,-3-4 3 0,3 3-10 0,-2-4-3 15,-3-3 0-15,-1 0 0 0,-1-5 2 16,-1-3-1-16,-4-1-7 0,-2 2-4 0,-3-3-5 16,0 0 13-16,-3-2-6 0,1 5-10 0,-7-1 0 15,5 0 0-15,-5 2-17 0,-2 3 17 16,4-1-21-16,-3 3 4 0,0 2 7 0,-1 1-13 15,1 2-21-15,2 0-30 0,-4 4-48 0,5 0-37 16,0-1-92-16,7 2-263 0,-7 3-354 0,7-3 96 16,-7 1 99-16,7-1 51 0,0 0 69 15</inkml:trace>
  <inkml:trace contextRef="#ctx0" brushRef="#br0" timeOffset="-183375.11">25572 13380 816 0,'14'-5'271'0,"-1"-2"-33"16,-2 5-30-16,-1 0-52 0,3-3-56 16,1 4-52-16,-1-1-66 0,-1 1-125 0,1-3-310 15,0 4-128-15,-2-3 56 0</inkml:trace>
  <inkml:trace contextRef="#ctx0" brushRef="#br0" timeOffset="-183157.52">25561 13143 819 0,'0'8'263'0,"0"0"-20"0,0 6-28 16,1 2-15-16,2 1-16 0,3 0-35 0,-2 3 2 15,4 3-18-15,-2 1-8 0,4-2-9 0,1 6-11 16,-1-3-8-16,0-3-26 0,1 3-24 0,2 0-50 16,0-4-53-16,1-3-42 0,-1-1-129 15,2 2-447-15,1-5 40 0,-1-1 47 0,1-5 70 16</inkml:trace>
  <inkml:trace contextRef="#ctx0" brushRef="#br0" timeOffset="-182675.15">26153 13108 959 0,'0'0'318'0,"0"0"-14"0,0 0-25 16,-7 18-28-16,7-10-23 0,-3 8-26 0,3-2-5 15,0-1-30-15,0 6-19 0,3-1-4 0,0-1-14 16,1 2-7-16,-1-3-21 0,4 2-10 15,2 4-10-15,-4-6 5 0,2 3-10 0,4-4-10 16,0-3-11-16,-1 3 11 0,-1-7-8 0,1 4-3 16,3-6-8-16,-2 1 4 0,-1-5-1 0,0 2-5 15,4-5-13-15,-2-4 6 0,-4 4-6 0,3-6 5 16,-1-3-10-16,0-5-7 0,-2 0-1 16,-2-3 1-16,-2-6-11 0,-1-1 13 0,0 0-10 15,-3-1-16-15,-3-2 21 0,0 3 0 16,-1-1-10-16,-2 2 5 0,-2 2-3 0,-2 2 5 15,0-1 8-15,-1 5-12 0,3 4 17 0,-2-1-3 16,-6 4-12-16,6 2 8 0,-3 5-6 0,-1 0 8 16,1 1 3-16,2 2 9 0,0 2-1 0,2 4-93 15,-2-1 5-15,1 1-5 0,5 3 11 16,-3 0 19-16,5 1-4 0,-2 2 5 16,5-1 13-16,0 2-8 0,3-3 10 0,1 3 3 0,3 0-8 15,0-3 7-15,0 4-12 0,7-5 8 16,-1 5 5-16,5-5-11 0,1 0 3 0,2-2-43 15,0 1-3-15,-1-1-41 0,1-1 15 0,3-3-99 16,-4-1-49-16,1-2-95 0,0-1-404 0,-2-1 30 16,-1-2 50-16,1-3 63 0,-7 0 43 15</inkml:trace>
  <inkml:trace contextRef="#ctx0" brushRef="#br0" timeOffset="-182474.43">26618 13126 627 0,'0'0'266'0,"0"0"-38"0,-1 17 53 15,1-8-17-15,0 5-26 0,0-3-3 0,0 3-32 16,1 4-4-16,-1 4-17 0,3-2-10 16,1 4-16-16,0-1-10 0,-1 1-18 0,4 0-16 15,-4-2-2-15,5 1-18 0,-2 2 11 0,0-2-1 16,-2-4-22-16,3-1 4 0,-4-3-7 16,4 2-23-16,0 0-24 0,-1-3-58 0,1-2-97 15,-3 1-211-15,2-4-460 0,2-1 51 0,2-2 62 16,-4-4 69-16,-2-2 63 0</inkml:trace>
  <inkml:trace contextRef="#ctx0" brushRef="#br0" timeOffset="-180458.68">27295 13022 660 0,'-4'-6'281'0,"1"4"-35"0,-1-4-15 0,4 6-34 16,-9 0-13-16,9 0-20 0,0 0-18 0,0 0-8 16,-8 8-20-16,11 2-16 0,0-3-7 0,-1 6-1 15,4 0-22-15,4 4 2 0,0 0-7 16,4 5-11-16,0 2-7 0,3-1-8 0,-2 2 13 16,-2 2-13-16,-3-2-1 0,3 1-9 0,-4-2 8 15,-4-1-19-15,-2-1 26 0,1 2-28 16,-4-2-3-16,0-2 11 0,-4-4-16 0,1 1 16 15,-1 1-13-15,-2-3 7 0,-2-3-5 0,-1-1 1 16,-1-4 2-16,3-2 5 0,-4 0-16 0,4-3 4 16,-2-2-1-16,9 0-5 0,-12 0 5 15,12 0-12-15,-9-7 4 0,7 2 14 0,2 5-21 16,2-13 15-16,4 6-10 0,1-3-13 0,7 2 21 16,2-7-3-16,-1 3 8 0,6-3-11 15,2 0 1-15,-2-3-3 0,6 1-3 0,-6-1 8 16,2-3-7-16,-2 2 9 0,3 2-7 0,-8 1 3 15,2-1-8-15,-4 0 7 0,-1 3 4 16,-2 3 6-16,-2 1 1 0,-1 1-8 0,-4 2 3 16,2-2 12-16,0 4-9 0,-5 0-6 0,2 0-3 15,-3 5 1-15,0 0-1 0,0 0 6 16,0 0-5-16,-16 15 12 0,12-6-23 0,1 1 13 16,-2 2-7-16,2 2 7 0,0 1-15 0,3 0 15 15,0 2-3-15,3 1-4 0,1-1 12 0,3 1-12 16,0 2 14-16,3-2-14 0,1-1 12 15,5-1-15-15,0-4 0 0,-1 2-16 0,6-4 11 16,-1-2-13-16,0-1 8 0,-2-4 4 0,2 1-4 16,0-4 13-16,-2-4-1 0,-1 1 3 15,3-4-13-15,-6 0 29 0,0-1-29 0,1-2 3 16,-3-3 4-16,-5 0-1 0,0-2 4 16,1-2 13-16,-6 5 1 0,1-1-6 0,1 2 13 0,-4 3-13 15,-4-4-5-15,4 7 66 0,-4-1 9 16,-2 2-11-16,3 0-6 0,3 4-11 0,-13 0 4 15,13 0-18-15,-13 8-5 0,5-3 5 0,1 0 3 16,-1 2 0-16,2 1-13 0,-1-1-8 16,4 3 3-16,-1-3-5 0,1 1 8 0,0-1-6 15,3-3-2-15,0 3-11 0,0 0-2 0,5-2 3 16,-4 0 10-16,3-1-11 0,-1 0 1 16,1-4 2-16,2 6-13 0,-2-2 11 0,3-2-1 15,0 1-2-15,1-1 13 0,-3-1-13 0,6 2 3 16,-4-1-3-16,5-1-5 0,-1-1 7 0,0-1-2 15,2-1 5-15,1-2-7 0,-1 4 9 0,2-3-12 16,1-2 16-16,1-2-14 0,-3 1 13 16,5 0-2-16,-7-2-8 0,5 0-3 0,-2-1 6 15,-2-1-6-15,-3-3-9 0,4 3-6 0,-5-4 18 16,-2 2-16-16,0-2 16 0,2 3-20 16,-7-2 4-16,1 4 6 0,3-2 8 0,-5 2-3 15,2 1 2-15,-3 1-7 0,5 0-3 0,-4 1 3 16,-1 6 5-16,1-4-8 0,-1 4 31 0,0 0-29 15,0 0 4-15,11 14-1 0,-5-8 3 16,1 6 0-16,1-1 7 0,-2 0 4 0,1 3-4 16,-1 1-2-16,1 0 5 0,-1 1-12 0,-1-2 4 15,-5 1 3-15,3 2 5 0,-3-2 5 16,-3-4 1-16,2 6-9 0,-6-2 3 0,0-3 6 16,-2 1-11-16,-2-3 2 0,1-2 11 0,-3-1 0 15,2 2 7-15,1-8 6 0,-1 3-6 16,-2-3-7-16,3-2 0 0,0-3 7 0,-1 1 1 15,4 1-1-15,0-3-7 0,1 1-10 0,0 0 17 16,1-1-10-16,2 0-7 0,2-2 5 0,1 7 2 16,0-8-10-16,1 5 0 0,7-2 2 0,-2 1-9 15,4-2 7-15,0-1 2 0,4 2 1 16,-1-1 4-16,5 0-22 0,0-1 23 0,-2 3-13 16,4-3 17-16,-3 0-4 0,1-1-3 0,2 1 3 15,0-1 0-15,-6 2-11 0,3 0 3 16,-1 0 13-16,-4-3-8 0,-2 7-8 0,0-4-4 15,0 6-1-15,-3-7-15 0,0 6 10 16,-7 1 18-16,14 0-20 0,-14 0 2 0,7 2 8 16,-1 4 8-16,-3-2 2 0,1 0-8 0,-1 2-2 0,4-1-5 15,-3 2 5-15,3 0 2 0,-1 3 1 16,-2-3-1-16,6 1-5 0,-3-3-2 16,-1 0-3-16,1 2 8 0,-3-1-5 0,3-4 7 15,-3 0 9-15,-1 2-12 0,-3-4 1 0,0 0 10 16,10 1-23-16,-10-1 16 0,0 0-13 0,0 0 9 15,0 0 9-15,-10-15 0 0,6 8 9 16,-6-1-4-16,6-1-8 0,-4 0 8 0,0-4 10 16,1 2 2-16,3-3 1 0,-3 0-1 0,4 3-15 15,0-1 5-15,3 1 1 0,0-2-11 16,0 2 12-16,3 1-6 0,0 1-4 0,4 0-4 16,2 2 2-16,-4 0 10 0,5 0-5 0,1 6 3 15,-1-2-13-15,0 3 5 0,4 0-8 0,-1 3 5 16,1-2-4-16,0 6 9 0,-1 1-10 15,1 0 11-15,-1 0 0 0,0 1-3 0,-5 1-8 16,2 0 5-16,-2 3-2 0,2-4 5 0,-4 1 5 16,-2-2-5-16,-1 2-2 0,4-3 12 15,-6 1-15-15,2-1 15 0,-3 0-12 0,3-4 9 16,0 3 6-16,-3-6-13 0,0 4 13 0,0-4 0 16,0 0-8-16,0 0 5 0,0 0-2 15,0 0-6-15,-9-16 1 0,9 7 20 0,0-1-13 0,0-5-15 16,0 2 15-16,0-1-2 0,3-2-6 15,0-1 1-15,2 0-3 0,-3 7-3 0,1-3 3 16,0 3 3-16,1 2 0 0,-1-1-9 16,4 5 1-16,-3 0-5 0,3 4 15 0,-7 0-2 15,13 7-6-15,-3-1 6 0,-1 3-8 0,-1 2 12 16,0 0-4-16,2 3-6 0,-1 1 3 0,1 1 3 16,-2 2-8-16,2 0 0 0,-3 0-54 15,4 3-31-15,-1-2-63 0,0-1-152 0,2 3-522 16,-1-4 54-16,-1 0 92 0,1-6 70 0,-1-3 60 15,-3 0 42-15</inkml:trace>
  <inkml:trace contextRef="#ctx0" brushRef="#br0" timeOffset="-180191.84">29281 13316 885 0,'0'0'271'0,"10"2"-32"15,-3-2-22-15,2 3-22 0,-1-3-3 0,2 0-34 16,6 0-12-16,-4 0-8 0,2-3-33 0,2 1-46 15,-1 2-23-15,-2-2-49 0,4-3-56 16,-4 4-100-16,-2-5-202 0,1 2-287 0,-2-3 54 16,-2 0 62-16</inkml:trace>
  <inkml:trace contextRef="#ctx0" brushRef="#br0" timeOffset="-180008.75">29432 13089 913 0,'-4'7'251'15,"0"5"-44"-15,1-4 67 0,1 7-25 0,0 1-32 16,-1 2 3-16,6 0-33 0,-3 0-15 16,3 2-24-16,-2 0-7 0,2 1-13 0,3 0-41 15,-1 2-33-15,0-3-49 0,0 2-59 0,2-4-102 16,0 5-446-16,6-6-107 0,-6-5 77 0,4 0 64 16,-1-3 74-16</inkml:trace>
  <inkml:trace contextRef="#ctx0" brushRef="#br0" timeOffset="-179608.79">29749 13166 931 0,'-3'9'318'0,"3"-1"-27"0,-3 2-27 0,3 3-26 15,0-3-31-15,3 4-15 0,-3-3-23 0,5 0-7 16,-3 2-19-16,4-2-10 0,-2-3-15 15,6 1-3-15,-3 0-20 0,0-3-13 0,4 1-16 16,-1-4 3-16,-1 1 3 0,-2-4-16 0,4 0-7 16,-4-4 12-16,2 2-20 0,-1-6 0 0,-1 0 5 15,-4-2-12-15,3-4 1 0,-5-4-12 16,-1 3 3-16,-1-2 2 0,-2-1 3 0,-3-3 0 16,2 2-3-16,-6 3 0 0,3 3 28 15,0 0-12-15,-3 2-3 0,-4-2-11 0,1 7 14 0,-1-1-13 16,4 2-1-16,-4 4 9 0,2 1 9 15,0 0 11-15,1 6-10 0,-2-4-6 0,6 8-73 16,-3-3 9-16,0 1 6 0,6 3-6 16,-2 1 1-16,3-1 10 0,3-3-6 0,0 5 6 15,0-3 8-15,3 0-11 0,5 0 3 0,-3-2-6 16,5 4-12-16,4-6-39 0,-1 4-20 16,2-4-43-16,1 2-111 0,2-3-97 0,2 3-463 15,-3-6 77-15,1 5 38 0,1-3 92 0,-4 2 46 0</inkml:trace>
  <inkml:trace contextRef="#ctx0" brushRef="#br0" timeOffset="-179325.58">30096 13375 790 0,'2'5'331'0,"1"-1"-45"0,3 5-17 0,-4 1-18 15,-2 2-26-15,3-1-15 0,0 4-20 0,-3-1-11 16,-3 3-18-16,0 0-2 0,1 0-19 0,-7 0-86 15,2 1 8-15,-3 3-6 0,-1-2 0 16,4-2-12-16,-2-1 15 0,2-4 0 0,-4 2-1 16,5-3-14-16,-1 0-11 0,4-2 13 0,-4-2-7 15,3-2-14-15,4 3 24 0,0-3-34 16,0-5 13-16,7 5 11 0,0-1-14 0,0-4 4 16,7 1 1-16,-1-2-9 0,4-1 7 15,-3 0-23-15,3-1-8 0,-3 1-20 0,6-3-12 16,-6 1-6-16,3 0-54 0,0-3-43 0,0 2-146 15,-1-2-513-15,-4-1 104 0,1-1 30 16,-3-1 72-16,1-2 56 0</inkml:trace>
  <inkml:trace contextRef="#ctx0" brushRef="#br0" timeOffset="-178141.3">30498 13175 1044 0,'6'16'322'0,"-1"1"-30"16,-2-3-13-16,3 1-28 0,-2-1-33 0,-1 1-11 0,2 2-18 15,-3 1-20-15,2-3-20 0,-1 2-14 16,-1-4-12-16,-2-1-18 0,1 3-5 0,-1-5-18 15,0 4 13-15,-1-3-31 0,1-3 15 0,-2-1 5 16,-1-2-22-16,-1 0 7 0,4-5-13 16,0 0 6-16,0 0 4 0,0 0-20 0,-10-11-2 15,10 1-11-15,-1-2-5 0,1-5 11 0,0 0-6 16,0-2-12-16,1-1-11 0,-1 1 10 16,3 2-2-16,3 1-15 0,-5-1 12 0,3 5-2 15,2-1-8-15,-2 5-5 0,1-1 0 0,0 1 8 16,-2 6-6-16,5 1 11 0,1 1 2 0,-9 0-12 15,14 7-3-15,-6-3 5 0,3 6 3 0,-3-2-6 16,-1 4 3-16,4-2 1 0,-4 0 1 16,-1 0 6-16,1 1-3 0,0-1-2 0,-3-1-16 15,-1-1 13-15,2-1-5 0,-3-2 13 16,1 2-10-16,0-1 7 0,0-4 16 0,-2 4-3 16,-1-6-3-16,0 0-2 0,0 0 0 0,0 0 5 15,0 0-10-15,0 0 0 0,10-17-3 16,-8 5 0-16,0 2-10 0,1-8-3 0,0 0-7 15,0 1 10-15,1-1-5 0,1-3-3 0,1 6 6 16,0 1 4-16,-2-1 4 0,4 1-17 0,-3 4 4 16,-2 1-4-16,2 1-1 0,1 2-6 0,-2 2 15 15,4-1 1-15,-8 5-9 0,12 2 1 16,-12-2 5-16,13 8 2 0,-6-1 14 0,0 0-24 16,1 1 13-16,3 2-5 0,-1-2 7 0,-1 2-9 15,3-2 4-15,-4 1 8 0,6 0-5 16,-1 1 0-16,-1-6 8 0,1 6 5 0,-3-6-16 15,4-1 3-15,-4 1 15 0,4-1-15 0,-4-2 11 16,3-1-11-16,-5 2 0 0,2 1 5 16,-1-2-5-16,1 0 2 0,-2 1-7 0,-1-1-2 15,1 3-1-15,-3-1 5 0,6 3 1 0,-4-4 4 16,3 7-4-16,0-4-3 0,-3-1 7 16,0 3-7-16,3 0 10 0,-3 0-5 0,3-3-10 15,-4 3 10-15,4-2-8 0,-5 0 21 0,1-1 0 16,-2-1 0-16,2 1 7 0,-2-1-12 0,-4-3 20 15,9 1-25-15,-9-1 17 0,0 0-5 0,0 0-12 16,0 0 10-16,0 0 0 0,0 0-21 16,-12-11 23-16,5 3-5 0,-3 0-10 0,-1-5 6 15,1 1 4-15,-3-5-5 0,-1 3-13 0,4-4 13 16,-4 0 8-16,4 2-8 0,0 1 8 16,2 0 2-16,3 3-7 0,-3-1 2 0,4 1-5 15,-2-1-5-15,3 3-2 0,2 2 7 16,0 0 0-16,1-1-5 0,1 1 3 0,0 5-6 15,5-2 1-15,-2 1 7 0,5-1-3 0,-2 5 1 16,4-1-8-16,2 1 7 0,1 0 9 0,0 1-19 16,3 5 0-16,-1-2 0 0,-1 3 8 0,1 1-7 15,2 7 17-15,-2-5-18 0,-1 7-2 0,-2-3 5 16,-2 1 0-16,2-1 0 0,-6 1-16 16,3 2 24-16,-6-3-8 0,2-2 5 0,-2 4-8 15,-1-7 3-15,-1 4-5 0,-1-2 12 0,-1-3 1 16,0 2-16-16,0-3 13 0,1 1 8 15,-2-1-6-15,1-7 3 0,-1 8 3 16,1-8-5-16,0 0 12 0,0 0-10 0,0 0 8 0,0 0-21 16,0 0-2-16,-2-30-3 0,4 18-12 15,-1-6-6-15,0-1 13 0,2 0 0 0,0 2-15 16,5-2 7-16,-5 2 8 0,3-1 8 0,1 2-8 16,-3 3 8-16,5-2-6 0,-4 5 11 0,1 3-2 15,1 2 7-15,-1 0 0 0,2 3 7 16,-1 2 1-16,-7 0 5 0,16 2-3 0,-8 3-7 15,2 0-6-15,-3 2 8 0,4 1 8 0,-2 2-8 16,1-2 3-16,-3 5 10 0,1-2-16 0,2-1-12 16,-4 5-13-16,1-7-31 0,3 6-66 15,-6-4-67-15,3-2-123 0,-4 2-522 0,4-3 42 16,-3-4 91-16,2 1 66 0,-2-3 68 0,-4-1 55 16</inkml:trace>
  <inkml:trace contextRef="#ctx0" brushRef="#br0" timeOffset="-177506.25">31678 12864 706 0,'0'11'333'0,"0"3"-47"0,3-2-24 0,-3 5-19 16,3 4-18-16,-1-2-31 0,0-1-7 15,-2 4-31-15,3 1-20 0,0-3-18 0,-3 1-39 16,-3 0-40-16,3-2-32 0,-3 0-37 0,-4-1-32 15,4-2 1-15,-5-5-3 0,-2 0 2 16,3-4 9-16,-3-1 14 0,3-5 31 0,0-2 29 16,-1-5 30-16,-4 3 41 0,8-3 13 0,-2-3 28 15,-1 1-7-15,4 2 58 0,-1 0 8 0,-3-3-15 16,4 3-1-16,2 0-55 0,-2-3 17 16,3 2-10-16,0 3-8 0,4-3-25 0,-1 0 2 0,4 0-7 15,0 0-16-15,0 1 0 0,3 0-2 16,4-1-3-16,2-1 0 0,-1-1-8 0,1 1-17 15,5 0-1-15,-1-1-2 0,-1-1-7 0,0 0-1 16,-2-3-2-16,4 2-3 0,-4-3-10 16,0-1 7-16,0 3-9 0,-1-3 12 0,-4 5-13 15,1 0 6-15,-4 1-11 0,1 2 0 0,-2 0-12 16,-1 0 9-16,0 7-9 0,0 0 4 16,-7 0 9-16,10 5 1 0,-3 1-12 0,-4 4 5 15,5 1 1-15,-2 3 1 0,-2 0-9 0,2 3-9 16,-1 4 17-16,-3-2 1 0,1-1-4 15,1 2-11-15,-2 0 11 0,-2-2-3 0,0 3-3 16,0-3 6-16,-2 0-1 0,-2-1 1 0,4-3-3 16,-3-3 10-16,3-1 8 0,-1-2-38 0,0-1 37 15,1-1-11-15,0-6 1 0,0 0 11 0,0 0-5 16,0 0-21-16,2-21-2 0,1 11 0 16,4-7 17-16,-3 3-14 0,2 1 20 0,-2-1-13 15,3-2 2-15,0 5-7 0,-1 2 8 0,-2-3-6 16,2 6 6-16,-2-1-6 0,2 1-5 0,-1 6 1 15,2-2 19-15,-7 2 6 0,13 3-10 16,-3 4 7-16,-1 0-9 0,1 1 1 0,-2 2-17 16,3 0-64-16,-1 3 12 0,4 0 16 0,-7 1-10 15,3 1 10-15,0-3 2 0,-1 3-22 16,1-2-3-16,-5-1-87 0,1-4-131 0,-1 6-550 16,1-5 28-16,-3-2 28 0,1-2 82 0,1-4 72 15,0 2 59-15</inkml:trace>
  <inkml:trace contextRef="#ctx0" brushRef="#br0" timeOffset="-177291.83">32443 13116 1553 0,'0'0'428'0,"10"-8"-44"15,-6 6-67-15,5-2-10 0,-2 2-12 0,1-2-47 16,2-1-31-16,3 1-25 0,3 0-20 0,-1 1-13 15,2-2-54-15,-3 1-36 0,5-1-44 16,-3-2-48-16,-3 0-46 0,2 1-154 0,-3-1-240 16,0-5-376-16,-1 1 101 0,-6-3 65 0,2 2 54 15,-4-3 86-15</inkml:trace>
  <inkml:trace contextRef="#ctx0" brushRef="#br0" timeOffset="-177158.39">32665 12834 847 0,'0'0'340'0,"0"0"-17"0,0 0-98 0,0 0 8 0,-20 14 18 16,16-4-41-16,1-2-16 0,-3 9-4 0,5-2-29 15,-3 3-10-15,1-1-21 0,3 6-4 16,-3-3-6-16,3 9-15 0,3-1-31 0,-3 5-30 16,7 2-80-16,0 12-79 0,6 2-274 0,2 1-389 15,4 0 122-15,2-4 55 0,-3 1 43 16,1-6 59-16</inkml:trace>
  <inkml:trace contextRef="#ctx0" brushRef="#br0" timeOffset="-176375.65">29725 14296 872 0,'0'0'261'0,"-10"9"-17"0,10-5-29 0,-3 3-31 15,0 1-5-15,6 1-7 0,-3-1-37 16,3 6-4-16,1-4-21 0,5 1-3 0,2 2-7 16,1-4-10-16,-1 1-11 0,4-2-20 0,-2 0 5 15,5-1-8-15,-2-4 1 0,2 2 4 0,-1-5-5 16,0-2-22-16,3-2 9 0,-3 2 8 15,1-5 6-15,-2-1-6 0,1 0-8 0,-3-3 11 16,0-3 0-16,-4-3-5 0,1 0-14 0,-1-1 6 16,-4-4-13-16,-5 4 8 0,2-1 5 15,-3-2-18-15,-3 3 11 0,-1-1 9 0,1-2-2 16,-4 6 3-16,-1 2-14 0,-2-1 19 0,-2 4-18 16,0 2 10-16,-4 1-3 0,2 4-10 15,1 1 3-15,0-1-13 0,-2 8 15 0,-2-2-15 16,3 4 13-16,1 0-1 0,2 1-7 0,1 2 3 15,2-2-16-15,-1 7 8 0,5-5-5 16,1 0 2-16,3 4-2 0,5-3 10 0,-3 4-2 16,9-3-14-16,-1 0 11 0,7-1-8 0,0 3-12 15,4-3-13-15,2-3-3 0,-2 4-54 0,6-5-25 16,-3-1-62-16,2 1-92 0,-2-1-107 16,-2-2-303-16,1-2-68 0,-2 0 53 0,-7-4 57 15,3 0 61-15</inkml:trace>
  <inkml:trace contextRef="#ctx0" brushRef="#br0" timeOffset="-175958.83">30282 14215 716 0,'0'0'295'0,"4"-6"-11"0,-4 6-28 0,11-1-21 16,-11 1-10-16,11 0-71 0,-11 0-16 0,10 8-12 16,-4-3-3-16,0 0-16 0,-2 2 1 0,2 1-21 15,-2 2-13-15,-1-2 5 0,-3 5-10 16,0-2-7-16,0-3 2 0,-3 4-18 0,3 0-5 15,-3-1 12-15,-1-3-1 0,-2 4-6 0,4-3-13 16,-3 0-2-16,2-2 2 0,0-2-7 16,-2 2-3-16,5-3 12 0,-3 0-6 0,3-4-4 15,0 6-35-15,0-6 13 0,0 0-6 0,8 4 3 16,-8-4 8-16,11 4 7 0,-6-3-12 0,2 1 4 16,2-1-2-16,-1 5-7 0,2-1 25 15,4-2-26-15,-4 4-2 0,0-4-5 0,1 5 7 16,-1-2 19-16,-3 2-14 0,4-1-7 0,-5-3 8 15,1 6-1-15,-1-3 9 0,-3 1 4 16,-3 0 18-16,0 1-2 0,-6-1 71 0,3-1-17 16,-4 0 2-16,-1-3-5 0,-2 3-8 0,-1-1-13 15,-2-2 16-15,0 1-13 0,-1-3-10 16,1 2-8-16,1-2 15 0,-4 0-7 0,3-2-10 16,-1 0-3-16,1 0-13 0,1-1-26 0,1-2-40 15,-1-1-49-15,2-3-59 0,3 2-118 0,2-2-583 16,0-2 48-16,5 1 93 0,0 0 71 0,0-5 57 15,5 3 40-15</inkml:trace>
  <inkml:trace contextRef="#ctx0" brushRef="#br0" timeOffset="-175242.2">30809 13984 847 0,'10'7'284'0,"-3"3"-13"16,6 1-25-16,0 1-28 0,-2 5-21 0,4 0-26 16,-2 1-15-16,5 5-20 0,-5 0-8 0,4-2-8 15,-4 0-12-15,-1-2-11 0,-3-1-10 16,-2-3-13-16,0 2-2 0,-1-4-6 0,-1-1-2 15,-2-4-17-15,0 2 9 0,0-2-2 0,-3-1 4 16,0-1-17-16,-3-2 3 0,3-4 12 16,0 0-7-16,-14-2-6 0,14 2 27 0,-10-9-19 15,3-1 2-15,0-4-19 0,0 3 7 0,1-5-8 16,-1-1-13-16,4 0 16 0,1-4-13 16,-4 3-2-16,6 1 4 0,0 1 4 0,6-1-14 15,-4 2 3-15,4-3-21 0,1 6 13 0,2-1-2 16,2-4 0-16,0 9-6 0,6-4 1 0,-2 3 7 15,4-2-25-15,1 1-13 0,4 3 76 16,-3 1-14-16,3 0-4 0,3 0-9 0,-3-2-6 16,0 5 3-16,-3-3-5 0,3 3 5 0,-7-2-23 15,6 3 7-15,-9-4 16 0,3 6-2 0,-4-3-9 16,-2-1 1-16,-1 2 0 0,-3 1-1 16,-7 1-4-16,16 0 2 0,-16 0 10 0,2 3 8 15,-2-3-7-15,-2 11 17 0,-3-5-13 0,-3 4-7 16,-1 1 8-16,-1-1-3 0,-1 0-6 15,4 4 9-15,-3-3 2 0,-1 3-10 0,4-3 2 16,-2 4 6-16,2-2-4 0,4-2-4 0,-2-1 3 16,-1 0-19-16,6 2 21 0,-3-2-21 0,3-2-9 15,0 0 4-15,3 0 0 0,3-4-17 16,-1 2-3-16,1-2 7 0,-2 1-10 0,4-5 24 16,-8 0-14-16,13 0 6 0,-7-3-3 0,1-1 8 15,2-4 5-15,1 5 5 0,-5-4 10 0,2 0 15 16,-1 2-4-16,-1 0-3 0,1-2-3 15,-1 6-2-15,-3-4-3 0,-2 5-2 0,9-2 10 16,-9 2-5-16,0 0-1 0,0 0 1 0,10 7-10 16,-9-1 4-16,3-2-4 0,-1 4 12 15,2-1-4-15,-3 1 1 0,1 2-9 0,3-3 2 16,-2 3-8-16,4 5-12 0,-2-7-26 0,-2 4-56 16,7-1-46-16,-2-2-78 0,1 1-170 0,0-2-462 15,1-1 114-15,-1-4 45 0,0 1 87 16,-3-3 42-16</inkml:trace>
  <inkml:trace contextRef="#ctx0" brushRef="#br0" timeOffset="-175075.4">31681 14024 893 0,'0'0'302'0,"0"0"-18"16,0 0-33-16,6 15-18 0,-5-8-23 15,-1 2-23-15,0 1-19 0,3 1-6 0,0 3-19 16,-1-1-20-16,-1 0-21 0,0 4-40 0,2-2-49 15,0 2-49-15,1-6-120 0,-1 4-518 0,-2-5-6 16,2 1 45-16,-3-2 69 0</inkml:trace>
  <inkml:trace contextRef="#ctx0" brushRef="#br0" timeOffset="-174925.39">31676 13868 263 0,'0'0'69'0,"0"0"-69"16,0 0-117-16</inkml:trace>
  <inkml:trace contextRef="#ctx0" brushRef="#br0" timeOffset="-174626.49">31838 14123 601 0,'0'11'210'16,"3"2"-39"-16,-3-2 6 0,0-3-11 0,0-1-9 15,2 1-6-15,-2 0-6 0,1-4-6 0,-1 2-16 16,0 1 5-16,-1-4 84 0,1-3-17 0,0 9-1 16,0-9-10-16,0 6-10 0,0-6-12 15,0 0-11-15,0 0-23 0,0 0-13 0,0 0-15 16,2-19 2-16,-2 10-5 0,3-3-84 0,2 1-8 16,-3-4-18-16,7-2 3 0,-4 2 10 15,2-3-13-15,2-3 21 0,-1 6-3 0,-1 1-7 16,2-3 7-16,-2 9-15 0,1-2 15 0,0 3-13 15,0 0 0-15,-1 6 11 0,1 1-3 16,-8 0-3-16,19 4-2 0,-12 0-5 0,4 4 5 16,-1 1 5-16,0 1-3 0,1 2-4 0,-1-1 9 15,0 3 1-15,1-3 7 0,-2 4-10 0,1-3-26 16,-5 3-20-16,5-2-28 0,-1-1-49 16,-2 1-92-16,1-1-161 0,1-4-395 0,-2 2 85 15,0-3 70-15,1-6 50 0</inkml:trace>
  <inkml:trace contextRef="#ctx0" brushRef="#br0" timeOffset="-174392.82">32289 13733 714 0,'-14'18'302'0,"11"-10"-23"0,0 11-16 16,0 0 45-16,3 2-27 0,0 8-25 0,0 0-26 15,0 7-17-15,3 1-26 0,0 3-11 16,1 11-17-16,-1-8-26 0,0-3-13 0,2 11-17 16,-3-9-34-16,2-7-46 0,1-2-49 0,-4-2-53 15,0-5-82-15,-2-1-169 0,1-1-428 16,-1-6 49-16,-1-6 77 0,-1-2 69 0,-1-6 43 16</inkml:trace>
  <inkml:trace contextRef="#ctx0" brushRef="#br0" timeOffset="-173642.82">32177 14216 770 0,'0'-8'305'0,"3"-4"-26"16,0 3-16-16,1 0-32 0,-1-1-22 0,7 4-4 16,-1 0-23-16,3-3-21 0,2 2-12 15,4 0-16-15,4-3-8 0,1 3-30 0,-1-1 7 0,5 1-10 16,0-3-15-16,-2 3-5 0,2 1-16 16,0-1 6-16,-7 2 7 0,-2 1-21 0,1 0-14 15,-7 1 9-15,-2-1-20 0,1 4 8 16,0 0-5-16,-6 2 12 0,-5-2-12 0,7 5-8 15,-7 2-3-15,-1-1 5 0,1-6-2 0,-6 12 3 16,3-5-14-16,2-1 14 0,-2 1-6 16,0-1-7-16,0 1 15 0,3 1-5 0,-3-1 2 15,3-4-2-15,-1 4-10 0,0-2-13 0,1-5 7 16,-2 9 21-16,2-9-15 0,2 4 0 0,-2-4-3 16,2 6 3-16,-2-6-1 0,6 1-2 15,-6-1 13-15,3 5-10 0,-3-5-3 0,0 0-13 16,7 5 11-16,-2-3 7 0,-3 1-10 0,-2-3 0 15,11 2 5-15,-3 4 3 0,-3-4-3 16,5-2-7-16,-1 5 2 0,-1-3 5 0,2-1-10 0,-2 1 5 16,5-2 7-16,-3 0-4 0,6 0 4 15,-3-3 4-15,-1 2-11 0,-1-3 18 0,3 2-16 16,-1-2 3-16,2 0 3 0,-1-3-8 0,-2-3-5 16,-1 3 7-16,2 1 1 0,-3-6-3 15,1 4 5-15,-1-9-2 0,-2 6 2 0,1-7-5 16,-2-3-3-16,-1 2 3 0,-2-5-10 0,4 2 7 15,-2-3-7-15,-1 4 13 0,-3 0 12 16,1 5-7-16,0 1-3 0,2 3-10 0,-4 1-5 16,0 2-3-16,-1 3 13 0,0-1 0 0,0 7-3 15,0 0 11-15,0 0-13 0,0 0 7 0,0 0-12 16,-1 22 0-16,0-13 15 0,1-1-5 16,1 3 0-16,0 2-3 0,-1-1 6 0,3 1-8 15,1-1 2-15,0-2 6 0,-1 3 5 0,4-1 2 16,1 0-5-16,-6-3 0 0,5-1 5 0,0 0-15 15,1-4 10-15,-3 3 0 0,2-7-2 0,3 2 12 16,-3-2-12-16,-7 0-11 0,13-3 0 16,-5-4-4-16,-1-2-4 0,1-3 1 0,-3-2 69 15,4-3-16-15,-7 0-2 0,6-6-16 0,-6-2 16 16,1 0-15-16,3 0-3 0,-5 0-3 16,2 0 8-16,-3 7 5 0,6 0 8 0,-5 2-10 15,0 1-14-15,-1 5-9 0,0 2 17 0,0 3 1 16,0 5-3-16,0 0-5 0,0 0 7 0,0 0 6 15,-11 15-6-15,9-5-2 0,-3 5 15 0,2 2-22 16,3 3-11-16,-1 3 2 0,0 2 8 16,1 2 19-16,0 0-14 0,-2 1-5 0,4 3-28 15,-2-4-38-15,-5 10-67 0,1-3-130 0,-3 2-630 16,4-1 64-16,-7-2 89 0,0-8 72 16,-6 2 54-16,-2-4 90 0</inkml:trace>
  <inkml:trace contextRef="#ctx0" brushRef="#br0" timeOffset="-170641.76">13805 15454 153 0,'0'0'59'0,"-10"4"-3"16,7 0-30-16,-1 0-100 0</inkml:trace>
  <inkml:trace contextRef="#ctx0" brushRef="#br0" timeOffset="-169256.1">13436 14751 645 0,'0'-6'279'16,"3"-2"-18"-16,-3 2-16 0,0 1-91 0,0 5-13 15,0-10-8-15,0 6-10 0,0 4-34 16,0-6 9-16,0 6 1 0,0 0-1 0,0 0-6 15,0 0-8-15,11 17 3 0,-8-7-15 0,1 3 7 16,2-1-7-16,1 6-13 0,-2-3 0 0,1 8-11 16,0-3 1-16,1 4-13 0,-3 1 5 15,6-2-10-15,-6 1-14 0,2 0-17 0,-2-2-10 16,2 3-69-16,-3-3-31 0,2 2-54 0,-2-8-125 16,1 4-408-16,-1-4 70 0,0 0 44 15,0-5 66-15</inkml:trace>
  <inkml:trace contextRef="#ctx0" brushRef="#br0" timeOffset="-168493.38">13522 15058 993 0,'0'-4'294'16,"0"4"-28"-16,3-13-28 0,0 9-5 0,0 0-25 15,5-5-29-15,-1 1-8 0,-1 0-17 16,7-1-11-16,-2 0-23 0,0-2-17 0,3-2-85 15,-1 3 0-15,0 0-8 0,1-3 8 0,-1 3-10 16,-2-1 12-16,-1 0-17 0,-3 1 4 0,4 0-9 16,-4 0-6-16,-1-2-2 0,1 4-3 15,-4-3 18-15,0 0-18 0,2-2 6 0,-5 3-4 16,0-5 14-16,3 5-11 0,-6-5 8 16,3 4 16-16,0-3-1 0,-5 3 11 0,5-3 4 15,-3 6-4-15,3-1 17 0,-3 1-12 0,3 0-21 16,-3 4 8-16,2-2 0 0,1 6-8 0,0 0 6 15,0 0-3-15,0 0 10 0,0 0-3 0,0 18-2 16,0-8-3-16,0 5 8 0,1-2-10 16,2 4-3-16,0 1 6 0,0 1-11 0,2-1 8 15,-2 4 15-15,1 0-23 0,2-1 5 0,1 1 16 16,-1-2-16-16,2 2-10 0,2-4 18 16,0 0-23-16,0-3 2 0,0-1-10 0,-3-1 1 15,4-5-4-15,-1 2 4 0,0-3-1 16,-2 0-18-16,1-6 3 0,1 3 7 0,-3-8-7 15,4 4-13-15,-4-4 5 0,2-3 6 0,-2-2 12 16,1-4 5-16,-2 2 8 0,-2-3 0 0,-1-3-5 16,0 2 7-16,0 4 39 0,-2-3-5 0,2 3 7 15,-3 1 8-15,4 0-8 0,-4-1-12 16,0 7-16-16,3-2 24 0,-3 6-27 0,0 0 1 16,0 0 5-16,0 0-1 0,0 0-4 15,0 0 2-15,0 22 3 0,1-10-5 0,2-4 0 16,0 2 2-16,0 2 3 0,1-1-8 0,2-2-8 15,-2 3 6-15,6-2-1 0,-6-3-7 16,3 2 3-16,2-1 4 0,-1-4-12 0,-1 3 12 16,2-2 4-16,3-3 1 0,-2-1-14 0,2-1-11 15,-4-1 13-15,2-1-11 0,0-3-2 0,1-2 5 16,-1-3 6-16,0 0 2 0,-4-2-11 16,2-5 6-16,-1 4 8 0,-4-3 2 0,0-1-3 15,1 1 13-15,-4 2 8 0,0 1 13 0,3 1-3 16,-3 0 0-16,0 0-13 0,0 4-2 15,0 2-5-15,0 1 0 0,0 5-3 0,-3-7 0 16,3 7-5-16,0 0 13 0,0 0 2 0,0 0-25 16,-1 23 15-16,1-16 5 0,1 3-10 15,-1 0 13-15,3 3-18 0,0-1 5 0,1 0-5 0,0 1-39 16,2 1-27-16,1 1-32 0,0-1-43 16,0-2-135-16,3 1-457 0,-3-2 50 0,0-2 43 15,3-1 77-15</inkml:trace>
  <inkml:trace contextRef="#ctx0" brushRef="#br0" timeOffset="-167776.5">14431 14881 877 0,'1'7'272'0,"5"2"-32"0,-3 0-25 0,1 1-20 16,-1 0-16-16,3 4-10 0,-2-3-33 15,0 0 5-15,-1 0-24 0,-2-1-7 0,2-2-12 16,0 2 4-16,0-3-5 0,-3 1 3 0,1-1-5 16,2 0 7-16,-3-4 8 0,0-3-20 0,0 7-3 15,0-7-8-15,0 0-2 0,0 0-21 16,0 0-12-16,0 0 2 0,0-24 0 0,0 13-8 16,3-3 3-16,-3 3-7 0,3-3-9 0,1 3 6 15,0-3-8-15,2 4-18 0,-2 1 16 16,2 0-14-16,-2 2-4 0,3 2 2 0,3 1-3 15,-3 3-9-15,3 1 4 0,1 2 13 0,-1 4-10 16,-3-2-5-16,7 4 5 0,-5 2 11 16,1 1-4-16,1 1-14 0,-4-2 12 0,3 3-5 15,-4-2 2-15,-1 1-2 0,1-3 11 0,-2 0-1 16,-1-1-3-16,1 1 9 0,-1-5-73 16,0 3 19-16,-3-1 12 0,0-2 21 0,0-4-10 15,0 0 15-15,-3 7-13 0,3-7 6 0,0 0-1 16,0 0 3-16,-10-18-6 0,6 8 6 15,1-4-7-15,0-1-4 0,3-2 9 0,-4-1-6 16,4 3-8-16,4-3 8 0,-1 1-2 0,0 0-5 16,1 1 12-16,-1-1-7 0,4 7-1 15,-1 0 11-15,2 1-15 0,-2 2 7 0,1 0 3 16,0 4 7-16,4-1-15 0,-2 4 10 0,1 0-7 16,1 5 5-16,-1-2-3 0,0 3 5 0,1-2 3 15,-1 3 5-15,0 0-2 0,1 1-11 16,-1 1 5-16,0-3 13 0,-2 2-17 0,1-4-4 15,1 3 8-15,-3-6-27 0,1 6-17 0,1-4 22 16,-2 1-9-16,4-3-12 0,-4 1-5 16,2-4-21-16,1 0-5 0,4-3 5 0,-4 1 6 15,-3-3-1-15,4 0 0 0,-4-2 26 16,-1-1 5-16,1-1 8 0,0 1 10 0,-3 2 20 0,-1-1 16 16,1 1 10-16,-1 4-12 0,0 0 29 15,0 1-22-15,-3 3 21 0,0 0-3 0,0 0-6 16,11 10 1-16,-11-3 5 0,3 4 0 0,-2 1-3 15,2 1 3-15,0 3-11 0,0 1 1 16,1 0-5-16,-1 1 9 0,0-3 6 0,5 2-46 16,-4 1-11-16,2-4-38 0,0 1-74 0,-2-4-174 15,4 3-412-15,1-6 69 0,-5 0 58 16,-1-5 45-16</inkml:trace>
  <inkml:trace contextRef="#ctx0" brushRef="#br0" timeOffset="-167672.31">15008 14689 273 0</inkml:trace>
  <inkml:trace contextRef="#ctx0" brushRef="#br0" timeOffset="-167076.62">15330 14806 990 0,'0'0'289'0,"0"0"-35"0,-21 3-11 15,15 4-18-15,-1 0-23 0,0 3-17 16,0-2-11-16,0 7-18 0,1-1-26 0,2-1-7 15,-3 2-13-15,4 0-2 0,2-2-21 0,-2 1 0 16,3-3-3-16,0 0-25 0,0-1-2 16,3 1-19-16,-3-4 11 0,1 0-1 0,6-3-22 15,-4 1 7-15,4-3 6 0,-7-2-9 0,13 0-20 16,-13 0 8-16,14-10-2 0,-7 2-9 0,3-3-12 16,-2-2 3-16,1-2-14 0,-2-5 4 15,-3-3-4-15,2 2-12 0,-1-4-8 16,-2-3 8-16,0 2 0 0,-3-2 15 0,0-1 0 0,0 4 1 15,-3 0 17-15,3 5 13 0,0-2-1 16,-3 4-4-16,2 7 8 0,1-3-16 0,-4 6 10 16,4 1-7-16,-3 5 2 0,3 2 18 0,0 0-10 15,0 0 3-15,-7 17-3 0,4-4-3 16,3-1 8-16,-3 5-5 0,6 1-15 0,-3 1 14 16,3 1 1-16,0 2-5 0,1-1 0 0,3 4 2 15,0-4-7-15,0-1-3 0,3-3-2 16,0 4-1-16,1-3-4 0,2-7-6 0,-2 3 3 15,2-4 0-15,1-3-16 0,2-3 11 0,-4 0-23 16,1-3-3-16,0-3-8 0,-2-3 19 16,2-3-1-16,1 0-5 0,-4-1 3 0,-3 0 13 15,4-1 28-15,-5 1 12 0,1 0-2 0,-3 2 6 16,2 0-9-16,1 0-15 0,-3 7 11 16,-4 0-4-16,0 0 4 0,0 0-9 0,13 6-4 15,-10 1 5-15,1-2 2 0,-1 6 3 0,5-1-34 16,-5 0-35-16,4 1-47 0,2 3-35 0,-5-5-113 15,4 1-289-15,1 1-189 0,-2-2 56 0,0-5 74 16,0 0 56-16</inkml:trace>
  <inkml:trace contextRef="#ctx0" brushRef="#br0" timeOffset="-166942.91">15665 14708 803 0,'0'0'251'0,"-3"-7"-33"15,3 7-60-15,0 0-106 0,0 0-116 0,4-2-487 16,-4 2-7-16</inkml:trace>
  <inkml:trace contextRef="#ctx0" brushRef="#br0" timeOffset="-166760.39">15863 14562 982 0,'0'0'218'0,"7"21"-18"0,-4-13-16 0,1 7-30 16,0 0-1-16,2 1-10 0,-2 2-20 0,2-1-10 15,-2 2-18-15,3 4-31 0,0-4-31 16,-1 6-38-16,-2-4-39 0,2-1-112 0,-2 1-120 16,0-4-380-16,-1 0 78 0,0-5 30 0</inkml:trace>
  <inkml:trace contextRef="#ctx0" brushRef="#br0" timeOffset="-166259.81">15832 14858 944 0,'1'-9'276'0,"5"1"-20"0,2-2-43 0,1-1 2 16,1-1-44-16,2 1 3 0,4-3-28 16,2 3-77-16,-2-2-17 0,1 5-11 0,-3 2 5 15,0-2 0-15,-1 4-21 0,2 2 9 0,-2 1 4 16,-3 0-15-16,1 2-5 0,-1 0-3 0,0 1 14 15,1 2-6-15,1 0 7 0,-5 1-17 0,4 0 18 16,-4-1-24-16,3-1 14 0,-4 3-1 16,2-4-27-16,-1-2-1 0,2 6-41 0,-2-4 29 15,1 0-6-15,1-2-7 0,-9 0 2 16,14 0-12-16,-6-2 17 0,1 0 6 0,-2-4 4 16,0 2 6-16,0-2-13 0,0-1 18 0,-1-1 15 15,-2 0-2-15,-1-2 28 0,1 3-6 16,0-1 17-16,2 1-6 0,-3 1 10 0,-2 1-15 15,2 2-6-15,-3 3 4 0,0 0 6 0,0 0 12 16,17 12-14-16,-13-3-10 0,2 6 8 0,1 3 13 16,0 6-6-16,4 0-7 0,-2 3-3 15,1 3 11-15,1 0-13 0,-1 2-11 0,3-2 16 16,-2 2-18-16,-1-3-3 0,-3 2 3 0,4-3 13 16,-8-3-3-16,1-2 62 0,-1-3 14 15,-3 1-6-15,-3-2 12 0,2-2-85 0,-5-2 11 16,-2-5-5-16,-2 5-13 0,0-7 0 0,-1-2 5 15,-2-2 8-15,3 0-11 0,-4-1 1 0,-2-3 2 16,4-3 2-16,-1-1-7 0,-1 0-15 16,-2 0-6-16,6-5-7 0,-4 1-29 0,7 0-48 15,3-2-25-15,-2 0-42 0,2 1-66 0,4-4-126 16,4-2-398-16,-1 2 27 0,4-1 85 0,0-1 40 16,2 2 73-16</inkml:trace>
  <inkml:trace contextRef="#ctx0" brushRef="#br0" timeOffset="-166092.93">16742 14809 691 0,'13'-5'312'16,"-2"-2"-41"-16,0 1-20 0,2 2-26 16,-2 0-15-16,2-3-20 0,3 3-27 0,-1-2-63 15,2 2-23-15,0 0-67 0,0 1-94 0,-3-1-121 16,0 2-371-16,-1 1-20 0,-3 0 51 15</inkml:trace>
  <inkml:trace contextRef="#ctx0" brushRef="#br0" timeOffset="-165943.83">16899 14962 929 0,'0'0'291'0,"0"0"-27"0,11 1-18 0,-11-1-36 15,20-5-59-15,-10 3-64 0,3 0-64 16,5-4-108-16,-5 3-319 0,8-2-195 0,0-2 28 16,3 0 54-16</inkml:trace>
  <inkml:trace contextRef="#ctx0" brushRef="#br0" timeOffset="-165477.05">17624 14623 1003 0,'0'10'340'0,"0"2"-35"0,0-1-44 16,0-1-15-16,3 5-34 0,0-1-15 0,5-1-18 16,-2 2-17-16,-2-1-9 0,6-2-17 0,0 1-5 15,-3-1-14-15,6-2-14 0,-1 3-19 16,1-4 6-16,1-1-8 0,-1-2-11 0,0-2 4 15,2 1-6-15,-2-4-16 0,1 0 4 0,-1-2 4 16,1 0-12-16,-4-4 5 0,0 1-8 16,1-4 0-16,-4 0-16 0,0-5-7 0,2 1 6 15,-4-5-9-15,-2 1-5 0,-3-4 1 0,0 0 2 16,-3-3-8-16,-5-1-5 0,5 4 8 0,-4-3 5 16,-3 4 2-16,2 1 1 0,-1 3 17 15,-1 2-23-15,-1 1-4 0,-2 3 4 0,-1 2 3 16,-3 0 5-16,4 7-10 0,-2-1 10 0,-1 2-3 15,2 4 1-15,0 0 12 0,0 2-12 16,1 0-9-16,2 0 1 0,4 2-5 0,1 0 0 16,-1-1 2-16,4 2-3 0,0-2 1 0,3 5 7 15,0-5-9-15,3 2-4 0,3-1 3 16,-2-1-5-16,6-2 0 0,1 0 5 0,-1 1-35 16,3-1-29-16,4-4-28 0,1 4-51 0,-1-2-85 15,0-1-159-15,0 1-455 0,3-3 57 0,-3 4 117 16,0-3 28-16,-3-2 74 0,3 4 34 15</inkml:trace>
  <inkml:trace contextRef="#ctx0" brushRef="#br0" timeOffset="-165110.42">18088 14824 872 0,'-3'17'267'16,"0"-2"-19"-16,0-1-28 0,3-1-25 0,0-5-6 15,0 6-30-15,3-3-3 0,0 2-26 0,-3-4 1 16,3 1-16-16,1 0-7 0,3-2-11 16,-3 2-8-16,-1-3-4 0,4 1-3 0,-1-3-23 15,2-2-3-15,-2 2 16 0,4-4-8 0,-10-1-16 16,18-4 9-16,-8 1-16 0,-3-4 5 16,3 3-5-16,-3-3-6 0,3-7-4 0,-3 4-3 15,0-5 6-15,0 0-6 0,-1-3 2 0,-3 1-19 16,-2 2 7-16,-1-3 64 0,0 6 12 15,0-1-12-15,-1 0-79 0,-5 1-6 0,3 1-2 16,-4-2 10-16,-1 5 5 0,-1 2-7 0,-1 0 7 16,-1 0 6-16,1 2-11 0,-3 1 2 0,1 1-2 15,-1 1 1-15,-1 1-1 0,4 0-23 0,0 1 2 16,-1 1-42-16,2 1-27 0,-1 1-15 16,-1-3-53-16,7 5-73 0,-5-5-275 0,8 4-239 15,-5-4 44-15,6-1 79 0,0 0 95 16</inkml:trace>
  <inkml:trace contextRef="#ctx0" brushRef="#br0" timeOffset="-164726.3">18119 14253 842 0,'0'9'245'16,"0"1"-32"-16,0 1-14 0,0-3-24 16,0 7-7-16,0-5-14 0,0 2-26 0,0 0-10 15,0-1-11-15,0-4-9 0,3 1-1 0,-3 2-20 16,0-3 22-16,0 0-4 0,0-2 23 0,0-1 76 16,0-4-43-16,0 6-7 0,0-6 7 15,0 0-31-15,0 0-5 0,0 0-10 0,0 0-13 16,1-22-12-16,3 12 2 0,-4-4 0 0,3 2-21 15,-3-2-10-15,3 1-7 0,-3-1-1 16,1-1-4-16,2 5 2 0,-3-3-13 0,3 3 13 16,-3 3-11-16,3 2 6 0,-3 0-8 15,0 5-12-15,3-7-6 0,-3 7 8 0,0 0 0 16,0 0-5-16,4 21-11 0,-4-10 8 0,3 1-4 16,-3 1-22-16,0 4-25 0,0 3-30 0,4-1-42 15,-4 0-64-15,0 5-155 0,1-2-518 16,2-1 64-16,-3-1 79 0,0-1 60 0,0-1 71 15</inkml:trace>
  <inkml:trace contextRef="#ctx0" brushRef="#br0" timeOffset="-163776.55">18632 14815 819 0,'-10'0'302'0,"10"0"-11"0,0 0-32 15,0 0 5-15,0 0-95 0,0 0-21 16,28-7 3-16,-18 7-5 0,3-3-5 0,1-1-21 15,3 0-15-15,0-2-10 0,-3 4-11 0,6-4-22 16,-6 4-19-16,3-3-51 0,-4 2-35 16,2 1-75-16,-2-3-64 0,1 5-107 0,-4 0-118 15,-3-1-258-15,4-2 96 0,-5 0 27 16</inkml:trace>
  <inkml:trace contextRef="#ctx0" brushRef="#br0" timeOffset="-163610.71">18851 14621 747 0,'0'0'284'0,"0"0"-20"16,0 0-80-16,-13 12-15 0,13-4-21 0,0 0 9 15,0 2-32-15,0 5-2 0,3 1-8 16,0 2-7-16,1-2-6 0,2 6-10 0,-2-2-13 16,6 5-25-16,-3 0-41 0,0-1-67 0,3 2-64 15,1-4-125-15,5 5-432 0,-2-4 70 16,0-3 63-16,0-5 40 0</inkml:trace>
  <inkml:trace contextRef="#ctx0" brushRef="#br0" timeOffset="-163143.83">19327 14609 970 0,'0'0'345'0,"0"0"-45"0,-8 22-26 0,8-12-26 0,-3 3-20 16,3-1-31-16,0 2-16 0,0 1-9 16,3 2-13-16,0 1-21 0,2-1-15 0,-2 0-13 15,4-1-18-15,-1-1 5 0,1-2-15 0,4 1-2 16,-1-3-11-16,0 1-5 0,4-6-13 16,-1 1-10-16,1-3-8 0,0-3 11 0,0-1-19 15,2-4 3-15,-1 1-7 0,1-5-11 0,1-2 5 16,-3-2-2-16,0-6 0 0,-1 1 10 15,-3-2-13-15,-2-4 6 0,-1 0 4 0,-1-2-2 16,-3-3-5-16,-3 1 7 0,0-3 11 0,-6 5-8 16,3-1 13-16,-4 1-3 0,-1 1 6 15,2 5-14-15,-4 0 1 0,3 6-1 0,-4-1 1 16,-2 4-11-16,2 2 16 0,-2 6-5 0,3 1-11 16,-4 2 21-16,4 1-23 0,0 6 2 0,-4 0 8 15,4 2 3-15,-1 3-3 0,4-1-3 16,1 3-2-16,2 1-13 0,1-3 5 0,3 0 1 15,0 4-4-15,3-3-4 0,4 1 10 0,-1-1-1 16,5 0-4-16,-1-3 2 0,4 4-7 16,3-5 2-16,4 3-25 0,-1-4-52 0,4 1-61 15,0-3-46-15,0-2-134 0,4 1-490 0,-2-3-1 16,-2-2 92-16,-3-1 62 0,3-4 84 0,-7-1 37 16</inkml:trace>
  <inkml:trace contextRef="#ctx0" brushRef="#br0" timeOffset="-162943.58">19959 14581 949 0,'0'9'325'0,"0"-1"-36"0,0 2-30 0,0 4-18 16,3-2-31-16,-3 5-13 0,3-2-11 16,0 3-11-16,-2 2-9 0,3-2-23 0,-1 1-17 15,1-2-11-15,-1 1-23 0,0 1-13 0,0-2-33 16,1 2-51-16,-1-4-41 0,-3-3-61 15,3 1-152-15,2-1-478 0,-5-4 13 0,3-1 86 16,-3-4 75-16,0-3 61 0</inkml:trace>
  <inkml:trace contextRef="#ctx0" brushRef="#br0" timeOffset="-162577.31">19942 14191 962 0,'0'0'305'0,"4"18"-44"15,-1-6-16-15,0 0-30 0,0-2-10 0,0 5-28 16,1 3-16-16,-1-3-10 0,0 2-13 0,2 1-10 16,-2-3-25-16,0 2-1 0,-2-1-7 15,2-3-18-15,-3-1-1 0,3-3-1 0,0-1-19 16,-3 2 3-16,1-3-8 0,2 0 3 0,-3-6-3 15,0-1-5-15,3 5 0 0,-3-5 0 16,0 0-5-16,3-13 5 0,0 4-13 0,-3-3-2 16,-3-2 0-16,3-3 2 0,0-2-20 0,-3-2 7 15,3 2 6-15,-3-2-3 0,0 3 5 0,2-1-20 16,-2 2 7-16,3 3-12 0,-3-1-3 16,0 5 0-16,2 1-5 0,1 1 2 0,-3 6 3 15,3 2-13-15,-3-6 6 0,3 6-14 0,0 0-27 16,-4 18-24-16,3-10-36 0,1 7-53 15,0 2-85-15,1 0-488 0,3 3-3 0,2-2 79 16,-2 1 54-16,2-1 71 0</inkml:trace>
  <inkml:trace contextRef="#ctx0" brushRef="#br0" timeOffset="-160643.36">20618 14376 982 0,'-7'-3'287'0,"-2"2"-33"0,9 1-16 0,-18 2-34 16,11 0-24-16,-3 5-9 0,4-3-25 15,-2 4-10-15,2-2-16 0,2 2-23 0,-2 3 6 16,5-1-6-16,-2 0-13 0,6 1-7 16,-2 2-10-16,2-1-6 0,4 3-2 0,2-1-13 0,2 2 3 15,2 0 50-15,-1 2-4 0,1-2-8 16,0 0-18-16,4 2 6 0,-3-3-9 0,0-2-2 15,-4 2-13-15,-2-4-5 0,2 2 0 0,-4-2-12 16,1-3-1-16,-4 0 0 0,0 1-5 16,1-2-5-16,-8-1 3 0,4-1-5 0,-3 0 12 15,-1-3-2-15,-2 2-1 0,6-4-4 0,-13 3 7 16,13-3-7-16,-11-1 4 0,11 1 1 16,-13-5 0-16,9 4-3 0,4 1 0 0,-10-4-10 15,10 4 3-15,-4-7-4 0,4 1 7 16,0 6-7-16,4-8-6 0,3 4 7 0,0-2-11 15,3-1 4-15,1-1-17 0,2-1 6 0,3 1-18 16,2-3 6-16,3 1 4 0,-1-2-2 0,0 1 0 16,1-3-1-16,-1 3-7 0,-2-2 16 0,2 1 2 15,-6-2-3-15,3 1-4 0,-4-1 9 0,-3-1-2 16,-2 5-8-16,-1-1 6 0,-1-1 15 16,-2 5-11-16,-1-3 1 0,0 2-8 0,-3 3-3 15,0 1-2-15,0 4 7 0,-6-4 6 0,6 4-13 16,0 0 15-16,0 0-5 0,-21 13 5 15,17-6-10-15,-2 1 10 0,3 2-15 0,-1 2 7 16,1-1-2-16,3-1-3 0,0 4 18 0,3-3-4 16,0 3-6-16,1-3-11 0,2 3 14 0,5-3-1 15,-4 2 1-15,6-3 5 0,1-2-11 16,3 0 13-16,0-5-10 0,4 4-7 0,-1-6-6 16,4-1-13-16,0 0 11 0,1 0-3 0,1-7-8 15,2 4-4-15,-4-5 4 0,3 0 8 0,-3-2-7 16,-4-4 4-16,-2 4 3 0,-1-5 8 15,-3 0 5-15,-1 1-8 0,-2 3 8 0,-2-1 10 16,-5 1 10-16,2 3-2 0,-5 0-3 0,-1 4 3 16,0-3-3-16,0 7 3 0,-7-2 3 15,7 2-6-15,-13 4 0 0,6 1-7 0,-1-1-1 16,-2 0 1-16,1 6 15 0,1-3 2 16,1 1-15-16,1-1-5 0,-1 3-5 0,4-3-5 0,-1 1 2 15,0-1 1-15,4 0 17 0,-3-3-15 16,6 3 2-16,-3 0 3 0,4-4-10 0,-3 4 7 15,2-2 3-15,0-2-7 0,3 0 2 0,-2 4 7 16,-1-6 6-16,4 5-11 0,1-5 3 0,-2 3 13 16,1-2-8-16,2-1-15 0,-1 0 10 15,5 1 10-15,-2-2-5 0,3-2 0 0,-1 1-7 16,1-1 2-16,3-3-5 0,3 1-3 16,-6 0 5-16,7-3-7 0,-4-3 3 0,0 3 1 15,3-1-14-15,-6-2 12 0,3 0 1 0,0-5-1 16,-3 2-7-16,-1 0 12 0,-2-4-15 0,-1 0-2 15,-3 1-6-15,-1 0 11 0,2 0-19 16,-5-1 34-16,0 6-15 0,-2-3 15 0,2 6-3 16,-3-3-2-16,0 4 3 0,0 0-3 0,0 0 2 15,0 4-10-15,0 3 18 0,0 0-5 0,0 0-7 16,0 0 7-16,0 0-13 0,-4 16 21 16,5-8-3-16,2 3-8 0,0-3 8 0,1 9-7 15,2-3 2-15,2 1 10 0,-2 1-8 0,1 3 4 16,3 0-6-16,-3-2 2 0,-3 1-15 0,-1-3 16 15,3 2 2-15,-5 1-5 0,-1-3 8 16,0 0-3-16,-4 0 8 0,1-2-8 0,-3 2 8 16,-2-2-13-16,1-3 2 0,1 1 16 15,-4-4-10-15,2-1 2 0,-2-3 8 0,3 3-5 16,-2-3 7-16,1-3 6 0,8 0-13 0,-13 1 4 16,13-1 1-16,-7 0-15 0,7 0 2 0,0 0-2 15,0 0 2-15,0 0 5 0,0 0-7 0,0 0-1 16,0-8 11-16,0 8-16 0,16-6 11 15,-9 1-8-15,4-2-3 0,3 0 9 0,0-3-19 16,2 2-3-16,2-3 22 0,1-2-6 0,-1 3 12 16,0 0-14-16,2-5 2 0,0 3 10 0,-3-1-5 15,4 1-5-15,-7 3 5 0,2-3-5 16,-5 5-5-16,-1 3-5 0,0-2-5 0,-6 3 9 16,6 2-4-16,-6 1 3 0,-4 0 12 15,10 4-26-15,-7 2 24 0,-3 1-16 0,3 2 8 16,1 3 5-16,-1-4 2 0,1 6-9 0,0-3 4 15,2 4 11-15,1-5 2 0,0 7-7 0,0-5-6 16,3 1 3-16,-3-5 3 0,3 5-11 16,-3-5 0-16,3 0 1 0,-3-2 7 0,-1 1 5 15,-1-6 13-15,1 4-13 0,-2-3 5 0,-1-2-7 16,-3 0 4-16,0 0 1 0,0 0-3 0,0 0 5 16,-4-15 3-16,-2 5-21 0,-2 3 16 15,2-3-5-15,-1 0-1 0,1-3 3 0,2 3 0 16,-3-2 11-16,3-1-9 0,1 5 4 0,0-2-6 15,2 1-5-15,-2 1 10 0,3 0-15 16,3 1 7-16,-2 0-7 0,2 6 3 0,3-4-6 16,-1 3 11-16,2 0-6 0,2 2 1 0,-2 2-16 15,4 2 12-15,-4-1-6 0,3 3 19 0,0 1-14 16,3 2-6-16,-3 0 8 0,-2 0-5 16,2 1 2-16,-3 3 8 0,-1-1-3 0,2-4 16 15,-2 2-5-15,-5 1-6 0,2-2 3 0,0 0-2 16,1-2 12-16,-4-3-4 0,3 3 17 0,-3 0-10 15,0-7 10-15,0 7-13 0,0-7 6 16,0 0-3-16,0 0 5 0,0 0 0 0,0 0-8 16,0 0-5-16,0 0-20 0,0-25-8 0,3 14-2 15,0 0 2-15,2-3 10 0,-2-3-12 16,3 5 2-16,-2-2 7 0,3 1 1 0,-1 1 13 16,2 0-8-16,-2 3-3 0,1 2 8 0,0 0 0 15,3 0 5-15,-3 5 0 0,0 0 18 0,3 2-13 16,0 2-4-16,-3 0 6 0,6 5 1 15,-5 0-8-15,5 3 8 0,-6 1-3 0,4 3-2 16,-1 0 0-16,0-2-19 0,1 5-27 0,-2 4-26 16,-2-4-28-16,4 1-54 0,-4-2-115 15,3 3-602-15,-1-2 72 0,-1 0 95 0,-1-5 64 16,2-2 69-16,-5-1 46 0</inkml:trace>
  <inkml:trace contextRef="#ctx0" brushRef="#br0" timeOffset="-160460.47">22601 14799 875 0,'7'-3'348'16,"0"-2"-46"-16,0 3-15 0,6-4-29 0,0 3-30 16,2-4-23-16,3 0-34 0,-2 3-35 0,5 0-44 15,-2-3-30-15,2 3-50 0,0-2-14 16,-4-1-62-16,0 4-67 0,-3-4-104 0,-4 4-131 15,1-2-282-15,-5-2 31 0,1 3 46 0</inkml:trace>
  <inkml:trace contextRef="#ctx0" brushRef="#br0" timeOffset="-160260.58">22718 14530 770 0,'0'4'266'0,"-3"3"-23"16,3 3 57-16,0 1-31 0,0 1-29 0,3 3-30 15,-3 0-13-15,3 1-5 0,2 1-20 16,-3 0-19-16,4 0-15 0,-2 1-15 0,-1-1-5 16,4 0-18-16,-3 0-21 0,2-1-22 0,-2 0-52 15,2 1-54-15,-2-5-89 0,3 3-325 16,-3-1-290-16,5-4 70 0,-5-3 68 0,3 0 50 16</inkml:trace>
  <inkml:trace contextRef="#ctx0" brushRef="#br0" timeOffset="-159790.96">23199 14630 906 0,'0'10'348'0,"0"-1"-26"0,3 4-38 16,-2-1-10-16,3 1-28 0,-1 1-21 0,3 1-20 15,-2 2-23-15,2-3-8 0,-2-2-36 0,4 3 8 16,1 0-41-16,-2-3 8 0,-1 1-14 16,2-5 4-16,-1 1-9 0,0 0-9 0,2-3-6 15,-1-1-15-15,2-1-2 0,-3-1-3 0,2-3-6 16,-9 0-4-16,15-3-13 0,-6-3 7 16,-2 2-9-16,-2-4-4 0,1-3-2 0,-2 1-15 15,-1-7 0-15,0 1-13 0,0-2 13 0,-3-2-5 16,-3-3-1-16,-3 0 3 0,5 4 11 15,-5-3 5-15,3 5 4 0,-5 0-7 0,4 1-12 16,-5 5 6-16,2-3 4 0,-1 7 15 0,-1-3-16 16,-1 9 8-16,-1-5 1 0,1 6-4 0,3 0-10 15,-3 5 6-15,-1-3-3 0,2 4 2 0,2 1-2 16,-1-2-2-16,2 2 4 0,2 3-7 16,1-3 2-16,3 1 6 0,-3 2-14 0,6-3 4 15,-3 1 1-15,6 0 4 0,-2-2-14 16,-1 1 6-16,5-3 0 0,2 2 2 0,0-2 3 15,1 1 7-15,2-3-22 0,-3-2 15 0,7 1-39 16,-4-1-51-16,2 0-43 0,-2 3-31 0,4-1-28 16,-3-2-118-16,3 0-215 0,-3 1-310 0,0 0 49 15,-1-1 85-15,4 0 55 0,-6 0 52 16</inkml:trace>
  <inkml:trace contextRef="#ctx0" brushRef="#br0" timeOffset="-159510.87">23599 14706 729 0,'11'2'246'0,"-8"-1"-18"15,-3-1-1-15,7 7-17 0,-1-3-8 0,-2 0-25 16,2 2-11-16,-1 1-20 0,-2 1 8 16,1-2-26-16,2 2-8 0,-3 4-15 0,-3 0-18 15,0-4 8-15,0 7-11 0,0-1-7 0,-6 0-5 16,2 3 5-16,-2-2-6 0,1 2 4 0,-1-3-4 16,-1-2-17-16,1 3 13 0,-1-2-1 15,0-3-4-15,3 1-1 0,-2-3-2 0,5-1-3 16,-2 0 0-16,0-3-12 0,0 3-11 0,2-1 11 15,1-6-6-15,1 7 1 0,-1-7 1 16,6 4-14-16,-6-4 5 0,13-2-3 0,-13 2-10 16,15-5 0-16,-5 3-23 0,1-1-21 0,2-2-17 15,-3-2-16-15,1 4-64 0,-1-4 3 16,0-1-70-16,0 0-112 0,0 1-189 0,-3-6-257 16,0 1 67-16,0-1 77 0,-2-3 54 0</inkml:trace>
  <inkml:trace contextRef="#ctx0" brushRef="#br0" timeOffset="-159127.54">23702 14287 842 0,'-4'9'258'0,"4"1"-15"0,-3 0-17 15,0 4-14-15,2-3-28 0,1 4-22 0,-3-1-1 16,3-1-28-16,0 2-18 0,0-4 3 0,-3 3-18 15,3-4-6-15,0 3-9 0,0-4-6 0,0 0 54 16,0-3 21-16,0 0-3 0,0 1-13 16,0-7-2-16,-3 6-11 0,3-6-10 0,0 0-12 15,0 0-19-15,0 0 6 0,3-25-18 0,-3 12 7 16,0-5-18-16,0-3 6 0,3-7-18 16,-3 2-3-16,3-1-8 0,-3-3 8 0,1 3-5 15,-1 2 5-15,3 2-5 0,0 3 13 0,-3 4-11 16,0 0-12-16,0 4-8 0,4 1-5 0,-4 3 5 15,0 5-10-15,3-3 5 0,-3 6-5 0,0 0 2 16,0 0-2-16,7 13 2 0,-3-5-2 16,-1 2-5-16,0 1-11 0,1 4-5 0,0 0-28 15,-1 2-74-15,0 0-84 0,-3 1-236 0,2 0-438 16,0-3 46-16,-3 0 98 16,-2-5 82-16,-3 2 81 0,2-3 39 0</inkml:trace>
  <inkml:trace contextRef="#ctx0" brushRef="#br0" timeOffset="-158011.21">24102 14731 639 0,'13'-1'233'0,"-13"1"-23"0,14 3-5 0,-3 5-23 16,-1 0-18-16,4 1-16 0,-1 4-20 0,4-1 10 15,-3 3-28-15,5 1-18 0,-7 0 1 0,5 0-11 16,-2 0-6-16,-4-2-4 0,0 1 2 16,-1-1-12-16,-3-3 4 0,1 2-17 0,-2-4 7 15,-2 0 6-15,-1-1-9 0,0-4 4 0,0 3-1 16,-3-2-2-16,0-5-8 0,0 0-3 0,0 0 16 16,0 0-15-16,0 0-11 0,-19-12 0 15,17 4 3-15,-7-5-18 0,5-1 10 0,-2-2 3 16,3-1-16-16,2 5 72 0,-2-5-20 15,3 3 10-15,-3-1-21 0,6 4 3 0,-3-2-21 16,3 5 1-16,-2-2-1 0,5 2-2 0,1 5-13 16,2-1-5-16,-1 4 15 0,-8 0-15 0,20 7 2 15,-6-1-17-15,-4 0 15 0,5 4-8 16,-2 0 0-16,1-1 6 0,-1 1-9 0,-3 3 9 16,1-2-6-16,-1 2-7 0,0-3 2 0,-2-1 7 15,-2-2-6-15,1 1 9 0,-4-1 16 0,3-3 2 16,-2 2-7-16,0-2 12 0,-1-1 0 15,-3-3 3-15,0 0-15 0,0 0 12 0,0 0-10 16,4-14 11-16,-4 5-31 0,-3-2 12 0,3-1-2 16,0-5 0-16,0 0-3 0,0-2-15 15,3-3 0-15,0-2 5 0,1 5 6 0,2-5 6 16,1 6-17-16,2 3 6 0,-4-2-1 0,5 6-5 16,1-3 7-16,-1 6-22 0,0 4 15 15,4-2 5-15,-4 4-10 0,3 2-3 0,1 2 3 16,-1 1 8-16,2 4-1 0,-2 5-7 0,1-1 5 15,0-1-5-15,-1 7-3 0,-2-1 21 0,-1 1-3 16,4 0-7-16,-4-1 0 0,-1 0-3 0,-1 2-3 16,-1-2-23-16,0 1-15 0,2-2-20 15,-5-1-52-15,6-1-43 0,-6-1-89 0,3-2-65 16,-1-3-89-16,2-3-380 0,-2 2 75 0,1-5 72 16,-1-1 46-16,-6 0 49 0</inkml:trace>
  <inkml:trace contextRef="#ctx0" brushRef="#br0" timeOffset="-157327.46">24943 14730 775 0,'3'-6'220'0,"-3"6"-15"16,0 0 5-16,0 0-16 0,0 0-9 0,0 17-29 15,3-7 5-15,-2-2-2 0,-1 4-18 0,3 0-29 16,3-4 14-16,-5 6-11 0,6-3-18 16,0 2 8-16,2-1-10 0,-2-2-24 0,4 1 11 15,-1-1-7-15,0-1-4 0,4-3-20 16,-4-2 13-16,1 1-12 0,2-4-1 0,-3-1-3 15,4-1-14-15,-4-4 7 0,0 1 0 0,1-2-11 16,-1-3-7-16,-3-4 8 0,3 1 0 0,-6-4-11 16,2 0 6-16,-5-3 63 0,-1-1-14 0,-4 0-11 15,1-3-11-15,-1 2 14 0,-3 0-8 16,-3 2-8-16,4 5-5 0,-1-3 8 0,-4 7-13 16,4 0-23-16,-3 3 18 0,0 1-11 0,-1 4 6 15,2 2-8-15,-2 2 13 0,1-2-21 16,0 7 11-16,-1-1-13 0,6 2 10 0,-3-3-16 15,4 2-2-15,-2 3 16 0,3-3-16 16,3 1-13-16,0-1 16 0,0 0 0 0,0-4 12 16,3 4 1-16,0-2-11 0,1-3 0 0,-4-2 0 15,12 1 3-15,-4-1-8 0,-8 0 8 0,20-3-10 16,-9-1 4-16,-1 0-2 0,3-2-74 16,1 1 8-16,-1 2 7 0,-1 0 13 0,1-1 0 15,0 3-2-15,1 1 2 0,-1 0 7 0,-1 1-12 16,1-1 13-16,1 7 13 0,2 0-11 0,-2 0 5 15,-3 3 6-15,-1 1-1 0,4-3 3 16,-4 5 6-16,-4-2-1 0,5 0-3 0,-4 2 6 16,-1-3-5-16,-2-1 5 0,2-1 7 0,-3 2 8 15,-2-3-15-15,6 1 13 0,-7 0-3 16,3-2-3-16,-2-3 11 0,-1-3-1 0,-1 7 4 16,1-7-11-16,0 0 0 0,0 0 10 0,0 0-10 15,-11-17 5-15,10 9-8 0,-4-6-9 16,5 2-11-16,0-6-3 0,3-2 3 0,-1 2 5 0,0 1 3 15,2-1-3-15,2 3 7 0,-2-2 4 16,3 5-9-16,2-1-4 0,-4 5 12 0,5-1-5 16,-1 5 1-16,2 0-4 0,-1 4 9 0,0 0-4 15,1 4 9-15,2 0 2 0,-2 5-5 16,2-1 5-16,-2 7-5 0,3-5 10 0,-4 7-3 16,3-2 9-16,1 1-4 0,-1 0-7 0,1-1-5 15,-3-2 5-15,-1 2-18 0,1-4-18 16,1 2-17-16,-5-2-45 0,4-3-55 0,-4 2-49 15,3-3-52-15,0-2-97 0,-3-2-401 0,0-3 86 16,0 0 65-16,-7 0 48 0</inkml:trace>
  <inkml:trace contextRef="#ctx0" brushRef="#br0" timeOffset="-157144.58">25716 14433 785 0,'6'16'325'0,"-3"-7"-23"0,-1 4-35 0,0 0-24 0,2 6-90 16,2-1-12-16,-2 2-15 0,2 5-16 16,-2-1 2-16,3 0-20 0,3 1-28 0,-6 0-17 15,2-2-45-15,1-1-17 0,1 2-65 0,-5-1-89 16,-3-5-189-16,3-1-305 16,1-3 64-16,-4-3 46 0</inkml:trace>
  <inkml:trace contextRef="#ctx0" brushRef="#br0" timeOffset="-156653.85">25719 14804 831 0,'-3'-5'323'0,"3"5"-21"0,3-8-108 0,-3 8-9 0,10-7-21 15,-3 4-6-15,0-2-22 0,6 0-18 16,-2 0-1-16,2-3-17 0,2 1-5 0,-2 1-5 16,4-5-16-16,-3 3 67 0,-1 2-24 0,1-6-1 15,-1 5-17-15,-2-3-1 0,-1 2 1 16,0-2-14-16,-2 2-13 0,-2-2-6 0,1-4-15 15,-4 6 1-15,1-5 6 0,-4 1-19 16,3 0-14-16,-3-1 14 0,0 3-6 0,3 1 8 16,-3 0 0-16,0 1-28 0,0 2 5 0,0 6-3 15,0-8 0-15,0 8 3 0,0 0-2 0,0 0-9 16,0 0 6-16,0 18 5 0,0-4 0 0,0-3 0 16,0 4-10-16,0 3 2 0,4 3 5 15,-2-3 6-15,-1 0-6 0,0 0-2 0,-1 4 0 16,3-5 2-16,-3 1 0 0,3-1-7 15,-3 1 5-15,3-5-8 0,-2-1 8 0,-1-4 10 16,0 4 8-16,3-4-8 0,-3-4 7 0,3-3-9 16,-3-1 2-16,0 0-10 0,0 0-6 0,7-14 1 15,0 2 0-15,-4-1-11 0,1-6 0 16,-1 1-7-16,1 1 5 0,2 0 15 0,2 1-2 16,-5-1-8-16,4 7 10 0,-1-5-2 0,-2 7 10 15,4 1-18-15,-2 3 10 0,0-2-7 16,1 10-11-16,-7-4 26 0,18 6-21 0,-8 2 24 0,0 4-11 15,1 0 0-15,0 3 1 0,1 2 4 16,-1 1-5-16,-1 0 0 0,4 2-20 0,-1 0-26 16,-3 1-38-16,1 0-67 0,2 0-61 0,-3-2-599 15,4-1-21-15,-4-1 95 0,1-5 85 16,-1-3 35-16,-3-5 95 0</inkml:trace>
  <inkml:trace contextRef="#ctx0" brushRef="#br0" timeOffset="-156443.5">26529 14866 1282 0,'7'-7'399'0,"-3"3"-40"0,5-2-27 0,1-2-45 16,1 4-28-16,2 0-16 0,-1-3-36 15,4 3-10-15,1-2-61 0,0 4-34 0,0-4-51 16,-3 2-61-16,5-1-54 0,-7 2-89 0,2-2-190 15,-1 5-415-15,-3-2 41 0,1-4 90 0,-4 6 59 16,-1-3 51-16</inkml:trace>
  <inkml:trace contextRef="#ctx0" brushRef="#br0" timeOffset="-156261.43">26718 14601 673 0,'-2'7'292'0,"-1"1"-39"0,3 6-12 0,0-3-19 16,0 6-20-16,0-1-17 0,5 1-16 0,-2 4-23 16,0 0-1-16,1 2-22 0,2 1-31 15,0 0-30-15,-2-2-60 0,4 1-76 0,1 0-120 16,-2-4-495-16,4 2 59 0,-1-7 39 0,0-3 59 16</inkml:trace>
  <inkml:trace contextRef="#ctx0" brushRef="#br0" timeOffset="-155778.81">27063 14553 918 0,'-7'18'384'0,"3"0"-33"16,0-1-36-16,1 0-41 0,0 0-18 0,3 1-16 15,0 0-35-15,3 2-26 0,0 0-2 0,1 3-21 16,3-3-13-16,0 4-12 0,0-6-21 16,-1 3 0-16,5-2-20 0,-4-4-8 0,2-1-8 15,-2-1-10-15,4-5 2 0,-4 0-9 0,3-2 4 16,1-3-15-16,-1-3 3 0,2-2 5 16,-1-3-19-16,0 1 6 0,-1-5 3 0,2-3-13 15,-2-2-11-15,-2-7-7 0,0 1 20 0,-2-4-33 16,-2-2 13-16,-1 0-5 0,-3-3-3 15,0 4 8-15,-3 4 7 0,3-1-12 0,-4 4 5 16,-2 0-11-16,1 2 19 0,-4 3-14 0,2 0 19 16,-3 1-11-16,-1 5 1 0,-2 2-4 0,-1 0 14 15,1 4-6-15,2 1-14 0,-1 0 9 0,0 1-2 16,-2 4 15-16,4 0-18 0,2 0-5 16,-4 3 11-16,5 0-19 0,0 1 6 0,1 1 20 15,2 0-5-15,4-2-16 0,0 4 6 0,0-2 7 16,3 0-10-16,1 0 11 0,2-3-11 15,1 5 8-15,4-2-1 0,2-3-4 0,0 2 2 16,2-1-5-16,1-4-35 0,5 2-29 16,-3-4-49-16,2 3-66 0,3-3-105 0,-2-1-545 0,-1 1-16 15,-2-2 93-15,1-2 64 0,-7-1 91 0,1-2 29 16</inkml:trace>
  <inkml:trace contextRef="#ctx0" brushRef="#br0" timeOffset="-155343.62">27518 14676 860 0,'9'-2'327'0,"-9"2"-45"0,0 0-29 15,0 0-15-15,0 0-30 0,13 6-11 0,-12-3-18 16,2-2-28-16,0 6-18 0,2-2 5 16,-5 0-10-16,0 2-23 0,0 1-23 0,-1-1 8 15,-3 3-11-15,1-2-5 0,-2 0-15 0,-3 1 10 16,4-1-13-16,-2-1-20 0,1 0 10 0,-1-4-7 15,3 5-8-15,2-4 15 0,-2 0-13 16,0 1-13-16,3-5 1 0,-3 4 4 0,3-4-9 16,0 0-3-16,0 0 4 0,6 7-1 0,-6-7-1 15,10 1-17-15,-2-1 27 0,-8 0-20 16,10 4 3-16,-1-2 5 0,-2-1-8 0,1 2 8 16,-1 0-6-16,4 1-4 0,-2 0 5 0,-2 0-6 15,3 3 11-15,-3 0-3 0,3-3-5 0,-3 7 8 16,0-5-10-16,-4 5 17 0,4-2-12 0,-3 1 17 15,-1 0 11-15,1 3-8 0,-4-2-15 16,0 0 0-16,-4 1-5 0,1 1 17 0,-2-1 11 16,-4-1-15-16,-1 2-9 0,-1-2 24 15,-2-1-2-15,2 3 4 0,-6-3-10 0,4-3-2 16,-3 2 7-16,1-1-10 0,1-4 0 0,0 3-2 16,0-2-1-16,4-3-20 0,-3 1 8 0,-1-3-42 15,7 0-71-15,-3-2-43 0,-1 0-59 16,2-4-100-16,2-2-500 0,4 1 44 0,-2-3 72 15,2-2 51-15,0-2 75 0</inkml:trace>
  <inkml:trace contextRef="#ctx0" brushRef="#br0" timeOffset="-154911.85">27530 14212 839 0,'1'6'305'0,"-1"4"-26"0,0-1-18 0,0 1-28 16,3 1-34-16,-3-1-4 0,0 5-29 15,0-7-12-15,0 6-13 0,0-3-16 0,3-1-20 0,-3-3-10 16,0 1 7-16,0 2 11 0,0-3-75 15,2-1 21-15,-2-4 5 0,0-2 3 0,1 7-14 16,-1-7 9-16,0 0-11 0,0 0-2 0,0 0-1 16,0 0 1-16,7-22-8 0,-7 12-3 15,5-5-12-15,-5 1-1 0,3-3 9 0,-3-2-14 16,3 2 3-16,-3 1-2 0,0 4-14 16,0-3 32-16,3 7-11 0,-3-2-8 0,0 3-2 15,0-1 8-15,1 6-11 0,-1 2-2 0,0 0-5 16,0 0 4-16,0 0 19 0,-7 20-21 15,4-6-12-15,2 1-16 0,-3 2-33 0,1 1-59 16,0 0-44-16,3 5-94 0,0-3-558 0,0 2 68 16,0 1 70-16,-1-3 69 0,-2-3 72 0</inkml:trace>
  <inkml:trace contextRef="#ctx0" brushRef="#br0" timeOffset="-153622.65">27927 14758 806 0,'7'1'233'0,"6"6"-28"0,-2 0-19 16,4 3 4-16,-2-2-32 0,3 6-42 0,1-3 9 15,-6 6-5-15,3-3-25 0,-1 1-3 0,0 2-10 16,-5-5 0-16,2 3-13 0,-3-5-15 0,-1 4 7 16,1-4 6-16,-3-1-6 0,1 0 26 15,-3-2 8-15,1-1 0 0,0-1-11 0,-3-1-7 16,0-4-5-16,0 0-16 0,0 0 16 15,0 0-16-15,0 0-10 0,-13-14 10 0,9 6-20 16,-3-5 5-16,1-2-5 0,-1-2 2 0,4 0-12 16,-4-5-5-16,4-1 14 0,1 5-9 15,-4 0 58-15,6-1 16 0,0 2-15 0,0-3-11 16,3 6-5-16,2-2-15 0,-2 2-6 16,4 0-4-16,3 2 7 0,3-1-12 0,-2 3 4 0,2 2-17 15,6-1-11-15,-3 1-5 0,4 6-17 0,0-4 1 16,3 4-1-16,-2 0-6 0,2-1 8 15,-1 1-21-15,1 1 16 0,-2 0-3 0,0 1 8 16,-7 0-5-16,3-1 10 0,-2 1 8 16,-2 0-8-16,-3 0 10 0,0 0 15 0,0 0 1 15,-10 0 17-15,14 0-19 0,-8 1 4 0,-6-1-10 16,0 0-3-16,5 4 13 0,-6 3-20 16,-6 0 15-16,2 0-13 0,-4 4 8 0,-4 1-13 15,3 1 13-15,-4 3-10 0,0 1 10 0,1 0-13 0,-2 1 10 16,2 1-2-16,-1 0-3 0,4 0-5 15,0-1 6-15,2-3 1 0,-1 2-7 0,5-1-12 16,-2-2 14-16,3-1-4 0,3-2 2 16,0-1-2-16,3-1-6 0,0-2 3 0,1-4 0 15,5 3 3-15,-1-5-16 0,-1-1 5 0,-7 0-2 16,21-7-3-16,-9 3 8 0,-1-3-10 16,0-3 7-16,-1-2-2 0,2-1 7 0,-1-3-12 15,-2 0 5-15,-1 1 12 0,0 0 6 0,-2 2 0 16,-2 1 20-16,4 2-16 0,-6 1-12 15,1 1 8-15,3 1-10 0,-4 3 4 0,1 0-2 0,-3 4 0 16,0 0 0-16,0 0 13 0,0 0-18 16,13 10 5-16,-13-3 13 0,5 0-11 0,-3 1 1 15,1 2-13-15,3-2-24 0,-4 2-7 0,1-2-36 16,3 4-38-16,-2-3-49 0,2-1-132 16,-2 2-416-16,5-2-84 0,-4-5 66 0,2 3 93 15,-1-5 28-15,-2-1 61 0</inkml:trace>
  <inkml:trace contextRef="#ctx0" brushRef="#br0" timeOffset="-153478.81">28635 14609 662 0,'6'17'223'0,"-5"-10"-8"0,2 1-46 15,0 2-59-15,1-2-56 0,-1 5-116 16,4-2-252-16,-3 3-260 0</inkml:trace>
  <inkml:trace contextRef="#ctx0" brushRef="#br0" timeOffset="-153061.48">28675 14466 941 0,'0'0'282'15,"7"-2"-46"-15,-7 2-1 0,0 0-20 0,18 10-13 16,-8-1-12-16,1-1-16 0,-1 7-21 0,0-5-14 16,4 7-14-16,-1 1-18 0,-3-3-9 15,1 3 4-15,-1 2-17 0,0-3-19 0,0-4-4 16,-6 2 7-16,3 0-8 0,-1-6 6 0,-2 1-19 16,0-2 14-16,-1 2-1 0,2-2-12 0,-3-1 7 15,1 0-2-15,-3-4 5 0,0 2-16 0,0-5-4 16,0 0 4-16,0 0-10 0,0 0-10 15,0 0 3-15,-5-23 53 0,3 12-4 0,2-2-6 16,-3 3-5-16,3 0-5 0,3-3-8 16,-1 3-8-16,-1 0 3 0,0 1-10 0,2 1-10 15,2 2-3-15,-3-1 10 0,4 4-7 0,-1 1-11 16,4 1-2-16,-9 1-3 0,14 4-10 0,-3 2 3 16,-2 1-8-16,2 1 12 0,1 2 9 15,-1 0-9-15,0-1 1 0,0 1-11 0,2 2-2 16,1-2-5-16,-1-1-33 0,4-1-27 0,-6 2-32 15,6-2-31-15,-1-1-51 0,-1-1-75 0,-2-5-94 16,4 2-469-16,-3-3 77 0,3 0 93 16,-3-4 35-16,-1-3 61 0</inkml:trace>
  <inkml:trace contextRef="#ctx0" brushRef="#br0" timeOffset="-152111.65">29264 14376 1113 0,'0'0'302'0,"0"0"-13"0,-14 11-20 0,8-1-23 15,2 2-29-15,0 7-4 0,1 1-16 16,0 6-85-16,3 3-12 0,3 7 8 0,0-1-21 16,5 15 5-16,0 2-25 0,0 1-6 0,-1-2 3 15,4 2-15-15,-1-3-1 0,0-2-12 16,0 1-21-16,-3-9-32 0,0-4-37 0,-1-2-15 16,-2-2-26-16,0-5-64 0,1-4-35 15,-4-4-90-15,-2-6-47 0,-4-2-334 0,1-3 45 16,0-5 50-16,-5 1 42 0,9-4 464 0,-18-7 177 15,5-1 110-15,0-1-8 0,0 1 28 0,1-6-5 16,-2 1 74-16,1 0 0 0,3 2-20 0,2-3-13 16,-1 2-82-16,2-1-20 0,4 2-21 15,2-2-7-15,1 2-16 0,1 0-10 0,8-2-16 16,1 1-15-16,4-2 3 0,0-1-23 16,7 3-6-16,-5-1 3 0,5-4-7 0,6 2-6 15,-6 2-2-15,-4 1-18 0,4-1 2 0,-1 1 5 16,-6 2-17-16,-1 2 2 0,1 1 70 15,-4 2 4-15,-3-1-15 0,3-1-15 0,-3 4-6 16,-3-1-12-16,-4 4 0 0,6-2 5 0,-6 2-11 16,0 0-4-16,0 0-16 0,0 0 10 0,-7 17-2 15,4-7 5-15,-3-3-15 0,5 1-8 0,-2-1 5 16,0 1-3-16,-1-1-12 0,4 0 5 16,-3-1-19-16,3 1-4 0,0-2-3 0,0-5-5 15,0 10 16-15,3-7-16 0,-3-3 26 16,4 7-13-16,1-7 10 0,-5 0-5 0,5 7-3 15,0-6-2-15,0 3-13 0,-5-4 10 0,11 6 6 16,-5-2 2-16,-2-1-5 0,6 1-3 0,0 0 11 16,-1-4-6-16,-1 6 8 0,-1-4-10 0,3 0 13 15,-1 1 2-15,1-3-10 0,-1 0 10 0,1 0 3 16,3-3-13-16,-2 0 8 0,-1 0 4 16,3-2-17-16,-2-2 16 0,1 0 1 15,-4 1-1-15,3-5-6 0,-4 3-3 0,3-2 11 16,-1-2-13-16,-4-1-8 0,-2-2 11 0,1-3-13 15,-1 0-6-15,-3-6 6 0,-3-1-13 0,3 0 0 16,-4 0 15-16,1-1-4 0,0 0 1 16,-1 1 6-16,-3 2 10 0,5 5 3 0,-3 3-16 15,2-2 1-15,-1 9-1 0,1 1 3 0,-3 3 10 16,6 4-2-16,0 0-1 0,0 0-10 0,-13 19 1 16,11-5 14-16,-1 2-9 0,3 4 4 15,0 1 11-15,3 4-15 0,0 0 4 0,1 0-2 16,-1 2-5-16,5 0 15 0,2-2-7 0,-1 0-3 15,1-4-3-15,-2 0-12 0,2-3-5 0,-3-4 2 16,4-3 12-16,-1-4-17 0,-1 0 11 16,-1-6-6-16,2-4-5 0,0-2 10 0,1-2-8 15,-1-6-2-15,-1-5-2 0,1-4 7 16,-5-3-8-16,2-7 6 0,-4-1-6 0,0-3 11 16,-3-3-8-16,0 2 2 0,-3-1-2 0,3-4 13 15,-3 7 0-15,1 0 15 0,-3 5 10 0,2 9 8 16,3 2-2-16,-1 5-8 0,0 3-3 15,-5 6 3-15,6 0-1 0,0 5 11 0,0 0-7 16,-3 21 4-16,3-7 6 0,0 5-6 0,0 2-2 16,3 8-13-16,1-2 24 0,0 6-14 0,2 1 0 15,-2-1 11-15,6 0-8 0,2-4-11 16,-2 3-1-16,0-1 14 0,3-4-17 0,-1 0-8 16,0-5-57-16,-2-4-56 0,0 0-122 0,0-1-618 15,-3-3 21-15,0-5 118 0,-1-2 48 16,-3-5 83-16,-3-2 47 0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6-29T07:52:52.44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16647 7290 972 0,'0'-7'341'0,"-4"2"-27"0,3 2-22 0,1 3-33 16,-3-9-34-16,3 9-20 0,0-6-18 0,0 6-18 15,0 0-16-15,11-2-9 0,-11 2-19 16,13 8-12-16,-6-3-16 0,4 2-13 0,2 1 3 15,1 5-5-15,0-2-10 0,3 4 0 0,0 0-14 16,3-2-1-16,-3 1-14 0,0 2-2 0,0 0 5 16,0 0-20-16,-3-3 7 0,3 2-20 15,-3 2-33-15,0-2-16 0,-1-4-41 0,-2 2-18 16,-1-2-33-16,0-2-46 0,0 0-87 16,-3-2-148-16,0-1-352 0,3-5 70 0,-3 0 67 15,-7-1 58-15</inkml:trace>
  <inkml:trace contextRef="#ctx0" brushRef="#br0" timeOffset="280.1">17101 7217 650 0,'3'-6'268'0,"-3"6"-1"0,-3-8-34 0,3 8-26 16,0-3-25-16,0 3 10 0,0 0-36 0,0 0-8 15,0 0-7-15,-10 18-26 0,6-7-7 0,1 4-1 16,-3 2-4-16,4 1-6 0,-4 6-15 15,-1-1 2-15,1 4-4 0,2 3-14 0,-2 2-2 16,-2-4 3-16,5 4-16 0,-4 1-2 0,4-1 12 16,-4-3-20-16,4 1 8 0,-1-4-19 15,0 0 4-15,1 1-1 0,0-2-5 0,3 0 5 16,-4 0-15-16,4-3 64 0,0-4-3 16,-3 0-38-16,6 2-30 0,-3-5-37 0,0-1-43 15,0 0-36-15,4-5-56 0,-1 2-139 0,0-2-468 16,1-4 70-16,3-5 47 0,-7 0 78 0,0 0 38 15</inkml:trace>
  <inkml:trace contextRef="#ctx0" brushRef="#br0" timeOffset="548.15">17466 7546 877 0,'0'0'295'15,"0"0"-14"-15,0 0-27 0,0 0-31 16,0 0-8-16,15-4-34 0,-6 4-17 0,-2-1-28 16,7-4-8-16,0 4-13 0,-1-1-13 0,5-2 6 15,2 3-24-15,0-2-35 0,1 2-29 0,0-4-40 16,-4 4-72-16,6 0-133 0,-5 0-364 15,-1 1-92-15,0-1 77 0,-4-3 43 0</inkml:trace>
  <inkml:trace contextRef="#ctx0" brushRef="#br0" timeOffset="763.7">17665 7711 813 0,'-7'7'277'0,"7"-7"-21"0,-4 0-8 16,4 0-20-16,0 0-21 0,0 0-25 16,0 0-13-16,0 0-23 0,0 0-8 0,0 0-7 15,0 0-21-15,24 1-8 0,-14-2-10 16,1 1-25-16,2 0-36 0,2-2-44 0,2 1-92 16,3-3-95-16,4 4-366 0,-4-3-76 15,4 1 17-15,1-4 62 0</inkml:trace>
  <inkml:trace contextRef="#ctx0" brushRef="#br0" timeOffset="1229.76">18270 7386 1131 0,'0'0'340'0,"0"0"-22"0,0 0-37 16,0 0-17-16,0 0-36 0,-7 21-16 0,4-12-33 15,3 1-5-15,-3 0-25 0,3 4-16 0,0 1-5 16,3-4-21-16,0 5-4 0,0 0-8 16,-2 0-6-16,5-4-17 0,1 5-6 0,0-3-4 15,0-3-14-15,0 3 1 0,4-3-3 0,1-3-10 16,-2-1-3-16,5 0 1 0,-5-4-11 16,7 1 2-16,-4-4 1 0,-2-4 7 0,3 1 3 15,2-4-13-15,-2-1-3 0,-1-2 3 16,-1-4-5-16,-2-4 0 0,-1 0-2 0,-1-4-9 15,-5-2 9-15,0 2-1 0,-2-3 3 0,-2 0-10 16,-2-3 2-16,-4 6 5 0,3-2-2 0,-5 1 0 16,-1 4 12-16,2-3 4 0,-2 6-22 15,-3-1 29-15,5 6-8 0,-5-3-20 0,3 6 12 16,-1-1 3-16,-2 6-2 0,3-2 10 0,-1 3-19 16,1 3-68-16,0 0 2 0,-4 4 6 0,4-2 9 15,-1 6-4-15,1 3-1 0,0-2 11 16,4 1 0-16,-2 3-11 0,1-3 21 0,1 3-7 15,6-3 4-15,-3 3 8 0,6-3-2 0,-3 3-4 16,6 2 14-16,1-6-5 0,1 5 5 16,2-5-19-16,0 4-27 0,7-4-33 0,3 0-60 15,-2-1-40-15,6 0-129 0,0-1-452 0,2-1 20 16,1-1 97-16,-6-4 49 0,0 0 51 16</inkml:trace>
  <inkml:trace contextRef="#ctx0" brushRef="#br0" timeOffset="1613.28">18765 7461 834 0,'0'0'253'16,"0"0"-17"-16,0 0-21 0,0 0-3 0,0 14-30 15,0-7-13-15,-3 2-13 0,0 0-15 16,3 2-8-16,-3 3-15 0,2 2-8 0,-2-3 2 16,3 2-22-16,0 1-26 0,0-1 13 0,3 3-8 15,-2-1-20-15,5 1 7 0,-3-3-18 0,5 0 11 16,-1 2-3-16,2-6-15 0,-2 4-3 15,4-5 8-15,-1 3-6 0,3-4-12 0,1-2-2 16,-4-4-1-16,5 0 3 0,-5 0-3 16,3-6 11-16,1 0-3 0,-1-4 0 0,-2-1-8 15,-1-2-10-15,0-5 6 0,-2-5 7 0,-2-2 5 16,-2 4-5-16,-1-4 81 0,-3 2-6 16,0 2-4-16,-3-4-2 0,2 5-87 0,-5 1 0 15,-2-1 23-15,2 5-10 0,-4-4 15 0,3 4-7 16,-7 1-6-16,4 2 0 0,-4 2-7 0,1 3 10 15,-1-1-18-15,0 3 13 0,1 1-16 0,-2 2 11 16,2-1 12-16,-1 3-22 0,-2 4-11 16,1 0-18-16,2 1-28 0,3 0-40 0,2 1-35 15,2-2-60-15,3 3-88 0,-4-2-232 0,13 2-213 16,-2-3 33-16,3 0 83 0,4-5 65 16</inkml:trace>
  <inkml:trace contextRef="#ctx0" brushRef="#br0" timeOffset="1814.98">19254 7458 1090 0,'7'-5'379'0,"-3"2"-36"16,-1-1-23-16,-3 4-34 0,11-6-35 0,-2 1-25 15,2 3-32-15,-1-3-25 0,4 2-46 16,3-3-44-16,-4 4-40 0,5 2-75 0,-1-2-69 15,0-2-238-15,0 4-412 0,-3-3 84 0,0-1 67 16,-4 0 51-16</inkml:trace>
  <inkml:trace contextRef="#ctx0" brushRef="#br0" timeOffset="2013.65">19374 7178 680 0,'0'0'287'0,"-10"6"-13"0,10 0-13 0,-3-3-36 16,3 7 49-16,0 2-15 0,0-1-16 16,3 5-28-16,0 0-21 0,1 4-20 0,-1 2-20 15,3 3 0-15,-2 0-26 0,4 0-13 16,-2 3-46-16,1 2-59 0,3-2-79 0,1 3-87 16,-5-4-200-16,8 3-417 0,0-4 97 0,-4-8 57 15,1 0 71-15,2-3 39 0</inkml:trace>
  <inkml:trace contextRef="#ctx0" brushRef="#br0" timeOffset="2513.29">19907 7324 949 0,'-3'-6'295'0,"3"6"-29"0,0 0-36 15,0 0-20-15,-10 14-18 0,7-6-15 16,-1 1-8-16,1 0-34 0,0 4 1 0,3 1-18 16,-2 2-8-16,2 1-16 0,0 1-12 0,0 0-7 15,2 3 9-15,1-4-25 0,3-1-5 0,-2 2-6 16,2-2-2-16,1 0-7 0,1-3-6 0,-2-1 3 16,4-2-18-16,1 0 5 0,-4-3 20 15,3-1-9-15,0-4-11 0,1-2 2 0,-2 0 3 16,1-7 6-16,1 3-16 0,-1-4-3 0,-3-6 8 15,4 0-10-15,-5-4-18 0,1-2 12 16,0-5 4-16,-4 2-6 0,-3-2-5 0,4 1-5 16,-8-2-1-16,4 1 1 0,-3 1 13 0,-4-1 10 15,3 6-5-15,-2-2-6 0,-2 3-4 16,-1 1-1-16,-1 6 6 0,3-3 8 0,-7 6-11 16,1-2 2-16,1 3 14 0,-1 6-8 0,0 0-6 15,-1 1 6-15,1 2-5 0,-2 3-1 0,2 0 9 16,-1 2-1-16,1 1-7 0,3 6-6 15,-1-4 1-15,4 1 12 0,1 3 3 0,2-3-8 16,4 1 6-16,0 1-3 0,4-1-1 0,-1 1 1 16,4-1-15-16,3-1 2 0,1 2 2 0,2-3 16 15,4-1-3-15,3 1-27 0,1-2-27 16,3 1-20-16,-3-4-12 0,2 3-37 0,1-6-27 16,-6 1-50-16,2 1-55 0,-3-4-119 0,0-1-339 15,-3 1-1-15,-1-6 87 0,1 5 59 16</inkml:trace>
  <inkml:trace contextRef="#ctx0" brushRef="#br0" timeOffset="2696.71">20215 7403 798 0,'4'-4'177'0,"-4"4"20"16,6-6-36-16,-6 6-12 0,0 0-21 0,0 0 28 15,0 0-26-15,0 0 8 0,7 10 1 0,-4-3-9 16,-2 2-12-16,2 4 18 0,0-1-11 0,-3 5 18 16,4 0-22-16,0 4-16 0,2-1-6 15,-2 3-1-15,-1 2-1 0,3-1-28 0,-2 0 0 16,2-3 0-16,-1 8 0 0,-2-4-12 0,1-4-9 15,2 4-14-15,-3 0-29 0,1 0-41 16,-1-1-51-16,-3 2-179 0,3-2-489 0,-3-6 38 16,0-2 62-16,0-3 58 0,-6-5 62 15</inkml:trace>
  <inkml:trace contextRef="#ctx0" brushRef="#br0" timeOffset="3380.61">20553 7232 675 0,'3'-7'274'15,"-3"0"-20"-15,2 0-16 0,-2 3-26 0,3 0-7 16,-3 4-21-16,3-7-10 0,-3 7-18 0,6-2-10 15,-6 2-2-15,10 7-19 0,-6 1 70 16,7 0-34-16,-1 3 0 0,3 4-33 0,4 2 3 16,-3 1-6-16,7 4-23 0,-4-1-4 0,3 2-11 15,1 1-8-15,3 9-15 0,0-6-41 0,-7-2-41 16,3 0-54-16,-3-3-27 0,0 3-116 16,0-6-287-16,-3 2-286 0,0-7 96 0,-3-1 88 15,-1-5 36-15,-4-4 56 0</inkml:trace>
  <inkml:trace contextRef="#ctx0" brushRef="#br0" timeOffset="3629.61">20881 7186 952 0,'-6'-2'348'0,"3"-3"-38"0,3 5-31 0,0 0-26 16,0 0-23-16,-18 13-7 0,12-5-39 0,2 1-20 15,-2 6-21-15,-2 1-4 0,1 2-11 0,-2 2-13 16,2 5-26-16,-4 0-2 0,1 4-7 0,0-3 4 16,-1 2-4-16,1 3-14 0,3-4-12 15,-3 3-11-15,3-8 11 0,1 3-15 0,-1-2-21 16,3 1-44-16,-3 1-51 0,4-7-66 16,3 3-108-16,-1-3-409 0,2-2-106 0,-1-4 101 15,3-4 73-15,4-1 50 0</inkml:trace>
  <inkml:trace contextRef="#ctx0" brushRef="#br0" timeOffset="3863.35">21172 7353 1144 0,'8'0'353'0,"-8"0"-23"0,6 8-28 0,-3-1-33 16,0 3-23-16,1 2-26 0,-1 1-18 15,1 2-13-15,3 2-17 0,0 2-11 0,0 3-17 16,2-2-22-16,-1 3-4 0,-1 0-21 0,2 1-22 16,-2-4-9-16,4 5-40 0,-1-3-44 0,0 2-33 15,1-3-65-15,-1 0-147 0,4-2-533 16,-1-4 33-16,0-4 100 0,-2-2 59 0,-1-5 61 16</inkml:trace>
  <inkml:trace contextRef="#ctx0" brushRef="#br0" timeOffset="4096.09">21661 7425 1187 0,'0'-6'417'0,"0"6"-45"15,3-8-29-15,1 5-36 0,0-2-33 0,2 1-36 16,4-3-16-16,4 1-14 0,0 3-21 0,3-2-24 15,3 1-17-15,1-2-20 0,0 5-21 0,2-5-34 16,1 5-43-16,-3-1-48 0,3-2-18 0,-4 3-75 16,1-1-56-16,-4 2-182 0,-3-1-486 15,3 0 105-15,-7-4 57 0,0 3 63 0,-4-4 56 16</inkml:trace>
  <inkml:trace contextRef="#ctx0" brushRef="#br0" timeOffset="4296.6">21832 7192 993 0,'0'0'315'0,"0"0"-26"0,0 0 0 15,-3 17-23-15,0-9-28 0,6 4-20 0,-3 1-21 16,3 3-13-16,1 1-30 0,-1 0 2 16,3 6-31-16,2-3-7 0,-1 3-8 0,2 2-41 15,-2 3-25-15,7 1-60 0,-1-3-53 0,-1 0-64 16,4-1-130-16,2-1-457 0,2-4-4 15,-3-3 99-15,-1-4 55 0,-1-4 58 0</inkml:trace>
  <inkml:trace contextRef="#ctx0" brushRef="#br0" timeOffset="4713.29">22331 7240 1098 0,'0'0'330'15,"0"0"-31"-15,0 20-20 0,-3-11-33 0,3 4-26 16,0-2-15-16,3 3-28 0,-3 0-19 16,3 1-12-16,1 2-8 0,-1-2-7 0,5 2-21 15,-2-1-13-15,1 0 16 0,0-4-29 0,3 2-17 16,0 0 2-16,0-4-5 0,1-1 5 0,-1-2-18 16,3-4-10-16,-2 2 3 0,-1-4-6 0,0-3 6 15,1-5-6-15,-1 0-10 0,-4-2 0 16,2-5 3-16,-4-3-8 0,-1-2 5 0,-3-2-15 15,3-4-3-15,-6 0-2 0,0 0 10 16,-1 3 20-16,-3-1-22 0,3 1-4 0,-2 8 12 16,-1-2-17-16,0 1 3 0,-4 5-2 0,1 1 7 15,-4 1 3-15,4 4-2 0,-3 4 7 0,-1 0-16 16,0 6 14-16,-3 0-13 0,4 0 15 16,-1 2-13-16,4 4 5 0,0-2-7 0,2 0 2 15,5 4 8-15,0-4-5 0,2 1 0 0,1 1-3 16,1-1-13-16,5 3 24 0,-1-4-19 15,5 1 16-15,2 1-13 0,0-3-12 0,4-1-24 16,2-1-33-16,2-4-61 0,0 4-75 16,4-4-151-16,1 1-475 0,-2-1 37 0,-2-2 60 0,3-1 76 15,-4 0 95-15,-3-3 13 0</inkml:trace>
  <inkml:trace contextRef="#ctx0" brushRef="#br0" timeOffset="5013.29">22786 7378 683 0,'7'4'248'16,"-1"-3"1"-16,-2 2-40 0,0 3-6 0,4 2 4 16,-3 0-13-16,-2 1-14 0,4 2-27 15,-4 3-2-15,2 2 11 0,-5 1-37 0,0 0 18 16,-5 2-28-16,-1 3-7 0,-1 2-13 0,-3-3-3 16,-1 1 69-16,-5-1-25 0,3 1-13 15,-2-7 0-15,1 3-13 0,1-3-13 0,3-3-8 16,-4 0-9-16,7-2-9 0,0-2-7 15,1 0-64-15,-2 0-7 0,5-4-6 0,-1 1 21 16,1-2 7-16,0 4-2 0,3-7-11 0,0 0 1 16,7 6 7-16,-7-6-2 0,17-3 0 0,-7 0-6 15,7 3-4-15,-3-7-32 0,6 3-25 0,-3-2-25 16,4-1-49-16,0 3-54 0,-1-3-312 16,1-1-269-16,3-2 31 0,-4-2 99 0,-3-5 60 15,-1-1 66-15</inkml:trace>
  <inkml:trace contextRef="#ctx0" brushRef="#br0" timeOffset="5229.67">22984 7146 924 0,'0'0'296'0,"21"13"55"0,-11-5-13 0,1 1-38 16,2 1-109-16,4 5-16 0,0 0-4 0,0-2-10 15,7 7-22-15,-1-3-11 0,-1 2-13 0,2-1-15 16,0 4-13-16,-1-3-16 0,7 12-40 16,-5-7-49-16,-5-5-64 0,-3 3-48 0,4-4-96 15,-3 2-301-15,-5-5-174 0,0-4 48 0,-5 0 51 16,-2-8 62-16</inkml:trace>
  <inkml:trace contextRef="#ctx0" brushRef="#br0" timeOffset="5480.05">23302 7125 693 0,'0'0'282'0,"0"0"-21"0,-14 4 49 0,8 3-11 16,-1 3-35-16,0 3-21 0,0-1-31 0,-3 7-15 15,3 0 6-15,-1 0-29 0,-1 3-21 0,-1-1-7 16,3 2-18-16,-1 1-5 0,-1 0-18 0,2 1-21 15,3 0-2-15,-2 0 5 0,2 0-10 16,4 0-5-16,-1 1-29 0,1-2-25 0,0-1-41 16,1-2-77-16,3 4-61 0,-1-4-271 0,1 0-377 15,2-5 105-15,1-2 64 0,-1-4 54 16,-1-4 51-16</inkml:trace>
  <inkml:trace contextRef="#ctx0" brushRef="#br0" timeOffset="5929.27">23558 7318 865 0,'7'-8'345'0,"4"1"-45"0,-4 0-14 0,2 3-45 16,-2-2-5-16,1 6-32 0,2-1-14 0,-10 1-29 15,19 1-7-15,-8 4-24 0,-1-2-7 16,4 6-16-16,-3-1-27 0,-1 2 15 0,0 4-21 15,-6 1 10-15,2 2 8 0,-2-1-38 0,-4 4 5 16,0 2 0-16,-4 3-11 0,-3-4 1 16,-6 8-10-16,3-4 4 0,-5 1-7 0,-1-1-5 15,1-1 15-15,-1-5-18 0,3-2-5 0,-1 3 10 16,4-5-20-16,-1-1 0 0,1-3 5 0,3 1-8 16,1-2 8-16,1-3-8 0,-1 1-2 15,2 0-11-15,4-5 11 0,0 3 30 0,0-6-35 16,10 6 4-16,-2-5 9 0,2-1-11 0,4 0 5 15,3-1 3-15,3-2 5 0,0 1-3 0,1 1-4 16,0-5-4-16,2 5-9 0,1-6-1 16,0 4 26-16,-3-2-13 0,-1 2 11 0,1-3 4 15,-1 3-2-15,-3-3-2 0,-2 4-16 0,-3 0 16 16,0-1-14-16,-2 1 6 0,0 1-16 16,-4 1 9-16,1 0 1 0,-7 0-17 0,7 6 10 15,-7-4-20-15,-3 5-37 0,-5-1-45 0,-1 4-82 16,-5 0-90-16,-3 2-558 0,0 3 51 0,-7 0 80 15,0 2 68-15,3-6 55 0,-5 3 53 16</inkml:trace>
  <inkml:trace contextRef="#ctx0" brushRef="#br0" timeOffset="24734.75">17217 7793 632 0,'0'0'235'0,"0"0"8"0,0 0-30 15,0 0-13-15,0 0-80 0,0 0 3 0,0 0-29 16,0 0 14-16,0 0-19 0,0 0-7 16,0 0 0-16,0 0-5 0,0 0 2 0,0 0-12 15,-3 17 7-15,3-9-5 0,0 2-2 0,0 5 66 16,0-1 0-16,3 4-20 0,-3 0-6 16,3 0-27-16,0 4 17 0,1 2-10 0,-1 0-3 15,2-2-7-15,-2 6-15 0,3-3-1 0,-2 0 0 16,2-3 6-16,1 3-23 0,1-2-4 0,-2 2 12 15,1-1-11-15,-1-6-8 0,-2 1 0 0,3 0-7 16,-6-4-13-16,5 0 12 0,-3-1-15 16,0-4 13-16,-2 1-2 0,2-1-3 0,0 0 7 15,2-5 6-15,-5 0-10 0,0 1-11 0,0-6 8 16,0 0 2-16,0 0-2 0,0 0 5 16,0 0-10-16,0 0-5 0,-8-25-1 0,5 11 6 15,-1-3 3-15,-2-1-4 0,2-4-9 16,-3-2 5-16,0-2-3 0,1 1-8 0,-4-3 6 0,6 2 4 15,-6-5-4-15,3 6 7 0,3 0-10 16,-5 0 5-16,4 5-2 0,-1-3-6 16,-1 0 11-16,4 6-11 0,-1-5 9 0,1 4 4 0,0 1-8 15,0-1 9-15,3 3-14 0,-2-2 6 0,2 5 2 16,2-4 10-16,1 2-15 0,0 1 8 16,1 0 5-16,5 1-13 0,-5-1 2 0,7 3-7 15,-2 3 0-15,-2-1-3 0,3 5 3 0,1-2 2 16,-1 3 1-16,0 2 4 0,4 0-14 15,-4 3 17-15,4 4-18 0,-4-1 5 0,3 2 3 16,-2 3-5-16,-1-1 7 0,-3 3 3 16,1-1-10-16,-2 3-3 0,1-1 6 0,-4 0 17 0,0 1-10 15,0 0-5-15,-3 2 2 0,0-4 8 16,-3 0-2-16,0 4 2 0,-4-2 13 0,1 2-15 16,2-3-1-16,-6-3-2 0,3 4 18 0,0-4-15 15,-4 3 4-15,2-4 3 0,2 0-4 16,0 2 12-16,-1-6-11 0,2 1 3 0,-1 0-7 15,-2 1 12-15,5-2-7 0,-3-4-5 0,6 4 9 16,-5-3-14-16,3-2 12 0,-1 6-25 16,1-6-3-16,3-1-31 0,-7 7-56 0,7-7-15 15,-4 7-31-15,4-5-62 0,-3 3-71 0,3-2-394 16,0-3-77-16,3 7 54 0,-3-7 68 16,4 8 65-16</inkml:trace>
  <inkml:trace contextRef="#ctx0" brushRef="#br0" timeOffset="25794.31">16653 9062 977 0,'0'0'348'0,"-3"-5"-38"16,0-1-28-16,3 6-39 0,0 0-31 15,0 0-7-15,0 0-28 0,0 0-8 0,0 0-18 16,0 0-18-16,23 14-18 0,-12-7-10 16,-1 3 8-16,3 1-24 0,1-3-10 0,-1 7-4 15,5-3-11-15,-5 3 0 0,5 0-16 0,-2-1 4 16,-2 0-12-16,3 1 1 0,1 0-2 16,-1 0-6-16,-1-3-2 0,-1 3-8 0,-2-1-5 15,0-3-18-15,1 0-33 0,-4 2-72 0,4-2-85 16,-7-1-158-16,3-1-430 0,4 1 36 0,-7-7 84 15,0 0 51-15,-1-3 59 0</inkml:trace>
  <inkml:trace contextRef="#ctx0" brushRef="#br0" timeOffset="26144.67">17084 9043 847 0,'0'0'253'0,"0"0"-12"16,-14 7-13-16,10 0-26 0,1 1-15 15,-3 2-26-15,5 1-10 0,-5 4-5 0,3 2-13 16,-2 2 3-16,-1 5-11 0,3 0-15 16,-1 2 67-16,-2 0-26 0,2 6-13 0,1 0 0 0,-5 0-20 15,2 1-13-15,2 0-5 0,1-6-3 16,0 0-10-16,3 2-15 0,-3-3 4 0,2-1-17 15,1 0-13-15,-4 0 8 0,4-5 0 0,-3 2-11 16,3-4 1-16,0 0 2 0,0-3-8 16,0 0-9-16,0-5-6 0,0 4-3 0,0-4 3 15,0-2 3-15,0 2-21 0,0-3-3 0,0 0-14 16,0-3-29-16,-3 3-31 0,3-7-89 16,3 8-47-16,-3-3-117 0,0-3-399 0,3 3-64 15,1-2 84-15,-4-3 74 0,4 3 74 0</inkml:trace>
  <inkml:trace contextRef="#ctx0" brushRef="#br0" timeOffset="27343.71">17426 9575 913 0,'-4'-7'290'0,"-3"5"-37"0,0-1-38 0,1 1 13 15,6 2-36-15,-18 2-21 0,8 1-12 0,-3 3-8 16,2 0-20-16,-2 4-9 0,0 2-12 16,-2 1-15-16,2 0 5 0,-1 4-21 0,4 1-2 15,-1-1-15-15,4-1 12 0,1 0-23 0,2 0 0 16,1 1-10-16,3-3-2 0,0-3 1 15,3 2-11-15,1-1-4 0,2-4-4 0,1-1 2 16,4 0 0-16,-1-4-10 0,0-3-1 0,1 0-1 16,2-2-6-16,1-1 10 0,-4-2-7 0,0-2-1 15,1-1-1-15,-1-2 4 0,0 3 3 16,1-1-13-16,-5-2 18 0,1 3-16 0,-4-1 3 16,4 3 11-16,-3-1-14 0,-1 0-4 0,1 5 4 15,-4 1 8-15,6-6 3 0,-6 6-10 16,0 0 2-16,0 0-5 0,13 9-3 0,-12-2 21 15,3 1-8-15,2-1-10 0,-2 1 3 0,2 2-11 16,-2-2 6-16,7-1-21 0,-5 3-51 0,4-2-49 16,4 4-131-16,-3-6-378 0,5 1-105 15,-2 0 51-15,-1-2 97 0,1-3 49 0</inkml:trace>
  <inkml:trace contextRef="#ctx0" brushRef="#br0" timeOffset="27760.6">17792 9631 934 0,'-14'1'374'0,"4"0"-26"16,0 1-49-16,-5 4-22 0,5-4-37 0,-4 5-7 16,1 0-26-16,3 2-12 0,-1 0-16 0,1-1-25 15,4 3-13-15,2 2-21 0,-3-2-13 0,7-1-7 16,0 5 3-16,3-7-11 0,5 9-16 0,2-9-4 15,3 6-3-15,4-3-23 0,4-1 18 16,2-2-43-16,1-1-11 0,4 0-43 0,0-5-26 16,2 1-54-16,-6-5-17 0,1-1-85 0,1-4-72 15,-2 0-74-15,-3-2-171 0,0-1-180 16,-5-4 59-16,-1 2 88 0,-2-9 409 0,-6 1 97 16,3-3 33-16,-7 1 70 0,-2-5 68 0,-1 7 14 15,0-6 48-15,-1 4 38 0,-2 3-2 0,-1-2 64 16,1 6-8-16,0 1-12 0,2 0-22 15,-2 4-34-15,3 3-9 0,-3-1-20 0,0 6-5 16,3 2-16-16,0 0-7 0,0 0-23 0,0 0-3 16,-7 18-8-16,7-7-12 0,3 3-10 15,-3 0-11-15,3 3-15 0,-2 1-13 0,2 0-46 16,0 7-26-16,1 0-86 0,2-2-93 16,1 2-566-16,-3-1-4 0,-1-4 86 0,1-2 93 15,-4-3 43-15</inkml:trace>
  <inkml:trace contextRef="#ctx0" brushRef="#br0" timeOffset="28677.15">17959 9701 949 0,'3'-8'297'0,"0"0"31"16,1-1-16-16,6-4-33 0,-3 1-28 0,6-6-36 15,2 7-3-15,1-3-91 0,-1 0-22 0,1 3-9 16,5 2-5-16,-4 0-11 0,-3 2-3 15,3 0-12-15,0 3-13 0,-3 0 3 0,-1 4-5 16,1 1-9-16,0 2 4 0,-1 1-11 0,1 3 5 16,-4 1-5-16,1 1 6 0,-1-1-14 0,0 3 8 15,0 3-10-15,-3-3 5 0,0 3-5 16,0 0-5-16,-1-1-5 0,2 2-3 0,-2 0 5 16,1-4-5-16,0 3 0 0,0-3-12 0,-3-2 7 15,2-1 5-15,1 0-3 0,-1-1-7 16,2 0 3-16,-1-4 4 0,-1-3-2 0,1 0 8 15,-7 0-8-15,11-7-5 0,-2 3-3 0,-5-4 13 16,2-3-2-16,-2-1-11 0,3 2 8 0,-6-3 0 16,2 3 0-16,3 0-3 0,-5 2 6 0,2 1-3 15,0-3 3-15,0 3-3 0,-3 5-18 16,4-4 12-16,-4 6-6 0,7-2 9 0,-7 2 3 16,0 0-5-16,7 8 2 0,-4-4-2 0,4 4 10 15,-4-1 8-15,4 1-13 0,4 1 0 16,-2-1 0-16,1 0-2 0,2 2 9 0,1-2-7 15,4-1 5-15,0 0-2 0,3 0 5 16,-2-4-8-16,5 3 2 0,-2-6-7 0,3 1 0 16,0-2 0-16,-4-5 10 0,4 4-8 0,-3-6 1 15,2 1-3-15,-8-1 7 0,1 0 3 0,-2-1-7 16,0-1-1-16,-3-3-2 0,-2 3 5 16,-5 0 3-16,2-1-1 0,-2 2 1 0,-4-1 7 0,0 4 0 15,-3 0 11-15,2 1-21 0,-2 1 10 16,-3 0-10-16,6 4 3 0,-11-2 12 0,11 2-15 15,-17 5 13-15,7-3-18 0,3 3 5 0,-3 0 10 16,3 1-23-16,0-4 16 0,-3 5-6 16,6 1 8-16,-2-5 0 0,5 4-2 0,-5-1 7 15,6 0-10-15,-3-1 8 0,3 1-3 0,0-6 0 16,6 8 0-16,-6-5-2 0,4 2 4 16,2-2-7-16,-6-3-2 0,8 0 4 0,-2 4 6 15,-6-4-10-15,10 2 2 0,-10-2 7 16,15 1-4-16,-9-1-8 0,1 1 12 0,-7-1-4 0,17 0-6 15,-10 0-7-15,3 0 8 0,-10 0-1 16,20 0-2-16,-10 0 10 0,1 0-20 0,3 0-3 16,-1-1 0-16,1-2-8 0,-1-1 1 0,2 2 4 15,-2-4 1-15,4 2-1 0,-4-3 6 16,2-1-18-16,-2-1 17 0,-3-1-9 16,4-2 2-16,-4-1 12 0,0-6-7 0,-2 2 3 0,-2-3 5 15,-2-3-13-15,-1-2 15 0,0 0-12 16,-3-3 9-16,-3-4-9 0,0 5 7 0,2-4 11 15,-5 3 19-15,3 0-9 0,-1 8 7 0,0-1 6 16,1 4-8-16,0 3 12 0,2 2-4 0,-2 3-6 16,0 7 1-16,3-3-6 0,0 5 10 0,0 0 8 15,0 0-12-15,-7 22 12 0,7-12-2 16,0 7-6-16,4 1 1 0,-4 3-4 0,6 3 1 16,-2-2-13-16,2 3 11 0,5 4-3 0,-4-1-8 15,3-1 5-15,1 2-18 0,2-2-15 16,1-2-28-16,2 0-51 0,-1 0-118 15,1-2-344-15,2-1-173 0,-5-4 38 0,4-5 90 0,-3-4 56 16</inkml:trace>
  <inkml:trace contextRef="#ctx0" brushRef="#br0" timeOffset="28843.52">19630 9443 1116 0,'8'-3'343'0,"-2"-2"-44"16,4 2-23-16,1-3-22 0,2 4-39 0,1-4-39 16,3 3-73-16,4-2-103 0,-4 1-146 0,3 1-517 15,-3 1 8-15,1 0 46 0,-5-3 58 16</inkml:trace>
  <inkml:trace contextRef="#ctx0" brushRef="#br0" timeOffset="29026.81">19801 9501 1113 0,'-6'5'302'0,"6"-5"-26"0,-4 2-20 0,4-2-25 16,-7 3-21-16,7-3-29 0,0 0-1 15,0 0-29-15,0 0 2 0,0 0-17 0,0 0-16 16,24-11-17-16,-13 4-11 0,-1 1-13 0,0 1-28 16,4-2-53-16,-4 0-57 0,3 1-105 0,-2 1-258 15,-1-1-339-15,0 2 96 0,1-2 48 16,-4-2 67-16</inkml:trace>
  <inkml:trace contextRef="#ctx0" brushRef="#br0" timeOffset="29793.32">20673 9058 678 0,'0'0'269'0,"0"-7"-42"0,0 7-12 0,0 0-17 16,3-2-22-16,-3 2 1 0,0 0-21 0,0 0 56 16,24 9-25-16,-17-5-20 0,4 3-16 15,2 0-6-15,-3 3-4 0,4 1-23 0,-1-2-8 16,-1 3-13-16,1-4-15 0,1 3 10 15,2 1-22-15,-6-3-4 0,5 1-12 0,-5-3-52 16,4 1-25-16,2-1-33 0,-2-4-16 0,-3 3-71 16,2-5-72-16,1 0-79 0,-4-1-113 15,4-1-287-15,-1-2 80 0,1-3 51 0,-3 0 61 0,1-4 369 16,-4 0 82-16,-1-5 45 16,0 1 68-16,-1-3 58 0,-3 4 26 0,1-2 43 0,-4 0 80 15,4 4 0-15,-4-3-72 0,0 6 8 16,3-4-11-16,-3 5-12 0,0-2-10 0,0 2-6 15,0 0-20-15,0 7-10 0,0-4-26 0,0 4 7 16,0 0-1-16,0 0 6 0,-7 15-19 16,7-2-8-16,-3-2 4 0,2 4-19 0,1 3-11 15,-3 4 3-15,3-2-24 0,0 2 14 0,-3 2 43 16,3 1-8-16,0 0 0 0,-3 0-12 16,3 0-14-16,0-4-4 0,0 4-16 0,0 0-13 15,3 0-38-15,-3-2-33 0,3 2-85 0,0-4-117 16,1-2-554-16,3-2 34 0,-3 0 77 0,2-5 64 15,-2-5 74-15</inkml:trace>
  <inkml:trace contextRef="#ctx0" brushRef="#br0" timeOffset="30277.52">21356 9522 826 0,'5'21'318'0,"1"2"-39"16,-2-4-13-16,2 2-20 0,1-1-29 0,0 4-20 16,-3 0-18-16,3-4-22 0,2 4-14 15,-5 1-10-15,3-7-15 0,0-1-8 0,-4-1-15 16,1 0-11-16,-1-1-2 0,3-5-5 0,-6-2 5 16,1 0-18-16,-1-3-5 0,0-5-16 0,0 0 11 15,0 0-18-15,-10-13 15 0,6-4-15 16,-3-1-8-16,-3-4 8 0,0-6-21 0,0-2 21 15,2 1-18-15,1-2 7 0,-2-4 14 0,5 10-6 16,1-1-7-16,0 0-16 0,-1 2 3 16,4 2 7-16,0 3 1 0,0-3 2 0,4 4 0 15,-1 0-13-15,0 3 10 0,4-2-22 0,-4 3 12 16,4 3-2-16,1 3-8 0,-2-2 10 16,1 2-5-16,-1 1-13 0,1 4 11 0,-3 0-6 15,3 1 11-15,-7 2-10 0,10 1 19 0,-10-1 19 16,10 7-25-16,-6-6 6 0,-4 6 19 0,0 0-20 15,0 3-9-15,0-3 9 0,-7 3 4 16,3-1 3-16,-2 4 0 0,-1-2-2 0,0 2 12 16,-4-1-23-16,1-4 0 0,1 6 6 0,-2-4-1 15,1 0 3-15,0-2-23 0,-1 0-10 0,4-1-19 16,1 1-1-16,-1-5-19 0,-1 4-46 16,2-5-72-16,3 2-84 0,2-3-130 0,1-1-405 15,0 0 33-15,0 0 88 0,0 0 71 0,21-7 64 16</inkml:trace>
  <inkml:trace contextRef="#ctx0" brushRef="#br0" timeOffset="30483.56">21842 9356 1034 0,'3'-5'355'15,"-3"5"-22"-15,4-4-18 0,3 0-31 16,-7 4-38-16,10-6-26 0,-6 4-18 0,6-1-12 15,0-3-21-15,0 5-26 0,5-5-2 0,1 5-13 16,2-5-34-16,-2 2-45 0,2 3-28 16,2-5-65-16,0 5-35 0,-2 0-190 0,-1-4-517 15,0 4 49-15,-4-1 76 0,-2-3 86 0,-1 2 47 16</inkml:trace>
  <inkml:trace contextRef="#ctx0" brushRef="#br0" timeOffset="30660.53">21986 9157 796 0,'-10'8'256'0,"10"-5"-8"15,0 5-25-15,3 2-8 0,0 4-23 0,1 1-29 16,-1 2-4-16,4 2-13 0,-1 5-10 16,2 0 53-16,-1-1-20 0,-1 2-21 0,1 0-32 15,4 2-34-15,-4-1-70 0,3 0-63 0,3-2-161 16,-2 1-495-16,2 1 14 0,1-8 76 15,-4-1 77-15</inkml:trace>
  <inkml:trace contextRef="#ctx0" brushRef="#br0" timeOffset="31043.68">22622 8972 883 0,'0'0'294'16,"0"0"-36"-16,0 0-7 0,10 21-20 0,-4-13-21 15,-2 9-8-15,-1 0-28 0,5-1-10 0,-2 8-26 16,1 0-8-16,-3-1-9 0,5-1-21 16,-4 3-1-16,1-1 4 0,1 1-29 0,0-2 0 0,-1 1-7 15,-1-3-36-15,1 0-21 0,0-3-56 16,-2 0-44-16,-1-5-102 0,1-1-141 0,-1-2-378 15,1-1 12-15,0-3 74 0,-4 0 60 0</inkml:trace>
  <inkml:trace contextRef="#ctx0" brushRef="#br0" timeOffset="31293.57">22614 9025 867 0,'0'-7'346'0,"0"1"-31"0,0 1-16 15,0-2-12-15,1 0-39 0,2 0-30 16,1-1-21-16,0-1-18 0,2 2-5 0,1-2-23 16,3 0-13-16,1 1-23 0,2-2 1 0,1 3-14 15,-1-1-12-15,2 0-1 0,1 4-12 16,2-2-10-16,-2-2-3 0,2 5-29 0,-2-3 9 16,2 4-29-16,-2-3-17 0,-1 4-29 0,1 1-36 15,-2 0-25-15,0 0-46 0,0 1-67 0,-4 4-64 16,0-4-109-16,0 2-362 0,-6 2 74 15,2 2 49-15,-6-3 67 0,3 3 79 0</inkml:trace>
  <inkml:trace contextRef="#ctx0" brushRef="#br0" timeOffset="31526.92">22693 9151 688 0,'0'0'218'0,"-3"7"-32"16,3-7-1-16,-3 4-24 0,3-4 11 0,0 0-4 15,3 6-19-15,-3-6-6 0,10 4-7 16,-10-4-6-16,14 0-14 0,-4 0 1 0,0-3-19 16,5 2 4-16,-2-1-33 0,7-3 18 0,-3 2-28 15,1-4-3-15,3 6 3 0,0-5-18 0,-2 3-2 16,-2-2-32-16,4 2-22 0,-4 1-49 16,-4-1-36-16,2 3-66 0,-5 0-108 0,-1 0-184 15,-2 3-221-15,-3-1 93 0,0 0 44 0</inkml:trace>
  <inkml:trace contextRef="#ctx0" brushRef="#br0" timeOffset="31727.02">22779 9336 668 0,'-3'4'215'16,"3"-4"7"-16,-4 4-2 0,4-4 39 0,-1 6-13 15,1-6-16-15,0 0-15 0,8 6-20 16,-1-5-11-16,-7-1-7 0,21-1-32 0,-5-2-9 15,2 1-13-15,1 1 0 0,3-5-8 0,2 3-33 16,3-3 2-16,-4 2 3 0,2-2-38 16,-1 0-52-16,3 3-68 0,-6-3-124 0,2-1-355 15,-2 4-215-15,-3-4 89 0,-2 0 79 0,2 2 57 16</inkml:trace>
  <inkml:trace contextRef="#ctx0" brushRef="#br0" timeOffset="32078.79">23299 9072 632 0,'3'9'256'0,"-3"1"-11"0,0 0-30 0,4 5-12 16,-1 0-14-16,3 1-35 0,-2-1-3 16,2 4-18-16,-1 0-8 0,2 0 47 0,-1-1-11 15,0-2-18-15,-2 0 1 0,4 0-24 16,-2-1-15-16,-2-4-8 0,-1 0-2 0,0 0-6 15,1-1 4-15,-4-3-11 0,3-1-75 0,0-2 6 16,-3 1 7-16,0-5-20 0,0 0 3 16,0 0 5-16,0 0-6 0,0 0 9 0,-16-22-11 15,12 12 15-15,-2-5-15 0,-2 0 20 0,1-5-2 16,-2-1 0-16,2 0 0 0,2-2 0 16,-1-2 8-16,2 6-3 0,1-5-11 0,0 5 6 15,3-1-5-15,-3 2 5 0,3 1 3 0,3-1-9 16,-3 4 6-16,3 2-10 0,0-2 2 0,-2 3 6 15,5-2-1-15,2 2-20 0,-2 3-5 0,1 1-34 16,0-3-43-16,2 5-61 0,2 2-119 16,-1 2-483-16,0-4 44 0,1 5 40 0,-1-1 62 15,-3 1 69-15</inkml:trace>
  <inkml:trace contextRef="#ctx0" brushRef="#br0" timeOffset="32476.82">23682 9194 870 0,'3'17'261'0,"0"-2"-31"0,1 2-7 0,-1-7-34 16,4 3-9-16,-4-3-35 0,1 1 4 0,-1 2-19 15,1-2-7-15,-1 2 54 0,0-4-26 16,1 1-5-16,0-3-13 0,-1 1-13 0,-3-1-7 15,3-4-31-15,-1 4 7 0,-2-7 11 0,0 0-20 16,0 0-1-16,0 0-18 0,0 0-4 0,0 0 7 16,-22-15 15-16,15 5-20 0,0-4 2 15,0 2-9-15,0-5-12 0,-3-3 14 0,4 1-13 16,-2 1-2-16,4-1-1 0,-2-1-5 16,0 3 1-16,6-1-9 0,-4 3 11 0,4-2-16 0,-3 5 3 15,3-2 3-15,3-1-11 0,0 2 11 16,1-2-13-16,2 0 12 0,1 2-9 15,4-1-1-15,-1 0-2 0,3 3-16 0,1-3-12 0,0 5-34 16,3-2-17-16,-4 2-39 0,2 2-8 16,1 0-35-16,-2 5-47 0,-1-4-81 0,1 6-90 15,-3-3-379-15,-1 3 26 0,4 1 76 0,-4-1 54 16,1 2 62-16</inkml:trace>
  <inkml:trace contextRef="#ctx0" brushRef="#br0" timeOffset="33125.83">23996 8990 739 0,'0'7'236'15,"0"-1"7"-15,0 3-8 0,0 4-17 16,0-1-8-16,0 2-18 0,3 3-18 0,-3-4-8 16,3 3-12-16,0 2-82 0,-1-2-11 15,4 0-12-15,-2-1-16 0,2-1 18 0,-2 3-15 16,5-3 10-16,-1-3-8 0,-1 4 8 0,2-5-7 16,-2 0-8-16,4-1-3 0,-4-2-5 0,1 0 2 15,-3-1 11-15,3-3 56 0,-2-2-10 0,-6-1 13 16,0 0-8-16,13-4-23 0,-12-2 8 15,-1-1-6-15,-1-2 11 0,-2-1-5 0,0-5-13 16,-1-1 17-16,-5 0-4 0,1-2-3 16,4-1 3-16,-5 0-16 0,2-2 3 0,1 6-5 15,-2-2 7-15,4 1-5 0,-2 3-12 0,2-2-3 16,1 1-3-16,0 3 3 0,3-3-15 16,0 3 10-16,5 1-18 0,-3-2 10 0,4 2-15 15,-2 2 7-15,6 1-12 0,-3 3 7 0,3-2 0 16,4 6-2-16,-4-2-5 0,3 2 2 0,1 2-10 15,0 2 21-15,3 0-19 0,-3 3-71 16,6 3 10-16,-3 0 8 0,1 5 2 0,2-2 14 16,-6-1-9-16,3 5 16 0,-3-2 2 0,0 1 1 15,-1-1-6-15,-3-3 11 0,-2 2-11 0,3-3 21 16,-6-1-13-16,-2 2-1 0,1-2 17 16,-1-2-6-16,1 0 0 0,0-2 8 0,-4-2-3 15,0 3 3-15,0-7 8 0,0 7 5 0,0-7-8 16,0 0-3-16,0 0 6 0,0 0 2 15,-11-15 7-15,7 5-9 0,1-4-13 0,0-2 17 16,1-1-12-16,0-4 16 0,-1-2-6 0,3 0-5 16,-3 3 2-16,6-1-12 0,-3 2 23 0,5-3-16 15,-4 4-7-15,3 2 15 0,-1 0-5 0,1 3 5 16,3-2-18-16,-4 2-22 0,1 3-4 16,2 2-32-16,-2-1 7 0,5 5-31 0,-1 0-18 15,-4 1-28-15,5-1-7 0,-2 1 5 16,4 3 17-16,-4-1 1 0,3 0 15 0,0 1 33 15,-3-3 18-15,0 1 21 0,-7 2 20 0,17 0 28 16,-17 0 26-16,13 0 15 0,-13 0 13 0,10 0-8 16,-10 0 1-16,11-1-1 0,-11 1 10 0,7 0-30 15,-7 0 3-15,0 0-11 0,7-1-43 16,-7 1-60-16,0 0-65 0,6 1-262 0,-6-1-320 16,-6 7 49-16,6-7 58 0,-10 3 68 15</inkml:trace>
  <inkml:trace contextRef="#ctx0" brushRef="#br0" timeOffset="35876.44">3072 7117 749 0,'-3'-6'318'0,"2"4"-44"16,1 2-21-16,-3-9-33 0,3 9-28 0,0 0-7 15,0 0-22-15,0 0-12 0,0 0-12 16,0 0-22-16,7 25-60 0,0-9-14 0,2 2-9 15,2 1 1-15,-1 3-1 0,3 4-9 0,-2-1-7 16,2 2 5-16,-1-2 8 0,1 1 2 0,-1 2-17 16,3-2 12-16,-2-1-10 0,1 2 2 15,-4-1-17-15,3-2-24 0,-2-1-22 0,-1-3-50 16,-3-2-58-16,1 1-112 0,-2-5-431 0,-2 0 49 16,2 0 69-16,-6-5 57 0</inkml:trace>
  <inkml:trace contextRef="#ctx0" brushRef="#br0" timeOffset="36276.33">3014 7100 747 0,'0'0'246'0,"0"0"-16"16,2 16-12-16,2-7-34 0,-1 2-23 0,-2 3-7 15,5 2-16-15,-3 0-13 0,2 2-20 0,1-1-5 16,-3 1 5-16,4 0-26 0,-4 0-2 0,0-3 0 16,2 3-13-16,-2-3-3 0,-2 2-22 15,2-3-3-15,0-3 12 0,0-1 4 0,-3 1-4 16,1-3-7-16,-1-4-5 0,0 3 2 16,0-7-7-16,-1 6 7 0,1-6-4 0,0 0-9 15,0 0 1-15,-18-16 0 0,15 7 7 0,-4-6-90 16,1-2 17-16,-1-4-1 0,0 0 10 0,0-2-5 15,4-2 3-15,-3 1 20 0,5 3-8 16,-2-3 29-16,3 2-18 0,0 3 20 16,0 1-2-16,3 1 7 0,-2-2-12 0,5 2-1 0,-3 5-12 15,4-2 8-15,1 3 4 0,2 3 1 16,0 2 2-16,4 3 2 0,-1 3-4 0,4 0-3 16,0 1 3-16,1 7 7 0,5-1-36 15,0 2-53-15,2 2-49 0,-1 6-233 0,1-2-356 16,1 3 88-16,-2-1 50 0,-7-2 59 0</inkml:trace>
  <inkml:trace contextRef="#ctx0" brushRef="#br0" timeOffset="37125.75">1257 6984 947 0,'3'7'294'16,"3"2"-36"-16,-2 6-9 0,2-2-44 0,5 8-6 15,-4-3-25-15,6 1-92 0,-5 2 5 0,2 0-15 16,0 1-13-16,1-3 0 0,-1 3-3 16,-1-4-7-16,-1-2-8 0,1 1-13 0,-2-5 10 15,0 1-2-15,-4-2-3 0,2 1-15 16,1-3 5-16,-3-4 8 0,0 2-6 0,1-2 1 15,-4-5 7-15,0 0 1 0,0 0-14 0,0 0 3 16,0 0-13-16,-10-23-5 0,0 12 16 16,6-4-11-16,-6-8 0 0,0 3-4 0,-1-11 6 15,-2 3 9-15,-4-13-11 0,3-1 8 16,0 6-10-16,4 7-3 0,3-2 5 0,0 10 0 16,0-2 0-16,4 6-7 0,-3-1-3 0,5 3-5 15,-2 1 7-15,3 3-2 0,0 4 11 0,4 0-1 16,2 4-2-16,1 1 7 0,3 2-10 15,-10 0 0-15,22 5-15 0,-7 3 10 0,3-1 5 16,-1 4 5-16,3 2-12 0,-2-1-1 0,6 3-2 16,-1 2 10-16,-1 0-7 0,0-1 7 15,-1 1-5-15,0 1-54 0,-5-1-28 0,2 2-56 0,-4-2-118 16,0 0-259-16,-1-1-181 0,-6-3 77 16,1-1 56-16,-2-2 69 0</inkml:trace>
  <inkml:trace contextRef="#ctx0" brushRef="#br0" timeOffset="37742.35">1368 7129 749 0,'-9'-3'285'0,"9"3"-27"0,-7-2-17 16,7 2-39-16,-4-5-28 0,4 5-23 15,-3-3-13-15,3 3-5 0,0 0-15 0,7-7-8 16,-4 1-18-16,4 2-2 0,3-3-8 0,0-1-8 16,4 0-5-16,0-1-2 0,3-4 2 0,3 2-10 15,4-4-18-15,1-2-13 0,-2 0 10 16,4 1-10-16,-3-1 3 0,1 0-8 0,-1 1 5 16,-1 3-12-16,-2-1 4 0,-4 4 6 0,-4 1-11 15,1 0 0-15,-3 2 8 0,-1 0 6 16,-3 1 1-16,3 3-1 0,-6-3-6 0,-1 4-3 15,-3 2-12-15,6-1 15 0,-6 1-8 16,0 0-10-16,0 0 13 0,-3 12-10 0,-3-4 5 16,2 0-6-16,1 2 6 0,-4 3-10 0,3-2 7 15,0 3-2-15,1 3-1 0,3-7 1 0,-3 5-6 16,3 0 1-16,0-4-6 0,3 3 9 16,0-2-4-16,1 1 1 0,3-2-3 0,3-2 7 15,4 0-12-15,0-1 3 0,3-2-9 0,3-5-12 16,2 0-12-16,1-1-9 0,1-2-20 15,3 0-10-15,-2-4-39 0,-1-2 3 0,-1-1-15 16,0 1-13-16,-2-5-29 0,-4 1-2 16,-2-4 11-16,-2 1 1 0,-2-4 14 0,-2 1 5 15,-6-6 20-15,1 5 18 0,-7-3 13 0,0-3 13 16,-1 2 38-16,-2-2 72 0,-2 4 7 0,1-2 29 16,-2 4 13-16,2 2 17 0,2 1 18 0,-2 2-4 15,1 0-1-15,3 6-26 0,-3-2-2 16,2 6-7-16,0 0-19 0,4 4-5 0,0 0 8 15,0 0 6-15,0 0 9 0,0 18-31 16,7-7-9-16,-3 3-1 0,2 5 6 0,4 0-13 16,1 0 9-16,-1 4-9 0,3 2-3 0,1 2-5 15,-1-2-12-15,2 4-40 0,1-2-47 0,-1 0-68 16,1-2-168-16,-1 0-428 0,1 0 90 16,-2-4 77-16,-7-7 40 0</inkml:trace>
  <inkml:trace contextRef="#ctx0" brushRef="#br0" timeOffset="38809.08">1984 6934 1041 0,'-3'-8'343'0,"2"1"-33"16,1-1-31-16,1 0-31 0,2-1-25 0,1-1-31 15,3-3-10-15,2 1-18 0,1-4-16 16,5 2-12-16,-2 1-19 0,2-3-1 0,1 0-86 16,-2 1-7-16,-1 5-7 0,1 1 7 0,-1-5 0 15,2 6-18-15,-2 1-5 0,-3 1 5 0,4 0-2 16,-4 1-1-16,0 4-4 0,1-1-1 16,-4 2 0-16,3 2 6 0,1 2-11 0,-2 0 8 15,1 3 5-15,1 3-15 0,-1-2 3 0,-3 6 22 16,4-4-7-16,-1 5-1 0,-1-4 1 15,2 3 0-15,-1-3-3 0,0 3-5 0,-3-3-3 16,4 1-2-16,-1-1-23 0,-4-4 2 0,5 2-4 16,-4-5 4-16,0 2-5 0,0-1 6 0,3-3 2 15,-3-2 7-15,-1 0 9 0,-6 0-4 16,14-6 6-16,-7 2-13 0,0-5 8 0,-1-3 5 16,-5 2-3-16,5-5-5 0,-2-2 19 15,-3 1-19-15,1-2 15 0,-2 0-2 0,0 4 3 16,0-3 5-16,0 6-3 0,1-3 15 0,-2 4-4 15,2 0 14-15,-2 1-25 0,1 2 1 16,1 0-1-16,-1 2-3 0,0 5-4 0,0 0-3 16,0 0 30-16,0 0-10 0,0 0-15 0,13 12 13 15,-9-3-13-15,2-2-7 0,1 2 14 0,-3 1 4 16,3-1 1-16,2 4-14 0,2-3 12 16,-4 1-5-16,3 2 5 0,-1-4-5 15,2 0-5-15,0-1 0 0,3 0-2 0,2-1 12 16,2-3-18-16,-2 2 3 0,-1-6-7 0,4 0 4 15,2 0-7-15,0-6 2 0,-1 4 36 0,4-6-46 16,-3 0 10-16,0 0-5 0,-5-2 5 0,2-4 6 16,-2 1-6-16,-1-1 0 0,-2-3-8 0,-3 0 14 15,-2-1-16-15,-2 2 7 0,0 0-2 16,-2 0 11-16,-1 1 17 0,-3 3-2 0,0-1 15 16,-3 3-13-16,3 1 10 0,-4 0-17 15,1 2 7-15,-3 1 0 0,-1 3 1 0,-3 3-1 16,10 0-5-16,-20 4 13 0,9 1-10 0,4 2 17 15,-3-2-22-15,-1 3 10 0,4-1-3 16,1 1-13-16,-1 1 3 0,0-1-2 0,3-1 4 16,1 0-7-16,3 0 10 0,0-3-5 0,0 2-2 15,3 0-1-15,-2-3 1 0,6 0-6 16,-4 2-10-16,-3-5 15 0,13 1 1 0,-6 0 2 16,-1-1-13-16,-6 0 8 0,15 2 5 0,-9 1-5 15,-6-3 5-15,10 1 5 0,-2-1-13 16,-8 0-2-16,13 1 13 0,-9 0-6 0,6 1 3 15,-3 0 0-15,-1 0-8 0,2-1 6 0,2 1-1 16,-10-2-2-16,17 0-8 0,-8 0 8 16,3 0 13-16,1-2 0 0,1 1-8 0,-4-3 2 15,3 0-2-15,1-2-8 0,-4 4 11 0,2-7 2 16,1 2-7-16,-1-1 9 0,-1-1 9 16,-1-1-21-16,-2-2 5 0,2 0-16 0,-4 2 32 15,1-5-6-15,-4-1-10 0,1 1 2 0,-4-3 1 16,0 1 5-16,-3 0-11 0,0-4 3 15,-1-1 18-15,-2-2-18 0,-1 1 2 0,-1 2 11 16,-1 1 15-16,2 3-15 0,0 2 15 0,0 3-5 16,3-1-10-16,-2 3 5 0,2 6-13 0,1 0 13 15,3 4-5-15,0 0 7 0,0 0-12 16,-7 15 0-16,7-1 25 0,1 2-18 0,2 3-4 16,3 2 7-16,1 4-11 0,2 4 16 15,3 4-15-15,1-5 5 0,-2 4-3 0,8 8-2 16,2-4-3-16,1 4-5 0,0-5-36 0,3 4-31 15,2-5-86-15,-6 1-195 0,2-1-430 0,-2-5 89 16,-6-8 64-16,-3-3 50 0,-2-3 65 16</inkml:trace>
  <inkml:trace contextRef="#ctx0" brushRef="#br0" timeOffset="40958.46">8814 9747 678 0,'0'0'263'16,"0"0"-42"-16,0 0-17 0,0 0-17 0,0 0-18 15,0 0-13-15,0 0-10 0,0 0-20 0,0 0 7 16,0 0-26-16,0 0 8 0,0 0-20 16,25-4-3-16,-15 2 13 0,4-3-23 0,-1 4 5 15,4-2-15-15,0-3 2 0,4 6 0 0,-1-4-10 16,0 0-10-16,1 2 10 0,0-1-18 15,-1-2 3-15,4 4 69 0,3-3-11 0,1 2-23 16,-1 1 6-16,4-2-13 0,-3-1-8 16,2 4-5-16,1-2-15 0,0-1-1 0,3 0-12 15,0 1-3-15,0 1 8 0,4-3-15 0,6 2 17 16,-3 0-20-16,0-4 11 0,-2 6 4 0,4-5-10 16,-5 0-7-16,2 4 7 0,2-5-28 0,-4 4 26 15,2-4-14-15,-2 4 6 0,-3-3-2 16,-1 2-70-16,-3 1 21 0,2-3-6 0,-1 4 6 15,1-5-6-15,1 5 6 0,4-4 20 0,-7 2-5 16,10-1 1-16,-3-1 4 0,-1 3 5 16,5-4 8-16,-2 3-8 0,-2-4 1 0,3 2-4 15,0 3 11-15,0-5-7 0,-1 6 7 0,-1-6 5 16,-1 3 0-16,2-2 0 0,-3 4-7 16,2-4 12-16,-2 3-13 0,0-4 11 0,1 0 7 15,-1 6-27-15,2-6 88 0,1 1-17 0,-2 2 3 16,4-3-1-16,1 5-10 0,-2-4-7 0,14-2 20 15,3 1-18-15,0 3 2 0,-10-2-12 0,-3 4-10 16,-1-3-8-16,1 2 15 0,13-4-7 16,-11 6-3-16,-5-2 0 0,-4-1-13 0,2 4 3 15,-2-2 0-15,3-2-8 0,-7 4-3 0,0-1 1 16,-3 1-11-16,3-1 0 0,-3 1 14 16,0 0 9-16,-1 0-15 0,-5 0 15 0,2 1 8 15,-4-1-25-15,-2 0 20 0,3 0-3 0,-10 0-5 16,3 0-2-16,-1 0-8 0,-4 1 15 0,1-1-17 15,-2 0 4-15,-2 0-9 0,-9 0-9 16,14 3-32-16,-11-2-44 0,-3-1-47 0,0 0-129 16,-3 3-618-16,3-3 41 0,-14 6 126 0,1-6 56 15,-1-1 61-15,-7-4 67 0</inkml:trace>
  <inkml:trace contextRef="#ctx0" brushRef="#br0" timeOffset="47058.15">4473 7608 432 0,'0'0'161'0,"0"0"-20"0,0 0-8 15,0 0-10-15,0 0 0 0,0 0-21 0,0 0-9 16,0 0-17-16,0 0 4 0,0 0-1 0,-4 10-10 16,1-3 5-16,3 0-15 0,0 2 8 0,0 1-34 15,0 0 13-15,3 5 5 0,-3 2-5 16,3-2 11-16,1 3 48 0,-1 0 0 0,-2 3-18 15,6 0 0-15,-4 3-3 0,4-1-10 0,-4 2-15 16,4-1-2-16,0 0-11 0,0-2 7 16,-1 3-9-16,1-2-8 0,0 8 0 0,4-7 2 15,-4 3-2-15,2 0-8 0,-1 3 5 0,2-2 3 16,-3-2-10-16,2 5-14 0,2-5 22 16,-1 1-21-16,-3-4 10 0,1 2-8 0,1 0 8 15,-2-1-13-15,3-3-5 0,-2 1 21 0,1 0-6 16,-2-4-2-16,0 0-5 0,3 2 25 15,-3-4-12-15,3 3-64 0,-2-4-6 0,1 4 13 16,1-2-4-16,1 0 4 0,0 2-10 0,1-4 13 16,0 2 18-16,4 1 63 0,-2-3 4 15,-3 2-6-15,6-5-8 0,-1 2-4 0,-2 3-11 16,0-7-3-16,3 2-1 0,0-2 4 0,0 1-8 16,0 0 8-16,0-2-12 0,0-3 2 15,1 1-6-15,2 0 1 0,-3 0 0 0,4 1-3 16,-4-2 13-16,7-2-10 0,3 2 2 0,-3-2-4 15,3 1-6-15,1-3 5 0,-2 5-5 0,2-6 5 16,0 1 1-16,2 3-9 0,1-2 11 0,-1 2 5 16,1-3 0-16,-3-1-16 0,2 4 6 15,-2-4 0-15,-3-1 5 0,5 1-13 0,-5-1 10 16,1-1-15-16,4 1 5 0,-2 0 7 16,0-3-4-16,2-1 7 0,-2 4-10 0,2-6 8 15,1 2-8-15,0 2 7 0,0-3-4 0,6 1 7 16,1-2 1-16,0 0 1 0,-1 2-4 15,-2-2-8-15,5 0 8 0,-2 3-3 0,-3-2 5 16,2 2-5-16,0-4 3 0,0 6-11 0,2-5 8 16,-2 5 6-16,1-6-9 0,-1 3-2 0,2-2 10 15,1 2-12-15,1-2-65 0,-3-2-2 16,6 1 13-16,11-1 17 0,-1-2-4 0,-9 3 5 16,-4 0 4-16,1 3 11 0,12-5-7 0,1 0 1 15,-8 2 11-15,-6 0-7 0,-4 0 10 0,1 0 4 16,0 4-7-16,-4-5 0 0,-3 3 1 15,-3 2 11-15,2-4 1 0,-3 1-2 0,0 2 12 16,1-3-16-16,-1 3-1 0,1 0 22 16,-1-4-20-16,1 4 5 0,-1-2-1 0,1-1 6 15,2 4 3-15,4-5-8 0,0 1 2 0,0 0 11 16,1 0-8-16,-1 2 5 0,3-1-10 0,-2-1 18 16,2 0-11-16,1 2 11 0,-4-1-8 0,3-1-5 15,-6 4-2-15,0-4 4 0,3 0 3 0,-6 5 1 16,5-4-14-16,-2 3 16 0,0-4 7 15,0 2-25-15,0 2 17 0,0-3-12 0,2 5 10 16,-2-5-7-16,0 2-8 0,0 2 25 16,-1-3-30-16,1 0 9 0,-3 2 9 0,2 0-8 15,-2-2 5-15,3 2-10 0,-4-3 12 0,1 4-2 16,2-4 10-16,-2 3-12 0,-1-2-1 16,1 1-2-16,-1-1 10 0,-3 0-12 0,6 2 19 15,-5-3-9-15,2 2 2 0,-6 2-2 0,2-3-8 16,4 4-1-16,-3-3 9 0,-3 1 2 0,3 3-5 15,-3-2 3-15,2 1-1 0,-1-3-15 16,1 4 13-16,1-1-7 0,-3-1 4 0,2 2 8 16,-2 0 0-16,0-1-15 0,2 1 13 0,-3 1-8 15,4-1-1-15,-3 0-1 0,0 0 22 0,-1 2-25 16,4-2 28-16,-3 1-26 0,2 0 3 16,-2-1 13-16,3 3-16 0,-3-2 11 0,2-1-1 15,1 0 1-15,0 0 10 0,0 2-13 0,0-2-6 16,0 0 12-16,0 0-9 0,0 0 21 15,-1 0-5-15,1 0 2 0,1 0-23 0,-4 0 11 16,3 1-11-16,-5 1 13 0,2 2-5 0,-1-4-10 16,1 1 5-16,-4 1 2 0,0 2-14 0,1-3 14 15,-5 2-12-15,4-2 17 0,-3 3-2 16,3-2 0-16,-4-1-2 0,2 4-6 0,-2-3 10 16,1 0-4-16,3 3 2 0,-3-2 10 0,-1 2-25 15,0-3 20-15,-1 4-13 0,4-4 8 0,-2 3 0 16,-1-3-5-16,-2 1 13 0,2 1-11 15,-2-1-4-15,2 0 9 0,-2 1-10 0,0-3 11 16,2 4-3-16,-3-3 3 0,4-2-9 16,-1 3 1-16,1 1 0 0,-1-3 15 0,-2 1 6 15,3-2-19-15,2 1 11 0,-2 4-16 0,0-5 11 0,0 1 7 16,2 0-7-16,-1-1-1 0,-2 2 3 16,4 2-7-16,-3-3 2 0,3-1 2 0,-4 2 3 15,2-1-10-15,1 0 3 0,-1 2 20 16,1-3-13-16,1 0-18 0,-3 1 16 0,0-1 2 15,2 0-5-15,-1 2-8 0,-2-2 16 16,4 0-13-16,-3 0 12 0,-1 0 3 0,1 0-12 16,-1 0 2-16,-1 0-13 0,1-2 13 0,1 2 0 15,-1 0-2-15,-3 0 2 0,1 0 5 0,-1 2-5 16,0-2-3-16,1 0 18 0,-2 0-9 16,1 0-12-16,-2 0-1 0,2 0 7 0,0 0-10 15,-3 0 12-15,3 0 1 0,0 1 4 0,-10-1-9 16,18 2-1-16,-8 1 3 0,-3-2-10 0,4-1 5 15,-1 1 10-15,2 4 0 0,-1-3-5 0,-4-2-2 16,3 3 12-16,-3-2-15 0,4 3 2 16,-2-2 6-16,-2-2-19 0,4 3 21 0,-4 1-7 15,2-4-6-15,-2 1 13 0,1 1-7 0,2 2 2 16,-4-3-8-16,1 1 13 0,4-1 3 16,-4-1 2-16,2 1-2 0,2 2-6 0,-4-2-2 15,0-1 5-15,2 2-7 0,-1-2 4 0,-8 0-9 16,14 0-1-16,-5 0 3 0,-1 1 5 0,-8-1 10 15,10 0-10-15,-10 0 0 0,10 0 8 16,-10 0-3-16,10 0-5 0,-10 0-3 0,10-1 6 16,-10 1 7-16,7-2-12 0,-7 2 9 0,11-5-9 15,-11 5 4-15,7-3-2 0,-1 2-5 0,-3-3 5 16,4 2 0-16,-7 2-2 0,8-5 4 16,-2 2-4-16,1 1 9 0,-4-3 4 0,4 2-11 15,0-2-6-15,-3 2 19 0,2-1-5 16,-2 1 2-16,-1-3 3 0,1 2 7 0,2-1-2 15,-2 2 0-15,0-4-5 0,-1 1 0 0,0 1-11 16,1-1 19-16,-1-1-11 0,3 4 0 0,-5-5-2 16,6 3 18-16,-4-2-16 0,-2 2 5 15,5-3-7-15,-3 1 5 0,1 2-6 0,-4-1-1 0,3-1 9 16,3-1-2-16,-6 1-3 0,5 0 5 16,-5-3-2-16,3 3-8 0,-3-1 0 0,3-2 13 15,-3 2-10-15,0-3 0 0,-3 0 2 16,3 1-2-16,0-1-3 0,0-2 0 0,0 2 10 15,0 1-20-15,0-3 8 0,-3 3-3 16,3-2 5-16,0-1-3 0,0 3 1 0,0 1 10 16,-4-4-16-16,4 3 16 0,0 2-8 0,0 0-5 15,-1-2-10-15,1 3 12 0,0-4-2 0,-3 3-7 16,3-5 9-16,-3 3-9 0,3 2 7 16,-3-3 10-16,3 0-10 0,-3 0 5 0,2 1-8 15,1-4 11-15,-3 4-16 0,3 2 11 16,0-7-3-16,0 5-5 0,0-2 10 0,0-1 0 0,0 3-2 15,0-4-11-15,-3 3 16 0,3 2-11 0,0-4 11 16,0 3 2-16,-3 0-2 0,3-3-6 16,-1 3-2-16,1-2 0 0,-3-1 0 0,3 1 5 15,-4-1 0-15,1 2-7 0,2-3 10 0,1 3 4 16,-3-3-7-16,0 3-7 0,3-3 10 16,-4 4-8-16,4-4 2 0,-3 3 6 0,0 2 2 15,3-4-5-15,-3 3-2 0,0 0 4 0,2 0-9 16,-3-2 9-16,1 4-14 0,-1 0 7 0,1-2 13 15,0 3-8-15,-1-1 0 0,1 1-3 16,0 1-7-16,-1-1 21 0,0 2-11 0,1 1 0 16,0-3 0-16,-1 1-8 0,-2 3 1 0,2-2 4 15,1 2-2-15,-4-3 8 0,0 4 2 16,1-4-17-16,2 5 9 0,-3-1 6 0,-3-2-6 16,3 3 4-16,-3 1-17 0,-1-3 9 0,1 3 7 15,0 0-10-15,-1-1 5 0,1 1 7 16,0-3-9-16,-1 3-1 0,1 0 16 0,-3 0-10 15,2 0-8-15,-2 0 12 0,-1 0-14 0,1 3 1 16,0-3 4-16,1 1-6 0,-4-1 8 0,2 1-13 16,-3 1 21-16,0-2-13 0,3 1-5 15,-7 3 7-15,1-4 1 0,3 2-14 0,-4-1 14 16,0-1-16-16,-2 5 2 0,2-4 24 0,-2-1-5 16,2 2-1-16,-2 0-2 0,1 2-10 0,-1-4 7 15,3 3 34-15,-1-3-28 0,-3 4-6 16,4-3 1-16,-4 1-6 0,3-1 8 0,0 4 2 15,-2-4-4-15,-1 1-6 0,3 3 8 0,-2-3-2 16,-2 1-3-16,4 1-1 0,-6-1 4 16,0 3 4-16,2-4 6 0,2 3-23 0,-4-1 15 15,0 0 2-15,2-1 1 0,-2 2 7 0,0-3-15 16,-1 2-5-16,1 0 5 0,-3-1 2 16,-1 2 13-16,3-2-7 0,-6 2-13 0,1-3 5 15,0 4 5-15,-1-5 7 0,4 2-4 0,-4 2-3 16,0-3 0-16,-1 3 2 0,1-2-2 15,-3 0-2-15,6 1 2 0,-3-3-10 0,0 1 10 0,3 2 10 16,-4-3-13-16,1 1 11 0,-3 3-13 16,3-2 0-16,-1-3 17 0,1 3-19 0,-3 1 7 15,-4-1 5-15,3 0-8 0,-3-1 16 16,0 1-10-16,3 2-8 0,1-3 5 0,-1 1-3 16,4 1 6-16,0-3-1 0,2 1 3 0,-1 2-10 15,2-3 13-15,0 1 2 0,-3-1-23 0,0 3 13 16,-4-1 3-16,-2 0-1 0,1 1-17 15,-1-1 12-15,-1 2 3 0,-1-2 6 0,2 2-6 16,-1-2 5-16,-1 3-5 0,-2-3-5 0,0 2-1 16,0-2 4-16,2 4 10 0,-2-4-3 0,3 1-10 15,-4-1 7-15,4 0 13 0,1-1-12 16,2 1 0-16,3 1-9 0,1-3 1 0,3 1 13 16,0-2-18-16,1 3 10 0,2 1-5 0,-2-4 10 15,6 3-13-15,0-3 6 0,0 3 4 16,0-2 6-16,1 0-3 0,2-1-18 0,-3 0 11 15,0 0 4-15,4 2-2 0,-4-2 10 0,0 0-2 16,2-2-8-16,-1 4-13 0,-4-2 16 0,3 0-11 16,-1 0 6-16,-2-2-4 0,0 2 1 15,3 0 5-15,-6 0-2 0,2-1-6 0,-2 0 0 16,-1-2 11-16,3 3-13 0,-2 0 5 0,2-2 12 16,-2 1-12-16,2 1-8 0,-3-1 13 0,1-2-7 15,2 1 14-15,0 1-9 0,-2 1-8 16,2-2-11-16,-3 2-4 0,2-5 9 0,-3 5 3 15,5-1 8-15,-3-1-10 0,-1 2 7 0,3-1 1 16,-5 1-14-16,1 0 6 0,-1-1-3 16,2 2 10-16,-4 0 0 0,1-1 6 0,-4 3-6 15,-2 1 11-15,2-1 4 0,-3-3-14 0,3 3-1 16,-2 1 0-16,8-3 8 0,-1 1-5 16,2 1 3-16,0-2-6 0,1 0 0 0,5 1 3 15,-5-2 10-15,8 1-12 0,-2-1 4 0,1 0 8 16,-1 0-12-16,3 0 7 0,0 0 2 0,1 0-2 15,-3-1-8-15,5 1 24 0,-2-2-16 16,-1 2-10-16,0-2 7 0,1-1-10 0,-1 3 13 16,1-3-2-16,0 2-4 0,-1-4 1 0,0 4 5 15,1 1 0-15,0-3 0 0,-2-1-7 0,3 3-6 16,-5-1 13-16,3 1 13 0,-2-3-18 16,2 2 5-16,0 1-6 0,-3-3-4 0,4 1 23 15,-1 3-13-15,-3 0 3 0,4-2-3 0,-1 1-11 16,1-3 9-16,6 4-3 0,-6 0 5 15,3 0-5-15,0 0 7 0,3-1-2 0,0 1-10 16,-3-2 2-16,3 2 16 0,1 0-13 0,-2-1 15 16,3-3-13-16,1 4-2 0,-2-2 13 0,2 1-11 15,1 0 19-15,3-2-16 0,-3 1-10 16,3 1 10-16,-4 1 5 0,4-2-10 0,-2 1-1 16,2-3 6-16,-3 4 0 0,3-1 3 0,0-1-3 15,-4 1-3-15,4 0 1 0,-5-2 4 16,4 3-7-16,-3-3 10 0,2 2-7 0,-1-4 7 15,-1 4-8-15,4 1 32 0,-2-3-35 0,1-1 12 16,-2 1-4-16,0 2 3 0,-1-3-2 16,1 1-3-16,0-1-8 0,0 1 21 0,2 0-5 15,2-2-1-15,-1 2 11 0,-3-1-13 0,6 1-5 16,-3-3 8-16,1 5-3 0,0-6 0 0,2 4 16 16,-3-2-21-16,3 2 13 0,-3-1-16 15,4 1 6-15,-3-4-3 0,2 4 7 0,-3-2 1 16,3 3-11-16,-2-3 1 0,2 2-1 0,-2 1 3 15,2-3 10-15,-3 2-10 0,1-1 0 16,2 3 6-16,-2-2-1 0,2-1 7 0,-3 2-12 16,3 0-5-16,-2 2 8 0,2-2-11 0,-3-2 21 15,1 3-18-15,-1-1 10 0,7 2-18 0,-11-1 16 16,5-2-1-16,2 2-7 0,-3 1 13 16,7 0-11-16,-13 0 1 0,6 0 2 0,7 0-5 15,-14 0-6-15,4 0 11 0,3 1 3 0,0 2-6 16,0-2-17-16,0-1-11 0,-2 3-35 0,5-3-65 15,-4 5-38-15,2-4-130 0,0 0-428 16,5 2 28-16,1-3 87 0,0 0 57 0</inkml:trace>
  <inkml:trace contextRef="#ctx0" brushRef="#br0" timeOffset="47791.06">5478 7034 701 0,'6'20'310'0,"-2"-9"-37"0,-1-1-32 0,5 1-11 16,-1 6-38-16,2-3-82 0,1 3-20 0,1 0-16 16,-1 0 3-16,4 1-5 0,-4 0-8 0,3-1-3 15,-1 2-15-15,-3-6-2 0,1 1-8 16,1-2-1-16,-4 1 6 0,3-2-25 0,-4-3 14 16,-1 0 11-16,1 1-7 0,-2-2 9 0,-1-1-9 15,0-3-4-15,0 2-9 0,-3-5 9 16,0 0-9-16,0 0-1 0,0 0 6 0,0 0-6 15,-16-17-2-15,5 6 3 0,1 0 4 0,-3-6 9 16,-4 0-14-16,3-5-7 0,-6 1 5 0,2-3 25 16,1-3-17-16,-7-9-8 0,3 0 0 15,1 0-5-15,3 4 2 0,4 1-5 0,2 4 13 16,-2-4-2-16,6 3-8 0,-1 4 10 16,5 1-23-16,-1 4 23 0,4-4-16 0,0 6-2 15,1 1-2-15,5 3-6 0,-5-1 9 0,9 4 9 16,-3 1-20-16,0 2 5 0,3 0-3 15,1 5 6-15,-1 2-6 0,4 1 13 0,-2 3-12 16,3 3 7-16,-2 1 26 0,-3 6-26 0,4 2 8 16,-4 0-6-16,-3 2 16 0,0 1-25 0,-3 4 10 15,-1-4 2-15,-3 4 0 0,0-4 10 16,-3 4-14-16,-1 1-6 0,0 1 0 16,-3 0 2-16,1-1-7 0,-1-2-26 0,1-1-5 0,1 3-53 15,-1-5-44-15,2-1-75 0,-2-4-193 16,6 1-332-16,0-5 81 0,0-2 81 0,0-4 36 15</inkml:trace>
  <inkml:trace contextRef="#ctx0" brushRef="#br0" timeOffset="48108.66">5796 7129 719 0,'14'13'174'0,"-4"-2"-31"0,0 2-2 0,1-4-18 15,-2 2-8-15,1-1 0 0,1 3-23 16,-4-3-5-16,3 3-7 0,-4-3-6 0,2-1-2 16,-1 0-16-16,-1-1 5 0,-2 0-2 0,-1-1-2 15,1 0-4-15,0-3 6 0,-1 2-31 16,-3-6 88-16,-3 4-4 0,3-4-12 0,0 0-13 16,0 0-5-16,0 0 5 0,-21-10-10 15,17 2 0-15,-7-2-6 0,2-1 6 0,2-4-10 0,-3-3-6 16,2-3 3-16,-1 2 0 0,2-4-15 15,3 4-11-15,1-5 0 0,-1 5-9 0,4-2 1 16,0 3-4-16,4 1 2 0,-3 1-23 0,5 2-2 16,-2 2-29-16,2-3-58 0,4 5-65 15,-2 1-120-15,2 2-458 0,0 5 13 0,3-3 74 16,-3 4 67-16,0 1 69 0</inkml:trace>
  <inkml:trace contextRef="#ctx0" brushRef="#br0" timeOffset="48975.68">6251 7178 685 0,'3'-7'259'0,"3"1"-36"16,-2-5-13-16,3 1-24 0,-3 0-9 0,-1 0-16 16,0-5-17-16,0 2-14 0,-2-4-7 15,2 5-18-15,-3-4-3 0,0 1 6 0,0 4 5 0,-3-3-6 16,2 3 6-16,-1 2-1 0,1-3-17 15,-2 8-10-15,3-4-16 0,-6 7-3 0,6 1-15 16,0 0 8-16,0 0-8 0,-18 10 11 16,14-1-6-16,1 0-20 0,-3 4 5 0,3-2-49 15,2 3-17-15,1-2-6 0,0 3 16 16,1 0-6-16,2-3 13 0,3 3 1 0,-2 1-6 16,5-1 3-16,2-4 10 0,-1 3 0 0,3-4 2 15,2-1 6-15,2 0-3 0,3-2 3 0,1-5-11 16,-1 0 1-16,4 1 7 0,0-8-5 0,4 3-10 15,2-4-1-15,1-2-4 0,0-3 2 16,-3-2 0-16,2 1 11 0,-2-2-1 0,-5-3-10 16,-3 2 19-16,-2-3-12 0,-5 1-6 15,-3-1-6-15,1 0-16 0,-7 2 24 0,-1-1-8 16,-3 3 3-16,3 2 7 0,-6-1 21 0,0 4-31 16,0 1 10-16,-1 1 8 0,-3 6-2 15,7 1-8-15,-11 0 22 0,2 6-6 0,2-4-4 16,-1 6 8-16,-1 2 1 0,2 3 9 15,3-4-17-15,-3 1 4 0,3 4-7 0,1-3 3 16,3 3 7-16,-3-3-7 0,3 2 4 0,3-3-9 0,-3-2 7 16,4 3 0-16,2-4 3 0,-2 0-8 15,3 1 7-15,0-5-4 0,2-2-8 0,2-1 7 16,-1 0-9-16,0-1 22 0,2-2-12 16,0-4-3-16,0 0-3 0,0-1 3 0,-2-1-2 15,1-1 9-15,-4-5-2 0,0-1-7 16,-1-1 2-16,-5-2 0 0,1-4-3 0,-1 4 1 15,-2-6 4-15,-1-2 1 0,-2 2-6 0,1 2 8 16,-1-2 8-16,1 4-5 0,0 3 10 0,-1 5 61 16,4-1-10-16,-4 3-5 0,1 4-13 0,0 1-7 15,3 6 5-15,0 0-1 0,0 0-7 16,0 0-10-16,-1 26-6 0,1-12 4 0,0 3 1 16,4 0-12-16,-4 2 8 0,7 1-13 15,-3-1 15-15,3 4-18 0,2-4-2 0,2 1-1 16,-1 1 6-16,3-3-10 0,-1 0 17 0,4-1-10 15,1-3-4-15,-3 3 4 0,3-8-10 0,0 2 2 16,3-4-2-16,-6-1-18 0,6-2-2 0,1-1 5 16,-7-3-3-16,3-5-3 0,-3 3 16 15,3-5-10-15,-4-2-1 0,-2-1 9 0,-1-3-6 16,0-4 0-16,-4 2 11 0,2-2-1 0,-4 4-7 16,2-3 17-16,-2 1 6 0,-1 5 0 15,0 0-8-15,0 2 0 0,1 1-2 0,-3 5-3 16,-1 2 10-16,0 0-2 0,0 0 5 0,9 11-8 15,-5-4 10-15,-4 2-15 0,3 1 0 0,0 3 8 16,1 0-6-16,3 2-4 0,-3 1-14 16,-1 1-37-16,3-1-29 0,1-1-36 0,-3-2-102 15,6 1-338-15,-3 3-231 0,0-8 106 0,-1 1 71 16,2-3 39-16,-5-2 84 0</inkml:trace>
  <inkml:trace contextRef="#ctx0" brushRef="#br0" timeOffset="49390.41">7494 6848 732 0,'0'0'291'0,"0"0"-24"0,0 0-37 0,-12 0-5 16,12 0-17-16,-11 9-32 0,4-1 1 15,0-2-16-15,0 2-7 0,-2 4-26 0,1-2-8 16,1 4-13-16,1-3-7 0,-1 4-10 0,4-5-8 15,-2 5-5-15,2-3-3 0,0 1-20 0,3-1-62 16,0 1-2-16,3-1 10 0,0 0 0 16,2-2 5-16,-2 0-13 0,4 1 16 0,2-3 2 15,-1-1-15-15,5 1-3 0,-3-1-10 0,4-1-10 16,-3-3-21-16,2-2-30 0,4-1-49 16,-3 0-54-16,3 0-81 0,0-2-262 0,0-4-151 15,-2 2 93-15,1-4 37 0</inkml:trace>
  <inkml:trace contextRef="#ctx0" brushRef="#br0" timeOffset="49558.38">7642 6684 696 0,'-4'19'215'0,"5"-7"-5"0,2 1-34 0,0 2-14 15,3 7-17-15,2-1 9 0,2 3-23 0,-3 2-14 16,7 5-12-16,-4-4-13 0,0 4-10 15,4 1-25-15,-4-3-83 0,0 2-89 0,1 2-297 16,2-4-218-16,-2 1 41 0,-4-3 59 16</inkml:trace>
  <inkml:trace contextRef="#ctx0" brushRef="#br0" timeOffset="50390.64">7639 7116 926 0,'-1'-7'369'0,"-2"2"-42"0,3 5-32 15,0 0-16-15,3-10-49 0,4 8-20 16,-3-5-15-16,6 1-21 0,3 1-16 0,2-2-35 16,5-1 10-16,4-1-23 0,0 0 3 15,4-4-26-15,2 2 0 0,1-2-20 0,0 1 7 0,3-1-10 16,-4 1-18-16,4-2-8 0,-3 1 6 15,-3-2-8-15,-1 0-18 0,-4-1 7 0,-2 4 3 16,-3-2-5-16,-2 3-18 0,-2-2 16 0,-4 5-13 16,-3 0 15-16,0-2-11 0,0 3 1 15,-3 5 3-15,-1-4-9 0,-3 6 1 0,0 0 2 16,0 0 6-16,0 0-6 0,-18 12-5 0,9-6 13 16,2 2-16-16,0 5 14 0,-3-2-3 15,3 3-6-15,3-2 3 0,-2 5 1 0,3-2-1 16,2 0-8-16,1 1 16 0,4 1-15 0,-1-1 0 15,4 1 4-15,2 0 3 0,2-1-10 16,3-1 3-16,3-2 7 0,0-1-10 0,4-2 10 16,0-1-15-16,5-2 5 0,-2-5-5 0,1 4 5 15,2-5-5-15,0-1-8 0,1-1 1 0,-1-5-9 16,-1 4 16-16,2-4-5 0,-4-1 5 16,0 3 5-16,-3-5-11 0,-4 3 4 0,0-3-1 15,-4 1 3-15,2 2 0 0,-5-1 18 16,-3 3-19-16,2-3 12 0,-1 4-6 0,-5-2 2 15,1 4 3-15,-4 1-5 0,0 0-5 0,0 0 3 16,0 0 9-16,0 0-12 0,0 0 3 0,-15 8-1 16,9 0 0-16,2-5 11 0,1 4-13 0,-3 0 0 15,5 0 5-15,-2-2 2 0,0 2-4 16,3-1-1-16,3 2-12 0,-3-4 17 0,3 2-7 16,1 0 8-16,-1-3 2 0,1 3-8 0,2-5-7 15,2 1-3-15,1-1 6 0,1-1 7 16,-10 0-10-16,18-1 4 0,-5-2 9 0,-2 2 0 15,-4-5-3-15,3 3-13 0,-1-3 2 16,2-3 11-16,-4 1-5 0,0-5 0 0,-1 1-10 16,-1-4 7-16,-2-1-15 0,0-1 13 0,-3-5-8 15,0-3-2-15,-3 0 9 0,-1-4-2 0,0 1 8 16,-5-5-13-16,2 3 24 0,-3-1 9 16,5 8 0-16,-5-1 21 0,4 6 0 0,0 2 0 15,2 1-93-15,-3 1 17 0,6 5 4 16,-5 2-8-16,3 5 6 0,-1 1 5 0,4 2 17 15,0 0-7-15,-3 15 8 0,3-1-1 0,0-1 11 16,3 6 3-16,1 2-1 0,2 4 6 0,1 0-11 16,4 4 16-16,-1-1-6 0,4-2-9 15,-1 5 4-15,1-5 6 0,3 2 4 0,4 8-14 16,-2-8-11-16,-1-4-44 0,3 1-20 0,-1-5-64 16,-2 4-186-16,1-1-480 0,2 0 93 0,-4-11 59 15,-7 2 66-15,-3-5 69 0</inkml:trace>
  <inkml:trace contextRef="#ctx0" brushRef="#br0" timeOffset="51991.01">12506 7449 762 0,'0'0'287'0,"-6"-6"-36"0,6 6-16 0,-10-1-25 15,10 1-28-15,-14 1-11 0,14-1-20 0,-14 7-5 16,7-4-33-16,-3 2 7 0,0 2-7 15,-1 2-16-15,1 0 8 0,-3 1-23 0,-2 5-5 16,2 1-11-16,-4 1-58 0,3 0 0 16,-3 3 17-16,0 2-17 0,0-3 2 0,1 5 21 15,1 1-26-15,5-7 5 0,-4 7 6 0,4-3 4 16,0 3 72-16,2 0-17 0,-1 3 1 16,-1 4-12-16,6-4-7 0,-6 4-4 0,9-4-1 15,-2-1-9-15,0 8 3 0,0-7-7 16,3 2-4-16,0 1 4 0,3 3-14 0,3 0 9 0,-2-2-9 15,3 1 11-15,0-4-13 0,0 2 0 16,2 1-7-16,2-4-1 0,0 3 3 0,6-4-8 16,-4-2 16-16,2 1-8 0,4-1-11 0,-1 0 16 15,-1-1-12-15,6-1 4 0,-2-3-18 16,-1 0 1-16,1-2-6 0,3-1 16 0,0-2-8 16,-1-3 18-16,2 3-18 0,-1-4 18 0,0 1-8 15,0-3 5-15,-1-2-17 0,2-1 4 16,-1-1-68-16,3 3 9 0,-7-6 6 0,4 2-8 15,0-2 21-15,0-1-1 0,0 0 1 0,-1-1 2 16,-1 0 13-16,2 0-13 0,0-1 24 0,-4-2-6 16,7-1-5-16,-3-2 5 0,1 1 10 0,2-2 18 15,-4 0-20-15,1-3 0 0,0 1 5 16,0-4-6-16,4 2 19 0,-5-6-8 0,1 2-2 16,0-2-9-16,-3-1 11 0,2 1-2 15,-2-3 4-15,-3-1-4 0,1-3 4 0,-4 4-14 16,1-4 14-16,-2 0 1 0,0-1-8 0,-4-1-1 15,4-3 9-15,-8 7-3 0,1-3-3 0,1-5-2 16,-2 4 0-16,-5 0 13 0,2-4-3 0,0 4 3 16,-3-1-3-16,0-3 8 0,-3 2-21 15,0 2 23-15,2-3-10 0,-5 2-7 0,-2-3 4 16,2 2 3-16,-1-4 11 0,0 4-11 0,-4-2-15 16,2 2 15-16,-1-1-5 0,-1 1 0 15,1 0-5-15,-3-1 10 0,1 1-5 0,-1 2 10 16,-1 1-2-16,1 0-11 0,-1 1 8 0,1 2-2 15,2 3-1-15,-3 1 21 0,1-3-23 16,-4 3 16-16,6 0-14 0,-3 1 16 0,-2 0-15 16,1 1 2-16,2-1-5 0,-4 0 13 0,3 3-3 15,1 3 3-15,-1-3-6 0,1 5 1 0,-1-1-3 16,1 1 0-16,1 1-5 0,-1 0 8 0,3 0-5 16,-1 2 4-16,1 2-4 0,-3 0 12 15,2 1-12-15,-2-4-6 0,2 6 3 0,-2-5 8 16,3 5 2-16,-1-2-15 0,-2-1 8 0,-1 4-9 15,4-3 4-15,-4 3 10 0,0 0-11 16,1 0 8-16,-1 1-2 0,0 1 4 0,-3-2-9 16,4 4 7-16,-5-1-5 0,-1 2-3 0,1-3 1 15,1 5 7-15,0-3-2 0,-1 1-9 16,-1 3 14-16,1-3-3 0,1 2-7 0,0 0 4 16,3 1 3-16,-6 0 0 0,6 1-5 0,-6-2 0 15,5 4 0-15,-4-3-5 0,4 6 5 0,-4-3 0 16,4 4 3-16,-1 0-11 0,1 2 11 15,2 0-6-15,-1 2-7 0,1 5 10 0,3 0 3 16,-4 1-3-16,7-2-6 0,0-2 6 0,0 4 8 16,3-3-13-16,4 3-8 0,-3-2-12 0,3-3-16 15,3 3-64-15,-2-4-67 0,6-1-22 16,-7 2-236-16,7-5-328 0,3 0 49 0,-4-2 89 16,2-6 47-16</inkml:trace>
  <inkml:trace contextRef="#ctx0" brushRef="#br0" timeOffset="52307.16">12141 6916 826 0,'3'9'256'0,"0"0"-36"16,5 5-28-16,-2-1 18 0,1 4-46 0,3 4-10 15,1-2-8-15,-1 4-26 0,4 2-5 16,-1 1-25-16,-3-1-29 0,4 1-38 0,-4-1-54 15,0-1-84-15,-2-5-166 0,2 5-372 0,-1-2 44 16,-1-5 46-16</inkml:trace>
  <inkml:trace contextRef="#ctx0" brushRef="#br0" timeOffset="52575">12144 6991 875 0,'0'-7'258'0,"3"-2"-32"0,1 1-22 16,3 0-19-16,-1-1-14 0,4-5-22 0,1 6-16 16,0-3-3-16,6-3-20 0,-1 4-10 0,-1 1-5 15,4-2-8-15,-1-1 3 0,-2 5-24 16,-1-1-20-16,-2 2 8 0,4-2-11 0,-6 2-30 15,3 1-26-15,-4 1-20 0,0-2-28 0,0 4-75 16,0 2-40-16,-3-2-116 0,0 2-248 0,0 0-77 16,-7 0 33-16,10 2 62 0</inkml:trace>
  <inkml:trace contextRef="#ctx0" brushRef="#br0" timeOffset="52807.15">12288 7091 816 0,'0'0'256'0,"9"0"-8"0,-9 0-10 16,12-6-23-16,-3 3-12 0,1-3-32 0,4 1 6 16,0-1-42-16,0-2-9 0,2 1-6 0,2-1-7 15,-2 0-11-15,-1-1-12 0,1 0-31 16,2 2-47-16,-5-2-35 0,5 2-112 0,-8 5-193 15,4-3-376-15,-1 3 49 0,-3 0 71 0,-2-2 70 16</inkml:trace>
  <inkml:trace contextRef="#ctx0" brushRef="#br0" timeOffset="53041.65">12309 7300 813 0,'-1'3'244'0,"1"-3"-96"16,0 0-7-16,0 0-13 0,0 0 2 15,0 0 4-15,17 0-12 0,-6-3-6 0,5-4-6 16,2 4-18-16,-2-4-10 0,6-1-6 16,1-1 4-16,1 0-6 0,3-5-10 0,1 4-5 15,-1 1-10-15,-3-4-52 0,0 5-43 0,-1-3-90 16,-1 1-140-16,1 2-385 0,-2-5 55 0,-4 2 66 15</inkml:trace>
  <inkml:trace contextRef="#ctx0" brushRef="#br0" timeOffset="53481.71">12742 6843 619 0,'0'11'274'0,"4"2"-23"16,-1 2-24-16,0-1-14 0,4 5-29 16,1-5-25-16,-2 7-13 0,1-2 0 0,0 4-23 15,3-4-72-15,-3 4-18 0,3-4 21 0,-3 3-31 16,3-5-13-16,-3 0 0 0,0-2 1 0,-1-3-19 16,-2 1 18-16,3-3-5 0,-4-2-2 0,1 0 15 15,-4-4-13-15,3 2 0 0,0-1 0 16,-3-5-15-16,0 0 20 0,0 0-2 0,0 0-8 15,0 0 2-15,-13-21-7 0,6 11 3 16,0-3 14-16,-3-1 4 0,0-3-14 0,2-5-2 16,-5 4-2-16,3-4 10 0,-1 3 15 0,2-5 10 15,-1 4-5-15,-1-3 0 0,4 4 21 16,0-1 5-16,-3 1 10 0,3 2-13 0,1 0 13 16,2 2-5-16,1-1 2 0,-1 6-17 0,1-3 4 15,-1 2-4-15,0 1-3 0,1 1 5 16,3-3-21-16,-3 4 3 0,3-2 13 0,-3 2-25 15,6-1 2-15,-3 1 5 0,0 1-5 0,0 1 5 16,3 0-23-16,0-1-11 0,-3 1 6 0,1 2-20 16,2 0-26-16,-3 4-16 0,7-4-20 15,-7 4-74-15,7-1-80 0,-7 1-151 0,0 0-324 16,13 2 83-16,-13-2 73 0,11 3 48 16</inkml:trace>
  <inkml:trace contextRef="#ctx0" brushRef="#br0" timeOffset="54040.62">12971 6829 639 0,'0'11'218'0,"3"-1"-8"0,1 1-33 0,0 3-11 16,0 3-7-16,2 0-21 0,1 2-8 16,2 1-17-16,-1-1-6 0,-1 4-12 0,3-4-13 15,-1 0 5-15,-1 3-8 0,2-3-15 0,-3 3-10 16,1-4 3-16,1-2-22 0,-2 0-19 15,-1-3-6-15,2 1-28 0,-5-3 10 0,1 1-4 16,2-3-11-16,-5-2 17 0,2-3-14 0,0 2-8 16,0-4-21-16,-3-2 8 0,0 0 36 0,0 0-59 15,0 0 38-15,0 0 3 0,-13-19-20 16,7 10-6-16,2-3 31 0,-4 2-17 0,2 0 19 16,2-5-4-16,-5 5 20 0,5-6 61 0,-3 2-22 15,3 2 12-15,-2-1 13 0,-1 1 13 16,1-2-11-16,1 3 3 0,-1-3 18 0,2 3-2 15,1 1 9-15,-3-3-9 0,5 3-3 16,-2 0-8-16,0-3-20 0,3 3 10 0,0 0-13 16,0 1-15-16,0-4 7 0,3 3 1 0,0-1-16 15,1-1 10-15,2 4-15 0,1-4 11 0,4 0-11 16,-1 2-8-16,0 1 6 0,1-1-6 0,2 2 3 16,1 0-28-16,-1-1-3 15,0 1-26-15,-1 2-27 0,1 2-49 0,-2-2-21 0,-2 3-51 16,1-2-94-16,-6 4-101 0,2 1-306 0,2-1 94 15,-1 0 15-15</inkml:trace>
  <inkml:trace contextRef="#ctx0" brushRef="#br0" timeOffset="54475.36">13392 6767 867 0,'0'6'289'0,"0"-6"-7"0,0 12-29 16,0-3-22-16,-3 1-11 0,6 3-31 0,-3 2-4 15,0-3-24-15,0 4-18 0,3 0-10 0,0 0-7 16,1 1-16-16,-1-1-5 0,1 0-18 0,3 0-5 16,0-2-82-16,0 0 15 0,-1 1-20 15,5-4 15-15,-4 2-7 0,3-5 4 0,-1 1 4 16,2-4 9-16,-1 0-20 0,0-2 3 15,1 2 10-15,-1-5-8 0,1-2-8 0,-1-2 6 16,0 1-6-16,-1-4 6 0,-1 0 4 16,-1-3-2-16,-1-1-12 0,-5-4 17 0,2-3-10 0,-3-3-3 15,-3 0 3-15,-1-4-2 0,-3 0 10 16,-2-4-16-16,-2 3 8 0,-3 1 10 0,3 6 3 16,2-1 5-16,-5 2 5 0,3 6-21 0,-2-1 4 15,-1 3 6-15,1 3-4 0,-2 3 2 16,2 0-5-16,0 4 13 0,-1 1-13 0,1 6-2 15,-2-1 7-15,2 5-2 0,2 1-8 16,2 1 5-16,5 1-2 0,-2 4-9 0,5 0-4 16,1-2-10-16,1 1-29 0,5 4-33 0,1-2-30 15,3-1-106-15,1-1-117 0,2 4-400 16,4-5 87-16,-4-3 47 0,2 0 48 0</inkml:trace>
  <inkml:trace contextRef="#ctx0" brushRef="#br0" timeOffset="54724.48">13614 6696 726 0,'0'0'233'0,"3"20"-28"16,1-11-23-16,-1 7-8 0,4-3-18 15,0 6-13-15,0 1-17 0,-1 3-3 0,1-3-34 16,4 3 16-16,-4 2-23 0,2-5 0 0,-1 4-15 15,2-1 7-15,-4 0-28 0,4-4-31 0,-2 3-10 16,-1-3-10-16,-1-4-43 0,1-3-9 16,-4 1-37-16,2-3-9 0,1-2-55 0,-3-1-134 15,1-3-356-15,-4-3 67 0,3 2 51 0</inkml:trace>
  <inkml:trace contextRef="#ctx0" brushRef="#br0" timeOffset="54940.47">13672 6828 714 0,'0'-3'304'0,"-3"-4"57"16,0 4-38-16,3 3-6 0,-1-8-28 15,-2 4-30-15,3 4-29 0,0 0-25 0,0-10-8 16,0 10-36-16,0-7-10 0,3 5-23 0,1-6-5 16,3 3-13-16,2-1-15 0,5-2-5 0,-3 1-83 15,3-2 9-15,2 0-14 0,-2 2 11 16,0-2-23-16,3 2-16 0,-4-2-12 0,1 2-49 15,-3 0-36-15,2 5-67 0,-2-4-153 0,-1 4-450 16,0 1 99-16,1-3 44 0,-5 1 64 16,1 2 59-16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4:41:56.24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18468 7032 565 0,'1'-7'177'0,"2"1"-1"0,0 2-9 0,1-2-21 0,-1-2 0 0,0 1-8 0,0 3-8 0,-2-4-12 0,2 1-8 0,1-1 3 0,-1 2-6 0,1-2-7 16,-4 3-10-16,3-2 7 0,-3 0-23 0,3-1 0 15,-3 1-15-15,0 3 10 0,-3-2-10 0,3 0-2 16,0 6-1-16,-3-11 0 0,-1 9-10 16,1-4-10-16,-4 4 3 0,3-2-16 0,-2 1 12 0,-1-1-81 15,0 2 5-15,-4 0 0 0,2 2 3 16,2-1 2-16,7 1 13 0,-21 0 3 15,11 1-14-15,-1-1 17 0,1 2 42 0,-3 4-30 16,-1-3-13-16,4 1 16 0,-4 0-4 16,3 2-1-16,-2 2-4 0,-1 1 4 0,1-2 2 15,-1 0-8-15,4 4 21 0,-4-3-3 0,4 1-10 16,-3 1 10-16,2 3-3 0,1-2 6 0,0 3-3 16,-1-2 3-16,1 5-13 0,0-3 92 0,2 1-16 15,-2 3-9-15,1-1-3 0,2 2-8 0,-4-1 8 16,4 4-13-16,1-2 2 0,2-1-9 15,1 0 2-15,-1 0-8 0,0-1 5 16,1 3-7-16,3-2-5 0,0 3 2 0,0-2 3 16,0 2-8-16,0-3-8 0,0 4-7 0,3-4 12 15,-2 5-4-15,2-1 4 0,1-3 0 16,-1 3-9-16,1 1 7 0,2-3-8 0,-2 0 0 16,2 3 0-16,-2-5-2 0,3 4 5 0,0-3-11 15,-1 1 9-15,1-2-6 0,4 3-3 0,-4-4 11 16,2 2-18-16,-2-2 10 0,4 2-7 0,-1-3 4 15,0 0 3-15,1 1 0 0,2-3-2 16,-6-2-72-16,4 1 10 0,-1 0 13 0,3-5-8 0,-3 2 8 16,0 1 13-16,1-3-8 0,2-3 18 0,1 1 0 15,0 0 15-15,3-2-10 0,0-2-5 16,1 0 15-16,1 1-4 0,-1-3 4 0,2-1 0 16,1 0-7-16,0 0 15 15,-2 0 5-15,2 0-5 0,0-1 0 0,-1 0 0 16,1-2-10-16,0 0 17 0,-1 1-9 0,1-3 15 15,2 1-3-15,-6-2-13 0,4 1 11 0,0-1 0 16,-1-2-6-16,4 0 6 0,-4-1-8 16,-6 1-8-16,7-5 13 0,-4 2 13 0,0 2-15 0,0-5-6 15,0 0 14-15,0 0-9 0,-3-2 6 16,3 0-11-16,-3-2 3 0,3-3 5 0,-7 3 8 16,7-6-10-16,-7 5 9 0,0-3-12 0,1 0 13 0,-1-1 0 15,-3 1 10-15,3 1-20 16,-6-2 9-16,3 0 4 0,-4 3-3 0,0-4-13 0,0 2 71 15,-3 1-7-15,0-1 0 16,-3 2-13-16,3-4 8 0,-3-1-13 0,0 1-2 16,-1-1 2-16,1 0-8 0,-5 1-2 0,2 0-2 15,2 1-6-15,-2 1 0 0,-1-2-5 0,0 0 2 16,0 1-4-16,0 2-3 0,-2 0-3 0,1 1 1 16,1 0 7-16,-3 0-18 0,0 3 2 0,-1-1-1 15,1 1-1-15,1 0 5 0,-6 2 3 16,5 1-3-16,0 2 3 0,-1-1 0 0,-2 2 2 15,2 1-18-15,-2-3 6 0,-1 4-3 0,1-1 10 16,0 2-10-16,-5 0 10 0,5-1-17 16,-5 1 14-16,0 2-12 0,-1-1 8 0,-2 3-8 0,-3 0 7 15,4 0 1-15,-1 2-11 0,-3-2 3 16,0 3 5-16,4 1 0 0,-1 0-8 16,0 1-22-16,1 3 17 0,0-2-18 0,3 0-10 15,-1 4-2-15,1-3-16 0,0 3-8 0,7 0-12 16,-4-3-11-16,4 5-15 0,4 0-28 0,-2-2-56 15,2 0-154-15,5 1-425 0,-2 1 84 16,6-1 47-16,1 1 94 0</inkml:trace>
  <inkml:trace contextRef="#ctx0" brushRef="#br0" timeOffset="1135.2">19921 6971 430 0,'-17'-2'163'0,"17"2"1"0,-17 5-18 16,6-4-13-16,1 2 16 0,-3 1-24 0,-1 0 13 0,1 3-17 16,-2 1 1-16,2 0-6 15,-1 1-11-15,1 1 0 0,-1 4-3 0,0-2-76 16,1 2 2-16,-1 3 2 0,1 1-1 15,1-3 17-15,0 3 43 0,2 3 6 0,-5-2-5 16,5 1-9-16,-4 1 9 0,4 2-13 16,-3 2-11-16,-1-4-2 0,4 8 3 0,-4-4-11 0,3 1 3 15,-2 0-13-15,2 3 3 0,-2 0-3 16,3-1-3-16,-1 2-12 0,-2-2 10 0,2 3 0 16,1 1-3-16,1-5-2 0,2 3 5 0,-1-1-15 0,1 2 12 15,1-4-15-15,2-2-2 16,-2 0 7-16,2 1-87 0,4 1 15 0,-3-2 1 0,3 3 17 15,0-3-9-15,0 0 14 0,3 0-2 16,1-3 8-16,-1 1-3 0,1 1 2 16,2 1 9-16,1-7-4 0,-1 4 6 0,2 1 0 15,2-4 15-15,-3-1-17 0,7-1 9 0,-4-1-4 16,7 1-6-16,-3-2 13 0,6-2 5 0,-3-1-2 16,4 1-3-16,3-2-2 0,-1-2 4 0,1 0-1 15,0-3-4-15,0-1-4 0,-4 0 2 16,4-3 10-16,-3-2-13 0,3 0 11 0,-4 0 0 15,1-6-8-15,3 2 15 0,1-1-10 16,-2 1 8-16,1-4-18 0,0-2 10 0,0-2 5 16,4 0 0-16,-2-2 3 0,-2-4-5 0,0 0-3 0,1-4 3 15,-1-2 2-15,2-6 5 0,2-2-2 16,-1-2-8-16,-6-3-2 0,3 2 15 16,-8 3-3-16,-1 3-12 0,-5-2 17 0,3-1-12 15,-2-1 12-15,-4-2-10 0,-1 2 11 0,-2-2-13 16,-1 1 10-16,0 3 7 0,-3-1-17 15,-3-1 7-15,-1 4-5 0,-2-3 72 0,-1 1-18 16,-4 5-12-16,1-1 6 0,-3 2 4 0,2 3-16 16,-2 3 5-16,3-2-7 0,-4 3-9 15,1 1-12-15,-2 0 3 0,2 5 0 0,-1-3-3 16,1 6-5-16,0 1 7 0,2-1-12 0,-3 1-8 16,0 3 10-16,1 1-2 0,-1-2-8 15,0 5 8-15,1 0-8 0,2 1-58 0,-5 0-6 0,2 0 2 16,4 1-9-16,-5 1-14 0,5 3-22 15,-3-3-28-15,2 1 9 0,1 1-71 0,0 3-89 16,0-4-98-16,0 4-343 0,3-3 31 0,3 0 95 16,-3-1 58-16</inkml:trace>
  <inkml:trace contextRef="#ctx0" brushRef="#br0" timeOffset="3550.03">22315 6959 532 0,'-5'-5'177'0,"5"5"-16"16,0 0-15-16,0 0-13 0,-10-1-21 16,10 1-7-16,0 0-7 0,-13 1-9 0,13-1-2 15,-14 5-13-15,14-5 1 0,-13 2 7 16,2 2-6-16,1-2-1 0,0 5 4 0,-4-5-20 16,3 6 10-16,-2 0-8 0,-4 0 1 0,4 1 4 15,-1 0-7-15,0 7-89 0,-3-4 7 16,4 3 12-16,-2 2 19 0,-1 1-11 0,2 2 78 15,0 0 4-15,0 5-5 0,1-2-5 16,3 0 8-16,-4 2-13 0,7-4-5 0,-3 4-8 16,2-2 3-16,-1 2-5 0,2-1 4 0,3 2-12 15,-3 5 10-15,0-5-4 0,4 1-1 16,-3-1-13-16,5 3-10 0,-2-2 13 0,0-1 2 16,3 2-5-16,0 0 3 0,0-2 5 0,3 0-13 15,1 1-5-15,-1 1 3 0,0-2-11 0,4-1-61 16,0 1 5-16,0 1-2 0,3-1 2 15,0-2 13-15,1-2 5 0,2 3-3 0,1-6 6 16,2 5 4-16,-1-5 1 0,2 5 0 16,3-9 22-16,-3 3-12 0,3-1-8 0,-2-2 13 0,-1-2-5 15,4 1 0-15,-5 0 8 0,5-5-11 0,-3 2 18 16,-2-2-12-16,1-1 7 0,-3 0 8 16,6-1-1-16,-6 0-4 0,4-4 2 0,-2 4 3 15,2-4-5-15,2 1 2 0,-3-3-15 16,4-1 10-16,-5 2-8 0,5-2 19 0,0-2-19 15,-4 2 8-15,3-1 0 0,1 0-2 0,-4-4-6 16,0 4 9-16,0-6 9 0,3 2 3 0,-6-2-13 16,5-2-8-16,-3-3 11 0,1 2 0 0,3-2-8 15,-3-1 0-15,0-4 10 0,0 2-5 16,0 3 5-16,1-5-10 0,-1-4 8 0,0 4 2 16,-4-1 11-16,5 0-16 0,0 1-5 15,-2-6 5-15,1 4-2 0,3-4-6 0,-6 0 3 0,3 2-3 16,1-3 11-16,-5 1-10 0,0-2 4 15,4 1 1-15,-6 4-6 0,0-3 11 0,-2 1-11 16,1 1 11-16,1-1-8 0,-4 2-3 0,3-2 16 16,-4 3-8-16,2-4-2 0,-1 4-6 15,2-2 8-15,-5 3-5 0,3 1 11 0,-3-1-9 16,-1 0 16-16,0 1-15 0,-3-3 4 0,3 2-9 16,-2 0-3-16,-1 0 2 0,0 1 3 0,-1-1 3 15,-2 1-8-15,0 1 7 0,0-4 3 0,-1 6 0 16,0-2-7-16,-2 0 15 0,2 0-11 15,-2 2 8-15,2 2-12 0,-2-3 7 16,1 0 8-16,-4 4-16 0,5-3 1 0,-3 3-9 0,-4 1 16 0,2-2-5 16,-1 1-5-16,-4 3 8 15,4-2-1-15,-1-3 1 0,-6 5 0 0,4-1-3 16,-2 1 2-16,-1 0-2 0,-1 1 8 0,5 1 0 16,-7 0-11-16,6-2 0 0,-2 1-7 15,-1 4 10-15,-2-4-2 0,2 1 7 0,-2 2 2 16,1-3-12-16,0 1-2 0,0 4 4 0,0-4 6 15,-1 1-3-15,2 0 2 0,-1 3-2 16,0-4-10-16,3 5 5 0,1-4 5 0,1 4 0 16,-1-2 0-16,-1 3 2 0,1-2 3 0,0 0-5 0,2 0 0 15,-2 1 0-15,2 1-5 0,1 0-5 16,-3 1 18-16,1 1-13 0,2 0 7 0,-3 0-17 16,2-1 12-16,1 1-7 0,-4 2-8 0,4-2 16 0,1 0-6 15,-2 3-7-15,1-3 7 16,0 3-5-16,-1-2-5 0,1 3 3 0,0-2-1 15,-4 3-14-15,1 0 7 0,2 2-13 16,-3-2-20-16,1 2 2 0,-1-2-15 0,1 3-6 16,-2-2-19-16,2 2-16 0,-4 4-29 0,3-3-40 15,-6 3-89-15,3-2-426 0,0 3 85 0,-4-1 25 16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4:42:32.9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3626 9791 238 0,'0'0'107'16,"0"0"16"-16,0 0-44 0,0 0 13 0,0 0-12 16,0 0 17-16,0 0-10 0,0 0 0 0,0 0-13 15,16-5-2-15,-10 4-5 0,-6 1-3 16,18-2 15-16,-8 1-18 0,4 0 67 0,0-2-2 15,3 1-26-15,-1 2-1 0,2 0-6 0,3 0-9 16,-1-1-20-16,1 0 13 0,0 1-11 0,1 0-7 16,3-2-2-16,-1 2-24 0,0 0 5 15,-1 2-2-15,1-2-8 0,0 0-79 0,1 0 18 16,2 0-16-16,-4 1-2 0,1-1 10 16,1 0 13-16,2 0 5 0,-3 1 2 0,0-1-4 15,3 0 14-15,0 0-6 0,1 0 14 16,-1 0-7-16,-3 2-3 0,7-2 0 0,-7 3 5 15,0-3 19-15,3 1-9 0,-3 0-4 0,1-1-9 16,1 0 11-16,-2 2-5 0,0-1 5 0,0 1-7 16,0 0-1-16,0-2 11 0,-1 3-1 0,-1-3-7 15,1 0 8-15,-2 0-1 0,2 0 3 16,-2 1-2-16,0 2-3 0,-1-3 0 0,1 2 5 16,0-1-10-16,-2-1 0 0,2 0 17 0,0 1-4 15,-1-2-5-15,4 2 2 0,-3-1 18 16,-1 0-18-16,1 0 15 0,3 0-17 0,-4 0 10 15,4 0-18-15,0 2 5 0,-3-2 15 0,2 3 0 16,-2-3-12-16,3 0 2 0,-3 1 39 16,2-1-34-16,-2 0-5 0,3 1-5 0,-4-1-5 15,4 0 7-15,-3 0 4 0,3 0-6 0,-4 2 7 16,1-2-7-16,3 0 0 0,-4 1 10 16,0 1 1-16,-1 0-11 0,3-2 23 0,-1 1-13 15,-3 1-5-15,2-2-10 0,1 0 13 0,0 1-1 16,-2-1 4-16,5 3-11 0,-3-1 25 0,-1-2-17 15,4 1-11-15,0 0 80 0,0-1 5 16,1 0-10-16,1 0-6 0,-2 0-4 0,1 0-16 16,2 0 0-16,-3 2 5 0,3 1-15 0,-4-2-3 15,2 0-7-15,-4-1 7 0,3 3-5 16,-1-1-10-16,-2 0 0 0,3 1 2 0,-4-3 1 16,0 1-6-16,2 2 11 0,-2-1-18 15,3-1-3-15,-2 0 7 0,0-1-6 0,-1 0 6 16,1 0-7-16,0 0 16 0,2 0-13 0,-2 0 7 15,3 0-5-15,0 0-12 0,-1 0-1 0,1 0 6 16,1 0 9-16,2 0-4 0,-3 0 7 16,2 0-17-16,2 0 10 0,-1 0-8 0,1 0 15 15,2 0-12-15,1 0-3 0,0 2 7 0,0-2-4 16,3 3-1-16,-3-2 9 0,3-1-4 16,0 0-4-16,-3 1-3 0,3-1 10 0,4 0-13 15,-4 0 11-15,1 0 0 0,1 1 0 0,-1 1-8 16,-1-2 5-16,4 2-5 0,-4 0-5 15,-3-2 7-15,0 1-2 0,3-1 0 0,-4 2-5 16,2-2 8-16,1 0-1 0,-2 0-4 0,0 0-9 16,0 0 16-16,3 0 11 0,0 0-6 0,0 0-7 15,0 0 2-15,0-2 10 0,8 1 3 0,-2 1-3 16,1-4 6-16,1 2 2 0,-2 1-15 16,1 0 7-16,4-3 3 0,-4 2-5 0,1 2-3 15,-1 0 3-15,2-1-3 0,-1 0-8 16,2 1 6-16,-3-2 13 0,0-1-14 0,-6 3-4 15,2-1-1-15,-3 1 3 0,0 0 1 0,0 0-9 16,1-2 18-16,0 1-12 0,-1-1 7 0,0 0-10 16,3 2 8-16,0 0 0 0,2-3 2 0,1 3-5 15,-5 0-3-15,-1 0 4 0,3 0-1 16,-3 0 13-16,4 0 0 0,-4 0-6 0,1-1-7 16,8 2-15-16,-9-1 13 0,2 0-1 0,1 0-2 15,-3 0 3-15,3 0-6 0,-2 0 8 16,2 0 1-16,-2 0-4 0,2 0-2 0,4 0 8 15,-7 0-6-15,3 0 1 0,-3 0 7 0,5-1-7 16,-2 0-6-16,-3 1 1 0,0 0 7 16,1 0-5-16,-1 0-5 0,1 1 7 0,-1-1 3 15,0-1-2-15,0 2-8 0,0-1-11 16,-3 0 22-16,3 0-17 0,0 0 19 0,0-1-11 16,-3 1 14-16,3 0-11 0,0 0 15 0,1 0-2 0,-1 0-6 15,-3 0 1-15,3 0-8 0,0 0 3 16,0 1 2-16,3-1-13 0,-3 0 6 0,0 0-1 15,2 1 6-15,-2-1-3 0,3 0 7 16,-3 2-4-16,0-2-1 0,0 3 1 0,-3-1 5 16,3-1-8-16,0 1 5 0,1-2-5 0,-1 0 5 15,-3 4-20-15,3-1 20 0,-3-2-8 16,0-1-7-16,-1 5 12 0,1-3-2 0,0-2-5 16,0 3 10-16,-1 1-5 0,1-3 8 0,0 1-8 15,0-1-2-15,3 4 2 0,-3-4 7 0,0 0-2 16,3 1-17-16,0 2 6 0,0-3 12 15,-3 2-4-15,3 1-2 0,0-3 18 0,-3 1-23 16,3-2 13-16,-3 4-8 0,0-1 7 0,0-2-7 16,-1-1-2-16,-3 0 7 0,-3 2-3 0,1 1-7 15,2-3 5 1,-6 1 10-16,2-1-12 0,-2 0 12 16,0 1-12-16,-2-1 7 0,-1 0 5 0,-2 0-2 0,-1-1-1 15,-2 2 4-15,-2-2-19 0,-1 1-51 0,0 0-128 0,0 1-591 16,0-2 18-16,-6 0 115 0,2-4 48 0,-6-3 67 15</inkml:trace>
  <inkml:trace contextRef="#ctx0" brushRef="#br0" timeOffset="3586.27">1051 5418 816 0,'-4'-7'205'0,"2"0"-3"0,1 3-23 16,-2-3-5-16,0 5-12 0,2-4-19 15,1 6-23-15,-3-9-2 0,3 9-23 0,-4-4-21 16,4 4-15-16,0 0 0 0,0 0 2 0,4 20-5 16,-1-9-15-16,-2 3 5 0,2 4 3 15,0 0-3-15,0 1-18 0,1 4 8 0,-1-1-5 16,-2 3 0-16,4-1-3 0,-4 1 64 0,3 0-18 16,-1-3-2-16,-2 3-11 0,2-2 1 0,0 0-4 15,-3-3-6-15,0 1-19 0,3-4-10 16,-2 2 10-16,-1-2-17 0,2-3-24 0,-1-3-18 15,2 2 11-15,-3-4 5 0,0 0-16 0,0-2-17 16,0-5-1-16,0-2-20 0,0 0 8 16,0 0 25-16,0 0-5 0,0 0 3 0,-16-18-3 15,12 6 11-15,-4-1 9 0,2-3 16 0,-1-7-5 16,-2 4 10-16,1-3 18 0,4 2 8 16,-5-4 12-16,5 7 1 0,1 0 17 0,-1 0-7 15,0 1 2-15,1-1-4 0,-1 4-1 0,2 2-5 16,1 2-3-16,1 0-4 0,0 2-16 15,0 0-5-15,3 5 5 0,-3 2 0 0,12-2 0 16,-12 2-10-16,19 4-3 0,-8 2 10 0,2 2-12 16,1 1-5-16,4 2 7 0,2 1 13 0,-4 1-5 15,2 1-8-15,-2-1 3 0,2 1-5 16,-4 0 2-16,3-3-5 0,-4 3 5 0,1-4-2 16,-4 0-6-16,1-2 6 0,-1 0 5 0,0-2-3 15,-3 0 23-15,0-1-76 0,0-4 20 0,-1 2 0 16,-6-3 2-16,14-4-4 0,-9 1 9 15,1-5-4-15,1 1 7 0,-1-5 5 0,1-1 6 16,0-4-3-16,0 0-6 0,-3-5 9 16,2-3 4-16,-3 0-7 0,1-1 5 0,3-6-5 15,-4 3-2-15,-2 3 17 0,2 1-15 0,0 0 0 16,1 1 5-16,-1 4-13 0,0 2 13 0,0 6-5 16,-2-2-3-16,2 2-2 0,1 0 0 15,-4 5-1-15,3 2 11 0,1 1-10 0,-4 4 13 16,0 0-16-16,13 13 3 0,-6-3 10 15,-3 7 2-15,2 0-4 0,-2 5 2 0,2 3-3 0,-3 0 13 16,-2 0-10-16,2 0-5 0,1 1 5 16,-1 2 3-16,0 1-14 0,1-1-24 0,-1 1-11 15,-2-1-62-15,5 3-30 0,-2-5-26 0,-1-1-107 16,1-6-157-16,2 4-237 0,-2-7 35 16,2-5 62-16</inkml:trace>
  <inkml:trace contextRef="#ctx0" brushRef="#br0" timeOffset="4135.96">1611 5885 808 0,'4'-7'277'0,"3"4"-29"15,-6-2-20-15,5-2-18 0,-3 3-11 0,3-2-27 16,1-2-16-16,1-1-13 0,-4 1-17 0,5 0-3 16,-2-1 0-16,0-1-8 0,-4 1-5 15,1-1-10-15,0-2-6 0,2 1-25 0,-3 0 16 16,-2-1-11-16,2 1-5 0,0 2 0 0,-3-3-5 15,4 4-10-15,-4 0 2 0,0 2 1 0,1-1-11 16,-1 0-13-16,0 2 3 0,0 5-16 0,0 0 9 16,-5-4 1-16,5 4-4 0,0 0-72 15,-13 16-8-15,9-7 8 0,-2-1 0 0,2 3 13 16,-3 3 2-16,3 1 3 0,1-4 5 0,0 5-3 16,0-4 3-16,3 2 10 0,0-1-7 15,3-2 4-15,-3 1-1 0,3-1 9 0,1-1-7 16,2-1 9-16,2-1 4 0,-1 0-1 15,2-2 3-15,3-3-5 0,0-1 3 0,1-1-3 0,2-2 2 16,2-2-10-16,3-2-7 0,4-4-8 16,-3-2-1-16,2-4-4 0,1-3-16 0,-2 1 1 15,-2-7-3-15,0 1 15 0,-3-4 3 16,-3 1-1-16,4-15 11 0,-5 3-8 0,-4 5 21 16,0 2 0-16,0-1 0 0,-3 2 12 0,-2 3 16 15,0 5 8-15,3 4-3 0,-4 0 13 0,-2 1-6 16,1 6-17-16,2-3-3 0,-4 5-4 15,3 1 9-15,-3 4-7 0,1 2-14 0,-1 2 6 16,0 0 16-16,3 15-6 0,0-4 11 0,-3 3-14 16,0 4 14-16,0 1-11 0,0 1-7 0,0 4 17 15,0 1 0-15,0 1-4 0,0 0-8 16,0 1-3-16,3-1 7 0,1 3 9 0,-3-4-13 16,2 0-1-16,3 0 6 0,-2-2-10 0,2-3-1 15,1 3 1-15,-2-7-21 0,1-2-23 16,1-1-41-16,2-2-38 0,-1-5-126 0,-2 0-527 15,1-4 110-15,0-2 26 0,-7 0 71 0</inkml:trace>
  <inkml:trace contextRef="#ctx0" brushRef="#br0" timeOffset="5435.82">1813 5675 629 0,'-13'1'220'16,"13"-1"-38"-16,-7 2-3 0,7-2 6 0,0 0-9 16,0 0 55-16,0 0-19 0,0 0-20 15,30-3-18-15,-15-1-2 0,4 0-24 0,5-4-10 16,1 0-15-16,6-1-5 0,0-4-11 0,2 2-12 16,-2 0-28-16,-3-4-11 0,2 1-2 0,-6-3-16 15,-1 1-15-15,-2-1-10 0,0-2-18 0,-4-2-5 16,-3 3 10-16,-4-2-8 0,0-4 5 15,-5 1-2-15,1-2 8 0,-3 0-1 0,-2 0 1 16,-1 6 12-16,-1-4 6 0,1 5 17 16,-3 1-2-16,3 2 10 0,-3 1-3 0,2 3-17 15,-1 3 2-15,1 0-2 0,1 5-13 0,0 3 7 16,0 0-7-16,0 0 7 0,-11 12-9 0,11 1 1 16,0 4-6-16,0 2-4 0,-3 7 13 15,6 2-4-15,-3 0 14 0,1 0-9 0,1 6-16 16,2 1 7-16,0-4-4 0,-1 2 2 0,1-4 3 15,-1-1-1-15,-2 1 1 0,2-2 2 16,0-2-7-16,0 1 7 0,0-7-5 0,-2 2 5 16,1-4-2-16,-1-5-13 0,3 2 18 0,-4-4-3 15,0-2-61-15,3-2-3 0,-2-5 11 0,-1-1 2 16,0 0 0-16,0 0 13 0,9-18 2 16,-8 4 5-16,5 1 4 0,-3-7 9 0,5 1-13 15,-1-2-4-15,2 0-1 0,-2 4 18 16,1-4-9-16,1 8 4 0,-2-2 0 0,-3 5-15 15,2-2 10-15,2 8 3 0,-2-3-1 0,1 6-12 16,0 1 10-16,-7 0 0 0,14 4 5 0,-7 1 3 16,2 3 0-16,-1-1-3 0,-2-1-5 0,1 4 5 15,0 0 11-15,0-1 7 0,3 1-2 16,-3 1-6-16,-1-1-2 0,1-1 2 0,1 0-2 16,1-2 3-16,-2-1 4 0,4-1-4 15,-4 2-4-15,2-4 4 0,1-2-8 0,1 2 15 16,-1-6 13-16,0 2-8 0,4-2-15 0,0-5 13 15,3 1-6-15,-6-2 1 0,9-1 4 0,-4-3-7 16,2 3 13-16,-4 2-21 0,3-1 11 0,-7 0-8 16,1 3-3-16,-1 4-5 0,0 0 3 15,0-2-8-15,-3 4-5 0,3 1 3 0,-3 4 7 16,0-4 3-16,0 2 7 0,-1 2-7 0,1 2 5 16,1-3 5-16,-2 3-3 0,1-1 3 15,-1 2-7-15,1-4 7 0,-2 3 0 0,2-1 0 16,-1-3 5-16,0 2 5 0,1-2 3 0,0-2-6 15,0 2 9-15,0-1-3 0,-7-2-11 0,17-2 8 16,-10-1 11-16,0 2-8 0,-1-2 2 16,-2-4-20-16,0 0 15 0,-1 3-2 0,-3-3 2 15,0-1 3-15,-3-2-6 0,-2-1 1 0,-1 1 0 16,0-1-3-16,-1-1 13 0,0 2-3 0,-3 0 16 16,6 2-8-16,-3 1-10 0,0-3 7 15,3 3-2-15,-2 3-2 0,3-3-11 0,2 2 18 16,-2 1 0-16,3 4-13 0,3-9 0 0,4 3 3 15,1 1-16-15,5 1 1 0,1-2 4 16,2 2 6-16,3-2 0 0,3 1-8 0,-1 0 18 16,4-2-26-16,2-1 5 0,0 2 14 15,-1-3-11-15,2 2-5 0,-1 0 2 0,1 1 3 16,-1-1 5-16,-3 1-5 0,-4 3 0 0,-2-4 18 16,-5 6-23-16,-1-5-3 0,0 6 1 0,0-2-11 15,-3 2 13-15,-9 0-1 0,10 1 4 0,-10-1 2 16,0 7-5-16,-3 1 10 0,-3 1-15 0,-1 2 10 15,-1 1 0-15,-2-1 5 0,0 5-3 16,-1-4-12-16,2 2 5 0,2 1 8 0,-3-4-3 16,2 4 10-16,-1-3-5 0,5 1-3 15,-2-3-4-15,2 4 2 0,4-5 13 0,-3-1-21 16,3 0-5-16,3-4 13 0,0 2 13 0,0 0-8 16,4-5 8-16,-7-1-11 0,18 0-2 15,-8-1 18-15,3-4-18 0,1-3-2 0,-1 0-11 16,2-3 0-16,1-6-5 0,-4-3-7 0,0-1-6 15,-1-5 3-15,2-2-5 0,-3-2-1 0,-6-1 16 16,2-2-2-16,-2-2-6 0,-3 1-2 0,-1-3 18 16,0 1 20-16,-1 3-20 0,1 5 15 15,-2 0 5-15,0 6 13 0,2 0-2 0,-3 5-8 16,3 1 2-16,-3 3-10 0,3 2-2 0,0 3 7 16,-3 4-2-16,3 4-1 0,0 0-7 15,0 0 5-15,0 0-7 0,-4 20 2 0,4-7 0 16,0 4 0-16,0-1-10 0,0 4 2 0,0 2 8 15,3 3 5-15,1 0 3 0,-1 1-6 0,4 2-7 16,0 1 10-16,0-1 3 0,0 3-8 16,3-8-23-16,0 4-36 0,-3-4-46 0,3-4-49 15,1 1-247-15,2-3-319 0,-2-4 27 0,2-3 106 16,-3-3 45-16</inkml:trace>
  <inkml:trace contextRef="#ctx0" brushRef="#br0" timeOffset="5935">3758 5351 703 0,'7'-15'246'0,"0"4"-28"15,1-3-29-15,1 3-10 0,-2-3-17 16,1 3 47-16,1-3-17 0,1-1 6 0,-3 1-35 16,1-2-14-16,-2-3-8 0,0 4-21 0,1-1 0 15,-4 0 1-15,1 1-4 0,-4 2-81 16,4 1-13-16,-3 2 18 0,1 1-18 0,-2 0 3 15,1 2 2-15,-2 2-10 0,1 5 2 0,-3-4-9 16,3 4 1-16,0 0 1 0,-14 10 5 16,8-1-8-16,2 2-15 0,-2 3 21 0,5 1-11 15,-3 3 0-15,1 5 18 0,0-1-21 16,3 6 6-16,0-2 2 0,3 2 6 0,0-1-6 0,2 2-18 16,1 2 8-16,-3-4 3 15,1 0 4-15,2-2-1 0,-3 0-12 0,1 2 6 0,0-4-7 16,-1-2 4-16,-3-2-2 0,1-2 5 0,-2-1 10 15,1-3 1-15,-3 0-1 0,3-2-8 16,-7 2-7-16,3-5 15 0,1 0 1 0,-4 1 9 16,-2-5-7-16,1 3 15 0,1-2-18 0,1-1 6 15,2 1 7-15,-3-3 0 0,3 4-5 16,-2-5-3-16,2 3 3 0,4-4 2 0,-6 4-2 16,6-4 64-16,0 0 5 0,0 0-15 0,0 0-11 15,0 0-9-15,27-9 9 0,-14 3-15 0,5-1 0 16,2 0-7-16,4 1-6 0,0-3-2 0,3 2-13 15,-2-2 2-15,3 2-7 0,-2-2 0 16,-2 1-26-16,-3 4-26 0,-5 0-55 0,-1 2-60 16,-2-2-115-16,-5 4-545 0,-2 1 16 0,-6-1 114 15,0 0 52-15,-18 12 43 0</inkml:trace>
  <inkml:trace contextRef="#ctx0" brushRef="#br0" timeOffset="7135.78">689 8703 755 0,'0'0'307'0,"0"0"-26"16,0 0-25-16,-4 22-28 0,7-12-23 0,-3 5-16 15,3 1-20-15,2 1-7 0,-2 1-24 0,1 7-15 16,2-1-11-16,-2 1-7 0,2 0-18 0,-3 1-7 16,5-1-11-16,-4 0-21 0,5 0-35 15,-5-1-33-15,2-5-47 0,2 5-35 0,-2-9-72 16,-2 2-113-16,2-5-394 0,-2 0 49 0,3-5 10 15,-6-3 105-15</inkml:trace>
  <inkml:trace contextRef="#ctx0" brushRef="#br0" timeOffset="7534.94">726 8801 867 0,'0'-8'305'0,"-3"-2"-26"0,2 3-21 0,1 5-37 15,0 2-22-15,0-6-20 0,0 6-15 16,0 0-10-16,0 0-24 0,0 0 1 0,25 10-29 15,-15-2-5-15,1 0-9 0,2 4-1 0,1-2-8 16,2 0-7-16,-1 5-14 0,4-5-11 0,-4 5-1 16,1-5-5-16,-2 1-1 0,-1-1 1 0,2-1-18 15,-5 0 6-15,-1-5-9 0,0 3 16 16,0-1-5-16,-2-3 2 0,-1-1-5 0,2 1 3 16,-8-3-18-16,0 0 15 0,10-9-15 0,-6 0 10 15,-2-1-11-15,2-2-1 0,-4-6-1 0,3-3-2 16,-3 1 2-16,0-5-5 0,0-4 3 0,0 0-1 15,1 3 19-15,2-5-11 0,-2 6-12 16,2-1 20-16,-3 4-10 0,3 2 12 0,-3 3-4 16,1 1-1-16,1 1-10 0,-2 4 8 0,1-1-15 15,1 6 2-15,2 0 8 0,-1 2-6 16,-3 4 9-16,11 3-3 0,-11-3-1 0,17 11-1 16,-8 0-6-16,0 1 8 0,3 5-3 0,-1 1 10 15,2 0-22-15,1 7 9 0,-3 0-1 16,2 0-12-16,1 0 12 0,-4 1-27 0,1-1-10 15,2 3-22-15,-3-7-27 0,1 1-48 0,0-4-43 16,-2 0-152-16,4 0-501 0,-5-4 87 16,2-3 64-16,0-4 86 0,-2 0 40 0</inkml:trace>
  <inkml:trace contextRef="#ctx0" brushRef="#br0" timeOffset="8069.02">1469 8835 598 0,'9'-17'226'0,"-8"5"-9"0,2-1-12 16,0-4-28-16,0 9-1 0,-2-4-22 0,-1-1 5 16,0 3-6-16,0 1-27 0,0 0 17 0,-1 1-25 15,1 1-8-15,-3 0 2 0,3-1-19 0,-3 5-1 16,0-3-8-16,3 6-22 0,-4-1-9 0,4 1 11 16,0 0-7-16,-18 8-19 0,12 2 3 15,-1 0-10-15,0 5-6 0,0-2 9 0,3 0-6 16,1 4-15-16,0-2 12 0,0 3-4 15,2 0-6-15,2-2 3 0,2 3 2 0,1-5-7 16,2 1-8-16,1 2 3 0,1-4 12 0,1-1-4 16,5-4-3-16,-1-1-8 0,5 1-8 15,-4-6-5-15,6 2 6 0,0-7-1 0,1 2-15 16,3-7-17-16,0-1-11 0,-4-1 5 0,5-6-29 16,-2-6-22-16,-2 2-10 0,-5-5-3 0,-1-1 10 15,-5-5 18-15,-3-1-7 0,2-1 33 0,-5-2 2 16,-3 2 31-16,-1 2 11 0,0 2 4 15,-1-1 16-15,-2 3 15 0,3 2 23 0,-1 5 16 16,-2 0-6-16,0 2-12 0,3 1-3 0,-3 7-13 16,2-5-5-16,-1 7-5 0,1 1 3 15,1 4 2-15,0 3-10 0,0 0-10 0,0 0 10 16,-3 17 2-16,3-5-7 0,3 4-5 0,-2 5 27 16,2 1-17-16,3 3-7 0,-3 4-1 15,5-1 0-15,-4 4-5 0,5 1-7 0,-2-2 9 16,0-2-2-16,3 3-2 0,0-1 15 0,1-4-13 15,-1 2 3-15,0-2-6 0,1-8-4 0,-1 0-21 16,0 0-21-16,-3-7-28 0,3 2-17 0,-3-5-11 16,0-3-43-16,3-3-31 0,-3-2-49 15,0 1-7-15,-1 1 43 0,1-8-72 0,1 4-371 16,-1-2 83-16,-1-1 27 0</inkml:trace>
  <inkml:trace contextRef="#ctx0" brushRef="#br0" timeOffset="9551.37">1595 8701 639 0,'17'-8'244'0,"0"-2"-22"0,0 1-17 0,3-3-28 16,4 1-14-16,0-3-17 0,4 2-20 0,2-5 4 16,-2 2-14-16,2-2-19 0,0 1-8 15,-2-1-25-15,-4-1-7 0,-2-1-24 0,-3-2-18 16,-1 1-2-16,-1-2-10 0,-7 0-6 0,-3 1 6 16,-1-3 7-16,-3 4 8 0,-3-5-3 0,1 2 16 15,-4 2-18-15,2 2 28 0,-5 1-8 16,2 0-2-16,-2 4 7 0,2-3-15 0,-3 9-10 15,1-2 7-15,-1 2-2 0,3 1-10 16,-5 7 0-16,9 0-1 0,-12 0 22 0,6 6-17 16,0 2-14-16,2 3 15 0,4 4-19 0,-3 3 17 15,6 6-19-15,1 1 13 0,5 6 10 0,-2-1-2 16,7 12-3-16,2-1-2 0,2 0-13 16,-1-1 10-16,3 1 3 0,-5-7-6 0,1-8 4 15,-2 4-6-15,0-3 12 0,3-2-12 0,-4-1 13 16,-2-5-10-16,3-1-1 0,-4 0-4 0,-1-4 2 15,-1 0 15-15,-1-4 23 0,-1-2 14 16,1 0 9-16,-4-5-2 0,1 2-8 0,-4-5-15 16,0 0-5-16,0 0-3 0,10-16-5 0,-10 8 13 15,0-7-29-15,0-1 1 0,1-2 13 0,-1 2-9 16,2-1-12-16,-1-2 11 0,2-2-6 16,0 5 2-16,-2 3 1 0,2-1-3 0,0 3 8 15,1-2-10-15,-3 3-3 0,2 2-11 0,0 2-7 16,0 2 13-16,1 2-5 0,2-1 13 15,-6 3-14-15,0 0 11 0,18 5 3 0,-9-1-6 16,-2 2 6-16,1 0-8 0,-1-4 5 0,2 5 2 16,-2 0 6-16,4-4-5 0,-4 4-6 0,2-4 6 15,-2 2 2-15,4-2 64 0,-4 1-8 16,2-3 11-16,2-1-16 0,-1-1-12 0,1-3 4 16,3 1-2-16,2-4-5 0,-2 0-5 15,-1-1 0-15,1-3 0 0,0 1-21 0,0-4 3 16,-4 6 5-16,0-4 8 0,1-1-5 0,-1 3-9 0,-3 2 1 15,-1 1-7-15,2 0-22 0,-2 2 6 16,-3 0 5-16,1 3 5 0,2-1 6 0,-2 3-9 16,-4 0-15-16,8 5 19 0,-5 0-17 15,3-1 19-15,-5 2-16 0,5-1 13 0,-3 0 6 16,1 2-11-16,3 1 0 0,-4 0 0 0,4-4-3 16,-3 3 6-16,5-1 2 0,-1-3 2 15,-2 3-7-15,1-5 11 0,3 1-1 0,-2 1-8 16,-1-3 1-16,2 0 2 0,-2-3 0 0,1 1-2 15,-2 1 10-15,-2-5-11 0,2 3 11 0,-6-5-8 16,3 1-7-16,-6-1 2 0,3 0 7 0,-6-2 3 16,2 3-4-16,1-4-4 0,-5 0 3 15,5 2 0-15,-4-2 3 0,1 3 7 0,2 1 1 16,1-1 4-16,-4 4-2 0,6-2 0 0,-2-4 5 16,3 3-15-16,0 2-6 0,0-1 11 0,4-2-5 15,3 0-11-15,3-1 14 0,3 0-9 16,5-3 6-16,0 3-13 0,4-1 2 0,2-4 8 15,4 3 0-15,-4-4-2 0,3 4-1 0,1-3-2 16,-8 4-7-16,4-3-3 0,-3 2 22 16,-4 3-14-16,0 1 7 0,-3-1 3 0,-1 5-19 15,-3-4 4-15,0 4 12 0,-2-2-8 0,-1 3 6 16,-1 0-8-16,-2-1-3 0,-4 3 3 16,0 0 2-16,0 8 8 0,-4-1 1 0,-2 0-4 15,2 1-2-15,-7 3 0 0,2 2-2 0,-1-2 7 16,2 3-5-16,1-3 2 0,-2 4-4 15,2-4-3-15,2 3 20 0,-1-3-20 0,2 1 15 0,1 0-10 16,3-5 3-16,0 1-3 0,0 2 10 0,3-4-13 16,1-4 6-16,2 4 2 0,-1-3 3 15,4-3-14-15,-1 0 9 0,3-2 0 0,1-5 7 16,-2 2 0-16,2-4-7 0,0-3 7 16,-1-3-15-16,2-2 10 0,-3-2-10 0,2-6 5 15,-3 1-3-15,-2-7 6 0,-3 2-3 0,-1-4 5 16,-3 0-8-16,0-5 1 0,-3 3 12 15,2 0-10-15,-2 0 0 0,-4 0 5 0,1 5-5 16,1 4 3-16,-1 1 2 0,2 3-3 0,1 3 3 16,-3 2 1-16,3 3-4 0,2 2-10 0,-2-1 1 15,-2 6 7-15,2 4 5 0,0 1-15 0,3 2 12 16,0 0-4-16,-13 12-3 0,10 1-3 16,-1 0 5-16,4 8 8 0,-3-3-2 0,3 7-16 15,0 3 6-15,3 1 9 0,0 2 1 0,4-1-8 16,-3 5 7-16,5-3 3 0,2 0-12 0,-1 0 7 15,0-3-3-15,4 1 3 0,-1-3-21 16,-1 1-25-16,4 0-18 0,-2-6-43 0,-1 0-70 16,2-7-250-16,-2 3-413 0,0-4 116 0,-1-4 40 15,0-7 70-15,-2 2 56 0</inkml:trace>
  <inkml:trace contextRef="#ctx0" brushRef="#br0" timeOffset="10001.29">3527 7950 755 0,'9'-7'279'0,"-2"0"-18"0,0 4-18 16,3 2-28-16,0 1-36 0,1 0-2 0,3 1-29 16,2 2-2-16,1 4-31 0,0 2-5 0,-2 4-18 15,1-2-15-15,-2 6 8 0,-1 1-16 16,-2-1-8-16,-4 5-10 0,-1-4 3 0,-2 0-8 15,-7 4-7-15,0 1 12 0,-1-3-18 0,-3 5 0 16,-4 0-2-16,-2 0 2 0,-4-1-7 0,4-6 7 16,-2 1-12-16,2 0-1 0,-1-6 6 15,-2 1-3-15,5-3 5 0,0-2-10 0,1-2 13 16,-2-1-6-16,1-4-9 0,4-2 14 16,7 0-25-16,-15-7 1 0,6 2 6 0,5-2-7 15,-2-1 24-15,3-1-24 0,2-2-10 0,-2 1 5 16,3 0 12-16,0 2-4 0,0 0 13 0,3-2-21 15,-2 3 5-15,2 0-3 0,0 2 6 16,3 0-11-16,1 3 6 0,4-3-6 0,-4 5 9 16,6 0 6-16,4 5-17 0,0-3 8 0,1 4 12 15,3 3-2-15,3-1-13 0,-2 1 2 0,0 1 6 16,1 0-10-16,-2 5 9 0,6-5-9 16,-6 5 7-16,0-5-10 0,-4 5-3 0,3-5-30 15,-7 3-44-15,-2-3-51 0,-4 4-169 0,-4-4-497 16,-3 1 95-16,0-3 59 0,-3-1 61 15,-8 0 62-15</inkml:trace>
  <inkml:trace contextRef="#ctx0" brushRef="#br0" timeOffset="26667.86">4084 7028 711 0,'0'0'166'0,"0"0"-7"0,0 0-5 0,0 0-29 16,0 0-10-16,0 0-7 0,0 0-21 16,0 0-21-16,0 0 16 0,0 0-5 0,0 0-5 15,0 0 7-15,0 0-28 0,0 0-5 0,0 0-7 16,0 0 4-16,0 0-2 0,10 0-18 16,-10 0 6-16,9 1 11 0,-9-1-6 0,12 0-14 15,-3 3-12-15,-9-3 7 0,11 2 80 0,-1-2-18 16,-3 1-3-16,0 0-10 0,2 3-3 15,2-3-17-15,-4 0 5 0,6 1 7 0,-2 3-5 16,2-4-2-16,1 0-8 0,-4 1 0 0,4-2-6 16,3 4-1-16,-3-2-1 0,6-2 5 15,1 1-7-15,2 0-10 0,1 3 17 0,-2-2-20 16,2-2 7-16,-1 2-1 0,1 0-17 0,6 1 9 16,-5-2-1-16,2 2 0 0,0 1 3 0,-3-2-5 15,0-2 5-15,0 2-3 0,0-2 1 16,1 4-9-16,-2-3-7 0,4 0-2 0,-3-1 9 15,0 0 6-15,4 1 3 0,-1 0-22 16,1 1 9-16,-2-2 2 0,2 3-23 0,-1-3 28 16,1 1-7-16,2-1-6 0,-2 1 14 0,2 1 9 15,-2-2-22-15,-4 1 9 0,3-1-2 0,0 3-2 16,0-1-6-16,-3-2 11 0,4 1-5 16,0-1 4-16,2 1-4 0,1-1-8 0,0 4 12 15,-3-4 1-15,2 1-5 0,1 0 2 0,-1-1 0 16,1 0-5-16,-3 1 10 0,2-1 6 15,1 1-14-15,-3 1 6 0,2-2-8 0,1 3-69 16,-4-3 23-16,4 0 2 0,3 0-10 0,-2 0 6 16,1-3 4-16,1 3 3 0,0 0 5 15,0-2 11-15,-2 2 7 0,5 0 3 0,-6 0-6 16,6-1-2-16,-2 0 13 0,-1 1 0 0,-3 0 2 16,3 0-2-16,0 0 4 0,0 0-4 0,0 0 3 15,0-1 4-15,0 1 3 0,0-1 5 0,0-3 0 16,8 4-5-16,-1-2 5 0,1 2-10 15,1-2 0-15,1-1 0 0,1 2 2 0,0 1-2 16,3-3 3-16,-1 3 7 0,1-1-3 0,-3-2-2 16,3 3 18-16,-1-2-13 0,1 2-5 15,-4 0-2-15,1-1 4 0,-4 1-2 0,4-1 6 16,-1 1-6-16,-3 0 2 0,4-1-4 0,-1 1 2 16,1-1 0-16,-1 1 5 0,4-4-3 0,-1 4 1 15,1-1 2-15,0 0-2 0,14 1-9 16,3-2 6-16,-14-1 3 0,-6 2 7 0,2 1 6 15,1 0-9-15,-3 0-2 0,3 0 0 0,-1-2-12 16,2 1 7-16,-2 1-5 0,-2 0 7 0,2 0 11 16,-2 0-3-16,-1 0-2 0,1 0-8 15,-1 0-10-15,-2-1 17 0,2 1 1 0,0-3-8 16,1 3-2-16,-4-2 2 0,3 2 5 0,0-1 2 16,1 1-4-16,-1-1-1 0,0 1 11 15,1-1-10-15,-1 0-1 0,2-3-9 0,1 4 14 16,1-1-4-16,0 1 7 0,17-1-7 0,0 1-1 15,-3-2 3-15,-8-1-7 0,-6 2 4 16,14 1 1-16,-8 0 2 0,-7 0-2 0,-2 0 17 16,-1 0-15-16,1-2-2 0,-1 2 4 0,-3-1 1 15,4 1-3-15,-4 0-5 0,4-4-10 0,-5 2 13 16,4 1-3-16,-2 0 5 0,2 1 0 16,1-2 2-16,-1-2-7 0,0 4 6 0,1-2-6 15,-1 2-3-15,4-2 6 0,-7-1-6 0,4 2 6 16,-4-1 2-16,3 1 8 0,-2 0-16 15,-2-2 3-15,1 1 5 0,1 1-2 0,-8 0-11 16,7 1 11-16,0-1 7 0,-4 0-3 0,4-3 6 16,0 4-5-16,-2-1-8 0,4 1 0 0,-2-1 2 15,-3 1 1-15,3 0 10 0,0-2-8 16,0 2 0-16,0-3-10 0,-7 3 13 0,3-1-3 16,-2 1 5-16,0 0-5 0,-1 0-7 0,0 0 7 15,0 0-10-15,0 0 7 0,0 0-2 0,0 1-2 16,0-1 12-16,0 0 0 0,1 3-5 15,-1-3-13-15,1 2 6 0,5-1 10 0,1 0-11 16,-2 3 6-16,1-3 7 0,1 0-8 16,0 1 1-16,0 0 0 0,0 1 4 0,0-2-2 15,-3 0-2-15,-1 1-3 0,1-1 13 0,-4 2-16 16,1-1 8-16,-1-2 0 0,0 1-10 0,0 0 18 16,0-1-10-16,-3 4-1 0,3-3 3 15,0 0 0-15,-3-1 6 0,3 1-6 0,0 0-3 16,1 1 6-16,-4 1 2 0,3-2-5 0,0-1 3 15,0 0-5-15,0 1 2 0,0 1-3 0,0-2 6 16,0 1-8-16,-3-1 8 0,0 3 15 0,0-3-23 16,0 2 5-16,2-2 0 0,-2 0-15 15,-3 1 7-15,2 0 3 0,-5-1 3 0,2 0-1 16,-3 4 6-16,1-3-11 0,1 0 3 0,-5-1 0 16,3 0 16-16,-3 1-14 0,-2 0-15 15,2 1 88-15,-7-2-16 0,3 0-3 0,-4 3-18 16,1-2 11-16,-3-1-3 0,3 0-13 0,-4 0-7 15,-1 0 7-15,-2 0-12 0,4 0-42 0,-1 0-35 16,-10 0-67-16,13 0-154 0,-5 0-519 16,-2 0 41-16,-6 0 95 0,0 0 40 0,10-4 70 15</inkml:trace>
  <inkml:trace contextRef="#ctx0" brushRef="#br0" timeOffset="31432.5">16835 6036 747 0,'-5'-7'317'0,"5"7"-33"0,-3-3-17 16,3 3-22-16,0-5-42 0,0 5-19 15,0 0-13-15,-6-4-12 0,6 4-31 0,0 0 3 16,0 0-9-16,0 0-22 0,0 0-8 0,0 0 13 15,-7 12-28-15,3-3 10 0,1 3-18 0,0-2-5 16,0 5 8-16,-2 1-16 0,-1 0 1 0,2 2-11 16,1-1 7-16,0 1-14 0,-1 0-3 15,1 2 2-15,0-1-5 0,-2-1-74 0,2 0 6 16,3 0 12-16,-3-1-6 0,6-2 35 0,-3-1-24 16,3-2-3-16,-3 1 6 0,5-2-1 15,-2-3 9-15,4 0-9 0,-1 1 14 0,1-3 15 16,7-4-11-16,-4 3-15 0,7-4 18 15,-3 0-5-15,3-2 0 0,0 1-10 0,4-4-26 16,-2 1-17-16,-1 0-29 0,0-1-16 0,-2-3-68 16,2 3-92-16,-5-3-510 0,1 0 97 0,-4 0 41 15,-3-1 77-15</inkml:trace>
  <inkml:trace contextRef="#ctx0" brushRef="#br0" timeOffset="32165.31">16622 6234 880 0,'0'0'284'0,"0"0"-30"0,-10 0-6 15,10 0-25-15,0 0-19 0,0 0-24 16,0 0-19-16,30-9-15 0,-12 3-8 0,3 4-10 16,6-5-13-16,4-2-13 0,6 0-9 15,-3 1-14-15,1-3-18 0,2-1-4 0,-3 2-16 16,-3 0-8-16,0-3-18 0,-1 1-12 0,-6-4 7 15,-3 2-10-15,-1-1-5 0,-6-2 5 0,-1-1 0 16,-2-1 20-16,-4 2-4 0,0 1-62 16,-4-1 18-16,0 0 10 0,0 3 20 0,-2 3-2 15,-1-3-2-15,3 4 2 0,-3 1 0 0,0 1-3 16,0 2-17-16,0 1 9 0,0 5 6 0,0 0 8 16,0 0-11-16,0 0 3 0,0 0 2 15,-10 23-4-15,7-8 9 0,-1 2-2 0,4 3-2 16,-3 2 15-16,0 3-8 0,0 1-13 0,2 1 16 15,1 0 2-15,0-2-20 0,0 1 12 16,0-1 6-16,0 0-13 0,1-3 12 0,-1-3 1 16,3-1-8-16,0 0-8 0,0-4 8 0,-2-2 3 15,2 1 7-15,3-4 6 0,-2-1-11 16,-1-4 5-16,5 0-2 0,-2-4 4 0,-6 0-1 16,18-7-6-16,-8 0 3 0,3-3-1 0,-2 1 1 15,5-6 0-15,-1 3 2 0,-2-1-3 0,0 3 4 16,-2-1-9-16,2-1-2 0,-2 4 3 15,-1 1-13-15,-3 2 7 0,4-2-5 0,-5 5-10 16,1-1 3-16,0 3 0 0,-7 0 7 0,17 5 3 16,-7-1 15-16,-4 1-20 0,5 2 7 15,-4 2-2-15,3-2 3 0,-3 2-3 0,3 0 5 16,-3-1-3-16,0 1-2 0,3 1 2 0,1 0-2 16,-2 3-8-16,1-5 19 0,1 0-17 0,-4-4-4 15,6 3-6-15,-2-1-2 0,-1 0 5 16,4-4 3-16,-4-1 10 0,4-1-13 0,0-1 3 15,-1-1 12-15,4-4-7 0,-3-2-3 0,0-1 5 16,2-6-12-16,-1-1 12 0,-2 0-4 0,1-3 4 16,-1 2 10-16,-3 0-4 0,1 1 25 15,-4 1-8-15,-1 3 19 0,1-1 1 0,0 4-7 16,-3 0-2-16,-1 0-11 0,0 3-9 0,-2 2 6 16,2 0-4-16,-3 4 10 0,0 0-8 0,0 0-10 15,0 0 5-15,0 15 3 0,-3-7 2 16,2 2-5-16,1 0-2 0,-3 3 5 0,3-1-6 15,-3 1 6-15,3-1-6 0,-3 2-37 0,3-1-6 16,0 0-90-16,0-1-56 0,-1 0-212 16,2-1-290-16,2-3 37 0,-3-2 65 0,3-3 63 15</inkml:trace>
  <inkml:trace contextRef="#ctx0" brushRef="#br0" timeOffset="32299.25">17713 5925 238 0,'-1'-4'-154'0</inkml:trace>
  <inkml:trace contextRef="#ctx0" brushRef="#br0" timeOffset="32665.06">18130 5973 1005 0,'0'0'277'0,"0"0"-36"0,0 0-24 15,-18 9-20-15,9-5-15 0,-6 5-16 0,2-1-22 16,-1 0-16-16,-3 2-6 0,0 1-11 0,0-1-9 16,0 2-15-16,4 1-28 0,-1-2 25 15,3 2-12-15,2-3-16 0,1 2-2 0,1 0 0 16,4-2-11-16,0-1-12 0,3 1-10 0,0 2 2 15,3-3-11-15,3 1 4 0,-2-1 14 16,7 1-12-16,-4 3-7 0,3-5 1 0,3 2 6 16,-2-1-5-16,3 0 5 0,-4 1-15 0,0-2 2 15,4 0-3-15,-4-1 3 0,0 0 6 16,0 0 17-16,-3 0-26 0,-3-3 24 0,2 2-75 16,-2-4 21-16,3 4 3 0,-4-3 2 0,0 1-1 15,-3-4 22-15,1 6-16 0,-1-6-2 0,-4 6 14 16,-3 0-1-16,3-3-6 0,-5 1 5 0,-1-1 3 15,2-2-18-15,1 4-46 0,1-3-85 16,-1 1-56-16,1 1-291 0,-2-1-185 0,5-3 13 16,3 0 94-16,0 0 80 0</inkml:trace>
  <inkml:trace contextRef="#ctx0" brushRef="#br0" timeOffset="33132.91">18892 6017 755 0,'-3'8'284'16,"3"-4"-26"-16,-1 8-38 0,1-3-12 0,0 2-21 15,0 3-26-15,1-3 0 0,2 3-7 0,-3-1-31 16,4 2-11-16,-1-2-9 0,-3-1-6 15,4-2-23-15,-1 2 5 0,3-2-17 0,-2-2 10 16,-1 2 2-16,5-4-13 0,-1 1-12 0,2-5-3 16,1 1 61-16,1-1-7 0,-1-2-10 15,0-2-8-15,4-2-8 0,-1-2-10 0,-2-2-5 16,2-2-13-16,-2 1-15 0,-1-6-1 0,0 3 1 16,0-2-8-16,-2 5-5 0,-1-4 0 0,-4 3 13 15,3 2-11-15,-2-2-10 0,-1 3 6 0,1 0-3 16,0 3-19-16,-1-3 9 0,-3 7 7 15,3-5-15-15,-3 5 3 0,0 0-1 0,0 0 3 16,0 0-10-16,0 0 17 0,7 16-12 16,-7-7 10-16,3 3-2 0,0-2-11 0,1 1 6 15,0 3 7-15,-1 1-10 0,1 1 10 0,-1-3-3 16,0 4-2-16,1-2 11 0,-1 2-9 0,0-3-4 16,0-3 4-16,-3 3-4 0,1-3 4 15,-5 3-2-15,4-3 13 0,-3-1-28 0,-3 0-37 16,2-4-96-16,-3 0-372 0,0-5-296 0,0-1 91 15,-3-2 60-15,1-6 63 0,-2-1 57 16</inkml:trace>
  <inkml:trace contextRef="#ctx0" brushRef="#br0" timeOffset="33265.89">18861 5760 844 0,'0'-9'266'0,"-3"3"-15"0,3 2-33 0,-1-1-11 16,1 5-66-16,-3-8-59 0,3 5-67 0,0 3-69 15,-3-2-266-15,3 2-302 0,0 0 41 16</inkml:trace>
  <inkml:trace contextRef="#ctx0" brushRef="#br0" timeOffset="33982.01">20027 6042 775 0,'-7'-6'292'15,"0"5"-100"-15,-2 0-10 0,-2 1-11 16,11 0-20-16,-24 4-13 0,10 2-10 0,1 3-15 15,-1 1-18-15,-3 3-3 0,3 3-10 0,1-1 0 16,-1 1-13-16,1-1-3 0,2 4-15 0,1-3-7 16,6-1-6-16,-2 0 3 0,2-1-20 15,1 1 17-15,3-4-12 0,-4 0 7 0,8 1-20 16,-4-3 18-16,3 0-16 0,1-1 13 0,2-4-5 16,-2 1-5-16,2-3-8 0,2-1 1 0,-8-1 4 15,16-1-5-15,-6-2 8 0,1-3-3 16,-4 3-9-16,3-4 4 0,0 1 3 0,-3-1 7 15,0 3 3-15,0-2 0 0,0 2 8 0,-3 0 2 16,2 1-10-16,-3-1-15 0,-3 4 0 16,10-3-1-16,-10 3-2 0,0 0 18 0,14 5-18 15,-10-2-7-15,-1 0 10 0,4 3 2 0,-1 1 0 16,-1-1-18-16,1 0-17 0,1 1-34 0,0 1-26 16,2 1-58-16,-1-2-64 0,2 0-85 15,0 2-389-15,7-1 13 0,-4-4 100 0,2 0 61 16</inkml:trace>
  <inkml:trace contextRef="#ctx0" brushRef="#br0" timeOffset="34484.73">20799 5996 834 0,'-6'-4'271'15,"2"3"-33"-15,-5-2-18 0,-2 3-15 16,1 4-33-16,-4-3-3 0,3 6-29 0,-5-3-12 16,1 3-10-16,-1 2-18 0,2-1-5 0,1 0-13 15,2 4-16-15,-2-3-4 0,6 0-4 16,0 0-22-16,0-2-5 0,3-1-23 0,1 0 2 16,0 1 0-16,3-1 3 0,0-2 5 0,3 2 0 15,0 0-5-15,0-1-6 0,1 1-2 16,3 1-10-16,-3 2 3 0,3 0 9 0,-1 5-9 15,5-1 2-15,-1 8-8 0,0 0 24 0,1 5-11 16,2 5 2-16,5 9-2 0,-2 2 49 0,2 0 5 16,-5 0 3-16,1 0-1 0,-4-1-12 0,-3-8-11 15,-1 1 8-15,-2 0-5 0,0-1-18 16,-4-3 3-16,-4-2 7 0,3-1-7 0,-5-4 17 16,-1 1-17-16,1-7 12 0,-5 0-12 15,1-9 7-15,3 0 3 0,-7-5-6 0,4-3 9 0,0-3-8 16,-4-5 4-16,1 0-6 0,0-9-1 15,-2 1-3-15,5-1 1 0,-1-1 0 0,2-4 14 16,2 6-9-16,0-3 2 0,3 0-4 0,1-2-14 16,3 3 3-16,0 1 7 0,3-1-12 15,1-4 3-15,3 3-1 0,0-2 3 0,6 1-5 16,1-3-8-16,4 4 5 0,1-4-10 0,2 5-18 16,3 1-61-16,-1-4-18 0,2 8-101 0,-1-3-521 15,0 0-100-15,-4 5 123 0,1-4 48 16,-4 2 65-16,0 1 60 0</inkml:trace>
  <inkml:trace contextRef="#ctx0" brushRef="#br0" timeOffset="36182.04">21148 6150 1123 0,'1'-8'336'0,"-1"0"-114"15,0-1-22-15,3-3-11 0,-3 6-25 16,0-3-10-16,0-1-8 0,0 6-26 0,0-5-10 16,0 2 0-16,-3 0-26 0,3 7-2 0,0-8-15 15,-4 5-8-15,4 3 2 0,-11-4-7 0,11 4-3 16,0 0-7-16,-19 7-1 0,8-1-2 16,4-2-23-16,-3 8 5 0,-1-3 0 0,4 1 3 15,-2 3-11-15,2-2 3 0,0 3-3 0,3-2 1 16,1 4-11-16,0-3 5 0,6-1-5 15,0 1-5-15,0 0 16 0,5 1 2 0,2-3-11 16,0 1-17-16,4-1 18 0,3-3-1 0,0 0-14 16,3-5 9-16,1 3-4 0,0-4-14 0,-1-2-4 15,0 0-3-15,1-2 2 0,-1-4-2 16,-2 1-5-16,3-7 23 0,-2 2-5 0,-4-5 2 16,1 4-7-16,-2-5 4 0,-1-1 9 0,-2 3-1 15,-4 3 8-15,3 1 6 0,-3-1 2 0,-4 3-8 16,5 2-26-16,-5 0 8 0,0 3 16 0,1-1-6 15,-4 4-7-15,0 0 2 0,0 0 8 16,10 15 6-16,-7-8-12 0,-3 2 6 0,0 1-5 16,0 3 13-16,0-2-8 0,0 1 5 0,0 1-5 15,0-1-8-15,-3 1 6 0,2-3 2 16,1 3-5-16,-3-3 0 0,0-1 12 0,0-1-7 16,3 0 11-16,0 0 17 0,-1-5 10 15,-2 3-23-15,3-6 1 0,-3 2-1 0,3-2 11 16,0 0-8-16,0 0-6 0,-3-18-6 0,3 9-1 15,3-4 10-15,0-1-2 0,1-2-16 0,-1-2 8 16,3-1 11-16,-2 3-9 0,6 1-7 0,-6-1 6 16,6 1-6-16,-4 1 2 0,2 2 11 0,-1-1-8 15,-1 3-5-15,4 2 0 0,-2 1-13 16,-1 2 8-16,5 1 10 0,-4 3-7 0,2 1-9 16,4 3 9-16,-1 2-11 0,-2 3 16 0,3 0-8 15,-1 3-3-15,0-1 5 0,-2 2 6 16,3 1 5-16,-4 0-19 0,0 3-12 0,0-4-2 15,-3 2-14-15,1 2-25 0,1-4-33 0,-5 1-31 16,5-1-23-16,-4-1-49 0,-2-2-81 16,4 0-85-16,-4-2-208 0,1-3-42 0,-1 3 86 15,3 0 363-15,-2-6 152 0,-4-1 76 0,7 3 78 16,-7-3 4-16,0 0 0 0,10-1 24 0,-10 1 9 16,0 0-94-16,10-7 18 0,-5 3-10 0,-2-2 2 15,3 2-10-15,1-3 7 0,0-1-2 16,0 0-5-16,0-3 10 0,0-1-23 15,2 1 31-15,-1-3 62 0,-1 3-19 0,2-3 3 16,-5 3 5-16,2-4-8 0,-1 1-71 0,-2 3 2 16,0 1 3-16,0-2 0 0,-2 2-21 0,2 1-10 15,-3 1 3-15,0 1-3 0,3 3-16 16,-3-4 1-16,0 8 5 0,-3-7-10 0,3 7 4 16,-10 0-9-16,10 0-8 0,-14 6 15 0,7-3-15 15,0 6-1-15,-3-1-7 0,0 4-7 0,3 0 20 16,0 3-11-16,-3-4 1 0,6 4 5 0,-2 1-5 15,5-4 4-15,-2 2-9 0,6 2-3 16,-2-4-3-16,2 1 9 0,0 1 4 0,8-3-13 16,-4-2 8-16,3 1-7 0,4 0-14 0,-1-4 9 15,5 0-14-15,-2-3-2 0,5-2-18 16,-4-1-7-16,3-1 20 0,-2-2-13 0,5-5-8 16,-2 0-5-16,-3-7-7 0,1 3 17 0,-4-4 3 15,-2-4 8-15,1 0-3 0,-4 1 13 16,0-2 21-16,1 3 9 0,-4 3 1 0,-1-2-13 15,1 6 12-15,-1-3 4 0,-1 6 2 0,-2-2-19 16,0 3 6-16,1 5 3 0,-1-3-6 0,-3 5 11 16,0 0 5-16,0 0-8 0,3 15-10 15,-3-5 10-15,0 3 3 0,3 2-11 0,-3-1 3 16,0 1-10-16,-3 6 12 0,3-3-4 0,0 1 10 16,0 0-19-16,0 2 11 0,0-4 13 0,0 1-15 15,0-2 4-15,0-3-4 0,0 0-1 16,0 1 18-16,0-5 6 0,0-1 25 0,0 0-5 15,0-1-13-15,0-4 0 0,0-3 0 0,0 0 3 16,0 0-5-16,0 0-8 0,0 0 2 16,-3-22 3-16,3 12-2 0,0-2 2 0,3-1-18 15,-3 1 10-15,3-3 0 0,-2 0-9 0,2 0 6 16,4 3-7-16,-3-4 6 0,2 2 4 0,-2 2-18 16,5-1 3-16,-1 2 18 0,2 2-10 15,0-2-10-15,4-1 7 0,-1 4 0 0,2-2-8 16,-2 2 8-16,5 1 3 0,1-3 0 0,-1 3-3 15,-1 3 0-15,6-2-10 0,-2 3 7 0,-1-3-2 16,4 5-12-16,-3-4-1 0,0 4 15 0,2 0 3 16,-2 1-7-16,0-2 2 0,-5-1 0 15,-1 2-3-15,-2 1-4 0,1 0 2 0,1 0 12 16,-7-2-17-16,3 2 7 0,-4-1 6 0,-7 1-11 16,16 0 19-16,-8 0-14 0,-8 0 11 15,10 0 7-15,-10 0-2 0,0 0-11 0,10-2-4 16,-10 2-1-16,0 0 3 0,0 0 5 15,0 0-5-15,0 0-5 0,0 0 3 0,-14 12 2 16,2-6 0-16,0 3-8 0,-4 0 13 0,1 1-7 16,-5 5 7-16,7-1-8 0,-5-1 6 0,2 4-6 15,5-1 1-15,-3 1-1 0,1 0 8 0,2-1-5 16,5 0 0-16,-1-1-5 0,1-2-3 0,5 0 8 16,-2-3-5-16,3 4-2 0,-4-5 30 15,8 0-13-15,-4-1 0 0,4 0-15 0,2-6 71 16,1 4-7-16,2-4-5 0,-1 0-3 0,2-2-15 15,3-3-3-15,-2 1 11 0,3-4-11 16,0-1-7-16,-1-3 5 0,1-4-14 0,-1 1 1 16,0-5-7-16,-1-2 6 0,-2 2 1 0,1 0-7 15,-5 4 1-15,1-3-9 0,-1 6 12 16,-2-3 1-16,2 6-3 0,-1-3-6 0,-2 3 1 16,0 2-8-16,2-1-15 0,-4 3 17 0,-1 4 1 15,0 0-1-15,0 0-12 0,0 0 10 0,0 0 8 16,0 0-3-16,1 15-8 0,-1-11 6 0,0 2-3 15,3 2-5-15,-3-1-21 0,3 2-10 0,-3-4-38 16,3 2-26-16,1 1-59 0,0 0-56 16,-1 1-197-16,1-3-381 0,3-2 89 0,-1 0 67 15,1-2 68-15,3 0 47 0</inkml:trace>
  <inkml:trace contextRef="#ctx0" brushRef="#br0" timeOffset="36465.66">22995 5691 931 0,'0'0'264'16,"0"0"-16"-16,-8 13-30 0,5-1-11 0,-1 4-15 16,-2 2-18-16,3 5-23 0,2 4-2 15,-5-1-19-15,3 7-4 0,2 0-16 0,1-4 5 16,0 7-10-16,0-7-13 0,1 5-23 0,2-1 8 15,3-2-13-15,-2-4 2 0,-1-2-7 0,1 0-5 16,6 0-5-16,-6-2-3 0,2-7-10 16,-2 1 15-16,2-2-5 0,-2-4-3 0,-1-1-76 15,4-2-3-15,-3-2-12 0,2-2-57 0,1 0-77 16,-1-4-212-16,-6 0-361 0,11-6 51 0,-10 0 87 16,2-3 69-16</inkml:trace>
  <inkml:trace contextRef="#ctx0" brushRef="#br0" timeOffset="37149.19">23738 5691 906 0,'0'0'286'0,"0"0"-25"0,0 0-28 0,0 0-23 15,0 0-8-15,2 19-25 0,1-6-11 0,0 0-25 16,0 5-10-16,1 1-26 0,-1-1 0 15,2 1-16-15,-2 3-2 0,3-1-2 0,-5 1-19 16,5-5 11-16,0 7-21 0,-2-4 6 0,3 3-1 16,-3-6-22-16,3 3 4 0,-4-5 1 15,4 2-3-15,-1-2-3 0,0-1 0 0,-1-2-7 16,1-2-3-16,-2 2-2 0,2-5 0 0,-1 2 12 16,-2-5-12-16,4 2 2 0,-1-4-16 0,1 0 6 15,4-2-10-15,-11 0-16 0,17-4-20 16,-4 0-41-16,-3 0-61 0,0-4-134 0,1-1-327 15,1 1-159-15,-4-3 87 0,-4 1 61 0,3 0 62 16</inkml:trace>
  <inkml:trace contextRef="#ctx0" brushRef="#br0" timeOffset="37332.23">23603 5970 803 0,'0'0'284'0,"0"0"-25"16,0 0-6-16,27-9-48 0,-10 8-5 15,-3 0-29-15,6-1-20 0,1-2-41 0,-1 2-33 16,4-1-77-16,0 0-74 0,-4 0-210 0,8-1-336 16,-7 2 11-16,3 0 66 0</inkml:trace>
  <inkml:trace contextRef="#ctx0" brushRef="#br0" timeOffset="37681.6">24106 5971 645 0,'6'-3'276'0,"1"2"-25"0,0-3-11 0,5 1-30 15,-7-3-15-15,5 3-11 0,-2-3-23 0,2 2-81 16,-4-3-1-16,1 1 3 0,-1-2-5 0,2 1-8 15,-5 1 5-15,1-1 3 0,-1 2 71 0,0 1-9 16,0-1-24-16,-3 5-10 0,1-8-3 16,-1 8-5-16,0 0-22 0,0 0-6 0,0 0-5 15,0 0-8-15,0 0-10 0,0 0 8 0,-20 14-13 16,12-6-5-16,5 1 0 0,-4-1-13 16,1 1 7-16,2 1-2 0,1 0-12 0,0 3 7 15,-2-4-8-15,2 7 1 0,3-7-6 0,0 5 5 16,0-3 1-16,3 3-9 0,2-3 6 0,1 0-23 15,-2 2-16-15,5-2-10 0,1 2-25 0,1-4-16 16,3 0-28-16,0-1-54 0,2 0-107 16,2-5-358-16,2 3-85 0,0-4 33 15,1 0 85-15,-1-2 68 0</inkml:trace>
  <inkml:trace contextRef="#ctx0" brushRef="#br0" timeOffset="38315.15">24671 5935 801 0,'0'0'322'16,"-2"-9"-91"-16,2 4-24 0,0 5-15 0,-6-4-21 16,6 4-20-16,-4-4-12 0,4 4-17 15,0 0-6-15,-20 7-27 0,13-1 21 0,-4 2-15 16,1 0-13-16,3 3-18 0,-3 2 15 0,0-1-28 16,0 2-2-16,3-2 7 0,0 2-4 0,3 2-9 15,1 0-4-15,0-5 1 0,2 3-11 16,1-3-9-16,1 3 1 0,2-4 14 0,0-1-1 15,5 1-14-15,-1-3 1 0,4 1-3 0,1-2 0 16,2-2 2-16,5-1-10 0,-4-1-2 0,6-4-8 16,-1-2-15-16,4-3-42 0,0-1-14 15,0-2 7-15,3-5-44 0,-3 0-10 0,-3-5-20 16,1 1-31-16,-4-6 13 0,-1 0 0 16,-3-6 13-16,-3 1 22 0,-1-1 27 0,0-2 32 0,-3-1 31 15,0 1 34-15,-4 1 17 0,1 6 14 16,-1 1 37-16,0 4-7 0,-3 1 16 0,0 5-11 15,3-2-3-15,-3 6 16 0,-3-1-7 0,3 6-35 16,-3 0 1-16,0 2-2 0,3 4 2 16,0 0-13-16,-14 7 8 0,7 2-16 0,0 3 6 15,-3 5 7-15,3 1-20 0,-3 4-5 0,3 0 12 16,0 3 3-16,-2 5-10 0,1-5 5 16,1 4 5-16,1-1-15 0,2-2 4 0,-2-1 6 15,4 0-5-15,-4 0 0 0,3-6 5 0,0-2-11 16,-1 1-4-16,4-3 10 0,-3-1 5 0,3-4 18 15,-3-2 2-15,3-1-7 0,3-4 7 16,-3-3-5-16,0 0 8 0,0 0-15 0,10-11-8 16,-1 3 7-16,-4-7-9 0,2 0 7 0,2-3-8 15,-2 2 1-15,4-1-6 0,-1-1-5 0,0 4 5 16,-2 2-10-16,2-2-8 0,-4 3 19 16,1 2-11-16,3 1 2 0,-3 2-4 0,-3 4-3 15,5 2-8-15,-9 0 0 0,18 1 18 0,-11 2 0 16,4 2 0-16,-1 3-2 0,1 1-8 15,-2 1 15-15,1-1-13 0,0 4 6 0,-3-2 2 16,4 3-5-16,-1-2-13 0,-1 2-20 16,-1 2-26-16,2-4-36 0,-3 2-40 0,3-3-83 15,-3 2-283-15,0-3-188 0,0-1 46 0,-1-3 47 16,2-4 64-16</inkml:trace>
  <inkml:trace contextRef="#ctx0" brushRef="#br0" timeOffset="38898.28">25267 5886 877 0,'0'0'236'0,"0"0"-8"0,8 18-26 16,-5-9-28-16,-3 3-2 0,5-2-19 0,-4 1-22 15,0 2-3-15,-1-1-16 0,0 2-2 16,0-1-20-16,0-1-8 0,0-1 0 0,0 2-16 15,0-5 6-15,0 1 0 0,0 0-3 0,-1-2 23 16,1 1 3-16,0-4-1 0,-1 2-68 16,1-6 0-16,0 6 7 0,0-6-15 0,0 0 12 15,0 0-19-15,0 0 9 0,0-20-15 0,0 9 0 16,1-1-2-16,0-2-8 0,2-2 5 16,0 1 5-16,1 0-10 0,-1 0 0 0,4 1 5 15,-6 3-5-15,5-2 7 0,-3 3-4 0,1 2-9 16,-1 0 14-16,0-1-11 0,1 2 3 0,0 5 5 15,2-3 5-15,-6 5-7 0,7 0 20 16,-7 0-34-16,13 9 11 0,-5-3 5 0,-2 2-2 16,-2 0 4-16,3 1 3 0,-1 1-5 0,2 4 3 15,-1-4 15-15,-1 3-8 0,1-2-13 0,3 0-2 16,-6-2 10-16,3 0-10 0,2 1 8 16,-1-4-8-16,-1 1 15 0,2-1-15 0,2-4 2 15,0 2 3-15,1-2-2 0,0-2 2 0,1-2 5 16,4-3-3-16,-3 0-14 0,-1-1-1 15,-2-1-20-15,2-5 7 0,1 0-10 0,-4-1 5 16,0 0 11-16,1-1 5 0,-4 3 9 0,2-3 1 16,-2 4 13-16,-2 1 2 0,1 2 0 0,-1 0 3 15,-3 2-3-15,1-1-2 0,0 5 8 16,-3 1-19-16,0 0 3 0,0 0 10 0,0 0-5 16,0 0 11-16,-6 18-19 0,5-10 3 0,0 3 3 15,-1-3 17-15,-1 4-15 0,0-1 0 0,3-2 3 16,0 2 0-16,0 2-16 0,0-2-12 15,0-1-32-15,0 3-63 0,0-4-105 0,3 0-527 16,2 0 79-16,-3-3 33 0,4-5 82 0</inkml:trace>
  <inkml:trace contextRef="#ctx0" brushRef="#br0" timeOffset="39531.87">25952 5900 890 0,'0'0'259'0,"0"-8"-19"16,0 8-30-16,0 0-18 0,0 0-18 0,0 0-15 15,-14 1-13-15,14-1-16 0,-17 11-9 0,6-4-21 16,1 2-8-16,0 3-5 0,-4-2-5 15,4 1-13-15,0 2-8 0,-1-1-12 0,4 1 2 16,-2-1-15-16,1 1 0 0,3-3-11 0,0 0-7 16,2 2-13-16,0-1 3 0,6-4-13 0,-3-2-5 15,6 0 2-15,-2 1 0 0,6-4-10 16,-3-1 3-16,0-2 5 0,3 1-6 0,1-6 6 16,-1 1 3-16,0-2 1 0,4-2 1 0,-4 0 18 15,1-1 8-15,-1 1 12 0,0 0-5 16,-4 2 10-16,2 3-9 0,-2-4 1 0,1 5-14 15,-4 0 2-15,1 0-13 0,-4 3 15 0,0 0-4 16,12 11 7-16,-11-1 2 0,0 3-4 16,-1 3-3-16,0 3 2 0,0 5-7 0,-2 2 2 15,-3 9-2-15,1 3 0 0,-3 10-6 0,0-2 9 16,-2 2 68-16,1-7-12 0,2-7-5 0,2 1-14 16,-2-2 4-16,2 1-14 0,-2-1-5 0,1-2 19 15,2-5-29-15,0-1 8 0,2-1-16 0,0-5-2 16,-1-2 0-16,-1-3-28 0,3-3-13 15,0-3-51-15,3-1-67 0,-1-2-212 0,0-3-472 16,-2-2 104-16,0 0 45 0,17-15 69 16,-10 3 62-16</inkml:trace>
  <inkml:trace contextRef="#ctx0" brushRef="#br0" timeOffset="39948.1">26127 5941 726 0,'-5'20'223'15,"5"-6"-13"-15,0-3-31 0,0 3-10 0,0 2-20 16,0 2-6-16,0 1-15 0,3-1-5 16,-1 2-23-16,0-2-8 0,2 1-8 0,-1-1-12 15,1 2-11-15,2-7 24 0,1 4-13 0,3-4-16 16,-1-1-8-16,-1-1 19 0,2-5-21 15,1-1 0-15,4-2 0 0,-2-3-13 0,0-2-2 16,4-1 0-16,-3-4-11 0,3-8 9 0,-2-1-6 16,-2-2-11-16,3-6 6 0,-2-2-7 15,-1 0 1-15,-2-4-4 0,1 4 7 0,-2 2 11 16,-5 4 23-16,6-1-1 0,-5 4-7 0,-2 3 13 16,2 2-8-16,-2 1-15 0,-1 2-18 0,0 2 7 15,1 5-17-15,-3-3 4 0,-1 5 11 0,0 0-13 16,0 0 3-16,0 0 0 0,-5 21-1 15,2-11-2-15,0 1 11 0,1-1-1 16,-3 3-10-16,2 3 13 0,0-1-15 0,3-1 2 0,-4 1-15 16,4-1-47-16,-3-1-45 0,3 2-59 15,-4-2-213-15,8-1-345 0,-4-4 25 0,3-1 98 16,1 0 61-16</inkml:trace>
  <inkml:trace contextRef="#ctx0" brushRef="#br0" timeOffset="40283">26607 6059 862 0,'9'-16'343'16,"-4"5"-49"-16,3-3-22 0,-2 0-103 0,1 2 0 15,-1-4-29-15,-2 1-6 0,3-1-12 0,-3-1-9 16,2 2 0-16,-2 2-16 0,-1-1 3 16,0 4-16-16,-3 1-4 0,3 1-1 0,-3 0-25 15,-3 5 10-15,-3 0-16 0,6 3 1 0,-17 5-8 16,3 4-3-16,-7 2-12 0,6 4 12 0,-7 3-12 15,2 5 5-15,-1 2-6 0,5 2 14 16,-2-1-14-16,4 4 8 0,4-4-2 0,3-2 23 16,3-1-18-16,3-2-8 0,1-1 82 0,2-2-38 15,1 0 20-15,4-4-28 0,3-1 23 0,4 1-79 16,2-5 12-16,-1-2 21 0,9-2 20 16,-4-1-22-16,4-3-24 0,0-2 13 0,0 1 3 15,-1-6-10-15,1 4 12 0,0-5-26 0,-7 1-14 16,4 2-21-16,-4-4-16 0,-4 2-2 0,-3-2-64 15,-5 5-56-15,-5-4-83 0,-8 2-245 16,1 1-271-16,-13-2 30 0,-7 1 98 0,-15-1 43 16,-26-2 54-16</inkml:trace>
  <inkml:trace contextRef="#ctx0" brushRef="#br0" timeOffset="44130.58">12876 5928 1041 0,'0'-8'305'16,"3"-1"-24"-16,-3-1-35 0,0 1-28 15,0-5-8-15,3 3-23 0,-3-3-21 0,0-3-10 16,0-2-20-16,0 0-21 0,0-4 0 0,0-2-13 15,0-7-4-15,0-4-11 0,-3-3-10 0,3-1-8 16,0-2 2-16,-4 3 6 0,4 1-15 16,0 0 4-16,-3 2-4 0,3 2-70 0,-3 8 0 0,3-3 11 15,-3 8-1-15,3 0-12 0,0 3 10 16,0 0-2-16,0 4 4 0,0 2-15 0,0-1 6 16,-1 4-4-16,1 0 6 0,0 1-25 0,0 2 14 15,0 6-22-15,0-5-21 0,0 5-28 16,0 0-31-16,0 0-56 0,0 0-87 0,1 25-461 15,2-14 3-15,-3 3 107 0,0 3 49 0</inkml:trace>
  <inkml:trace contextRef="#ctx0" brushRef="#br0" timeOffset="44467.06">13196 6026 775 0,'5'-8'241'0,"-2"-1"-37"15,1-2 1-15,2-3-31 0,0-2-5 0,-2-1-23 16,3-5-3-16,-6 0-30 0,2-3-8 16,0-4-3-16,-3-7-15 0,0 1-12 0,0-5-1 15,-3-16 0-15,-1 4-7 0,1 0-6 0,-4 8 1 16,6 9 4-16,-5-1-4 0,3 4-4 0,-1 6-14 15,1 1 7-15,-3 0-7 0,4 1-3 0,-1 6 61 16,0 1-5-16,-1 1-10 0,1 0-7 16,0 5-16-16,0-3 2 0,2 5-9 0,-2 0-11 15,3 0-16-15,-3 2-25 0,0-2-28 16,3 2-25-16,-4 0-57 0,3 3-67 0,-2-2-25 16,0 1-225-16,0 1-336 0,-1 0 105 0,1 0 37 15,-1-1 45-15</inkml:trace>
  <inkml:trace contextRef="#ctx0" brushRef="#br0" timeOffset="44897.42">12913 4934 711 0,'-10'19'197'0,"0"3"-23"0,2-1 0 0,-2 0 13 15,1 3-56-15,-2 3 2 0,4 5-10 16,-3-3-11-16,3 3-9 0,-3 0-24 0,0 0 3 16,3-3-15-16,0-4-9 0,0-1 9 0,3-2-8 15,1-5-5-15,-3 0-16 0,5-4-2 0,-2 0 20 16,0-2-12-16,0-4 4 0,3-1 3 0,-4-4-12 16,4-2 9-16,0 0-14 0,0 0-1 0,10-26 3 15,-6 9-11-15,5-5 4 0,-2-6-6 16,1-4-5-16,2-1-11 0,3-11 9 0,1-4-11 15,-1 0 10-15,5 3 6 0,-1 2-6 16,3 2 5-16,-2 0-7 0,-5 9 26 0,4 6-19 16,-6 2 13-16,6 1-12 0,-4 6-6 0,0 3 1 15,2 0 7-15,1 5-3 0,-1 1-2 0,1 3-3 16,1 4-10-16,4 2 18 0,2 3-10 16,-1 3-15-16,5 2 15 0,1 3-6 0,2 2 11 15,-3 3-8-15,11 8-7 0,-4 1 2 0,-3 0-10 16,-4-2-23-16,-6 0-57 0,-1-4-104 15,7 12-477-15,-9-2-40 0,-5-10 48 0,-3-3 95 16,-5-4 48-16</inkml:trace>
  <inkml:trace contextRef="#ctx0" brushRef="#br0" timeOffset="45637.65">11436 4450 811 0,'-10'16'279'16,"3"-3"-36"-16,1 3-18 0,1-2-28 0,-1 2-7 15,0 0-31-15,2-1-14 0,1 4-6 0,0-2-16 16,2 0-13-16,1-1-18 0,1-3-8 15,-1 2-12-15,3 0 0 0,0-2-3 0,4-1-8 16,-1 1-12-16,2-3 7 0,-1-1 0 0,3-5-15 16,0 2 8-16,7-5-3 0,-4-1-10 15,5 0 2-15,-1-5-2 0,6-4-13 0,-2-2 10 16,0 0-10-16,-5-4 16 0,5-4-3 0,-4-4-11 16,0 1-2-16,-6 2 0 0,0-3 3 15,-2-1-72-15,-2-1-3 0,-4 0 3 0,0 2 18 16,-3 1 0-16,0-1 18 0,0 5 38 0,-3 1-23 15,0 2 5-15,0 4 3 0,-1-3-10 0,-2 6 14 16,-1 0-4-16,-1 4-3 0,-2-1-12 16,1 4 10-16,-2 2 66 0,-2 5-10 15,2-2-10-15,-3 3 2 0,4 1-10 0,-1 2-3 0,1 3 6 16,0-2-16-16,4 3-12 0,-2-2 4 16,5 3-4-16,0-1 5 0,3-3-3 0,0 3-13 15,3 2-8-15,4-4-17 0,3 2-23 0,0-3-34 16,1-3-33-16,6 1-74 0,0-3-108 0,3-1-504 15,1-2 85-15,0-3 22 0,-1-5 106 16,1 2 48-16</inkml:trace>
  <inkml:trace contextRef="#ctx0" brushRef="#br0" timeOffset="45846.79">12007 4291 573 0,'-3'12'233'15,"0"2"-5"-15,3 5-29 0,-4 6-9 0,4 6-24 16,-4 5-5-16,1 3-28 0,0 12 1 0,2 1-6 16,-5 0-16-16,6 1-4 0,-3-8-9 0,3-5-1 15,0 13-27-15,0-7-9 0,0-10-3 16,0 3-18-16,3-6-39 0,-3-4-35 0,3 0-28 16,0-4-83-16,1-4-158 0,-1-6-366 15,1-1 72-15,-3-10 17 0</inkml:trace>
  <inkml:trace contextRef="#ctx0" brushRef="#br0" timeOffset="46113.68">11956 4409 749 0,'0'-13'228'16,"3"3"-13"-16,0 2-12 0,2 1-29 0,-2 3-11 15,0-2-19-15,4 4 32 0,-1-1-4 0,1 3-11 16,-7 0-18-16,18 5-15 0,-8 1-23 0,4 2 0 15,-4 3-5-15,0 3-20 0,1 2 9 16,-2 2-17-16,-5 2 5 0,2 4-3 0,-5-1-3 16,-1 1 6-16,0 1-2 0,-1 0-12 0,-5-3-9 15,2 2 0-15,-5 0-8 0,2-2-2 16,-1-1-9-16,-2 0-12 0,0-4 8 0,0-2-8 16,3-3-13-16,0 2-30 0,1-6-44 0,-2-1-100 15,1-3-322-15,1-4-318 0,3 0 118 0,3 0 41 16,-4-11 92-16,1-3 59 0</inkml:trace>
  <inkml:trace contextRef="#ctx0" brushRef="#br0" timeOffset="46380.78">12325 4092 737 0,'0'14'299'0,"0"1"-30"0,-3 5-18 15,3-1-100-15,0 2-3 0,0 1-4 0,0 4-22 16,0 4-1-16,3-3-9 0,-3 3-14 16,3-3-1-16,-3 5-5 0,4-3-15 0,3 3 0 15,-3-7-13-15,2 0 0 0,-2-1-11 0,5-3-9 16,-4-2-8-16,1-6 7 0,1 2-4 16,0-2-14-16,3-7 11 0,0 0-21 0,0-3-15 15,4-3-17-15,-3-3-47 0,2 0-75 0,1-5-112 16,-1 1-481-16,2-2 75 0,-2 0 45 0,-3-2 82 15</inkml:trace>
  <inkml:trace contextRef="#ctx0" brushRef="#br0" timeOffset="46731.01">12165 4453 573 0,'-10'-2'217'0,"10"2"4"15,0 0-19-15,0 0-33 0,0 0-5 0,0 0-26 16,0 0-8-16,23-6-20 0,-9 3-2 0,-1-3-8 16,8 4-18-16,0-6 5 0,6 0-16 15,-4 1-4-15,5-1-8 0,-1 0 2 0,1-1-12 16,3 1-3-16,-4 0-8 0,-3-1-2 0,-1 2 10 16,2 3-7-16,-4-4-16 0,-1 2-3 15,-6 4 1-15,3-4 4 0,-4 3 1 0,-3-2-1 16,1 2-7-16,-1 2 5 0,-3-4-2 0,3 5-16 15,-3-1 13-15,-7 1-8 0,10 3 8 0,-3 1-10 16,-4 0 12-16,5 3-7 0,-2 0-8 16,-3 1 8-16,1 2 5 0,-1 0-11 0,0 2-7 15,1 1 13-15,-4 2-2 0,4 2-9 0,-1 1-4 16,-2 3-37-16,2-4-53 0,0 2-39 0,-3-1-104 16,3 0-482-16,1 1 72 0,2-6 39 15,-6-1 76-15</inkml:trace>
  <inkml:trace contextRef="#ctx0" brushRef="#br0" timeOffset="46880.38">12694 4184 527 0,'0'0'182'16,"0"0"-101"-16,0 0-316 0,0 0-280 15</inkml:trace>
  <inkml:trace contextRef="#ctx0" brushRef="#br0" timeOffset="47634.49">12927 4526 616 0,'3'12'259'0,"-2"1"-26"16,2-3-23-16,-3 1-18 0,0-2-23 0,0-2-6 16,0 1-22-16,0-1-8 0,0 1 0 15,0-2 13-15,0-1-5 0,-3-1-69 0,3-4-3 16,0 0-8-16,-4 3 8 0,4-3-5 0,0 0-12 16,-11-11-6-16,8 3-10 0,0-1-1 0,2-4-1 15,-2 1-1-15,0-4-7 0,3-2-3 0,0 1-5 16,0 1 69-16,3-2 2 0,0-1-17 15,-2 6-11-15,2-4-7 0,4 3-10 0,-3 3-9 16,2 3 9-16,-2-1-16 0,3 1-15 0,3 1 5 16,-6 3 2-16,5 2-2 0,1 1-8 15,-10 1 11-15,18 6-16 0,-8 1 10 0,1-3-4 16,-4 4-6-16,3 0 5 0,-1 2 5 0,2 3 3 16,-4-1-13-16,0 1-5 0,-1-4 11 15,-1 2-6-15,1 1-3 0,-3-3-4 0,0 1-1 16,-2-3 8-16,2 1 11 0,0-2-4 0,-3-1 11 15,3 1 3-15,-3-6 7 0,0 5-7 0,0-5-3 16,0 0 3-16,0 0-6 0,0 0-15 0,1-16 3 16,-1 10 7-16,3-8-5 0,1 3-10 15,-1-4-7-15,1-2 2 0,2 2-1 0,-2-2-6 16,2 1 12-16,2 2-5 0,-2 0 2 0,1 0 0 16,-3-1 6-16,2 5-6 0,2 0 3 15,-5 3-2-15,3-1-13 0,1 1 9 0,-3 4 4 16,5 2-6-16,-1 1 8 0,-8 0-8 0,16 3-7 15,-8 2 15-15,-1-1-2 0,0 3-1 16,2 3-5-16,-1 3 3 0,2-4 5 0,-4 4 10 16,4-1-10-16,-2 4 3 0,2-5-3 0,-4 3-3 15,4-2 11-15,-2 1-5 0,2-1-8 0,-3 1 5 16,3-5 0-16,-3 0-8 0,3-2 8 0,-3-1 0 16,4 1-8-16,-2-5 3 0,1-1 3 15,-2-1-19-15,2 1 6 0,0-6-8 0,1 1 10 16,-1-1-8-16,0-2 9 0,1-3-22 0,-2 0 11 15,-2-3 5-15,0 0 8 0,0 0-10 0,0-1 20 16,0 2 0-16,-1-1 15 0,-3 3 18 16,2 3-2-16,-2-3-3 0,1 5-20 0,-1-2-3 15,0 4 3-15,0 2-3 0,-3 2 13 0,0 0-3 16,0 0-12-16,4 10-1 0,-1-5 8 16,-3 3-7-16,3 0 5 0,-3 1-6 0,5 1-2 15,-2 0 13-15,0 3-10 0,0-2-6 0,1 3-71 16,2-6-47-16,-2 3-78 0,2 2-559 15,-1-4 6-15,1-3 94 0,1-2 38 0,-4-1 49 16</inkml:trace>
  <inkml:trace contextRef="#ctx0" brushRef="#br0" timeOffset="48380.74">13724 4284 916 0,'10'-6'261'0,"0"4"-43"0,4-3-24 15,-1 1-15-15,5 0-7 0,-2 1-19 0,-1-1-9 16,1 1-29-16,1 1-5 0,-6 1-10 16,6-3-11-16,-4 4 3 0,-3-1-22 0,4 1-14 15,-7 0-2-15,3 1-6 0,1-1 1 0,-4 5-18 16,-1-2-1-16,1 2 1 0,-3 2 7 15,-1-2-17-15,0 2-1 0,-3 1-9 0,-3 1 12 16,0 0-5-16,-1 4-11 0,-3-2 4 0,0 3 4 16,1-3 3-16,-5 3-8 0,4-2 0 0,-3 1 3 15,0-1 2-15,-1 1-4 0,1-2-1 16,1-3-5-16,1 2 5 0,1-3-2 0,4 1 0 16,-4-2-3-16,4 2-5 0,-3-5 7 0,4 3 4 15,-1-4-19-15,0 3 16 0,3-5-1 0,-3 5 1 16,3-5-5-16,0 0 2 0,6 4-3 15,-6-4 1-15,11 0 2 0,-11 0-5 0,13 0 5 16,-3-3-13-16,-2 2 11 0,2 0-6 0,3-2 14 16,1 3-4-16,-1-1-14 0,2-4-14 15,-2 5-10-15,4-2-7 0,0-3-29 0,1 4-14 16,-2-2-14-16,2-1-10 0,-1 0-33 0,0 0-8 16,0 1-33-16,-4-3 58 0,2 2-4 15,-2-1 30-15,0-2-2 0,-2 3 2 0,-1-5 39 16,-3 2-16-16,4-1 47 0,-5-1 12 0,1 1 23 15,-1 1 28-15,2-1 11 0,-5 1 10 0,4 2 8 16,-4-2-1-16,0 1-2 0,1 3-5 0,-1-2-13 16,-3 5 3-16,3-4 7 0,-3 4-23 15,0 0 1-15,0 0 4 0,0 0 8 0,5 9-10 16,-5-9 5-16,0 10-18 0,0-3 2 0,0 1 6 16,0 1 2-16,0-1-10 0,0 0-5 0,3 3-2 15,-3-1-9-15,3 3-40 0,-2-5-41 16,2 3-57-16,-3-1-173 0,3 2-372 0,0-8 49 15,-2 3 77-15</inkml:trace>
  <inkml:trace contextRef="#ctx0" brushRef="#br0" timeOffset="49196.94">14376 4478 616 0,'0'8'172'0,"1"-1"-29"16,-1 0 6-16,3-3-11 0,-3 2 18 16,0 0 13-16,0-6 77 0,0 6-24 0,0-6-12 15,0 0-25-15,0 0-19 0,0 0-15 0,0 0-10 16,0 0-18-16,0 0-11 0,6-22-14 16,-6 13-14-16,1-4-5 0,2 1-84 0,0-3-8 15,0 0 1-15,-2 0 12 0,3 3 5 0,-1-1-15 16,0 3 2-16,1-1 8 0,-1 3-5 15,-3 0-11-15,3 0 1 0,0 2 10 0,1 3-16 16,3-1 16-16,-7 4-18 0,10 0 21 0,-10 0-14 16,10 4 6-16,-3-3 0 0,0 2 12 0,0 1-12 15,3 0 5-15,-3 1-3 0,3-3 3 16,0 4 5-16,-3-2 5 0,7 0 1 0,-4-3 6 16,4 1-12-16,-3-1 21 0,2-1-26 0,4-1 12 15,-4 1 1-15,2-2-18 0,4-3 10 0,-4 1-16 16,1-2 4-16,-2 1-17 0,-3-1-4 15,3-3-15-15,-4-3 9 0,-1 4-15 0,-1-4 6 16,-1-1 12-16,-1 1-10 0,-2-1 13 16,-1 3 4-16,-3 2 14 0,3-2-13 0,-3 3 2 15,3 2 6-15,-6 0 7 0,3 5-5 0,0 0 8 16,0 0-3-16,0 0 3 0,-10 12 0 0,4 0 5 16,2 1 2-16,1 5 3 0,-1 4-3 15,1 3 16-15,-1 8-5 0,4 6-6 0,-3-3 9 16,3 4-11-16,-3 0 18 0,3-3-8 0,0 2 0 15,3 0 0-15,-3-2-5 0,3-1-5 0,-3 1 8 16,0-7-5-16,0-1 15 0,0 0-24 16,-3 1 9-16,0-5 5 0,-1-2-1 0,-2-2 14 15,2-6 12-15,-3 1-5 0,0-5 29 0,0-3-19 16,-2-2-5-16,-2-4 1 0,1 0 14 16,0-4-17-16,-1 0 7 0,1-4 6 0,-4 0 7 15,1-3-13-15,3-1 16 0,-1-1-21 0,4-2 8 16,0 1-12-16,-2-2 9 0,4-3-7 0,-1 2-16 15,6-3-2-15,-1 1 5 0,2-1-13 16,2 1 13-16,4 0-18 0,0-1-8 0,3-2 0 16,4 2-17-16,0 1-16 0,10-1-21 0,-4 1-20 15,4 2-48-15,3 0-59 0,-13 4-218 0,13-4-287 16,3 4 28-16,-2-3 98 0,-1 0 59 16</inkml:trace>
  <inkml:trace contextRef="#ctx0" brushRef="#br0" timeOffset="49497.05">15556 4079 906 0,'0'27'212'0,"-4"-5"-28"0,4 0-7 16,-3-1 56-16,3 0-21 0,0 0-22 0,0 2-19 15,0 2-20-15,3 0 0 0,1 0-38 16,-1 0 2-16,0 0-5 0,1 0-15 0,3-2 0 16,0-3-21-16,0 1 5 0,2-3-33 0,-1-2-28 15,2-5-41-15,-3 0-87 0,3-4-520 16,0-2-94-16,-3-3 79 0,0-4 51 0,0-3 57 15</inkml:trace>
  <inkml:trace contextRef="#ctx0" brushRef="#br0" timeOffset="50263.82">15330 4309 670 0,'0'0'238'15,"0"0"-18"-15,0 0-30 0,0 0-14 16,0 0-20-16,0 0-20 0,0 0-8 0,31-9-18 16,-18 5-5-16,2 0-23 0,4-2-8 0,-1 1-7 15,-1-1-16-15,7-2-15 0,0 0-5 0,-3-5-31 16,2 2-8-16,-2-3-5 0,-1 2-30 0,0-5 4 16,-2 0-17-16,-1 1 12 0,-4-6-4 15,-3 2 12-15,1-2 8 0,-4 2 5 0,0-4 10 16,-1 2 10-16,-3 6 19 0,-2-2 20 0,3 4 5 15,-4 0 7-15,3 1-15 0,-3 4 3 16,0 0-20-16,0 2 12 0,0 3-3 0,-3 4-4 16,3 0-13-16,0 0 27 0,-8 11-9 0,5-1 7 15,0 5-2-15,0 2-8 0,2 5 3 16,-2 3-1-16,0 0 14 0,0 3-22 0,2 0 9 16,1 1 2-16,-3-1-15 0,3 1 5 0,0-3 2 15,3 2-4-15,-3-3-3 0,0-4-6 0,0-2 6 16,1 1 5-16,2-5-10 0,-3 0 15 15,0-1 10-15,3-4 26 0,-3-3-8 0,3-3-2 16,1 1-16-16,-4-5-2 0,14-1-11 0,-14 1 13 16,16-9-10-16,-9-1-20 0,4 0 12 0,-1-2-15 15,0-2 16-15,4-3-16 0,-4 6-5 16,0-3 10-16,1 3-15 0,-1 0 4 0,0 5-14 16,0-2 38-16,-3 1-31 0,0 3 10 0,4 1-7 15,-2 3 0-15,-2 0 5 0,3 0 2 16,-2 3-9-16,2 0 6 0,0-2 6 0,1 2 3 15,-1 1 2-15,0-3-5 0,4 2 26 0,-1 2-1 16,1-3-14-16,-1-1 6 0,2 1 1 0,1 1 3 16,1-3 2-16,-3-3-15 0,4 0 4 0,1 1 4 15,-1-3 2-15,2 1-16 0,-6-3 11 16,3 0-5-16,-3-3-6 0,-1 1 14 0,1-4-1 16,-4 2-13-16,1-3 1 0,-1 2 2 0,-7-1 8 15,4 3-8-15,-4 0-2 0,-3 1 2 0,3 1-3 16,-3 2-7-16,-3 3 15 0,0-2-4 15,-1 3-9-15,4 2 3 0,-16 7 13 0,2-3-13 16,4 5 10-16,-1 3 3 0,1-1 7 16,0 3-4-16,-1-3-9 0,4 4 6 0,1 1 0 15,2-2 2-15,1 1-17 0,0 0 20 0,3-1-8 16,3 2-2-16,1-3 7 0,2 1-10 0,4-1 13 16,1-1-10-16,2-2 12 0,1 0 59 15,0-2-4-15,6-1-24 0,-6-1-33 0,6-4-49 16,-3 0-61-16,-2 1-223 0,1-3-468 0,-2-5 30 15,-1 3 103-15,1-7 82 0,-7 0 38 0</inkml:trace>
  <inkml:trace contextRef="#ctx0" brushRef="#br0" timeOffset="50797.45">16998 4367 785 0,'10'29'295'0,"-2"4"-37"0,-1-1-9 0,2 2-34 16,1 12-11-16,4-2-35 0,-4 0-10 0,2 2-26 15,0-10-38-15,-5-2-31 0,-3-1-49 0,2-2-51 16,-1-6-61-16,-2 0-202 0,0-9-354 16,-3 0 15-16,3-6 68 0</inkml:trace>
  <inkml:trace contextRef="#ctx0" brushRef="#br0" timeOffset="51080.66">17005 4137 972 0,'7'-12'282'0,"3"0"-29"16,0 3-25-16,-3 5-31 0,4-3-8 0,-1 6-30 15,3-3-5-15,-2 4-29 0,2 4 1 16,1-3-9-16,0 6-24 0,-1-1-6 0,1 4-8 16,-1 0-5-16,2 5-7 0,-2-2-70 15,-2 4 1-15,-4-2-1 0,-1 2 8 0,0 0-7 16,-5-1 12-16,-1 2 15 0,-1-1 1 0,-5 3 7 15,0-2-7-15,-4-1 2 0,-1 2-15 0,0-1 5 16,-6 0 0-16,4-3 15 0,-1 0-20 16,0 0 15-16,4-3-18 0,-1 0-18 0,1-3-17 0,1-1-42 15,1 0-73-15,1-4-188 0,1 2-430 16,3-3 121-16,3 0 5 0,0-3 79 0</inkml:trace>
  <inkml:trace contextRef="#ctx0" brushRef="#br0" timeOffset="52130.21">17566 4104 908 0,'0'0'341'0,"0"0"-39"0,0 0-16 0,-17 9-25 15,6-1-110-15,4 2-10 0,-3 4-10 0,0 0-19 16,0-2 68-16,0 8-22 0,0-2-22 15,-1-1-11-15,7-1-12 0,-5 3-13 0,5-2-11 16,1 0-4-16,-1-1-6 0,4-2-10 0,4-1-20 16,-4 2 5-16,3-5-3 0,4 2-15 15,-1-3-11-15,1-1-7 0,4-4-10 0,2 3 0 16,-3-6-13-16,4 1-6 0,0-2 1 0,0-3 5 16,2 0 7-16,-1-5-2 0,-2 0-2 0,1-5-1 15,-4 1-2-15,0-5 5 0,1 3 13 0,-4-1 13 16,-1 3 2-16,1-3 3 0,0 7 7 15,-3-2 0-15,-1 2-7 0,0-1-13 0,1 3 10 16,-4-1-10-16,3 5 0 0,-3 2-5 0,0 0 2 16,0 0-7-16,0 0-1 0,0 0 4 15,0 0-1-15,0 0-10 0,3 14 5 0,-3-14 10 16,3 9-9-16,-2-7 6 0,6 4-7 0,-4-2-7 16,4 3 4-16,0-1-2 0,2-4-2 15,2 3-16-15,3-4-8 0,0 0-2 0,-1-1-20 16,5 0-29-16,-2-1 3 0,-1 1-8 0,4-6-3 15,-4 1-7-15,1-1 10 0,-2-6 5 0,0 2 8 16,-4-2-5-16,0-3 25 0,-3-2 11 0,0-4 2 16,0 4 21-16,-3 2 15 0,2 0 18 15,-3 0 7-15,1 2 14 0,-1 3-21 0,0-1 2 16,-3 5-5-16,1 1-2 0,2 2 5 0,-3 3-10 16,0 0 10-16,0 0-16 0,4 15 11 15,-4-4 0-15,3 2 2 0,-3 4-5 0,3-5 6 16,-3 8-8-16,1-2-3 0,-1 1 0 0,3-1-5 15,-3-1-5-15,3 4 10 0,-3-5 2 0,0 0 4 16,3-4-16-16,-3 1 7 0,1-1 1 16,-1-4 40-16,0 2 6 0,0-3 5 0,0 0-29 15,0-4 21-15,0-3-7 0,0 0-1 0,0 0 0 16,0 0-7-16,0 0 0 0,0 0-13 0,-11-18 7 16,8 7 1-16,0-2 0 0,3 3-3 15,0-1-5-15,0-3-8 0,0 4 13 0,0 0-3 16,3-3-2-16,1 2-10 0,2 0 2 0,1 0 11 15,0 1-19-15,7 0 11 0,-1 1-8 0,4 2 0 16,4-6-2-16,-1 8-8 0,7-2 15 16,-2-2-2-16,5 1-16 0,4 1 5 0,1 0-4 15,2-1-16-15,2 1 2 0,-2 0 1 0,3 1-3 16,-5-1 7-16,-5 2 6 0,-5 1 5 16,-1-1 0-16,-4 2 0 0,-3 2 5 0,-4-3 10 15,1 0 8-15,-4 3-11 0,-3-2-1 0,0 3-1 16,-7 0 8-16,0 0-8 0,0 0 13 0,-14 12-8 15,1-6-8-15,-1 4 9 0,-2 2 1 0,-2 2 4 16,1 3-6-16,0-5 3 0,0 5 2 16,0-1-10-16,-1 1-10 0,5 3 8 0,-4-5 2 15,6 4 0-15,2-8-2 0,-2 6-1 0,7-3-10 16,-2-3 3-16,2 2-15 0,1-3-1 0,3-2 6 16,3 0-6-16,1-4-12 0,-1 1 2 15,8-2-15-15,-4-3-12 0,6 0 11 0,1-1 7 16,-1-2-1-16,2-4 7 0,-2 0 24 0,4-4-21 15,0-3 6-15,-3-1-3 0,-1 0 22 16,-3 0 17-16,1 2 9 0,-4 1 3 0,2-1 10 16,-2 2 8-16,-2 3-7 0,1-1-14 0,-2 1 1 15,-1 2-9-15,0 4-1 0,0-1 4 0,-3 3 0 16,0 0-7-16,0 0-3 0,0 0-15 16,4 11-8-16,-4-3-28 0,0-4-26 0,0 3-27 15,0 0-24-15,0 1-49 0,0 0-107 0,3 0-461 16,-3-4-4-16,4 3 96 0,0-4 46 0,-4 1 60 15</inkml:trace>
  <inkml:trace contextRef="#ctx0" brushRef="#br0" timeOffset="52663.79">18735 4228 760 0,'0'10'253'0,"0"-2"-30"0,-1 5-36 15,1-5 0-15,-3 3-6 0,3-1-14 0,-3 2-16 16,3-3-5-16,-3-1-8 0,2 1-5 16,-2-1-8-16,3-1-9 0,-3-3-1 0,3 2-46 15,-3-1 2-15,3-5-7 0,0 5-25 0,0-5 17 16,0 0-5-16,0 0-7 0,0 0-3 16,0 0-23-16,0-19-16 0,3 11-9 0,0-6-1 15,1-2-2-15,2 3 20 0,1-7-18 0,1 2 11 16,1 0-3-16,-2 0-5 0,4 2 2 0,-4 1-10 15,2 0 13-15,-2 5-10 0,-3 0 0 16,6 2-5-16,-3 3 12 0,0 2-7 0,-1 2 10 16,2 1-5-16,-8 0 0 0,13 3-3 0,-6 2 5 15,0-1-4-15,0 3-9 0,-4 0 14 0,4 1-6 16,-4 0 3-16,1 1 7 0,3-2 9 16,-4 1 1-16,-3-2-9 0,4 1-6 0,-4-2 6 15,3 2 7-15,-3-4 18 0,3 3 8 0,-3-6-2 16,3 7 76-16,-3-7-18 0,0 0 0 0,0 0-18 15,0 0-7-15,0 0-8 0,7-15-11 16,-4 6-12-16,-2-2-5 0,6-2-8 0,-4-1-5 16,1-2-6-16,2 3 1 0,-2-3-5 0,2 0 10 15,2 1-13-15,-5 4-2 0,4 0 2 16,-4 1-3-16,0 5-12 0,4-2 2 0,-3 1 1 16,3 6 7-16,-7 0-3 0,10 0 11 0,-10 0-8 15,14 8 15-15,-10-1-10 0,2 3 0 16,0 0 0-16,1 3 6 0,-3-1-4 0,3 3-1 15,-4 0-1-15,1 2-16 0,-1-2-35 0,0 1-51 16,-2-3-67-16,2 1-233 0,0-1-373 0,0-2 20 16,2 0 118-16,-2-5 61 0,0 1 56 0</inkml:trace>
  <inkml:trace contextRef="#ctx0" brushRef="#br0" timeOffset="52996.81">19248 4137 982 0,'6'-12'302'0,"1"-3"-25"0,0 1-19 0,-3 3-14 16,-1 1-37-16,1-2-10 0,-1 2-13 15,0 0-15-15,0 2-77 0,1 1 3 0,-4-1-5 16,4 1-13-16,-4 3-3 0,0-2-21 0,0 6 1 16,-4-7-5-16,4 7 2 0,0 0-15 15,0 0-3-15,-23 13 6 0,15-5-16 0,-2 3-5 16,3 2 7-16,-2-1 1 0,-2 6 68 0,7-1-7 15,-3 4-25-15,1-5-1 0,2 1 6 0,0 2-13 16,1-1-11-16,3-1 6 0,0 0-6 16,3-1-15-16,2 1-2 0,-2-3 2 0,4-3 5 15,3 2-17-15,0-2-1 0,3-3-10 0,1-2-2 16,0-2-16-16,3 0-7 0,0-4-14 0,4-1-53 16,-4-4-25-16,3 0-47 0,4-5-53 15,-7 0-219-15,7-5-372 0,-3-5 112 0,-4-2 46 16,0-3 81-16,-4-1 50 0</inkml:trace>
  <inkml:trace contextRef="#ctx0" brushRef="#br0" timeOffset="53196.72">19593 3767 706 0,'0'-7'276'15,"0"3"-25"-15,0 4-23 0,0 0-5 16,0 0-21-16,0 0-7 0,-7 15-29 0,4-2-7 16,-1-1 4-16,-2 9-19 0,2 0-11 0,-3 2 3 15,4 4-11-15,-1-2-5 0,-2 3-15 0,2-2-8 16,1 2-4-16,-1-2-9 0,4-1-81 15,-3 0-3-15,3-3-5 0,-1 1 12 0,1-4 1 16,0-1-11-16,1-1-17 0,-1-3-8 0,0-2-16 16,0 1-33-16,3-6-92 0,-3-3-107 15,4 1-482-15,-4-2 98 0,3-2 20 0,-3-1 67 16</inkml:trace>
  <inkml:trace contextRef="#ctx0" brushRef="#br0" timeOffset="54179.6">19374 4118 629 0,'-6'-2'315'0,"6"2"-21"0,-7-5-15 0,7 5-30 16,-4-2-27-16,4 2-1 0,-4-5-24 16,4 5-21-16,0 0-15 0,-3-4-7 0,3 4-23 15,0 0-9-15,14-7-4 0,-7 5-10 0,3-1-21 16,4-1-3-16,2-2-15 0,2 3-2 16,3-1-11-16,2-1-5 0,4-2 3 0,-2 1-10 15,2-2-11-15,1 1 3 0,5-2 0 0,-2 1-6 16,0 0-66-16,-3-1 1 0,-1 1-6 0,-4 0 13 15,1-1-3-15,-3 1 13 0,-4 0 5 0,0-1 8 16,1 1-10-16,-5 0 4 0,-3 1 1 16,1 1 79-16,-4-2 3 0,-1 2-16 0,1-1 6 15,-4 4-6-15,1-2-5 0,-4 5-10 0,0 0-10 16,0 0 0-16,0 0-1 0,0 0 4 16,-27 7-11-16,16 1-8 0,-2 2 3 0,3 3-13 15,-4-2 0-15,4 5 8 0,-4 2-3 0,4-1-5 16,3 4 0-16,0 0 6 0,0 0 4 15,3-4-18-15,1 2 1 0,3-1 10 0,0-2 2 16,3 1-5-16,1 0 0 0,-1-2-2 0,5-1-6 16,2-2 11-16,-1 1 2 0,6-4-56 15,-2-1-8-15,1-1 5 0,2-5 3 0,-1 1 0 16,-2-3 8-16,5 0 5 0,-2-1-6 0,-1-3 16 16,1-3 3-16,1-2-8 0,-3-5-13 0,3 3 0 15,-3-5 2-15,-3-2 1 0,2-2 5 0,-3 2-3 16,-3 3 5-16,0 2 8 0,-1-1 3 0,-2 4-1 15,2 0 1-15,-2 0-3 0,0 4-3 16,-1 1-2-16,-3 3 7 0,0 2-4 0,0 0 7 16,0 0 5-16,3 13 0 0,-6-3-5 0,3-1 26 15,-3 2-23-15,3-1 7 0,-4 4 5 16,3 1-9-16,-2-4 4 0,0 3 0 0,0-2 11 16,0 1-8-16,2-3 5 0,-2-2 5 0,0 2 0 15,0-2 0-15,2 1 23 0,-2-3-5 0,3 2 16 16,-4-6 2-16,4-2 0 0,-3 6-8 15,3-6-8-15,0 0-14 0,0 0 7 0,0 0 2 16,0 0-7-16,0-24 2 0,7 15 13 0,-3-4-12 16,2 1-11-16,1-5 0 0,3 0 5 15,1-2 0-15,5 1-7 0,1-3-6 0,0-1 1 16,4 2-1-16,3-4 16 0,7-2-15 0,-4 2-4 16,7-2 9-16,-6 4-8 0,-5 5 2 0,1-1 1 15,0 3-3-15,-3 3 0 0,-4-1 2 0,-3 2 3 16,-1 3 0-16,1-1 3 0,-4 1 17 0,-3 2-20 15,0-1-3-15,0 3-2 0,-3 0 8 16,-4 4-1-16,0 0 4 0,0 0-9 0,0 0-5 16,-21 7 3-16,8 0 10 0,1 0-5 0,-4 2 0 15,2 1-5-15,1 0 13 0,1 3-18 16,-1-2 2-16,3 3 5 0,-4 2-4 0,8 0-4 16,-1-1 11-16,4 4-5 0,2-2 5 0,1 1 11 15,1 0-14-15,2 0 0 0,4 6 1 16,-1-2 2-16,2-1-8 0,-1 0 11 0,2-2 4 15,1 3-7-15,1-5 3 0,-7 0 0 0,2-1 7 16,1-3-8-16,-4 0 6 0,0-3 5 0,1 4 2 16,-4-4-7-16,0-2 28 0,-4 2-6 0,-2-2-7 15,-1-2 3-15,0-2-13 0,-7 3 5 16,4-1 13-16,-3-4 7 0,-1 0-20 0,1 2 0 16,-2-4 0-16,2 1 2 0,-1-1-12 0,1 0 10 15,0-1-5-15,-2 1-11 0,2 0 8 0,2-1-2 16,1-2 5-16,0 1-16 0,0 1 3 15,0 0-13-15,0-4-12 0,2 4-11 0,1-1-33 16,-3-3-36-16,4 4-59 0,-5-2-105 0,1-1-555 16,0 2 92-16,-1 0 49 0,-2-3 96 0,3 1 58 15</inkml:trace>
  <inkml:trace contextRef="#ctx0" brushRef="#br0" timeOffset="76297.95">15802 9957 529 0,'0'0'172'0,"3"-6"-11"0,-3 6-18 0,0 0-4 15,6-2-4-15,-6 2-7 0,1-6-5 16,-1 6-10-16,4-3-88 0,-4 3 19 0,3-6-3 16,-3 6 0-16,0 0 2 0,7-3 3 0,-7 3 3 15,6-5 5-15,-6 5 7 0,7-4-22 0,-4 1 81 16,-3 3 3-16,11-1-21 0,-4-2 13 0,0 1-22 16,-1 0-14-16,5 0 10 0,-4 1-22 15,-7 1 2-15,21 0-7 0,-11-1-9 0,3 1 4 16,1-1-14-16,2 1 6 0,2-3-1 15,-1 1-12-15,-3 2 8 0,7 0-3 0,-2 0-5 16,2 0-1-16,3 0 1 0,-4 0-2 0,4-1-70 16,0 0-3-16,-2 1 14 0,5 0-1 0,-4 1 0 15,5-1 3-15,-1 1 6 0,1-1 11 16,2 0 4-16,1 2-8 0,-3 1-1 0,2-2 6 16,1 0 3-16,0 0-3 0,0 3-6 0,2 1 11 15,-2-5-5-15,0 4 5 0,0-1 0 0,0-2 3 16,3 4-11-16,0-3 18 0,3 1-7 15,-6 2 7-15,4-3-2 0,-1-2 5 0,0 4-3 16,-3-1 3-16,3-2-3 0,0 1 3 0,-3 1-1 16,3-1 9-16,-3-1-8 0,3 1-6 15,0 3 6-15,-3-3-3 0,3-2 1 0,0 4 4 16,1-1-10-16,2-2-2 0,-3 1 2 0,7 2 3 16,-2-3 9-16,1 2-14 0,1 1-11 15,-1-1 11-15,2-3 5 0,-4 1 2 0,5 4-2 16,-1-3 4-16,-4-2-14 0,-4 0 15 0,0 2-8 15,3 2-10-15,-2-3 74 0,-4-1-8 0,3 1-2 16,-3 3-8-16,3-2-15 0,-3-1 10 16,3 1-15-16,-3-2 0 0,3 1-3 0,0 2-13 0,0-1 13 15,7 0-7-15,0-2 2 0,-3 2-3 16,-4 1 1-16,3-2-3 0,-2 0 5 0,-1 0-8 16,0 1 3-16,0 0-8 0,0 0-5 15,0-2 0-15,-3 1 6 0,3-1-1 0,-3 0 5 16,3 2-2-16,-3-2-5 0,3 0-6 0,-3 0 1 15,0 0-3-15,4 0 15 0,-1-2-12 0,-3 4 4 16,3-4 19-16,0 2-26 0,0-1 0 16,0 1 0-16,0-2 0 0,-3 2 15 0,3-2-10 15,0 2 3-15,1-2 2 0,-4 1-12 0,3 1 2 16,0-1-3-16,0 0 3 0,-3-2 0 0,3 1 0 16,-1 2 5-16,-2-1-12 0,3 0 7 15,-3-1 0-15,0-2 0 0,3 4-8 16,-3-2 8-16,0 1 0 0,3-1 5 0,-4-2 10 0,1 3-17 15,-3 0 17-15,3 0-17 0,-1-2 2 0,-2 1-3 16,3 2 3-16,-1-1 3 0,-2 0 4 16,-1-4 4-16,4 4-14 0,-7 1 3 0,-1-2-5 15,5 1 5-15,2-3 3 0,-6 2-3 0,1 1 2 16,-1 1 3-16,-1-2-7 0,1-1 4 16,0 1-4-16,1 2-1 0,-1 0 3 0,-1 0 5 15,1-1-15-15,0 1 10 0,0-1 3 0,-4 1-1 16,4-2 8-16,-3 2-12 0,3-3 7 15,-4 2-5-15,1 1-5 0,-3 0 5 0,4 0 5 16,-4-2 3-16,-1 2-16 0,3 0 8 0,1-1 0 16,-4 1 5-16,4-2-5 0,0 0 15 0,-2 0-15 15,2 1 0-15,-4 1-2 0,4-1 7 0,-1 0 8 16,-3-2-18-16,1 1 2 0,-2 2 11 0,2-1-1 16,-1 0 4-16,-3-1 1 0,-1-1-1 15,4 2-16-15,-7 1 2 0,4-3 8 0,-1 1-2 16,-1-2 4-16,-2 3 9 0,-1 0-3 0,-2 0-3 15,1-2-13-15,-8 3 19 0,13-2-1 16,-6 1-33-16,0 0-46 0,-4-1-92 0,-3 2-307 16,7-3-410-16,-7 3 138 0,0 0 54 0,-3-12 62 15,-4-1 68-15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4:58:17.9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27374 6003 1238 0,'6'-3'346'16,"-6"3"-49"-16,0 0-82 0,0 0-77 0,4-4-64 15,-4 4-61-15,0 0-159 0,0 0-540 0,6 7 80 16,-3-3 27-16</inkml:trace>
  <inkml:trace contextRef="#ctx0" brushRef="#br0" timeOffset="220.12">27473 6244 742 0,'3'7'304'0,"0"-1"-35"0,0 3-10 16,1 0-37-16,0 0-9 0,1 1-26 0,-3 5-6 16,1-3-17-16,3 3-18 0,-5 2-20 15,-1-1-16-15,0 1-18 0,0 4-21 0,-4-3-40 16,1 5-46-16,-4-3-36 0,-4 3-67 0,-2 3-197 16,-1-7-422-16,1 5 87 0,0-6 48 15,1 0 52-15</inkml:trace>
  <inkml:trace contextRef="#ctx0" brushRef="#br0" timeOffset="1149.78">28341 6004 1005 0,'0'0'333'16,"0"0"-36"-16,0 0-31 0,0 0-20 0,-2 21-31 16,2-11-25-16,0-1-14 0,0 6-20 0,1-5-5 15,0 5-23-15,-1-3-30 0,3 1 4 16,-3-1-10-16,3 1-10 0,1-4-5 0,-3 2-11 16,2-2-9-16,-3 1-4 0,3-4 1 0,2 1-8 15,-3-1-2-15,1-2-11 0,2 0 0 16,0-4 11-16,-5 0-6 0,0 0-12 0,18-6 10 15,-12 3 2-15,1-4-20 0,3 1 5 0,-6-1 0 16,3 2-13-16,-1-2 3 0,-2 1 0 0,3 3-11 16,-2-1 1-16,-3 0 2 0,4 3 0 15,-6 1 5-15,7-3-15 0,-7 3 10 0,0 0-15 16,14 10 8-16,-10-5 4 0,2 2-2 0,0 0 8 16,-2 1-3-16,4 1 0 0,0-2-5 15,0 0 0-15,-1-1 13 0,2 1-8 0,1 0-2 16,-2 0-9-16,0 0 14 0,2-3 5 0,0 1-3 15,1-4-10-15,-1 0-54 0,0 0-2 0,-4-1 18 16,-6 0 4-16,21-3-1 0,-14-2 27 16,3-2-7-16,-3-1 22 0,-1-2-2 0,-2 0-10 15,1-3 18-15,-4-2-13 0,-1-4 5 16,-1 3 62-16,-4-1-6 0,1-1 1 0,-2 1-11 0,3 2 0 16,-1 1-7-16,-3-1-4 0,2 2-19 15,-3 2-11-15,4 3-25 0,-2-1-44 0,2 1-46 16,-3 3-54-16,0 2-58 0,4 2-167 0,-1-1-451 15,4 2 101-15,-6-3 53 0,6 3 56 16,0 0 67-16</inkml:trace>
  <inkml:trace contextRef="#ctx0" brushRef="#br0" timeOffset="1450.05">28764 6079 990 0,'7'-3'302'0,"0"-2"0"0,1 0-18 16,1-2-30-16,-2-1-26 0,0-1-19 15,4 2-11-15,-3-3-17 0,0-4-81 0,0 3 0 16,0-3 0-16,-3 3-6 0,1-3-4 0,-5 3-23 16,5 2 4-16,-3-4-9 0,-1 2 86 15,-2 3-40-15,3 0 25 0,-3 2-5 0,0 2-8 16,0 4-20-16,0 0-16 0,-3-6 1 0,3 6-16 16,0 0-15-16,-13 13 10 0,5-4-13 0,6 1-15 15,-6 2 5-15,0 2-5 0,5 2-1 16,-1 0 1-16,1-3-8 0,0 3-7 0,3 0 2 15,0 0-5-15,5 1-3 0,0-1 11 0,1 0-8 16,2 0-3-16,2 0-12 0,7-1-11 0,-3-3-20 16,7 3-47-16,6-6-27 0,4 2-49 15,0-5-87-15,3 1-279 0,3-6-364 16,1-1 103-16,-1-1 62 0,4-7 55 0,4-8 85 0</inkml:trace>
  <inkml:trace contextRef="#ctx0" brushRef="#br0" timeOffset="1650.25">29688 5859 982 0,'6'8'290'0,"-3"3"-19"0,1-1-33 0,2 9-10 16,-4-1-11-16,4 7-27 0,-2 4-24 0,5 3-12 16,-5 1-8-16,6 1-11 0,-3 4-25 15,0 7 3-15,0 3-13 0,3-9-26 0,-6-3-15 16,2-4-23-16,-2 0-31 0,-1-1-59 0,4-1-89 15,-3-4-70-15,-1-2-68 0,1 1-433 0,-1-9 48 16,0 0 54-16,2-7 70 0</inkml:trace>
  <inkml:trace contextRef="#ctx0" brushRef="#br0" timeOffset="1916.52">29674 5938 862 0,'0'-21'307'0,"1"4"-15"16,2 1-33-16,-3-1-21 0,3 4-13 0,3 4-28 15,-2-1-23-15,2 0-15 0,2 2-8 16,2 2-28-16,-3 2-8 0,7 0-15 0,-1 4-1 16,1 1-1-16,0 4-29 0,2-3 0 0,-1 7 0 15,1-1-10-15,0 2-8 0,-4 2 11 16,1-1-16-16,-4 3 2 0,-4-1-7 0,2 2 13 16,-3-1-21-16,-4 1 3 0,-4-2 10 0,3 3-7 15,-5-1-4-15,-1 1 6 0,0 1-10 16,-3-3-3-16,0-1-2 0,0 1-13 0,-1-3-18 15,1-1-24-15,-3-3-35 0,5 0-99 0,-2-1-127 16,3-5-536-16,1-2 91 0,6 1 23 0,-11-7 101 16,11 1 55-16</inkml:trace>
  <inkml:trace contextRef="#ctx0" brushRef="#br0" timeOffset="2233.94">30060 5970 1041 0,'18'-7'336'0,"0"3"-32"0,-5-4-27 15,0 2-14-15,-3 2-25 0,1-3-89 0,2-1-16 16,-2 0-18-16,-1 1 11 0,0-3-14 16,1 1-4-16,-2-1-6 0,-5-2-20 0,5 1-5 15,-5-3-3-15,2 4-10 0,-4 0 3 0,-2-2 17 16,3 3-12-16,-3 3-6 0,0 0 8 0,-3-1-22 16,1 0 1-16,-7 5-1 0,5 1-9 0,4 1-4 15,-19 0 4-15,7 4-15 0,-1 3 5 16,-4 3-4-16,4 1-9 0,-2 2-2 0,-1 3 2 15,5 1 6-15,-2 1-8 0,6 2 10 0,1-2-10 16,1-2 3-16,5 2-9 0,0 0 6 16,4 5-7-16,0-4 4 0,6 1-5 0,0-1 0 15,7-1-12-15,-1 0-26 0,4-4-16 16,4 1-33-16,-3-5-20 0,0-2-18 0,2-4-57 16,-1-1-48-16,-2-3-84 0,1-4-50 0,-3 1-209 15,2-6-133-15,-3-4 38 0,0-2 82 16,-3-2 41-16</inkml:trace>
  <inkml:trace contextRef="#ctx0" brushRef="#br0" timeOffset="2535.81">30460 5867 586 0,'0'-14'304'0,"0"3"-96"0,0 4-14 0,2 0-43 16,-2 4-13-16,0 3-5 0,0 0-7 0,0 0 10 15,0 0-19-15,0 0 6 0,2 20-26 16,1-8 3-16,0 2-5 0,2 3-16 0,-2 2-4 16,5 2-4-16,-6 1-9 0,6 3-1 0,-3-4-7 15,2 3 0-15,-3-2-6 0,2 2-7 0,-2-4-8 16,2 3-12-16,-3-6 12 0,-2-1-5 15,3 1 3-15,-1-5 20 0,0 1 0 0,-2-4 16 16,-1 1-11-16,-1-4 19 0,0-2 4 0,-4 0-13 16,5-4-4-16,0 0-3 0,0 0-11 0,-18-17-12 15,9 3 3-15,1 3-14 0,3-5 14 16,-3-1 9-16,6 1-12 0,-3-1 8 0,2 0-14 16,3 1-7-16,-3 1-10 0,3 2 10 0,3-1-7 15,0 0-4-15,2-2 14 0,0 4-26 16,2-2-5-16,4 3-28 0,0 1-19 0,0-1-37 15,1 1-29-15,4 2-48 0,1 1-29 0,-3-3-99 16,5 6-259-16,-4-3-172 0,6-1 50 16,-2 1 55-16,-4 0 78 0</inkml:trace>
  <inkml:trace contextRef="#ctx0" brushRef="#br0" timeOffset="2783.39">30912 5578 936 0,'-3'-3'338'0,"3"3"-25"0,0 0-27 16,0 0-30-16,0 0-5 0,-13 9-36 0,8 0-8 15,2 5-20-15,3 4-2 0,0 2-34 16,0 5-18-16,3 2 0 0,3 8-13 0,-2 0-10 16,4 1-5-16,1 12-5 0,1 1-11 0,-3-1-7 15,4-3-25-15,-1-4 14 0,-4-7-25 0,2 1-15 16,-1-2-18-16,-1-1-54 0,1 1-36 0,-1-6-28 15,-1-2-46-15,-2-2-118 0,-3-5-463 16,3-1-59-16,-6-3 100 0,0-5 72 0,0-5 71 16</inkml:trace>
  <inkml:trace contextRef="#ctx0" brushRef="#br0" timeOffset="3666.31">30802 6119 844 0,'0'-8'266'0,"5"0"-12"0,-3-2-29 0,5 1-20 15,-3 0-29-15,8-5-9 0,-2 6-6 0,2-9-12 16,4 6-24-16,2-3-25 0,-2 3 76 0,2-3-9 16,1 3-29-16,-1-3 0 0,-1 6-7 15,-3 0-16-15,0-1-15 0,3 5-98 0,-3-3 6 16,-1 3 2-16,-3 1 3 0,4 3 2 0,-4 0 3 16,1 3-13-16,-1 1 3 0,0 3 8 15,-3-1-4-15,4 4-1 0,0 1 1 0,-6-2-1 16,6 2 12-16,-4 2-8 0,-1-2 0 0,1 2 3 15,2-3-7-15,-4 0-4 0,2 0 3 16,2 1-10-16,-5-2 6 0,4-2 4 0,3-1-10 16,-6 0 5-16,2 0 8 0,2-5-8 0,-4 0 0 15,-5-1 5-15,16-1-2 0,-11-5-6 0,-2 4-9 16,2-7-9-16,-4-3 4 0,-2 2 9 0,-4-2-2 16,1-3 0-16,-6 0 7 0,3 4 1 15,-1-4-1-15,-8 1 19 0,0 2-24 0,1-2 14 16,-3 4 1-16,-1 1-12 0,-2 1 26 0,5 1-6 15,-5 3 9-15,4 0-22 0,0-1 4 16,3 2 12-16,-3 1-16 0,4 1-2 0,1 1 1 16,2 0 9-16,1 0-18 0,-2 0 11 0,11 0 0 15,-10 1-1-15,10-1-2 0,-7 2 6 16,7-2-4-16,0 0 1 0,0 0-3 0,0 0 3 16,0 0 7-16,38-3-10 0,-25 2 13 0,4-4-20 15,0 1 4-15,1-2-2 0,2 1 8 0,-3 0 0 16,4-1-3-16,-2 0 0 0,-1 2 0 15,3-1-2-15,-1 1 2 0,0-1 15 0,-2 3-22 16,-1-3-4-16,2 4 14 0,-4-2-10 0,-1 3-16 16,1 0 20-16,-2 0-7 0,-3 1-5 0,3 2 0 15,1 2 20-15,-4-3-8 0,1 4-2 16,-1 2 0-16,-1-4-7 0,1 3 7 0,-5 2 0 16,2-1-5-16,2 0 5 0,-5 1 0 0,5-1 7 15,-7-1-12-15,4 0 5 0,-2 1 8 16,-1-4-11-16,0 3 3 0,0-1 3 0,-2-2-6 15,-1 0 1-15,0-4 9 0,3 9 4 0,1-7-11 16,-4-2 0-16,0 6-5 0,0-6 20 0,0 0 0 16,0 0-12-16,0 0 2 0,0 0-5 0,0 0 2 15,0 0 9-15,0 0-6 0,0 0 10 16,0 0-17-16,-17-8-6 0,17 8 8 0,-2-9 5 16,0 4 10-16,-1 1-20 0,3-3 5 0,0 1 0 15,-3-1 16-15,3-1-16 0,0 2 2 0,0-1-7 16,0-1 13-16,0 1-11 0,0 0 6 0,0-1-1 15,0 1 9-15,3 3-11 0,-3-4 0 16,0 2-3-16,0-1 3 0,3 3 5 0,-1-4-15 16,-1 2 7-16,0-1-4 0,-1 3 2 15,3-4-3-15,0 2-7 0,0-3 17 0,-2 1-4 0,2-2-11 16,1 1 15-16,-4-2-7 0,5-1 3 16,-4 1 4-16,0-3 1 0,2 4-6 0,0 0 6 15,-1-3 10-15,-1 3-16 0,0 1 3 0,-1 0-8 16,3-3 3-16,0 6-3 0,-1-1-12 15,-1-1-23-15,0 2-39 0,-1-1-75 0,4 3-47 16,-4-1-134-16,0 2-443 0,0 3 41 0,3-6 103 16,0 5 41-16,-3 1 43 0</inkml:trace>
  <inkml:trace contextRef="#ctx0" brushRef="#br0" timeOffset="4316.33">31626 5726 980 0,'0'0'322'0,"13"9"-35"0,-10-3-10 15,2 1-29-15,-2 4-13 0,0-2-30 0,1 2-18 16,-1 3-16-16,4 0-14 0,-4-1-22 15,4-1-4-15,-3 2-16 0,-1-1-15 0,-1-2 2 16,0 1-10-16,-2-2-15 0,3 1-5 0,-3-3-8 16,0 2 2-16,3-3-9 0,-3 0-4 0,2 0-4 15,-2-3 0-15,0-4 4 0,0 7 1 16,0-7-5-16,0 0-11 0,0 0-2 0,0 0-3 16,0 0-7-16,-9-21-3 0,8 6-8 0,1 2 3 15,0 0-15-15,0-5-3 0,1 2 10 0,0 0 3 16,2 0-8-16,2 2 0 0,-3 3-8 15,1-1 16-15,0 2-15 0,3 2-3 0,-1 1-1 16,0 3 6-16,0-1-10 0,1 4 10 0,-6 1 8 16,15 6-13-16,-7-4 0 0,0 4 5 15,0 3 5-15,-1 0-10 0,2-1-3 0,-5 3 13 16,6 2-7-16,-6-2-4 0,3-1 12 0,-4 2 6 16,3-3-12-16,-5 0-2 0,2 1 4 0,3-3 11 15,-4 0 0-15,1 1 10 0,-3-1-10 16,3-3-3-16,0 1 31 0,-3-5-13 0,3 4 16 15,-3-4-16-15,0 0 15 0,0 0-22 0,0 0 2 16,1-20-15-16,-1 6-8 0,0 1-6 0,0-6 12 16,3 1-6-16,-3-1 0 0,3-2 7 15,0 1-12-15,1-3 18 0,2 6-8 0,-4-1 0 16,4 3 8-16,-2 0 0 0,2 2-8 0,-1 4-13 16,1-3 3-16,0 5 5 0,-2 2 0 0,3 4 8 15,2-2-8-15,-1 3 0 0,2 4 0 16,0 0 25-16,-2 3-30 0,2 1 0 15,-1 1 15-15,-2 3-28 0,4-2-7 0,-4 2-24 0,1 4-17 16,-3-2-50-16,-1 0-42 0,2-1-93 16,-5 1-294-16,2-3-305 0,0 3 95 0,-1-5 74 15,-2-1 64-15,0-2 79 0</inkml:trace>
  <inkml:trace contextRef="#ctx0" brushRef="#br0" timeOffset="4999.24">32204 5703 970 0,'7'-11'294'0,"2"-3"-30"15,-5 3-21-15,4 3 0 0,-5-4-25 16,3 3-16-16,-2 3-3 0,-1-4-4 0,-3 5-11 16,3-2-12-16,-1 0-42 0,-1 4 16 0,-1 3-23 15,0-8-8-15,0 8 0 0,0 0-15 0,-10-1-20 16,10 1-4-16,-12 5-9 0,4-1 0 0,1 5-11 15,0-2 3-15,-2 2-11 0,1 1-9 0,2 2 4 16,2 1-7-16,-2-1 8 0,5 2-83 16,0 0 8-16,-1-3-4 0,2 6 12 0,3-3-8 15,1 3 8-15,2-5 5 0,1 1 3 0,4-1 17 16,2 1-17-16,1-5 15 0,0 1-10 0,6-1 4 16,-3-6-1-16,4 3 4 0,3-4 6 15,-4-1 12-15,4-1-20 0,4-4 10 0,-4-2-5 16,3-1 10-16,-2-2-5 0,-2-5 3 0,4-3 5 15,-6 0-13-15,-1-1 2 0,-1-5 6 16,-3 3 2-16,-6 1-7 0,0 3 20 0,1 0-10 16,-5 3-11-16,0 3 6 0,-2 1 2 0,-4-1 3 15,0 6 0-15,-3 0-3 0,3 5-5 16,-13-1 5-16,13 1-17 0,-23 7 9 0,7 2-4 16,-1 1-1-16,0 4 8 0,1-1-2 0,-2 2 2 15,5 2 0-15,-1-1-7 0,3 2 7 0,2-1 10 16,1-2-10-16,1 2 0 0,1-3-2 0,3-2 2 15,2 1-10-15,0-2 2 0,-1-3 1 16,4 1 4-16,-1-3 3 0,3 2-2 0,-1-7 12 16,4 0-15-16,3-1 0 0,-10 0 5 0,20-2 1 15,-7-7-1-15,-1 1-8 0,1-8-5 0,-2 0 1 16,2-2-11-16,-2-8-5 0,-1-4 13 0,-3-3-8 16,2-16 13-16,-4-2-11 0,-2-2 6 15,0-1 0-15,-3 9 15 0,0 7-13 0,0 3 8 16,-3 7 10-16,3 0 13 0,-3 3-23 0,3 6 13 15,-1 7-3-15,-3-1-4 0,1 5 1 16,0 5-2-16,3 3-2 0,0 0 5 0,-15 11-1 16,6 3-2-16,2 5-5 0,4 5 16 0,-1 1-3 15,-2 1-3-15,6 4 8 0,0-3-3 16,3 8-10-16,0-2-2 0,1-1 2 0,4 1-5 16,-2 0-3-16,1-1-9 0,3-1-22 0,-4 0-50 15,2-6-83-15,-8 0-214 0,3 0-492 0,-6-3 133 16,-2-5 44-16,-8 0 49 0,-6-6 76 15</inkml:trace>
  <inkml:trace contextRef="#ctx0" brushRef="#br0" timeOffset="6216.15">17279 7103 1049 0,'-4'-3'330'0,"4"3"-33"0,-6-4-36 0,6 4-36 16,0 0-12-16,0 0-24 0,0 0-2 0,-8 14-20 15,8-7-98-15,0 4-5 0,0 2-5 16,4-1 2-16,-4 3-12 0,3 2-6 0,-2 1-5 16,2-2 3-16,0 1-2 0,0 1 4 15,-2 2-27-15,2-4-19 0,0 1-20 0,0-5-54 16,1 2-58-16,3-4-62 0,-3 0-129 0,2-3-400 16,-2 0 78-16,2-5 31 0,-1 3 64 0</inkml:trace>
  <inkml:trace contextRef="#ctx0" brushRef="#br0" timeOffset="6348.91">17296 6904 696 0,'0'-4'279'16,"-4"-2"-51"-16,4 6-44 0,0-8-43 0,0 8-29 16,-3-2-43-16,3 2-81 0,0 0-104 0,0 0-467 15,0 0-9-15</inkml:trace>
  <inkml:trace contextRef="#ctx0" brushRef="#br0" timeOffset="6649.15">17531 6819 668 0,'4'7'235'0,"3"1"-12"15,-3 1 2-15,5 5-48 0,-5-2-8 0,2 4-11 16,2 2-14-16,-1 2-9 0,2 0 1 0,-2 4-26 15,1-1 69-15,-2-2-7 0,1 2-14 16,-1 0-12-16,-2-1 0 0,3 2-38 0,-3-2-6 16,2-3-2-16,-2 2-3 0,2-7-10 0,-2 3-10 15,3-2-13-15,-3-1-13 0,-1-3 0 16,4 2 3-16,-4-5-3 0,3 2 1 0,-2-2-27 16,3-5 8-16,-3 2 19 0,5-5-27 15,-2 2-12-15,-7-2-5 0,15-6-31 0,-5 2-29 16,-1-2-76-16,2-2-56 0,-4 0-277 0,3-3-314 15,-2 2 48-15,-2 0 61 0,0-4 83 0,-5 5 66 16</inkml:trace>
  <inkml:trace contextRef="#ctx0" brushRef="#br0" timeOffset="7733.13">17487 7226 854 0,'0'0'305'0,"-9"2"-90"0,9-2 3 0,0 0-26 15,-8 1-13-15,8-1-26 0,0 0 4 0,0 0-19 16,0 0-23-16,24-10 8 0,-11 7-18 16,2-3-18-16,5-1 0 0,3 3-21 0,1-5 3 15,1 1-10-15,6-3-2 0,2 1-1 0,-2 0-13 16,3 1 14-16,0-4-6 0,1 3-15 16,-2 0-11-16,-2-3-2 0,-3 2 3 0,2 1-16 15,-8 0 3-15,1-2 5 0,-3 2 0 0,-2 1-3 16,0-1-10-16,-2 1 1 0,-6-3-4 15,1 1 1-15,-1 1 2 0,-3-3-3 0,0 3 3 16,-4 1 16-16,1-1-6 0,-1-1-17 0,-3 5 14 16,0 0-12-16,-3 0-2 0,3 6 7 15,-7-7 0-15,7 7-7 0,0 0 4 0,-21 7-2 16,11 0 13-16,-1 3-5 0,-2 4-11 0,-1 3 16 16,1-1-3-16,3 3-2 0,-1 5 7 0,1 0-7 15,3 1-13-15,0-1-6 0,3 1 9 0,1-1 7 16,3-4 3-16,3 2-1 0,5-1-14 15,-1 1 20-15,3-5-3 0,4 2-15 0,2-2 5 16,-1-3 5-16,4-2 5 0,5 0-7 0,0-4-14 16,1-4-17-16,1 0-26 0,-2-3-27 15,1-1-35-15,2-5-22 0,1 1-26 0,-1-5-23 16,1-3 6-16,-2 0 17 0,-2-4 13 0,-6-5 20 16,-2 3 11-16,-2-1 33 0,-7-2 28 15,0 1 31-15,-4 1 28 0,0-2 20 0,1 2 32 16,-4 2 19-16,0 3 16 0,0 2-10 0,0-2-23 15,-4 4-6-15,4 3-1 0,0 4-6 0,0 3 5 16,0 0-5-16,0 0-8 0,0 0 10 0,8 13-2 16,-5-1-10-16,0-1-5 0,1 5-3 15,-1 1 0-15,4 0-5 0,0 3 2 0,0 1 1 16,0-2-6-16,2 4 0 0,-1-4-2 16,-1-1 2-16,-1-3-2 0,-2 2-3 0,2-3 8 15,-2-3-13-15,0 1 8 0,-1-2 8 0,0-2 7 16,-2-1-2-16,2-5-14 0,-3-2 6 0,0 0-13 15,0 0 13-15,0 0-2 0,0 0-6 16,-15-14-2-16,9 2-11 0,-1-4 16 0,1-1-3 16,2 1-2-16,-3-7 10 0,4 4-8 0,2-2-10 15,1 3 15-15,0-1 3 0,4 2-10 0,0-1 2 16,3-3-2-16,3 4 2 0,4 2-2 16,2 2 2-16,2 0-13 0,2 1 8 0,1-1 8 15,0 4-3-15,2 1-4 0,1 0-1 0,0 1-8 16,3 1 6-16,-2-2 2 0,2 1-5 15,-4-1-16-15,1 2 9 0,0-2 7 0,-3 5-3 16,-4-5-2-16,0 2 0 0,0 2-13 0,-3-2 13 16,-1 3 8-16,-3-2-1 0,-2 3 6 0,-1-3-3 15,-1 4-5-15,-6 1 0 0,7-1 0 16,-7 1 2-16,0 0 4 0,0 0-4 0,-7 16 11 16,0-7 0-16,-2 0 5 0,-2 5-6 0,1 0 4 15,-4 5 2-15,3-5-5 0,-2 6-1 0,2-3 9 16,2 1-24-16,-1-1 16 0,2-1-3 15,4-1 6-15,-2-1-16 0,3-1 5 0,0-3-8 16,2 5 8-16,2-7 3 0,-1 0-13 0,3-1 7 16,0-3-7-16,4 2-10 0,3-4 2 15,-3 0-5-15,3-4-7 0,1 0 7 0,-1 0 2 16,0-4 4-16,1-3 1 0,2 0-7 16,-3-3 0-16,1 0 1 0,-5-1 14 0,4 1 6 15,-3-1-9-15,0 2 14 0,-3 2 10 0,3 1-8 16,-4 0 6-16,0 1-1 0,0 5-12 0,1 0-3 15,-4 2 0-15,0 0 17 0,0 0-11 0,17 10 4 16,-13-2-8-16,-1 1 9 0,4 1-9 0,-3 0 11 16,3 4 2-16,-1 0-12 0,1-3 2 15,4 3-2-15,-2-2-26 0,-2 1-13 0,3-3-13 16,-2 1-28-16,5-3-51 0,-6-1-48 0,4 0-167 16,-1-4-392-16,3-2 87 0,-3 2 37 15,0-6 50-15</inkml:trace>
  <inkml:trace contextRef="#ctx0" brushRef="#br0" timeOffset="7949.06">19312 6678 742 0,'1'25'322'0,"-1"0"-35"16,3-3-21-16,0 3-5 0,0-2-33 15,2 2-18-15,-2 2-21 0,4-1-17 0,-1 5-29 16,-2-2 3-16,6 2-18 0,-3-2-38 0,3 0-47 16,-3-1-32-16,4 1-86 0,-5-8-119 15,1 1-541-15,0-3 34 0,0-2 71 0,-4-4 62 16</inkml:trace>
  <inkml:trace contextRef="#ctx0" brushRef="#br0" timeOffset="8249.95">19060 7069 1100 0,'0'0'251'16,"-4"-2"-15"-16,4 2-29 0,0 0-13 0,0 0-20 16,10-8-12-16,4 2-22 0,-3-1-17 15,5 1-18-15,5-5-15 0,3 1 2 0,4 0-5 16,2 0-10-16,-2-3-13 0,3 2 2 0,3 1 1 15,0-2-16-15,0 2 3 0,-3 3-21 16,-1 0 3-16,-2 3-8 0,3 2 5 0,-1 0-4 16,-6 2-4-16,4 4-2 0,-2-1 3 0,-2 4-6 15,-3 1 1-15,0 2-6 0,-4 3 0 16,0-3 9-16,-4 6-17 0,-3-5 3 0,-2 3-2 16,2 3-33-16,-7-2-14 0,1-3-50 0,2 3-57 15,-6-1-49-15,0-1-156 0,-3 0-409 0,3-3 92 16,-3 0 51-16,-1-2 54 0</inkml:trace>
  <inkml:trace contextRef="#ctx0" brushRef="#br0" timeOffset="9383.01">19890 7053 793 0,'1'13'312'16,"5"-3"-25"-16,-3-1-92 0,1 0-27 0,-1 0-6 15,4-2-19-15,-3 0 3 0,2 1-18 16,-2-4-23-16,3 3 0 0,3-1 0 0,-3-2-11 16,0 0-19-16,3-1-6 0,0 1-18 0,-3-2 10 15,3-2-9-15,1 0 1 0,-4-5-12 16,3 4-15-16,-1-3 2 0,-1-3-2 0,-2-1-3 16,-2-1 0-16,-1 0-16 0,-3-3 1 15,0 0 5-15,-3 2-8 0,-1-4-2 0,-5 3 9 0,1-3-1 16,-2 3 1-16,0-2 6 0,-1 3 5 15,1 1-5-15,-3 0 8 0,2-3 7 16,-2 7-20-16,6-3 15 0,-3 1 5 0,3 1 6 0,0-1-11 16,0 3 0-16,0-2-7 0,4 2-6 0,0-2 11 15,3-1-11-15,0 7-7 0,3-9 10 16,0 3-16-16,5 2 3 0,2-3 8 0,-1 4-10 16,2-2-3-16,-1 2-3 0,3-1 8 0,-1 4-5 15,1 0-8-15,1 1 14 0,2 4-6 16,-1-3 0-16,1 4-3 0,2 2-2 0,-2-1 2 15,2 2 3-15,-1 0 0 0,3 1 0 0,-5-1-7 16,-2 1 7-16,0 2 5 0,1-3 2 16,-4 2-7-16,1-1 3 0,-4-2 5 0,-1 3-16 15,1-2 16-15,-4-4-1 0,1 2 4 0,3 0-4 16,-4 0 9-16,-3-4 7 0,1 3-3 0,2-4-15 16,-3-2 8-16,0 0-3 0,0 0 6 0,0 0 4 15,0 0-2-15,0 0-3 0,-14-12-7 16,13 3 5-16,-5-5-18 0,3-1 2 0,3-3-4 15,-1 1 4-15,-2 0-2 0,6-2 7 0,-2-3-4 16,-1 5-11-16,6 0 3 0,-3 0 5 16,2 1 2-16,1 1 1 0,1 4-4 0,0-3-9 15,-1 4 0-15,2 2 5 0,2 5-6 0,-3-3 11 16,6 4 2-16,-3 2 1 0,-3 0-8 0,3 3 5 16,1 3-3-16,2-1 5 0,-2 2 3 15,2 1-2-15,-3 4 2 0,4-1-5 0,-3-2-3 16,-2 2 0-16,5 2 11 0,-4-2-11 15,2-3 11-15,-3 2-8 0,1 1 10 0,4-3-8 0,-4 0 1 16,0-3-4-16,1 1 6 0,-1-4 6 16,0 3-4-16,1-4-7 0,-1-1 0 0,0 0 5 15,1-2 0-15,-1-3-3 0,0 2-4 0,0-4 4 16,0-3-10-16,-3-2-7 0,0 1-11 16,0-3 18-16,0 1-10 0,-4-2 5 0,1-1-12 15,-4-1 17-15,0 1-8 0,3 1 16 0,-6 4 0 16,3-3 3-16,0 4 4 0,-1 1 1 15,1 1-8-15,-3 0-11 0,0 1 11 0,3 5-3 16,0 2 1-16,-7-6 14 0,7 6-14 0,0 0 14 16,0 0-1-16,-7 15-12 0,7-6 4 15,4 0 12-15,-1 6-7 0,0-3-3 0,1 7-3 16,3-2 16-16,-1 2-13 0,2 3 10 0,-1-3 0 16,2 5-7-16,-2-5 7 0,4 3-10 0,-4-3 18 15,-1 4-15-15,1-7 12 0,-4 1 3 0,4-3 13 16,-6-1 10-16,2 2 61 0,0-5 3 15,-3 0-8-15,-3 5-12 0,0-7-6 0,-1 0 11 16,-3 1-11-16,3-2 8 0,-5-4 0 0,2 3-33 16,-1-5 5-16,-2-1-11 0,10 0 19 15,-19-2-16-15,8-4 3 0,1 4-6 0,3-4-9 16,-4-1 4-16,5 3-17 0,-1-3 2 0,3 0 3 16,-3 0-16-16,4 0-5 0,-1 3-43 0,4-2-69 15,-3 2 4-15,0-2-86 0,0 4-69 16,2-4-200-16,1 6-433 0,-6-2 108 0,6 2 61 15,0 0 77-15,-14-1 67 0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4:44:29.81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1707 1208 826 0,'-10'-8'264'0,"10"8"-13"16,0-6-13-16,0 6-31 0,0-8-7 15,0 8-24-15,3-9 9 0,-2 3-14 0,5 1-4 16,-2-1-19-16,3-2-17 0,-1 1-6 16,1 0-15-16,-1-1-5 0,3-1-20 0,0 4-6 15,4-1-15-15,-1-1-8 0,4 2 0 0,-2 2-7 16,2 0-3-16,2 3-10 0,-2 0 5 16,2 3 5-16,3 2-2 0,-5 2-19 0,2 3 6 15,-2 3-8-15,-1 1 0 0,-5 2-15 0,0 0-75 16,-6 0 29-16,-1 5-1 0,-3-2-2 15,-3 4-2-15,-7 0 17 0,2 1 6 0,-2 2-8 16,-4 1 12-16,1-2-12 0,-5-3 26 0,5 1-19 16,-4-4 6-16,3-2-3 0,0-2 13 0,1 0 0 15,-1-4 2-15,1 0 6 0,3-3 9 16,-1 1-1-16,4-3 9 0,-3-1-12 0,3-1 2 16,0-3 10-16,-2 1-25 0,9-2 21 0,0 0-4 15,-11-4-6-15,11 4 1 0,-3-8-4 16,3 4-13-16,0 4 10 0,3-9 0 0,-3 9 7 15,7-7-4-15,-4 4-1 0,4 1-2 0,-1 1 3 16,5-1-6-16,-11 2 6 0,20 3-8 0,-6 0 2 16,0 3 6-16,4 0-8 0,2 0 2 0,0 4-10 15,-2 0-10-15,1 1-53 0,2 1-65 16,-3 1-174-16,5 4-468 0,-5-2 104 0,2-3 21 16,-4-2 111-16</inkml:trace>
  <inkml:trace contextRef="#ctx0" brushRef="#br0" timeOffset="499.22">2996 991 545 0,'0'0'225'0,"0"0"0"15,0 0-17-15,8 25-19 0,-2-13-23 16,-3 4 47-16,4 1-26 0,-4 0-18 0,1 1-16 16,2 2-12-16,-2 2-5 0,0 3-16 0,-1 0-92 15,0-3-23-15,0 3-61 0,1-2-59 16,-4 1-36-16,3-4-105 0,-3-1-154 0,1 1-225 16,1-3 70-16</inkml:trace>
  <inkml:trace contextRef="#ctx0" brushRef="#br0" timeOffset="1216.68">3007 1011 959 0,'3'-5'290'0,"0"1"-37"16,-3 4-17-16,7-1-19 0,-7 1-17 15,15 5-19-15,-6 2-22 0,1 1-18 0,4 2-16 16,-3 1 3-16,4 2 0 0,0 2-25 0,-2-2-14 15,1 4-73-15,-3-3-11 0,0 0-3 16,-1-1 6-16,-1 1 13 0,1-2-14 0,-2-1-2 16,-1 0 6-16,-1 0 6 0,0-4-24 0,-1 0 9 15,1-1 34-15,-3 0-8 0,1-1 67 0,-1-3 0 16,-3-2-13-16,7 2-6 0,-7-2-12 16,0 0-23-16,6-14 8 0,-1 4 2 0,-2-1-10 15,0-4 5-15,1-4-5 0,2-3-7 0,-3-2-4 16,4 0-12-16,-3 1 10 0,3 0 0 0,-4 4-4 15,1 1 1-15,0 1-10 0,2 3 11 16,-6 2-13-16,7 0-3 0,-6 2-7 0,1 3-11 16,2 1 11-16,-1 3-3 0,-3 3 10 0,10 0-5 15,-10 0 5-15,11 13-2 0,-4-5 5 16,-4 6-1-16,3 1-1 0,1 1-1 0,-4 3-2 16,5-1-6-16,-5 3-4 0,4 1 7 0,-3 1 2 15,2 1-19-15,-1-3-29 0,1 3-3 16,-2-3-25-16,5 1-28 0,-2-3-49 0,0 0-31 15,3-4-56-15,-3 0-76 0,3-4-162 0,1-1 89 16,-1-1 83-16,-1-3 104 0,2-2 93 0,-3 1 40 16,1-3 80-16,2-2 41 0,-4 0 15 15,-7 0 29-15,16-3 17 0,-5-2 11 0,-4 1-16 16,0-2 18-16,3-1-10 0,0 0 0 0,-3-1-6 16,3-2 1-16,1 1-5 0,-2-2-11 15,1-1-12-15,1 1 4 0,-1-1 1 0,-3 0-28 16,4 1 2-16,-7-1 5 0,2 1-10 0,0 1 13 15,-2 1-67-15,-1 1-13 0,1 0 11 16,-3 2-16-16,2 0 3 0,0 1 5 0,-3 1 3 16,0 4 2-16,0 0-8 0,0 0 1 0,0 0-11 15,-18 7 11-15,12 3 4 0,0-2 6 16,-1 3-16-16,-1 2 8 0,2 0 3 0,2 2-3 16,-3 0 71-16,4 0-4 0,0 2-18 0,0 1 2 15,3-4-13-15,3 3 1 0,0-1-6 0,4-1-5 16,0-1 5-16,6 3-5 0,-2-4-5 0,5-4-12 15,-2 1-19-15,3-3-18 0,1-1-2 16,3-4-56-16,1 0-39 0,-1-5-33 0,3-1-87 16,0-2-111-16,-3-3-444 0,0-3 94 0,-1-2 51 15,-6-4 82-15,3 0 49 0</inkml:trace>
  <inkml:trace contextRef="#ctx0" brushRef="#br0" timeOffset="1465.75">4066 948 716 0,'3'-20'282'0,"-3"5"4"0,1 4-88 0,1 3-1 16,-1 0-3-16,2 2-25 0,-3 1-36 15,0 5-23-15,0-6-5 0,0 6-5 0,0 0-13 16,0 0 5-16,0 0-12 0,0 22-11 0,0-10 0 16,0 4 0-16,0 1-20 0,-3 2 12 15,3 1-12-15,0 0 12 0,0 2-5 0,-1-1-22 16,1 1 14-16,1 0-9 0,2 3-6 0,-3 0 0 16,3-1 62-16,2 1-3 0,1-1-13 15,1-2-9-15,-1-1-12 0,5 1 6 0,-1-3-17 16,0 0-1-16,4-2 2 0,-4-3-7 0,4-1-13 15,3-2-17-15,-4-4-19 0,1-2-18 0,0-2-33 16,3-3-53-16,-6-2-49 0,6-3-83 16,-4-3-140-16,1-2-389 0,-4-2 95 0,0-2 43 15,1-5 64-15</inkml:trace>
  <inkml:trace contextRef="#ctx0" brushRef="#br0" timeOffset="1649.29">4371 896 637 0,'-1'-13'292'0,"1"1"-16"0,-3 5-86 16,3 1-11-16,0 3-28 0,0 3-3 0,-3-7-25 15,3 7-15-15,0 0-9 0,0 0-4 16,0 19 13-16,0-6-21 0,0 2 2 0,0 3-9 16,0 1-4-16,3 5 1 0,0 1-10 0,1 0 9 15,-1 0-12-15,1 2-15 0,2 1-3 16,-2 2 0-16,3-2-2 0,-4 1-11 0,4 1 3 16,-4-2-11-16,1-3 11 0,-1 0-33 0,1-1-36 15,-4-3-49-15,0-2-131 0,0-1-555 16,-4-3 98-16,0-4 40 0,-2-2 54 0</inkml:trace>
  <inkml:trace contextRef="#ctx0" brushRef="#br0" timeOffset="2066.14">3860 1207 1046 0,'-6'-2'259'0,"6"2"-16"15,0 0-28-15,0 0-20 0,-3-5-29 16,3 5-7-16,0 0-16 0,10-8-7 0,-3 5-16 16,3-1-7-16,0-1-13 0,7 0-21 0,0-1 0 15,1 0-10-15,6-2-20 0,-1-1 5 16,1 2-3-16,0 0-31 0,0 0-9 0,1-1-14 15,-2 2-89-15,1 0-36 0,0-3-161 0,-3 8-451 16,-1-3 92-16,-2 1 11 0,-2 3 97 16</inkml:trace>
  <inkml:trace contextRef="#ctx0" brushRef="#br0" timeOffset="3449.04">4356 1228 829 0,'0'0'266'16,"0"0"-30"-16,1-17-9 0,3 11-30 0,5 1-15 16,-5-3-26-16,3 2-10 0,4-2-15 0,-2 1-8 15,1 2-18-15,1-3-16 0,-4 3-4 0,3-2-3 16,0 3-16-16,1 0-2 0,-1-1-2 15,0 3-9-15,0 1-12 0,0 1 0 0,-3 0-8 16,7 2 1-16,-4 2-1 0,0 2-15 0,1 0 13 16,-1 3-8-16,0 1-13 0,1 3 8 15,-1-1 0-15,0 1 2 0,1 3-10 0,1 1 1 16,-5-2-4-16,4 1 14 0,-1-3-11 0,-3 1 3 16,3 0-8-16,0-1 5 0,0 0-5 15,-2-3 1-15,2 1-17 0,0-2 9 0,-3-4 7 16,3 2 5-16,0-3-2 0,4-3-8 0,-4 1 2 15,0-5-4-15,4-1 4 0,0-1 1 16,0-2-13-16,-1-3 12 0,0-1-2 0,-1-4-5 0,4-1 13 16,-2-2-6-16,-1 2-7 0,-2-1-2 15,0-1 9-15,1 3-4 0,-4 2 9 0,-1 2 1 16,-1 1 2-16,1 2-10 0,-3 0 13 16,-1 4-16-16,1-1 3 0,-4 5-2 0,0 0 4 15,0 0-2-15,0 0 0 0,6 17 16 0,-9-11-3 16,3 2-6-16,0 3 3 0,-3-1 6 0,3 2-3 15,0-1-13-15,0 4-8 0,3-3 8 16,0 1 8-16,-2-3-8 0,5 4 0 0,-3-3-3 16,4 1 6-16,4 0-1 0,-4-4 1 0,2 0-6 15,2 0 11-15,-1-4-13 0,0 0 15 0,1-1-10 16,-1-2 8-16,0-4-14 0,-3 1-9 16,1-3-5-16,-2-2-11 0,0 0 3 0,-2-4-5 15,-4 1 7-15,0-3-7 0,0 1 7 0,-7-3 3 16,4 1 8-16,-7 1-3 0,2-1 2 15,-2 3 19-15,1-2-6 0,-2 2 11 0,4 1 0 16,-3 1 12-16,3 2-4 0,0-1-14 0,3 2 11 16,-2-1-5-16,2 4-1 0,1-3-2 0,3 6 6 15,0-7-11-15,0 7 7 0,7-7 9 16,3 3-11-16,0 0 10 0,4 0-17 0,3-1 4 16,0 0 6-16,0 2-6 0,3-2-9 0,-2 1-4 15,3-1 19-15,-4 1 2 0,3 0 6 0,1 1-6 16,-4-1-13-16,0 2-2 0,-4 0-5 15,-2 1 8-15,3-1-4 0,-5 4 4 0,2 1-8 16,-7-1 12-16,2 3 6 0,-3 1 10 16,-3 1-16-16,-2 0 9 0,1 4-9 0,-2 1 3 15,-3-1-2-15,1 3 10 0,-2-1-13 0,1 1 2 16,2 0-10-16,-2 1 21 0,2-4-13 16,0 4-5-16,1-3 5 0,3 1 5 0,-3-1-2 15,3-4-13-15,0 3 15 0,3-1-16 0,0-4 22 16,1 1-9-16,0-5-2 0,2 2 3 0,1-4-8 15,-7 0 12-15,15-4-4 0,-6 0-6 16,1-3 11-16,-3-3-18 0,1-3-8 0,-2-2 5 16,0-2-15-16,1-7 13 0,-6 1-6 0,2-5-4 15,-3-2 4-15,0-5 13 0,0-2-4 0,-1 3 4 16,-2-1-5-16,0 0 16 0,3 7-6 16,-3 2 18-16,0 2 1 0,2 3-6 0,-2 4-5 15,3 0 16-15,-3 3-6 0,2 3 0 0,-1 3-2 16,1 2-13-16,1 6 13 0,-3-2-13 15,3 2 0-15,0 0-3 0,-8 19 1 0,8-5 4 16,-3 2 9-16,3 4-4 0,0 1 1 0,0-1 0 16,3 5 7-16,-2 2-15 0,6-2 8 0,-4 0-3 15,4 0 10-15,3 3-15 0,1-1 8 0,-1-2-3 16,3-1 8-16,2-1-16 0,1-4 11 16,-2-2-3-16,0-2-8 0,3-2 9 0,-1 0 4 15,2-5 0-15,-2-2-7 0,2-1 2 0,-1-3 5 16,0-2-5-16,-3-2-10 0,-1 1-18 15,0-5-3-15,2-1-9 0,-5 0 19 0,1-4-9 16,-4 3-11-16,2-2 8 0,-6 2-16 0,1-3 21 16,-1 0 3-16,1 2-6 0,-4 0-2 15,0 0 5-15,0 3 10 0,0 0-5 0,0-1 8 16,0 1-23-16,0 6 7 0,-4-7 0 0,4 7 1 16,0 0 12-16,0 0-10 0,0 0 5 0,0 0 5 15,0 0 3-15,0 0-8 0,11 14 13 16,-8-5 2-16,1 0-4 0,2 2 9 0,1 2 3 15,0-1 0-15,0 1-2 0,0 2 0 0,-1 2 12 16,5 1-15-16,-4 0 10 0,-3-1 0 16,2-2 21-16,0 2-8 0,-1-2 0 15,-2 0 0-15,-3-2 16 0,3 0-14 0,-6-1 11 0,3 0 2 16,-3-1-9-16,-2-1-14 0,-1 0 16 16,-1-3-11-16,-3 0 3 0,3-2 5 0,-3-2-5 15,0 0-5-15,3-2 3 0,-4-2-16 0,1-2-3 16,0-2-9-16,-1-1-24 0,2 0-18 0,2-2-25 15,4 0-23-15,-2-2-36 0,2 0-103 0,3 0-140 16,3-1-356-16,5 2 100 0,2-2 25 16,0-1 77-16</inkml:trace>
  <inkml:trace contextRef="#ctx0" brushRef="#br0" timeOffset="3699.86">6558 839 675 0,'0'0'259'0,"0"0"-16"0,0 18-10 16,0-6-18-16,0 1-26 0,-3 3-7 16,3 3-21-16,0 0-15 0,-3 2-13 0,3 2-2 15,0 0-21-15,0 4-8 0,-1-2-7 0,1 1-23 16,1 0-8-16,2 0 18 0,0 1 46 0,0-1-34 15,1 1-45-15,-1-1-23 0,5-2-70 0,-2-1-63 16,-2-6-198-16,2 3-458 0,1-5 85 0,-3-5 43 16,6-2 74-16</inkml:trace>
  <inkml:trace contextRef="#ctx0" brushRef="#br0" timeOffset="3999.4">6767 1151 939 0,'-6'15'264'0,"4"-10"-29"16,2 4-23-16,-3-1-17 0,3 0-29 16,-3 2 67-16,3 1-28 0,3 2-28 15,-3-1-8-15,3 1-31 0,-3-1 0 0,5-1-12 0,-2 0-34 16,3 1 15-16,1-2-17 0,0 0 2 16,1-3-10-16,1 0-3 0,1-3-12 0,4 1-3 15,-3-4-8-15,-1-1-2 0,3-1-18 0,-2-4 7 16,0 2 1-16,-1-3-3 0,-1-3-6 15,-2 1 1-15,0-3-5 0,-3 1-3 0,-1-1-2 16,-3 0 7-16,0-1-15 0,0 0 5 0,-6 2-3 16,1-1-2-16,-5-1-7 0,-3 2-11 0,-4 1-8 15,0 0-15-15,-4 0-26 0,0 2-45 16,-3-2-52-16,-2 2-92 0,2 2-221 0,-1 1-362 16,1-2 107-16,0 1 51 0,4 0 74 0,0 2 39 15</inkml:trace>
  <inkml:trace contextRef="#ctx0" brushRef="#br0" timeOffset="4199.42">6328 1121 901 0,'0'0'299'0,"-9"0"-17"0,9 0-9 0,0 0-37 16,0 0-8-16,-10 0-21 0,10 0 29 0,0 0-16 16,0 0-28-16,0 0-8 0,7-10-23 0,3 5-12 15,1 0-21-15,1 0-21 0,3 1-4 16,1 0-16-16,-1-2-21 0,4 1-15 0,-5-1-61 15,0 4-41-15,3-4-69 0,-6 4-298 0,6-1-411 16,-7 0 97-16,0-1 51 0,-4-2 92 16,-1-1 54-16</inkml:trace>
  <inkml:trace contextRef="#ctx0" brushRef="#br0" timeOffset="4765.47">7820 871 883 0,'-7'-2'240'0,"0"-1"-17"15,7 3-18-15,-13-3-11 0,13 3-17 0,-11 0-36 16,11 0-6-16,-14 8-12 0,4-1-3 0,1 4-2 15,1 5 5-15,1 2-31 0,-3 4 0 16,4 3-12-16,1 0-14 0,-1 6 75 0,2 1-16 16,4 2-9-16,-3 2-9 0,3 2-27 0,3-1-4 15,-2-1 6-15,2 2-10 0,3-2-18 0,-1 1 5 16,1-1-21-16,1-1-10 0,-1-1-20 16,1-1-47-16,-3-2-66 0,3-6-107 0,-4 0-574 15,0-6 31-15,-2-5 113 0,-2-3 20 0,-2-4 74 16</inkml:trace>
  <inkml:trace contextRef="#ctx0" brushRef="#br0" timeOffset="5099.55">7519 1446 737 0,'-1'-5'279'0,"1"0"-16"15,1-1-25-15,2-3-33 0,3 1 56 0,2-2-20 0,2-1-36 16,7 0-16-16,0-1-23 0,4-1-12 15,6-1-13-15,1-1-11 0,3 1-14 0,9-4-12 16,-2 1-4-16,-7 3-18 0,2 1-10 0,2 0 7 16,-5 0-10-16,1 1-23 0,-7 2 3 0,0 1 0 15,-7 1-6-15,-2 0-10 0,1 1 3 16,-2 3-2-16,-4 0-9 0,1-1 3 0,-4 2-5 16,2 0-7-16,-5 1 2 0,2 0-3 0,-6 2 3 15,11 3-10-15,-11-3 4 0,3 9-1 16,-2-3 9-16,2 1-7 0,-3 2-8 0,0 3-5 15,3-1 5-15,-3 3 3 0,0-1 2 0,3 1-10 16,-2 4-10-16,2-1-23 0,0 0-42 16,1 1-48-16,0-2-89 0,2 0-390 0,-2 0-217 15,2-3 118-15,-3-4 48 0,1-3 72 0,0 0 44 16</inkml:trace>
  <inkml:trace contextRef="#ctx0" brushRef="#br0" timeOffset="5233.02">8079 946 435 0,'0'0'76'0,"0"0"-81"16,0 0-471-16</inkml:trace>
  <inkml:trace contextRef="#ctx0" brushRef="#br0" timeOffset="5582.75">8340 1255 701 0,'3'12'238'0,"-3"-1"-15"0,0-1-19 16,0-2-7-16,0 1-28 0,-3-1-10 16,3-1-16-16,0 0-7 0,-1-2 10 0,1 1-62 15,0 0 16-15,0-6-8 0,-3 4-7 0,3-4-11 16,0 0-12-16,0 0-1 0,0 0 6 0,-8-20-9 15,8 9-6-15,-3-1-11 0,3-4 5 16,0-2-21-16,3 2 6 0,2-3 2 0,-2 0-15 16,1 2-2-16,5-3 9 0,-2 1 11 0,4 0-8 15,-1 3-7-15,0 3 9 0,1 0-12 0,-1 2-2 16,3 3-4-16,4 2 1 0,-6 2 0 16,6 3 0-16,-1 1 0 0,-1 1 2 0,5 4 3 15,-3 1-10-15,0 3 9 0,0 2-9 0,0 0 0 16,0 2-3-16,-2 0 5 0,1 1-15 0,-2 0-18 15,-1 1-18-15,1-1-15 0,-4 0-31 16,1-3-49-16,3 1-46 0,-4-1-58 0,4-2-57 16,-1-1-243-16,0 0-105 0,2-4 51 15,-2-1 49-15</inkml:trace>
  <inkml:trace contextRef="#ctx0" brushRef="#br0" timeOffset="5999.28">9047 1105 732 0,'0'-7'314'0,"0"1"14"15,-3 0-44-15,3 6-100 0,-4-8 8 0,0 6-43 16,4 2-21-16,-13 1-5 0,3 3-16 16,-1 1 1-16,1 1-6 0,-3 3-15 0,-1 1-5 15,4 0-23-15,-1 4 2 0,-2-3 3 0,6 4-10 16,-4-1-18-16,4-1 5 0,1 1-10 16,2 0 74-16,1-2-11 0,3-1-9 0,-3 1-16 15,6 0-10-15,-3-4 5 0,4 1-3 0,2-1-10 16,4-2-15-16,-2-4 10 0,2 2-10 0,0-4 8 15,4-4-6-15,-1 2 3 0,-2-4-21 16,2-2-9-16,0-3-19 0,-5-3 8 0,2-3-18 16,0-5 5-16,-3-2-5 0,0-2-2 0,-4-8-6 15,1 0 8-15,-4-1 8 0,3-2 2 16,-3 0 8-16,-3 8-5 0,3 1 0 0,-3 2 26 16,2 2-14-16,1 3 6 0,-3 2-5 0,0 3 12 15,3 3-7-15,-3 0 0 0,2 2-5 0,1 5 2 16,-4 3 0-16,4 3 0 0,0 0-5 15,0 0 6-15,-9 14-9 0,8-2 9 0,1 5-6 16,1 5 2-16,-1 3-7 0,3 1 13 0,3 6 0 16,-1 1-11-16,1 1 1 0,7 10 5 15,-2-6-3-15,3 6-8 0,3-1-45 0,3-2-34 16,1 0-62-16,6-2-191 0,0-3-443 0,4-4 28 16,0-4 82-16,0-9 38 0,-4-6 90 0</inkml:trace>
  <inkml:trace contextRef="#ctx0" brushRef="#br0" timeOffset="6902.59">10045 1076 726 0,'-10'19'267'0,"7"-12"-22"16,-1 2-19-16,0 1-29 0,1 0-13 0,3 3-28 15,0-2-5-15,0 1-13 0,0 1-25 0,3-1 10 16,1 2-26-16,3 0 3 0,-3-2-18 16,5 0 54-16,-5-3-21 0,6-1-13 0,-3 0-10 15,0-2-2-15,0-3-16 0,0 0-15 0,0-2-15 16,-7-1-9-16,0 0-9 0,13-6-21 16,-10 1 13-16,-3-3-5 0,0-3 5 0,-3 0 0 15,-1 0 5-15,1-3 15 0,-4 0 3 0,1 1 8 16,-2-1-14-16,-1 2 12 0,2-1-4 15,0 1 1-15,0 1-6 0,3 1 3 0,-2 0 0 16,3 1-18-16,-1 0-3 0,4 1 1 0,0 0 2 16,0 2-5-16,3-1-8 0,0 0 0 0,4 0 6 15,-3 5-1-15,6-4-7 0,-3 3 4 16,0 1-9-16,2 1 5 0,2 0-1 0,-11 1 1 16,20 4-13-16,-9-1 8 0,-1 3 2 0,0 0 0 15,-2 1-13-15,2 2 18 0,-1 2-7 0,-1 0-3 16,2 3 8-16,-3-2-1 0,-1 2-4 15,2 0-6-15,-2 0 3 0,1-1-2 0,-3 0 12 16,2 1-2-16,-1-2-6 0,1 0 3 0,-3-2-5 16,4-2 0-16,-4 2-5 0,0-2 0 15,1-1 8-15,3-4-9 0,-3 1-6 0,2-3 4 0,1-1-2 16,-7 0 0-16,18-4-3 0,-9-2-15 16,1-2 2-16,1-1-18 0,2-4 9 0,-3 1-4 15,1-4 9-15,-1 2-1 0,-3 1 21 0,4 0 2 16,-5 2-2-16,1 3 20 0,0-1-8 15,0 0 11-15,-3 3-15 0,-1 0 9 0,0 3-4 16,0 2-1-16,-3 1 6 0,0 0 20 0,0 0-20 16,0 0 5-16,0 13-3 0,0-6-5 0,0-1-2 15,-3 3 4-15,3-2 1 0,0 2-5 16,0 1 15-16,-3 0-11 0,6 0 1 0,-3-1-3 16,0-1 8-16,3 1-13 0,-3-1 5 0,4-1 0 15,-1 0 10-15,0 0-15 0,5-1 8 16,-1-2-13-16,3 0 8 0,-1-3-6 0,2-1-20 15,3-3 13-15,0 1-16 0,2-3-20 0,-1-1-13 16,-2-4-18-16,4-2-40 0,-3-3-9 0,3-2-9 16,-7-3 12-16,3-7-5 0,-1-1 23 15,0-2 15-15,-5 0 18 0,1 1 49 0,-2 3 26 16,1 2 33-16,-4 2 38 0,1 3 0 0,-4 3 3 16,3 1 18-16,1 2-8 0,-4 1-10 15,0 2-11-15,0 1-12 0,0 3 0 0,0-1-8 16,0 5 8-16,0 2-24 0,0 0 4 0,0 0 4 15,-10 9-2-15,9-1-3 0,-2 5-2 0,0 2-6 16,0 2 9-16,2 2-16 0,1 0 15 16,0 2-15-16,0 0 0 0,0 2 10 0,4 2-8 15,-1-1 1-15,0 1-6 0,1-2 8 0,3 1 0 16,0 0-5-16,-1-2 3 0,1-2-6 16,0 1-7-16,0-5-16 0,-3 0-10 0,5-4-26 15,-5 0-43-15,-1-4-81 0,5 0-646 0,-5-4 0 16,4-3 107-16,-4-2 49 0,-3 1 70 0</inkml:trace>
  <inkml:trace contextRef="#ctx0" brushRef="#br0" timeOffset="7132.68">10469 1041 1113 0,'0'0'356'0,"0"0"-34"15,-3-5-30-15,3 5-36 0,0 0-15 16,10-8-26-16,-1 3-31 0,2-1-5 0,3 0-15 16,6 0-16-16,-3-1-17 0,1 1-16 0,2 0-15 15,-3 1-8-15,1 0-15 0,1 0-13 0,-1 0-28 16,-1 0-23-16,-3 1-52 0,-1 2-43 16,1-2-117-16,-1 1-574 0,-5 1-3 0,-1 1 103 15,-1-2 41-15,-6 3 76 0</inkml:trace>
  <inkml:trace contextRef="#ctx0" brushRef="#br0" timeOffset="7565.65">11764 807 711 0,'0'21'248'0,"0"2"-15"0,1-1-2 0,2 0-24 16,-3-1-18-16,6 2-17 0,-5 4-13 0,6-1-11 15,-4 5-28-15,4-1-4 0,-4 3-17 0,4-2-35 16,-4 2-23-16,1-2-20 0,3-4-116 0,-4 1-69 15,-2-1-509-15,5-5 51 0,-6-2 15 16,0-5 75-16</inkml:trace>
  <inkml:trace contextRef="#ctx0" brushRef="#br0" timeOffset="8265.21">11549 1120 962 0,'10'-4'292'0,"5"-2"-18"0,4-1-34 16,2 0-22-16,6-1-21 0,1-4-15 0,3-1-19 15,-1 1-14-15,1-1-24 0,3 0-68 0,-6-1-19 16,2-1-2-16,-2 2-3 0,-1 0-7 16,-7-1-19-16,-2 0-17 0,-2-1-18 0,-1 1 2 15,-2-4-2-15,-5 0 23 0,1 2-8 0,-5 0-2 16,-1-1 30-16,0 3-9 0,-3 1 4 0,4 1 18 15,-4 3 56-15,0 0-7 0,0 1 0 16,0 3-21-16,0 5 8 0,0 0-18 0,0 0 8 16,0 0 2-16,0 0-22 0,-4 27 9 0,4-9-2 15,0 2-13-15,0 5 11 0,0 3-14 0,1-1 11 16,2 1-13-16,-3 1 10 16,3-1-10-16,4 4 1 0,-3-6-1 0,-1-1-6 0,0 0 4 15,-3-2-1-15,4-4-7 0,-1-1 3 0,-3-3 2 16,3 2-1-16,1-5 19 0,-4-5 0 15,0-1-3-15,4-3-2 0,-4-3-8 0,0 0-2 16,0 0 4-16,7-13-2 0,-4 4 0 0,0-2-2 16,0-1-8-16,1 2 2 0,-1 0-7 0,0-2 12 15,2 4-10-15,-2-2 8 0,1 2-18 16,-1 2 3-16,3 2 2 0,-2 2-8 0,-1-1 8 16,-3 3 11-16,0 0-21 0,21 7 12 0,-14-4-7 15,3 3 5-15,3 1-5 0,-3-1 6 0,5 2-4 16,-2-1-4-16,4 1 4 0,-3-2 6 0,6 1 2 15,-3 0-10-15,7-4 8 0,-3 1-3 16,0-1 0-16,-1-1-2 0,4-3 12 0,-3 0-5 16,2-1 6-16,-2-1-11 0,0-2 5 0,-5-2 3 15,5-3 5-15,-4 1-3 0,0-3-5 16,-3 1-2-16,-4-2 0 0,0 1 2 0,-3 2-5 16,0 1 3-16,0 1 7 0,-4 0-5 0,1 2-5 15,-1 1 3-15,-3 1-11 0,0 4 3 16,0 0 3-16,-7-1 0 0,7 1-1 0,-10 7-4 15,3-2 7-15,3 1-8 0,-2 2 8 0,3-1 0 16,-1 1-10-16,1 1 15 0,3-1-7 0,-3 2-8 16,3-2 13-16,0-1-6 0,3 3 1 0,0-2-8 15,1 2 7-15,2-2-2 0,1-1 8 16,4 3-8-16,-1-3 13 0,0 1-65 0,4 1-53 16,-4-7-148-16,4 5-612 0,-1-1 51 0,-3-1 118 15,-2-3 56-15,2-1 54 0,-4-2 76 16</inkml:trace>
  <inkml:trace contextRef="#ctx0" brushRef="#br0" timeOffset="8665.91">13604 891 798 0,'3'15'292'0,"1"4"-21"15,-1 4-20-15,3 2-21 0,-2 7-96 0,3 1 1 16,0 0-20-16,3 15-15 0,-3-3-10 0,4 2-6 16,-2-7-15-16,-2-6 11 0,-3 1-19 0,3-2-12 15,0 2-26-15,-1-3-44 0,-2-6-53 16,2-2-82-16,-6-3-166 0,5-5-359 15,-2-3 74-15,-3-6 41 0</inkml:trace>
  <inkml:trace contextRef="#ctx0" brushRef="#br0" timeOffset="8932.52">13610 877 762 0,'7'-14'228'0,"0"3"-26"0,0 1-7 16,3 1-29-16,0 3-17 0,1 2-9 15,-1 1-12-15,4 2-10 0,0 1-15 0,2 1 2 16,2 2-24-16,2 2-4 0,-3 3-13 0,1 2 23 16,-2 1-7-16,2 3-14 0,-2 1 3 0,-5 0-10 15,-1 0-5-15,-3 1 5 0,-1 0 0 16,-2 0-6-16,-4 1-12 0,-4-2 13 0,-2 2-8 16,-1 2-10-16,-3 0 59 0,-1-3 10 0,-2 0-23 15,-1 1-16-15,1-3-7 0,3-1-15 16,-1-2-39-16,1 1-36 0,0-4-69 0,2 1-105 15,1-3-345-15,1 1-205 0,3-4 94 0,3 0 45 16,0-3 70-16</inkml:trace>
  <inkml:trace contextRef="#ctx0" brushRef="#br0" timeOffset="9666.33">14281 869 1034 0,'0'-5'274'0,"0"5"-34"0,0 0-25 16,0 0-18-16,-17 0-18 0,10 6-25 0,-3 1-13 16,-5 2-23-16,2 1 9 0,-4 4-14 0,4-1-26 15,-2 2 5-15,2 0-17 0,-1 2-6 0,4-2-3 16,3-2-12-16,-3 2 0 0,3-2-11 0,3-1 3 16,1-2-15-16,3 2 5 0,0-2 2 15,3-3-15-15,-2 2-7 0,5-1-1 0,5-6-5 16,-1 4 0-16,0-5-12 0,4 1 10 0,-1-2-11 15,2-3-2-15,-2-1-5 0,4-2 7 16,-3-3-2-16,0-3 5 0,-1 2-3 0,0-5 1 16,-2 2 2-16,-1 0 13 0,-3 1 10 0,1 2-5 15,-2 1 0-15,1 1-6 0,-1 0-1 16,-3 2-6-16,1 2-3 0,0-1 3 0,-4 5-2 16,0 0-3-16,0 0 5 0,0 0-2 0,0 0 4 15,10 12-7-15,-10-7-2 0,3 1 7 16,-2 1 3-16,2-1 4 0,0 0-9 0,0 0-1 15,1 1-2-15,3-1 16 0,-3 0-3 0,5-1-1 16,-2 0-14-16,4-1 17 0,-1 1-7 0,3-3-6 16,2-2-4-16,1 2-1 0,1-4 8 0,4 2-25 15,-4-2-11-15,1-3-5 0,1 2-2 16,-1-3-5-16,2-3-21 0,-6-1 7 0,0-3-17 16,2 0 15-16,-6-2 21 0,1 0-6 15,-4-1 13-15,0 2 11 0,-1-1 12 0,-1 1 13 16,1 3 1-16,-3-1-1 0,-2 3 5 0,2 1 3 15,0 2-3-15,-3 2-10 0,0 4 3 0,3-4 2 16,-3 4 10-16,0 0-7 0,0 0 2 0,-6 24-5 16,3-12 5-16,3 2-5 0,-1 4 6 0,-2-2 24 15,3 2-29-15,0 1-1 0,0-2 2 16,0 1-2-16,-3 0-2 0,3-1 0 0,0 0 2 16,0-3-10-16,0-1 12 0,0-1 6 0,0-1-3 15,0-3 16-15,0 1 81 0,-3-1-14 16,3-2-4-16,0-2-2 0,0-4-18 0,0 0-2 15,0 0-3-15,0 0-8 0,0 0-2 0,0-19 5 16,0 9-23-16,3-1-8 0,0-2 10 16,0-2-5-16,1 1-4 0,-1 0-9 0,1 3-5 15,2-3 1-15,2 5 2 0,1-4-3 0,-2 4 0 16,0-1-4-16,4 1-4 0,-1 2 4 16,4 0-6-16,-4 1 2 0,3 1-4 0,1 2-8 0,-1-1-16 15,2 3-2-15,1 0-41 0,-2-1-20 16,3 4-62-16,0-1-87 0,0 1-543 0,4 1-22 15,-4-1 117-15,0 1 36 0,0-2 77 0</inkml:trace>
  <inkml:trace contextRef="#ctx0" brushRef="#br0" timeOffset="10198.26">15416 856 980 0,'3'-4'366'0,"-3"4"-56"0,0-8-44 16,0 8-10-16,-3-8-26 0,3 8-20 0,-7-5-26 16,7 5-17-16,-7-4-14 0,-3 4-20 0,10 0 8 15,-18 1-36-15,5 2 0 0,-1 1-10 16,0 0-18-16,-3 3 12 0,-3 2-20 0,-1-1-5 15,0 2 3-15,2 3-21 0,1-1 3 0,1 3-11 16,-3-2 0-16,5 2-10 0,2 0 6 0,0 0-16 16,2 0 18-16,1-3-13 0,4 1-8 0,2-3 0 15,0 2-4-15,1-1 6 0,3-3-6 0,3 0 1 16,1-1 1-16,3-1-5 0,0-1-3 16,3-2 8-16,1-1-3 0,2 0 5 0,1-4-22 15,-1 0 4-15,0-2 6 0,1-2-1 16,0-1 3-16,0-2-7 0,-1-4 7 0,1 1-15 15,-3-4 17-15,1 3-4 0,-1-2-8 0,-1 0 5 16,-3 2 5-16,1 1-5 0,-2 4 10 16,-2-2-5-16,2 2-2 0,-3 1-6 0,1 1 11 15,-1 1-13-15,1 1 8 0,-4 4-16 0,0 0 18 16,0 0-3-16,0 0-7 0,0 0 10 0,4 13-10 16,-4-7 10-16,-3 2-5 0,3-1 3 15,0 2-6-15,0 0 1 0,0-1-6 0,-1 3 0 16,2-3-17-16,-1 3-11 0,3-3-36 0,-3 2-33 15,3 0-99-15,-3-1-201 0,4-2-432 0,2 0 103 16,0-1 35-16,-2-3 77 0,0-1 66 16</inkml:trace>
  <inkml:trace contextRef="#ctx0" brushRef="#br0" timeOffset="11248.26">15583 864 790 0,'3'7'231'0,"-3"3"-14"16,1-2-25-16,5 4-18 0,-6 0-15 0,3 0-10 15,1 1-19-15,-4-3-7 0,1 3-5 16,-1-1-26-16,3 1 5 0,-3-3 0 0,3 2-12 16,-3 0-6-16,-3-4-2 0,3 0-16 0,0 0 3 15,0-1 13-15,3-1-8 0,-3 0 62 16,0-2-1-16,0-4-12 0,0 8-3 0,0-8-17 15,0 0-16-15,0 0-1 0,0 0-9 0,0 0-5 16,0 0-6-16,7-15-20 0,-7 8 5 0,3 0-2 16,0-1-6-16,1-2 3 0,3 2-10 15,-6-1 2-15,5 1-7 0,-3 0-3 0,1-1 5 16,2 3-13-16,-3-3 6 0,5 4-11 16,-5-1 8-16,1-1-3 0,2 2-5 0,-5 1 3 0,5-1-5 15,-3 2 0-15,0-2-6 0,-3 5 11 16,8-6-16-16,-8 2 6 0,0 4-8 0,4-4 2 15,-4 4 3-15,6-3-7 0,-6 3 14 0,0 0-22 16,0 0 17-16,7-1 1 0,-7 1-6 16,0 0-2-16,0 0 3 0,0 0 2 0,0 0 2 15,7 7-2-15,-7-7 3 0,0 0 2 0,4 3 0 16,-4-3-7-16,0 0 9 0,0 0-7 0,0 0-5 16,0 0 5-16,6 4 8 0,-6-4-6 15,0 0 9-15,0 0-11 0,0 0 5 0,0 0 5 16,0 0-10-16,0 0 10 0,0 0-15 0,0 0 15 15,0 0-7-15,0 0 5 0,0 0-19 0,0 0 19 16,0 0 0-16,0 0 10 0,0 0-16 0,0 0 13 16,0 0-7-16,0 0 2 0,0 0-2 15,0 0 0-15,0 0 5 0,0 0-3 0,3-13-8 16,-3 13 6-16,0-6-5 0,0 6-9 0,1-6 6 16,-1 2 11-16,0 4-9 0,3-6-2 15,-3 6 3-15,0-6-6 0,0 6-2 0,3-6 0 16,-3 6 2-16,3-5 3 0,-3 1 13 15,0 4-13-15,4-8 0 0,-4 8 0 0,7-6 3 16,-6 4 5-16,-1 2-6 0,9-5-7 0,-8 1 0 16,-1 4 7-16,6-5 4 0,-6 5 1 0,7-3-7 15,-7 3 3-15,3-5-8 0,-3 5-6 0,4-3 6 16,-4 3-8-16,0 0 8 0,0 0 3 16,7-4-6-16,-7 4 0 0,0 0 1 0,0 0-3 15,0 0 7-15,7 12 11 0,-4-8-16 0,-3 0 0 16,3 5 8-16,0-1-2 0,-3 0 2 0,3 3 0 15,-2 2 2-15,-1-2-7 0,0 3 3 16,4-2 7-16,-4 2 5 0,0-2-7 0,3 1-3 16,-3 1-6-16,0-3 14 0,3 1-13 0,-3 0 10 15,1-2-13-15,-1-1 11 0,0-2 5 16,0 2-8-16,0-1 2 0,0-1 1 0,0-1-1 16,0-1-7-16,0 0 10 0,0 0 6 0,0-5-1 15,0 0-5-15,0 7 8 0,0-7-3 0,0 0 3 16,0 0 5-16,0 0-13 0,-1-17 2 15,-2 7 4-15,3-1-9 0,0-3-7 0,0-1 0 16,0-3 0-16,0 0 2 0,0-1 1 0,0 0 2 16,4 1-8-16,-4 0 6 0,3 3 4 0,0-2-10 15,0 1 3-15,1 3 5 0,-1-2 0 16,5 2-10-16,-5 2 8 0,3 3 2 0,-2-3-3 16,3 3-20-16,3 0 20 0,-6 3-4 0,3 0-4 15,2 2 19-15,-2 1-13 0,-7 2-13 16,14 5 5-16,-4 1 18 0,-3 1-5 0,3 4-2 15,-3 2-1-15,0 2-7 0,-1 2 13 0,2 1-3 16,-4-1 10-16,2 5-5 0,-3 1-5 16,1-4-3-16,-1 4 9 0,0 1-6 0,1-2 2 15,-3 3 3-15,2-6-12 0,-3 1-40 0,3-1-17 16,0 1-76-16,-3-1-93 0,1-1-594 0,2-1 13 16,0-5 113-16,1-3 50 0,2-2 60 0,-2-2 64 15</inkml:trace>
  <inkml:trace contextRef="#ctx0" brushRef="#br0" timeOffset="11782.09">16211 1101 773 0,'12'-12'296'0,"-3"3"-22"0,-2 0-20 0,1-1-103 16,-2 0-10-16,1-2 7 0,0 1-35 0,-4-3-1 15,4 1 3-15,-3 0-43 0,2 2 13 16,-6 1 4-16,4-1 11 0,-1 1-3 0,-3 2-15 16,3 2-20-16,-3 0 20 0,-3 1-36 0,3 5 2 15,-3-4-2-15,3 4-12 0,0 0-4 0,-21 10 1 16,14-1 5-16,0 1-11 0,-2 4 32 0,-2 1-32 16,7-1-4-16,-5 3 7 0,5-2-2 15,1 3-3-15,-1 0 2 0,3-2-2 16,1 2-12-16,0-3 9 0,1 0-10 0,3 2 77 0,-1-4-18 15,4-1 3-15,0-2 5 0,2-2-16 16,5-1-7-16,-3-1-8 0,3-4-15 0,2-2-13 16,2 0-8-16,-1-4-13 0,7-2-20 0,0-2-12 15,-3-3-6-15,2-5-23 0,-2-4-31 16,-1-3 13-16,4-10-20 0,0-4-11 0,-7-1-5 16,0-2 23-16,-6 5 8 0,-1 5 26 0,-1-2 35 15,-1 2 19-15,-5 5 27 0,4 2 29 16,-4 2 7-16,-2 5 18 0,2 0 3 0,0 3-20 15,0 1-11-15,-3 1 2 0,0 6-2 0,0 2 5 16,0 3-12-16,0 0-1 0,0 0 1 0,0 0-1 16,-10 17 6-16,7-6-1 0,0 3-17 0,3 2 7 15,-4 2-5-15,4 3 11 0,-3 0-9 16,3 3 4-16,-4 1-14 0,4 0-5 0,0-4 1 16,0-1-21-16,0 3-18 0,0-3-47 0,-3 1-91 15,6-1-261-15,-6-4-408 0,2 1 119 16,-5-3 35-16,2-5 67 0,-5-1 66 0</inkml:trace>
  <inkml:trace contextRef="#ctx0" brushRef="#br0" timeOffset="12681.7">16315 1017 929 0,'6'-4'238'0,"5"-2"-16"0,3 0-19 0,5 0-6 0,2-1-39 15,3-1-1-15,1-1-22 0,6 1-14 16,2 0-9-16,2-1-17 0,-1 1-3 0,3 1 0 16,0-3-12-16,-1 2-14 0,4 0-5 0,-6-1 3 15,3 1-5-15,-5-2-10 0,1 2-11 16,-2-1 3-16,-6 0-2 0,-1-1-9 0,-1 3-1 16,-9-1 19-16,3 2-22 0,-4-1-6 0,-3 3-2 15,-2 0-2-15,-1 0-14 0,-4 2 6 0,-3 2 0 16,0 0-1-16,0 0-2 0,0 0 8 0,-21 10 5 15,14-3-13-15,-5 3 5 0,0 1 6 16,3 1 4-16,-2 1-12 0,-2 4-6 0,6-1-2 16,-3 2 8-16,5 0-8 0,-1-2 13 15,3 0 0-15,3 1-8 0,0-2-3 0,3 0 1 16,0 0 0-16,5-3 2 0,-1 1 7 0,3-1-9 16,4-4-3-16,-1 1 8 0,4-4-8 15,-3-1-8-15,6-1-5 0,-3-1 0 0,1-4-15 16,3-2-8-16,-2-2-22 0,2-3-12 0,3-3-45 15,-4-4-13-15,1-4-5 0,-5-3-20 0,2-2 17 16,0 0 3-16,-5 0 71 0,-3 5 27 0,1 1 45 16,-2 4 23-16,-5 0 5 0,3 3-12 15,0 1 7-15,-4 3-15 0,1 2 3 0,-1 5 17 16,-3 1 11-16,0 0-8 0,0 0 5 0,6 16 2 16,-6-6 6-16,0 5-5 0,0 0-11 15,0 3-5-15,-3 1 3 0,3-1 8 0,0 2-6 16,-3-2-4-16,3 1 1 0,-3-1-7 0,0-1-12 15,2-1 15-15,1 1-6 0,-3-4 6 16,3-2-18-16,0 0 23 0,-4-2-8 0,4-2 10 16,-3-1-23-16,2-2 67 0,1-4-5 0,-6 3 8 15,6-3-27-15,0 0 4 0,-4-13-24 0,1 6 6 16,3-5-1-16,0-3-4 0,3-1-14 16,1-2 6-16,2 0-16 0,2-1 6 0,-1 0-8 15,3 2 5-15,4-3 2 0,-1 5-7 0,4-3 7 16,-3 3 1-16,3 0 2 0,0 1-10 0,4 0-1 15,-1 1-4-15,0 2 2 0,1-1-5 0,3 1-2 16,-4 1 2-16,4 0 3 0,-3 2 2 16,-4-1-2-16,0 2-11 0,-3 3 8 0,-3-1-12 15,-1 1-4-15,-1-1 6 0,-2 5 8 16,-7 0-6-16,0 0-2 0,11 4 10 0,-11-4-5 16,-4 10 3-16,-3-3-6 0,1 1 1 0,2 2 2 15,-2 0 0-15,2 3 0 0,-2 2 0 0,5 1 0 16,-3 2 0-16,4 0 2 0,0 1 1 15,0 0 5-15,4 0-3 0,-3 1 0 0,5-1 0 16,-3 4-8-16,1-3 19 0,2-1-14 0,-2 0 6 16,-1-1 10-16,1-2-5 0,-1-1-6 0,-2 1-2 15,-1-2 21-15,-4-1-11 0,0-1-2 0,-3 1 15 16,-2-2 3-16,-1-2 2 0,-1 0-12 16,-3-1 4-16,0-3 4 0,-2-2-9 0,1 0 1 15,-1-1-4-15,-2-1-22 0,-2-2-51 0,0-2-67 16,-5 0-204-16,-2 0-531 0,-1-2 39 15,-6-2 120-15,-6-2 59 0,-12 0 64 0,-6-2 72 16</inkml:trace>
  <inkml:trace contextRef="#ctx0" brushRef="#br0" timeOffset="13598.3">2750 2975 954 0,'0'0'266'0,"-3"-6"-22"0,3 6-34 16,0 0-3-16,0 0-41 0,0 0-10 0,0 0-12 16,0 0-9-16,20 10-9 0,-13-1-16 15,3-2-13-15,-2 0-5 0,1 4-10 0,4-3 5 16,-1 4-28-16,0 0 3 0,3 1-4 0,-2-1-1 15,0 1-11-15,1 0-13 0,0 2-7 16,0-5-11-16,-4 2-20 0,4-1-18 0,-4-2-49 16,3 1-43-16,-2-2-80 0,-1-2-94 0,3 1-353 15,-5-5 2-15,2 0 41 0,0-1 51 0</inkml:trace>
  <inkml:trace contextRef="#ctx0" brushRef="#br0" timeOffset="13865.16">3127 2958 888 0,'-2'-7'268'16,"0"2"-19"-16,2 5-55 0,-1-8 1 0,1 3-26 16,0 5-13-16,0 0-18 0,0 0-15 15,0 0-10-15,0 0-8 0,-6 13-11 0,5-1 11 16,1 0-38-16,-2 6 22 0,1 0-22 0,-2 2-3 16,-1 4 2-16,1 3-7 0,0 4-5 0,-2 2-3 15,2 1 0-15,0 1-12 0,-3-1-1 16,3-1-10-16,-1 3 11 0,1-4-6 0,2 1 0 15,-1-2-4-15,2-5 1 0,0 2-7 16,0-7-2-16,2-1-3 0,-2 1 0 0,1-4-11 16,2-3-12-16,-3-2 5 0,0-1-33 0,3-2-36 15,-3-2-87-15,1-2-244 0,5-3-380 0,0-3 91 16,-1-4 70-16,1-3 45 0</inkml:trace>
  <inkml:trace contextRef="#ctx0" brushRef="#br0" timeOffset="14064.97">3464 3196 885 0,'5'-2'302'0,"4"0"-48"0,-2-2-9 0,2 1-30 15,6-1-30-15,-2 0-14 0,4 2-22 0,2-3-42 16,0 2-33-16,2-1-58 0,3-1-50 15,-7 3-94-15,3-2-179 0,0 3-345 0,-5 0 35 16,-2-3 64-16</inkml:trace>
  <inkml:trace contextRef="#ctx0" brushRef="#br0" timeOffset="14231.85">3594 3334 721 0,'-2'4'315'0,"2"-4"-36"0,0 0-20 16,0 0-34-16,16 0-10 0,-16 0-31 0,21-3-20 16,-8 2-28-16,4-2-47 0,0 0-76 15,1 1-118-15,3 1-397 0,-1-3-163 0,4 0 76 16,3-2 49-16</inkml:trace>
  <inkml:trace contextRef="#ctx0" brushRef="#br0" timeOffset="14698.53">4302 3060 965 0,'-10'17'232'0,"9"-9"-17"0,-5 2 6 0,3 1-19 16,-1 3-18-16,1 2-23 0,0 0-25 15,0 2-8-15,2 0-10 0,1-2-8 0,0 5-23 16,0-4 2-16,0 1-17 0,1-2-3 0,5 2 5 15,-3-3 8-15,4 1-36 0,-1-3 1 16,2-1-19-16,-1-2 20 0,3 0-9 0,0-4-6 16,1-1 0-16,1-1 1 0,3-3-4 0,-2-1 4 15,1-2-9-15,-3-4-10 0,5-1 11 0,-2-1-11 16,-4-5-12-16,1-3-16 0,-1-4 8 16,-4 0-5-16,-2-3-3 0,-1-2 3 0,0 0-6 15,-6 0 6-15,3 0-3 0,-4 0 3 0,1 0 15 16,-3 4 6-16,-1-1 4 0,0 2 18 15,0 4-12-15,0 1-3 0,0 2-8 0,-3 2 8 16,0 2-6-16,0 3 1 0,-1 1-2 0,-5 3-14 16,2 0 13-16,3 4-2 0,-5 0-3 15,1 3 3-15,2 3 7 0,-1-1-2 0,1 3-5 16,6-2 7-16,-4 4-7 0,2-1 20 0,5-1-28 16,1 2-3-16,-1-1 6 0,4 0 2 15,0 1-3-15,1-1-14 0,2-1 14 0,3 2 8 16,1-3-4-16,0 0-6 0,4 0 10 0,2-2-20 15,1 1-19-15,0-5-27 0,3 3-51 0,2-4-65 16,-1 1-138-16,2 0-445 0,-2-1 77 0,-1-1 28 16,0 0 97-16,0-1 69 0</inkml:trace>
  <inkml:trace contextRef="#ctx0" brushRef="#br0" timeOffset="15081.27">4626 3239 726 0,'0'7'208'0,"0"3"-19"0,0-2-22 0,0 4-1 16,0 0-15-16,0 1 59 0,0 0-10 16,0 1-14-16,0 0-29 0,0 3-6 0,0-5-6 15,4 5-27-15,-1 4 0 0,1-5-87 16,3-2 2-16,-3 0-15 0,5 1-3 0,-2-2 1 16,1-1-4-16,2-2 14 0,2 0-13 0,-1-5 15 15,0 2 0-15,3-5-2 0,-1-1-8 0,-3-1 0 16,4-1-1-16,-1-1 4 0,-2-5 7 15,-1 0-7-15,-3-2-1 0,3-4-15 0,-3 0 8 16,0-3 5-16,-4-2-10 0,-2 1-3 0,1-5 25 16,-2 5 6-16,-2 0-18 0,1-1 21 0,1 2-6 15,-6 1-18-15,2 1 8 0,-3 2 3 16,0-1-1-16,0 3-9 0,-3 2-3 0,-1 4-1 16,-1-2 6-16,1 3 21 0,-6-1-39 15,4 4 10-15,-2 4-8 0,2-4 9 0,-4 2-6 16,3 5-8-16,0-3-7 0,4 0-13 0,1 0-15 15,1 3-24-15,4 0-22 0,1 0-32 16,0-3-81-16,6 1-164 0,0 3-340 0,8-4 23 16,-1 0 76-16,1-1 78 0</inkml:trace>
  <inkml:trace contextRef="#ctx0" brushRef="#br0" timeOffset="15248.46">5146 3321 1000 0,'0'0'328'0,"10"-2"-82"16,-5 0-39-16,4-2-20 0,-2 1-28 0,3-1-8 16,4-1-21-16,-1 0 1 0,5 1-14 0,-1 0-12 15,3 0-18-15,-2-3-10 0,1 1-41 16,-1 2-5-16,3 0-82 0,-7 0-141 0,3-2-448 16,-4 3-13-16,-3-1 28 0,-2 0 88 0</inkml:trace>
  <inkml:trace contextRef="#ctx0" brushRef="#br0" timeOffset="15448.23">5236 3083 724 0,'-4'6'312'0,"4"0"-25"16,-4 1-18-16,1 2-29 0,3 1-27 0,0 2-21 15,0 0-16-15,0 1-20 0,3 4-2 0,1-4-13 16,-1 2-21-16,1 2-15 0,2-1-28 15,-2 1-41-15,6-1-64 0,-3 0-100 0,3 1-390 16,1-2-188-16,2 2 64 0,1-7 60 0,-4-1 73 16</inkml:trace>
  <inkml:trace contextRef="#ctx0" brushRef="#br0" timeOffset="15914.24">5864 3146 744 0,'0'0'274'0,"-3"14"-18"0,3-14-28 0,-1 11-18 16,-2-3-16-16,3 1-14 0,0 3-24 16,0-2-13-16,0 0-20 0,0 4-10 0,0-6-16 15,3 2-5-15,-3 1-7 0,4-3-6 0,0 5-7 16,0-5 2-16,2 0-13 0,-2-4-12 15,5 3-1-15,-1-4 6 0,2 2-3 0,-3-5-5 16,3 0-15-16,1-2 0 0,1-2 2 0,-1 0 6 16,2-3-4-16,-3-3-6 0,1-1-19 15,-4-1 8-15,0-5-5 0,-1 1-19 0,-2-3 17 16,0-2-14-16,-4 1 1 0,3-3 2 16,-6 3 0-16,-2-2 10 0,2 5 54 0,-3-1 0 0,2 2-5 15,-5 1-8-15,1 3-10 0,-5 0 7 0,3 4-9 16,-5-1 2-16,-1 5-8 0,2 0 3 15,0 4-8-15,-6 4 5 0,3-1-2 0,-1 4 2 16,1-1-2-16,4 3-5 0,-1-1-3 0,1 4 5 16,6-3-5-16,-3 3-5 0,5 0 2 15,2-2 3-15,0 2-5 0,6-1-10 0,0-1 2 16,2 2-2-16,2-3-3 0,3 0 10 0,4 0-22 16,2-2-11-16,1 1-46 0,3-5-44 15,1 3-107-15,0-4-238 0,2 0-374 0,1-2 82 16,-3 0 67-16,0-2 77 0,-1 0 55 0</inkml:trace>
  <inkml:trace contextRef="#ctx0" brushRef="#br0" timeOffset="16081.03">6199 3177 803 0,'-4'7'318'0,"1"1"-24"0,0 3-38 16,0 3 8-16,3 0-31 0,-4 1-13 0,4 3-85 15,-3 2-25-15,3-2-15 0,-3 1 10 0,3-1-13 16,0 4-10-16,3-4 3 0,-3 4-14 15,0 2-30-15,3-6-18 0,-2 2-56 0,2 1-72 16,3-5-220-16,-3 1-425 0,4-3 102 0,1-3 37 16,-2-7 58-16</inkml:trace>
  <inkml:trace contextRef="#ctx0" brushRef="#br0" timeOffset="16831.66">6422 3051 870 0,'0'0'292'0,"0"0"-26"16,0 0-33-16,0 0-11 0,0 0-27 0,0-5-16 15,0 5-12-15,0 0-24 0,0 0-18 0,0 0 1 16,0 0-26-16,0 0-8 0,0 0-3 16,10-1-14-16,-10 1 4 0,0 0-13 0,0 0-2 15,16 5-12-15,-8-3-6 0,-5 0-3 0,4 2-2 16,-1-2-8-16,1 1-2 0,1 1-3 0,2 0 0 16,-3 3-7-16,2 1-3 0,2 1 5 15,-1 0-10-15,1 1 7 0,-1 3-2 0,-3-1-10 16,2 1 7-16,-1 1-7 0,-1-2 2 0,0 4 0 15,-1-1 3-15,-3-3-10 0,-2 3 2 16,1-5 8-16,-2 4 2 0,-2-3 0 0,1 2-4 16,-2-1-4-16,-1-2-4 0,1-2 4 15,-3 3 1-15,3-2-8 0,2-4 15 0,-2 2-7 16,0-2-5-16,-1-2 4 0,4-3 6 0,-1 7-15 16,1-7 7-16,0 0-18 0,0 0 0 0,0 0 5 15,0 0-25-15,8-23 5 0,-5 13-5 0,1 1-1 16,2-4-4-16,1-1 5 0,-1-1 7 15,2 1-2-15,-1-5-26 0,3 0 6 0,-4 0-11 16,5 1 18-16,-4-3 0 0,0 0 5 0,3 1 8 16,-6 2-11-16,2 2 32 0,1 1-1 15,-4 1 23-15,-2 2-9 0,6 2-6 0,-7 0 12 16,3 0-9-16,0 3 12 0,-3 1-4 0,0-1-6 16,0 1 2-16,0 0 9 0,0 6-9 0,-3-6 4 15,3 6-9-15,-10-4 6 0,10 4-3 16,0 0 5-16,0 0 11 0,-17 10-8 0,13-3 17 15,-3 0-25-15,3 3 3 0,-2-2 7 0,-1 0 8 16,4 2-10-16,-3 2 8 0,4-2-11 0,-4 0 5 16,2 0-4-16,1 0 17 0,0 0-23 15,3-3 0-15,-4 1 15 0,4 1-4 0,-3-5-11 16,3 3 3-16,0-2-3 0,0 0 2 0,3 1 1 16,-3 0 0-16,1-1-1 0,-1-5-7 15,6 8 18-15,-3-4-2 0,1-1-9 0,-4-3 11 16,6 7-15-16,-1-4 17 0,1-2 8 0,-6-1-25 15,10 3 12-15,-7 0-22 0,-3-3-14 0,11 0-30 16,-11 0-74-16,7 1-111 0,-7-1-473 16,3 0-8-16,-3 0 44 0,0 0 46 0,0 0 74 15</inkml:trace>
  <inkml:trace contextRef="#ctx0" brushRef="#br0" timeOffset="17180.73">6414 2969 970 0,'-6'-6'276'0,"6"6"-23"0,0 0-35 16,0 0-23-16,0 0-11 0,0 0-10 0,0 16-15 15,3-7-31-15,1 3-13 0,3-1-5 16,0 3 3-16,2 0 2 0,1 5-23 0,1 0-15 16,2 0-1-16,2 5-9 0,-2 0 2 0,4-2-7 15,0 0-9-15,-2 0-4 0,-2-4-8 0,4 0-3 16,-4-1-2-16,2-1-10 0,1 1 2 16,-3-3 59-16,-2-3-10 0,2 2 5 0,-2-3-13 15,-1-1-13-15,-3-1 3 0,-1-2-36 0,2 2-23 16,-1-7-54-16,-1 1-64 0,-2-2-153 0,-4 0-515 15,9-3 13-15,-4-2 97 0,-5-2 54 16,0-2 52-16</inkml:trace>
  <inkml:trace contextRef="#ctx0" brushRef="#br0" timeOffset="17497.59">6644 2946 729 0,'0'0'225'0,"0"0"-10"0,0 0-15 15,0 0-11-15,-18 8-9 0,15 1-24 0,-4-2 0 16,4 1-36-16,-3 2 11 0,1 4-1 0,-4 0-17 16,5 1-1-16,-3 0-17 0,1 2 5 0,-5 3-3 15,4 0-7-15,-3 2-26 0,-1-1 8 16,2 2-24-16,2 0 11 0,-4-2 2 0,4 2-17 15,-3 0 5-15,4-3-11 0,-2 1 6 0,1-2-6 16,4-2-2-16,-3-1-11 0,3 1-4 16,2-5 2-16,-2 2-18 0,0-3-18 0,3 0-25 15,0-1-31-15,0-1-64 0,3-2-98 16,1 0-457-16,2-4-14 0,0 3 44 0,1-5 62 16,4-1 61-16</inkml:trace>
  <inkml:trace contextRef="#ctx0" brushRef="#br0" timeOffset="17731.5">6941 3210 1128 0,'3'11'254'0,"-3"-4"-21"0,0 3-21 16,0 2-28-16,-3-1-7 0,3 3-16 0,0 3-10 15,0-3-10-15,-3 5-18 0,3-2-13 0,0 1 59 16,3 1-26-16,-3 2-10 0,0-1-15 0,0-1-18 16,3 2-26-16,-3-3-38 0,4 0-82 15,-8 3-179-15,8-4-546 0,-4-5 44 0,-4 2 85 16,4-7 53-16,-3-3 75 0</inkml:trace>
  <inkml:trace contextRef="#ctx0" brushRef="#br0" timeOffset="18231.43">7324 3169 962 0,'-11'1'338'0,"11"-1"-41"0,0 0-28 16,0 0-16-16,-9 0-23 0,9 0-25 0,0 0-18 15,0 0-31-15,0 0-13 0,0 0-7 0,34 1 2 16,-21-2-23-16,1 1-15 0,0-1-25 16,0-1-1-16,3 1-49 0,-4-1-48 0,1 1-41 15,0 1-76-15,-1-3-152 0,1 1-458 16,-7-2 43-16,2 1 67 0,-1-2 93 0,-5 1 30 16</inkml:trace>
  <inkml:trace contextRef="#ctx0" brushRef="#br0" timeOffset="18417.2">7399 2996 916 0,'0'0'274'0,"0"0"-18"0,0 0-8 15,0 17-12-15,0-10-11 0,6 4-10 0,-5 3-26 16,6 1-17-16,0 2-14 0,-1 2-19 16,-2 5-9-16,3-2-10 0,3 2-7 0,-3 5-21 15,0 1 0-15,3-3-30 0,0 5-29 0,0-5-41 16,1 1-45-16,-1 3-80 0,0-1-193 0,4-4-434 15,-1-6 36-15,-3-2 84 0,1-4 67 0</inkml:trace>
  <inkml:trace contextRef="#ctx0" brushRef="#br0" timeOffset="18880.78">8014 3054 977 0,'0'0'279'16,"0"0"-36"-16,-10 17-28 0,7-5-28 16,0-1-18-16,0 1-10 0,2 3-11 0,1 2-20 15,-4-2-7-15,4 3-9 0,4-1-12 16,-3 1-13-16,5-3-5 0,-2 2-13 0,5-1-7 16,-2-1-1-16,4 0-10 0,-1-5 6 0,-1 0-19 15,3-1 8-15,1-2-2 0,1-2-11 16,-1-4-10-16,1 0 10 0,-3-2-7 0,2-4-3 15,4 1-3-15,-4-4 8 0,-2-5 1 0,-1 1-4 16,0-5-9-16,1-4-6 0,-7 1 10 0,2-3-22 16,-6 4 12-16,3-2 5 0,-3-1-4 15,-3 2-4-15,0 1 3 0,-1 2-4 0,1 1 68 16,-5 0 3-16,2 4-8 0,-1 0-10 0,-3 3-13 16,-4 0 5-16,4 4-10 0,-4 0 0 0,-2 4 7 15,1 1-9-15,2 0-6 0,-4 2 5 16,3 2-9-16,-3 3-4 0,4-1 1 0,2 2-1 15,0 1-7-15,2 0-5 0,2-1 0 0,1 2 15 16,5-2-25-16,-3 2 4 0,4-2 16 16,0 3-7-16,5-3-16 0,1 1 5 0,4 0 3 15,0-2-8-15,7-1-13 0,1 1-31 0,-1-2-33 16,4 0-56-16,2-3-138 0,0 1-571 16,5-1 38-16,-4-1 98 0,0-1 53 0,-7-1 57 0</inkml:trace>
  <inkml:trace contextRef="#ctx0" brushRef="#br0" timeOffset="19197.34">8469 3146 949 0,'3'5'295'0,"-3"-5"-37"0,7 9-20 0,-4-3-20 15,2-1-16-15,-2 5-15 0,1 1-29 0,2-1-76 16,-3 1-2-16,-3 3-4 0,0 1-12 15,-3-1 3-15,-1 1-3 0,-2 2-18 0,-2 1 10 16,-2 1 1-16,-3-2-14 0,-1 0 8 0,-2-1-4 16,1-3-17-16,2 1 3 0,-1-3 3 15,4 1 8-15,-3-1-26 0,5-2 7 0,-2-2-2 16,3 0 0-16,1 1 0 0,1-4-7 0,-1 0-3 16,3 0 12-16,2 1 3 0,1-5-5 15,7 4-2-15,-7-4-11 0,14 1 3 0,-3-1 0 16,3-1-8-16,2 1 5 0,2-3-12 0,2-1-14 15,7 0 1-15,-3-2-72 0,0-2-36 0,0-1-105 16,-1 0-522-16,2-1 41 0,-1-5 41 0,-3-2 90 16</inkml:trace>
  <inkml:trace contextRef="#ctx0" brushRef="#br0" timeOffset="19414.21">8709 2929 703 0,'6'10'292'0,"1"3"-23"0,-1 1-34 0,5 1-22 15,-1 4-19-15,1-3-19 0,6 3-7 16,0 0-24-16,0 3-19 0,4-2-7 0,-2-2-5 16,2 1-11-16,1-2-28 0,-3-3-28 0,2 1-64 15,-4-2-87-15,0-2-161 0,1 0-445 16,-2-4 78-16,-2 0 29 0,-3-4 54 0</inkml:trace>
  <inkml:trace contextRef="#ctx0" brushRef="#br0" timeOffset="19647.03">8856 2866 691 0,'-11'17'268'0,"1"-4"-19"0,4 4-1 16,2-4-25-16,-4 2-34 0,2 2-2 0,0 3-18 16,-1 2-5-16,3-1-34 0,-7 4-7 0,5 0-21 15,-1 4-7-15,-4-1-3 0,2 2-5 0,2-2-33 16,0-3-10-16,-1 0-16 0,2-1-59 0,0 0-61 16,2-5-179-16,-2 3-482 0,5-5 90 15,1-5 49-15,0-3 58 0</inkml:trace>
  <inkml:trace contextRef="#ctx0" brushRef="#br0" timeOffset="19997.11">9133 3042 1077 0,'16'3'294'15,"-6"2"-22"-15,1-2-24 0,-1 4-33 0,0 2-25 16,-2 0-9-16,1 4-19 0,1-1-6 0,-6 4-16 16,0 0-9-16,-1 0-21 0,-6 2-10 15,-1-1-5-15,0 1-8 0,-2 3-11 0,-1 0-4 16,-3 0 2-16,-1-2-15 0,1-1-10 0,-4 3 2 16,4-4 8-16,-3 0-87 0,2-1 10 15,1-3-3-15,1-1 16 0,1-1-8 0,4-1 11 16,-2-2-1-16,2 1-4 0,1-1 7 0,3-2-3 15,0 1-7-15,3-3 18 0,1 0-11 0,3-1 6 16,6-2 4-16,1-1-7 0,3 0 62 16,0-3-3-16,4 2-24 0,3-3-9 0,0-3-34 15,2 1-22-15,2-5-73 0,3 1-112 16,3-1-568-16,1-3 5 0,5-4 128 0,-2-5 17 16,-4 4 80-16</inkml:trace>
  <inkml:trace contextRef="#ctx0" brushRef="#br0" timeOffset="20197.31">9802 3004 982 0,'-6'21'336'0,"5"-5"-37"0,-2 1-7 0,3 0-33 15,0-3-37-15,0 5-17 0,0-2-21 16,0 2-22-16,3 0-19 0,-2 2-10 0,2-4-49 15,-3 3-25-15,3-2-79 0,0 2-111 0,-2-3-271 16,3-1-314-16,-1-2 25 0,0-3 81 0,-3-3 45 16</inkml:trace>
  <inkml:trace contextRef="#ctx0" brushRef="#br0" timeOffset="20364.2">9727 3210 954 0,'0'0'284'0,"0"-9"-25"16,0 9-24-16,4-7-37 0,2 1-19 0,1 2-8 16,4-1-20-16,2 1-41 0,1-1-41 0,6-1-66 15,-2 2-105-15,3 0-188 0,1 0-373 0,3-2 34 16,2 4 83-16</inkml:trace>
  <inkml:trace contextRef="#ctx0" brushRef="#br0" timeOffset="20513.96">10429 3121 888 0,'9'-2'325'0,"-9"2"-44"0,10-3-12 16,1 1-39-16,-4 1-40 0,6-1-65 0,-2 1-76 16,2-1-108-16,0 2-509 0,1-2-57 15,0 0 57-15,0 1 48 0</inkml:trace>
  <inkml:trace contextRef="#ctx0" brushRef="#br0" timeOffset="20664.99">10968 3111 816 0,'10'-1'154'0,"-10"1"-121"0,11-2-161 0,-4 2-389 15</inkml:trace>
  <inkml:trace contextRef="#ctx0" brushRef="#br0" timeOffset="20813.97">11167 3125 849 0,'0'0'354'0,"0"0"-91"0,10-4-48 15,-10 4-18-15,0 0-15 0,6 0-16 0,-6 0-22 16,0 0-1-16,0 0-10 0,10-2-25 0,-10 2-29 15,4-2-61-15,-4 2-77 0,0 0-225 16,0 0-428-16,0 0 67 0,0 0 57 0,0 0 50 16</inkml:trace>
  <inkml:trace contextRef="#ctx0" brushRef="#br0" timeOffset="22097.64">4719 3775 606 0,'-3'9'231'0,"3"-9"-45"0,6 12-4 0,-2-2 13 16,3 2-32-16,0 4-17 0,3 3 21 0,1-1-44 16,2 7 66-16,0 0-10 0,1 4-15 0,-1-1-18 15,8 11-10-15,0-2-83 0,-1 1 9 16,1-1-6-16,3 2 0 0,3-1-4 0,1-1-14 15,-1 4 8-15,8-4-8 0,-1 3 9 0,3 2-14 16,10 5 8-16,-2-1-3 0,3 0 3 16,3-4-8-16,-6-9 3 0,6 6-15 0,-6-9 7 15,2 1-5-15,1-5 0 0,-3-1-3 0,6-1-14 16,0-3 17-16,0 0-13 0,1-4-13 16,0-1 6-16,1-4-1 0,2 1 6 0,0-2 0 15,0-3-6-15,-1 2 16 0,-6-3-15 0,-10-1-1 16,3 1 6-16,-3-3-3 0,2 1-5 0,-6-1 13 15,-2 1-8-15,-2-3-8 0,-2 4-12 16,-5-5 0-16,-1 1-11 0,-2 0-25 0,3 1 2 16,-9-2-33-16,0 1-28 0,-1-2-94 0,-2 0-429 15,-1 0-71-15,-4-2 39 0,1 1 58 0,-4-4 65 16</inkml:trace>
  <inkml:trace contextRef="#ctx0" brushRef="#br0" timeOffset="22381.13">6482 4701 1046 0,'12'10'297'0,"-6"-4"-20"0,-2 3-31 15,5 1-26-15,-1 4-5 0,2-3-31 0,-3 3-7 16,3 2-26-16,0 0-11 0,-3 2-9 0,-1 0-82 15,2 0-3-15,-5 0 25 0,1 0-14 16,-4 2-19-16,-3-2-2 0,-1 6-3 0,-4-5-5 16,-1-1 0-16,-4 2 3 0,-2-2-13 0,2-2-3 15,-5 0-7-15,-1-4-28 0,1 2-14 0,0-3-4 16,2-4-39-16,1 0-58 0,2-6-142 0,0 2-486 16,2-3 98-16,1-3 33 0,-4-4 79 15</inkml:trace>
  <inkml:trace contextRef="#ctx0" brushRef="#br0" timeOffset="23014.17">6094 3821 714 0,'0'0'266'0,"0"0"-28"0,0 0-21 0,0 0-14 16,0 0-14-16,0 0-17 0,13 15-11 0,-6-5 0 15,3 3-20-15,-3-1 2 0,7 9-15 0,-1 0-2 16,1 4-19-16,0 3 1 0,2-1-11 0,-1 1 10 16,9 10-20-16,-1-2 6 0,-2 0-22 15,3 0 4-15,0-2-6 0,-1 1 13 0,2-3-21 16,-2-4-7-16,5 5 0 0,2 1-6 15,1-1-9-15,0-1 7 0,0 1-11 0,3-1-6 16,-3 1 1-16,3-3-4 0,0-1-80 0,0-1 11 16,0-3 7-16,-7-2 0 0,-2-5 13 0,-1 0-8 15,-3-4-20-15,-2 0 10 0,-1-3-28 16,-4 3-31-16,3-5-38 0,-4-2-41 0,1-2-62 16,-4-1-163-16,0-1-308 0,-3-2 39 0,1-1 82 15,-8 0 43-15</inkml:trace>
  <inkml:trace contextRef="#ctx0" brushRef="#br0" timeOffset="23281.19">6951 4538 752 0,'-3'-3'259'0,"3"3"-21"0,0 0 2 15,0 0-15-15,0 0-17 0,1 18-24 0,2-10-5 16,0 6-17-16,0-3-9 0,0 6-25 15,1 0 3-15,-1-1-1 0,1 4 3 0,-1-1-20 16,1 1-13-16,-1 1-8 0,-3-3-2 0,0 1-6 16,-3-1-81-16,3 2 7 0,-7-2-15 0,3-1 25 15,-2 0-5-15,-1 0 65 0,0-2-6 16,-4 1-18-16,2-4 1 0,-2 1-1 0,0-1-5 16,2-4-79-16,-1 2-15 0,-5-3-11 0,5-1-31 15,1-4-68-15,-2 3-124 0,1-4-521 0,3-5 73 16,-4 2 55-16,2-6 96 0,2 0 24 15</inkml:trace>
  <inkml:trace contextRef="#ctx0" brushRef="#br0" timeOffset="24263.25">8082 3928 575 0,'0'-7'244'0,"-3"3"-29"15,3 4-21-15,0-7-22 0,-3 3-19 16,3 4-15-16,0 0-20 0,0-6 3 0,0 6-22 16,0 0-19-16,0 0 9 0,0 0-12 0,0 0-13 15,0 0 10-15,0 0-25 0,0 0 7 0,-4 13-5 16,1-8-10-16,3 2 18 0,0-3-10 15,0 3-16-15,-3 0 3 0,3 3-3 0,0-2 82 16,-3 2-10-16,3 3-2 0,0-2-6 16,0 3-20-16,0-3-3 0,0 3-5 0,3 2 11 15,-3 0-9-15,0 2-7 0,0 1 0 0,3-2-2 16,-3 4-83-16,0-1 1 0,0 3 12 16,0 2 11-16,0 0-9 0,0 0-4 0,-3 2 8 15,0 0 7-15,2 6 0 0,-5 0 15 0,-2 4-9 16,2-3-14-16,-4 0 6 0,3-1 9 0,-7 10-14 15,4-7 7-15,-1-4 8 0,1-1 0 0,0-4-3 16,-1 3-3-16,1-4 1 0,4-1-10 16,-4-6 4-16,2 2-2 0,1-6-5 0,1 1 10 15,3-1-5-15,-1-5 5 0,-3 2 3 0,4-3 64 16,-1-1-1-16,1 0-2 0,-1-4-2 16,1 1-39-16,0-3-5 0,3-2 0 0,0 0 3 15,-18-7-1-15,9 3-2 0,2-4-2 0,-4 0-8 16,1-5-8-16,0-5 5 0,-1 0-5 0,1-1-10 15,0-4 15-15,-1 1-10 0,2 1 11 16,2-1 9-16,0 3-7 0,-1 2-6 0,2 1 14 16,0 1-1-16,2 4 3 0,1-3-7 0,-1 6 2 15,0 0-5-15,1 1-13 0,-1 3 2 0,2-1-2 16,2 5 8-16,0 0-1 0,0 0-9 16,-1 16 2-16,1-8 5 0,3 0-5 0,-2 6 0 15,2-3 5-15,4 3-7 0,-3-1 4 0,2 2 6 16,-2-2-8-16,3-1 8 0,3 2-1 15,-3-3-2-15,3-3 0 0,0 2 1 0,4-2 1 16,-1-1-7-16,1 0 16 0,3 0-11 0,4-6 20 16,-1 1-12-16,0-2-3 0,2 0-5 15,2-2 3-15,-4 1-3 0,3-6-23 0,-2 2-12 16,-4 1-39-16,0-5-65 0,-4 1-111 0,-2 0-574 16,-4 0 7-16,-7 0 101 0,-3 1 58 0,-1-1 64 15,-10-3 52-15</inkml:trace>
  <inkml:trace contextRef="#ctx0" brushRef="#br0" timeOffset="24747.48">6008 5585 806 0,'0'-7'284'0,"0"7"-43"15,0 0 7-15,0 0-25 0,0 0-32 0,0 0 4 16,6 23-18-16,-2-11-14 0,3 3-83 0,0 7 2 15,-1-1-18-15,1 1 2 0,1 2 11 0,-2 5-16 16,1 1-4-16,-1-2-11 0,1 0-8 16,-2 1 3-16,1-2-5 0,-3 2-8 0,1-4 13 15,-1 1-20-15,0 1-24 0,-2-2-46 16,-1-3-22-16,2-3-26 0,-2-1-80 0,0-3-25 16,0 0-93-16,-2-7-391 0,2 0 64 0,-1-5 44 15</inkml:trace>
  <inkml:trace contextRef="#ctx0" brushRef="#br0" timeOffset="25030.43">6053 5607 744 0,'6'-15'287'0,"1"2"-10"16,-4 2-27-16,4 4-17 0,0-1-36 0,0 2-5 16,0 1-20-16,-1-1-24 0,5 5-4 15,2 0-21-15,-6 2-6 0,7 0-14 0,-3 4-1 16,1-3-15-16,3 6-8 0,-2 2 14 0,-2 1 4 15,-1 2-8-15,0-1 6 0,-3 2-18 0,0 1-72 16,-4 1 0-16,-2 1 3 0,1-1-3 16,-4 1 0-16,1 0 10 0,-5 0-7 0,2 0-3 15,-7 1 8-15,1 0-5 0,-3 1 2 0,3-6 0 16,3 1-15-16,-3-3-3 0,-1 3-12 16,4-5-11-16,-2-1-7 0,5 0-49 0,-4-4-118 15,2 2-230-15,3-5-313 0,2 1 47 0,1-2 79 16,0 0 46-16</inkml:trace>
  <inkml:trace contextRef="#ctx0" brushRef="#br0" timeOffset="26079.77">6555 5551 1105 0,'-6'-4'328'0,"6"4"-39"0,0 0-18 0,0 0-27 0,-21 6-27 15,14 0-27-15,-1 2-24 0,-2 1-7 16,0 1-11-16,-1 1-15 0,2 3-15 0,2 0-5 16,-3-1-16-16,2 2-18 0,2-1 1 15,-1 1-11-15,4-1-82 0,-1-1 13 0,1-1-8 16,3 1-7-16,0-4-8 0,1 1 10 0,2-2 0 16,3 1 0-16,-2-1-2 0,2-2 5 15,5-4-8-15,-5 0 0 0,4 1-5 0,0-6 8 16,1 1-8-16,-1-2 15 0,0-2-2 0,-2-2 5 15,2-1-6-15,-3-2 11 0,3-3 0 16,-6 0-10-16,2-2 10 0,-2 0 3 0,-1 3 2 16,0-1 31-16,0 4-26 0,-3 0 5 0,1-2-5 15,3 4 1-15,-4 3-4 0,0-2-4 0,0 2 15 16,0 5-23-16,0 0 5 0,0 0 7 0,0 0 9 16,0 0-14-16,-5 17-2 0,5-9 11 15,0-1-6-15,0 4-3 0,0 1 3 0,1-3-10 16,3 2 13-16,-1 2-3 0,0-2-5 15,1-1-3-15,-1 2-2 0,3-3-5 0,1-1-10 16,1 0-6-16,2-1-15 0,-3-3 10 0,4 2-51 16,-1-3 39-16,2-2-26 0,-1 1-5 15,-11-2-3-15,17-5 10 0,-10 3 6 0,3-4-1 16,-3-1 9-16,-3-1 14 0,2-2-4 0,-3 0 15 16,0-2-3-16,-1 2 10 0,1-1 24 0,-3 3 12 15,3-1 11-15,-3 1-6 0,1 2-7 16,-1 2-8-16,0 4 11 0,0-7-4 0,0 7 6 15,0 0-5-15,0 0-3 0,0 0 6 0,3 20 2 16,-3-11 2-16,3 4 1 0,-3-2-3 0,0 3-8 16,3 3-10-16,-3-1 10 0,0-3 3 15,0 2 0-15,0-1-3 0,3 1-2 0,-3-4-6 16,0 0 6-16,0 1 7 0,0-3 11 0,0 0 20 16,1-2-5-16,-1-2 0 0,0 0 5 15,0-5-5-15,0 6-8 0,0-6 3 0,0 0-5 16,0 0 51-16,0 0 12 0,-1-21-22 0,1 13 10 15,0-3-23-15,0-3 0 0,0 3-8 0,4-3 0 16,-1-3-8-16,0 6-12 0,2-5-3 0,1 2 6 16,1 3-9-16,3-3-9 0,1 3 1 15,2-1 12-15,1 1-14 0,0 3 0 0,6-3 11 16,0 3-8-16,1-1-8 0,3 1 8 0,0 1-5 16,-4 0 2-16,5 0-20 0,-1 3-21 15,0-3 16-15,-1 4-3 0,1-4-12 0,-3 3 9 16,-5 0-1-16,2-2 6 0,-2 4-2 0,-2-3 3 15,-3 4 8-15,3-1 20 0,-8 1-6 16,1-2 1-16,0 2-5 0,0 0-11 0,-7 1 19 16,0 0-14-16,4 5 8 0,-4-5 1 0,-4 10 2 15,0-2-13-15,-3 2 5 0,-2 0 0 0,2 5-5 16,-1-2 5-16,1-1-8 0,-2 3-2 0,2 1 8 16,-1 0-1-16,2 0 3 0,2-4 1 15,-2 2-12-15,3-2 9 0,2 1-6 0,-2-4-4 16,3 0-14-16,0-1 6 0,3-1-8 0,-2 0 2 15,2-3 11-15,3-2-26 0,1 2 3 16,1-4 10-16,-8 0-3 0,16-6 9 0,-9 4-7 16,4-6 4-16,-5 0-3 0,1-1-3 0,0-5 14 15,3 3-6-15,-6-5 13 0,2 2 7 16,-2 2 6-16,2-1 10 0,-3 4 12 0,2-1-4 16,-2 1 0-16,-2 1-8 0,1 1 2 0,2 5 0 15,-4-4-2-15,3 6-2 0,-3 0-1 0,0 0 3 16,0 0-8-16,0 0 8 0,7 10-8 15,-4-5-7-15,0 3 2 0,-2 0-23 0,3 0-25 16,-1 0-39-16,1 1-67 0,2-1-53 0,-3 0-213 16,0 1-404-16,4-7 100 0,1 4 43 0,-2-3 65 15,-2-2 68-15</inkml:trace>
  <inkml:trace contextRef="#ctx0" brushRef="#br0" timeOffset="26646.9">7491 5713 645 0,'3'10'256'15,"-3"1"-26"-15,1 0-23 0,2-2-10 0,-3 4-30 16,4-4-14-16,-4 0-9 0,0-1-14 0,0-1 1 16,0 2-6-16,0-2 3 0,0-2-56 15,3 0-1-15,-3-5 6 0,0 8-10 0,0-8-11 16,0 0-5-16,0 0 3 0,0 0-21 0,0 0 8 15,4-25 0-15,-4 14-13 0,3-2 1 16,-3-2-9-16,3-2 3 0,1 0 8 0,-1-1-8 16,3 1-3-16,-1 2 8 0,1 0-10 0,-2 3 3 15,2-2-13-15,-2 4 7 0,2 1 0 0,-1 3-10 16,1 2 16-16,-2-1-11 0,2 5-7 0,-6 0 7 16,15 2-20-16,-6 2 5 0,-5 1 7 15,3 1-4-15,3 2 4 0,-3 1 3 0,-1-1 3 16,-2 2 20-16,2-1-10 0,2 3-10 15,-5-4 2-15,0 0-8 0,1 1-2 0,-1-5 0 16,-3 3 6-16,3-1 11 0,1 0 50 0,-4-2 25 16,0 1-7-16,0-5-1 0,3 4-7 15,-3-4-16-15,0 0-2 0,0 0-5 0,0 0-16 16,3-17 3-16,-2 7-10 0,-1 1-8 0,4-5 0 16,-1-2-2-16,-3 0 4 0,4 3-12 0,-1-3-5 15,0 0 7-15,1 7 0 0,-1-4 1 0,0 2-11 16,0 2-3-16,1 1-4 0,0 3 2 15,-1 1-3-15,1 2 3 0,2 2 0 0,-6 0 5 16,14 3-5-16,-7 3 13 0,-1-1-10 0,1 2 4 16,4 3-4-16,-4 2 7 0,0-1-5 0,2 3 3 15,-1-1-5-15,-2 2-6 0,1 0 11 16,-1 2-6-16,-2-1-17 0,4 0-36 0,-2 2-36 16,-2-3-80-16,2 2-196 0,1-5-495 0,0 1 113 15,-3-5 59-15,3 1 67 0,-1-7 66 16</inkml:trace>
  <inkml:trace contextRef="#ctx0" brushRef="#br0" timeOffset="27163.19">8113 5679 939 0,'5'-4'292'15,"-2"-5"-18"-15,0 2-24 0,1-2-29 0,-1 1-9 16,-3 1-2-16,0 0-16 0,3 0-14 0,-6 2-9 15,3-2-35-15,0 7 12 0,0-9-27 16,-3 5-16-16,3 4-8 0,-4-4-10 0,4 4-5 16,0 0-13-16,-14 1-8 0,14-1-68 0,-13 8-9 15,9 0 19-15,-2-4-11 0,1 4 8 0,-1 0 10 16,2 1-5-16,1 3 1 0,3-3 6 16,0-1-9-16,0 3 0 0,3-3 7 0,-2 6-10 15,5-5-5-15,-2-1 10 0,6 0 13 0,-3 1-13 16,3-7-15-16,7 5-11 0,-6-2-2 15,9-2-8-15,-7-1-15 0,5-2-36 0,3-2 13 16,-2-1-49-16,2-2-20 0,0-3-33 0,-4 1-3 16,1-4 0-16,-2-3-34 0,1-3-30 15,-6 1-20-15,-2-4 32 0,2-8 32 0,-4-2 86 16,-4-3 29-16,0-1 23 0,-2-5 63 0,2 6 63 16,-3 2 27-16,0 2 36 0,0 3-5 0,3 1 0 15,-3 8-3-15,0-4-9 0,0 9-17 0,0-2-7 16,0 6-12-16,-3 1-1 0,3 4 6 15,0 3 4-15,0 0-2 0,0 0-5 0,0 0-2 16,-3 25 9-16,6-10-2 0,-3 2 5 16,0 2-25-16,0 4 17 0,0 2-2 0,3 0-2 15,1 0-4-15,-3 0-9 0,2-2-11 0,3-2 1 16,-3 2 1-16,4 1-75 0,-3-6-12 0,3 0 4 16,0-1 2-16,-1-3-31 0,-2 1-2 15,2-4-62-15,2-1-48 0,-5-2-185 0,4-2-425 16,-1-2 83-16,1 0 45 0,-7-4 72 0</inkml:trace>
  <inkml:trace contextRef="#ctx0" brushRef="#br0" timeOffset="28179.7">8226 5532 1064 0,'0'0'290'16,"0"0"-32"-16,0 0-17 0,15-10-29 0,-6 6-15 15,2 3-20-15,6-5-16 0,-1 4-18 16,2-4-22-16,3 0-6 0,2 0-13 0,1-1-73 16,3-2-1-16,-2 1 2 0,5-2-14 15,-5-1 4-15,5 0-15 0,-7 1-5 0,-1-2-10 16,1 2 15-16,-3-1-5 0,-2 1-13 0,-1-2-12 16,-3 1 17-16,-4 2 6 0,0-5-6 15,0 6 5-15,-6 0 14 0,2-1 1 0,-2 5 6 0,-4-2-2 16,4 1-1-16,-4 5-5 0,0 0 6 15,0 0-16-15,-14-1 10 0,14 1-2 0,-16 14-1 16,5-5-4-16,1 5 2 0,0 1 15 0,-1 4-7 16,4-1 10-16,0 1-5 0,1-2-3 15,1 1-2-15,2 1 3 0,3-1 7 0,0 0-8 16,0 0-7-16,4-1 7 0,3-2-10 16,0 1-7-16,-1-3 2 0,4 0-8 0,1-3 5 15,-1-2-2-15,4 0-8 0,-1-2 6 0,-2-3-19 16,6-2 21-16,-4-1-15 0,5-3-9 15,-2 1-4-15,-1-4-15 0,1-1 12 0,2-4-31 16,-1-3 8-16,-3-1-23 0,3 2 31 0,-4-3-8 16,-3 2 29-16,1 3 12 0,-4-3 20 15,2 5-4-15,-5 1-11 0,3 2 10 0,-3 2 1 0,-1 3 9 16,-3 1 4-16,0 0-4 0,7 8 9 16,-7-1-3-16,3-1 2 0,-3 6 23 0,0-1-35 15,3 3 7-15,-3-3 3 0,0 4 10 0,0 1-10 16,0-1 10-16,0-1-5 0,0 1-6 15,0-1 6-15,-3-1-5 0,3 2-10 0,0-5 10 16,0 2-1-16,0-2-1 0,0-3 42 0,-3 1-12 16,3-4 0-16,0 2-5 0,0-6 2 15,0 0-7-15,0 0-5 0,0 0 4 0,0 0 1 16,-4-17-8-16,4 10 3 0,1-4-1 0,2-1-17 16,0-1 10-16,1-1 0 0,2-4-3 15,5 0 6-15,-1 0-16 0,0-3 5 0,7-2-2 0,1 2-3 16,-1-1 3-16,3 2-1 0,0-2-9 15,1 3 4-15,3 1 3 0,-3-1 6 0,-2 6-14 16,2-1 21-16,0 3-10 0,-1-1-13 0,-2 1 22 16,-2 4-22-16,-2 0 3 0,-4 2-1 15,0 1 6-15,1 1-16 0,-4 2 5 0,-7 1 13 16,10 1 1-16,-10-1-1 0,3 8-8 0,-3-1 6 16,0 2 9-16,-3-1 4 0,-1 4-16 0,1 1 2 15,-4 2-2-15,4-1-2 0,0 1 7 16,-1 2-8-16,0-2-7 0,4 3 23 0,0-1-18 15,0 1 5-15,4 2-5 0,0-2 5 0,2 2 7 16,-2 4-1-16,2-2 4 0,1 0-5 0,1-1-3 16,-2 2 4-16,1-4-4 0,-1-1 16 15,-2-1 5-15,0-1 46 0,-4 1 3 0,3-2-13 16,-3 1 23-16,-3-5 0 0,-1 3-8 16,0-6 3-16,-2 3-6 0,-1-1-4 0,-3 0-8 15,0-5-6-15,-1 2-4 0,-2-4 0 0,2 1-19 16,-2-3 22-16,-1-1 6 0,4 0-6 15,-4-1-34-15,4 1-59 0,0-4-8 0,-1 1 18 0,4 0-7 16,1-1 17-16,-1-1-2 0,1-1-5 16,1 0 23-16,2 2-23 0,-1-3 10 0,2 0 8 15,2 0-8-15,2-1 0 0,-1 1 5 0,2-3-5 16,0 3 8-16,5 1 0 0,-2-4-3 0,-2 4 0 16,2-1 5-16,1-1-22 0,0 1-1 15,0 0-15-15,-3 2-36 0,5-1 18 0,-5 0-69 16,4 4-36-16,1-6-220 0,-2 4-438 0,4 0 105 15,-4-1 31-15,2 1 102 0,-2-4 75 16</inkml:trace>
  <inkml:trace contextRef="#ctx0" brushRef="#br0" timeOffset="29512.98">18334 1183 844 0,'1'-6'277'0,"-1"6"-29"0,0 0-28 16,0 0-18-16,3-4-28 0,-3 4-2 0,0 0-6 15,0 0-12-15,8-2-77 0,-8 2-13 0,13 0 5 16,-3 0-8-16,7-1-5 0,1 1 6 16,2 0 4-16,10-1 9 0,1-1-19 0,0 2-7 15,3-1 4-15,4 1-12 0,3 0 18 0,0-2-20 16,4 1-1-16,2 1-15 0,15-2 13 0,-8 1-18 16,11-1 20-16,0 1-20 0,3-1 18 15,5 0-23-15,-2 1 7 0,1-1-7 0,3 0-3 16,-3 0 0-16,0 1 8 0,0 0-10 0,-4-1 10 15,-3 1-3-15,-10 1-20 0,-11-2 18 16,1 2-3-16,-5 0-2 0,-5-1-3 0,-5 1-2 16,-5 0-1-16,-1 0 3 0,-5 0 3 15,-1 0-16-15,-4 0-30 0,-1-2-11 0,0 2-35 16,-2 0-44-16,-4-1-74 0,0-1-21 0,-1 2-92 16,-6 0-143-16,0 0-174 0,5-3 5 0,-5 3 76 15</inkml:trace>
  <inkml:trace contextRef="#ctx0" brushRef="#br0" timeOffset="29747.45">20014 1031 778 0,'0'0'248'16,"6"-3"-18"-16,-6 3-12 0,13 0-21 15,-13 0-26-15,18 5-9 0,-8 0-16 0,4 1-11 16,-1 1-4-16,1 3-21 0,-3 0-13 0,-1 2 0 15,3 1-7-15,-6 2-8 0,0-1-3 0,-1 2-4 16,-4-1-11-16,-2 0-13 0,-2 2-67 16,-4 1 4-16,-1 2 4 0,-3 0 0 0,-1-2 3 15,-2 1-3-15,0-1-4 0,-1 1 12 0,0-3-29 16,0 1-32-16,1-1-34 0,-1 0-79 16,1-3-194-16,6 0-349 0,-1-3 95 0,2-1 49 15</inkml:trace>
  <inkml:trace contextRef="#ctx0" brushRef="#br0" timeOffset="30463.25">20710 1038 826 0,'5'19'264'16,"-2"0"-23"-16,0-3-24 0,-3 0-22 0,4 2-26 15,-4 0-29-15,0 1-71 0,0-1 3 16,0 1-16-16,0 1 1 0,0-2-16 0,-1 0 10 16,-2-3-2-16,3 2-16 0,0-5 10 0,-3 1-17 15,3-3-8-15,-3-1 20 0,3 0-7 0,-1-4-8 16,-3 1 8-16,4-6-3 0,-3 5-10 0,3-5 5 15,0 0-15-15,0 0 12 0,0 0-10 16,-7-16 6-16,4 6 4 0,3-1-15 0,-3-3 8 16,3 0 7-16,0-3 1 0,3-2-3 15,-3-2 13-15,3-3-8 0,1-2-3 0,2 1-2 16,-1-2 15-16,1 5-20 0,-2-1 15 0,2 6 8 16,-2 1 2-16,-1 0-14 0,4 5-9 15,-3 0 0-15,2 5-2 0,-2 1 8 0,-1 4 2 16,-3 1-6-16,14 2-1 0,-10 4-14 0,2 1 14 15,1 1 4-15,-1 3-2 0,5 1-13 16,-4 0 8-16,0 2 8 0,-1-2-14 0,5 2 1 0,-4-1 2 16,3 1 5-16,0-2-17 0,0 1 12 15,-3-2-7-15,3-1-1 0,-2-1 3 0,1 0 1 16,-2-2 6-16,0-1-7 0,0 0-2 0,3-2-3 16,-3 0 18-16,-1-4 0 0,2 2-26 15,-8-2 16-15,13 0 0 0,-6-2-3 0,1 0 13 16,-2-4-3-16,1-2 3 0,-1-1-10 0,-2 1-14 15,3-5 9-15,0-1 2 0,-1-2-7 16,-2-2 9-16,2-3-14 0,-2 0 19 0,3 2-12 16,-3-2 0-16,-1 3 8 0,0 2-5 0,1 1-3 15,-1 4-3-15,0-1 8 0,1 2-13 0,-4 3 1 16,4 2-1-16,-1 2 0 0,-3 3 14 16,0 0-1-16,0 0-10 0,4 22 7 0,-1-12 3 15,0 4 0-15,0 0 3 0,-3 3-8 0,3-1 3 16,-2 1 4-16,2 1-12 0,0 1 3 0,1-1 12 15,-3 0 0-15,2 1-10 0,-3 0 3 16,3 0-29-16,-3 0-25 0,3 0-46 0,-2-1-57 16,-1-1-43-16,3-5-156 0,-3 3-385 0,3-3 75 15,0-4 39-15,1 3 74 0</inkml:trace>
  <inkml:trace contextRef="#ctx0" brushRef="#br0" timeOffset="30979.41">21391 1139 906 0,'10'-11'289'0,"0"3"-25"0,1-2-24 16,-1 0-15-16,-3 2-10 0,-1-1-25 0,2 1-3 16,-2-1-29-16,-2 0-9 0,3 2-1 0,-4 1-4 15,0 0-21-15,1 0-16 0,0 2 1 16,-1 1-24-16,-3 3 0 0,0 0-14 0,0 0-9 15,0 0 3-15,0 0-8 0,0 16-2 0,0-6-10 16,-3 2 2-16,-1 0-11 0,3 1-6 0,-2 4 1 16,0-1 1-16,0 4-80 0,2-1 8 15,-2 3 6-15,-3 1 1 0,5 0 4 0,-2 0-11 16,-4 1 5-16,3-3-10 0,1 4 10 0,-3-4 3 16,2 0-13-16,-2-2 0 0,-2-1-26 15,1-4 5-15,1 2 3 0,-1-2 3 0,0-3 10 16,-3 0 7-16,3-4 16 0,0 1 0 15,1-3 7-15,-2 0 3 0,1-1 6 0,1-3 19 0,-1 1 6 16,0 1 15-16,7-3 6 0,-10 1 7 16,10-1 5-16,-10 1 10 0,10-1-18 0,0 0 26 15,-11 0-33-15,11 0-8 0,0 0 5 0,0 0 3 16,0 0-5-16,-10 0 7 0,10 0 3 0,0 0-13 16,0 0-8-16,0 0 8 0,0 0-13 15,0 0 6-15,18-8-1 0,-9 5-2 0,4-1 15 16,-1 1 46-16,1 0-2 0,4-1-8 0,0 1 5 15,1-1-20-15,-2 2 4 0,1-3-12 16,-3 4-7-16,0-1-1 0,-1-1-10 0,1 1-18 16,-4-1-15-16,0 2-18 0,-2-1-36 0,-1 2-72 15,-1-4-97-15,0 3-571 0,-6 1 29 16,4-4 96-16,0 1 73 0,-4 3 40 0</inkml:trace>
  <inkml:trace contextRef="#ctx0" brushRef="#br0" timeOffset="31682.01">21853 858 813 0,'0'0'251'0,"0"0"-31"16,7 18-5-16,-4-6-17 0,3 3-14 16,-2 3-33-16,2 5 5 0,-1 2-8 0,1 0-17 15,1 4-6-15,-4 3-9 0,1 1-17 0,-1 4-6 16,0-1-93-16,-3-1 2 0,-3 4 11 16,3-3-3-16,-4 3 6 0,-5 9 7 0,-1 0-21 15,-4-1 6-15,0-2 5 0,-3-1-13 0,0-4-11 16,-4 1-27-16,-3-3-13 0,3-3-26 0,2-8-18 15,4-4-40-15,-4 0-106 0,4-6-179 16,2-1-222-16,2-4 38 0,5-3 69 0</inkml:trace>
  <inkml:trace contextRef="#ctx0" brushRef="#br0" timeOffset="32279.32">22994 748 831 0,'-7'-3'267'0,"4"-1"-34"0,-4 1-11 15,7 3-20-15,-16 0-25 0,5 3-26 0,-2 2-5 16,-2 1-13-16,2 5-20 0,-4 2-8 0,0 3-8 16,3 3-10-16,1 0-13 0,3 2 0 15,-1 1-15-15,1 1-8 0,3 1 1 0,4-2-4 16,-1 0-12-16,3 0 0 0,1-1 0 0,1-2-3 16,3 0-7-16,2 2-6 0,-2-5 6 0,5 0-8 15,-2-1-8-15,1-1 5 0,-1-2-12 0,2 0-3 16,-2-2 0-16,-3-2 15 0,3-1-2 15,-4-1-5-15,1-2-6 0,-1-2 3 0,-3-2 11 16,0 0-6-16,0 0-5 0,0 0 0 0,0 0 3 16,0 0-3-16,-7-19 3 0,4 13-6 15,0-4 3-15,-1 2 8 0,0 1 3 0,0-3-6 16,1 3-5-16,0-1-3 0,0 1 11 0,3 1-3 16,0-2 8-16,3 2-18 0,2 1-5 15,-3-3 8-15,8 4-1 0,-3-2 1 0,3 1-11 16,4 3 6-16,-4-1 20 0,4 5-13 0,3-1-5 15,-4 3-5-15,5 0-3 0,-1 5-2 0,0 1 12 16,1 3-4-16,-2 2 7 0,1 1 3 16,-3 1-11-16,0 2-7 0,-1 0 12 0,-3 2-9 15,1 2 4-15,-5 1-5 0,1-3 16 0,-3 4-11 16,-1-1 1-16,1 0-6 0,0-1-5 0,-4-2-30 16,3-2-34-16,-3 1-30 0,0-2-83 15,0-3-109-15,0-2-380 0,3 0 32 0,1-4 30 16,-1-3 64-16</inkml:trace>
  <inkml:trace contextRef="#ctx0" brushRef="#br0" timeOffset="33613.14">23309 1020 875 0,'3'7'261'0,"1"4"-18"15,-1 1-28-15,3 1-20 0,-1 4-8 0,1-1-21 16,-2 1-25-16,5 2-85 0,-2 1 5 0,1-1-14 16,-1-2-1-16,-1-2-11 0,-2 1 1 15,2-3-5-15,1-1 5 0,-6-1 2 0,2-2-7 16,3 0-3-16,-5-2 69 0,-1-2-7 0,3-1-8 16,-3-4-18-16,0 0 0 0,0 0-3 15,0 0-12-15,0 0 7 0,0 0-2 0,-4-23-16 16,1 13-2-16,0-5 0 0,0-3-5 0,3 1 2 15,-5-4 3-15,5-1-13 0,0 1 5 16,0 0 3-16,0 0 0 0,0 2-8 0,4-1 15 16,-3 3-18-16,2-2-2 0,4 2 3 0,3-2 2 15,1 3-10-15,1 0-3 0,-1 4 10 0,6-1-12 16,1 2-5-16,1 3 9 0,-1 2-17 16,2 2 8-16,-2 1 5 0,6 1-8 0,-4 4 2 15,4-2-2-15,0 2 0 0,3 1-10 0,1 0-11 16,-1 2 1-16,1-2-1 0,-2 1-9 0,-2-1 4 15,-3 0-7-15,0-1 7 0,-3 1 3 0,-2-1 16 16,-3 0 1-16,0-1 6 0,-2-1 8 16,-1 2 0-16,-3-4 7 0,1 2 16 0,1-1-3 15,-5-2-5-15,2 2 8 0,-6 1-11 0,7-1-2 16,-7 1 3-16,0 0 9 0,0 0-12 16,0 0-5-16,0 0-3 0,-15 12 1 0,4-6-1 15,0 3 0-15,0 3 3 0,-6 1 7 0,4 1-12 16,0 1-5-16,0 1 2 0,1 2 0 15,-2-2-5-15,7-1 5 0,-2-2-3 0,1 3-4 16,2-2-13-16,-1-2 15 0,4-1 7 0,2 0-9 16,-2-3 2-16,6 1-8 0,-2-3 3 0,2-1 2 15,3 0 3-15,-2-3 0 0,7 1 5 0,-2-3-2 16,2 0 0-16,0-2 2 0,2-1-8 16,4-2 1-16,-3-3-1 0,0 1-12 0,-1-3 9 15,0-1-1-15,4-3 2 0,-6 2 7 0,6-2-4 16,-7 1 2-16,1 1-3 0,-1 2 3 15,-3 1 0-15,2 1-8 0,-4 1-4 0,3 3 1 16,-3 1 6-16,1 2-10 0,-6 1 7 0,12 3 6 16,-9 2 7-16,4 0 0 0,2 1-8 15,-2 1 1-15,0 2-3 0,0 1 10 0,0-1-3 16,0 1-2-16,6 1 8 0,-3 1-5 0,2-1-3 16,-2-2-18-16,3 1-3 0,4-2 3 0,0 0-20 15,0-2 5-15,4 0-3 0,-1-1-3 0,1-2 9 16,3 0-22-16,-1-2 27 0,1-1-3 15,-3-1 7-15,3-2-15 0,-4 0 8 0,1-3-8 16,0-1 16-16,-5-1-1 0,2-3 1 0,-2-1 2 16,-2-4-5-16,-3 1-3 0,-5-2 16 0,2 1 8 15,-1-1 9-15,-4 0 14 0,0 3 2 16,0 2 13-16,-3-1 12 0,-3 2-7 0,0 3-7 16,0 0-1-16,-4 1 5 0,-1 4-17 0,-2 2-1 15,2 1 8-15,-8 2-7 0,3 5-6 16,-1 1 11-16,1 1-13 0,-2 1-3 0,-1 2 5 15,6 3-7-15,-4-2-8 0,7 0 18 0,0 0 5 16,-1 2-8-16,2-1-10 0,3-1-5 16,0-3 5-16,3 0 3 0,0 1 0 0,3-2-1 0,-3-2-1 15,8 0-1-15,-2-3 15 0,1 2-10 16,2-3-10-16,2-2 8 0,2 0-3 0,-2-2 5 16,0-2 3-16,2 0-13 0,0-2-10 0,1-2 2 15,0-3 8-15,-1-1-5 0,-2-4-5 16,3-2 0-16,-4-4-8 0,0 1 10 0,1-7-5 15,-1-2 11-15,-1-1-3 0,-2-1 0 0,1 0 10 16,-2-1-8-16,1 1-17 0,0 1 17 16,-4 7 11-16,4 0 7 0,-6 5-5 0,2 2 13 15,0 4-5-15,0-1-10 0,-1 3 10 0,-1 3-3 16,0 3 1-16,-1 4-14 0,0 0 6 0,0 0-13 16,3 12 10-16,-3 0-5 0,0 0 7 15,0 6-1-15,0-1 4 0,3 4 0 0,-3-1 0 16,3 4-7-16,-2-4 7 0,3 4-5 15,-1 0-2-15,0 0-1 0,1-3 3 0,-1 1-2 0,4-4-8 16,-4-1-10-16,5-2-14 0,-2 0 1 0,1-1-23 16,0-3-3-16,4 1 13 0,-2-5-12 15,-2-1-27-15,3-2 3 0,1-2 11 0,-1-2-19 16,-1-3 14-16,-1 0-6 0,2-3 18 0,-3 0 23 16,2 0 8-16,-4-1 33 0,2 0 21 15,-1 2 15-15,-2 0-5 0,-1 3-11 0,0-1-9 16,1 1 7-16,-4 2-8 0,0 0 11 0,4 9-3 15,-4-2 0-15,0 1-8 0,3 0 0 16,-3 1-10-16,0 0-2 0,0 4 15 0,0-2-10 16,0 1 4-16,3 1-6 0,-1-3-22 0,-2 2-25 15,2-1-46-15,-2 0-59 0,0-2-235 0,3 0-382 16,3-1 92-16,-5-2 52 0,6 0 61 16</inkml:trace>
  <inkml:trace contextRef="#ctx0" brushRef="#br0" timeOffset="33746.57">24940 791 739 0,'0'0'87'0,"0"0"-18"0,0-6-58 16,0 6-134-16,0 0-384 0</inkml:trace>
  <inkml:trace contextRef="#ctx0" brushRef="#br0" timeOffset="34412.6">25124 1052 926 0,'4'-6'225'0,"-1"-1"-10"15,3-1-35-15,-5 0-6 0,2-2-16 0,0 2 1 16,3-2 7-16,-5 0-7 0,0 1-13 0,2 2-26 15,-3 1-10-15,0-1 6 0,0 2-29 0,0 5-6 16,-3-7-6-16,3 7-16 0,-8-2 12 0,8 2-14 16,-10 9-9-16,3-3-9 0,-2 4-6 15,1 1 0-15,1 0-2 0,-2 3-13 0,5 0 7 16,-3 1-2-16,0-1 11 0,4 1-16 0,2 0-3 16,-2-2 0-16,3 1-2 0,0-1-8 15,0-2 3-15,3 0-16 0,1-1 1 0,-1 0-4 16,5-1-7-16,-1 0 3 0,2-3-21 0,1 0 3 15,4-2-11-15,-3-1-9 0,2-3-16 16,1 0 5-16,0-3-18 0,3-1 0 0,-3-1-8 16,3-1-28-16,0-2 13 0,-1-4-5 0,-1 0 23 15,1-1-7-15,-5 2 25 0,3 1 22 0,-3 0 30 16,-2 1 17-16,-2 2-13 0,0-1-5 16,2 4 20-16,-4 2 21 0,1 1-15 0,-6 1 10 15,0 0 0-15,7 8 0 0,-4-1-5 0,-3 0-6 16,3 2 34-16,-2 1-33 0,-2 0 0 0,-2 1 15 15,3 1-18-15,-3-3 8 0,0 2-6 16,3 0 11-16,-2-3 0 0,-3 1-2 0,2 0-14 16,-1-2 13-16,4-1 8 0,-4 1 18 15,1-2 5-15,3 0 24 0,-3-1-14 0,3-4 0 16,0 0-5-16,0 0-15 0,0 0 0 0,0 0 13 16,0 0-19-16,0 0-7 0,9-24 3 0,-4 14-11 15,1-3-9-15,1-2-1 0,3 0-10 0,1-2 7 16,-1-1-2-16,0 5-8 0,1-1 14 15,-1 0 9-15,0 3-7 0,-3 3-3 0,0 1-8 16,2 1 11-16,-2 2 2 0,1 4 8 0,-1 0-10 16,-1 4 17-16,1 1-20 0,3 1 11 0,-6 2 2 15,3-1-8-15,-1 2 0 0,1 1-2 16,0 0-1-16,-3 1-4 0,2 1 10 0,1 1-16 16,-4-1 3-16,4 1-7 0,-3-2-14 0,3 0-25 15,-1 2-41-15,-2-3-74 0,-1-4-113 16,4 4-463-16,0-2 79 0,0-2 51 0,0-1 67 15</inkml:trace>
  <inkml:trace contextRef="#ctx0" brushRef="#br0" timeOffset="34662.25">25829 930 908 0,'-1'21'284'16,"-2"-1"-23"-16,-1-2-15 0,4 1-31 0,-3-1-23 16,3 1-10-16,-1-1-16 0,1 1-12 0,-1 1-24 15,1-1-25-15,1-1 5 0,0 3-87 0,2-4 6 16,1 1-19-16,-1-2 5 0,1-1 21 0,-1 0-16 16,1-1-9-16,2-5 9 0,-2 2-20 15,3-4-5-15,0-1-28 0,-1-2-54 0,-2-1-92 16,2-2-223-16,-2-1-312 0,-4 0 99 15,11-8 27-15</inkml:trace>
  <inkml:trace contextRef="#ctx0" brushRef="#br0" timeOffset="34879.18">25602 1114 655 0,'-7'0'327'0,"7"0"-30"0,-9 2-18 16,9-2-33-16,0 0-3 0,0 0-20 15,-11 1-26-15,11-1-20 0,0 0 2 0,0 0-10 16,0 0-90-16,0 0-12 0,31-6-3 16,-17 2-3-16,6 2-7 0,-3-3 0 0,1 1-11 15,2-1 1-15,0 0-9 0,-2-1 4 0,2 1-21 16,0-1-39-16,-3 0-53 0,1 0-82 16,-5 1-630-16,4-1 85 0,-6-1 38 0,1 0 72 0,-7-2 53 15</inkml:trace>
  <inkml:trace contextRef="#ctx0" brushRef="#br0" timeOffset="35648.08">26705 1063 1018 0,'-5'-8'330'15,"2"1"-35"-15,2 1-34 0,0 2-15 0,-4-1-24 16,5 5-25-16,-7-7-20 0,0 6-18 16,7 1-13-16,-13-2-6 0,13 2-14 0,-18 5-26 15,5 2 2-15,-2-1-17 0,2 1-21 0,-1 3 10 16,1 1-18-16,0 0-5 0,-1 1 13 16,4 1-5-16,-1 1-26 0,4-1-12 0,0 0 7 15,1-1 0-15,2 0-5 0,1-3-10 0,3 2-8 16,0-4 0-16,3 4-2 0,1-4 12 15,2 0-5-15,1-1 6 0,0-2-11 0,4 0 3 16,-1-3 4-16,1 1-19 0,-2-4 20 0,1 1-16 16,0-4-10-16,1 0-18 0,-4-3 19 15,3-3-19-15,1-1 3 0,-5-5-3 0,1-2 3 16,1-3 0-16,-6-3 17 0,5-3-6 0,-4-3-4 16,1-2 11-16,-4-1 5 0,3 0 7 0,-3 4 9 15,0 3-6-15,0 2 23 0,0 2-59 16,0 4-2-16,0 0 12 0,0 5 1 0,-3 1-6 15,3 2 6-15,0 2-13 0,0 3 7 0,0 6 3 16,-3-3 13-16,3 3-8 0,0 0 18 16,0 0-18-16,-1 24 5 0,0-12 3 0,-1 2 5 15,2 5-3-15,-3 1 0 0,3 2 16 0,0 0-11 16,3 4 6-16,-1 1-13 0,-1-1 7 16,0 4-15-16,2-3-18 0,3 7-33 0,-2-3-69 15,2-4-85-15,-5-1-196 0,12 4-313 0,-6-8 76 16,0-2 42-16,1-6 76 0</inkml:trace>
  <inkml:trace contextRef="#ctx0" brushRef="#br0" timeOffset="36195.26">26864 1155 962 0,'6'-16'297'0,"2"3"-31"0,-2 0-87 0,-2 0-17 16,3 1-6-16,0-1-21 0,-3 1-7 0,-1 0 3 15,3 0-8-15,-2 3-18 0,-1-1-13 16,-3 3-10-16,3-1 0 0,-3 1 2 0,0 1-12 16,0 2-11-16,0 4-10 0,0 0-7 0,0 0 2 15,0 0-8-15,0 0-2 0,-19 8 0 16,15 2-8-16,-3-2 8 0,0 5-18 0,3-1 0 16,-2 2 2-16,3 0-9 0,1 0 4 0,-4-1-2 15,6 0-3-15,-3 0 5 0,3-1-2 16,0 1-15-16,3-3 12 0,0 1 3 0,2-2-3 15,-2-1-8-15,4 0 9 0,-1-3-1 0,1 1-5 16,4-2 15-16,-1-2-7 0,4 0-8 0,-1-2 8 16,5-3 3-16,-2-1-11 0,2-1-5 15,2-1 7-15,0-3-7 0,1-1-2 0,-4-3-8 16,2-1-3-16,-4-2-3 0,4-3-2 0,-7 2 1 16,2-2-9-16,-4 0 3 0,0 1 2 0,0 5 9 15,-3-1-6-15,0 1 13 0,-1 3 12 16,-1 2-12-16,-2-1-23 0,2 5 8 0,-4 0 9 15,0 1-9-15,-1 3 2 0,0 0 8 0,0 0-13 16,8 13 20-16,-7-4-5 0,0 4 8 16,-1-1 23-16,3 2-33 0,0 3 10 0,0-2-10 15,-1 3 2-15,1 3 8 0,-3-2 11 0,3 1-9 16,-3 0 1-16,0-1 4 0,0 0-2 16,-3 0-5-16,0 0 13 0,-2-2 5 0,-1 0 0 15,-1-1-5-15,3-1 7 0,-5-1 9 0,1-1-9 16,-2-2 11-16,0 0-11 0,1-1-2 0,-2-3-20 15,1-1 7-15,-1 1-23 0,4-3-18 0,0-2-72 16,-2-2-99-16,1 1-425 0,8-1-46 16,-10-5 9-16,6 2 60 0,3-4 61 0</inkml:trace>
  <inkml:trace contextRef="#ctx0" brushRef="#br0" timeOffset="36496.11">27524 1003 885 0,'-21'10'310'0,"14"-4"-36"16,-3 1-13-16,0 3-28 0,0 0-11 0,3 4-30 15,-4-3-10-15,1 6-23 0,1-3-13 16,1 1-13-16,1 1-18 0,1 1 3 0,2-1-11 15,-2 0-20-15,4 0 6 0,2-1-9 0,-3 0-97 16,6-1 6-16,-1-1 14 0,1 2-4 0,3-2-3 16,1 0-5-16,0-1-3 0,4-1-36 0,2-2-27 15,1 1-50-15,0-3-96 0,-1-1-218 16,1-4-295-16,2 1 88 0,-1-3 25 0,-5-3 67 16</inkml:trace>
  <inkml:trace contextRef="#ctx0" brushRef="#br0" timeOffset="36828.33">27691 1257 575 0,'4'-5'292'0,"2"-1"-38"16,0 2-4-16,-1 0-22 0,2-3-23 0,2 1-26 15,-1 0-10-15,2-2-2 0,0 0-14 0,4 0-9 16,-4-2-19-16,3 0-12 0,-2-1 7 16,-1 0-18-16,4 0 8 0,-4-1-23 0,-3-2-33 15,3 1 28-15,-2-1-8 0,-2 1 0 0,-2 1 11 16,-1 1-8-16,0 0-16 0,2 1-2 0,-3 1-5 15,-2 3 0-15,0 0-14 0,0 0 7 16,0 6-6-16,-4-7-8 0,4 7-2 0,-13 3-11 16,13-3-2-16,-17 7 2 0,10 1 1 0,-3 1-3 15,-1 2-5-15,4 1-11 0,-2 3 6 16,2-2 5-16,2 2-3 0,-4 0-5 0,5 0 3 16,1 0-1-16,0 1 6 0,0-2-10 0,3 1 2 15,3-2-67-15,0 1 1 0,4-1 2 0,2 2-5 16,-1-5 10-16,2 2-20 0,0-3-8 15,4 0-41-15,0-2-30 0,0-2-80 0,2-1-74 16,-1-2-67-16,-2-2-348 0,1 0 82 16,1-3 26-16,-2 0 99 0</inkml:trace>
  <inkml:trace contextRef="#ctx0" brushRef="#br0" timeOffset="37195.24">28122 1088 593 0,'0'0'259'0,"0"0"-11"16,0 0-97-16,3 14-7 0,-3-8-24 0,0 2-10 15,0 1-8-15,-3 1-7 0,3 1-11 0,-3-1-7 16,2 1 13-16,0 0-16 0,-4-1 67 16,2 2-3-16,-1-4-12 0,0 1-6 0,1 0-13 15,0-3 11-15,-1 0-3 0,1 0-2 0,3 0 17 16,-3-3-12-16,3-3-85 0,-1 7 11 16,1-7-18-16,0 0 9 0,0 0-6 0,0 0-6 15,0 0-8-15,0-16 3 0,1 5-21 0,5 1 3 16,-2-2 3-16,2-3-1 0,5-3-2 0,-1 0 0 15,4 0 3-15,-4-1 10 0,5 2 7 16,-2 0-4-16,-3 5-6 0,2-1 8 0,-2 4-5 16,-2 0-6-16,2 4 1 0,1 3-3 0,-4 2 10 15,3 3 8-15,1 1-12 0,1 2 1 16,-2 5-9-16,1-3 12 0,-1 4-9 0,0 1 11 16,1 2-4-16,-4 0 3 0,3 1-19 0,-2 0 16 15,1 1 2-15,-2 2-10 0,0-3 11 16,3 2-21-16,-6-1-13 0,3-2 13 0,-1 0-29 15,1-2-27-15,0-1-72 0,0-1-3 0,0-3-33 16,-1-2-87-16,5-1-315 0,-1-2-133 0,-3-4 52 16,4-1 53-16,-2-3 66 0</inkml:trace>
  <inkml:trace contextRef="#ctx0" brushRef="#br0" timeOffset="37429.14">28686 911 1003 0,'-4'24'317'15,"-2"-3"-20"-15,4 0-25 0,-3-2-29 0,2-2-23 16,0 2-26-16,3 0-76 0,-1 0-15 0,-2-1-22 16,3 1 9-16,0-1-21 0,0-4 0 15,3 3-12-15,-2-3 1 0,-1-2-11 0,3 1-17 16,0-2 55-16,-3-1-21 0,5-1-31 0,-3-3-66 15,1-2-139-15,3-1-583 0,-1 0 20 0,-2-3 103 16,-3 0 49-16</inkml:trace>
  <inkml:trace contextRef="#ctx0" brushRef="#br0" timeOffset="37629.23">28559 1088 1090 0,'0'0'284'0,"-6"-2"-20"0,6 2-34 15,0 0-17-15,0 0-11 0,0 0-31 0,0 0-9 16,0 0-17-16,14-8-11 0,-4 6-19 0,3-1-3 16,1 1-14-16,0 1-17 0,0 0-9 0,-1-1-33 15,1-1-34-15,-1 3-51 0,-6-1-70 16,4 1-127-16,-11 0-235 0,7 0-211 0,-7 0 34 16,0 0 61-16,0 0 67 0</inkml:trace>
  <inkml:trace contextRef="#ctx0" brushRef="#br0" timeOffset="38428.57">20869 2789 706 0,'0'0'253'0,"0"0"-17"15,0 0-31-15,0 0-11 0,0 0-17 0,-8 15-11 16,5-6-20-16,3 1-10 0,-1 3-13 0,1 1-21 16,-3 0-10-16,3 3 3 0,0-2-13 0,-3 5-13 15,3 0-3-15,-3-2-19 0,3 3-4 16,-1-1-35-16,-2-2-31 0,3 2-29 0,0-3-50 15,0 0-80-15,0-3-112 0,3-1-361 0,-2-3 48 16,2-1 21-16</inkml:trace>
  <inkml:trace contextRef="#ctx0" brushRef="#br0" timeOffset="38844.83">20913 2854 732 0,'0'-4'291'0,"3"0"-40"0,-3 4-31 15,3-4-5-15,-3 4-12 0,0 0-17 0,0 0-86 0,18 11-8 16,-12-4-15-16,1 2 0 0,-1-1-13 16,5 3 3-16,-4 1-14 0,3-1-7 0,1-1 3 15,-1 4 0-15,0-3-11 0,1 1-7 16,-2 0 12-16,1-1-17 0,-2-1-8 0,2-1 15 16,-3-3-7-16,-1 1-14 0,2-1 29 0,-5 0-2 15,4-4-6-15,-1 0-2 0,1 0 0 16,-7-2-8-16,14-2 0 0,-7-1 7 0,3-2-2 15,-3 0-12-15,3-3 4 0,-6 0 6 0,6-4-11 16,-3-1-5-16,-3-2-2 0,2 0 10 0,0-2 3 16,-5 2-14-16,5-4 6 0,-3 1 8 15,-2 0-9-15,3 1 16 0,-1 1-2 0,0 4-11 16,-2 0 1-16,2 2-24 0,-3 2 3 0,0 2 2 16,3 4 6-16,-3 2 2 0,0 0 0 0,0 0-2 15,10 11-6-15,-3-2 19 0,-6 2-4 16,2 4-9-16,0-1 0 0,1 3 7 0,-1 1 31 15,-3 0-41-15,3 2 7 0,0-1-4 0,-2 4 2 16,2-2-18-16,-3 3-23 0,3 0-45 16,1-4-42-16,-4 4-113 0,4-2-386 0,-1-4-77 15,0 0 34-15,1-6 81 0,-4 0 57 0</inkml:trace>
  <inkml:trace contextRef="#ctx0" brushRef="#br0" timeOffset="39245.62">21418 2748 913 0,'11'0'284'0,"-4"0"-22"0,6 4-22 0,-2-2-38 16,2 7-5-16,1-2-89 0,3 6-6 0,0 0-38 15,-4 4 0-15,2-2 3 0,-2 3-6 0,-3 3 11 16,4-2-16-16,-8 3 1 0,-2-4-4 0,-4 2 1 15,0 0-3-15,-3 0-17 0,-1 2 4 16,-2-1 8-16,-5 0-13 0,-2-2 6 0,3 0-16 16,-2-4 25-16,-4 1-32 0,5-6 20 0,-2 2-11 15,0-2 6-15,2-1-8 0,-2-3 3 16,2-1 2-16,1-1-10 0,0-3 0 0,3-2-13 16,-4 1 10-16,5-5-7 0,-1 1-6 0,4-1 14 15,0 0-4-15,2-1 4 0,-3 1-3 16,4-2-1-16,0 2-7 0,0 0-2 0,4 2 2 15,-3-2-2-15,2 2 10 0,3 0 4 0,1 2-9 16,0-1 5-16,3 4-11 0,1-2-2 0,-1 1 16 16,4 2-19-16,2 1 8 0,2 2 1 15,-2 0-4-15,2-1 21 0,3 3-36 0,-1-1-48 16,3 3-59-16,-2-3-67 0,-4 0-179 0,4 1-389 16,-4-1 92-16,0-5 41 0,-3 0 64 0</inkml:trace>
  <inkml:trace contextRef="#ctx0" brushRef="#br0" timeOffset="39578.51">21798 2779 788 0,'0'0'294'0,"17"9"-33"16,-10-2-10-16,3 1-97 0,3 5-19 0,1 2-9 15,-3 0 2-15,3 5-13 0,2 2-7 16,-1 3 12-16,-2 0-23 0,-3 1 0 0,1 2-10 16,-5-3-2-16,-3 2-21 0,-2 0 2 0,-2 2 11 15,-5 2-18-15,-1 1-5 0,-4-3-11 0,-2 0 34 16,-4 0-49-16,-7 5 77 0,4-9-13 16,-1-5 3-16,0 1-10 0,4-4 2 0,-3-5-21 15,6 3 16-15,-6-5-18 0,3 3 0 0,-1-5-10 16,5-2-6-16,-4-1-22 0,3 1-8 15,0-5-21-15,1 2-50 0,-1-3-47 0,4 0-197 16,0 0-548-16,-1-1 95 0,4-2 57 0,1-1 78 16,2-3 44-16</inkml:trace>
  <inkml:trace contextRef="#ctx0" brushRef="#br0" timeOffset="41295.19">23026 2691 678 0,'0'0'223'0,"-12"0"-14"0,12 0-27 0,-16 5-10 16,9 0-14-16,-3 4 57 0,0 1-28 16,0 1-23-16,-1 3-13 0,1 2-8 0,-4 1-66 15,7 1-8-15,-3 3-23 0,3-2 0 16,0 3-15-16,3-5-3 0,1 2 3 0,0 0-5 16,3-3-16-16,3 1 23 0,0 0-7 0,1-1-11 15,3 0 0-15,0-3 3 0,3 0 0 16,1-1-5-16,-1-1 0 0,6-3-11 0,-1-2 9 15,1-1 1-15,1-1 4 0,-3-2 4 16,3-2-2-16,1-3-13 0,-1 0 6 0,0-4-6 0,0-3-8 16,0 0 3-16,-4-1 3 0,2-4 4 15,-5-1 11-15,2-2-20 0,-4-4 4 0,-1 1-4 16,-4-1-6-16,1-3 8 0,-4-1-5 0,0-1 5 16,-1 0 20-16,-5 0 19 0,2 2-21 15,-2 0-8-15,-2 4-10 0,-1 1 18 0,2 3-13 16,0 4 10-16,-4 0-9 0,1 4 1 0,-4 2-2 15,4 5 0-15,-3 2-5 0,-1 2 11 16,-3 5-19-16,3 3 13 0,1 2 3 0,-1 1-6 16,0 4 1-16,4-1-11 0,3 3 13 0,0-1 0 15,4-1-2-15,0 2 10 0,6-1-16 16,0 0 3-16,1 2-5 0,9-2 10 0,-2 0 0 16,2-1-12-16,7-1 4 0,-2-2 8 0,2-1-18 15,1-3-12-15,3 1 2 0,0-3-13 0,-1-2-13 16,-2-1 3-16,3-4-18 0,-4-1 21 0,1-1-26 15,-3-4 20-15,2 2-18 0,0-4 6 16,-6-1 5-16,6-2 10 0,-5 0 7 0,-2-3-7 16,0 3 15-16,1-1 19 0,-4 2-4 0,1 1 1 15,-4-1-8-15,3 3-5 0,-4 0-3 16,2 3 3-16,-1 2 20 0,-7 1-7 0,0 0 17 16,13 8 4-16,-7 1-9 0,-1 1 11 0,-2 2-8 15,0 2 5-15,0 3 2 0,1-1-1 0,-4 2-6 16,3 3 5-16,1-4 5 0,-4 4-2 0,3-3-3 15,-3 1-8-15,0-2 13 0,3 1-7 16,-3-3 0-16,0-2-3 0,0-1-6 0,0-2 37 16,0 0 13-16,0-3 22 0,-3 1-22 0,3-4-3 15,0-4-13-15,0 6 15 0,0-6-4 0,0 0-11 16,0 0-5-16,0 0-3 0,-3-18 3 16,3 8 8-16,0-3-13 0,0 0 5 0,3-3-10 15,0-1 7-15,0 1 6 0,2-1 0 16,-2 0-11-16,4 1-13 0,-1 1 14 0,1 1-1 15,4 1-5-15,-1-2 8 0,7 1-10 0,-4 3-3 16,2 1 11-16,1-1-14 0,5 3 11 0,-4 2 2 16,7-2-22-16,-3 4 7 0,-1-3-11 15,7 2-9-15,-6 0 7 0,3 3-2 0,-1-1-3 16,1-2-16-16,0 2 1 0,0 1 2 0,-1-2 1 16,-5 2 4-16,3-2 1 0,-1 2-4 15,-3-3 17-15,-2 4-1 0,-5-1 15 0,3-1 42 0,-5 1-16 16,3 0-7-16,-6 1 2 0,-5 1-3 15,0 0-10-15,7-1-2 0,-7 1 5 0,0 0-11 16,0 0 16-16,-17 12-18 0,6-5 3 0,1 0 10 16,-3 3-11-16,-4 2 1 0,3 1 22 15,-3 0-22-15,-1 0 7 0,5 2-7 0,-1 1 2 16,0 0 0-16,1-1-10 0,5-2 7 16,-1 2-9-16,2-2 4 0,1-1-2 0,5 0-8 15,-2-2-7-15,3-1 2 0,4-2 20 0,-1 1-30 16,5-2 18-16,0-2-18 0,0-1 5 0,5-2-8 15,-3 1-12-15,4-4 4 0,0-1-4 16,3-2 14-16,-1-1 9 0,-1-3 2 0,-2-1 0 0,1-4-7 16,-1-2-1-16,-1-2 6 0,-1-2 4 15,-3-2-2-15,-1 0 26 0,1-3-21 0,-2-6 5 16,-2 4 6-16,2-1 7 0,-3-4 15 0,0 2 14 16,-2 4 4-16,-1 0 16 0,3 2 2 15,-3 4 8-15,0 1-20 0,0 5 15 0,0 0-1 16,0 3-29-16,0 4-4 0,-3 1 1 0,3 6-11 15,0 0-7-15,0 0 10 0,0 0 2 16,-10 22-10-16,7-10 1 0,2 4-4 0,-5 1 11 16,3 4-15-16,2 1-1 0,-3 2 16 0,1-1-10 15,3 1 0-15,0 1-6 0,0 0 6 0,0-2 0 16,3 2-1-16,2 0-9 0,-2-5 4 0,4 3-9 16,-1-3-19-16,4-2-7 0,-2-3 12 15,-2 0-4-15,4-5 4 0,1-1 3 0,2-1-5 16,-3-3 8-16,4-3 0 0,-2 1 4 0,1-5 1 15,-3-1 2-15,3-2-4 0,1-2-1 16,-4 1-3-16,0-2 16 0,1-4-12 0,-1 5 30 16,-4 1 5-16,2-5 2 0,-1 7 1 0,2-3 17 15,-5 4-27-15,-1-3-9 0,4 3-7 16,-7 3 11-16,7-3-1 0,-7 3-15 0,0 0 15 16,0 0-2-16,14 8 10 0,-11-4-8 0,0-1-10 15,2 2-3-15,1 0-2 0,-1 1-28 0,-3 0-41 16,4-3-100-16,-2 2-175 0,3 0-349 0,-3-1 45 15,5 0 51-15,-2-4 65 0</inkml:trace>
  <inkml:trace contextRef="#ctx0" brushRef="#br0" timeOffset="41811.31">24536 2992 568 0,'0'4'184'15,"0"-4"39"-15,-3 8-13 0,3-8-80 0,0 6 8 16,0-6-15-16,0 0-10 0,0 0-18 16,0 0 74-16,0 0-21 0,0 0-12 0,0 0-16 15,-7-18-2-15,7 11-21 0,3-3-2 16,1-2-24-16,-1-1-9 0,1-1 9 0,-1-1-4 15,4 0-8-15,-1 1 0 0,2 0 2 0,-1 0-12 16,-1 2-1-16,4-1-4 0,-2 5-1 0,-2-2 4 16,1 3-6-16,0 3-8 0,5-2 0 15,-7 3 0-15,5 2 6 0,0 1 2 0,-10 0-8 16,20 4-13-16,-10 2 6 0,1-2 2 0,-1 5-71 16,0 1-6-16,1 2 21 0,-1-1-5 0,0 2-1 15,1-1 14-15,-1 2-3 0,-3-1 10 16,7 4-13-16,-4-4-15 0,-1 1-17 0,2 0-29 15,-1 1-57-15,3-2-94 0,-2 1-379 0,0-2-64 16,6-4 77-16,-2 2 51 0</inkml:trace>
  <inkml:trace contextRef="#ctx0" brushRef="#br0" timeOffset="43045.18">25236 2735 1016 0,'-16'3'292'0,"9"-2"-16"0,-4 4-41 15,4-1-99-15,-5 4-16 0,4-1-2 0,-2 1-28 16,0 0 7-16,3 2-13 0,-3-1 1 0,3 1-8 16,3-1 2-16,-2 0-17 0,3 0-14 0,-2-2-2 15,2 1-7-15,0 0-11 0,3-3 0 0,0 2-5 16,3-2 5-16,0-2-15 0,2 2 2 15,-5-5 3-15,13 2-5 0,-6-2 0 0,-7 0 2 16,17-2 1-16,-7 0-14 0,0-2 1 0,1-2-3 16,-1 1 10-16,0 0 3 0,1-2-6 0,-2 3 4 15,-2 0 7-15,1-3-21 0,-2 6-10 16,-2-4 13-16,-4 5-2 0,6 0 12 0,-6 0-2 16,0 0 2-16,10 5 0 0,-6-2 8 15,-3 2-18-15,2 0 18 0,0 2-13 0,2-1 3 16,-4 1-6-16,3 0-4 0,-1 3 4 0,1-3 6 15,3-1-21-15,-3 1-20 0,6-1 12 0,-4 1-7 16,1-1-3-16,3 0 6 0,-3-4-19 16,3 1-12-16,1-2-11 0,2 1-20 0,-3-2-15 15,1 0-8-15,-1-2 2 0,4-1-12 0,-4 0 8 16,-3-3-11-16,3 0 18 0,-1-2 10 0,-4 1 23 16,1-3-2-16,-2 0 15 0,2-1 16 0,-1-3 38 15,-2 1 40-15,1 1-1 0,-1-1 22 16,0 3-12-16,0-1 14 0,-1 3-19 0,0 2-11 15,-2-1 21-15,3 4 9 0,-3 3 6 0,0 0-12 16,0 0 9-16,0 0-17 0,8 14-9 16,-8-5 6-16,3 0-7 0,-3 1-11 0,0 1-5 15,0 0 17-15,0 1-11 0,0 0-1 0,0 0-3 16,0-1-2-16,-3 1 2 0,3-2 9 0,0-1-1 16,0-2-5-16,0 1 7 0,-1-2 27 15,-3-1 9-15,4 1-7 0,0-2 5 0,0 0-5 16,0-4-8-16,0 0 0 0,0 0 1 0,0 0-9 15,0 0 3-15,-6-14-15 0,6 9 0 0,0-3 2 16,0 0-15-16,3-3 10 0,0 3-7 16,2-3-14-16,-2 1 3 0,0 0-7 0,1 1 12 15,2 1-17-15,1-2-6 0,0 3 13 0,0 1-2 16,0-1-1-16,3 2 3 0,1-1 1 16,0 2-12-16,-3-1 4 0,6 3 2 0,-3-2-5 15,3 2 2-15,-1-2 8 0,0 3 6 0,4 0-9 16,-3-2 3-16,3 0 6 0,-3 1-22 15,6-1-7-15,-2 1 3 0,-1-1 0 0,0 0-1 0,-1-1-2 16,-4 4 11-16,1-4 7 0,1 1 0 16,-4 2-13-16,0-2 15 0,-3 1-2 0,3 0-5 15,-6 0-2-15,4 0-9 0,-6 1 6 0,-2 1 0 16,11 1-6-16,-11-1 16 0,6 2 3 0,-3 2-13 16,-2 1 15-16,-1-1-10 0,0 0 7 15,3 3-12-15,-3 0 5 0,0-1 2 0,3 1-7 16,-3-1 8-16,3 1-6 0,-2-1 8 0,2-2-13 15,-3 3 0-15,3-2-5 0,4 0 8 16,-6-2 3-16,-1-3-1 0,10 5 5 0,-4-3-7 16,-6-2-5-16,17 0-1 0,-17 0 1 0,17-2 15 15,-9 1-13-15,2-3-23 0,0 1 8 16,-2-2 3-16,1 0 22 0,-2 2-2 0,0-2-13 16,-1-1 3-16,0 3 17 0,-4-2-10 0,4 2-22 15,-2 0 7-15,-4 3 5 0,6 0 15 0,-6 0 3 16,0 0 0-16,0 14 5 0,0-2 3 0,-3 4 2 15,0 3 11-15,1 6 7 0,-3 2-13 16,1 5 3-16,-3 4-2 0,-3 12 7 0,3 1-8 16,-3 1 3-16,0-2-5 0,3-7-8 0,1-5 2 15,-5 11 1-15,1-11 10 0,3-3-10 16,2-2 2-16,-7-4 3 0,2-4 15 0,0-3 8 16,2-2-6-16,-5-4-4 0,3-3 7 0,-4-6 16 15,1-2-21-15,1-3-7 0,-4 0 12 16,-1-4 5-16,3-3-15 0,-3 0 18 0,4 0 3 15,-2-3-1-15,5-1-2 0,0-1 0 0,-1 1 3 16,2-3-1-16,2 2-7 0,3-3-3 0,1 0-4 16,0 3-1-16,3-3-8 0,3-1-4 0,1-1 7 15,5 1-6-15,-2-2-6 0,4 0 9 16,2 1-12-16,2 0-6 0,1-2 21 0,2-1-12 16,2 1-1-16,0 3-15 0,1 0 5 0,-1 2-13 15,-2 1-13-15,2 0-32 0,-3 1-29 0,-3 4-8 16,1-4-89-16,-3 2-121 0,2 3-509 15,-1-1 110-15,1-2 33 0,-4 1 80 0,-3-2 51 16</inkml:trace>
  <inkml:trace contextRef="#ctx0" brushRef="#br0" timeOffset="43611.77">27236 2308 890 0,'0'12'279'0,"-3"4"-15"0,3 2-23 15,-3 4-21-15,3 4-10 0,0 1-29 16,-2 2-12-16,0 1-15 0,2-1-11 0,-3 0-7 15,3 2-21-15,0 0 0 0,0-1-23 0,0 2-74 16,0-2-2-16,-3-2-4 0,3 2-9 16,0-2-31-16,-1-1-28 0,0-2-37 0,-1 0-55 15,2-5-187-15,-3-1-367 0,6-1 44 0,-3-5 75 16,2-2 63-16</inkml:trace>
  <inkml:trace contextRef="#ctx0" brushRef="#br0" timeOffset="43961.4">27390 2827 811 0,'11'-6'281'0,"2"1"-32"16,-6 0-27-16,4 0-17 0,-2 0-20 0,-2 0-19 15,0-2-20-15,1 1-8 0,-2 0-5 0,-2-1-7 16,2 0-21-16,-3-3-3 0,1 3 3 15,-4-1-8-15,4 1-5 0,-4 1-12 0,0 0-14 16,0 0-4-16,0 6 2 0,-4-10 0 0,4 10-18 16,-7-5-5-16,7 5-3 0,0 0 0 0,-16 4-4 15,16-4-9-15,-11 11 1 0,4-4 5 16,0 1-16-16,1 2 0 0,-2 2 3 0,1 1 5 16,1 1-7-16,3 1-11 0,1-1 5 15,0 0 10-15,-1-1-12 0,3 0 10 0,3 1-10 16,0-3 7-16,-2 3-2 0,8-3-5 0,-2 3-1 15,1-4 1-15,5 1-26 0,-3-1-38 0,4-1-47 16,1-1-61-16,1-2-191 0,2 0-413 16,-2-1 43-16,5-3 88 0,-1-1 69 0,0-2 61 15</inkml:trace>
  <inkml:trace contextRef="#ctx0" brushRef="#br0" timeOffset="44611.74">27937 2681 929 0,'0'0'307'16,"-13"-2"-33"-16,13 2-21 0,-14 4-15 0,4 1-38 15,0 2-13-15,-4 0-6 0,4 2-30 0,-4 1-12 16,4 0-22-16,-3 0-1 0,2 1-14 16,4 0-89-16,-3 2 12 0,-1-1-4 0,5-2-16 15,2 0 3-15,-2 1 2 0,2-3 0 0,1 0-18 16,-1-1 3-16,4-1 5 0,0-1-2 15,4 0 17-15,-1 0-7 0,4-4-6 0,-1 1 3 16,-6-2 11-16,15 0-11 0,-7 0 8 0,0-3-11 16,-8 3 9-16,15 0-4 0,-9-2 6 15,-6 2-10-15,10-3-11 0,-10 3 3 0,10 0-3 16,-10 0-5-16,0 0 18 0,11 2 1 0,-5 1-12 16,-6-3-6-16,4 6 14 0,2-4 1 0,-2 2-1 15,0-1 3-15,-4-3-5 0,7 7-7 0,-1-6 4 16,-2 2 11-16,-1 0 5 0,4 0-6 15,0-2 14-15,3 3-3 0,-3-4-8 0,4 1-5 16,2-1 0-16,-3-1 11 0,4-3-19 0,2 4 24 16,-1-4-11-16,1 0-3 0,-1 1 1 15,1-4 7-15,2 4 11 0,-5-8-5 0,-2 5-19 16,2-4 3-16,-6 0-2 0,4-2-29 0,-5-1 11 16,-1 0-8-16,-3-2-3 0,1 1 8 15,-3 1-2-15,0 1 4 0,3 1 6 0,-3-1 0 16,-3 2-16-16,6 3 21 0,-6-1-10 0,3 4-3 15,0-2 3-15,0 6 9 0,0 0-11 0,0 0 9 16,0 0-7-16,0 0 4 0,7 16-9 16,0-7-1-16,-3 1 21 0,-1 2 3 0,3-1-13 15,-2 3 7-15,5-1-2 0,-4 0-3 0,0 1 8 16,-3-3-5-16,1 1 10 0,0 1-5 0,0-3 8 16,-3 2 0-16,0 0 12 0,-3-3 8 0,0 1 3 15,0 1-3-15,-1-3 13 0,-3-2-13 16,-3 1 0-16,3-2 3 0,0 0 2 0,-3-1-7 15,0-1 12-15,0-2-4 0,3 1-9 0,-4-2-9 16,4 0-4-16,-2-2-22 0,1 1-10 16,-2-2-1-16,4-1-27 0,2-1-52 0,-2-1-59 15,4-1-146-15,-4 2-375 0,6-3 22 16,6-3 28-16,-4 0 72 0</inkml:trace>
  <inkml:trace contextRef="#ctx0" brushRef="#br0" timeOffset="44860.94">28522 2446 670 0,'-3'25'238'0,"2"0"-15"0,-2-2-16 0,0-3 57 16,-1 4-26-16,1 1-21 0,-1 0-14 15,1 0-11-15,1-2-28 0,-3 2-8 0,2 0-92 16,0-1 2-16,2-1-10 0,1-2 8 15,-3 1-10-15,6-2-15 0,-6-3 12 0,6 3-23 16,-2-3 3-16,-1-4-16 0,6 2-10 0,-3-4-10 16,1 2-15-16,6-4-50 0,-3 0-40 15,0-4-123-15,3-2-506 0,4 2 81 0,-4-5 49 16,1-4 46-16</inkml:trace>
  <inkml:trace contextRef="#ctx0" brushRef="#br0" timeOffset="45062.41">28413 2738 778 0,'-4'0'230'16,"4"0"-2"-16,0 0-44 0,0 0-20 16,0 0-8-16,0 0-2 0,0 0 56 0,0 0-29 15,0 0-7-15,0 0-17 0,27 1-12 0,-13 1-22 16,0-1-56-16,3 1-19 0,3-1-86 0,1-1-126 15,9 1-442-15,-5 1-86 0,4 0 73 0,0-2 79 16</inkml:trace>
  <inkml:trace contextRef="#ctx0" brushRef="#br0" timeOffset="45862.45">29586 2553 901 0,'-11'-1'294'0,"1"0"-18"15,-2 2-33-15,-4 1-22 0,-1 2-27 0,-3 1-25 16,5 1-15-16,-1 0-21 0,-1 2-13 0,5 0-12 16,-4 1-9-16,6 1-14 0,3 1-19 15,-2 1 6-15,4-3-5 0,-1 2-8 0,5 0-13 16,0 1 7-16,2 0-24 0,0 1 9 0,-1-1 16 15,6 2-13-15,-1 0-29 0,1-1 19 0,-2 2-5 16,2-1-8-16,1-1-3 0,2-1 5 16,-4 1-4-16,0-1 15 0,0-3-6 0,-2 0-12 15,1 0 0-15,-1-3 2 0,1 3 0 0,-4-5 3 16,0 2 8-16,0 0-67 0,-4-1 5 0,1-1 13 16,-1 0 0-16,-2 0-2 0,-4 1 9 15,-1-4 8-15,4 1-4 0,-3-1 1 16,-4 1 6-16,4-2 18 0,3 1-8 0,7-1 11 0,-20-1-6 15,13-1 3-15,2 1-6 0,5 1-4 16,-13-5 12-16,10 2-15 0,3 3-5 0,-6-6 0 16,6 6-3-16,6-7 6 0,-2 3-11 0,3 1 3 15,0-2-1-15,3-1 6 0,0 0 8 16,7 2-6-16,0-2 6 0,0-1 5 0,4-1-11 16,3 0-2-16,-1 1-3 0,3-3 18 0,3 0-4 15,2 0 4-15,0-2-2 0,0 1 9 0,2-1-19 16,-5-1 2-16,3 1 10 0,-4-2 3 15,-3 0 2-15,-7 1 11 0,4 1-8 0,-8-1-13 16,-2 2 8-16,-1 0 12 0,0 0-9 0,-6 2 7 16,1 1-18-16,-4 0 8 0,-4 2-3 0,-4 3 0 15,-3-2 8-15,-3 4-10 0,1 1 7 16,-4 1-2-16,-3 2-18 0,-3 1 5 0,5 2-5 16,-4 1 10-16,4 3-5 0,-3-2 2 0,6 1-14 15,0 1-1-15,1-1-13 0,-1-1 6 16,7 1-3-16,0-1-3 0,1-1 6 0,1 0-11 15,4-1-5-15,1 0 0 0,0-1 0 0,2-1 21 16,5 0-6-16,-3-2 16 0,6 1-7 16,-1-3 1-16,-1 1-1 0,5-1 4 0,-3 0 0 15,1 0 3-15,-1 0 0 0,0-1 2 0,-10 1 3 16,17 0-12-16,-13 1 6 0,5 1-6 0,-9-2 4 16,11 5 18-16,-7 0-2 0,1 2 0 0,-3 2-11 15,1 1 8-15,0 2 10 0,1 1 1 16,-4 1-8-16,0 3 12 0,0 0-7 0,0 2-6 15,-1 0 6-15,-2 3-15 0,0 3 12 16,0 1 3-16,-1-1 12 0,-2 0-20 0,4 0 1 16,-7 0 17-16,7 0-34 0,-3-1-12 0,-1-1-41 15,2-3-35-15,-2 2-32 0,5-5-89 0,-2 0-351 16,-1-6-115-16,4 0 10 0,-3-4 90 16,3 0 54-16</inkml:trace>
  <inkml:trace contextRef="#ctx0" brushRef="#br0" timeOffset="46594.72">30020 2646 757 0,'0'8'228'0,"-2"2"-10"16,0 2-21-16,2 0 53 0,0 1-29 15,0-1-11-15,0 2-18 0,0 0-34 0,-3-1-7 16,6 3-13-16,-1-3-25 0,-1 0 0 0,0-1-6 16,2 1-22-16,0-1-6 0,1-3 0 15,-1 0-17-15,0 0 9 0,2-2 1 0,-2-3-10 16,3 2-14-16,-2-2 9 0,4-2-19 0,-3 0-2 16,-5-2-3-16,14-2-15 0,-8-2-5 0,1 0-3 15,0-4-5-15,1-1-7 0,-2-3-9 16,1 1 16-16,3-5-2 0,0-3 0 0,-1-2 2 15,-1 2 0-15,0-2 8 0,2 3 2 0,-2 5 3 16,-3-1 7-16,1-1 4 0,-1 6-11 16,-2 0-6-16,0 1 11 0,-2 3 0 0,2 3-15 15,-3 2 7-15,0 0 3 0,0 0-7 0,0 0-4 16,0 17 9-16,0-10-1 0,-3 1-7 0,3 2 4 16,0-2 4-16,0 4-6 0,3-1 0 15,-3-1-2-15,0 2 0 0,3-1-1 0,0 0-2 16,1-1-2-16,-1 0 10 0,4-1 2 15,-3-1-74-15,3 0 3 0,-1-2-8 0,5 1 31 16,-1-2-8-16,0 0 2 0,4-1 4 0,-1-3 12 16,0 1 5-16,2-2-8 0,1-2 13 0,-1 1-5 15,2-3-2-15,0-1 25 0,0-1-23 0,-3-3 3 16,3-2-1-16,-1-3-17 0,-4-1 5 16,1-2 7-16,0 1 6 0,-2-3 0 0,-1 1 4 15,-2 2 6-15,-2 2 21 0,-1 1-6 0,-3 1-5 16,-2 2 3-16,0 2-6 0,0 1 8 0,-4 2-12 15,-3 2 7-15,0 3 5 0,7 0-7 16,-21 4 10-16,8 0-16 0,0 3 1 0,2 0 2 16,-2 3 0-16,3-1 2 0,-4 0-15 0,7 3 6 15,-3-4-1-15,2 3 10 0,2-3 1 16,-1 1-3-16,1-1-8 0,2-1 3 0,0 0 5 16,1-1 5-16,2 0-7 0,1 0 12 0,0-1-25 15,1 0 17-15,-1 0-4 0,3 0 7 0,1 0-3 16,0-2-12-16,-1 1 15 0,5 1 3 15,-3-2-6-15,2 1 4 0,2-3 1 0,-4 4 1 16,2-3 0-16,2 1-21 0,-1-1-36 0,-1-2-20 16,3 2-36-16,-4-1-118 0,2-2-130 0,2 1-379 15,-1 0 79-15,-2-2 26 0,-7 2 69 16</inkml:trace>
  <inkml:trace contextRef="#ctx0" brushRef="#br0" timeOffset="47027.25">30675 2650 729 0,'-1'13'195'16,"1"0"-1"-16,0-1-20 0,1-2-31 0,-1 0-2 15,1 2-13-15,-1-1-15 0,3-1-11 0,-3 0-7 16,0-1-26-16,0-2 80 0,3 1-24 0,-3 0-5 15,0-3-2-15,0 1 2 0,0-6-17 16,0 7 7-16,0-7-26 0,0 5-10 0,0-5-2 16,0 0-10-16,0 0-1 0,0 0-10 0,0 0 3 15,0 0-13-15,0 0 5 0,-7-21-23 16,7 13 0-16,-1-2 15 0,-1 1-9 0,2-4-4 16,-3 1 1-16,3-2-3 0,0-2 10 0,0 1 6 15,3-3-24-15,-1 0 18 0,0 1 0 16,1 1-7-16,0-1-16 0,0 1 8 0,2 1 5 15,-2 0-7-15,3 1-6 0,-2 3 5 16,2 0-7-16,-2 1 2 0,4 0-7 0,0-1 4 16,-3 3 9-16,1-2-6 0,-2 3 0 0,5 1 3 15,-4 0 2-15,0 0-4 0,-3 1-11 0,1 0-11 16,2 0 4-16,-3 1-50 0,1-2-53 0,-3 6 5 16,7-4-61-16,-5 3-190 0,-2 1-437 15,2-2 107-15,-2 2 46 0,0 0 79 0,0 0 39 16</inkml:trace>
  <inkml:trace contextRef="#ctx0" brushRef="#br0" timeOffset="47477.51">30852 2679 714 0,'2'7'261'0,"1"-2"-16"16,3 0-78-16,-2 0-16 0,-1-2 0 0,4 1 2 16,-3 1 9-16,2-2-39 0,-2 1 15 15,3-3-13-15,-1 1-17 0,2 0 7 0,2-2-25 16,-1 1-14-16,-9-1-4 0,21-1-5 0,-11-1 2 16,3 0-10-16,-2-2 7 0,1 0-25 15,0 1 5-15,-1-4 0 0,3 0-13 0,-1-1 8 16,-3-3-12-16,1 0 4 0,-1-3-23 0,-3 0 23 15,3-1-15-15,-6 0-2 0,5-2-9 16,-5 2 14-16,1 2-3 0,-3 0 5 0,-2 1 69 16,4 2 13-16,-4 2-41 0,0 1 10 0,-4 0 0 15,0 2-10-15,-3 4-13 0,7 1-2 0,-23 2-16 16,9 4 8-16,-4 3-2 0,-4 3-1 16,1 5-17-16,-3 1 17 0,3 1-12 0,1 2 7 15,4 0-15-15,-2 0 0 0,3-3 10 0,2 1-13 16,2 0-10-16,1 0 3 0,1 1-64 15,5-3-1-15,-2-4 11 0,3 4-2 0,1-4 12 16,-1 0-5-16,6-1 8 0,2-2 4 16,-2 0 9-16,4-2-24 0,1 1-14 0,0-2-58 15,3-2-201-15,2-2-507 0,-3 0 105 0,7-3 40 16,-6-4 70-16,3-2 61 0</inkml:trace>
  <inkml:trace contextRef="#ctx0" brushRef="#br0" timeOffset="56210.49">2558 3801 563 0,'0'0'176'0,"0"0"-7"16,0 0-18-16,0 0-13 0,-3-5-2 0,3 5-21 16,0 0-2-16,0 0-16 0,0 0-20 15,0 0 5-15,0 0-3 0,0 0 8 0,0 0-10 16,0 0-3-16,0 0-15 0,0 0-10 0,7 15 2 15,-4-9 3-15,0-2-3 0,-2 3-18 16,3 1 0-16,2-2 11 0,-2 2-8 0,2 1-13 16,-2-1 20-16,2 0-12 0,2-2 2 15,1 1-7-15,-2 1-23 0,4-1 12 0,-1 0 16 16,0 0-13-16,1-3 2 0,-1 3-2 0,3 0 0 16,2 0-8-16,1-3 8 0,-2 1 5 0,2 0-2 15,-1-1-9-15,2-1 4 0,0 1-1 0,0-1 0 16,3 2-4-16,-2-5 1 0,-1 3-1 15,0-3 1-15,3 3-4 0,-3 0 0 0,1-3-1 16,-2 1 9-16,2-1-21 0,2 0 12 16,0 1-1-16,1-1-4 0,-1-1 3 0,1 1-76 15,3 0 9-15,-4 0-10 0,4 0 16 0,-3 0 18 16,-1-1 7-16,4 1-23 0,0 0 13 0,-2-3 8 16,2 1 13-16,-1 1-6 0,1 1 11 15,3 0-8-15,-6-3 5 0,5 3-5 0,-4-4 7 16,1 4 3-16,2-1-10 0,2-2 11 15,-1 3 1-15,-2-1 14 0,1-2-8 0,-1 1 15 16,3 1-18-16,-2 0 11 0,1 1-11 0,2 0 11 16,2 0-1-16,-2-3-12 0,-1 3 2 15,0 0 1-15,4-2 9 0,-7 2 16 0,4 2-28 16,-5-2 13-16,2 0-1 0,2 3-4 0,-3-3-4 16,0 1 6-16,-1-1-10 0,-2 1 5 0,0 1-3 15,-1-2 16-15,4 4-13 0,-6-4 10 16,2 1 5-16,0 2-15 0,1-3-8 0,-7 4 16 15,6-4 0-15,-4 3-3 0,2-3 10 0,-4 3-15 16,3 0-3-16,-1-3 11 0,-1 2-11 16,1 0 8-16,-2-2 8 0,-1 3-14 0,2-2 1 15,-2 0-5-15,-2 1 13 0,-1-1-3 0,-4-1 7 16,2 4-7-16,2-4 13 0,-3 0 5 0,-7 0-5 16,13 1 2-16,-13-1 8 0,14 0 8 15,-14 0-8-15,10-1 0 0,-3 1-5 0,-7 0-5 16,17-4 2-16,-10 3-7 0,3-2 7 15,1 2 8-15,-1-2-7 0,4 0-4 0,-4 2-7 16,0-4 6-16,4 2 1 0,-1-2-9 0,1 4-11 16,3-3 1-16,-3-1 12 0,0 3 2 15,3-4-7-15,0-1 8 0,0 3-13 0,0 0 20 16,3 0-10-16,-3-2 1 0,4 3 65 0,-3-4 1 16,1 5-13-16,2-4-8 0,0 2 3 0,-1 1-13 15,0 0-3-15,1-1 1 0,-1 1-6 16,4 2-8-16,-3 0 1 0,3-2 0 0,-3 3-3 15,3 0-11-15,0-2 4 0,3 2-6 0,-4-1 0 16,8 1 8-16,-1 0 0 0,1 0-26 16,0 0 14-16,0 1-6 0,4-1 10 0,-4 0-5 15,3 2-3-15,-4-2 9 0,1 0-4 16,1 3-4-16,1-2-3 0,-2-1-3 0,-3 1 8 16,5 1-5-16,-1-1 0 0,1-1-2 0,-2 0-1 15,3 4 1-15,-3-4 4 0,3-4-2 0,-3 4-2 16,3 0 2-16,0-1 5 0,-3 1 0 0,3-2 8 15,1 1-8-15,-1 0-8 16,-3-2 6-16,3 3-11 0,0-2 13 0,-3 0-5 0,3 2 0 16,0-3 13-16,-3 0-20 0,6 1 9 0,0 1 6 15,5-3-11-15,-5 1 3 0,1 1 0 16,1-1 10-16,1-1-17 0,-6 1 7 0,7 1 5 16,0 1-5-16,-7-1 2 0,1 2-22 0,2 0 25 15,-3-1-15-15,3 1 15 0,-3 0-5 0,5 0-3 16,1 0 9-16,-6 1-12 0,7 1 6 15,-6-2-2-15,3 1 10 0,-1 1-8 0,-3 1-3 16,0-2 8-16,0 0 0 0,0 1 0 0,1-2-5 16,-3 4 5-16,4-4-7 0,-1 1-13 15,-1 2 15-15,0 1 0 0,3-3 2 0,-3 1-10 16,8-1 1-16,-4 4 9 0,2-4 9 0,-2 2-9 16,3 1-7-16,-3-1 5 0,-1-2 8 15,4 4-1-15,-3-3-12 0,0 1 13 0,-4 0-13 16,-1-1 5-16,1 0 5 0,2 1-5 0,-2-3 0 15,0 1-5-15,0-1 2 0,3 0 11 0,-3 0 0 16,0 1-8-16,0-1 2 0,-2 0 6 16,2 2-8-16,-3-2-3 0,0 1-2 0,-4-1 0 15,3 4 0-15,-3-4 2 0,-2 0 1 0,-1 0 2 16,3 0-8-16,-3 0 16 0,0 0-3 16,0 1-5-16,0-1-3 0,0 0 11 0,0-1-16 15,0 2 1-15,3-1 12 0,-3 0-3 0,3-1 3 16,-2 1 1-16,-2 0 6 0,1 0-12 0,3 0-5 15,-5 0-2-15,1 0 14 0,4 0-4 16,-3-4-8-16,0 4 7 0,0 0 3 0,-1-1-7 16,1 1-1-16,1-2 6 0,5 1 7 0,-5 1-13 15,-1-1 1-15,2-2 7 0,2 3-5 16,-4-2 0-16,0 1 3 0,3 0-6 0,1 1 6 16,-1-5-1-16,0 4-2 0,-3-1 10 0,0 1-7 15,4-3-6-15,-1 3 3 0,-2-2 3 16,1-1 7-16,-5 2-2 0,3 0-16 0,-5-3 6 15,2 2-6-15,-3 2 8 0,-1-4 13 0,0 2-31 16,-4-1-31-16,-2 0-10 0,-1 1-38 16,0-2-57-16,-6 0-132 0,0 2-408 0,-1 1 26 15,-3-3 64-15,0 5 61 0</inkml:trace>
  <inkml:trace contextRef="#ctx0" brushRef="#br0" timeOffset="57793.94">2168 8328 877 0,'0'-7'310'0,"0"7"-41"0,0 0-13 16,0 0-38-16,8-2-3 0,-8 2-13 15,0 0-13-15,16 13-22 0,-8-9-1 0,2 3-25 16,3 0-8-16,1 1-18 0,0 2-69 0,0-2-2 16,-1 1-1-16,0-1-7 0,1 0-3 15,0 2-2-15,-3-2-13 0,2 1 13 0,1 0-11 16,-4-2-5-16,0 0-2 0,1 2 10 0,-1-1-30 16,-3-1-40-16,3-1-11 0,0-2-45 15,-3 2-53-15,-1-3-79 0,1 2-98 0,1-3-386 16,-2-2 81-16,1 0 32 0,-7 0 53 0</inkml:trace>
  <inkml:trace contextRef="#ctx0" brushRef="#br0" timeOffset="58110.07">2514 8262 837 0,'0'0'248'0,"0"0"-5"0,0 0-23 15,0 0-15-15,0 20-13 0,0-11-21 0,0 1-7 16,-3 5-5-16,3 2-26 0,-4 0 15 16,4 1-17-16,-3 0-11 0,2 3-12 0,-2 4-54 15,0 0-11-15,0 0 3 0,-1-1-7 0,1 1-14 16,-3 1 67-16,5-1 0 0,-6 0-7 0,4-1-8 16,2 1-21-16,-2-3 3 0,3 0-8 0,-3-4-2 15,0 4 4-15,2-5-12 0,1 1 0 16,-2-2-5-16,1-1-13 0,1-3 16 0,0 1-14 15,0-1 1-15,0-4 17 0,-3 2-12 0,3-2 0 16,0-1-3-16,0 0-10 0,0 1 2 16,0-5-2-16,0 3-20 0,0-6-29 0,0 7-69 15,3-6-43-15,-3-1-139 0,0 0-524 0,0 0 25 16,10-8 100-16,-7 1 54 0,1 0 69 0</inkml:trace>
  <inkml:trace contextRef="#ctx0" brushRef="#br0" timeOffset="58376.11">2983 8561 947 0,'0'0'340'0,"9"-1"-28"0,-9 1-92 15,14-2-22-15,-7 2-30 0,3-1-4 0,-3 0-28 16,7-2-3-16,-1 1-13 0,2 1-10 0,1-3-7 16,-2 1-8-16,0 1-16 0,6-2-13 0,0 0-14 15,-2 2 9-15,2-3-23 0,-2 4-17 0,2-3-34 16,-7 1-46-16,2 3-84 0,-2-2-141 16,1 1-453-16,-1 1 69 0,-6 0 48 0,0-3 52 15</inkml:trace>
  <inkml:trace contextRef="#ctx0" brushRef="#br0" timeOffset="58610.29">3081 8694 916 0,'-3'6'297'16,"3"-6"-85"-16,-6 3 1 0,6-3-24 15,0 5-17-15,0-5-6 0,0 0 0 0,7 8-17 16,-1-6 63-16,-6-2-30 0,17 1-13 0,-10-1-13 15,3 0-15-15,4 0-13 0,-1-1-5 16,2 1-21-16,1-2-15 0,-1-3-74 0,1 4 0 16,1-1-11-16,-6-3-20 0,3 3-25 0,-1 1-44 15,-3-2-49-15,1-1-150 0,-2 2-513 0,-2-2 100 16,0 0 31-16,-4 2 97 0,1-4 82 0</inkml:trace>
  <inkml:trace contextRef="#ctx0" brushRef="#br0" timeOffset="61059.41">4223 8374 865 0,'-3'-8'348'0,"0"2"-105"0,0 2-18 0,2-2-12 16,-2 0-21-16,-1 5-18 0,4 1-10 0,-7-8-19 15,4 5-27-15,3 3-3 0,0 0 1 16,-10 0-27-16,10 0-2 0,-14 11-5 0,7-1-13 16,0 3-2-16,-3 2-14 0,-1 4 4 0,1-1-1 15,1 4-7-15,1-2-11 0,1 2-5 16,1-1-7-16,0 1-13 0,2 2 5 0,4-5-5 16,0 0 7-16,0 0 62 0,3 0-8 0,-2-3-5 15,5 0-5-15,4-1-2 0,-3-4-19 0,3 3 1 16,0-4 2-16,4-2 0 0,-1-4-28 0,2 2 10 15,-2-5-2-15,0-1-1 0,2-1 1 16,1-5-1-16,2 3-2 0,-1-5-5 0,0-3-2 16,1-1 7-16,1-1-13 0,-4-3 10 0,1 0 3 15,-2-5-23-15,-1 2 11 0,-2 0-1 0,-1-4 3 16,-3-2 5-16,-1 2-11 0,-2-1 11 16,0-1-18-16,-4 5 10 0,0-5 3 0,-4 3-20 15,0 3 7-15,1 2 12 0,-4 0 4 16,1 1-11-16,-1 2 0 0,-3 3 0 0,3 2 3 15,-7 0-1-15,1 2-7 0,2 3 3 0,-6 2 0 16,1 4-6-16,-2 2 0 0,1 2 9 16,-4 3-4-16,1 1 1 0,3 2 7 0,-1 2-8 15,2 1 9-15,2 0-11 0,4-2-5 0,3 3 2 16,-3-1 6-16,6 1 4 0,1-6 1 0,3 7-8 16,3-7-3-16,0 5-2 0,1-1 13 0,6-3-11 15,0 2 1-15,3-1 7 0,5-4-15 16,-1 6-18-16,1-4-24 0,5-2-17 0,-1 2-56 15,0-3-67-15,3-4-151 0,5 5-510 0,-5-1 101 16,2-3 38-16,-7-1 94 0,0-2 37 0</inkml:trace>
  <inkml:trace contextRef="#ctx0" brushRef="#br0" timeOffset="61509.93">4756 8599 1026 0,'0'0'294'0,"0"0"-25"0,-9 12-36 0,8-5-26 15,-2 0 6-15,-1 1-19 0,1 3-27 16,0 2-9-16,0-2-83 0,-1 2-9 0,3-1-15 16,1 3 8-16,0-1-5 0,-3-1-5 0,3 2 4 15,3-3-12-15,2 2-2 0,-2 1-9 0,0-5 4 16,-2 4 2-16,8-3 2 0,-5-1-2 0,2-3 7 15,2 1-20-15,-1-1-2 0,2-3 20 16,2 0-10-16,-1-2-19 0,0-2 6 0,1-2-2 16,2-3-4-16,0 1 17 0,-1-3-22 15,0-6 11-15,0 2-8 0,1-3 1 0,-3 2-1 16,-2-7 3-16,1-1-3 0,-2 2 3 0,-1-6-1 16,-5 6-4-16,2 0 8 0,1 3-6 0,-4-2 5 15,-4 6-7-15,4-4 7 0,-4 1-17 16,1 3 7-16,-3 1 8 0,2 1-6 0,-6-1-2 15,3 4 0-15,-3-1 13 0,0 2-15 0,-1 2 2 16,1 3 0-16,0 0 0 0,-1 0 3 16,1 0-13-16,0 1 5 0,-1 4-13 0,1-1 3 15,1 2-11-15,1-1-15 0,2 0-17 0,2 2-27 16,1 3-32-16,3-4-3 0,0 1-6 0,3-2-58 16,1 2-3-16,6 0-212 0,0-1-317 0,3-4 66 15,-1 1 38-15,4 1 72 0</inkml:trace>
  <inkml:trace contextRef="#ctx0" brushRef="#br0" timeOffset="61726.28">5361 8568 916 0,'7'-7'351'0,"-3"4"-39"16,3 2-28-16,0-5-31 0,2 5-25 15,2 0-20-15,0-4-27 0,2 4-14 0,4-2-29 16,-4-2-8-16,5 3-14 0,-4 0-22 0,3-3-48 16,-4 4-35-16,2 1-34 0,-2-4-62 0,4 1-94 15,-4 3-218-15,-2 0-345 0,2-3 87 0,-6-1 61 16,0 1 56-16</inkml:trace>
  <inkml:trace contextRef="#ctx0" brushRef="#br0" timeOffset="61943.01">5433 8424 563 0,'0'2'210'0,"0"-2"-16"16,4 14-17-16,-4-8-19 0,3 5-9 0,1 0-13 15,0-1-9-15,2 5-6 0,0 0-16 0,2-2-13 16,-1 3 56-16,0 0-15 0,2 0-28 15,-1 2-23-15,2 2-51 0,-3-2-59 0,3 0-82 16,0-3-131-16,1 1-417 0,2-5 29 0,-3 1 55 16</inkml:trace>
  <inkml:trace contextRef="#ctx0" brushRef="#br0" timeOffset="62626.59">6353 8281 542 0,'0'0'215'16,"0"0"-10"-16,0 0-28 0,0 0-19 0,0 0-17 15,-7 15-3-15,4-10-15 0,0 2 3 0,2 1-6 16,-2 1-10-16,0-1-8 0,0 3 1 0,1 2-14 16,0-2 1-16,2 3 51 0,-1-3-13 15,1 4-11-15,1-4-9 0,3 3 5 0,-1-1-19 16,0 1-4-16,0 0-8 0,1-5 0 0,-1 2-6 15,1 2 22-15,2-2-27 0,-1-4-2 16,1 1 6-16,0 0-22 0,1-3 14 0,0 0-3 16,1 0-15-16,2-3-8 0,0-2-8 0,1 0 13 15,1-2-5-15,3-3-13 0,-2 0-7 0,3 0-4 16,-1-4 14-16,3-2-13 0,-2-2-72 16,1-2 13-16,-3-2 3 0,0 1-8 0,-1-1 13 15,-3-7-8-15,-2 5 7 0,1-5 16 0,-2 1 11 16,-4 1-11-16,-2 1 3 0,2-4-3 15,-3 6 13-15,-4-3-8 0,1 4 77 0,0-2-11 16,-4-1-4-16,-1 4 2 0,-1 2-10 16,2 2 5-16,-6-1-10 0,-1 6 5 0,0-2-3 15,-6 3-9-15,2 5-9 0,-2-3 6 0,-1 4-3 16,1 2 0-16,3 5 5 0,-4-5-15 0,4 6 2 16,-3 3-2-16,2-2-5 0,1 2-1 0,0 4 11 15,4-3-2-15,3 2-19 0,-1-1 6 0,4 2 17 16,-2-3-15-16,5 4 10 0,0-1-12 15,4-3-6-15,0 3 16 0,4-3 0 0,-1 0-13 16,4 2 15-16,3-3-4 0,1-2-11 16,-1 2 0-16,3-2-11 0,2-1-1 0,1 0-17 15,2-1-27-15,2-2-28 0,-3 1-37 0,1-2-42 16,1-2-101-16,2 4-596 0,0-4 100 0,-4 0 58 16,3-1 73-16,-6 0 78 0</inkml:trace>
  <inkml:trace contextRef="#ctx0" brushRef="#br0" timeOffset="63058.96">6798 8456 752 0,'-4'-15'264'0,"4"15"-31"16,0 0-8-16,0 0-49 0,0 0-9 0,0 0-14 15,0 0-7-15,0 0-30 0,0 0-1 16,0 0-15-16,-11 15-3 0,11-10-5 0,-3 2-13 15,3 1 3-15,-3 3-8 0,3 2-7 0,0-3 2 16,0 4-5-16,-3-2-5 0,2 2-10 0,2 1-3 16,2-4-8-16,-3 6 3 0,0-4-5 15,3-1-3-15,-3 3 64 0,3-4-4 0,-3 2-12 16,1-2-17-16,2-1 3 0,0 2 0 0,-3-3-11 16,0-5-5-16,4 3-10 0,-4 1 0 15,1-1-13-15,2-4-2 0,-3 2-8 0,0 2-18 16,0-7-18-16,3 7-44 0,-3-7-55 0,0 3-116 15,0-3-566-15,0 0 36 0,0 0 95 0,7-9 64 16,-4 1 64-16</inkml:trace>
  <inkml:trace contextRef="#ctx0" brushRef="#br0" timeOffset="63392.56">7207 8136 1021 0,'0'0'279'0,"0"0"-26"0,0 0-30 15,0 0-21-15,14 14-5 0,-7-6-25 0,0 2-14 16,3-2-7-16,1 7-15 0,2 0 5 15,-3 0-16-15,4 1-20 0,-1 0 3 0,2 0-16 16,-2 2-13-16,2-2 11 0,-2 0 2 16,4 1-15-16,-4-2-11 0,0 0-4 0,2 0-8 15,-2-3-6-15,1-2-2 0,-4 3-20 0,4-4-1 16,-4-1-25-16,0 2-33 0,1-3-28 0,-4-1-54 16,2-2-129-16,-1 1-549 0,-1-2 58 0,-1-3 52 15,1 0 63-15,-7 0 70 0</inkml:trace>
  <inkml:trace contextRef="#ctx0" brushRef="#br0" timeOffset="63708.74">7546 8100 929 0,'0'0'256'0,"0"0"-16"0,0 0-15 0,-10 15-25 16,7-9-16-16,-4 4-9 0,3 2-12 0,0 1-7 16,-2 0 6-16,0 4-4 0,2 0-9 15,-4 5-26-15,2-3-5 0,-1 5-8 0,-2-2-11 16,1-1-19-16,1 1-3 0,-3 2-1 0,0-3-9 16,2 2-1-16,-1 1-12 0,2-5-3 0,-4 5 1 15,2-7-4-15,2-1-4 0,3 1-19 16,-3 0 11-16,0-2 5 0,4 0-8 0,-1-5-25 15,-2 1-18-15,3-3-57 0,2 1-66 0,-1-1-36 16,1-1-192-16,4 0-422 0,1-6 46 16,-1 4 59-16,-3-5 66 0,0 0 74 0</inkml:trace>
  <inkml:trace contextRef="#ctx0" brushRef="#br0" timeOffset="64008.86">7826 8285 1034 0,'0'8'312'0,"1"2"-25"0,1 5-19 0,-1-5-7 15,2 6-33-15,0 1-15 0,-2 0-24 0,3 4-12 16,-1-2-88-16,3 4-12 0,-5-2-3 0,2 3 1 15,0-3-19-15,0-3-2 0,1 1-6 16,-1 2 11-16,1-3-13 0,-3 0-2 0,2-1-3 16,0-3-11-16,-3-3 9 0,3 2-6 15,-2-1-15-15,1-4 13 0,-1 2-11 0,2-3-2 16,-3 1-18-16,0-1-10 0,3 0-31 0,-3-4-44 16,0 4-86-16,-3-4-326 0,3 1-271 0,0-4 95 15,-6 1 31-15,6-1 66 0</inkml:trace>
  <inkml:trace contextRef="#ctx0" brushRef="#br0" timeOffset="64849.64">8390 8443 511 0,'0'0'200'0,"0"0"-21"0,-3-6-12 0,3 6-11 15,0 0-26-15,0 0-4 0,0 0-3 0,0 0 5 16,0 0-3-16,0 0-7 0,0 0-6 16,0 0 80-16,0 0-20 0,0 0-8 0,-4-4-6 15,4 4-14-15,0 0-11 0,0 0 5 0,0 0-28 16,0 0 0-16,0 0-18 0,0 0-7 15,0 0-1-15,0 0-4 0,0 0-27 0,0 0 22 16,0 0-6-16,0 0 0 0,0 0-3 0,0 0-17 16,0 0-75-16,7-5 6 0,-7 5 5 15,0 0-1-15,8-2 19 0,-8 2-8 0,0 0-13 0,13-1 18 16,-7 0-10-16,5-4 17 0,-1 4-14 16,3-1 4-16,5-3-2 0,3 2 0 0,-4-2 18 15,7 2-16-15,0-3 0 0,3 3 1 0,-4-3 4 16,2 2-4-16,2-2 2 0,-3 2 10 15,1 1-7-15,-3-3-3 0,-1 2 12 0,-3 3-19 16,-2-3-16-16,-4 2-16 0,1 1-43 16,0 0-43-16,-5-2-41 0,-2 3-8 0,1-2-52 15,-7 2-158-15,0 0-332 0,0 0 27 0,0 0 111 16,0 0 43-16</inkml:trace>
  <inkml:trace contextRef="#ctx0" brushRef="#br0" timeOffset="65092.94">8640 8143 634 0,'0'0'256'0,"0"0"-38"0,0 0-16 16,0 0 3-16,0 0-21 0,0 22-23 0,1-12-15 15,2 5-28-15,-3 1 5 0,6 2-8 0,-5 1-2 16,2-1-13-16,0 4-3 0,1 2-15 0,2-3-5 15,-1 2-13-15,1 2-6 0,-3-1 6 16,4 0-18-16,-1-2-5 0,-2 0-23 0,3 1-54 16,0-4-51-16,-3-3-71 0,2 1-62 15,1-2-495-15,3-4 78 0,0 1 20 0,1-6 77 16</inkml:trace>
  <inkml:trace contextRef="#ctx0" brushRef="#br0" timeOffset="65627.92">9716 7985 798 0,'0'0'259'0,"0"0"-24"15,-3 22-28-15,6-11-17 0,-3 2-21 0,0-1-21 16,2 6-7-16,1-1-21 0,0-1-2 0,-3 5-8 16,4-3-20-16,-1-1-6 0,3 1-22 15,1-3 2-15,-3 2-5 0,3-1-3 0,-1-1-5 16,1-3-7-16,4 1-1 0,-4-3 6 16,3-1-6-16,0-3 8 0,1-2-25 0,1 1-5 15,0-4 4-15,1-2 6 0,0-2 0 0,1-1 12 0,-1-3-10 16,-2-1-12-16,2-2 4 0,-3-2-4 15,1-3-3-15,-1-5-3 0,0 2 3 0,-5-7-8 16,1 1 3-16,-3 1 0 0,-3-4 2 16,0 2-17-16,0 2 15 0,-6 1-3 0,1-2 13 15,2 0-21-15,-4 6 9 0,1 3 4 0,-1 0 5 16,-3 2-12-16,3 1 10 0,-3 2-3 16,-4 2 8-16,1 4-15 0,2 1 10 0,-6 1-3 15,4 4-4-15,-2 1-1 0,-1 1-10 0,2 4 18 16,1-1-3-16,1 1-5 0,3 3 3 15,2 3-5-15,-3-3-6 0,6 3 16 0,0-1-13 16,4-1-10-16,0 4 0 0,1-5 5 0,6 3 8 16,0-2-8-16,-1 2 2 0,4-3-4 0,4 2 12 15,-3-4-12-15,3 1-1 0,5-2-15 0,-4 2-20 16,1-3-24-16,2 0-40 0,2-1-67 16,0-2-241-16,-2 1-378 0,2-2 112 0,-2-3 49 15,1 0 51-15</inkml:trace>
  <inkml:trace contextRef="#ctx0" brushRef="#br0" timeOffset="66109.17">10192 8157 831 0,'0'0'269'0,"10"-11"-21"0,-10 11-30 15,0 0-18-15,8-2-21 0,-8 2-10 0,0 0-18 16,10 6-16-16,-4-5-22 0,-3 4-5 16,1 0-19-16,2 2 14 0,-1 0-21 0,1 1-8 15,-5 2-3-15,2-2-12 0,0 1 16 0,-3 2-14 16,3 0-7-16,-6 0-16 0,3-1 13 0,-3 3-5 16,-1-3-5-16,-2 5-2 0,-5-3-3 15,4 3-6-15,-3-7 6 0,0 6-5 0,-1-4-6 16,1-2-2-16,-1 2-7 0,-1-3 15 0,5 0-11 15,-4-3-7-15,4 3 0 0,-2-7-3 0,2 3 8 16,-1-3 2-16,8 0-4 0,-13-3-4 16,9 1-4-16,-2-3 0 0,1 1-3 0,2-2 0 15,0-1 8-15,0 4-6 0,3 3 1 0,0-10-5 16,0 4 7-16,0 0-5 0,0 6-2 16,3-4 7-16,1 0-8 0,-4 4 4 0,13-3-4 15,-13 3-4-15,10 0-1 0,-10 0 3 0,21 3 5 16,-11 2 0-16,0-3-5 0,1 5 5 15,2-6-2-15,-2 6-3 0,2 0-3 0,2-3 1 16,-2 3 4-16,3 0-40 0,-4 0 0 0,1-1-42 16,1-1-40-16,-4 1-36 0,3-2-75 0,-2 1-424 15,2-3-41-15,1 4 15 0,-1-5 95 0,-1-1 87 16</inkml:trace>
  <inkml:trace contextRef="#ctx0" brushRef="#br0" timeOffset="66426.14">10688 7806 616 0,'0'0'349'0,"17"5"-40"15,-10 2-37-15,3 0-9 0,0 1-22 0,4 3-26 16,-1 2-13-16,1-1-18 0,0 2-22 16,3 3-88-16,-3-2-8 0,3-2 6 0,-1 3-16 15,-1 0 6-15,1-1 4 0,2 3-14 0,-2-3-6 16,2 1 5-16,-1-4-18 0,0 3-5 0,0 0 3 16,-3-3-11-16,3 3 16 0,-4-7-18 15,2 2-20-15,-5 4-14 0,3-6-20 0,-2 2-51 16,-4-3-56-16,2 0-115 0,-2 1-416 0,0-4-1 15,-3 2 22-15,-1-5 69 0</inkml:trace>
  <inkml:trace contextRef="#ctx0" brushRef="#br0" timeOffset="66825.35">11063 7694 885 0,'0'0'297'0,"0"0"-33"0,-6-1-8 16,6 1-34-16,0 0-37 0,-13 7-6 0,8-1-13 16,-1-1-7-16,-1 5-13 0,-3 2-18 15,-1 1 7-15,1 1-9 0,-3 2-6 0,-1 2-10 16,1 6-20-16,-5 1-6 0,2 0 6 0,-2 0 12 15,-3 10-30-15,5-5-75 0,-2-5-14 0,5 3 17 16,-1-3-8-16,1 0 16 0,2 4-11 16,1-8 3-16,3 1 5 0,-3-2 5 0,3 2-7 15,3-4-3-15,-3-3 5 0,4 2-5 0,0-5 8 16,0 1-6-16,-1-3-2 0,1-1 8 0,3 0 2 16,-4 0 6-16,1-2 1 0,3 0-4 15,-1-1 5-15,1-6 3 0,0 8-1 0,0-8-15 16,0 0 5-16,4 4-12 0,-4-4-34 0,0 0-10 15,0 0-28-15,0 0-70 0,0 0-58 0,0 0-256 16,0 0-295-16,4-12 39 0,-4 6 123 16,4 4 56-16</inkml:trace>
  <inkml:trace contextRef="#ctx0" brushRef="#br0" timeOffset="67459.28">11341 8001 652 0,'14'-7'259'0,"-5"6"-37"16,2-6-19-16,3 4-16 0,-4 2-24 0,-1 0-9 16,2-2-11-16,-4 1-20 0,-7 2-13 0,21 2-5 15,-11 2 8-15,0-3-11 0,1 6-2 16,2-4-8-16,-3 5-7 0,1-1 2 0,2 3 20 16,-6 3-33-16,3-1 3 0,-3 1-8 0,-3-1-12 15,2 3 9-15,-3 1 1 0,-3-4-19 16,1 2 6-16,-2 1-10 0,-2 1-1 0,-3-1-7 15,2 0-8-15,-6 2 8 0,-1 1 2 0,1-4-10 16,0 2 11-16,-4 1-19 0,1-3-9 16,-4-2 12-16,6 1-8 0,-3-2 3 0,4-3 0 15,-3 1-8-15,5-1 5 0,-4-2-7 0,5-4 13 16,-4 3-14-16,4-4 3 0,0-1-2 0,7 0 13 16,-13-6-16-16,6 5 2 0,3-3 4 0,-2 1-14 15,6 3 6-15,-4-6 4 0,4 6 1 16,-6-4 2-16,6 4-10 0,-4-5 5 0,4 5 1 15,0 0-6-15,0 0 0 0,0 0 2 0,0 0-2 16,0 0 8-16,0 0 2 0,21 7-10 16,-15-2 10-16,5-2-12 0,-5 3 7 0,4-4 5 15,1 5 5-15,-1-3 1 0,3 2-1 0,-2 0-7 16,3-4 15-16,-3 3-5 0,2-3 2 0,-3 2 26 16,1 2-12-16,-1-6-17 0,-1 3 14 15,-1 1 18-15,-1-4 15 0,-1 1 8 0,4-1-11 16,-2 2 0-16,-8-2 14 0,16-2-22 0,-9 2-1 15,-7 0-6-15,14-1-13 0,-7 1-8 0,0-1-42 16,-1-4-24-16,2 4-52 0,-5 1-214 16,4-2-594-16,-1-2 62 0,-2-1 107 0,-1-2 102 15,-3-7 51-15,-3-3 39 0</inkml:trace>
  <inkml:trace contextRef="#ctx0" brushRef="#br0" timeOffset="72607.5">19798 6460 404 0,'0'0'148'0,"3"-7"-4"0,-3 7-16 0,1-5 10 15,-1 5-13-15,0 0-4 0,0-6 63 16,0 6-5-16,0 0-12 0,0-6-6 0,0 6-10 16,0 0-21-16,0 0-9 0,0 0-24 0,0 0 10 15,0 0-9-15,0 0-4 0,0 0-17 0,0 0-8 16,-1 23-2-16,-2-13-82 0,3 5 17 0,0-1-2 15,0 4-5-15,0 0-8 0,0 1 23 16,0 4-2-16,0 4 5 0,4 2 0 0,-4 0 2 16,3 4-5-16,0 7 11 0,0-5-16 15,1 5 10-15,3 10-2 0,-4-6-8 0,-2-5 13 16,5 13-18-16,-3 3 5 0,-2-12 8 0,-1-3-5 16,3-1 4-16,0 0-9 0,-3 16 15 15,4-3-16-15,-4 0 9 0,4-6-4 0,-1-8 4 16,-3 1-6-16,0 2 13 0,0 0-8 0,3-4-2 15,-3 3 12-15,1 0-5 0,2 0-9 0,-3-2-9 16,0 3-2-16,0-1 0 0,3 1 7 16,-3-4 11-16,0 3-3 0,0 0 34 0,3-4-36 15,-3 5 7-15,4-2-7 0,-4-3-6 16,0 4 6-16,3-4-6 0,-3 2 3 0,0-2 1 0,3 0-1 16,-3 1-5-16,0-2 7 0,0 3-9 0,0-1 4 15,0-4 6-15,0-1-13 0,0 3 10 16,3-3-5-16,-6-4 15 0,6 2-7 0,-3 2 2 15,0-4 6-15,2 5-6 0,-2-2 0 0,3-3 6 16,-3 3-6-16,0-3 3 0,3 3 2 16,-3-3-2-16,3 2 10 0,-2-2-3 0,-1 2-15 15,3-3 16-15,0 4-8 0,-3-4-6 0,3 0 75 16,-3 3-13-16,4 3 0 0,-1-5-20 0,-3 6 5 16,4-1 5-16,-1-1-11 0,-2-1-9 15,5 1 2-15,-3 2-11 0,1-2 4 0,-1-3-1 16,1 5-10-16,-1-1 3 0,4 0 4 0,-6-1-14 15,2 3 7-15,0-2-8 0,0-1-2 0,1 3 10 16,-4-9 3-16,3 8-3 0,0-1 5 0,1-1-15 16,0-1 4-16,-1 1-4 0,1 2-3 15,-1 0 3-15,0-1-2 0,0 0 1 0,-2 2-9 16,5-2 17-16,-3 2-15 0,0-2 3 0,2 0 2 16,-2 1 1-16,0-1-1 0,-2 2-13 15,5-3 3-15,-3 1 11 0,-2-2-1 0,2-4 0 16,-3 4 0-16,3-3 0 0,0-2 1 0,-3 2-16 15,5-1 7-15,-2-1-7 0,0-1 13 16,0-7-3-16,-2 4-5 0,2-4 2 0,0 0-20 16,-3-1-15-16,3-3-26 0,-3-2-15 0,1 0-44 15,-1-7-28-15,0 2-217 0,-1-6-456 0,1-1 38 16,0 0 103-16,-6-18 53 0,3 1 67 16</inkml:trace>
  <inkml:trace contextRef="#ctx0" brushRef="#br0" timeOffset="74841.14">19879 6460 442 0,'5'-1'177'0,"-5"1"48"0,0 0-2 16,7-5-31-16,-7 5-5 0,6-1-18 0,-6 1-11 15,7-3-7-15,-7 3-10 0,11 0-26 0,-1-2 1 16,-4 0-12-16,5 0-16 0,-1 1-7 0,3 0 1 16,2 0 5-16,1-2-20 0,2 1 5 15,1 2-3-15,2-1-10 0,3 0-8 0,4-1 3 16,3-1-3-16,0 2-3 0,3-2-2 0,6 1-7 15,-1-3-1-15,5 4 1 0,-1-3-6 16,-1 1-5-16,2 2 3 0,15-5-3 0,-8 3-8 16,10-3-2-16,-13 4 3 0,-3 1 4 0,-1-4-7 15,-3 4 3-15,4 0-6 0,-5-1-5 0,5-2 11 16,-4 2-13-16,0 1 4 0,0-3-1 0,-3 1-6 16,3 1 7-16,3-3 6 0,-3 3-10 15,0-4 7-15,1 3 6 0,1-4-6 0,12 0 3 16,-7 0-74-16,7 3 7 0,-10-4-5 0,-1 2 19 15,0 4-9-15,11-7 13 0,-4 3-2 16,-7 4 18-16,14-5-6 0,0 1 6 0,-9 3 5 16,-8 0 2-16,3-2 5 0,0 4 3 0,-3-5-15 15,1 4 0-15,-1-3-1 0,2 2 11 16,-1-2-15-16,2 1 7 0,1 0 10 0,-4 0 3 16,3-2-7-16,-2 3-3 0,2-3 12 0,1 4-4 15,-1-4 2-15,0 4-8 0,-1-4 8 0,-1 1-5 16,0-1 10-16,-1 5-15 0,-1-5 28 0,-1 3-21 15,-2-3 8-15,1 3-2 0,-8-2 4 16,1 3-4-16,0-3-6 0,0 3 6 0,-1-4-3 16,-2 3 5-16,3-3-15 0,-1 4 15 0,-2-4-10 15,3 4 5-15,-1-3 2 0,-2 2 3 16,3-2-2-16,-1 1-11 0,-2 3 11 0,-2-4 2 16,2 3 3-16,-4-3-11 0,-3 4 3 15,-1-2 5-15,1 3-7 0,-1-4 2 0,-6 1-3 16,3 2-5-16,-1 0 3 0,-1-2 16 0,1 1-9 15,-1 1-2-15,1 0-5 0,1-1 10 0,-3-1 0 16,3 2 0-16,0-2-2 0,1 1-6 16,2-2-2-16,-6 3 18 0,7 0-16 0,-5 0 1 15,5-4 2-15,-1 5 2 0,-6-2-14 0,4 2 22 16,-2-5-13-16,-2 4 6 0,0 1-1 0,0 0 1 16,-4-3 2-16,0 3-10 0,1 0 5 15,-5-2 3-15,-6 2-9 0,16-2 4 0,-16 2 4 16,12-2-2-16,-9 1 0 0,-3 1-5 0,0 0 0 15,16 1-2-15,-16-1-1 0,4 6 0 0,-1-5 24 16,1 5-9-16,-1-2-2 0,-2 2 0 16,-1 2 3-16,3 1 20 0,-3-1-15 0,3 3-5 15,-3 3 7-15,0 1-2 0,3 1-5 0,-2-1 7 16,-1 4-12-16,3-1 4 0,-3 1 11 0,0 3 3 16,3 0-3-16,-3 0-1 0,3 3-14 15,-2 0 5-15,-1-1-3 0,3 1-3 0,-3 1 1 16,0-1 0-16,0 0-3 0,0 0-8 0,0 1 26 15,0-1-13-15,0 2 10 0,-3 2-10 16,3-4-2-16,0 4 5 0,0 0 12 0,0-1-15 16,0 3 3-16,-1-5-8 0,-2 4 8 0,3-3 2 15,0 2-8-15,0 0 6 0,0-3-5 16,0 1 2-16,0-1-3 0,0 4 11 0,-3-4 5 16,3 0 64-16,0 3-18 0,-3-2 2 0,3-1-17 15,-1 2 12-15,-2 0-9 0,3-2 4 0,0 0-18 16,-3 1 6-16,3-1-6 0,0 3-7 15,-3-4 0-15,3 3-8 0,-1 1 2 0,1-2 1 0,-3-1-3 16,3 5 8-16,0-5-6 0,0 2-14 16,-4 1 6-16,4 0-1 0,0 0-1 0,-3-1 3 15,3 3 3-15,0-5-6 0,0 2-5 16,0 2 6-16,-1-2-9 0,1 4-4 0,-1-4-1 16,-1 1 6-16,2 2 2 0,0-4-2 0,-3 5 5 15,3-4 2-15,3 3-7 0,-6-4-8 0,3 5 23 16,0-4-13-16,0 4-7 0,0 0-1 0,0-4 3 15,0 4-12-15,0-1-1 0,0 3 10 16,0-6 9-16,-3 9-4 0,3-9 4 0,0 4-16 16,0 3 10-16,0-4-10 0,0-1 12 0,0 6-17 15,0 0 15-15,3-4 5 0,-3 3 1 16,3-1-4-16,-1-3-4 0,-2 2-3 0,2 2 2 16,-2-2 14-16,0-2-16 0,3 3 0 0,1-6 2 15,-1 3 1-15,-2-5-3 0,-1 5 0 0,3-3 0 16,-3 2 8-16,0-2-3 0,3 3 0 0,-6-5-3 15,3 5 1-15,0-4-11 0,3 1 16 16,-6 4-8-16,3-7 0 0,0 7 8 0,0-6-14 16,0 4 6-16,0-3 6 0,-3 1-1 0,3 1-5 15,0-3 15-15,0 1-18 0,0-1 9 0,-1 5-6 16,1-5 12-16,-3 4-12 0,3-3 21 16,-4 5-13-16,4-4 4 0,0 1-12 0,-3-1 13 15,3-2-3-15,-1-1-7 0,1 2-1 0,0-2 4 16,-1 0-6-16,1 0 7 0,0-2-7 0,-2-2-2 15,4 0 15-15,-2 1-6 0,1-3-7 16,-1 3 26-16,1-2-29 0,-1-2 1 0,0 6-3 16,3-6 17-16,1 3-9 0,-4-2 5 0,0-2 7 15,3 3-10-15,-2-1-7 0,-1 0-4 16,3-2 4-16,0 3 4 0,-3-2 1 0,0 1 5 16,0-1-6-16,3-3-2 0,-3 1 3 0,1 0-8 15,-1-3 15-15,3 2-8 0,-3-2 9 0,0-1-22 16,0-2 19-16,0 2-16 0,0-3-2 15,0-2 13-15,0 0-21 0,0-2-8 0,0 1-48 16,0-6-23-16,-3 2-80 0,3-2-199 0,0 0-489 16,-11-18 35-16,4 3 111 0,-3-9 74 0,-6-19 69 15,1-7 56-15</inkml:trace>
  <inkml:trace contextRef="#ctx0" brushRef="#br0" timeOffset="75790.89">20246 6811 770 0,'0'0'333'0,"-1"-4"-31"16,1 4-36-16,0 0-18 0,0 0-33 15,0 0-7-15,0 0-37 0,0 0-12 0,0 0-18 16,0 0-8-16,0 0-13 0,8 16-15 0,-4-5-10 16,5-1-8-16,1 5 2 0,1 1-14 15,-1 1-11-15,3 2-1 0,5 4 1 0,-5-3-20 0,5 4 5 16,-1-3-11-16,-4-3-5 0,2 6 8 16,-2-6-15-16,0 1 2 0,1-3-15 0,0 1-85 15,-3 4-15-15,1-4-36 0,-5-5-12 16,4 1-50-16,-4-3-50 0,0-1-67 0,-4 1-80 15,0-4-334-15,0-4 78 0,-3 3 55 0</inkml:trace>
  <inkml:trace contextRef="#ctx0" brushRef="#br0" timeOffset="76090.83">20536 6835 788 0,'-3'-3'294'16,"3"3"-12"-16,-3-7-36 0,3 7-21 0,-8-2-43 16,8 2 4-16,0 0-27 0,-16 6-8 0,5 1-10 15,4 0-21-15,-3 7-12 0,-4-3-11 0,1 5 3 16,-1 0-18-16,-6 5 10 0,2 0-13 16,-1 3-5-16,-2-4-2 0,3 4-8 0,-2 0-5 15,-1-4-8-15,5 2-64 0,-2 1-5 0,2-5-5 16,2-1 16-16,3 0-14 0,-3-1 24 15,5-4-16-15,-1 2-5 0,2-3 3 0,4 1-3 16,-2-3-36-16,3-1-5 0,-1 1-25 0,4-2-11 16,0-3-59-16,0 1-130 0,4 2-448 15,2-5 82-15,-2-2 33 0,6 1 59 0</inkml:trace>
  <inkml:trace contextRef="#ctx0" brushRef="#br0" timeOffset="76409.95">20817 6871 921 0,'0'0'271'0,"0"0"-22"0,0 0-22 16,0 0-83-16,6 13-14 0,-6-5-4 0,1 1-9 15,-1 1-19-15,0 4-6 0,0 2-10 0,3-4 7 16,-3 6-17-16,0 1 0 0,0 0-1 16,3 0 6-16,-3 2-10 0,0-3-8 0,0 5-13 15,3-4 64-15,-3 0-10 0,0 3-1 0,0-4-17 16,4 4-7-16,-3-5-14 0,-1 1-12 0,0-1-34 16,0-2-33-16,3-4-31 0,-3 4-61 15,0-5-115-15,3 4-486 0,1-5-19 0,-1-1 98 16,3-4 40-16,-2-4 65 0</inkml:trace>
  <inkml:trace contextRef="#ctx0" brushRef="#br0" timeOffset="77491.06">21743 6361 586 0,'0'0'248'0,"0"0"-33"0,0 0-18 0,0 0 0 16,0 0-7-16,0 0-21 0,0 0-3 0,0 0-15 15,-10 14-92-15,7-7 15 0,3 2 10 0,-4 1-17 16,4 2 5-16,-1 3 76 0,1-1-7 0,0 5-13 15,0 2-21-15,0 0-12 0,1 4 8 16,-1 0 7-16,4 4-13 0,-4-1 5 0,3 5-20 16,0 2-13-16,-2-2-5 0,-1 4-2 0,3-3-19 15,0 1 3-15,-3-1-5 0,3 1 13 16,-2 2-18-16,-1-1 2 0,0 1-4 0,3 1-11 16,-3-4-3-16,0 2 3 0,3 1 18 0,-3 0-20 15,0 0 2-15,0-1-3 0,0-1 0 16,3 4-7-16,-3-3 3 0,0 3-4 0,4-3 4 15,-3 3 7-15,-1-4-8 0,3 1 3 0,-3 1-13 16,3-1 16-16,0 2-21 0,-2-2 10 0,-1-1 5 16,3 2-12-16,-3-2-11 0,3-2 13 15,1 2 6-15,-4-9-9 0,3 5 8 0,-3-3-5 16,3 2 3-16,-3-3 8 0,4-1-14 0,-3 3-4 16,-1-4 2-16,3 0 0 0,-3 0 7 0,0-4 1 15,3 1-11-15,-3 3 3 0,3 0-5 0,-3 0 13 16,3-1 0-16,-3 1 4 0,1 0-12 15,-1 0 0-15,0 1 8 0,0-1-3 0,3 2-7 16,-3-1 4-16,3 0-2 0,-3 2 3 0,4 0-11 16,-4-3 3-16,3 1 0 0,1 2 5 15,-1 0-3-15,-2-3 3 0,-1 1 0 0,3 4 5 16,0-4 8-16,1 0-10 0,-1-1 2 0,0 2-5 16,-3-1-3-16,3 0 6 0,0-1 5 15,-2 3-3-15,3-3-8 0,-4 0 6 0,3 0 7 16,0 0-13-16,-2-3 11 0,2 2-11 0,-3 1-4 15,0-3 4-15,3 3 1 0,-3-1-1 0,3-5 11 16,-3 5-3-16,1 1-3 0,-1-3 4 16,0 3-1-16,3-4-3 0,-3 2 6 0,0 2-18 15,0-5 12-15,3 5-7 0,-3-3 8 0,0 1-3 16,0 2 7-16,3-3-9 0,-2 3 4 0,-1-2-2 16,4 2 0-16,-1 0-2 0,-3 0 2 0,3 0-8 15,-3 0 16-15,3 0-3 0,-2 0-3 0,-1 0 1 16,3-1 7-16,-3 1-12 0,3-6 2 15,-3 5 5-15,0 1-5 0,3 0-3 0,-2-5 3 16,-1 5 3-16,0-2-1 0,3 0-4 0,0 0 4 16,-3 1 1-16,4-4-6 0,-3 1-4 15,-1 0-1-15,3-1 5 0,-3 0 3 0,3-2-5 16,-3 3-2-16,0-3 2 0,3-1-3 0,-2-5 0 16,-1 3 1-16,0 1 9 0,3-3-12 0,-3 0 2 15,3 2 8-15,-3-5 3 0,0 7-14 16,3-4 14-16,-3-1 0 0,0 2-3 0,0-2 0 15,0 2 7-15,0 0-12 0,3-3 13 0,-3 0-8 16,0 3-8-16,1-4-2 0,-1 0-3 16,0-2-28-16,0 0-5 0,3-1-15 0,-3 0-34 15,0-4-64-15,0 2-186 0,0-5-510 0,7 0 95 0,-7 0 81 16,1-15 60-16,-1-2 53 0</inkml:trace>
  <inkml:trace contextRef="#ctx0" brushRef="#br0" timeOffset="78158.41">22444 6571 693 0,'0'-4'228'0,"0"4"-16"0,0 0-22 16,0 0-31-16,0 0 7 0,0 0-18 0,0 0-14 15,0 0-12-15,13 19-22 0,-9-9-3 16,6 3 19-16,-3 1-29 0,6 1-11 0,-1 4-14 16,1-1 2-16,4-1-5 0,0 7 0 15,0-4-11-15,0 3-2 0,4-3-12 0,-1 4 4 16,0-2-2-16,-2-3-5 0,-5-2-21 0,4 0-15 16,-6-1-21-16,3-1-30 0,-4-5-31 15,-1 0-39-15,-1 1-25 0,-1-7-112 0,0 3-423 16,-1-1 64-16,-3-6 41 0</inkml:trace>
  <inkml:trace contextRef="#ctx0" brushRef="#br0" timeOffset="78390.89">22759 6582 749 0,'0'0'203'0,"0"0"-29"16,0 0-18-16,0 0-5 0,-14 11-5 0,7-1-5 15,3-2-8-15,-3 6-13 0,-2 2 3 16,-2 2-13-16,4 1-15 0,-3 3 7 0,1-1-15 16,-2 0-8-16,0 5 11 0,-3 0-23 0,1-1-11 15,-1 2 3-15,4 2-3 0,-3-4-23 0,2 0-20 16,4-2-21-16,0-2-53 0,-2 2-80 0,4-5-125 16,5 0-440-16,-3 0 73 0,6-4 42 15,-3-3 66-15</inkml:trace>
  <inkml:trace contextRef="#ctx0" brushRef="#br0" timeOffset="78823.99">22875 6834 1021 0,'10'0'294'0,"0"-2"-28"0,4 4-5 16,-1-1-20-16,5 6-28 0,-2-1-27 15,2 3-22-15,-1 2-10 0,-3 3-13 0,3-2-19 16,-4 4-4-16,-3-1-13 0,-2 0 5 16,-2-2-25-16,-5 3 2 0,-1 0-11 0,0 0-68 15,-4 0-10-15,-3 1-4 0,0-5 14 0,-3 3-5 16,0-1 7-16,-1-3-5 0,1 2-2 0,-4-3-3 16,1-1-5-16,3 1 7 0,-4-3-12 0,4 0 15 15,3-3 3-15,-4 0-6 0,4-1 1 16,-2-3 10-16,9 0-11 0,-14 0 3 0,14 0 0 15,-10 0-2-15,10 0 5 0,0 0-3 0,-10 0 0 16,10 0-5-16,0 0 5 0,0 0-8 0,0 0 6 16,0 0-8-16,0 0 0 0,0 0 0 15,3 7-3-15,-3-7 5 0,10 9-2 0,-3-2 26 16,3 1-19-16,-3-1-7 0,6 1 8 0,-2-3-3 16,2 2-11-16,2 1 11 0,-2 1-2 15,0-1 12-15,-2 0-15 0,2 1 5 0,-2-2-10 16,2 0 10-16,-6 0-10 0,4-3-13 0,-4 1-26 15,2 2-10-15,-5-4-59 0,2 3-56 0,-1-2-92 16,-2 0-85-16,0-1-378 0,-3 2 76 16,0-5 52-16,0 0 45 0</inkml:trace>
  <inkml:trace contextRef="#ctx0" brushRef="#br0" timeOffset="79824.3">24793 6292 550 0,'0'0'240'0,"0"0"-30"0,11 12 49 0,-5-6-8 16,-3 1-31-16,4 1-18 0,0-1-20 0,-1-1-18 16,2 6-16-16,1-5 6 0,-2 2-26 15,0 0-8-15,4 0-10 0,-2 0-10 0,0 1-69 16,0-3-11-16,-2 1 3 0,0 2-5 0,-1-3-8 16,1 1 8-16,0-1-5 0,0 2 0 0,-1-5 2 15,-2 2 8-15,2 0-10 0,-1-3-10 16,-2 3 2-16,0-4-46 0,0 4-28 0,-2-4-49 15,-1-2-26-15,3 6-12 0,0-3-43 0,-3-3-88 16,0 6-366-16,0-6 62 0,0 0 36 16</inkml:trace>
  <inkml:trace contextRef="#ctx0" brushRef="#br0" timeOffset="80174.12">25066 6273 857 0,'0'0'315'0,"0"-7"-26"0,0 7-25 0,3-7-16 16,-3 7-30-16,0-5-26 0,0 5-29 0,0 0 6 15,0 0-33-15,0 0-11 0,0 0 11 16,0 0-31-16,-8 21-5 0,3-12-11 0,1 1-17 16,0 3 7-16,-2-1 3 0,2 5 0 0,-2 0-87 15,-1 3-5-15,0-1 5 0,-3 0-8 0,3 4 10 16,1 0-2-16,-2-2-2 0,-2 1 12 0,5-1-5 15,-3 0 2-15,0 3 6 0,2-4-5 16,-1 3 9-16,3-3-7 0,-2 2 19 0,1-4-17 16,-1-1-2-16,3 1 3 0,0-1-8 0,2-2 8 15,-2-1-8-15,0-3 18 0,0 3-3 16,3-3-7-16,-1-1 2 0,-2 1-5 0,3-3-5 16,-4-2 5-16,4 1-2 0,0-1 7 0,-3 0 0 15,3-3 3-15,0 4-18 0,0-7-23 16,-1 9-18-16,0-8-82 0,1-1-90 0,-5 1-332 15,5-1-193-15,0 0 52 0,-13-8 87 0,5-1 51 16</inkml:trace>
  <inkml:trace contextRef="#ctx0" brushRef="#br0" timeOffset="81939.77">23910 6001 619 0,'0'0'233'0,"0"0"-13"0,0 0-92 0,0 0-13 15,0 0-2-15,0 0-6 0,0 0-9 0,0 0-11 16,27-5 10-16,-20 4-15 0,4-1-8 15,-1 1 74-15,4 1-7 0,0-1-18 0,3-2-5 16,0 1-5-16,3 2-11 0,0-2-18 0,1 2-4 16,3 0-83-16,2-2 1 0,0-1-1 15,0 2 6-15,5 1 17 0,-3-2-20 0,5 1 8 16,-5 1 10-16,3-2-8 0,3 0 0 16,-3 1-5-16,0-2 3 0,3 3 5 0,-3-4-3 15,5 2-2-15,-4 0 4 0,-1-3 6 0,0 4 5 16,3-2-10-16,-3-1 8 0,3 0-11 15,-3 3-2-15,0-4 17 0,3 3-15 0,-4-4-4 0,4 4 9 16,-3-1-13-16,3 0 11 0,4-1-5 16,-7-1-11-16,0 3 1 0,3-3 12 0,-6 4-7 15,5-2 2-15,-5-1 0 0,-1 0-3 0,0 3 11 16,-3-4-10-16,0 4 2 0,-3-2 15 0,2-1-17 16,-2 1-3-16,-3 1 15 0,2-3-12 15,1 4 2-15,-1-3 0 0,-3 2-10 0,3 0 2 16,-3 0 19-16,4-1-16 0,-3 2 10 15,1-2-18-15,-4 3 6 0,1-4 4 0,-1 3-4 0,1-1-1 16,-2 2 3-16,0-1 8 0,0 1-13 16,-1 0 7-16,-3-1 3 0,4 1 1 0,-4 0-12 15,-3 0 14-15,4-3-18 0,-11 3 12 0,16-2-4 16,-9 4-1-16,-7-2 1 0,14-2-11 16,-14 2 8-16,10 0 0 0,-10 0 2 0,7 0 1 15,-7 0-1-15,0 0-7 0,14 0 10 0,-14 0-13 16,6 2 13-16,-6-2 13 0,4 4-18 0,-4-4 5 15,6 4 2-15,-2 0 1 0,-4-4 5 16,1 9-3-16,-1-7 5 0,0 5 3 0,3 0-11 16,-3 2 14-16,0-1-11 0,0 1 13 15,0 1-8-15,0 4-8 0,0-3 6 0,0 6 2 16,0-2-5-16,0 3 8 0,0 0-5 0,0 4-3 16,0-2 3-16,0 2-1 0,0 2 4 0,0 1 7 15,-3 1-8-15,3 0 10 0,0 1-7 0,0 2 2 16,-1-3-4-16,1 1-1 0,-4 4-5 0,4-4 10 15,0 3 8-15,-3-2-12 0,3 3-4 16,0-2 16-16,0 3-12 0,3 1 7 0,-3 2-8 16,4 2 3-16,-4-3-1 0,1 0-7 0,2-1 6 15,0 3 2-15,0-4-3 0,1 1 8 16,-1 0 0-16,-3-5-11 0,5 2-2 0,-4-3 1 16,0 8-6-16,2-6 2 0,-3-1 8 0,0 3 3 15,4-4-15-15,-4 4-4 0,0-4 6 16,3 4-2-16,-3-5 4 0,0 2 6 0,0 1-8 15,0-2 0-15,0-1 3 0,0 4-11 0,1-4 16 16,-2 3-13-16,1 0 7 0,1-1 6 0,-1 2-11 16,0-2 6-16,0 2 7 0,0-4-5 0,3 3-5 15,-3 1 8-15,3 0-8 0,-3-3 8 16,3 1 7-16,-2 4-13 0,-1-6 4 0,3 5-12 16,-3-3 68-16,0 2-3 0,3-2-8 0,-3 1 8 15,3-1-21-15,-2-2 6 0,-1 4-3 0,0-3-8 16,3 3 3-16,1-3-11 0,-4 1 6 15,3 4 5-15,-1-6-3 0,-1 5-5 0,0-5 6 16,-1 4-11-16,3-3-3 0,-3 1 11 0,0 2-11 16,3-3 9-16,-3-2-4 0,3 1-2 15,-2 1-18-15,2 1 5 0,0-2-15 0,-3-1 16 16,4 0-1-16,-4 0-2 0,4 0-14 0,-1 0 12 16,0 0-6-16,-2 0 5 0,-1-6 0 15,3 5 0-15,-3-1 5 0,0 2-5 0,0-4 5 16,0 0-4-16,3 2 14 0,-3-3-5 0,0 4-7 15,0 1 0-15,0 0 5 0,-3 0-1 0,6 0-4 16,-6 0 0-16,3-6-13 0,0 5 5 0,-3 1 2 16,3-7-2-16,0 4 8 0,0-2-6 15,-1 2-2-15,1-4 8 0,0 1 0 0,-3 0 2 0,3-1-10 16,0-1 10-16,0-1-5 0,0-1 6 16,0-1-14-16,0 1 8 0,0 0-7 0,0 0 7 15,0-2-5-15,0 1 5 0,3 3-3 0,-3-5 6 16,1 2-16-16,-1 1 14 0,0 0-9 15,0-3 3-15,0 2 0 0,0-2 0 0,0 2 5 16,0 0-13-16,3-1 8 0,-3 1-5 0,0-3 5 16,0 3-7-16,0-2-6 0,0 2 13 15,3-3-13-15,-3 2-2 0,0-2 15 0,0 1-16 16,0-1-4-16,3 0 2 0,-1 1-5 0,-2 0-3 16,1-4 1-16,-1 6-9 0,1-3-4 0,-1-4 0 15,0 4-8-15,0 3-16 0,3-4-4 16,-3-2-11-16,0 2-13 0,3 1-25 0,-3-2-31 15,0 0-54-15,4-5-158 0,-4 5-456 0,1-2 108 16,-1 1 45-16,3-4 55 0,-3 0 71 0</inkml:trace>
  <inkml:trace contextRef="#ctx0" brushRef="#br0" timeOffset="83273.12">20030 7658 529 0,'0'0'203'0,"0"0"-22"15,0 0-4-15,18 3-21 0,-12-3-13 16,5 4-2-16,2-4-8 0,1 1-5 0,6-1-23 16,4-1 0-16,1 1-5 0,6-4-3 15,-1 4 3-15,4-1 43 0,7-1-7 0,0 1-16 16,4-3-7-16,-1 1-13 0,17-1-3 0,4 1-92 16,-3-4 3-16,2 3-3 0,-2 0 0 0,4 0 3 15,-1-2-6-15,0 3-4 0,3-4 20 16,-3 3 15-16,0 1-30 0,-1 1-3 0,1-4 25 15,1 5-15-15,-4-1-4 0,-1-2-4 0,1 1 3 16,-1 2 0-16,1-2 16 0,2 0-6 0,1 1 24 16,0-3-4-16,0 3 1 0,0 0 3 15,0-2-14-15,-4 1 9 0,-9 2-11 0,-5-3-6 16,14 2 9-16,-12 1-5 0,-1 0-16 0,-4-2 5 16,4 0 8-16,-3 2-5 0,-1 1-1 15,4-2-4-15,0-2 7 0,-4 4-2 0,18-1-2 16,-11-1 1-16,-7 2-1 0,4-1-6 0,-3-3 10 15,0 4 5-15,-1-3 9 0,0 3-22 0,1-4 4 16,2 1-4-16,15 2 1 0,-11-1 2 0,-3-2 8 16,11 1-10-16,-6-1 12 0,-7 3-15 15,15-1 6-15,-10 1 7 0,-6 1-11 0,2-4 1 16,-2 4-11-16,2-3 14 0,1 2-1 0,-3 0-8 16,0-4 3-16,2 5-2 0,14-4 5 15,-9 0 56-15,-8 1 5 0,19-3-10 0,-6 4-11 16,4-4-4-16,-2 2-6 0,-8 0 3 0,10 1-5 15,-13-3-8-15,0 4 5 0,-4 1-4 16,4-4-9-16,-4 5 11 0,1-3-11 0,0 2-7 16,0-3-10-16,-1 2 9 0,1 1 1 0,-5 1 0 15,4-4-10-15,-2 1 15 0,-2 2-16 0,1 0 3 16,-2-4 11-16,1 4-6 0,-2-2 5 16,-4 0-12-16,4 0 10 0,-4 2-19 0,-3 0 14 15,3-4 5-15,-6 3-3 0,4 0-5 0,-3-2 11 16,-2 1-16-16,-6 2 5 0,3-2-5 0,0 2 2 15,-4-2 1-15,4 2 7 0,-3-4 3 0,0 3-13 16,1 1 5-16,-4-4-13 0,3 4 13 16,-1-2-5-16,-1-1 6 0,-4 2-1 0,3 1-8 15,-2-3 6-15,-2 1-6 0,0 2-2 0,-1 0 2 16,-2-4 1-16,-2 4-29 0,-1-2-46 16,-1-1-58-16,-4 1-132 0,0-4-413 0,-3 0-152 15,-3-1 112-15,-3-4 63 0,-1-4 50 0,-8-1 54 16</inkml:trace>
  <inkml:trace contextRef="#ctx0" brushRef="#br0" timeOffset="84489.73">25128 4926 578 0,'-4'-8'276'0,"1"1"-9"15,3 5-19-15,-3-4-23 0,3 6-20 0,-5-8-11 16,2 5-25-16,3 3-25 0,0 0-1 16,0 0-23-16,-13 1 8 0,13-1-7 0,-7 11-14 15,4 2-71-15,-2-1-10 0,-1 6 9 0,2 3-4 16,1 3-5-16,-3 2-3 0,5 3 2 0,-2 3 11 15,0 2 0-15,3 3-15 0,-4-1 12 16,4 0 3-16,0 1-6 0,4-1 1 0,-1 1-3 16,-1-3-7-16,0 0-6 0,1 0 8 0,0-7-2 15,-3 0-9-15,4 1-1 0,-1-3-1 16,-3-3-2-16,3-1-8 0,0-2-21 0,-3-4-28 16,1 1-9-16,-1-4-6 0,0 1-5 0,0-5-49 15,-1 0-44-15,-2-5-47 0,0 3-35 0,-1-6-9 16,4 0-6-16,-11-5 62 0,2 1 31 15,2-3 15-15,-3-1 36 0,0-1 41 0,-4-1 40 16,4-2 9-16,-4 1 40 0,1 0 29 0,-1 0 14 16,4 0 6-16,-4 1 11 0,5 1 9 15,-3-3 11-15,2 3 7 0,0 0-4 0,3 5-1 0,3-3-3 16,-2 0-6-16,0 2-4 0,5 1-10 16,-3-2-12-16,4 6 2 0,5-8-8 0,-2 5-7 15,5-3-3-15,0 4-13 0,3-3 3 0,3 2 0 16,3-1-3-16,0-1 0 0,6 1 3 15,-1 0-10-15,4-1-3 0,-2 1-3 0,0 1-5 16,1-2 1-16,2 1-1 0,-7 2 6 0,1 0-11 16,0-3-8-16,-2 2 19 0,-4 2-13 15,-2-2 2-15,1 2 21 0,-4 0-6 0,0-2-2 16,1 3-2-16,-5-1 4 0,1-2 6 0,-7 3-16 16,0 0 3-16,10 0 5 0,-10 0-5 0,4 5-2 15,-4-5-9-15,0 0 11 0,-11 16 0 16,5-9-3-16,2 2-12 0,-2-2 7 0,-2 3 8 15,2-1-10-15,-1 1-3 0,0 4 8 0,0-3-6 16,-3 3-4-16,0-3 7 0,0 4-10 0,2 0-2 16,-5 1-14-16,3-1-9 0,-1-1-49 15,-2 1-39-15,-1 1-54 0,4 1-152 0,-3-6-406 16,2 3 83-16,4-6 35 0,-3 1 62 0</inkml:trace>
  <inkml:trace contextRef="#ctx0" brushRef="#br0" timeOffset="85373.91">24632 4353 877 0,'0'0'269'0,"-7"13"-28"15,3-8-24-15,4 8-17 0,-3-2-11 0,0 4-17 16,3 3-26-16,0 0-5 0,0 3-34 15,0 0 6-15,0 4-11 0,0 0-12 0,3 0-3 16,-3 0-13-16,0 0-10 0,3 0-26 0,-3-3-17 16,4-1-36-16,-4 1-29 0,2-3-43 15,-1 1-31-15,-1-3-74 0,1-1-41 0,-1-5-43 16,0 0-113-16,0 1-233 0,0-4 79 0,0-3 24 16</inkml:trace>
  <inkml:trace contextRef="#ctx0" brushRef="#br0" timeOffset="85656.76">24549 4554 563 0,'-3'-25'248'0,"6"5"-105"0,-2-3 16 16,-1 5-18-16,3 3 76 0,0-2-25 0,1 1-13 15,0-1-7-15,3 5-8 0,-1-4 0 16,1 2-21-16,4 3-12 0,-2-3-1 0,1 6-12 16,3-2-11-16,-2 2-12 0,0 2 0 0,3 3-21 15,-1 2-8-15,1 2-4 0,-1 1-1 0,0 4-4 16,-2-4-85-16,0 8-1 0,0-2 6 15,1 5 16-15,-5-2-6 0,0 2 10 0,-3-1 3 16,-1 2 11-16,-2-2-14 0,-2 2 11 0,-2 2 2 16,-4 0 13-16,3-3-8 0,-4 2 6 0,-3 3 2 15,0-3-10-15,0 0-8 0,0 0 10 16,-5-2-12-16,6 0 20 0,-4-2-26 0,4-1-22 16,0 2-27-16,-1-3-32 0,5-2-13 0,-4-3-70 15,2 1-150-15,2-2-405 0,-1-3 39 16,7 0 91-16,0 0 60 0</inkml:trace>
  <inkml:trace contextRef="#ctx0" brushRef="#br0" timeOffset="86840.17">24933 4446 468 0,'3'17'182'0,"0"-1"-24"15,-2-2-14-15,-1 2-16 0,3-5 7 0,-3 3-37 16,0-3 12-16,0 3-10 0,0-5-16 0,0 2-12 16,0 2 4-16,-3-4-1 0,3-1-6 0,0 0-10 15,0-3 40-15,0 1 6 0,-1 1-23 0,-2-4-5 16,3-3 5-16,0 0-8 0,0 0-15 16,0 0 3-16,0 0-4 0,0 0 63 0,-7-17-16 15,7 7-3-15,0-1-7 0,0-3-24 16,4 0-4-16,-1-2-6 0,1 1 1 0,2-1-11 15,-2 0-5-15,2 0-71 0,2 2 2 0,1 2-8 16,-2-2 13-16,3 3-5 0,-2-2 0 16,2 4 7-16,0 0 11 0,0 2-5 0,1 3-5 15,-1-3 10-15,2 6-6 0,-4-3 9 0,5 2-8 16,-1 2-1-16,1 0 1 0,1 0 5 0,-1 2 5 16,4 1-10-16,-6-2 0 0,6-1 17 15,-4 1-7-15,0 1 0 0,-1-1-2 0,1-1 7 16,1 0 2-16,-1 4 6 0,-3-4-10 0,1-4 4 15,2 4-4-15,-6-1 5 0,4-2 5 0,-1 2-6 16,-1-4 6-16,-1 3 2 0,2-4-10 16,-3 3 6-16,0-4-9 0,-3 2 3 0,2 2 6 15,-2-3-1-15,-4 2-5 0,3-1-2 0,0 1 7 16,-3 4-13-16,3-7 11 0,-3 7-16 0,0 0 8 16,0 0-2-16,-9-6-3 0,9 6 2 15,0 0 0-15,-15 13 3 0,9-8 8 0,-1 3-13 16,0 1 10-16,-3 4-10 0,3-1-3 0,1 3-2 15,-1-1 5-15,4 0 2 0,-1 1-4 0,4 0 2 16,0-1 5-16,3-1 10 0,-2 2 0 0,2 0 5 16,4-2-4-16,4-2-14 0,-2 0 21 15,1-1-8-15,4-2-10 0,3-1 10 0,4-1-4 16,-1-4 4-16,1 4-2 0,3-6 4 0,3 0-9 16,4-1 2-16,-1-4-2 0,1 3 9 15,-3-6-7-15,3-1-5 0,-1-2 8 0,-6 2-5 16,0-2 4-16,-3 0 4 0,-2-3-4 0,-1 0 1 15,0 2-13-15,-8 2 18 0,2-4-8 16,-4 6 15-16,2-2-9 0,-6 3 1 0,2 0-12 16,-3 3 8-16,-2-1 7 0,-1 5-2 0,-1-4 0 15,1 4 0-15,-13 1 7 0,6 3-22 16,-4 3 20-16,-1-1-11 0,-3 2-4 0,5 3 7 0,-3-1 0 16,2 3-2-16,1-1-8 0,0 3-5 15,2-1 5-15,-1-3-3 0,6 2 8 0,-1-1-10 16,1-4 8-16,3 3 2 0,0-2 0 0,0 1 0 15,3-5 5-15,1 2-2 0,2-1-16 16,1-4 16-16,4 0 2 0,-2-2 1 0,1-2-11 16,3 2 5-16,-1-2-8 0,2-4 8 0,2-2-7 15,-2-1-3-15,0-1 5 0,0 0-8 16,-1-5-10-16,0 0 8 0,-1-1-8 0,1-1-5 16,-2-2 10-16,-2-4 0 0,-2 4 11 0,0-6-16 15,2 1 0-15,-4-2 8 0,-2 1-3 0,1 0 5 16,-4-4 8-16,3 2-10 0,-3 2 7 0,0 0 3 15,3 5-2-15,-3-1 7 0,-3 4 3 16,6 0-11-16,-3 6-5 0,-3-1 11 0,3 2-11 16,0 3 1-16,0 6-1 0,0 1-5 0,0 0 8 15,0 0 7-15,-7 15 11 0,4-4-8 0,0 2-2 16,3 3-6-16,-1 1 3 0,0 2-7 16,-1 1 17-16,2 0-2 0,0 0-6 0,0 1 6 15,3-2-13-15,-2 4 5 0,2-3 13 0,4 4-3 16,-1-2-3-16,1-2 4 0,3-4-14 15,-1 2 21-15,-1-2-15 0,3-2 12 0,-1-3-10 16,0-3-5-16,4 0 3 0,-4-1 12 0,4 0-5 16,-2-6-15-16,-1-1 10 0,1 0 5 15,0-4-2-15,-1 0-5 0,-1-1-6 0,0-2 3 16,0-2 13-16,1-2-5 0,-4 4-19 0,0-1 17 16,-1 0 11-16,-1 1-19 0,1 2 4 0,-1-1-12 15,-3 3-8-15,1-1 5 0,-3 4 6 0,0-2 7 16,0 2 25-16,0 0-25 0,0 0-2 15,-3 14-3-15,1-11-21 0,-3 4 6 0,2-1-32 16,0 0-32-16,-2 1-26 0,5 0-10 0,-3 0-29 16,0 1-71-16,3 0-113 0,-1-6-40 15,2 4-270-15,-1-1 24 0,3-2 84 0</inkml:trace>
  <inkml:trace contextRef="#ctx0" brushRef="#br0" timeOffset="86940.74">26232 4321 389 0,'0'-4'71'0,"0"-2"-20"0,0 6-30 16,3-2-111-16</inkml:trace>
  <inkml:trace contextRef="#ctx0" brushRef="#br0" timeOffset="87239.98">26509 4346 668 0,'0'0'276'0,"-7"-3"-25"0,7 3-34 15,-14 2-19-15,14-2-19 0,-15 8-15 16,2-2-13-16,0 2-18 0,2 1 7 0,-2 0-32 16,0 2 5-16,2-1-19 0,1 2-12 15,0 1-15-15,-1-1 2 0,5 1-3 0,-1-1 1 16,2 1-18-16,-1-2 4 0,3 0-14 0,1-1 9 15,2 2-12-15,0-3 5 0,1-1-2 0,3 0-4 16,3 1 1-16,0-5-8 0,3 1-20 16,1-1-3-16,2 0-18 0,1-2-25 0,0-2-11 15,6-2-27-15,-3 1-47 0,1-3-23 0,2 0-72 16,0-3-86-16,1-2-6 0,-4 0-343 0,4-2 49 16,-5 0 56-16</inkml:trace>
  <inkml:trace contextRef="#ctx0" brushRef="#br0" timeOffset="87440.2">26728 4261 478 0,'3'-20'202'15,"0"-1"19"-15,-3 5-6 0,0 4 5 0,3 1-92 16,-3 1 15-16,0 2-18 0,0 4-20 16,0-2-12-16,0 6 14 0,0 0-25 0,0 0 8 15,0 0-21-15,0 0 0 0,-10 18 64 0,7-4 5 16,0 1-13-16,0 1-17 0,-2 2-13 16,5-2-11-16,-3 1-7 0,0 2 2 0,1-1-10 15,0 3-7-15,-1-3-14 0,3 2-4 0,0 2-26 16,-3-4-21-16,3 4-45 0,0-5-32 15,0 2-86-15,0-2-100 0,0-3-469 0,0 0 67 16,0-2 59-16,0-2 46 0</inkml:trace>
  <inkml:trace contextRef="#ctx0" brushRef="#br0" timeOffset="87622.49">26549 4353 734 0,'0'0'251'16,"0"-7"-46"-16,0 7-6 0,0 0-22 0,7-8-18 16,-1 6-21-16,4 2-18 0,-2-1-12 0,6 1 2 15,-1 0-10-15,1 0-67 0,4 1-38 0,-1-1-41 16,3 2-59-16,1 1-82 0,-5-2-159 0,12 0-276 16,-4 2 77-16</inkml:trace>
  <inkml:trace contextRef="#ctx0" brushRef="#br0" timeOffset="88290.32">27244 4341 673 0,'3'2'274'0,"1"1"-26"0,-1 4-13 16,0 1-25-16,3-1-5 0,-2 3-18 0,-1 0-18 15,2 2-18-15,-2-2-23 0,3 1 0 0,-2 2-13 16,3-2-15-16,-1 3 2 0,2-3-17 15,0 3-1-15,-3-5-12 0,5 2-3 0,-2 1 0 16,1-3-20-16,-2 0-3 0,1-2 5 0,-2-3-5 16,1 1 5-16,0-2-10 0,-1 0-8 15,2 0-2-15,-8-3-3 0,0 0-5 0,13-6-2 16,-10 3-1-16,0-2 3 0,-2-4 3 16,2 4-3-16,-3-4 3 0,-3 0-8 0,6-3 12 0,-3 2-4 15,0-3 5-15,0 1 2 0,0-1-87 16,3 2 18-16,-3-3 8 0,5 4-8 15,-2 1 6-15,0 0-1 0,4 1 10 0,1 1-2 0,1 0 3 16,-2 0 4-16,6 3-1 0,1-2 6 16,0 4-2-16,6-4 11 0,-3 3 4 0,1-4-9 15,-2 5 17-15,5-3-20 0,0 0 2 0,-1 2 0 16,3 0 1-16,-5-2 12 0,2 1-10 0,1-2 2 16,-3 2 6-16,-2 1-3 0,2 0-8 15,-5-1 6-15,-2 0-1 0,-1 3 13 0,0-4-2 16,0 4-3-16,-6 0 8 0,-4 1-3 0,10-3-2 15,-10 3-8-15,0 0 5 0,0 0 8 16,0 0-8-16,0 0-5 0,-21 14 5 0,11-6-5 16,-3 0 0-16,2 1-3 0,-2 0 1 0,2 4-6 15,-1-2 8-15,0 2-8 0,-2-3 6 0,6 2-6 16,-2 1 3-16,-2-1 13 0,5 1-19 0,0-1 4 16,0 0-3-16,0-1-26 0,4-2 8 15,1 0-21-15,-3 0 3 0,5-1-3 0,0-1-10 16,0-1 26-16,5-2 20 0,-3 1-15 0,4-1 0 15,-1-1 10-15,1-2-8 0,-6-1-4 16,13 0-6-16,-13 0 18 0,15-4-5 0,-9 2 0 16,1-2-5-16,0-3 10 0,0-1 8 0,0 0-8 15,-1 0 5-15,-2-1 3 0,2-1-6 16,-2-2 3-16,3 4 8 0,-3-2 0 0,-1 2 0 16,0 1 23-16,1 2-46 0,-4-1-8 0,3 0-2 15,-3 6-8-15,3-4 15 0,-3 4-23 0,0 0-10 16,0 0-48-16,0 0-50 0,0 0-94 0,0 0-412 15,0 0 77-15,0 16 23 0</inkml:trace>
  <inkml:trace contextRef="#ctx0" brushRef="#br0" timeOffset="88762.83">27896 4317 770 0,'14'8'243'0,"-3"-5"3"15,-2 5-21-15,1-1-25 0,1 3-21 0,-4 0-20 16,3 2-6-16,0-1-7 0,-2 3-15 0,1-1-19 16,-2 2-14-16,-3-1 1 0,3-2-12 15,-1 4-7-15,-5-2-3 0,2-2-6 0,-3 1-4 16,-3-1-3-16,3-2 2 0,-1 1-14 15,-2-2 1-15,-4 0-7 0,4-2 3 0,-1 1-13 16,1-4 7-16,0 1-12 0,-1-3 10 0,4-2 0 16,-6 6-15-16,6-6-6 0,0 0-5 0,0 0-12 15,0 0 17-15,-1-16-9 0,2 8-9 0,5-1 8 16,-2-3-4-16,2 0-9 0,5-3 3 16,-1-2 3-16,3-2-1 0,5-4 1 0,1 4-11 15,-1-2 0-15,3 3 19 0,-1 0 4 0,0 3-2 16,-2 1 0-16,-1 3-3 0,0 1 5 15,-3 3-12-15,0 0 10 0,2 6-6 0,-2-1 1 16,-1 4 5-16,-2 3 12 0,3-2-9 0,-1 4-6 16,1 1-8-16,-4 2 9 0,0 0-1 15,-2 2-2-15,2-1 4 0,-1 3-7 0,-5-3 8 16,4 3-5-16,-5 2-26 0,0-4-23 0,1 2-51 16,-4 0-57-16,0-2-122 0,-1 4-504 0,-2-5 35 15,0-2 102-15,3-2 63 0,-3-1 47 16</inkml:trace>
  <inkml:trace contextRef="#ctx0" brushRef="#br0" timeOffset="90206.05">28686 4276 908 0,'-23'8'269'0,"12"-6"-23"0,1 4-29 15,-4 2-20-15,0-2 3 0,1 4-41 0,-1-1-19 16,1 0-9-16,0-1 2 0,1 3-20 16,2-3-8-16,-1 2-18 0,2 0-5 0,2 0-6 15,3-5-9-15,-3 3-16 0,4-1 8 0,1-1 0 16,0-2-13-16,-1 3 8 0,3-7-16 16,5 8-2-16,-3-6 0 0,1 2 5 0,5-3-8 15,-8-1 3-15,10 2-13 0,-4-1 0 0,-6-1-3 16,14 0 1-16,-14 0-6 0,13 0-7 0,-13 0 0 15,9-1 10-15,-9 1-3 0,9 0 0 16,-9 0 1-16,10-2-6 0,-10 2 5 0,13 0 13 16,-13 0-20-16,14-1-3 0,-7 1 5 0,-7 0-2 15,18-1 0-15,-9 1-6 0,2-3-4 16,0 1 4-16,2 1 3 0,1 0 3 0,-4 1-13 16,3-5 8-16,1 2-9 0,-2-2 17 0,1 1-4 15,0-2-7-15,0-2 6 0,-2 1-9 0,2-3-10 16,-2-1 5-16,-1-4 1 0,3-2-1 0,-2 0 13 15,-4-3-18-15,3-1 11 0,0-3-3 16,-3 1 2-16,3-5 13 0,-3 2-15 0,3-7 16 16,-3 3-11-16,0 1 7 0,0 5 14 0,0 1-8 15,-1 6-3-15,-2-1 0 0,2 3-2 16,-5 4-16-16,2 2 8 0,0 2-5 0,1 5 5 16,-4 2-5-16,0 0 2 0,0 0 6 0,0 22 7 15,0-10-2-15,0 4-1 0,-4 2-7 16,1 1 8-16,0 4 7 0,2 2-7 0,-5-1-5 15,3 1 2-15,1 0-8 0,-3 0 8 0,1 0 6 16,1 0-11-16,-1 0-6 0,1-5 6 0,0 1-7 16,-1-3-16-16,1-2-3 0,0 0-7 15,2-4 10-15,-6-2 13 0,7 2-1 0,-4-3 1 16,3-5 5-16,-4 1 8 0,2-2-6 0,3-3 0 16,-4 4 6-16,4-4 2 0,0 0-2 0,0 0-3 15,-3-15 7-15,7 6-12 0,-1 0 0 16,0 1 10-16,3-5-2 0,2 2-11 0,-1 1 18 15,0-2-12-15,2 3 15 0,-1 1-1 0,2 3-4 16,-3-1 2-16,3 2-5 0,1 1 1 16,0 3-1-16,-1 0 0 0,-10 0-3 0,19 3 3 15,-12 1 1-15,4 2 11 0,-3-2-4 0,-3 2-3 16,-2 2 1-16,0-4 7 0,-3 3 5 0,0-1 0 16,-3 2-3-16,-3 0-4 0,-1 0-1 0,0-2 0 15,-3 1 3-15,0 0-10 0,0-1 0 16,-1 2-1-16,1-4 1 0,3 1 2 0,-4 2 6 15,4-4-14-15,1 3 21 0,1-4 8 0,-4 3-16 16,6-4-2-16,3-1 2 0,-7 4-2 16,7-4 5-16,0 0-13 0,0 0 13 0,0 0-10 15,0 0-1-15,24-11 1 0,-17 4 2 16,7 0-89-16,2-3 23 0,-1 3-1 0,5-4 16 16,3-3 3-16,2 1-5 0,2-3 14 0,0-3-6 15,5-6 11-15,5-2-4 0,-10 4 10 0,4-5-10 16,-8 4 10-16,-2 1-2 0,0 1-3 0,-4-6-3 15,0 0 8-15,-1 3 3 0,-1-3-6 16,-2-1 11-16,-2 3 0 0,-1 6-8 0,-1-2 16 16,-5 7-4-16,4 2 9 0,-2-2-8 0,-2 5-8 15,-1 1 3-15,0 2 10 0,0 2 0 0,-3 5-10 16,0 0-1-16,0 0 34 0,0 0-38 16,-9 27 15-16,5-12-3 0,-2 2-2 0,4 6 10 15,-7 0-5-15,5-1-7 0,-2 1 9 0,3 1 1 16,-1-1-6-16,1 1-4 0,0-3 14 15,3 0-9-15,0-3-6 0,3 0 16 0,0 0-6 16,0 2 24-16,1-7-16 0,2 3-7 16,1-2-1-16,1-3 9 0,1-3-4 0,1 2 1 15,3-2 79-15,-2-3-26 0,0-2-7 0,3 2 2 16,-1-5-2-16,1 0 0 0,-1-5-16 0,0 1-2 16,-2-4 0-16,0 0-21 0,0-5 1 0,0 2 4 15,-3-3-15-15,-4 2 16 0,5 3-8 0,-7-3-3 16,1 5 0-16,-3 1 3 0,0 6-8 15,-5-7 0-15,-4 7 5 0,9 0-7 0,-23 10-3 16,11-3 5-16,-1 3-2 0,-4 4 2 0,3-3-5 16,-3 4 15-16,7 0-7 0,0 1 10 15,1-4-18-15,1 3 10 0,1 1-5 0,3-4-8 16,-2 3 11-16,6-1-3 0,-4-4 5 0,4 1 1 16,0 2 4-16,4-5-10 0,1 1 13 15,-3-1-8-15,4 0 11 0,-3-3-16 0,-2 1-2 16,2 0-9-16,2-4 19 0,-3 4 3 0,-2-6-9 15,4 5 3-15,-1-2-20 0,-3-3-31 0,0 3-43 16,0-3-60-16,0 0-132 0,-9 6-553 0,1-6 15 16,1 1 120-16,7-1 36 0,-21-4 75 15</inkml:trace>
  <inkml:trace contextRef="#ctx0" brushRef="#br0" timeOffset="94872.11">18146 6961 381 0,'0'0'166'0,"0"0"1"15,0 0 9-15,-6-2-2 0,6 2 3 0,0 0-16 16,0 0-5-16,0-6-81 0,0 6-11 16,0 0 15-16,0 0-10 0,-3-5 5 0,3 5 3 15,0 0-13-15,0 0 8 0,0-6-3 0,0 6 10 16,0 0-30-16,-3-6 7 0,3 6 70 16,0 0-11-16,0 0-15 0,3-7-6 0,-3 7 1 15,0 0-3-15,0 0-13 0,0 0-12 0,0 0 0 16,0-4-6-16,0 4-12 0,0 0-1 15,0 0-9-15,0 0-6 0,0 0-5 0,0 0 8 16,0 0 2-16,0 0-2 0,13 9-8 0,-10-2 0 16,5-2 11-16,-2 2-14 0,1 1-12 15,0 6 10-15,4-4 0 0,-1 5 0 0,0 0 6 16,4-2-4-16,2 5-66 0,-2-3-13 0,0 3 11 16,3 3 17-16,0-4-7 0,3 1 15 0,-2 1 0 15,-1-2 5-15,0-2 6 0,0 2-9 16,0-2 16-16,-3 0 0 0,3 1-15 0,-7-7 12 15,4 2-2-15,-4-1-2 0,0 2 2 0,-3-4-3 16,3-3 18-16,-3 2-5 0,0-1-10 16,-4 2 5-16,1-4-2 0,3 0 7 0,-4-1-31 15,1 3 8-15,-1-4-33 0,0 4-39 0,-3-6-63 16,0 3-67-16,0-3-149 0,0 0-350 0,0 0 76 16,0 0 44-16,0 0 59 0</inkml:trace>
  <inkml:trace contextRef="#ctx0" brushRef="#br0" timeOffset="95589.04">18424 6886 568 0,'0'-4'207'0,"0"4"-25"0,0 0 2 16,0 0-12-16,0 0 9 0,0 0-30 15,0 0-64-15,-10 18-7 0,6-15 22 0,-2 4-17 16,1 1-16-16,2 2 10 0,-3 2 3 0,-1-1 61 15,0 4-15-15,0-2-10 0,0 4-13 0,-3 2-3 16,3 0 1-16,-3-2-85 0,0 3 0 16,0 0 2-16,-1-1-5 0,4-1-12 0,-3 3 33 15,-1-3-26-15,2-1 16 0,2-1-6 0,0 1-12 16,0-1 7-16,3 0 3 0,-3-4 10 16,1 2-17-16,0 1 1 0,2-4 4 0,0-1 12 15,1 0-26-15,-1-2 6 0,1 3 10 0,0-5-3 16,3 1-2-16,-1-2 2 0,-2 2 3 0,3-4-5 15,-3 3 3-15,3-6 1 0,-3 8-9 16,3-5 18-16,0-3-11 0,-1 7 18 0,1-7-12 16,-3 7-11-16,3-7 13 0,-4 4-10 15,4-4 5-15,0 4-3 0,0-4-5 0,0 0-2 0,-3 4-3 16,3-4 6-16,0 0-11 0,-3 6 7 16,3-6 1-16,0 0-8 0,0 0 13 0,-4 7-11 15,4-7-2-15,0 4 3 0,-3 1-8 0,0-2 12 16,2 3-2-16,-2 2 1 0,0-4-4 15,0 3 1-15,2-1-3 0,-3 2 7 0,1 0-4 16,0 1 2-16,3-1-2 0,-1 0-6 0,-2 0 11 16,0 0-11-16,3-4 8 0,-3 3-5 0,3-1-7 15,-3-4 14-15,3 5 6 0,0-7 5 0,-1 7-3 16,1-7-4-16,0 4-4 0,0-4 16 16,0 0-10-16,0 0-3 0,0 0 1 0,0 0 1 15,0 0-14-15,0 0 7 0,0 0 0 16,0 0 3-16,0 0-6 0,14-10-4 0,-14 10 4 15,6-7-12-15,-6 5-21 0,0 2-10 0,5-7-66 16,-5 5-57-16,3-2-69 0,-3 4-197 0,0 0-307 16,3-4 51-16,0 0 77 0,-3 4 51 15</inkml:trace>
  <inkml:trace contextRef="#ctx0" brushRef="#br0" timeOffset="97155.2">18718 7267 391 0,'0'-6'151'0,"0"6"3"16,0 0-1-16,0 0-22 0,0 0 10 0,0-8-3 15,0 8 67-15,0 0-26 0,0 0-10 0,0 0-11 16,-3-3 4-16,3 3-21 0,0 0-16 15,-11 0-7-15,11 0-8 0,0 0-23 0,0 0 2 16,-14 1 6-16,8 2-3 0,-2 1-15 16,2 3-3-16,-1-3-12 0,0 5 4 0,-3-1-2 15,3 0-15-15,0 5-1 0,1-2-1 0,-1 3-22 16,0-3 16-16,3 4 8 0,1-4-13 0,0 2-1 16,2-2 1-16,1 4-10 0,0-4-3 15,1 3 5-15,2-1-2 0,0-1-3 0,4 4-3 16,0-5-2-16,0 0-3 0,0 1-4 0,3-3 7 15,0-1 5-15,0-4-16 0,0 3 1 16,1-2 0-16,2-4 12 0,-2 1-5 0,2 0-9 16,-2-2 12-16,0-3-8 0,2 2 5 0,-3-1 11 15,1-3-16-15,-1-1 16 0,0 2 2 0,3-5 5 16,-3-3-18-16,-3 2 3 0,1 1-5 16,-2-1 2-16,1-5-7 0,-4 1-59 0,1 0 5 15,-1-2-10-15,-3 0 17 0,-3-1 8 16,3 1 3-16,-1 0 13 0,-5 0-3 0,3 2 0 0,-1 0 18 15,-5 0-18-15,4 4 10 0,-2 2-9 16,-2 0 11-16,-1 1 6 0,-1 0-2 0,1 4-11 16,-4 2 5-16,0-2 8 0,1 1-5 0,-1 4-2 15,-3 2 4-15,0 0 8 0,4 2-15 0,2 0-3 16,-2-1-18-16,1 3-7 0,3-1-16 16,-1 1-20-16,6 1-23 0,-6-1-29 0,6 2-99 15,-2 1-174-15,6-2-313 0,0 0 42 16,-1-5 65-16,1 3 60 0</inkml:trace>
  <inkml:trace contextRef="#ctx0" brushRef="#br0" timeOffset="102589.07">18410 8407 504 0,'4'-4'161'0,"-1"1"-13"0,-3 3 1 16,7-7-21-16,-1 5-3 0,-1-3-15 15,-2 2 18-15,3-2-35 0,-2 2 1 0,-1-4-7 16,0 4 0-16,0-4 0 0,-2 0 8 0,2 2-23 16,-3 0 74-16,4-3-6 0,-4 1-1 15,3 0-22-15,-3 0-1 0,0 2-24 0,0-2 8 16,0 0 4-16,1 1-19 0,-1 2-8 15,0 4-6-15,0-8-12 0,0 1 0 0,0 7-8 0,0-6-10 16,0 6-7-16,0 0 9 0,0 0-17 16,0 0 4-16,0 0 4 0,0 0-4 0,0 0-7 15,0 0-7-15,-4 24-3 0,4-16 5 0,0 5-1 16,0-2-1-16,0-1 4 0,3 5-2 16,-2-2-2-16,2 0-6 0,0 3 5 0,1-1-5 15,-1 3-2-15,0-4-5 0,0 0 7 0,1 1 3 16,0-1-6-16,-1 2-4 0,1-6 12 15,-1 4-7-15,0-4-5 0,0 1-9 0,-2-1 6 16,2 2 0-16,-3-2 13 0,3-2-10 0,-3-1 7 16,3 3-7-16,-3-4-14 0,0 1 24 15,0-2-5-15,-3 2-6 0,3-3-2 0,0-4 0 16,0 10 8-16,0-7 0 0,0-3-6 0,0 8-4 16,-3-4-73-16,0-1 14 0,3-3-8 0,0 6 20 15,0-6 1-15,-4 5-16 0,4-5 30 0,-3 5-1 16,3-5 4-16,-3 2-5 0,3-2 0 15,-1 7 13-15,1-7 0 0,0 0 0 0,-6 1 13 16,6-1 0-16,-7 5-16 0,7-5 11 0,0 0 7 16,-7 2 5-16,7-2-4 0,-7 2-1 15,7-2 0-15,-6 1-2 0,6-1-5 0,-11 4 15 16,11-4 2-16,-7 1-2 0,7-1 5 0,0 0-5 16,-7 2 0-16,7-2 6 0,0 0-4 15,-9 0-4-15,9 0-6 0,0 0 10 0,0 0-2 16,0 0 11-16,0 0-19 0,0 0 13 0,0 0-2 15,0 0-8-15,0 0 2 0,0 0 13 0,0 0-17 16,0 0 12-16,0 0-16 0,0 0 14 0,0 0-13 16,33-3 15-16,-26 0-5 0,3 1 0 15,4 2-3-15,-1-2 8 0,-2 1-12 0,3 0 7 16,-1-2-3-16,1 1 3 0,-1 2 0 0,1-1 5 16,-3 0-2-16,2-1-6 0,-2-1 1 15,2 2-1-15,-2 1 8 0,-4-2 3 0,2-2-11 16,-2 4 9-16,-7 0 6 0,17-2-7 15,-13 0-5-15,-4 2-7 0,10 0-9 0,-10 0-22 0,7-1-36 16,-7 1-26-16,0 0-54 0,0 0-163 16,0 0-400-16,0 0 90 0,0 0 28 0,-17 9 72 15</inkml:trace>
  <inkml:trace contextRef="#ctx0" brushRef="#br0" timeOffset="103604.08">18523 9337 588 0,'0'0'197'0,"0"0"-30"0,0 0 4 0,0 0-17 16,0 0-16-16,0 0-7 0,0 0-6 16,0 0-10-16,0 0-35 0,10-12 14 0,-10 12-7 15,7-7-23-15,-4 4 5 0,0-2-12 0,1 2 2 16,-1-3-3-16,1 2-2 0,-3-2-6 0,2-2 3 16,0 1-17-16,1 0 4 0,-4 3-2 15,3-4-18-15,0 1 13 0,-3 0-6 0,3-1 85 16,-2-1-18-16,-1 5-2 0,3-2-21 0,-3 0 5 15,0 6-10-15,3-9-7 0,-3 5-9 0,0 4-9 16,4-6-4-16,-4 6-1 0,0 0-1 16,0 0-10-16,0 0 0 0,0 0 8 0,0 0-11 15,0 0 8-15,0 0 1 0,-7 21-11 16,7-11-1-16,0 1 4 0,0-1-6 0,0 4 6 16,0 1-6-16,0-2-5 0,3 3 8 0,-3 2 0 15,4 3-82-15,-1-3 8 0,-2 0 10 16,2 0 10-16,0 3-2 0,0-3-1 0,-2 0 6 15,2 0-5-15,0 0 20 0,1 1-5 0,-1-3 10 16,1 0-3-16,-1-3-2 0,-3 1 6 0,1-3-1 16,2 1 3-16,-3 0 2 0,3-4 0 0,0 2 6 15,-3-3-6-15,0-1 6 0,0-1 2 16,3 2 10-16,-3-1-8 0,0-2-14 0,0-4 19 16,-3 8 3-16,0-3-4 0,3-5 4 0,-7 6 3 15,4-3-8-15,3-3 2 0,-11 1-14 16,11-1 7-16,-10 6-3 0,4-5 8 0,6-1 13 15,-11 2-5-15,7-1-3 0,4-1 0 0,-10 2-12 16,4 0 2-16,6-2 2 0,-11 1 16 0,11-1-13 16,-7 2-7-16,7-2 4 0,-9 0 1 15,9 0 12-15,0 0 6 0,0 0-19 0,-7 1-2 16,7-1 3-16,0 0-6 0,0 0 9 0,0 0-12 16,-5 5 4-16,5-5 15 0,0 0-3 0,0 0-8 15,0 0 6-15,0 0 0 0,21 1-11 16,-21-1 16-16,15 1-8 0,-5-1 8 0,-1 0-5 15,2 0-1-15,-1 0 4 0,0 0 1 16,-10 0-19-16,18 0-1 0,-8 2-23 0,-1 1-7 16,-1-2-44-16,-1 0-23 0,-1 1-59 0,1-1-202 15,1 3-371-15,2-1 92 0,-4-3 33 0,-6 0 64 16</inkml:trace>
  <inkml:trace contextRef="#ctx0" brushRef="#br0" timeOffset="104754.28">18622 10551 591 0,'0'0'182'0,"4"-2"-29"0,-4 2 16 16,3-6-38-16,3 1-6 0,-5 0 0 16,-1 5-27-16,6-7-9 0,-3 5-4 0,-2-4-11 15,3 1-2-15,-1-1-3 0,0 0-3 0,-2-2 1 16,-1 3-13-16,3-2 89 0,-3 1-7 16,0-1-13-16,3-2-8 0,-3 6-13 0,0-3 0 15,0-1-4-15,0 7-14 0,0-9-12 16,0 9-13-16,0-6 2 0,0 6-10 0,0-3-7 15,0 3 2-15,0 0-3 0,0 0-9 0,0 0 2 16,0 0-11-16,-3 18-2 0,3-10 13 0,0 6-5 16,3-3-16-16,-3 3 11 0,3 1-13 0,-3-1 4 15,4 3 4-15,-1 2-13 0,0-2 7 16,1 1-7-16,-3-2 7 0,5 2-7 0,-3-4-1 16,-2 3-12-16,5-4 18 0,-3 0-3 0,-2-1-5 15,2 0 6-15,0-2-6 0,-3 0 2 16,4-4 6-16,-4 1-3 0,1-2-12 0,-1 2 15 15,0-1-3-15,3-4 3 0,-3-2-3 16,-3 10-7-16,3-10 12 0,-5 6 0 0,2-4 1 16,3-2-4-16,-7 4-4 0,7-4-5 0,-6 3-1 15,6-3 1-15,-10 1 4 0,10-1 4 0,-11 2-19 16,11-2 16-16,-7 4 2 0,7-4 0 0,-6 3-10 16,6-3-2-16,-7 0-1 0,7 0 6 15,0 0-3-15,-8 1-3 0,8-1 3 0,0 0 3 16,-6 5-9-16,6-5 6 0,0 0 0 0,0 0-2 15,0 0-3-15,0 0 15 0,0 0-10 16,0 0 5-16,0 0-2 0,21 6-8 0,-15-6 2 16,4 0 3-16,1 0 18 0,-1 1-21 0,0-1 3 15,1-1-20-15,-1 1-11 0,-1 1-23 16,-9-1-30-16,15 0-18 0,-8 0-26 0,-7 0-49 16,13 2-107-16,-9-1-438 0,-1 5 10 0,0-3 65 15,-3-3 68-15</inkml:trace>
  <inkml:trace contextRef="#ctx0" brushRef="#br0" timeOffset="105653.94">18715 11584 558 0,'3'5'204'15,"-3"-5"-4"-15,0 0-31 0,7 1-16 0,-7-1 68 16,0 0-22-16,13-1-9 0,-13 1-27 16,8-6-1-16,-2 6-19 0,1-3-17 0,-1-1-11 15,-2 1 0-15,3-2-15 0,-3 3-8 0,2-5-3 16,1 3-14-16,-4-4 4 0,5 2-12 15,-5-2-9-15,3 1 1 0,-5-1-10 0,5 1 5 16,-6 2-6-16,4-1 14 0,-4-1-6 0,3 3 6 16,-3-2-14-16,3-1-7 0,-3 7 21 15,0-8-16-15,0 8-5 0,4-4-6 0,-4 4 4 0,0 0-8 16,0 0-3-16,0 0 0 0,0 0-8 16,0 0-4-16,0 0-6 0,0 0 8 0,-11 12-8 15,8-5-2-15,3 1 7 0,-3 1-7 0,0-1 2 16,3 5 0-16,0-1 8 0,-1 2 0 15,-2-2-8-15,3 5 3 0,0 3-79 0,-3-5 7 16,3 4 18-16,0-2-18 0,3 0 15 0,-3-1 6 16,3 1 2-16,-2 0 3 0,-1-5 5 15,3 2 10-15,0-3 0 0,-3 3-10 0,3-4 10 16,-3-1-5-16,1 0 18 0,-1-1-6 16,0-1-1-16,0 1 9 0,0-1-5 0,3 0 3 15,-3-3 5-15,0 3-7 0,0-7 7 0,0 9-6 16,0-4 6-16,0-5 8 0,-3 6-10 0,2-1-1 15,-2-3 11-15,0 3-3 0,3-5-5 0,-7 8-5 16,4-6 2-16,0 1 6 0,3-3-3 0,-8 5 5 16,2 0-5-16,5-1-10 0,1-4 10 15,-9 6 5-15,8-4 2 0,1-2-7 0,-6 3 0 16,6-3-2-16,-4 5 4 0,4-5-4 0,0 0-6 16,-7 2 0-16,7-2 3 0,0 0 16 15,0 5-19-15,0-5 18 0,0 0-12 0,0 0 14 16,0 0 4-16,0 0-16 0,14 3-5 15,-7-3 5-15,-7 0-6 0,13 0 12 0,-5 4-1 0,1-4-3 16,-9 0-7-16,14 0 18 0,-3 0-10 16,-5 1 2-16,-6-1-3 0,14 0-2 0,-14 0 5 15,14 2-7-15,-14-2 4 0,10 0-2 0,-10 0-2 16,6 0-3-16,-6 0 5 0,0 0 0 0,11 0-16 16,-11 0-25-16,0 0 3 0,7 1-49 15,-7-1-39-15,3 5-117 0,-3-5-212 0,-3 2-259 16,3-2 25-16,0 0 82 0,0 0 60 15</inkml:trace>
  <inkml:trace contextRef="#ctx0" brushRef="#br0" timeOffset="107223.25">20266 8143 519 0,'0'-7'172'0,"0"7"-6"0,4-3-20 16,-1-2-8-16,-3 5-25 0,11-3 4 0,-4-1-9 15,-1 1-11-15,1 3 16 0,4-3-36 16,-2 3-18-16,-2-4-1 0,3 4-6 0,1 0 1 15,-1 5-19-15,-3-3-14 0,4 4 6 16,-2-2 12-16,-2 4-10 0,1-1 3 0,-2 3-3 16,-2 2-10-16,-1-2 15 0,0 1-7 0,0 3-3 15,-3-4-8-15,0 5 3 0,-6-4-8 0,3 3 16 16,-4 1 2-16,2-4-10 0,-4 3-2 0,2-3 1 16,1 0-4-16,-1-2 28 0,2 1-31 15,-1-4 11-15,-1 1 10 0,4-1 7 0,0 0-12 16,-1-4 4-16,4-2-14 0,-4 7 2 0,4-7 0 15,0 0-3-15,0 0 5 0,0 0 3 16,0 0-17-16,18-16 11 0,-8 10-17 0,0-5 23 16,0 0-10-16,3-2 26 0,2 1-42 15,1-3 77-15,-1 0-5 0,1-1-7 0,1-1-6 16,-3 2-12-16,3-2-3 0,-2 2-8 0,-5 4 8 16,0-3 2-16,1 4 3 0,-2 0-12 0,-2 1-1 15,0 1-87-15,-4 0 26 0,4-1 3 0,-6 2-1 16,2 1 3-16,0 3 18 0,-3-3-21 15,0 6 11-15,0 0 7 0,-7-3 3 0,7 3-3 16,0 0 1-16,-20 11-6 0,13-5 18 0,-4 1 0 16,4 2-5-16,-3 1 8 0,1 0-3 15,-2 4-15-15,4-3 17 0,1 4-2 0,-2-4-7 16,5 4-1-16,-1 2 11 0,1-4-8 0,3-1 5 16,0 1 0-16,3-1-2 0,-3-2-6 0,4 3-4 15,-1-4 17-15,5 1-10 0,-2-2 0 16,1-1 8-16,-1 1-6 0,5-1-4 0,-4-3 7 15,3 2 2-15,-2-5 1 0,4 4-8 0,-2-3 8 16,1-2-6-16,-1 0-12 0,0 0-13 0,-10 0-31 16,18-1-20-16,-8 0-34 0,-3-2-50 15,3 1-67-15,-3 2-95 0,0-1-361 0,4 0 82 16,-5-4 7-16</inkml:trace>
  <inkml:trace contextRef="#ctx0" brushRef="#br0" timeOffset="107521.52">20813 8218 545 0,'0'0'156'0,"0"0"0"0,0 0-13 0,0 0-10 16,0 0-7-16,0 19 7 0,0-10-33 16,0 1-13-16,0 2-5 0,-3-4-11 0,3 7-7 15,-3-5 6-15,3 7-24 0,-4-7 2 0,4 5-2 16,-1-1-7-16,-2 0-14 0,3 1-35 0,-3-1-39 16,3-2-30-16,3 1-82 0,-3-2-75 0,0-1-171 15,3 1-156-15,2-3 54 0</inkml:trace>
  <inkml:trace contextRef="#ctx0" brushRef="#br0" timeOffset="107737.49">20970 8228 598 0,'0'0'195'0,"0"0"-31"0,0 0-3 0,0 0-2 16,0 0-18-16,-6 21-19 0,6-13 1 0,0 3-10 15,-3-3-23-15,3 3-9 0,0 2-17 16,-3-2 11-16,1 3-14 0,2-2-2 0,0 1 0 16,0 2-11-16,2-4-25 0,1 3-25 15,3-3-54-15,-2 6-65 0,5-9-83 0,3 7-454 16,-2-6 72-16,3-1 51 0</inkml:trace>
  <inkml:trace contextRef="#ctx0" brushRef="#br0" timeOffset="108238.22">22242 7940 483 0,'7'-5'182'16,"0"2"-34"-16,0-1 9 0,0 2-24 16,3 1-10-16,0 1-3 0,-10 0-10 0,17 0-3 15,-6 3-17-15,-1 2 5 0,0 2-24 16,0-3 63-16,-3 5-9 0,3 3-10 0,-3-2-15 15,-3 1-18-15,2 2 13 0,-2-4-11 0,-4 4-17 16,0-1 2-16,0-1-8 0,0 3 1 0,-4 2-6 16,-2-5-2-16,-1 4-26 0,3-4-23 15,-3 3-13-15,-2-4-40 0,5-1-52 0,-3 0-118 16,3-1-71-16,1-1-400 0,0 0 88 0,0-4 40 16</inkml:trace>
  <inkml:trace contextRef="#ctx0" brushRef="#br0" timeOffset="108487.45">22427 7910 609 0,'0'0'289'16,"0"0"-20"-16,0 0-21 0,-20 15-23 0,15-7-20 15,-1 2-13-15,-1 4-95 0,4-3-2 0,-1-1-23 16,-2 5-1-16,2-2-7 0,4-1-7 15,-3 3-9-15,3-2 9 0,0 1-16 0,0 0-1 16,3-3 1-16,1 0-7 0,-1 1-9 0,1 1 6 16,2-1-13-16,1-1-23 0,0 2-23 15,4-4-39-15,-5-1-43 0,4-4-41 0,1 3-31 16,-4-1-127-16,6-4-354 0,-6 1 74 0,3-3 41 16</inkml:trace>
  <inkml:trace contextRef="#ctx0" brushRef="#br0" timeOffset="108854.22">22605 8078 409 0,'3'-3'177'0,"0"-1"-29"0,-3 4-10 16,7-3-10-16,-7 3-2 0,0 0-8 0,0 0-8 15,17 7-5-15,-13-6 79 0,-1 5-18 0,3-2-2 16,-5 6-16-16,6 0-12 0,-4-1-8 0,-2 1-5 16,2-2-3-16,-3 5-5 0,0-1-10 0,-3-2-10 15,-1 4 2-15,1-3-84 0,-5 3 8 16,0-3-6-16,-3 3 3 0,0-3-3 0,0 2-4 15,0-3 1-15,-5-1-1 0,3-1-1 0,2 2 13 16,1-3-5-16,0-1 2 0,-1-2-4 16,1 1-4-16,4-2 11 0,-1-3-2 0,7 0 2 15,-14 0-8-15,14 0 3 0,-7-6-13 0,4 2 13 16,3 4-13-16,-3-7-10 0,3 7 3 16,0-7 4-16,0 7 9 0,0 0-27 0,3-7 19 15,-3 7-14-15,0 0 22 0,7 0-19 16,-7 0 11-16,0 0-1 0,17 6 1 0,-13-3 2 15,5 1-8-15,1 2-2 0,-2-2 10 0,2 4 0 16,3-2-2-16,-2-2-6 0,2 4-4 0,3-1-4 16,-4 0-40-16,1 0-25 0,4-3-50 0,-3 3-109 15,0-4-229-15,2 2-229 0,-1-5 50 0,-2 2 85 16,1-2 51-16</inkml:trace>
  <inkml:trace contextRef="#ctx0" brushRef="#br0" timeOffset="109104.29">22994 8010 668 0,'0'0'297'0,"0"0"-31"16,0 0-13-16,1 18-20 0,-1-10-28 0,0 6-11 16,-1-3-17-16,2 3-16 0,-1 1-17 15,0-2-9-15,0 2-7 0,3-1-33 0,0 0-3 16,1 1-7-16,-1-1-1 0,0-3-5 0,0 3-4 15,1-3-6-15,0-1-16 0,0 1-12 16,-1-2-2-16,0 0-11 0,3-2-25 0,-2 1-26 16,3-5-59-16,3 4-85 0,-3-4-227 0,3 1-343 15,4-4 41-15,-1 0 84 0,2-4 64 0</inkml:trace>
  <inkml:trace contextRef="#ctx0" brushRef="#br0" timeOffset="109837.16">24639 7718 732 0,'0'7'207'16,"0"0"-23"-16,-1 2-23 0,1 0-2 0,0-1-15 15,0 2-24-15,1 3-5 0,-1-1-7 0,3-4-9 16,-3 2-19-16,3 3-11 0,1-5 5 15,-1 1 5-15,1-1-20 0,0-1 72 0,2-2-13 16,1 2-14-16,-1-4-9 0,2 1-15 0,-1-1-4 16,-1 0-12-16,1-2 3 0,-7-1-13 15,17-1 5-15,-10-2-8 0,-1 1-3 0,1 1-4 16,-2-5-3-16,1 2-10 0,0-3 9 0,-2-1-4 16,-1 1-8-16,1-3-12 0,3 3 4 0,-4-1-4 15,-2 1-4-15,2-1-4 0,0 5 2 0,-3-4-10 16,0 7 0-16,4-3 3 15,-4 3 2-15,0 0-2 0,0 0 15 0,0 0-11 0,-4 16 11 16,4-7-5-16,-3 1 0 0,0 0 0 16,2-1-6-16,-2 5 6 0,3-3-5 0,-4 3 4 15,1-1 1-15,2 1-2 0,-2 0 4 0,-3-2 3 16,4 2 2-16,-3-3-61 0,-1 3 18 16,-2-3-5-16,1 3 23 0,0-4-15 0,-2-1 12 15,-5 3 5-15,4-3 14 0,-2 0-17 0,1-2 12 16,-4-2-9-16,1 3 0 0,1-1 1 0,2-1 10 15,-2-2-14-15,3 3 12 0,-1-6-17 16,1 4-22-16,0-3-8 0,2 3-31 0,2-4-43 16,-1 0-69-16,4 1-146 0,3-2-418 0,-2 1 65 15,2-1 48-15,0 0 77 0</inkml:trace>
  <inkml:trace contextRef="#ctx0" brushRef="#br0" timeOffset="110037.81">24922 7941 975 0,'0'9'243'15,"0"-1"-23"-15,0 2-23 0,3 4-2 0,-3 0-32 16,0 0-6-16,0 2-24 0,0 1-8 0,0 1-10 16,-3 3-17-16,3-3-9 0,0 1-2 0,-3 3-15 15,0-5-8-15,-4 7-33 0,0-3-67 0,-4 2-82 16,-8 2-228-16,4-1-352 0,-2 0 45 15,-6-5 95-15,-1-2 43 0</inkml:trace>
  <inkml:trace contextRef="#ctx0" brushRef="#br0" timeOffset="111262.3">20150 9208 629 0,'0'0'172'0,"3"-5"-8"0,-3 5-13 16,5-3-29-16,-5 3-4 0,10 0-5 0,-10 0-1 15,13 0-27-15,-13 0 2 16,17 1 0-16,-7 4-23 0,1-3-3 0,-4 5 3 0,3-4-15 15,0 4 12-15,0 0-17 0,0 2-1 0,-3-1-2 16,4 0-2-16,-5 1-3 0,-2 0-6 16,2-1 1-16,-2 2-5 0,-4 3 2 0,3-4-8 15,-6 1 75-15,3-2 0 0,-3 2-16 0,2-2-2 16,-5 1-11-16,3-1-14 0,-1-1 1 0,-2 0-4 16,1-3-3-16,2 3-5 0,-1-6 5 15,-2 4-23-15,6-5-8 0,-6 1-12 0,6-1-18 16,0 0-8-16,0 0-29 0,-7-7-4 0,7 7 0 15,3-12-21-15,0 3-7 0,1-2 17 16,2 0-2-16,1-4-5 0,4-2 5 0,-1-1 17 16,3 1 6-16,-2-1 39 0,-1 0 4 0,0-1 16 15,0 7 18-15,-3-3 15 0,0 4 0 16,-1-1 18-16,-1 3-3 0,-2 1 8 0,1-2-18 16,-1 6 6-16,0-2-9 0,0-2-9 0,1 6-9 15,-1-3 6-15,-3 5 3 0,3-2-3 0,-3 2-1 16,0 0 1-16,0 0-8 0,0 0 13 15,-6 16-7-15,5-9 9 0,-2-1-12 0,0 3 7 16,0 4 3-16,0-5-2 0,-1 3-11 0,1 3 8 16,3-4 2-16,-4 4-5 0,4-3-5 15,0 2-12-15,0-1 4 0,0-4 3 0,4 3-7 16,-1 1 7-16,0-3 0 0,-2 1-18 0,2-3 10 16,3-1 18-16,1 0-4 0,1 0-6 15,1 0-16-15,1-5 9 0,0 0 4 0,1 4-4 16,2-3 1-16,-1-2-1 0,0 0-3 0,-2 0 10 15,1 0-8-15,-1 0 3 0,-3 0-10 0,4 0 7 16,-11 0-2-16,13-1-6 0,-6 0 1 0,-7 1 0 16,14-3-3-16,-14 3-3 0,10 0 1 15,-10 0-11-15,0 0 3 0,10 0-8 0,-10 0-40 16,0 0-27-16,0 0-4 0,0 0-29 0,8 3-40 16,-8-3-85-16,0 2-67 0,0-2-414 15,0 0 22-15,-8 7 60 0,8-7 43 0</inkml:trace>
  <inkml:trace contextRef="#ctx0" brushRef="#br0" timeOffset="111570.31">20697 9228 711 0,'0'0'195'0,"0"0"73"0,0 0-22 16,0 16-31-16,-3-9-23 0,3 2-15 0,0-1-6 16,0 0-30-16,0 6-10 0,0-3-9 0,0 0-12 15,-3 2-7-15,3-1-19 0,0 1-81 16,0-1 10-16,0 1-3 0,0 2-10 0,0-4 3 15,-1 3-24-15,-2-3-30 0,3 4-31 0,0-5-74 16,-3 4-200-16,3-4-338 0,0-2 88 16,3 2 32-16</inkml:trace>
  <inkml:trace contextRef="#ctx0" brushRef="#br0" timeOffset="111987.08">20848 9241 650 0,'9'-4'276'0,"-2"3"-35"16,1 0-19-16,2 1-17 0,-1 2-26 0,-1 2-20 16,2-2-16-16,0 5-4 0,1 0-11 0,-4 1-13 15,2 1-10-15,-5 0-16 0,2 1-4 0,-1 3-1 16,1-1-2-16,-6 1-13 0,0-1 6 0,0 2-27 15,-3-2-61-15,0 4 1 0,-5-1 1 16,2-3 9-16,-1 2-3 0,3-3 2 0,-2 1 8 16,-5-3-7-16,5 1 14 0,-1-3-6 0,0 1 11 15,0-4-6-15,3 2-6 0,-2 0 10 16,2-4-5-16,-2-2 8 0,6 0-10 0,0 0-5 16,-14 0 4-16,14 0-4 0,0 0-1 0,-7-2-4 15,7 2 12-15,0 0-5 0,-3-6-2 16,3 6-3-16,0 0 7 0,0 0-12 0,0 0 3 15,0 0 2-15,13-7-8 0,-13 7 8 0,0 0-2 16,24 7-1-16,-10-6 11 0,-4 5-11 0,3-3 21 16,2 2-13-16,1 2-15 0,2-4-3 15,-2 5-30-15,-1-2-47 0,5 0-120 0,-3 0-159 16,4 1-322-16,3 0 26 0,-4-4 63 0</inkml:trace>
  <inkml:trace contextRef="#ctx0" brushRef="#br0" timeOffset="112403.79">22482 9025 726 0,'0'0'251'0,"10"0"-23"16,-10 0-18-16,17 3-26 0,-10 1-12 15,3 1-13-15,1 1-24 0,-2 2-2 0,1 1-5 0,-2 0-18 16,2 3 0-16,-3-2-20 0,-1-1-8 16,2 1-8-16,-5-1-2 0,0 4-11 0,1-2-7 15,-4-3 5-15,0 3 2 0,0 2-10 0,-1-5-7 16,-2 2-13-16,0-2-6 0,-1 2-25 16,-3-3-20-16,1 1-31 0,2-1-8 0,1 0-31 15,0-4-86-15,-1 1-196 0,1-2-308 16,3-2 24-16,0 0 52 0,0 0 67 0</inkml:trace>
  <inkml:trace contextRef="#ctx0" brushRef="#br0" timeOffset="112621.29">22649 9003 749 0,'0'-4'267'0,"0"4"-19"16,0 0-10-16,0 0-8 0,0 0-20 0,0 0-25 15,-7 13-14-15,4-6-12 0,2 5-3 16,-2 0-28-16,0-4-15 0,0 7 2 0,0-3-82 15,2 3-15-15,-2-2 10 0,3-1 0 16,0 2-12-16,-4-2 2 0,4 2 7 0,0 0-4 16,4-3-6-16,-4-1-12 0,4 3 4 0,-1-3-4 15,3-1-11-15,-2-1-20 0,5 0-31 0,-1 0-36 16,-1-4-74-16,3 1-117 0,4-2-260 0,-4 1-91 16,0-3 36-16,4-1 58 0</inkml:trace>
  <inkml:trace contextRef="#ctx0" brushRef="#br0" timeOffset="112920.41">22902 9162 739 0,'0'0'215'0,"4"-2"-23"0,-4 2-7 0,0 0 7 16,0 0-18-16,16 8-11 0,-13-2-45 16,2-2-41-16,-5 1 2 0,3 3 1 0,1 0 4 15,-4 0-10-15,0 3 59 0,0-3 6 0,0 2-22 16,0 1 1-16,-4 0-5 0,1 0-3 15,-2 3-8-15,-1-3-15 0,2 2-10 0,-5-1 10 16,2 1-97-16,-1-2 23 0,2-3-3 16,-1 1 0-16,1-1-5 0,2 0 0 0,-3-1 8 15,5 0-3-15,-3-4-7 0,2 3 7 0,0-4-2 16,2 4 0-16,1-6-11 0,-3 8 6 0,3-8 9 16,0 0-12-16,7 4-10 0,2-1-10 0,-1-3-14 15,-8 0-9-15,24-3-24 0,-7 3-48 16,0-1-56-16,3 1-106 0,1-2-253 0,-1-2-156 15,1 2 34-15,-3-2 81 0</inkml:trace>
  <inkml:trace contextRef="#ctx0" brushRef="#br0" timeOffset="113270.66">23227 9136 747 0,'0'0'299'0,"0"-5"-30"0,0 5-15 16,6-5-16-16,-6 5-36 0,0 0-23 0,0 0-13 16,15 7-22-16,-9-4-3 0,0 2-21 0,-2-2-10 15,4 4-13-15,-2 0-5 0,-2 3-7 0,2-3-11 16,-2 3-10-16,3-1-8 0,-7 3-2 16,3 0-3-16,-3-2-2 0,0 3-6 0,-3-3-2 15,-1 4 0-15,0-4-59 0,-2 2 1 16,-1 1-9-16,1-1 11 0,-2 1-1 0,1-5 11 15,1 2-8-15,-1-3 8 0,1 1 8 0,1 0 4 16,-1-2-4-16,5-2-11 0,-2 2 11 0,0-3-16 16,0 3 8-16,3-6 7 0,-1 6 11 15,1-6-13-15,4 4 5 0,-4-4-5 0,13 0 6 16,-2 0-6-16,-1 0-18 0,4 0-31 0,0-1-10 16,3 1-23-16,0 0-25 0,4-1-67 0,-2-4-159 15,6 4-399-15,-1 1 77 0,3-6 40 0,1 2 73 16</inkml:trace>
  <inkml:trace contextRef="#ctx0" brushRef="#br0" timeOffset="113919.45">24344 8865 775 0,'0'0'230'15,"0"0"-20"-15,0 0-13 0,0 0-28 0,8 16-23 16,-5-11-7-16,-3 2-12 0,5 1-1 0,-4 1-13 15,0-1-19-15,5 0-9 0,-3-1-24 16,1 3 29-16,0-3-13 0,0 0-24 0,2 1 6 16,1-4 0-16,-1 2 0 0,5 0-3 0,-4-4-15 15,6 2 10-15,-2 0-10 0,2-2-7 16,2-2-6-16,-2 0 8 0,0 0-16 0,1-2 6 16,0-2-6-16,0 0 3 0,-4-3 3 0,7 0-13 15,-7-1 33-15,0-2-46 0,1 2 10 0,-4-7 8 16,2 5-11-16,-2-5 1 0,0 5-3 15,-3-1-10-15,-1 1 5 0,1 0 0 0,-1 1 8 16,0 5-13-16,-3-2-8 0,3 4 13 16,-3 2 0-16,0 0 8 0,0 0-11 0,0 0-2 15,0 0 5-15,-6 17 0 0,3-7 10 0,3-2-15 16,-1 7 10-16,-2-3 5 0,3 3 1 0,-3 3-19 16,3 2 11-16,-3-1-1 0,3-1 6 0,-1 0 12 15,0-1-12-15,-5 2 7 0,6-1-7 16,-3-1 10-16,0 0-10 0,-1-4 27 0,1 1-9 15,-4 0 0-15,4-3-6 0,-1 3 11 0,-6-4-3 16,6-2 8-16,-5 2-11 0,2-3 4 16,-1 0-6-16,-2-2 2 0,0 1 62 0,-1-2 3 15,-2-1-19-15,3 0-1 0,-4 1-6 0,4-3-3 16,-1 1-10-16,1-1 0 0,2 0-12 16,-4-1-3-16,2 3-18 0,3-3-13 0,7 0-16 15,-21-3-37-15,15 3-37 0,-1 0-84 0,0-1-309 16,7 1-357-16,-7-3 129 0,7 3 15 0,0-7 79 15,0 7 41-15</inkml:trace>
  <inkml:trace contextRef="#ctx0" brushRef="#br0" timeOffset="114287.33">24792 9101 839 0,'7'-1'338'16,"4"0"-44"-16,-4 1-2 0,3-2-23 15,-10 2-28-15,22 3-32 0,-14 0-22 0,2 2-13 16,1 3-12-16,-1 0-6 0,0-1-5 0,-2 2-41 16,-2 1-69-16,-2 0-5 0,-1-1-3 0,0 5-2 15,-3-3 15-15,-3 3-13 0,0-3-2 0,-1 3 4 16,-2 2-1-16,2-4-16 0,-3 2 0 16,0-2 12-16,2 1-7 0,-3-5 0 0,4 2-5 15,-3-2 5-15,3 2-5 0,-2-2 3 0,3-1 2 16,3 0 2-16,-1 0-14 0,0-4 94 15,2 4 15-15,3-1-2 0,3-4-52 0,4 1 6 16,2 1-13-16,0-1-80 0,5-3 11 0,2 0 15 16,3 1 8-16,1-1-16 0,-2 0 19 15,2 3-6-15,3-6-2 0,-7 6-3 0,4-6-10 16,-3 3 7-16,-4 0-4 0,0 0-21 0,-1 0-3 16,-4 0-35-16,0 0-19 0,-5 3-27 0,-3-3-39 15,-4 0-105-15,0 0-601 0,0 0 99 0,-12 4 39 16,-7-4 102-16,-1 0 62 0</inkml:trace>
  <inkml:trace contextRef="#ctx0" brushRef="#br0" timeOffset="115270.19">20533 10234 637 0,'10'-1'269'0,"0"0"-29"0,-2 0-96 15,-8 1-11-15,20 2-26 0,-9-1 3 0,-1 5-23 16,-1-3 3-16,2 4-13 0,-1 1-6 16,-3 0 4-16,0 0-22 0,0 1 11 0,-4 1-2 15,1-2-8-15,-1 2 9 0,-3 1-14 0,-3-1-8 16,3 1 13-16,-4-3-11 0,1 4-12 0,-4-1 5 16,3-2 2-16,-2-1-4 0,2 1-11 0,-2-2-8 15,5-1 11-15,-2-1-3 0,-1 1-39 0,1-4-2 16,3-2-15-16,0 5-13 0,0-5 0 15,0 0 0-15,0 0 0 0,17-7-13 0,-13 1-15 16,5-4 20-16,-1-1-10 0,2-2 0 0,0-3-5 16,1 4 20-16,-1-6 1 0,3-1 24 15,-5 6 7-15,2-5 17 0,-4 5 20 0,1-3 16 16,0 6 25-16,-3-1 3 0,2-1 26 0,-2 4-18 16,-1 3-1-16,0-2-14 0,-3 2 27 15,0 5-38-15,0-7 10 0,0 7-15 0,0 0 8 16,0 0 74-16,-17 12 5 0,10-3-21 0,0 0-12 15,1 0-5-15,-1 1-3 0,1 5-13 0,1-1-2 16,-1-2-3-16,2 5 2 0,4-2-12 0,-3 0-2 16,3-3-19-16,0 3-2 0,3 2 20 15,1-4-12-15,2 0-9 0,2 4-6 0,-1-7-11 16,2 5-1-16,2-7-19 0,-1 2-26 0,3-2-36 16,-1 3-31-16,4-8-48 0,-2 2-75 0,-4 0-163 15,7-5-403-15,-6 0 93 0,2-5 41 16,1 0 90-16</inkml:trace>
  <inkml:trace contextRef="#ctx0" brushRef="#br0" timeOffset="115453.33">21005 10278 760 0,'-7'16'258'16,"4"-7"-22"-16,0 1-19 0,-2 2 6 0,2-1-34 15,0 4-17-15,-1 2-13 0,1-2-21 0,-1 3-5 16,1 0-15-16,-3 3-16 0,1-3-7 0,5 0-6 15,-3 0-27-15,0 4-21 0,0-5-62 16,2 1-99-16,-5 0-218 0,6-1-358 0,0-3 30 16,0-3 62-16,0 0 72 0</inkml:trace>
  <inkml:trace contextRef="#ctx0" brushRef="#br0" timeOffset="115870.56">21176 10281 775 0,'7'-3'259'15,"-7"3"-26"-15,19 4-8 0,-11-3-26 0,5 4-22 16,-3 0-3-16,-2 3-25 0,2-1-14 0,-3 3-7 16,-1-2-13-16,-2 6-7 0,0-3-3 0,-4 1-16 15,0 1 11-15,-4-1-20 0,-3 1-4 16,3 1 6-16,-5-3-28 0,2 3 0 0,-1-3 2 15,2-3-10-15,2 1-10 0,-2-1 10 0,3 0-23 16,-1 1 10-16,4-2-9 0,0-1-1 16,4-1-3-16,-1 2 0 0,3-1 6 0,1 1-11 15,4-2 11-15,-1 2-16 0,0 1 6 0,4-1 4 16,-4 3 1-16,4-2-3 0,-1-1-1 16,0 3-1-16,-1-2-6 0,-3-1-5 0,1 3 0 15,-2-3 3-15,-1 0 0 0,-1 1 4 0,1-1 9 16,-4 1 10-16,-3-4-6 0,-3 5 6 0,0-1 0 15,-4-1-6-15,0 1 11 0,-7-2-23 16,1 2 0-16,-5-4 10 0,2 5 7 0,-2-5-9 16,-1 0-3-16,4 1 2 0,-2-3-15 0,0-1-2 15,4 1-6-15,-1-2-35 0,7 0-69 0,-3-2-144 16,3 1-533-16,3-1 6 0,4-3 97 16,4-3 47-16,3 1 99 0</inkml:trace>
  <inkml:trace contextRef="#ctx0" brushRef="#br0" timeOffset="116570.23">22663 10226 650 0,'6'-4'227'0,"1"0"-24"16,1 4-19-16,1-2-2 0,-9 2-24 16,21 0-9-16,-9 2-19 0,0-1-7 0,2 5-25 15,-4-3 4-15,4 5 0 0,-1-1-12 0,-3 1-8 16,1-1-8-16,-5 3 11 0,-2-2-9 0,2 4-12 15,-5-1-2-15,-1-2-3 0,0 1-1 16,-1-2-9-16,-2 4 0 0,0-1-6 0,-1-2 1 16,-2 1-8-16,-1-2-1 0,3-1 4 0,-2 1-11 15,5-2 18-15,-5-2-18 0,3 3-7 16,2-6-16-16,-2 5-23 0,3-6-33 0,0 0 10 16,0 0-3-16,0 0 1 0,0 0 4 0,0 0-12 15,10-16 0-15,-6 5-5 0,2-1-8 16,2-1 12-16,-2-1 1 0,-2-3 5 0,2 0 13 15,-2 1 2-15,2-1 13 0,2 3 16 0,-5-3 30 16,1 7 13-16,-1-3 18 0,0 3-13 0,-3 0-8 16,3 3 1-16,-3 3-9 0,0 4 11 15,-3-6 8-15,3 6 0 0,0 0 4 0,0 0 4 16,-21 10-14-16,15-2-5 0,-4 2-7 0,3 3 2 16,0-1-7-16,0 2 5 0,0 3-11 0,1-4-2 15,2 5 5-15,1-5-2 0,-1 4 12 16,3-2-25-16,0-1 4 0,2-1-12 0,-1 2 3 15,1-2-18-15,3-1-13 0,2-2-34 0,-2 3-15 16,3-3-46-16,-1-3-130 0,5 3-474 0,-4-6 56 16,3 0 26-16,1 0 87 0</inkml:trace>
  <inkml:trace contextRef="#ctx0" brushRef="#br0" timeOffset="116872.35">23070 10301 665 0,'6'-2'274'0,"2"-3"-23"0,-2 4-13 16,1 1-21-16,-7 0-25 0,18 0-10 0,-9 0-13 15,-2 4 3-15,3 0-21 0,-2-2-87 16,2 4 7-16,-1 3-4 0,-1-2-16 0,-1 1 13 16,-1 2-5-16,-2-2-3 0,-1-1 3 0,0 4 13 15,-3 1-13-15,0 0-13 0,-3-4 18 0,0 6-18 16,-1-3 0-16,-2-1-23 0,-1 3 15 15,-1-3-2-15,-1 3-13 0,2-2 13 0,0-1-8 16,0-2 5-16,3 0-12 0,-2 1-6 0,2-1-2 16,1-2-5-16,0 0 4 0,0-1-4 0,3-5-16 15,3 8-2-15,3-3-31 0,1-3-15 0,0-1-49 16,4-1-31-16,-1 0-91 0,3 0-308 16,-2-1-151-16,2-1 20 0,4-3 70 0,-3-3 61 15</inkml:trace>
  <inkml:trace contextRef="#ctx0" brushRef="#br0" timeOffset="117286.87">23439 10283 980 0,'3'-7'274'16,"3"7"-39"-16,-6 0-22 0,11-4-16 0,-4 1-15 15,-7 3-24-15,13 5 3 0,-5-3-27 16,-1-2 4-16,-1 6-23 0,1 0 8 0,-1-1-16 15,-1 3-9-15,-2-1 9 0,3 3-17 0,-5-2 4 16,2 2-7-16,-3 1-17 0,-3-1 4 16,-1 1-3-16,1-3-9 0,0 0-8 0,-2 2-6 15,-1-1-4-15,2-1 4 0,-2 0-14 0,3-1-4 16,2 1 9-16,-5-1-19 0,6-1-7 0,-3-2 5 16,3 2-3-16,3 0 11 0,-3-6-8 15,3 9-8-15,1-5-7 0,2 2 10 0,-2-2 2 16,2 3-7-16,-1-3 2 0,1 0 0 0,1 2-2 15,-1 0-11-15,1-1 16 0,0 1 2 0,-3-4-4 16,-1 4 4-16,1-2-2 0,-1 3 2 16,0-3 8-16,0 0 0 0,-3 3-18 0,0-2 11 15,0-5-4-15,-6 12-1 0,3-7-4 0,-1-2-12 16,-2 4 18-16,-2-4-8 0,-2 4 0 0,3-2-15 16,-2-2-28-16,1 2-8 0,-2-2-34 15,0-1-79-15,2 2-194 0,5-2-497 0,-3-2 121 16,6 0 38-16,0-8 56 0,0 8 87 0</inkml:trace>
  <inkml:trace contextRef="#ctx0" brushRef="#br0" timeOffset="117852.47">24823 10093 844 0,'-3'8'266'0,"3"-1"-22"15,0 0-19-15,0-4-15 0,0 5-29 0,3-1-14 16,-3 1-26-16,4 0-11 0,-1-1-10 0,3 2-4 15,-1-2-11-15,3-1-11 0,-3 0-14 0,2 1-6 16,3-4-5-16,-3 4-8 0,3-7-9 16,-3 5-6-16,3-4 2 0,-10-1-2 0,17-1-5 15,-10-4-10-15,3 4 5 0,0-5-16 0,-3 2 6 16,1-3-16-16,1 0 0 0,-2-3 1 16,-3 0-6-16,6-3-13 0,-6 1 8 0,2-1-2 15,-2 2 4-15,-1 1 14 0,0-1-16 0,1 1-3 16,-4 3-2-16,3 3-3 0,1-3-2 15,-4 5 0-15,0 2 25 0,0 0-15 0,0 0-5 16,0 0 5-16,0 0 5 0,0 0-5 0,0 20 15 16,-4-10-2-16,4 3 3 0,-3 3-11 0,3 1 7 15,-2 2-4-15,0 2 15 0,-1 0-7 16,3 4-6-16,-3 0 5 0,3 0 8 0,0-2-10 16,-3 1-3-16,2-5 0 0,-2 5 8 0,0-6 8 15,0 3 0-15,-2-3-14 0,-1-2 19 16,2 0-3-16,-2-2 0 0,-1 1-10 0,-4-1 3 15,1-3 7-15,0-1-13 0,-4 1 16 0,4-2-8 16,-4-2-5-16,1-2-8 0,-1 2-5 0,0-6-7 16,1 4-37-16,-1-3-19 0,4-2-42 15,0 0-105-15,-1 1-404 0,5-2-141 0,2-1 38 16,1-3 93-16,3 5 61 0</inkml:trace>
  <inkml:trace contextRef="#ctx0" brushRef="#br0" timeOffset="118202.81">25294 10381 816 0,'12'1'276'16,"-6"0"-27"-16,1 0-27 0,-1 3-24 16,-2 1-4-16,0-1-22 0,-1 0-29 0,0 3 5 15,-3 0-25-15,-3 0 13 0,0-1-36 0,-2 4-3 16,-4-1-15-16,2 0 0 0,0 1-13 15,-3-1 10-15,0-1-17 0,3 2-14 0,1-2-9 16,-2-1 2-16,4 3-11 0,-2-2-4 0,3-1 5 16,2 3-1-16,-2 2-4 0,3-4-8 0,0 3 0 15,0-2 0-15,3 1 2 0,-2 3-2 0,5-1 0 16,-3-4 10-16,-2 6-7 0,2-3-19 0,0-1 19 16,1 3-6-16,-3-4 6 0,-1 1 9 15,0 3-1-15,-1-4-19 0,-3 1 10 0,-2-2 62 16,-4 3 0-16,0 0-15 0,-1 0 2 0,-6-2 5 15,-4-1-33-15,-6 2-59 0,-7-2-41 16,-3 2-263-16,-15 1-505 0,-6-7 31 0,-1 1 115 16,-9-5 87-16,-3-6 49 0</inkml:trace>
  <inkml:trace contextRef="#ctx0" brushRef="#br0" timeOffset="118885.97">20482 11497 501 0,'0'0'220'0,"6"-4"-46"16,-6 4 18-16,4 0-33 0,-4 0-13 0,14-2-5 15,-8 1-16-15,-6 1 67 0,15 0-15 0,-5 0-16 16,-1 1-13-16,-2 1-7 0,4-2-18 15,-1 5-10-15,0-2-8 0,1 4-5 0,-1-1-83 16,-1-2-17-16,-1 4 34 0,-1 0-19 0,0 1 11 16,-4-1-1-16,3 5-4 0,-5-4-1 15,2 1-2-15,-3 3-2 0,-3-1-6 0,3-2-15 16,-4 2-18-16,-2 1-36 0,-1 0-33 0,0-1-98 16,0-5-109-16,3 1-395 0,-2 2 72 15,2-5 20-15,1-2 70 0</inkml:trace>
  <inkml:trace contextRef="#ctx0" brushRef="#br0" timeOffset="119120.28">20759 11448 911 0,'0'0'286'0,"-18"16"-24"16,15-12-19-16,-4 4-15 0,4 2-26 15,-1 2-23-15,-2-2-15 0,3 4-8 0,2-3-64 16,-6 6-31-16,4-2-22 0,3-4 7 0,0 6 0 16,0-4-5-16,0-1-5 0,3 3-8 0,-3-1 3 15,7 0-13-15,-3 0-18 0,3-3-16 0,3 3-30 16,0-6-69-16,3 2-118 0,-2-2-338 16,3 0-92-16,2 1 49 0,-1-9 56 0</inkml:trace>
  <inkml:trace contextRef="#ctx0" brushRef="#br0" timeOffset="119369.25">21026 11626 775 0,'0'0'310'15,"0"0"-103"-15,0 0-17 0,6 8-9 16,-3 1-17-16,-2-4-15 0,-1 3-16 0,3 1-5 15,-3 1-23-15,3-1 2 0,-3 4-15 0,0-2 11 16,0 3-14-16,3-3-9 0,-3 4-14 16,0-2 3-16,0 1-15 0,0 0 0 0,-3-2 2 15,3 2-7-15,0-3-29 0,0 3-33 0,0-3-56 16,0-3-69-16,0 4-136 0,0-3-445 0,0-3 69 16,3-1 33-16,-2 1 92 0</inkml:trace>
  <inkml:trace contextRef="#ctx0" brushRef="#br0" timeOffset="119769.91">21264 11589 701 0,'-3'9'253'0,"0"1"-4"0,3 0-47 15,0 3-5-15,0-1-31 0,3 1-22 16,-3-1-11-16,3 3-8 0,1-1-5 0,-3-3-22 16,5 4 2-16,-3-5-13 0,1 0 0 0,2-2-11 15,-2 2-14-15,6-4-1 0,-6 0-4 0,6-3-14 16,-1-3 1-16,2 0-14 0,0-3 4 16,3-3 1-16,-1-2-4 0,4-1-16 0,-3-7 11 15,-1 4-18-15,4-2 7 0,-6-1-7 0,3 3 12 16,-4-1 11-16,0 3-5 0,-3 3-14 15,0-1-1-15,-1 4-1 0,1-2-8 0,-4 6 14 16,-3 0 4-16,0 0-15 0,15 8 11 0,-12 1-3 16,-3-1 15-16,3 6-16 0,0 3-6 15,0 0-1-15,-2 2 13 0,-1-1 10 0,3 6-10 16,-3 1-8-16,4 1-10 0,-4 2-21 0,4-2-43 16,-1 0-92-16,3 1-151 0,4-1-461 0,-2-1 90 15,2-5 51-15,-3-8 56 0</inkml:trace>
  <inkml:trace contextRef="#ctx0" brushRef="#br0" timeOffset="120202.73">22815 11416 1028 0,'5'-2'277'0,"-5"2"-21"16,10-5-28-16,-10 5-11 0,14 5-17 0,-7-4-18 15,3 2-24-15,0 4-9 0,0-1-3 16,-3-1-18-16,4 2-21 0,-4 1 6 0,-1 2-18 16,1 1-11-16,-1 0 8 0,-1-1-10 15,-2 2-3-15,0-1-9 0,-3-1-1 0,0 4-16 16,-3-3-68-16,0 2 2 0,-1-2-7 0,0 3 12 15,-2-2-5-15,-1 1-23 0,-3-1-4 0,2-2-40 16,-1 1-61-16,-1 0-71 0,-1-1-213 0,4-3-345 16,1-1 107-16,2-4 28 0,4-2 79 15</inkml:trace>
  <inkml:trace contextRef="#ctx0" brushRef="#br0" timeOffset="120436.77">22971 11423 941 0,'-4'8'305'0,"-2"2"-28"0,5 0-22 16,-3 0-22-16,1 4-18 0,0-5-28 16,3 5-28-16,0-3 0 0,0 3-100 0,0-4-1 15,0 3-1-15,3-1-14 0,0-2 3 0,2-2-5 16,1 5-7-16,1-4-4 0,0-1-19 15,7 1-42-15,-4-1-31 0,0-5-112 0,1 4-261 16,2-4-246-16,1 1 52 0,-4-4 19 0</inkml:trace>
  <inkml:trace contextRef="#ctx0" brushRef="#br0" timeOffset="120769.63">23233 11561 724 0,'0'0'287'0,"8"-2"-24"15,-8 2-14-15,0 0-32 0,0 0-17 0,10 7-16 16,-7-5-7-16,3 5-8 0,-5-1-16 16,6 2-86-16,-4 0 2 0,-2 0 5 0,2 2-10 15,-3 0 5-15,0-1 3 0,0 5-11 0,-3-4-15 16,-1 4 3-16,0-2-8 0,0 1 23 0,-5-2-28 16,5 2 12-16,-5-1-12 0,1-2-2 15,1 3-1-15,0-5-8 0,1 0-2 0,-1 0-2 16,0-2 12-16,3 1-2 0,-2 0-11 0,3-2 1 15,-1-1-1-15,1 2 8 0,-1-5-7 0,4-1 2 16,-4 10 8-16,4-10-11 0,0 5 6 0,0-5 2 16,8 2-10-16,-8-2-3 0,10 0-2 15,-10 0 13-15,16 0-1 0,-5 0-43 0,-1 0-10 16,0 0-31-16,1 0-10 0,2-2-20 0,-2-3-55 16,-1 5-119-16,0 0-91 0,4-3-403 15,-1-2 94-15,-3 3 48 0,1-3 55 0</inkml:trace>
  <inkml:trace contextRef="#ctx0" brushRef="#br0" timeOffset="121159.3">23459 11514 724 0,'0'0'253'16,"0"0"11"-16,0 0-31 0,0 0-18 15,-10 12-23-15,9-5-8 0,-2 1-30 0,3-1-16 16,0 3 3-16,0-3-21 0,0 1-20 0,0 2 0 16,0-3-3-16,0 1-15 0,3 0-10 15,-2 0 2-15,-1-4 15 0,4 4-37 0,-1-1 60 16,1-6-4-16,2 6-8 0,-2-5-19 0,5 1-4 16,-1-2-8-16,-8-1-2 0,17-4-8 0,-6 4-13 15,-2-7 15-15,1 2-17 0,0-4 2 0,1 1-5 16,-1-5-13-16,1 5 0 0,-4-2-2 0,2 2-3 15,-5 1 10-15,3-2-2 0,0 5-11 16,-1-1-7-16,-2 1 10 0,-1 1-13 16,-3 3 8-16,0 0 10 0,0 0-15 0,4 15 8 0,-5-8-3 15,1 4 0-15,-3 2-26 0,3-1 8 16,-3 5 5-16,0-2-2 0,3 3 4 0,-4-1-7 16,4 4 5-16,-3-2 3 0,3-1-5 0,-3 2-24 15,3-1-38-15,-4-1-64 0,4 0-143 16,0-1-573-16,0-2 30 0,0-1 107 0,0-5 57 15,4-6 51-15</inkml:trace>
  <inkml:trace contextRef="#ctx0" brushRef="#br0" timeOffset="121919.73">24694 11357 652 0,'6'12'259'16,"-2"-5"-11"-16,-1-1-48 0,0 3-11 0,5 1-23 15,-2-3-22-15,-2 3 2 0,6 2-21 0,1-2 77 16,0 1-28-16,-3-3-12 0,6 1-22 0,-3-1-22 16,1 0 0-16,0 1-8 0,1-2-2 15,1-6-24-15,-1 6-7 0,-3-6-3 0,4 1-10 16,-2-2 0-16,0 0-10 0,-1-2 0 0,1 1-11 15,-4-6-7-15,2 3 0 0,0-3-6 16,1-3-17-16,-4-2 13 0,3 2-1 0,-4-5-14 16,-1 5-11-16,1-5 12 0,-2 5-4 0,2 2 7 15,-1-1-4-15,-3 0-14 0,1 3-2 16,-3 2 8-16,4 0 2 0,-4 4-8 0,0 0 6 16,0 0-8-16,0 0 15 0,4 15-5 0,-4-5 5 15,3-2-5-15,-3 7 0 0,0-1 11 0,0-1-14 16,0 2 11-16,0 3 0 0,0-1 2 0,-3 4-4 15,2-2-60-15,-2-1-2 0,3-1 12 16,-4 1-12-16,0 1 28 0,-2-3 3 0,3-3 2 16,-1 3 18-16,-2-2-5 0,3-5-1 0,-5 1 6 15,4 0 11-15,-5-2-16 0,2-1 10 16,-1-1 2-16,-2-2 1 0,0 1-3 0,-1-2-2 16,-1 2 10-16,2-3-19 0,-2-2-11 0,2 1-27 15,-2 1-12-15,4 1-54 0,-2-3-52 16,3-5-147-16,0 5-485 0,0-1 111 0,1-2 17 15,2-2 83-15</inkml:trace>
  <inkml:trace contextRef="#ctx0" brushRef="#br0" timeOffset="122305.34">25261 11556 721 0,'0'9'228'16,"0"-2"-18"-16,3 4-13 0,-3-3-18 0,0 2-7 15,3 0-29-15,-3 2-5 0,5-2-12 0,-2 0-16 16,5 2-8-16,-3-2-12 0,2-2 7 16,0 0-18-16,0 0-7 0,3-4-5 0,-1 1-16 15,2-2 0-15,-1 1-2 0,-3-3-11 0,4-2 11 16,-1-3-19-16,0 0 6 0,1-2-2 0,2-2-14 15,-3-7 1-15,1 5 4 0,-1-5-2 0,-3-2-2 16,5 5-1-16,-7-2 29 0,2 0-16 16,-1 4-2-16,-2 2-3 0,0-2 0 0,-1 7 10 15,0-1-9-15,-3 4-6 0,0 0 7 0,0 0 14 16,0 0-11-16,-17 8-7 0,10 1 2 16,1-1-3-16,-1 7 1 0,-1-1-13 0,-1-1 10 15,-1 2-8-15,-1 2-7 0,4-2 7 0,-3 3 19 16,3-1-37-16,-4-1-15 0,2 1-46 0,-1-2-51 15,-4 1-95-15,4-4-263 0,-2-4-270 16,-4 1 47-16,2-5 64 0,0-3 63 0</inkml:trace>
  <inkml:trace contextRef="#ctx0" brushRef="#br0" timeOffset="124386.72">24174 10461 422 0,'0'0'125'0,"0"0"-10"16,0 0-4-16,0 0-9 0,0 0 0 0,0 0 24 15,0 0-11-15,0 0-18 0,0 0 6 16,0 0 7-16,0 0 7 0,0 0-7 0,0 0-10 15,0 0 3-15,0 0-93 0,0 0 5 0,0 0 3 16,0 0-5-16,0 0 2 0,0 0-4 16,0 0 24-16,-24 4 1 0,20 0 23 0,1 3 0 15,0 1-8-15,1 2 13 0,-3 3 62 0,1-1-11 16,1 3-5-16,-1 2-3 0,1 0-7 0,0-1 3 16,-1 7-16-16,-2 0-16 0,2-2 4 15,-3 4-1-15,5-1-10 0,-3 1-67 0,-1 1 3 16,-1 4-5-16,3-2-10 0,-6 6 12 0,6-3 8 15,-2 1 21-15,4-2-16 0,-3 2 5 16,-1 1-4-16,4-1 7 0,-1 1-16 0,0-5 16 16,0 3-10-16,3-1 2 0,-1-2 0 0,-2 7-2 15,3-9-11-15,-3 6 8 0,0-3 6 16,3-1-6-16,-4 3-8 0,4-2 14 0,-3-4-1 16,0 5-3-16,1-2 9 0,1-3-16 0,-1 5 25 15,-1-3-27-15,3-2 12 0,0 1 0 0,-3-1-17 16,3 0 9-16,0-1 1 0,0-2-1 15,0-1-4-15,3 0 4 0,-3-1 3 0,0 3 6 0,0-4-14 16,0 3 11-16,0-3-13 0,0-1 7 16,0 3-2-16,0-2 8 0,0-2-8 0,3-1 8 15,-3 1-11-15,0-4 11 0,2-1-1 0,-1 3-7 16,-1-5-2-16,2 3 12 0,1-1-15 16,-3-4 7-16,3 2 1 0,1-2 2 0,2 1-5 15,1-1 8-15,1-1-3 0,1 1 8 0,1-1 5 16,4 0-8-16,-3-3-8 0,5 3-2 15,2-1 8-15,-1-1-10 0,3 1-1 0,1 0-2 16,0-4 0-16,2 5 2 0,4-4-2 0,1 2 8 16,2-3 2-16,-2 4-13 0,3-4 8 15,3 3-10-15,3-3 18 0,5 1-6 0,-2-2 3 16,-2 2 5-16,3 0-2 0,-3-2 5 0,-4 4-13 16,0-4 5-16,4 0-2 0,-4 1-1 0,-1 1 3 15,2-1-7-15,-3 1 17 0,8-2-12 16,-6 3-6-16,0-2-2 0,4-2 8 0,-4 3-3 15,4 1-3-15,-4-3-5 0,4 1 16 0,2 2-11 16,-1-1-2-16,1-2 0 0,-2 3 0 0,2-1 10 16,-4-3 0-16,1 3-10 0,-3 1 8 15,0-3-6-15,0 1 6 0,-3 1-16 0,0-1 5 16,0 1 8-16,-1-3-2 0,-2 1 7 0,-1 2 5 16,-3-3-5-16,0 1-7 0,0 1-3 15,0-2 2-15,-3 0 6 0,-1 0 2 0,4 0-18 16,-3 0 15-16,2-2-14 0,-6 2 19 0,4-1-2 15,-4-2-2-15,0 2-3 0,0 0-5 0,-3-1 5 16,2 0 10-16,-1-3 0 0,-2 3-10 16,1-4-2-16,-4 0 7 0,0 2 13 0,1-3-11 15,-1 0 9-15,-1 3-14 0,-1-4 19 0,-1 1-1 16,3-3 1-16,0-4-6 0,-1 4-10 0,-4-5 11 16,2 1-1-16,-1-2-7 0,2 1-1 15,0-6-4-15,-3-2 2 0,2 1-2 0,0-3-8 16,-3-4 5-16,2-1 0 0,-2-2 0 0,2-2 10 15,-1-3-13-15,1 2 3 0,-1-2-2 16,-3-1 4-16,4 2 8 0,-2-3-10 0,2 3 3 16,-2-11-6-16,3 5-7 0,0 9 13 0,-1-2-1 15,-2 0-2-15,2-2 5 0,-1 2-7 0,1 2 2 16,1-1-5-16,-1-2 12 0,-2-1-9 16,5 3-1-16,-4 1 1 0,1 0-1 0,-2-2 3 15,-1 3-5-15,1-1 13 0,-1-1-13 0,1 7 2 16,-1 0 1-16,-1-2 4 0,0 4-7 0,-2-1 8 15,0 1 4-15,0 1-12 0,0 3 13 0,0-4-6 16,0 3 1-16,0 0-1 0,-1 1 4 16,1-1-4-16,0 4-2 0,0-2 0 0,0-2-5 15,-1 4 2-15,-1-3-7 0,-1 3 20 0,3 1-4 16,-4 1-9-16,1-1 6 16,3 4-11-16,-1 0 18 0,-2-1-12 0,0 4-4 0,0-1 1 15,2-3 8-15,-5 6-1 0,3-2 1 0,1 2 0 16,-4-2-11-16,2 1 0 0,-2 0 3 15,0 0 5-15,2-1 3 0,1 4 66 0,-5-3-5 16,2 2-5-16,2-2-8 0,-2 2-5 0,2-2-5 16,-2 0-13-16,-2 2 3 0,2-1-1 0,2 2 9 15,-3-2-14-15,1 1-4 0,-2-1-11 16,2 4 5-16,-1-4 14 0,0 0-14 0,-3 1-10 0,6 3 8 16,-3-2-3-16,-2-2-5 0,1 1 6 15,2 3 1-15,-1-2 1 0,3-2 5 0,-5 1-15 16,4 3 7-16,-1-2-8 0,2-2 3 0,-5 1 3 15,5 0-5-15,-3 1 2 0,0 0-8 16,2-1 6-16,-3 0-6 0,1-3 3 0,0 3 3 16,3-1 5-16,-2-1-11 0,-1 1 8 0,2 1-2 15,-4-1-8-15,2 0 12 0,1 2-7 16,2-3 0-16,-5-1 3 0,1 4-1 0,1-3 1 16,1-1 2-16,-1 4-8 0,-1-3 1 0,2-1 10 15,-1 4-8-15,2-3 0 0,-4 2 7 0,5-2-7 16,-2 2 0-16,-1-1 8 0,1 0-3 15,4 0-2-15,-7-1 4 0,6 1 4 0,-1-1-11 16,1 0 7-16,0 0-12 0,2 0 5 0,-2-1 0 16,3 0 5-16,0 2-5 0,0-1 0 0,0 1 0 15,3-3-5-15,-2-2 10 0,2 5-12 0,-3-2-6 16,3 2-10-16,1-3-31 0,-1 1-48 16,-3 1-93-16,3-3-652 0,-3 4 7 0,4 0 123 15,-8-1 83-15,-2 1 50 0,2-7 57 16</inkml:trace>
  <inkml:trace contextRef="#ctx0" brushRef="#br0" timeOffset="126368.32">21918 10409 386 0,'0'0'154'16,"0"0"-29"-16,6-2 0 0,-6 2-4 15,0 0-14-15,4-4-17 0,-4 4 2 0,0 0-13 16,0 0 1-16,0 0 12 0,0 0 5 0,0 0-2 16,0 0 7-16,0 0-2 0,9 8 5 0,-9-8-69 15,-3 11 7-15,6-5-4 0,-6 2-9 0,3 5 1 16,3-4 8-16,-3 7 12 0,0-4-15 16,1 7 7-16,-1-2-7 0,0 2-3 0,0-2 0 15,0 5 83-15,0-1-22 0,3 0-9 16,-3 0 4-16,0 2-4 0,0-1-8 0,0 1-3 15,0 4-82-15,0 1 13 0,0-1-12 0,-3-1-4 16,3 5 17-16,0-1-1 0,0-2 7 16,0 4-9-16,0-4 2 0,3 9 3 0,-3-3 5 15,4 0 5-15,-4 0-11 0,3 2 9 0,-2-3 2 16,2-1 12-16,-3 0-25 0,0-4-7 0,3 4 9 16,-3-2 1-16,0-2 0 0,0 3 5 0,3-2-1 15,-2-1-6-15,-1-1-9 0,3 1 23 16,-3-3-20-16,3 0-10 0,-3 0 13 0,4 0-3 15,-4 0 2-15,3-8-4 0,1 5 9 0,2-4 14 16,-5 0-18-16,5-1 4 0,-2-2-2 16,2-1-2-16,-2-2 12 0,0 4-10 0,3-7-2 15,-4 3 7-15,3 0-7 0,1-4 9 0,1 6 4 16,-2-5-19-16,1 0 8 0,0 1 8 0,3-2-13 16,-3 2 3-16,3 4 7 0,-3-3 0 15,0-1-10-15,0 2 3 0,3-2 10 0,-4-2-1 16,-2 2-4-16,6-2-8 0,-6-1 10 0,3 3-7 15,-1-3-1-15,2-1-2 0,-2 1 0 0,1-2 6 16,-1 2-6-16,1-1 5 0,1-4 2 0,2 5-2 16,-1 0-15-16,-1-4 18 0,-1 3-8 15,0-4 26-15,2 5-26 0,-1-3 0 0,-1 2 2 16,3 0-2-16,-4-4 13 0,2 4-11 0,2-2-4 16,-4 1 4-16,4-2-9 0,-2 3-1 15,2-3 29-15,-1 2-21 0,2-1 0 0,-1 2 5 16,0-5-5-16,1 5 5 0,2-5-8 0,-2 5 8 15,3-2-7-15,6 0 2 0,-3-1 5 0,1 0 3 16,2 1-6-16,0-3 3 0,1 4-12 16,-4-3 17-16,7 1 5 0,-3-2-7 0,2 3-6 15,-2-2-2-15,3-1 13 0,0 5 0 0,-1-5-10 16,4 1 4-16,-2 3-7 0,5-2 13 0,-5 1 0 16,5-1-11-16,-5-3 11 0,5 3-5 15,-2 1-11-15,-2-3 8 0,2 4-5 0,-1-3 0 16,1 1 13-16,-1 1-8 0,1-1-15 0,-1-2 18 15,-3 1-1-15,-4 2-7 0,4-3-2 16,0 4-6-16,1-4 13 0,-2 2-10 0,4-2-2 16,-3 3 4-16,1-3 6 0,5 1-11 0,-2-2 5 15,3 1 6-15,-4 4-8 0,4-4 0 16,-5 0 0-16,1-1 2 0,1 0 11 0,-4 2-6 16,4 1-4-16,-1-2-1 0,-4 2 6 0,2-2 2 15,-1-1 2-15,0 1-9 0,0 2 2 0,-1-2 2 16,1 1-2-16,0-2 3 0,1 0-3 15,-1 1 0-15,-1 1 8 0,1 1-8 0,-3-1-11 16,2-2 19-16,1 0-18 0,-3 0 12 0,0 0-7 16,-1 2 8-16,1 1 2 0,-1-3-23 0,-3 0-18 15,0 1-33-15,-3-1-79 0,-5 0-254 0,3-1-364 16,-1-2 88-16,-3 1 56 0,-3-3 51 16</inkml:trace>
  <inkml:trace contextRef="#ctx0" brushRef="#br0" timeOffset="128135.1">20010 10807 412 0,'0'0'128'0,"0"-6"-18"0,0 6-3 16,0 0-2-16,0 0-8 0,0 0-7 0,0 0-13 15,0 0 12-15,0 0 11 0,0 0-3 0,0 18 62 16,3-7-10-16,-6-2-6 0,3 3-13 15,0 1-81-15,-3 3 2 0,0 1-2 0,3 2 5 16,-2-1 2-16,-1 5-2 0,0 2-3 0,0 0 0 16,0 1 0-16,2 0 11 0,-2 4-14 15,3-1-4-15,0 0 2 0,-3 0 0 0,3 3 3 16,0 3 2-16,-3-2-8 0,3-1 9 0,0-1-22 16,0-2 11-16,0 1-18 0,0-2 0 15,0 4-2-15,0-6-13 0,-1 1 4 0,1 1 1 0,0-6-13 16,0 0 28-16,0 0-12 0,0-1-11 15,1 0 10-15,-1-2-12 0,0-2 4 16,0 1 9-16,3 2-3 0,-3-2 4 0,0-1-4 0,0-1 10 16,0 1-18-16,0-5 3 0,0 3-5 15,0 2 2-15,-3-4-3 0,3-1 3 0,3 1 1 16,-3-1-12-16,0-2 17 0,0 3 4 0,0-4-5 16,0-1 3-16,3 2-13 0,-3-3 8 15,0 0-1-15,0 1 1 0,3-4-8 0,-3 3 5 16,1 2-5-16,2-3 5 0,0 2 6 0,0-4 4 15,2 4-2-15,-5-1-11 0,3 1 1 16,0-2 5-16,1-2-3 0,-1 4-5 0,3-1 10 16,-5 2-5-16,5-1-2 0,-3-2-3 0,2-4 0 15,1 5 0-15,-2 0 2 0,-1-4 1 0,4 4 4 16,-4-6-2-16,4 6-7 0,-3-4-1 0,2 2 11 16,-2-3-5-16,2 4-6 0,2-4 11 0,-2 3-3 15,-2-1-3-15,3-2 6 0,2 4-10 16,-1-5 2-16,2 5 2 0,-3-5 6 0,4 4 2 15,-1-1-7-15,3-3 2 0,-2 3-3 16,2-1 8-16,4 0-12 0,-3 1-3 0,3-3 5 16,0 5 5-16,3-2-5 0,-3 0-3 0,1-1 8 15,2 0 1-15,-3 2-4 0,4-3 11 0,-2 2-3 16,-1 0 21-16,0-3-34 0,2 5 6 16,0-6-8-16,1 1-3 0,-1 4 11 0,1-3 7 15,0-2-10-15,-1 5 5 0,1-3-15 0,3 0 15 16,-4-1-13-16,4 3 13 0,-3-1-7 0,3-3 9 15,-1 1-14-15,1 4 12 0,3-3-10 0,-2 0 0 16,2 2 2-16,0-3 8 0,0 2-7 16,0-2 4-16,4 3-2 0,0-2 8 0,0 1-8 15,0 1-5-15,3-3 7 0,1 1-4 0,-2 2 7 16,-2 0 3-16,3-3 15 0,0 3-11 16,1-2-9-16,-1 1 2 0,0 1 3 0,-3-3 10 15,2 1-18-15,-2 3 5 0,-3-2-3 0,3 1-9 16,-1-1 7-16,-2-3 0 0,3 3 10 15,-4 1-8-15,4-3 1 0,-4 1-3 0,1 2 5 16,2-1-5-16,-2-3-5 0,0 1-3 0,2-1 6 16,-3 0 9-16,4 1 1 0,-1 2 0 15,1-3-8-15,0 0 5 0,-1 1-5 0,-5-1 3 16,2 2-6-16,4-2 6 0,-1-2-1 0,-5 2 1 16,2 0-8-16,-2 0 15 0,1 0-8 0,1 0 9 15,-3 0-11-15,1 0-8 0,-1-1 13 0,-1 1-8 16,1 0 3-16,0-3 3 0,-3 3-8 15,-1 0 7-15,1 0 6 0,0-1 0 0,-1 1 5 16,-3-1-11-16,4-1 6 0,-5 0-3 0,2-1-10 16,2 1 13-16,-3 2-3 0,-3-1-3 0,8 0-7 15,-6-2 26-15,1 0-14 0,0 3-12 16,-1-2-18-16,-1 1-46 0,1-2-79 0,-5 2-275 16,3 0-368-16,-3-3 105 0,-2-1 46 0,-2-3 49 15</inkml:trace>
  <inkml:trace contextRef="#ctx0" brushRef="#br0" timeOffset="132401.51">19959 6417 94 0,'0'0'28'0,"0"0"16"16,-13 0-3-16,13 0 5 0,-8 0-13 0,8 0 11 16,-10 0 4-16,10 0-2 0,0 0-23 15,-13 0 11-15,13 0 25 0,-11 0-21 0,11 0-18 16,-10 0 16-16,10 0-23 0,-10 0-5 0,10 0 22 16,-11 0-14-16,11 0 2 0,-13 0 2 0,13 0 1 15,-14 0-11-15,14 0-10 0,-14 0 56 16,7 0-58-16,-6 0 9 0,3 0 6 0,0 0 13 15,-1 0-8-15,-3-1-16 0,-3 1 32 16,4-3-6-16,-5 3 2 0,2 0-1 0,-2-2 1 16,-2 2 1-16,-1 0 13 0,0-1-21 0,1 0 10 15,-3 1-8-15,2 0 11 0,0-2 0 16,1-1 0-16,-1 3 0 0,0-1 7 0,1 1-17 16,0-2-6-16,3 1 6 0,0 1 2 0,-4 0 0 15,4 0-10-15,-1 0 15 0,2 0-9 0,-5 0-9 16,0 0 8-16,1 0-21 0,-1 0 21 15,1-2-12-15,0 4-1 0,-1-2 13 0,-3-2-5 16,4 2-26-16,-1 0 18 0,0 0-2 0,-3 0 13 16,4-2-19-16,-4 2 14 0,0 0-9 15,0 0 11-15,-2-2-5 0,-2 1-10 0,0 0 20 16,-2 1-21-16,-1 0-7 0,-3-1 8 0,3-2-6 16,-3 3 16-16,3-2-11 0,-4 2-2 0,4 0-5 15,-2 0 13-15,2-1-18 0,0 0 15 16,0 1 20-16,0 0-27 0,4 0 4 0,4 0-4 15,-1 0-6-15,0 0 8 0,-1 0 13 0,5 1-18 16,-1-1 13-16,-2 0-21 0,3 0 26 16,-1 0-6-16,0 1-7 0,-3-1 3 0,4 0 7 15,-1 2-13-15,0-2 6 0,-2 3-11 0,2-2-4 16,0-1 17-16,-2 0-8 0,2 1 13 0,-3-1 3 16,3 1-23-16,2-1 15 0,-2 2-18 15,0 0 6-15,1-2 9 0,2 2-7 0,-1-2 8 16,4 1 2-16,-5 1 15 0,6-2-12 0,-3 1-3 15,3 2-5-15,-3-1 0 0,1-1 8 16,1 0-3-16,-1 1 2 0,-2 2-12 0,5-4 5 16,-5 2 3-16,5 2-1 0,-4-2 1 15,3-1 2-15,-3 1 0 0,4-1 18 0,-2 2 3 16,2-1-8-16,3-1 2 0,-4 0-4 0,4 4-1 16,0-4-5-16,-1 1 0 0,1 2-4 15,0-2 4-15,0 1 8 0,3 3 71 0,-3-2-4 16,2 2-1-16,-1 3-17 0,2-2-1 0,-3 2-7 15,-4 1 18-15,4 3-16 0,-1 2 3 0,-2 1 0 16,3 2-2-16,-4-2 4 0,4 3 3 16,-5 5-5-16,2 1-10 0,0 1 0 0,-1 1-3 15,4 2 8-15,-1 0-10 0,-2 2 2 0,3-2 5 16,-1 3-5-16,4-1-5 0,0 2 3 16,-2 0 2-16,1 1-5 0,4-1-71 0,-2 3-6 15,3-3 3-15,-1 6 18 0,1-4-13 0,-3 1 5 0,4 1 13 16,-1 4-11-16,-3 9 11 0,-1-3-5 15,4-3 10-15,-4 6 2 0,0-11 11 0,3-1-13 16,-2-1 3-16,2 2 10 0,-2 11-1 16,2-2-22-16,-3-7 10 0,3-5 3 0,-5 14-16 15,5-10 18-15,-3-2 0 0,0 9 0 0,3-5 0 16,-2-3 13-16,2-5-7 0,-2 4-1 16,3-1 0-16,-2-1-5 0,-1 2-2 0,2-2 4 15,-2-1 4-15,2 3-6 0,-2-3 5 0,1 1 8 16,-1 2-13-16,3-2 0 0,-1 2 13 0,1-4-18 15,-3 1-3-15,5 0 6 0,-2-1-3 16,0 3-5-16,3-10-3 0,-4 5 18 0,3 0-10 16,-2-4 6-16,3 1 4 0,-3-1 5 0,3 0-12 15,0 2 4-15,0-3-7 0,-3-1 13 0,3-1 3 16,0 0-6-16,0-3 0 0,0 1-2 0,3-3 7 16,-3 1-12-16,0 0-3 0,0-2-3 15,0 1 13-15,0-2-2 0,3 1-13 0,-3-1 7 16,0 1 4-16,0 0-9 0,0-1 3 15,3 0 74-15,-2-1-7 0,3 4-13 0,-4-4 2 16,0 0-5-16,3 1-7 0,-3-1-9 0,3 1-12 16,-2 2 13-16,2-1-8 0,0-1-5 0,-3-3 11 15,3 3-11-15,-2 0 2 0,2 1-12 16,0 0 13-16,0 0-16 0,2-2 11 0,-2 3-9 16,0 0-4-16,0-2 7 0,-2 5-7 0,2-3 5 15,0 4 5-15,1-1-8 0,-1 1 3 0,0-3 0 16,0 1-6-16,-1 3-4 0,4-1 2 15,-3-3 8-15,1 7 7 0,-1-6-12 0,0 6 0 16,1-2-8-16,-1-1 0 0,0 1 0 0,2-1-3 16,1 1 6-16,-6 3-3 0,4-2 2 0,2-1 1 15,-3 1 2-15,1-2-15 0,3 1 7 0,0 2-5 16,-1-3 11-16,-2 0 5 0,2 0-6 16,2 2-4-16,-2-4 2 0,-2 2 10 0,3 0-3 15,2 0-12-15,-1 3 18 0,-1-3-10 0,2 1 2 16,-2-1-3-16,1-1-4 0,2 2 7 0,-3-1-10 15,6 0 5-15,-6 0-3 0,0 5 6 16,-1-4-8-16,2 1 5 0,-1-2-3 0,-1 0 8 16,-2 0-7-16,2 2-3 0,-1-2 17 0,1-2-6 15,-2 4-1-15,2 2-5 0,-3-3 0 16,4 2-5-16,-4 0 7 0,5-2 6 0,-2 1-8 16,-2 3 5-16,2-4 0 0,1 2-2 0,-2 4-9 15,1-5 12-15,-3-2-6 0,4 0 2 0,-1 0 6 16,-2 0-18-16,3 0 27 0,-3 0-17 15,2 3-2-15,-2-3 2 0,2 1-5 0,-2-1 2 16,0 0-2-16,3 0 13 0,-4 0-1 0,3 0-1 16,-2-1-12-16,2 1 1 0,2-3 3 15,-5 3 9-15,4-1-1 0,-1-1 6 0,-2-4-1 0,-1-2-9 16,2 3-4-16,1-2 7 0,-3-6-10 16,1 3-3-16,-1-5 13 0,0 4-10 0,0-4 5 15,-2-2-5-15,2 0 5 0,1 2 13 0,-4-3-8 16,4 1-5-16,-4 2-3 0,3-3 8 15,0 1 0-15,0 1-10 0,-2-1 8 0,2 0 5 16,0 1-8-16,1-1 5 0,-1 0 0 0,1-1-3 16,-1 0 6-16,4-1 0 0,-4 1-6 0,4 1-4 15,-1-1 15-15,2-1-6 0,-1-2-2 16,-1 4-15-16,1-1 10 0,4-1-2 0,-4-2-1 16,2 4 0-16,-2-3 6 0,4 0 2 0,-4 0 0 15,2 1-5-15,-1-1 0 0,2 1-5 16,-3-3 10-16,3 2-7 0,-3 1 4 0,3-2 6 15,-3 3-8-15,3-6-10 0,-3 6 17 0,0-5-4 16,3 3-1-16,-2-2 9 0,4 2-1 0,-2-3-20 16,1 1-1-16,-1 1 1 0,0-3 26 0,5 4-16 15,-2-1 5-15,1-3 0 0,3 3-3 0,0-1-4 16,0-3 2-16,3 3-10 0,-2 2 20 16,-1-5-13-16,3 0 6 0,0 5-3 0,-2-5 0 15,3 2 0-15,-2 0 2 0,2-2 9 0,-3 0-4 16,2 0-9-16,1 1 2 0,-1-1 2 0,0-1 3 15,1 1 8-15,3-2-8 0,-4 1-2 16,4 0-11-16,3-2 18 0,-2 1-12 0,6 1 12 16,-1-3-10-16,1 1 3 0,0 3 9 0,0-3-12 15,-1-1 3-15,1 0-11 0,0 0 16 16,-4 2-8-16,1 0 5 0,2-3-2 0,-3 4 9 16,0-1-24-16,-2-2 9 0,2 3 6 0,-3-3 4 15,1-2-9-15,1 5 12 0,1-6-18 16,-2 4 3-16,2-2 0 0,0 1 15 0,1-2-12 0,-1-1-1 15,-3 4 3-15,3-2 0 0,0-2-5 16,1 5 5-16,-4-3 0 0,3 2 13 0,-7 0-13 16,4-1 0-16,-3 1 2 0,0 1-4 0,-1-3 12 15,1 5-15-15,-4-2 13 0,6-3-11 0,-5 4 13 16,2-1-17-16,1 1 4 0,-1-3 6 0,-3 4 2 16,1-1-3-16,-2-1-7 0,5 1 5 15,-4-3 8-15,0 2-11 0,1 2 9 0,-2 0-17 16,2-1 4-16,-2 0 9 0,5-2-4 0,-6 0 2 15,1 3-3-15,2-2 3 0,-2 1-10 16,2-2 0-16,-2 2 10 0,-2 1-8 0,3-1 8 16,-3-1 0-16,-1 1-3 0,2 0-4 0,-2-2-6 15,-3 1 10-15,4 2 6 0,-4 0-3 16,4 0 18-16,-4 0-16 0,0-1 6 0,1 0-8 16,-1 1 8-16,3-3-3 0,-5 1 10 0,2 2-10 15,0-1 6-15,4 1-11 0,-5 0 10 0,2 0-5 16,-1-2 5-16,0 1-7 0,0 1 9 0,-2 0 1 15,2-3-10-15,-3 3-6 0,2-1 6 16,2 1-3-16,-4 0 10 0,0 0-7 0,4 0-1 16,-5 0 14-16,4 0-16 0,-3 0 7 0,4-1-4 15,-2 1 2-15,-2-2-3 0,1 1 1 0,1 1-13 16,-2-1 2-16,-3-4-23 0,5 5-51 16,-4-5-66-16,-2 2-192 0,0-4-543 0,1 2 33 15,-4-5 115-15,-4-8 70 0,1-2 50 0,-5-12 60 16</inkml:trace>
  <inkml:trace contextRef="#ctx0" brushRef="#br0" timeOffset="134050.92">17101 7815 683 0,'0'0'220'0,"0"0"-15"0,0 0-29 16,0 0-83-16,0 0-19 0,24-4 18 0,-24 4-20 0,10-3 7 15,-3 3-10-15,-7 0 8 0,14-1-13 16,-5 0 66-16,2-2-2 0,-1 3-7 0,0-2-9 16,4 1-14-16,0 0-11 0,0-2-8 15,2 1-10-15,2 1 0 0,2 1-5 0,0-2-10 16,1 1-3-16,-1-3 0 0,4 3-10 0,1-1 8 16,-1 1-13-16,3 1-8 0,-4-1 13 15,5 1-3-15,-4-3-4 0,3 3-9 0,4 3 3 16,-7-6-5-16,1 3 0 0,1 0-12 0,1 0 12 15,1 0-3-15,-1 3-10 0,-2-6 1 0,2 3 7 16,-3 0-1-16,2 3-9 0,-1-3 15 16,-1 1-5-16,-3-1 3 0,2 1-16 0,-2-1 2 15,0 2 4-15,-1-1-1 0,0-1-5 0,1 0-2 16,-4 4 2-16,3-3-8 0,-6 1 21 0,7-2-8 16,-1 0-15-16,-3 0 8 0,1 1 7 15,-2 1-13-15,2-2 14 0,2 3 1 0,0-2-12 16,-2-1-7-16,3 0 12 0,-1 1 0 15,0 1-2-15,1-2-3 0,-1 0 5 0,1 3 0 16,0-3 8-16,-1 1-8 0,-3-1 0 0,0 1 2 16,0-1-4-16,0 0 2 0,4 2-5 15,-4-1 0-15,0-1 5 0,0 4-2 0,0-4 5 0,3 0-11 16,-6 1-5-16,6-1 8 0,-5 0-2 0,2 0 4 16,3 2 6-16,-3-2-5 0,0 0 4 15,-3 0-4-15,3 0-1 0,0 0 9 0,0 0-9 16,1 0 3-16,-5 0-5 0,5 0 3 15,-2 0-3-15,-2 0 0 0,0 1-3 0,3-1 6 16,-4 2-11-16,1 1 13 0,3-3-10 0,-4 1 8 16,2-1-1-16,-2 0-2 0,1 1 3 15,2-1-1-15,-1 2 3 0,1-2-10 0,-2 0 8 16,0 0-6-16,3 0 8 0,-3-2 1 0,3 2 1 16,-1 0 1-16,-1 0-8 0,-2 0 5 0,4 0-7 15,-3 0 2-15,0 0 2 0,2 0-10 16,-4 0 16-16,4 0-10 0,-2 0 12 15,-1 0-13-15,1 0-2 0,0 0-3 0,-1 0 11 0,4 2 2 16,-6-4 0-16,3 2-10 0,2 0 3 0,-2 0 14 16,0 0-9-16,0 0-6 0,2 0 6 15,-1-1-6-15,-2 2 8 0,0-2-12 0,2 1 9 16,-2 0 1-16,1 0-6 0,-1 0 6 0,1 0-3 16,0 0-5-16,0-1-16 0,-1 1 21 15,-3-3-2-15,7 1 7 0,-6 2-5 0,3-1 10 16,2 1-15-16,-1 0 10 0,1-2-7 0,-2 1 4 15,0-3 6-15,3 3-3 0,-4-1 0 0,2 1-5 16,-2 0-3-16,0-2 6 0,1 1 2 0,-4 1-7 16,4 0 4-16,-4-2-74 0,3 0 3 15,-5 3 5-15,2-2 8 0,0 1 7 0,-2-3 11 16,1 3-6-16,-2-1 21 0,-7 2-2 16,14-2-6-16,-7-1 3 0,0 1 13 0,-7 2-3 15,10-1 0-15,-3 0-3 0,-7 1 11 0,7-3-3 16,-7 3-17-16,6-3-27 0,-6 3-53 15,4 0-107-15,-4 0-165 0,0 0-329 0,0-7 81 16,0 7 39-16</inkml:trace>
  <inkml:trace contextRef="#ctx0" brushRef="#br0" timeOffset="136301.53">16958 8950 591 0,'-11'0'187'0,"11"0"-24"0,0 0-9 0,0 0-21 15,0 0-7-15,0 0-11 0,0 0-5 16,0 0-5-16,0 0-3 0,0 0-2 0,0 0 2 16,0 0-9-16,0 0-6 0,0 0-70 0,0 0 1 15,0 0 5-15,0 0-10 0,30 1 8 0,-30-1 2 16,15-1-3-16,-5 1 8 0,0 0-2 16,4-1 66-16,-4 1-10 0,4-2 0 0,-4-1-18 15,3 3-8-15,4-1 8 0,-6 1-13 0,6 0 3 16,-4 0 0-16,5-2-13 0,-5 1-10 15,5 1 4-15,-2-4 1 0,2 4-2 0,3-1 7 16,-2-1-18-16,5 2-3 0,-3-1 6 0,-1 1-8 16,4-1 2-16,0 1-2 0,-2-3 2 15,1 3-7-15,4-2 5 0,-3 2-8 0,3 0 6 16,-2 0 4-16,2 0 1 0,-4 0-6 0,8-1-5 16,-4 1 1-16,1 0 4 0,3 0-2 0,-1-1 5 15,-5 1-11-15,5 0 11 0,-2-2-5 16,-1 2-3-16,1-3 3 0,-2 2-8 0,-2 1 11 15,1 0-14-15,2 0-61 0,1-2 11 0,-4 1-6 16,7 1 5-16,-1-4 18 0,-3 3-2 16,4-1 2-16,-1 1 14 0,1-3-22 0,0 2 31 15,4 1-9-15,-1 0 4 0,0-1 0 0,0-1 8 16,0 2-11-16,0 1 6 0,3 0-3 0,-5-2 21 16,2 2-5-16,1-1 2 0,-1-2-13 15,0 3 0-15,-3 0-2 0,2-1 8 0,-2 0 4 16,-3-1-2-16,3 1-5 0,3 0 5 0,-4-4 0 15,1 5 0-15,0-2-20 0,0 0 25 0,0-2-18 16,2 4 23-16,-2-3-5 0,0-1-2 0,0 1-3 16,3 3 10-16,0-2-7 0,0-3-3 15,0 4 2-15,1 1-4 0,3-3-1 0,2-1 3 16,-6 4 8-16,4-2 5 0,-3 1-6 16,6-3-7-16,-1 1 3 0,-2 2 10 0,-3 0-8 15,5-4-18-15,1 4 77 0,1-2 0 0,-2-1-3 16,1 2-9-16,1-2-6 0,-1 2 0 0,3 0 0 15,0 0-5-15,-3-1-13 0,4 1-5 16,-1 1 2-16,0 1 1 0,1-1 0 0,-4-1-3 16,1-1-5-16,1 3-6 0,-5-1 4 15,4 1 2-15,-2-2-8 0,-2 1 8 0,5-3-10 0,-4 3-1 16,2-1-2-16,0 1-5 0,0-3 13 0,0 2-5 16,0 1 5-16,3 1-6 0,-3-1 4 15,0-1-9-15,4-1 6 0,-4 2-1 0,4 1-7 16,-1 0 0-16,1-3 8 0,-1 3-5 0,-1-3-1 15,-1 2-2-15,2 1 5 0,-2-1 1 16,-5 1-6-16,-3-2 2 0,1 2 1 0,5 0 2 16,-2-1-5-16,-4 0 2 0,0-2 6 0,-2 1-16 15,2 2 21-15,0-1-15 0,0 1 4 16,3 0 3-16,5-1 3 0,-2-4 2 0,1 4-10 16,1-1 15-16,-1 1-9 0,-1-3-4 0,2 3 6 15,-2-1 0-15,-2 1 4 0,4 0-7 0,-8 1-2 16,0 0-6-16,3 1 9 0,0-1 9 0,-2 0-13 15,-1 0-2-15,7 1 13 0,-6 1-5 16,5-1-11-16,-6 0 6 0,4 2 7 0,-3-3-12 16,-1 0 12-16,7 1-2 0,3-1-3 0,-3 2-5 15,0-2 0-15,1 0 2 0,-2 0-4 0,-2 1 7 16,2 2 5-16,-1 0 3 0,4-3 0 16,-5 1 2-16,-4 1-7 0,8 2-1 0,-8-4 1 15,0 1-5-15,7 1 2 0,0-1 2 0,-6 0 4 16,8-1 1-16,-5 4-4 0,4-2 5 15,-8-2-13-15,6 1 5 0,-6 4-5 0,0-5 3 16,0 0 2-16,1 1 0 0,-4 0 2 0,5-1 11 16,-4 0-10-16,-1 0 0 0,3 2-8 15,0-4 10-15,0 4 5 0,-3-4-17 0,3 2 15 16,0 0-3-16,0 0 5 0,-3-1 1 0,4 0-14 16,-1-4 8-16,0 4-10 0,0 1 3 15,-3-3 10-15,5-2 5 0,-4 3-8 0,-1 0-5 0,0-3 3 16,3 4 10-16,-3 0 2 0,0-1-5 15,1-2-12-15,-3 2-8 0,2-2 18 0,0 0 5 16,0 3-6-16,2-3 14 0,-2 2-23 16,0 1 2-16,-3-2 5 0,2-1-2 0,1 2-6 15,-3-2 16-15,2 2-5 0,-2 0 0 0,2 0-6 16,-2-3 4-16,1 3-1 0,-3-4-5 0,1 6-13 16,-4-3 16-16,1-1-6 0,-2 1 1 0,1 2 10 15,-2-3 0-15,3 2-24 0,-3 1 37 16,2 0-26-16,1-4 5 0,-3 4-5 0,3-1 18 15,-4 1-10-15,1-3-6 0,3 3 6 0,-4-1 7 16,0 0 1-16,4-3-14 0,-3 5 6 16,-1-1-8-16,4 1 5 0,-3-1 8 0,2 1-11 15,1-2-7-15,0-1 10 0,-2 3-7 0,0-1 7 16,-4 1-2-16,3 0 2 0,-1 0-8 0,-3-2 6 16,-3 2-1-16,0-1 1 0,-1 1 4 0,1-3-24 15,-7 3-37-15,0-1-28 0,-1 0-79 16,-6 1-362-16,3-3-357 0,-3 3 104 0,-16-10 65 15,-5-2 71-15,-7-4 59 0</inkml:trace>
  <inkml:trace contextRef="#ctx0" brushRef="#br0" timeOffset="137936.01">17179 10003 527 0,'4'-2'197'0,"-4"2"-23"0,0 0-3 0,13-1-22 16,-13 1 76-16,14 0-20 0,-4-1-23 0,0 2-13 16,4-2-13-16,0-1-21 0,3-1 19 15,4 2-21-15,-1-1 8 0,7-1-18 0,1-2-16 16,3 4-15-16,6-5-5 0,2 5-5 0,4-5-7 15,1 5 1-15,1-2-9 0,0 1-11 16,13-3-10-16,-4 3-2 0,-13-3-1 0,4 5 3 16,2 0-87-16,-2 0 1 0,-1-2 11 0,2 2 6 15,1-2 3-15,17-1 7 0,-2 2 10 0,3 1-4 16,0-3 4-16,1-1-4 0,-5 1-1 16,-7 3 10-16,8-2 1 0,-8-1 17 0,-5 1-4 15,-2 2-6-15,1 0-5 0,-3-1-2 0,19 0 4 16,-12-1-1-16,-8 2-4 0,1-3 19 0,2 2-3 15,1 1-13-15,-3 0 10 0,6 0-15 16,-3 0 10-16,-3 0 8 0,19-2-10 0,-12 1 2 16,-5-1 0-16,2 0 8 0,-5 0-13 0,17 1 16 15,1-1-6-15,-11-3-7 0,-6 5 2 16,2 0 0-16,-1-2-12 0,1 0 2 0,1 2 0 16,0-3 7-16,0 3-4 0,-1-1 2 0,1 1-5 15,-4 0 3-15,1 1-3 0,-1-2 0 0,1 1 0 16,-4 0-3-16,0 0 1 0,4 0-4 15,-1 0 12-15,-2-2-6 0,2 1-8 0,0-3 10 16,4 2 1-16,-4 1 5 0,4 0-8 16,17 0 12-16,-13-2-14 0,-5 1 10 0,1 2-14 0,-1 0-1 15,-1 0 7-15,1-1-3 0,-2 0 11 16,-1 1-8-16,-2-2 2 0,1-1 1 0,-2 2-6 16,-2 1 6-16,4-2 7 0,-5-1-2 0,4-1 0 15,-2 3-16-15,1-1 5 0,1-3 9 16,2 5-6-16,-1-4 2 0,16 0 11 0,2-3-11 15,-3 3-4-15,1-2 7 0,-11 2 0 0,-4 0-5 16,-3 1-10-16,4-1 20 0,-4 1-5 0,4 1-10 16,-2-3 5-16,-5 3 10 0,4-3-5 15,-2 4-7-15,1-4 2 0,0 0 2 0,0 4-7 16,0-5 3-16,4 6 4 0,-4-4-2 0,4 0-5 16,16-1 10-16,-13 2-12 0,0 0 12 0,-4-1 2 15,1 2-4-15,-1 0 7 0,0-4-10 16,1 4 0-16,-1-3 3 0,-2 2-11 0,2-2 11 15,-1 3-6-15,-1 0 11 0,2-4-6 0,-2 4 4 16,-1 1-6-16,2-3 2 0,-4 1-4 16,2 3 4-16,-1-1-4 0,2 0 2 0,-4 1 12 15,-4 0-9-15,3 0 2 0,0 0 3 0,1 0-3 16,-3 0-3-16,-1 1 14 0,7 0-1 16,-7-1-15-16,3 0 5 0,4 3 0 0,-6-1 13 15,5 0-8-15,-9-1-17 0,8 1 12 0,-2-2-3 16,-3 4-2-16,6-2 13 0,-2-1-3 0,-4 0 3 15,1-1-10-15,6 5 2 0,-1-4-2 0,2 0 4 16,-4 1-9-16,-4-1 12 0,0 1-8 16,7 1-2-16,-8-1 6 0,2-2-1 0,-3 4-3 15,2-1-9-15,0-2 9 0,0 1 8 0,0 2 1 16,-3-3 7-16,2 4-26 0,-2-2 16 16,0-1-11-16,0 2 8 0,0-1 0 0,1-2-10 15,-3 1 10-15,2 3-12 0,0-3 17 0,0 3-3 16,-1-4 11-16,1 1 5 0,0-1-10 15,0 4-15-15,2-4 9 0,0 0 6 0,-1-1-15 16,2 2 4-16,-3 2 6 0,6-3 7 0,-4-1-7 16,1 2 5-16,0 1-8 0,0-3 10 0,0 2-2 15,0-1-8-15,-3 1-2 0,2-2 2 0,-1 1-3 16,-2 2-2-16,1 0 10 0,0-2 1 16,-4-1 2-16,1 5-13 0,-4-4 5 0,0 0-3 15,-4 1 8-15,0 1 1 0,-6-1-14 0,3-1 6 16,-4 1-19-16,-2-2-2 0,-4 0-2 15,-7 0-62-15,10-2-43 0,-10 2-305 0,-17-8-405 16,-7-1 111-16,-18-12 38 0,-14-1 74 0,-20-10 49 16</inkml:trace>
  <inkml:trace contextRef="#ctx0" brushRef="#br0" timeOffset="141616.84">17412 11201 409 0,'0'0'164'0,"0"0"-13"15,0 0-5-15,0 0-23 0,0 0-8 0,0 0-5 16,0 0 0-16,0 0-3 0,0 0-2 0,0 0 5 16,0 0 52-16,20 6 2 0,-20-6-13 15,13 0-16-15,-2 0-17 0,-1 0-8 0,2-1-2 16,1 1-11-16,3-1-8 0,2-3-7 0,3 4-7 16,-2 0-9-16,5 0-10 0,1 0 6 0,-1 0-16 15,3 0 8-15,-3 0-11 0,9 0-4 16,-2 0-9-16,0 0 1 0,0 4-3 0,0-4 0 15,-1 1-5-15,1-1-7 0,0 2 14 0,0-2-9 16,-1 0-88-16,1 0 6 0,-3 1 7 16,3 1 18-16,-1 1-10 0,1-2 10 0,0 0 11 15,3 1-8-15,-3-2 15 0,4 0 13 0,2 1 10 16,1-1-21-16,2 4 21 0,2-2-7 16,-2-1-13-16,-5-1 30 0,2 0-25 0,4 4 10 15,-3-3 5-15,-1 0-3 0,-2 0-4 0,2 0 7 16,-2 1-10-16,2 1-3 0,-6-1 16 15,7 0-6-15,-4-2 3 0,0 4-2 0,-3-1 0 16,2-2 9-16,-2-1-12 0,3 4 8 0,-3-2-8 16,0-1 5-16,4-1-10 0,-4 1 10 0,3 1 5 15,-3 1-4-15,3-3 29 0,-1 1-14 0,-1-1-3 16,2 0 7-16,0 1-12 0,3-1-5 16,-3 0 7-16,1 0-5 0,2 0 19 0,-2 2-29 15,-1-2 15-15,3 0 5 0,-3 0 3 0,8 0-2 16,-8 0-13-16,7 1 2 0,-1 2 3 15,2-2 2-15,-1 1-2 0,4-2-6 0,-2 1-1 16,1-1 1-16,-2 0 9 0,2 0-9 16,-2 0 1-16,2 0-5 0,-3 4 9 0,-4-4-7 15,1 0 6-15,3-4-11 0,0 4 7 0,-3 0 1 16,-4 0-3-16,7 0-2 0,0-1 7 0,0-1-15 16,-3 1-3-16,-1-2 13 0,1 2 8 0,3 1-13 15,-3-2 10-15,2 1-5 0,-3 0 3 0,2-4 5 16,2 4-3-16,-1 0-10 0,-1-1 0 15,2-2 3-15,-1 1 2 0,-2-1-5 0,3 1-3 16,-3-2 8-16,-1 2 1 0,1 0 1 0,0-2-4 16,-4-1-8-16,-3 5-3 0,2-2 0 15,-1-3 11-15,-2 4-6 0,7-4 16 0,-6 3-13 16,0-2 10-16,0 2-17 0,0-3 2 0,6 3 15 16,-6-2-15-16,3 2 5 0,4-2 0 15,-4 3-13-15,1-6 18 0,2 6-5 0,0-3 0 16,-3 1-13-16,-3 0 18 0,0 1 0 0,0-3-2 15,3 4-6-15,-2-4 1 0,-2 6 4 0,1-7-2 16,0 6 3-16,-1-2 0 0,-3-1-1 16,4 0 3-16,0 2-5 0,-1-2-7 0,1 0 9 15,0 0-4-15,0 2 14 0,-1-3-14 0,5 2 4 16,-4 1 1-16,7-3-3 0,-1 4 0 0,3-5 2 16,-1 5 6-16,0-1-10 0,-3-3-4 15,-2 3 12-15,3 1-4 0,-6-1-4 0,3-3 4 16,1 5 1-16,-1-3 4 0,0 2-4 0,-3-3-1 15,3 4-2-15,-3-3 0 0,0 2 6 16,3-2-12-16,-3 0 6 0,2 2 0 0,-2 0-7 16,0-4 9-16,0 5-4 0,0-2 12 0,0 0-7 15,-1-2-3-15,1 4 0 0,3-2 5 0,-3 0 8 16,0-1-8-16,-1 1-10 0,1 1 15 16,0 1-3-16,0-1-4 0,1 1 2 0,-3-2-5 15,2-2-13-15,0 4 16 0,0 0 2 0,-1 0 3 16,1 0-1-16,-3 0-2 0,5-1-7 0,-5 1-6 15,0 0 18-15,2-1-4 0,1-1 6 16,-3 2-6-16,-1 0-1 0,0 0-5 0,0-3 5 16,0 3 2-16,1 0-1 0,2 0-6 0,-5-1 5 15,5 2 0-15,-5-1 0 0,2-1 8 16,0 1-13-16,-3 0 0 0,7 0-3 0,-4 0 13 16,3 0-7-16,-5 0 0 0,-1-2-19 0,3 1 11 15,-3 1 10-15,3-1 3 0,-3 1-6 0,3-3 4 16,-2 3-14-16,-1-2 8 0,6 0 5 0,-3 1-15 15,1 0 15-15,-1-3 3 0,1 4-6 16,2-2 1-16,-5 0-3 0,2 2-8 0,0-4 8 16,1 4-3-16,-2 0-7 0,-1 0 20 0,2-3-7 15,-3 2-8-15,0-2 5 0,3 1 8 0,0 1 2 16,-3 1-3-16,1-1-4 0,-1 0-3 16,3-4 8-16,0 5-1 0,-4 0 1 0,2-1-8 15,-1 0 8-15,4-5-11 0,-4 6 8 0,2-2-7 16,1 1 4-16,-3 0 16 0,1-2-15 15,-1 1-1-15,-1 1 1 0,-2 1 10 0,3-1 48 16,0 0 18-16,-1 0-4 0,1-3-24 0,-2 4-8 16,2 0 6-16,-4-1 2 0,3 1-7 15,-2 0-1-15,-1-1 6 0,1 1-13 0,0 0-18 16,-4-2 12-16,0 2 1 0,0 0 0 0,-3 0-6 16,2-3 1-16,-1 3 5 0,-2-1-13 0,1 1 2 15,-4 0-2-15,4 0 8 0,-4 0-8 0,0 0-11 16,1 0 6-16,-4 0 2 0,-7 0-4 0,16 0-9 15,-9 0 11-15,-7 0 5 0,11 0 0 16,-11 0-11-16,10 0 1 0,-10 0 0 0,0 0-13 16,11 0-8-16,-11 0-23 0,0 0-48 0,6 0-37 15,-6 0-30-15,0 0-353 0,0 0-387 16,0 0 123-16,0 0 70 0,-21-4 45 0,14-2 74 16</inkml:trace>
  <inkml:trace contextRef="#ctx0" brushRef="#br0" timeOffset="152415.74">1779 10044 744 0,'7'6'256'0,"3"-3"-18"16,1 2-15-16,5 3-26 0,2-2-20 15,-1-2-21-15,6 6-15 0,-1-3-3 0,1 1-25 16,0 2-6-16,-1-2-12 0,1 1-6 0,-2 3-7 16,2-5-2-16,-2 2-14 0,-4-2-17 0,0-1 5 15,1 1-19-15,-4 0 4 0,3 1 7 0,-4-2-5 16,-3-2 0-16,4 3-3 0,-4-2-15 16,0 0-18-16,-2 1-25 0,-2-4-70 0,1 3-30 15,-1-3-121-15,2 1-86 0,-1-1-408 0,-3 0 111 16,-4-2 35-16,12-4 69 0</inkml:trace>
  <inkml:trace contextRef="#ctx0" brushRef="#br0" timeOffset="152715.64">2340 9906 862 0,'-3'-5'284'0,"3"5"-12"15,0 0-24-15,0 0-25 0,-4 17-16 0,1-9 10 16,3 4-25-16,0 1-41 0,-3 4 11 16,-1-1 2-16,4 6-126 0,-1-2 34 0,1 5-16 15,-3 0 69-15,3 0-12 0,0 2-13 16,0 2-13-16,-3-2-5 0,3 2 0 0,0-1-6 16,0-1-4-16,3-2-8 0,-3 1-2 0,0-1-6 15,0 0 8-15,0-1-13 0,3-6 3 0,-3 2-24 16,1-1 11-16,2-1-10 0,-3-5 5 0,1-1-3 15,2 1-2-15,-3-1-13 0,0-4-3 16,3 0-17-16,-3 1-29 0,0-2-38 0,3-2-57 16,-3-3-109-16,4-1-290 0,-4-1-302 0,9-1 103 15,-1-5 53-15,-1 2 83 0,-1-3 40 0</inkml:trace>
  <inkml:trace contextRef="#ctx0" brushRef="#br0" timeOffset="152949.7">2757 10257 819 0,'7'-6'284'16,"-4"6"-23"-16,-3 0-23 0,14-4-26 0,-1 0-25 15,-2 4-10-15,3-3-19 0,2-1-17 16,2 1 0-16,-2 1-31 0,5-3-15 0,-4 5-21 15,0-2-30-15,1 0-50 0,-2-1-88 0,-1 2-52 16,-2 1-136-16,-3 0-429 0,1 0 99 0,-4 0 26 16</inkml:trace>
  <inkml:trace contextRef="#ctx0" brushRef="#br0" timeOffset="153182.48">2897 10400 831 0,'0'0'351'0,"-4"1"-36"0,4-1-98 0,0 0-17 16,0 0-16-16,0 0-9 0,0 0-17 0,0 0-9 15,0 0-9-15,8 6-12 0,-8-6-5 0,17-4-8 16,-17 4-15-16,20-2-15 0,-6 0 22 16,-1-3-38-16,4 4 62 0,0-4-24 0,-3 1-4 15,-1 2-16-15,2-4-18 0,-2 5-23 0,1-5-51 16,-4 5-44-16,0-2-94 0,-4 1-313 15,2-2-358-15,-4 3 98 0,-1-1 48 0,-3 2 63 16</inkml:trace>
  <inkml:trace contextRef="#ctx0" brushRef="#br0" timeOffset="155798.42">4155 9922 854 0,'0'-9'300'0,"0"9"-93"16,0-5-30-16,0 5-21 0,0-7-2 0,0 7-32 15,0 0-6-15,-3-4-17 0,3 4-6 16,0 0-6-16,0 0-3 0,0 0-22 0,0 0 4 16,0 0 6-16,-15 18-8 0,12-9-21 15,-4 0 1-15,1 5-8 0,-1 0-6 0,0 1 11 16,0 2-5-16,1-1-3 0,-1 3-10 0,0 2 8 15,3-2-5-15,0-1-3 0,2-3-5 0,1 6 5 16,1-3-13-16,0 0 5 0,1-1-4 16,2-1-4-16,0-1 9 0,1-3-6 0,3 3 5 15,-4-5 8-15,4 0-15 0,0 0-5 16,-1-4 20-16,2 1 5 0,1-1 0 0,-1-4 0 0,2 0 0 16,0-2-2-16,0-3 2 0,4 1-8 15,-4-3 3-15,3-3-2 0,-2-2-1 0,2 1-9 16,-1-4 1-16,-2 1-9 0,3-5 17 0,-2 1-2 15,-2-1-2-15,1-4-3 0,-6 1-6 16,3 2-7-16,-6-3 13 0,1 2-5 0,-1-5-13 16,-2-1 7-16,-2 2 8 0,0 3-7 0,-2 0 5 15,2 0-6-15,0 3-10 0,-4 4 11 0,1 0 0 16,0-1-1-16,-3 4 3 0,3 2 0 16,-1-1-5-16,-3 3-10 0,-1 4 10 0,-1 2 10 15,0 0-7-15,-1 5 7 0,3-2-15 0,-4 6 20 16,1-2 14-16,2 1-35 0,1 2 4 0,0 0 4 15,-1 3-7-15,4-3 8 0,1 4-8 16,0-3-3-16,5-1 6 0,-2 3 4 0,0-4-7 16,2 2 28-16,2 2-18 0,2-2 3 0,0-3 0 15,0 4 2-15,1-1-13 0,2-2 3 16,1 1 10-16,-2-2-15 0,4-1 23 0,-2 3-20 16,3-4 7-16,-2-2 0 0,2 2-8 0,-1 1 19 15,2-4-21-15,-1 4-6 0,-3-5-14 0,4 3-47 16,-1-4-30-16,-1 5-52 0,2-3-81 0,-1-2-154 15,0 5-374-15,1-5 118 0,-1 5 25 16,0-5 65-16</inkml:trace>
  <inkml:trace contextRef="#ctx0" brushRef="#br0" timeOffset="156331.7">4531 10244 803 0,'0'0'243'15,"0"0"-30"-15,0 0-24 0,0 0-10 0,0 0-12 16,0 0-31-16,-21 12-14 0,18-10-6 16,-1 6-6-16,4-2-13 0,-6 3-13 0,2 0-7 15,1 1-8-15,-3-2-2 0,1 2-13 0,2 3-6 16,-1-1-4-16,1-2-6 0,0 3-5 15,0-3 11-15,3 5 7 0,0-5-23 0,0 5-2 16,0-5-1-16,3 4 4 0,0-3 9 0,-2-1-7 16,5 3-3-16,1-4-18 0,0 1 18 0,0-2 13 15,3-1-8-15,4 0-2 0,-4-4-3 0,0 1 3 16,4-2 2-16,-1-1-12 0,1-1-6 16,-3-3 13-16,3-1-15 0,-1 1 10 0,0-4-5 15,-2 0-3-15,-1-1-2 0,0-3-2 0,1-2 9 16,-5 1-15-16,-2-2 8 0,2-3-3 15,-6 0-2-15,1 5 2 0,-1-2-7 0,-1-1-9 16,1 4 14-16,-3-3 8 0,0 3-6 0,-1-2-18 16,-2 3 13-16,-1 2-2 0,-1 0-11 15,2 1 11-15,-4 2-1 0,3 0 1 0,-4 1 7 16,-1 0 0-16,1 4 16 0,0-2-29 0,1 1-7 16,-1 1 13-16,1 1-11 0,1 1 13 0,-2-2 3 15,1 1-21-15,0 5 5 0,-1-5 13 16,1 4-2-16,0-3-6 0,0 5-7 0,2-4-15 15,2 3-19-15,-1-4-25 0,1 4-21 0,-1-5-61 16,3 4-84-16,0 0-154 0,1-4-348 16,3 5 81-16,0-6 60 0,0 0 46 0</inkml:trace>
  <inkml:trace contextRef="#ctx0" brushRef="#br0" timeOffset="156665.44">4879 9888 877 0,'8'5'285'0,"-2"3"-32"0,4-1-33 16,-3 3-13-16,7 3-17 0,-4-1-1 0,5 1-99 16,1-1-1-16,2 3 19 0,1 3-29 0,2-1-2 15,-3-2-10-15,2 3-1 0,3-1-9 0,-2 1-9 16,-1-1 3-16,1 4-5 0,-3-7-10 16,-1 1-2-16,3 1-4 0,-6-1 6 0,3 2-15 15,-1-3-11-15,-5-3-26 0,-1 1-55 0,0-1-55 16,1-2-104-16,-7 1-236 0,5-3-220 15,-2-1 49-15,-3-4 61 0</inkml:trace>
  <inkml:trace contextRef="#ctx0" brushRef="#br0" timeOffset="157014.98">5218 9833 665 0,'0'0'189'16,"-7"17"-7"-16,7-9-18 0,-3 2 69 0,0 0-16 16,-1 5 4-16,1 0-19 0,-4 3-20 15,3 0-88-15,-3 4-2 0,1 0 3 0,-1-1-8 16,0 3 62-16,0 6-19 0,0-5-4 0,-2 5-6 15,5-5-20-15,-3 0 0 0,3 0 5 16,-3 0-24-16,4-2-9 0,-3 2 2 0,2-3-10 16,1-3-12-16,-1 0 1 0,3-2-2 15,-1-2-10-15,1 1-5 0,1-6-2 0,0 3-6 16,-3-3-16-16,3-1-14 0,0-1-19 0,0-1-58 16,0-4-95-16,0 4-202 0,3-5-431 0,-2 2 96 15,-1-4 40-15,7 0 80 0,-7 0 56 0</inkml:trace>
  <inkml:trace contextRef="#ctx0" brushRef="#br0" timeOffset="157482.93">5615 10208 724 0,'3'7'248'16,"-3"-4"-17"-16,0 5-32 0,0-2-17 16,0 3-21-16,0-1-20 0,0 0-8 0,0 1-15 15,0 1-6-15,0-2-14 0,4 5-14 0,-4-2-7 16,3-1-10-16,-2-2 22 0,2 4-17 16,0-1-11-16,0-2-7 0,1-1-3 0,2 1-7 15,2-2 4-15,-2-3-9 0,1 3 4 0,-1-6 1 16,1 5-6-16,4-5 8 0,-4-1-7 0,2 0-9 15,-9 0 9-15,21-4-14 0,-11 0-7 0,-2-1 16 16,2-1-14-16,-3-1 0 0,2-2 6 16,-1 0-3-16,-1-1 3 0,-4-1-6 0,3 1 72 15,-2 0-5-15,-4 0-10 0,0-2-8 0,3 4-5 16,-3-2 0-16,-3 3-15 0,0-1 7 16,-1 0 1-16,1 4-17 0,-4-2-1 0,1 1-6 15,-2 0 3-15,-2 3-10 0,0-3-3 0,-4 5 10 16,4 0-20-16,-4 0 5 0,4 0 2 15,-3 2-7-15,-1 2-3 0,4-3-2 0,-4 2-6 16,3 4 3-16,1-6-7 0,0 6 2 0,3-2-15 16,0-2-14-16,1 4-14 0,2-5-31 15,2 5-18-15,2-6-77 0,2 5-105 0,2-5-533 16,2 4 27-16,1-3 99 0,4-1 46 0,-1-1 69 16</inkml:trace>
  <inkml:trace contextRef="#ctx0" brushRef="#br0" timeOffset="157715.49">6226 10176 1057 0,'11'-2'348'0,"-11"2"-31"15,10-5-38-15,-3 4-23 0,0 1-23 0,4 0-18 16,1-2-15-16,3 2-31 0,-2-1-16 0,1 1-12 15,3-2-16-15,-1 0-12 0,-1 0-16 0,2 2-30 16,0-1-41-16,0 1-52 0,-4-1-66 16,2 0-75-16,-2 1-229 0,3-3-383 0,-5 1 104 15,0 1 14-15,0-2 78 0</inkml:trace>
  <inkml:trace contextRef="#ctx0" brushRef="#br0" timeOffset="157948.46">6442 9958 936 0,'0'8'284'16,"0"0"-15"-16,0 0-23 0,0 3-31 16,3-3-20-16,-3 9-24 0,4-3-2 0,3-2-21 15,-4 5-20-15,0 0-69 0,1-1-23 0,0 3 0 16,2-1 2-16,-3 0-7 0,0-1-8 15,2 0-23-15,1 1-51 0,-2-1-51 0,2-2-144 16,1 3-463-16,1-4 53 0,1-3 58 0,-2 3 50 16</inkml:trace>
  <inkml:trace contextRef="#ctx0" brushRef="#br0" timeOffset="158482.28">7081 9840 941 0,'0'0'320'0,"7"11"-28"16,-7-4-43-16,3 3-22 0,-3-2-17 15,0 6-28-15,0-3 0 0,3 6-18 0,-3-3-36 16,4 3-1-16,-4-3-4 0,4 1-18 0,-1 0-10 15,1 0-8-15,2 2-8 0,1-2 1 0,-3-4-3 16,6 4-88-16,-3-5 19 0,6 0 0 16,-2 1-11-16,2-5 13 0,5 0 1 0,-5 1 6 15,5-5-6-15,1 2-4 0,-4-4 4 16,4-3-1-16,-4 2 5 0,1-1-12 0,2-3 22 16,-1 0-17-16,-4-4 0 0,-2 0 10 0,2-3-6 15,-2-1 1-15,-2-3 8 0,-1-5-3 0,-4 1-11 16,-1-4-2-16,-3 0 19 0,0-1-14 15,-3 0 0-15,-1 1-7 0,-3 5 14 0,0-3-6 16,1 5 7-16,-2 4 0 0,-2 0-11 0,0 1 6 16,-3 0 0-16,1 4 0 0,-1 1-6 0,-1 4 16 15,1 1-7-15,-4-1-6 0,3 6 8 16,1-1-16-16,-4 3 6 0,3 0-5 0,0 2 9 16,1 1-6-16,2 0-4 0,1 2 1 0,0 0-6 15,2 1 16-15,2 0-3 0,2-1-7 16,-2 3 4-16,3-1 1 0,2-2-5 0,1 3-8 15,1-3-1-15,2 2 4 0,3 0 4 0,1-1-2 16,1 2-10-16,2-4 2 0,3 1-25 0,1 3-33 16,0-4-50-16,3-2-88 0,-1 3-183 15,5-4-442-15,-3-1 125 0,-2 2 26 0,2-6 86 16,-5-1 55-16</inkml:trace>
  <inkml:trace contextRef="#ctx0" brushRef="#br0" timeOffset="158682.06">7570 9983 860 0,'1'7'325'0,"-1"-3"-23"15,2 3-31-15,-2 3-36 0,1 3-81 16,2-4-23-16,-3 2-9 0,3 3-4 0,-3 0-10 0,3-2-14 16,-2 4 6-16,2 0-23 0,0 0-5 15,-3-1-13-15,4 1-8 0,-3-3-10 0,5 2 10 16,-6-5-25-16,3 7-57 0,0-7-66 0,-2 3-113 15,5-3-525-15,-5-2 80 0,5 1 17 16,-2-1 65-16</inkml:trace>
  <inkml:trace contextRef="#ctx0" brushRef="#br0" timeOffset="158931.76">7741 9726 711 0,'8'7'282'0,"1"3"-34"0,1 3-18 15,5 3-12-15,1 2-26 0,2 0-16 16,1 5-19-16,2-3-14 0,3 3-15 0,-3-4-8 16,2 4-10-16,-2-5-10 0,3 5-18 15,0-4-3-15,-4 2-7 0,1-3-8 0,3-1-8 16,-7-2-10-16,0-4-7 0,-3 3-44 0,0-3-59 15,-1-1-133-15,-6-2-246 0,4-2-302 0,-2-2 90 16,-5-2 58-16,-4-2 55 0</inkml:trace>
  <inkml:trace contextRef="#ctx0" brushRef="#br0" timeOffset="159198.29">8063 9672 888 0,'-4'4'309'0,"-4"3"-17"0,2 3-26 0,-1-2-30 15,-3 9-16-15,3-3-5 0,-3 4-25 16,3 0-16-16,-3 2-16 0,0 0-91 0,0 0 10 16,3 3-21-16,-1-2-2 0,-1 0-8 0,2 1 10 15,-3-4-10-15,2 5 10 0,1-3-9 0,1-2-14 16,-1 6 3-16,0-4-13 0,3 1-23 15,-2 2-36-15,2-5-38 0,1 0-80 0,0-2-105 16,3 1-183-16,-3 0-296 0,6-4 91 0,-3-1 50 16,3-4 65-16</inkml:trace>
  <inkml:trace contextRef="#ctx0" brushRef="#br0" timeOffset="159464.66">8278 9922 926 0,'3'10'338'0,"1"1"-23"0,-1 4-100 16,3 3-8-16,-2 3-20 0,3 0-15 0,-3 4 53 16,2 0-15-16,1 1-16 0,-1-1-15 15,2 6-22-15,-1-5-27 0,-4-1-2 0,4-1 3 16,-1 0-32-16,-2-4-12 0,3 4-5 0,-3-8-5 15,2 1-8-15,-3-2-15 0,1-5-3 16,-1 4-35-16,-3-4-19 0,4-3-120 0,0-3-696 16,-4 0 3-16,0-4 117 0,0 0 36 0,0 0 54 15</inkml:trace>
  <inkml:trace contextRef="#ctx0" brushRef="#br0" timeOffset="159965.26">9020 9907 926 0,'-4'-6'297'0,"4"6"-21"16,0 0-30-16,0 0-21 0,0 0 8 16,0 0-15-16,0 0-23 0,0 0-75 0,0 0 0 15,31 5-25-15,-21-8 7 0,4 3-7 0,3-2-16 16,3 1-2-16,5-5-3 0,1 5-23 15,-1-4 70-15,5 0-19 0,-3-2-10 0,1 6-30 16,-1-6-47-16,-2 4-43 0,2-4-77 0,-7 2-97 16,-2 3-310-16,-2-5-259 0,-2 6 96 15,-7-6 42-15,-1 2 70 0</inkml:trace>
  <inkml:trace contextRef="#ctx0" brushRef="#br0" timeOffset="160165.19">9245 9683 913 0,'-3'8'272'0,"3"0"-34"0,3 1-5 15,0 5-29-15,0 2-14 0,2 2-19 0,1 2-4 16,4 3-24-16,-3 0-18 0,4-2-2 16,-1 8-18-16,0-4-89 0,1 3 4 0,5-2 8 15,-2-1-18-15,-3 0-15 0,6 0-64 0,-1 0-105 16,-5 0-194-16,9-1-334 0,-2-6 90 0,-1-3 42 15</inkml:trace>
  <inkml:trace contextRef="#ctx0" brushRef="#br0" timeOffset="160681.59">10270 9653 780 0,'-3'21'305'0,"3"-2"-26"0,0-1-26 16,3-1-28-16,1 4-15 0,0-2-36 16,2 4-10-16,1-3-10 0,3 1-16 0,1-2-15 15,5-1-13-15,2 6-23 0,-2-9 0 0,5 3-5 16,0-6 0-16,-1 0-10 0,4-4-16 0,-3 0 0 15,-3-5-7-15,2 2 5 0,0-5-11 0,0-5-7 16,-2 4-5-16,-1-9 7 0,0 1-15 16,0-7 3-16,-4-1 2 0,-3-5-8 0,1 0 1 15,-4-3-6-15,-4-4-10 0,0 1-12 0,-6-4 9 16,0-1 11-16,-3-1-5 0,2 1-1 16,-4 3 9-16,-2 3 7 0,-3 1 0 0,2 2 5 15,-2 6 3-15,-1 3-11 0,-2-2 8 0,-2 6 3 16,1-1-11-16,0 6 9 0,0 2 4 15,0 4-18-15,0 0-2 0,-1 1 7 0,-2 5-4 16,3 2-1-16,0 2-2 0,0 0 2 0,3 3 3 16,-2-1-2-16,5 3-4 0,1-2 9 0,6-1-13 15,-2 3 15-15,2-1 10 0,4-1-20 0,3 1-11 16,1 0 11-16,2-1 0 0,4-1-5 16,8 1 9-16,-2-3-4 0,5 3 5 0,3-6-10 15,4 0-3-15,0-2-36 0,2 1-38 0,1-4-51 16,0 0-80-16,-1 3-250 0,1-3-392 0,-3-1 102 15,-5-1 54-15,1 0 77 0,-3 0 56 16</inkml:trace>
  <inkml:trace contextRef="#ctx0" brushRef="#br0" timeOffset="161031.26">10952 9800 798 0,'0'0'338'0,"6"6"-26"0,-2-4-35 16,2 6-24-16,1 0-30 0,0 0-13 0,0 1-21 16,3 1-25-16,-3 2-10 0,3 1-9 15,-3-1-24-15,0 1-1 0,-1 2-10 0,-2-3-87 16,0 3 5-16,-1-1-7 0,0-3-3 0,-6 4 10 16,3-4-36-16,-7 4 34 0,3 1-8 15,-3-1 5-15,1-4 0 0,-1 4 5 0,-3-3-2 16,3 1-6-16,0-3 0 0,0-3 68 0,4 3-12 15,-5-2-4-15,5-3-8 0,-3 0-10 0,3 2 5 16,2-3-13-16,-2 0 7 0,0 1-14 0,3-5 2 16,0 5 0-16,0-5-3 0,0 0 1 15,6 7-11-15,-6-7 10 0,13 0-15 0,-2 0-5 16,-4 0 10-16,6-2-10 0,1-1-3 0,3-2-20 16,0 3-15-16,0-3-31 0,4 1-18 15,-4 0-65-15,0-5-81 0,4 3-394 0,0 0-228 16,-4-5 110-16,0 1 49 0,-4-3 66 0,1-3 90 15</inkml:trace>
  <inkml:trace contextRef="#ctx0" brushRef="#br0" timeOffset="161281.4">11290 9443 847 0,'6'8'281'0,"1"7"50"0,3-5-37 0,4 7-18 16,0 0-25-16,6 4-15 0,4-1-24 0,-1 1-25 15,13 6-8-15,-2-1-18 0,-3 0-22 16,-1-8-14-16,-7 3-2 0,2-4-18 0,-1 1-13 16,0-2-5-16,-4-1-13 0,0-3-17 0,-2 2-37 15,-5-3-40-15,1-3-80 0,-3 1-164 0,-1-1-511 16,0 0 7-16,-6-6 100 0,2 1 30 0,-6-3 83 15</inkml:trace>
  <inkml:trace contextRef="#ctx0" brushRef="#br0" timeOffset="161564.85">11621 9366 860 0,'0'0'355'0,"-14"9"-117"0,11-1-25 16,-3 0-13-16,1 1-3 0,-1 6-28 0,2-2-8 16,-2 3-20-16,-1 6-3 0,-1-3 3 15,2 3-19-15,-1-3-11 0,0 6-4 0,-3-2-15 16,3 3 3-16,0-2 2 0,-3 3-20 0,-1 0-3 16,2 2-15-16,-1-1 0 0,-1 0-13 15,1 2 0-15,3-5-13 0,-4 4 3 0,1-8-3 16,1 4 62-16,2-2-10 0,-1-3-37 0,-1 2-55 15,5-4-60-15,-2-1-102 0,5-2-397 16,1 1-250-16,0-6 112 0,1-1 36 0,2-1 84 16</inkml:trace>
  <inkml:trace contextRef="#ctx0" brushRef="#br0" timeOffset="161965.39">11977 9693 1256 0,'9'-2'348'0,"2"2"-43"15,-11 0-23-15,17 2-32 0,-7 4-19 16,-2-4-26-16,1 7-19 0,1 0-17 0,-2 4-23 16,-4-1 8-16,2 4-34 0,-3 0-2 0,-3 1-23 15,0 5-11-15,-3-4-10 0,-3 5 16 0,2-3-29 16,-4 4 1-16,2-2-6 0,-1-1-2 0,0-1-11 15,-3 0-2-15,3-3-2 0,0-1 2 16,4-1-11-16,-4-3 6 0,3 1-3 0,1-1 3 16,0-4 13-16,2-1-80 0,1 3 26 0,1-4-33 15,5-4 94-15,-1 4 5 0,5-4-2 0,3 2-18 16,4-2 0-16,0-1-2 0,3-1-11 16,2-1 5-16,5-1-2 0,0-2-13 15,-4 3 10-15,8 0-3 0,-6-3-12 0,2 2-2 0,-6 1 4 16,-1-2 0-16,0-1-12 0,-2 4 2 15,-2-3 0-15,-6-1-10 0,1 1-16 0,-4 3-12 16,-1-1-28-16,-6-3-47 0,0 4-86 0,0 0-247 16,-16 0-478-16,2 0 126 0,-3 3 58 15,-4-6 88-15,-9 6 63 0,-4-2 65 0</inkml:trace>
  <inkml:trace contextRef="#ctx0" brushRef="#br0" timeOffset="166480.39">6100 7893 598 0,'0'10'180'0,"3"3"-78"0,0-1-41 0,1 3 16 16,1 0-13-16,1 1 3 0,-3 0 7 0,4 1-20 16,-1 2 0-16,2 1-8 0,-4 2 0 15,5-4-3-15,-5 4-4 0,5 1 12 0,-4-3 3 16,1 4-14-16,1 1-6 0,0 0 9 15,-1 0-7-15,2 0 3 0,-1 0 17 0,2 1-5 16,-2 5-7-16,1-5 12 0,1 3-10 0,-2 2 3 16,4-3-8-16,-4 2 74 0,0 0-10 0,2-1-26 15,-1 2-10-15,-2-4 13 0,1 5-13 0,0-4-7 16,0 4 2-16,3 1-6 0,-3-4 1 16,-1 0-10-16,4 3-6 0,-2 1-4 0,-2-2 4 15,1 0-4-15,0 1-6 0,0-1 0 0,0 0-2 16,-3-2-13-16,5 3 15 0,-6 0-2 15,5-3-3-15,-4 2 0 0,2 1 0 0,-2-2-10 16,2 1 21-16,2 2-21 0,-2-2 7 16,1-1-9-16,-3 1 4 0,2 1-10 0,2 0 18 15,1-2-17-15,-5 2 4 0,3 2 13 0,2-1-7 16,-1 3-6-16,-1-2 6 0,2 1-14 0,-1-1-2 16,-2-3 11-16,1 1-9 0,0-1-4 0,0 1-3 15,3 0 5-15,0 1 5 0,-3-6-84 16,4 5 25-16,-4-4 3 0,3 2 3 0,1 2-1 15,-1-4 1-15,2 5 12 0,-1-3 8 0,-1-3 0 16,-3 6 13-16,7-5 0 0,-4 3-11 16,0-3 8-16,-2 2 6 0,5 2-1 0,-7-4-5 15,4 4-2-15,1-4 17 0,-1 2-2 0,4 0 8 16,-4 0-8-16,-3-5 5 0,3 6 13 16,4-5-5-16,-4 0 5 0,4 3 5 0,-1-3-16 15,-1 1 14-15,1-2-6 0,3 0-10 0,-2 0 6 16,-3 0-6-16,0-2-15 0,2 2 7 0,-3-5 18 15,3 3 1-15,-2-4-1 0,0 2-10 0,2-2 5 16,-4-1-2-16,3-1 7 0,-2-1-9 16,3 1 1-16,-5 0-2 0,4-2-2 0,-2-4 2 15,1 3 3-15,-1-3-6 0,0 3 1 0,1-4-1 16,-1 2 4-16,3-2 1 0,-2-2-2 16,2 2 6-16,-1 0-6 0,1-2 10 0,0-1-10 15,4 1-7-15,-3-1 9 0,3 0-9 0,-3-3 4 16,3 5-4-16,0-8 9 0,0 6-7 0,0-7 13 15,0 6-10-15,0-5 4 0,3 0-7 16,-2-1 3-16,-1 2-6 0,3-2 11 0,1-2-5 16,0 2-3-16,2-1 5 0,1 1-3 0,4-2 1 15,-1-3-1-15,4 4 4 0,-3-2-1 0,2-1-10 16,4 4 12-16,-3-4-2 0,3-1 6 16,3 3-19-16,1-4 5 0,1 6 8 0,1-7-7 15,1 6 7-15,0-6 0 0,0 3-5 0,0-2 3 16,1 3-1-16,12-4 3 0,4-1-5 15,-10 1-2-15,-7 3 15 0,0-2-16 0,0-1 13 16,0 4-17-16,0-3 12 0,0-1 0 0,-3 0-8 16,2 2 3-16,2-3 3 0,-2 3 5 15,1-2-16-15,1 2 13 0,-1-1-10 0,-4-1 15 16,5-3-12-16,-2 3 4 0,-2 0 3 0,3 2-7 16,10-8-6-16,-3 5 69 0,3-2-2 0,0 2-7 15,-6 1 1-15,-4-2-12 0,-3 1-2 0,17 0-6 16,-8 4-10-16,-6-3 3 0,13-3-3 0,-9 4 2 15,-4-2 6-15,1 1-16 0,-4 0-2 16,5 3 2-16,-4-4-4 0,1 2-4 16,-5-2 1-16,5 4 5 0,-6-3 2 0,0 0-15 0,2 0 10 15,1-2 1-15,-3 5-9 0,0-2 8 16,0-2-4-16,3 0 6 0,-3 1-1 0,5-1-4 16,-5-1-7-16,3 1 8 0,-3 1 5 0,4 3-18 15,0-4 2-15,-4 2 8 0,3-1 5 16,-2 3-4-16,-1-3 4 0,0 5 5 0,0-4-7 15,-3 0-1-15,-1 5-1 0,1-3-4 0,0-2 1 16,0 3-1-16,-1-1 6 0,5-4-5 0,-4 6 2 16,7-6 0-16,-4 5-3 0,3-3 3 15,-3 0 1-15,3 1-1 0,-2 0-10 0,-4 2 7 16,7-2 1-16,-7-1 2 0,6 5 0 0,-3-4-8 16,-3 1 8-16,0 2 3 0,3-4-10 0,-4 6 12 15,1-4-18-15,0 0 11 0,0 2 2 0,-1-3-13 16,1 2 16-16,0 1-16 0,0-3 11 15,-1 4-6-15,-2-5 6 0,3 5-1 0,-4-4 16 16,4 0-20-16,-3 2 2 0,2-1 10 0,1 0-13 16,-3 0 3-16,2-1 13 0,1 0 2 15,-4 4-15-15,4-5 6 0,-4 5-14 0,3-2 10 16,-2-1-7-16,0 2 3 0,2-1-8 0,-2-2 12 16,-1 4 16-16,1-5-13 0,-1 5-7 0,0-5 7 15,-3 5-3-15,3-6-4 0,-3 4 4 16,0 0-4-16,-3-1-11 0,-4 0 18 0,4 0 3 15,-1-1-3-15,0 0-15 0,1 2 17 0,-4-1 1 16,0 0-11-16,0 0 11 0,0-1-5 16,-3 0-14-16,0 2 4 0,-1-2 12 0,1-1 10 15,-4 3-20-15,0-5 5 0,4 5 10 0,-4-5 11 16,1 1-16-16,-1-1 8 0,3 0-11 0,-2-3 24 16,-4-1-11-16,3 2-5 0,1-5-53 15,-2 5 2-15,-2-5 3 0,0-2-1 0,0 2 8 16,0-3 8-16,-3-1-5 0,2-4 10 0,1 4-2 15,0-3 5-15,-4-3-1 0,1-3 11 0,-1-5 2 16,0 0-2-16,1-5 10 0,-1 2-12 16,0-5-6-16,-3 4 16 0,0-2-3 0,0-1 0 15,0-2 0-15,-3-10-8 0,0-4 0 0,0 3 6 16,-1-2 4-16,1 1 3 0,-1-1-10 0,1-2 8 16,-4 3-6-16,6-5 6 0,-2-3 7 15,-3 3-13-15,6-1 1 0,-3 3 2 0,2-1 0 16,1 4-5-16,-3-1 5 0,3 12 7 0,0 3-4 15,0 4 0-15,-3-3-6 0,3 3 8 0,-3-2-7 16,2 2 2-16,-3 0 10 0,4-1-8 0,-3 2 3 16,-1 0-5-16,-2-4 13 0,3 6-13 15,-4-3 8-15,0-2-5 0,3 2-6 0,-2 3 6 16,2-2 4-16,-2-4-14 0,2 6-1 0,-3-2 8 16,3 1-5-16,-2 0 12 0,3 1 11 15,-1 1-18-15,1 6 8 0,-4-2-18 0,3 1 15 16,-3 4-5-16,1-2 5 0,2 4-8 0,-2-3 3 15,-2 1 8-15,1 3-5 0,1-2 2 0,-1 4 0 16,-4-4 5-16,5 2-7 0,-1 0-1 16,-3-1-4-16,2 2-1 0,-1-3 8 0,-1 6 3 15,3-4-11-15,-4 5 3 0,1-4 6 0,3-1-4 16,-6 6 3-16,6-1 5 0,-3-2-4 0,2 3 1 16,1-1-9-16,-5 3-9 0,5-2 11 15,-4 1 0-15,4-2-2 0,-3-2 4 0,0 1-4 16,3 0 2-16,-3 0 2 0,-1 0 4 0,4 1-6 15,-3-3-6-15,0 1 1 0,0 2 0 0,0-3 3 16,0 3 9-16,2 2-12 0,-5-3 0 0,3 2 8 16,-1 2 9-16,-2-4-12 0,-2 2-12 15,-1 3 1-15,-1-4-1 0,0 4 6 0,-1-3 4 16,-3 4-6-16,-1-4 1 0,0 4-1 0,-2 1 3 16,0 1 2-16,1-1-4 0,-4-1 4 0,2 2-2 15,-2 1-8-15,-1-1 8 0,-5 1-5 16,-1 0 10-16,0 0-13 0,-1 2 8 0,-2-2-5 15,-5 1 10-15,1 3-21 0,-17-5 16 16,0 2-10-16,0-1-1 0,10 6-2 0,0-2 0 16,4-1 3-16,-17 0-5 0,-1-2 9 0,4 4 4 15,-4-3-4-15,4 2 11 0,-4 0-5 0,11 1 0 16,-11-2 0-16,12 4-10 0,-12-1 2 0,8 1 5 16,9 0 6-16,0 1-9 0,0-1 11 15,-2 0-5-15,2 1 0 0,1 0 5 0,-4 1-2 16,-14 2-1-16,2-3-7 0,-6 2 5 0,4 2 2 15,-3-3 3-15,-2 4-5 0,1-2 0 0,-2 0 10 16,-1 0-2-16,4 1 4 0,1 1-2 16,2-4-10-16,0 0-2 0,1 4 9 0,10-3-7 15,-7-2 8-15,6 4-6 0,8-4 3 0,-1 0-3 16,-16 3 1-16,-1-2 15 0,1 0-6 0,10 0-9 16,6 2-6-16,-2-4 8 0,-15 3 5 15,1 3-10-15,-1-5 0 0,4 4-3 0,-4-2 6 16,4 4-3-16,7-4-6 0,-8 3 17 0,9-4-1 15,-11 4-5-15,12-2-5 0,5 0 7 16,-17-1 3-16,15 3-7 0,2-4-9 0,3 3 17 16,0-3 6-16,4 1-17 0,3 1 5 0,0-4 8 15,3 3-13-15,0-2 10 0,1 4-18 0,2-5 13 16,0 2 5-16,-2 3-12 0,2-3 7 16,1 1 0-16,-1 1-6 0,1-1-1 0,-1 1 27 15,-2-1-12-15,2 3-11 0,-2-4 6 0,3 5-8 16,-11-3 7-16,3 2-4 0,1 1-3 0,3-3-3 15,-3 3 5-15,0 0-2 0,0 0-5 0,0 0 13 16,3-3 2-16,4 2-13 0,-3 1 16 16,5 1-16-16,-3-4 5 0,4 1-2 0,-3 3 5 15,4-3 0-15,-1 2 3 0,-1-2-3 0,5 2 2 16,-3-3-7-16,5 2 10 0,1 1-15 16,-3-3 8-16,2 2-3 0,2 2 7 0,-2-5-4 15,2 4-4-15,1-1 9 0,-1-1 5 0,-2 0-19 16,5 2 19-16,-4-4-10 0,3 3-9 15,-3-2 14-15,4 1-6 0,-1 1-2 0,3-3 3 16,-3 3-1-16,1-3 1 0,3 3-4 0,-4-2 22 16,4 2-9-16,-7 0-9 0,3-3 4 0,1 4-4 15,-4-1 2-15,3-2 2 0,-3 2-9 0,2 1 7 16,-1-3 2-16,-2 1-2 0,1 2 3 16,0-3-6-16,1 3 3 0,1-1-2 0,-4-2 4 15,4 2-2-15,-4 1 13 0,4-3-3 0,-5 1-12 16,6 3-1-16,-3-5 6 0,4 4-3 0,2-4 15 15,0 3-15-15,-2-1-2 0,3-2-4 16,-1 3 6-16,1-4 0 0,1 4-15 0,-2-3 5 16,4 2 5-16,-3-3 5 0,2 2 0 0,-1 0 7 15,2 0-4-15,0 0-11 0,-4 3 3 16,5-5 5-16,-1 5-5 0,-3-5 8 0,2 1-3 16,2 1 7-16,0-1-7 0,-1 3 0 0,-1-2 8 15,1 1-13-15,1 1-3 0,-1-2 8 0,-4 1 8 16,5-2-11-16,-4 3 8 0,4 0-10 0,-3-2 0 15,3 1 5-15,-1-2-2 0,1 4 2 16,-1-4-3-16,0 1 6 0,3 0-8 0,-2 1-3 16,2-2-2-16,-2 3 7 0,2 0 1 0,0-4-6 15,4 6 8-15,-3-5-23 0,-1 4 13 0,4 0 12 16,-3-4 1-16,3 4-6 0,0 1-7 16,0-1 5-16,0 1 10 0,0-3-20 0,3 2 12 15,-3 1-2-15,1-1 7 0,2 1-12 0,-3 2 15 16,3 0-7-16,-3 1 4 0,4 0-7 15,-3-1 5-15,2 2 3 0,-3-2-8 0,3 1 10 16,-3 3-8-16,3 1 8 0,-2-2-7 0,2 2-37 16,3 2-9-16,-3-1-24 0,5 1-41 15,-1 1-22-15,3-1-103 0,-1 4-131 0,9-2-366 16,0 3 34-16,2-4 107 0,1 0 29 0</inkml:trace>
  <inkml:trace contextRef="#ctx0" brushRef="#br0" timeOffset="171629.87">5571 9626 555 0,'3'-4'154'0,"-3"4"-19"0,0 0 3 16,0 0-7-16,0-4-13 0,0 4 5 0,0 0-21 16,0 0 62-16,0 0-16 0,0 0-12 15,-4-8-13-15,4 8-8 0,0 0-18 0,-6-2-7 16,6 2-3-16,0 0-10 0,-11-5-11 0,11 5 3 16,-10-2-23-16,10 2 3 0,-10 0 0 0,2-1-8 15,8 1 0-15,-16-1-8 0,9-1 0 16,-4-1-5-16,1 3-2 0,0-1 7 0,-4 1-7 15,1 0-1-15,-1 0-12 0,4 0 23 0,-7-2-18 16,6 1 2-16,-2-1 3 0,-1 0-2 16,4 1-3-16,-4-1 0 0,1 2-3 0,2 0 0 15,0-1 1-15,2 1-3 0,9 0 2 16,-21 0-79-16,11 0 3 0,0 0 12 0,-4 0 5 16,4 0 1-16,-5 1 7 0,2-1 10 0,0 0-2 15,-1 2 3-15,1-2-9 0,-5 1 14 0,2-1-3 16,1 2 20-16,-1-2-9 0,-1 2 9 15,3 1-2-15,-3-3 7 0,3 0 1 0,0 1-8 16,1 2 2-16,-2 0-2 0,2-2 3 0,0-1-4 16,2 5 12-16,1-3-1 0,-1 0-8 0,1 3-17 15,1-2 43-15,1-3-31 0,1 6 13 16,-2-4-13-16,2 4 1 0,-1-3 9 0,-1 5-4 16,2-4 12-16,0 0-18 0,-1 3 26 0,2-2-25 15,-1 0 12-15,1 3-10 0,2-2-1 16,-3 2 4-16,0 1 4 0,1-2 1 0,2 0-18 15,-2 2 12-15,2 0 6 0,-3 1 2 0,3 0 2 16,1-1-4-16,-3 0 7 0,5 3-10 0,-5 0 5 16,3-4-2-16,2 4-3 0,-6 0-5 15,4-4 2-15,0 3 6 0,2 1 7 0,-2 0-10 16,3-4 5-16,-3 4-10 0,2-1 0 0,-1-2 10 16,1 1-7-16,1 3 2 0,0-3-6 15,0 0 12-15,0 0 6 0,0 3-7 0,0-4 6 16,0 2-11-16,0 1 7 0,0 0-4 0,0-2 7 15,0 3 0-15,1-3-2 0,1 2 7 16,-1 1-9-16,-1-1-1 0,3 1-5 0,0-1 10 16,-3 1-10-16,3-1 15 0,-2 1-2 0,2 4-5 15,4-7-6-15,-6 5 1 0,5-1-1 16,-3-2 1-16,-2 2 5 0,5 2-1 0,-3-2-7 16,1-1 3-16,3 4 2 0,-4-3 3 0,1-2 20 0,2 3-26 15,-5 0-9-15,2-6 7 0,3 5 2 16,-5-3-4-16,6 3-1 0,-4-3-7 0,1-1 15 15,2 5-8-15,-3-5 21 0,1 0-2 16,2 3-26-16,2-3 10 0,-5 4 2 0,4-3 11 16,-3-1-21-16,2 4 11 0,2-5-3 0,-2 4 0 15,1-2 2-15,-1-1 9 0,1 3-11 16,1-1 5-16,-1-4-10 0,-1 2 10 0,1 1-13 16,3 0 8-16,-6-1 8 0,2-2-3 0,1 2-10 15,-1-2 10-15,2 3-15 0,-1-5 15 0,-1 2-3 16,1 3-2-16,0-5-2 0,1 2 12 15,1-1-2-15,-2 1-8 0,1 1 0 0,1-1 7 16,-2-1-9-16,0 3 2 0,3-3 0 0,-3 0 7 16,3 1-9-16,-3-1 2 0,1-3-3 0,1 4 3 15,1 1 5-15,1-1-5 0,-1-1 0 16,-3 3-5-16,3-2 23 0,0-1-18 0,0 3-2 16,-3-3-1-16,4 1-5 0,-1 0 8 0,-3 1 0 15,3-2-5-15,0 1 5 0,-3-4 8 16,4 3 0-16,-4 0-6 0,2 1-7 0,1-5 3 15,1 4 4-15,-1-1-4 0,0 1-1 0,1-3 6 16,-1 0-3-16,-3-1-8 0,6-2 8 16,-3 5 0-16,0-5 0 0,2 2 2 0,-2 0-12 15,3-1 23-15,-2 0-16 0,-1-2 6 0,1 1 12 16,-1-1-2-16,0 3-8 0,3-3 3 0,-3 0 5 16,0 0-3-16,1 0-2 0,2-3-1 15,-2 3 11-15,2-1-13 0,-2 1 3 0,3-2 7 16,-1 0-4-16,1-1 7 0,-1 0-13 0,-2 3 7 15,2-2-1-15,-2-3-4 0,3 4 9 0,-4-2-6 16,0-1-7-16,4 2 9 0,-4 1-4 16,0-3 5-16,1 1 2 0,2 0 8 0,-3-1 0 15,0 2-7-15,0-4 7 0,0 4-8 16,1-3 11-16,-1 1-14 0,0-2 58 0,1 4 4 16,-4-4-13-16,3 3 6 0,0-3-14 0,0 3 1 15,0-2-5-15,1 1 5 0,-1-2-11 0,0-1-15 16,1 4-2-16,-4-2 10 0,3-3-23 0,0 5 12 15,-2-4 11-15,1 0-18 0,-2 3-5 0,4 0 12 16,-4-5-9-16,2 5-6 0,2-2 5 16,-4 0-2-16,0-3-3 0,2 5-7 0,-1-2 2 15,-1 0 5-15,-1-4-5 0,1 3 11 0,0 5-6 16,3-6 3-16,-6 1 7 0,2-1-10 16,1 4 8-16,0 0 5 0,0-5-12 0,0 5 4 15,-1-2-12-15,-2 0 2 0,4-4 2 16,-2 3 1-16,0 3 0 0,1-2-3 0,-3-2 2 15,3 1 9-15,-1-1-6 0,1-1 0 0,-3 1-5 16,2 1 11-16,-2 1-11 0,3-1 0 0,-3 0-2 16,2-1-6-16,-3 0 11 0,0 1 2 0,1-1 0 15,0-2-7-15,0 3 2 0,2-1-5 0,-3-2 0 16,1 2 8-16,-1-2-11 0,0 0 0 16,1-2 9-16,-1 1-4 0,1-2-4 0,-4 2-1 15,3-3-2-15,-2 2 5 0,2-2 2 0,0 3 6 16,-2-3-5-16,-1 2-11 0,2-1 3 15,-2 1 7-15,1-1-9 0,2 2 7 0,-3-2 5 16,0 2-8-16,0 2 3 0,0-4 3 0,0 3 2 16,0-1-5-16,0-3-3 0,-3 6 1 15,2-4 4-15,1-1 4 0,-2 3-4 0,1-1 3 16,-2-3-2-16,3 5-1 0,-3-4-7 0,0 2 13 16,2-1-11-16,-3 0 6 0,1 2 5 0,0-3-1 15,2 3-14-15,-2-1 7 0,0 1 0 16,0-3 5-16,-1 4-3 0,1-3 3 0,0 0 0 15,-1 4-5-15,0-4 3 0,0-1 0 0,1 3-6 16,0 1 0-16,-3-4 9 0,2 3-9 0,1-3-5 16,-2 1 11-16,2 2-1 0,-3-5-4 15,2 7-1-15,1-4 11 0,-3-1-8 0,2 2 0 16,0-2 3-16,0 3-9 0,1 1 12 0,-3-1-1 16,2-2 5-16,1 2-10 0,-3 2-10 15,1-1 7-15,2 1 13 0,-1-2-7 0,1 3-6 16,0-1 1-16,-1 0-6 0,1-1 16 0,-3 2 0 15,5 3-6-15,-6-3-12 0,4 0 12 0,0 3 1 16,2-2 0-16,-2 0-9 0,-1 2-4 0,2-1 8 16,2 5 2-16,-4-8-3 0,1 3 3 15,-2 0 3-15,2 0 2 0,3 5 0 0,-7-6-5 16,4 2-3-16,0 1 3 0,3 3 3 0,-7-8-3 16,4 4 5-16,-2 2-2 0,2-5 7 15,-3 6-18-15,6 1 11 0,-7-8-3 0,1 5-3 16,2-3 1-16,4 6-1 0,-8-4 0 0,5 0 16 15,-3 2-8-15,6 2-2 0,-7-8-8 16,4 7 2-16,-5-5 6 0,8 6-6 0,-7-2 6 16,1-4-1-16,-1 6-7 0,1-3 8 0,1-2 2 15,5 5-3-15,-10-4 6 0,4-1-8 0,6 5 8 16,-10-1-6-16,2-2-2 0,2-1 5 16,6 4 1-16,-10 0 4 0,6-3-10 0,-6-2 5 15,10 5-15-15,-10-2 5 0,10 2-1 0,-11-1 4 16,4 0 10-16,7 1-3 0,-13-5-10 0,13 5 7 15,-10 0 14-15,10 0-16 0,-17 0-3 16,10 0 0-16,7 0 1 0,-15 2-1 0,5 1 6 16,4-3-1-16,-4 1-2 0,10-1 3 0,-17 1-8 15,10-1-3-15,-4 2 6 0,4-1-4 16,-2 3 6-16,2-4-2 0,-4 1 2 0,11-1 8 16,-16 2-3-16,9-2-8 0,-1 1 1 0,-2 2 4 15,1-1 11-15,0-1-16 0,3 0-7 0,-4-1 13 16,0 0 2-16,-1 2-8 0,1 1 1 15,-4-2-9-15,5 0 9 0,-2-1 4 0,0 2-4 16,-2-2 10-16,0 1-1 0,-2 1-17 0,2 1 7 16,-4-1 9-16,3-2-17 0,-6 1-12 0,2 4-23 15,-1-3-2-15,-2-2-27 0,4 6-42 16,-4-3-24-16,0 0-31 0,1 2-130 0,-1-1-491 16,-3 0-1-16,4 3 98 0,3-2 64 0,-4 0 58 15</inkml:trace>
  <inkml:trace contextRef="#ctx0" brushRef="#br0" timeOffset="210409.23">15125 8524 560 0,'0'8'169'0,"0"3"-18"0,3-1-13 0,0 3-7 16,-3-1-19-16,4 3 55 0,0 0-8 0,-1 2-14 16,1-1-22-16,-1 0-5 0,0 1-5 0,1-4-16 15,-1 3 0-15,-3-1-12 0,3 0-11 0,0-4-10 16,-2 3-3-16,3 0 3 0,-1-3-7 16,0-1-4-16,-3 3-14 0,1-3-1 0,-1-1-2 15,3-2-3-15,-3 1 11 0,3-4 2 0,-3 3 20 16,0 0-9-16,0-3 9 0,0-4-4 15,3 7 2-15,-3-7-8 0,0 0-74 0,-3 6-2 16,3-6 2-16,0 0 5 0,0 0 18 0,0 0-10 16,0 0-3-16,-7-14 1 0,4 10-6 15,0-2 5-15,3-1 6 0,-5 3 12 0,5-3-10 16,-3-1-10-16,0 1 4 0,0-1 9 0,-1-1-3 16,1 1 0-16,3-2-3 0,-3 2 9 0,3 1-4 15,-3-3-4-15,3-1 7 0,3 0-5 0,-3 1 2 16,3-1 11-16,3-3-5 0,-2 4-6 15,2-5-4-15,2 5 4 0,2-5 8 0,0 4-2 16,1-4 0-16,2 1-3 0,1 2 5 0,0-4-12 16,3 4 17-16,-4 2-7 0,-3-1 7 15,4 4-7-15,-3-3-6 0,3 2 3 0,-5 1 8 16,1 0-13-16,-3 2-2 0,1-1-6 16,-2 0-10-16,1 5-15 0,-1-5-21 0,-2 4 3 0,-4 2-34 15,7-3-30-15,-6 2-44 0,-1 1-63 16,0 0-129-16,0 0-332 0,0 0 68 0,-1 12 32 15</inkml:trace>
  <inkml:trace contextRef="#ctx0" brushRef="#br0" timeOffset="211692.61">15487 8622 611 0,'0'0'205'0,"0"0"-5"16,0 0-47-16,0 0 6 0,0 0-23 0,0 0-8 15,0 0-13-15,0 0-13 0,0 0-2 0,7 18-5 16,-7-15-6-16,3 4-7 0,-2 1-2 15,2 2-1-15,-3-2-84 0,3 2-8 0,1 1 10 16,-4 0 14-16,0-1-14 0,0 3 11 0,3-1-6 16,-2-2-2-16,-1 2-2 0,0-2 2 15,3 0 13-15,-3-2-3 0,0 0-5 0,0 1 8 16,0-1 7-16,0-1 3 0,0 0-15 0,0-3 15 16,0 3-5-16,3-3 31 0,-3-4-3 15,0 6-5-15,0-6 7 0,0 8-2 0,0-8 5 16,0 7 1-16,0-7 1 0,0 0-14 0,0 4 4 15,0-4-9-15,0 0-1 0,0 0 3 0,0 0-16 16,0 0 16-16,0 0-5 0,0 0-13 0,0 0 7 16,0 0-2-16,0 0 0 0,0 0-5 15,0 0-7-15,0 0 4 0,0 0-5 0,0 0 0 16,0 0-2-16,0 0 5 0,0 0 2 0,0 0 6 16,0 0-21-16,0 0 0 0,0 0-5 15,0 0 10-15,0 0-3 0,0 0 8 0,-10-12-7 16,10 12 5-16,0 0-6 0,0 0 1 0,0 0 2 15,0 0 3-15,0 0-14 0,0 0 6 16,0 0 0-16,0 0 24 0,0 0-9 0,0 0-13 16,0 0-4-16,0 0 2 0,0 0 5 0,0 0-5 15,0 0 5-15,0 0-2 0,0 0-6 0,0 0 3 16,0 0-13-16,0 0 13 0,0 0 3 0,0 0-1 16,0 0-9-16,0 0 7 0,0 0 0 15,0 0 13-15,0 0-11 0,0 0-7 0,0 0 0 16,-4-4 7-16,4 4 1 0,0 0 0 0,0 0 2 15,0-6-8-15,0 6 1 0,-3-7 2 16,3 7 0-16,0-7-6 0,0 2 6 0,0 5 0 16,0-13 13-16,-3 5-15 0,6-1-6 0,-3 1 16 15,3-4-8-15,-3-1 5 0,4 1-10 16,-4-1 10-16,4-2-3 0,-1 2-4 0,0-1-6 16,0 3 0-16,1-3 8 0,-1 6-2 0,4-3 4 15,-3 1-4-15,0 0-3 0,2 1 0 16,-3 3 2-16,1-1-2 0,-1 0 2 0,3 0-4 0,-5 6 2 15,6-5 5-15,-3 5 0 16,-4 1-8-16,9-2 0 0,-9 2-2 0,14 3 10 0,-10 3-8 16,2 0 1-16,-2 0 7 0,2 6-11 0,1-3 11 15,1 1 0-15,-2 5-5 0,-2 1-8 16,2-4 8-16,-2 3 3 0,3 2-1 0,-4-4-2 16,1 0-5-16,2 1 10 0,-5 0 0 0,2-3 5 15,0 3-2-15,0-3 7 0,1 0-10 16,0 1 5-16,-1 0-3 0,-3-4-14 0,3 1-22 15,1-1-1-15,-1 0-29 0,0-1-36 0,-2 0-56 16,5-4-95-16,-6 3-177 0,4-5-242 16,3-1 32-16,0 0 83 0</inkml:trace>
  <inkml:trace contextRef="#ctx0" brushRef="#br0" timeOffset="211892.36">15928 8682 926 0,'4'-6'266'16,"3"4"-33"-16,0-4-18 0,3 3-5 0,-1-4-36 15,2 5-18-15,-1-4-10 0,4 3-10 16,-3-1-18-16,2 1-21 0,-2-2-7 0,2 3-60 0,-3-3-27 16,4 3-75-16,-4 1-40 0,4 0-83 15,-7-1-181-15,3-1-264 0,-4 3 28 0,-6 0 51 16</inkml:trace>
  <inkml:trace contextRef="#ctx0" brushRef="#br0" timeOffset="212092.69">16020 8776 888 0,'0'0'266'0,"0"0"0"15,0 6-38-15,0-6-77 0,0 0-18 16,11 1 0-16,-11-1-20 0,13 0-16 0,-13 0 5 15,21-1-9-15,-11 0-22 0,4-2 6 0,3 0-3 16,1 0-20-16,-2-1-36 0,2 1-36 16,-2-2-74-16,-2 1-95 0,0-2-148 0,3-1-344 15,-4 1 75-15,-2 0 34 0</inkml:trace>
  <inkml:trace contextRef="#ctx0" brushRef="#br0" timeOffset="212409.24">16339 8587 696 0,'0'0'266'0,"-8"14"-23"0,8-5-20 0,0-1-1 16,-3-1-27-16,3 1-82 0,0 2-24 0,0 0-7 15,3 2 10-15,-3-2-7 0,1-2-14 16,2 2-12-16,1 0 10 0,-1 2-2 0,4-3-3 16,-1-1 3-16,-2 0 71 0,3-4 18 0,3 2-31 15,0 0-2-15,3-4-28 0,-2 0 5 0,0-1-8 16,3-1 5-16,-4-1-71 0,0-1 4 15,1-5-4-15,1 3 0 0,-5-3 4 0,1-2-4 16,-2-4-8-16,-2 2 5 0,-1-3 3 0,0-3-6 16,-3 3 6-16,0-1 4 0,-3 1-9 0,0-1 2 15,-1 3-8-15,-2-1 3 0,-2 1-3 16,1 2 1-16,-2 4-3 0,-2-1-3 0,-2 0-10 16,2 6 5-16,-6 1-28 0,1 0-18 0,-5 3-69 15,3 2-23-15,-5 5-82 0,-1-3-167 0,3 4-386 16,-6 3 31-16,7-2 120 0,-1 1 31 15</inkml:trace>
  <inkml:trace contextRef="#ctx0" brushRef="#br0" timeOffset="213075.79">15210 9690 773 0,'1'9'250'0,"2"0"-19"0,0 5-29 0,0 0-36 16,4 1 3-16,-3 2-10 0,3 0-23 0,-4-1-11 16,1 1-7-16,2 0-16 0,-2-1-7 15,-1 1-13-15,4-3 7 0,-6-3-2 0,5-1-5 16,-6 2 16-16,3-3 14 0,1-2 14 15,-4 0-70-15,3-2 18 0,-3 1-15 0,3-4-3 16,-3-2-7-16,0 0 0 0,0 0-8 0,0 0-6 16,0 0 19-16,-3-19-26 0,3 5 3 15,-3-3 0-15,0 0-13 0,2 1 7 0,1-8-17 16,0 6 12-16,0-1 4 0,0-2-7 0,-3 1 1 16,6 1 11-16,-3 0-12 0,0 2 63 0,0 3 2 15,1 0-16-15,2 0-9 0,-3 3-9 16,0 2-15-16,3 0-7 0,-3 1-16 0,3 2-30 15,0-2-37-15,2 5-27 0,-2-2-72 0,4 3-115 16,-1 1-502-16,-2 0-13 0,3 1 107 0,0-3 45 16,-7 3 53-16</inkml:trace>
  <inkml:trace contextRef="#ctx0" brushRef="#br0" timeOffset="213475.85">15481 9826 632 0,'3'17'251'0,"0"-4"-21"16,-3-1-28-16,4-2-5 0,-1 3-28 16,-3-4-15-16,3-1-13 0,-3 0-19 15,4 1 6-15,-4-3-12 0,0-1-4 0,3 2 14 0,-3 0-50 16,0-4 17-16,4 2-11 0,-4-5 5 16,0 5-18-16,0-5-13 0,0 0 8 0,0 0-5 15,0 0-11-15,0-22 4 0,0 7-6 0,0 2-10 16,3-6-1-16,-2 1-4 0,-1-2 66 0,3-4-10 15,3 5-2-15,-2-3-11 0,-1 5-15 16,1-1 0-16,-1 2-3 0,4 2-23 0,-6 3 1 16,5-3-9-16,-3 6 6 0,1 1-10 0,2 3-4 15,-3-2-1-15,5 6 4 0,-8 0-9 0,13 0 4 16,-13 0-2-16,18 9-1 0,-11-1 4 0,3 0-11 16,0 4 5-16,0 1-2 0,0 1 2 15,-3-1 11-15,4 6-16 0,-4 0 0 0,2-3 2 16,-1 3 6-16,-2-2-5 0,1-2-3 0,-3 3-2 15,2 0 15-15,-2 3-21 0,3-5 8 16,-4-3-23-16,1 2-18 0,2 2-30 0,-2-5-54 16,2 0-42-16,-2-4-78 0,0 2-234 15,3-4-332-15,-1-4 115 0,1 0 33 0,0-2 61 16</inkml:trace>
  <inkml:trace contextRef="#ctx0" brushRef="#br0" timeOffset="213691.83">15939 9881 821 0,'3'-5'305'0,"-3"5"-42"16,0 0-9-16,0 0-24 0,4-2-20 0,-4 2-28 16,0 0-21-16,10-5-10 0,-7 4-10 0,3-1-21 15,5-3-7-15,-1 2-24 0,0-2 4 16,5 1-9-16,1-2-20 0,2-1 5 0,-1 2-23 15,-1-1-48-15,2-1-65 0,-5 2-115 0,5 0-414 16,-5-2-128-16,1 5 91 0,-1-4 55 16,-3 3 45-16</inkml:trace>
  <inkml:trace contextRef="#ctx0" brushRef="#br0" timeOffset="213958.85">16027 10026 862 0,'0'0'271'15,"0"0"-9"-15,-3 6-37 0,3-6-10 16,0 0-23-16,0 0 0 0,0 0-16 0,17 2-7 16,-17-2-13-16,10-1 1 0,-10 1-24 0,15-2-13 15,-3-1-12-15,-2 1 7 0,1 0-23 16,-1-3-5-16,0 4-15 0,4-2-6 0,-4-3-10 15,5 4-10-15,-5-4-17 0,3 5-34 0,-2-5-62 16,2 3-64-16,-6-4-104 0,4 5-454 0,-2-4-66 16,1 4 100-16,-2-4 74 0,-2 3 56 15</inkml:trace>
  <inkml:trace contextRef="#ctx0" brushRef="#br0" timeOffset="214392.4">16448 9624 611 0,'0'0'220'0,"10"11"-15"16,-10-3-18-16,4 0-13 0,-1 4-15 0,-2 0-26 15,2-1 3-15,0 4-16 0,0 2 0 0,-3-2-17 16,4 3-6-16,-4-1-5 0,3 1-2 0,0-1-21 16,-3-1 7-16,4 3-4 0,-4-4-5 15,4 1-6-15,-1 1-2 0,-3-2 0 0,3 0-16 16,-2-5 11-16,2 4-13 0,-3-3 8 0,3-1-16 16,-3-2 8-16,3-1-3 0,-3 1 14 0,0 1 22 15,1-3-15-15,-1-6 58 0,0 7-1 0,0-7-9 16,0 0-20-16,0 0-2 0,0 0-11 15,0 0-5-15,3-24-3 0,-6 10-4 0,2-3-1 16,1-6-17-16,-6-2-1 0,3-2-7 0,2 1 5 16,-5-6-15-16,1-3 4 0,2 3-73 15,0 7-1-15,0-1 11 0,-1 2 0 0,4 4 2 16,-3 2 3-16,0 2-10 0,3 2-37 0,-4 5-9 16,1 0-29-16,-1 2-30 0,0 5-67 15,-2 2-223-15,6 0-327 0,-13 5 20 0,5 2 113 16,-2-1 67-16</inkml:trace>
  <inkml:trace contextRef="#ctx0" brushRef="#br0" timeOffset="-214454.39">15412 10983 703 0,'7'22'203'0,"-3"-5"-27"0,5 2-2 16,-5-2-12-16,2 0-22 0,2 1-1 0,-1 0-24 15,2 3 3-15,-5-3-19 0,4 0-7 0,1-3-4 16,-5 2-9-16,2-2-10 0,1-4-8 0,-3-3-9 16,0 2 42-16,-1 1 11 0,0-5 16 15,0 1-19-15,-2-2-15 0,2-2-3 0,-3-3-4 16,0 0-6-16,0 0-13 0,0 0-4 0,6-12-9 15,-6 4 6-15,0-4-10 0,0 1-6 0,1 0 59 16,-2-2-10-16,2 1-2 0,-1-2-1 16,3 0-15-16,-3 2-2 0,4-2-16 15,-4 1 5-15,3 1 8 0,-2-1-87 0,2 1-7 0,3-5 4 16,-2 6 8-16,-1-3 5 0,3 4-2 0,5-5 5 16,-4 7-6-16,3-4 1 0,4-1-13 15,-4 4-3-15,4 1-12 0,0 0-32 0,-1-2-37 16,1 3-49-16,-1 0-90 0,1 6-215 0,0-6-251 15,-3 4 3-15,2 0 107 0,-3-1 26 16</inkml:trace>
  <inkml:trace contextRef="#ctx0" brushRef="#br0" timeOffset="-214037.9">15863 11073 693 0,'3'20'310'0,"-2"-4"-31"0,2 1-23 16,0 0-33-16,1-3-19 0,0 1-14 0,-4-3-26 16,6 5-19-16,-5-3-1 0,2-3-24 15,0 3-2-15,0-3-16 0,0-3-7 0,-2 2 2 16,2 1 31-16,-3-5 8 0,4 1-18 0,-4-2-77 16,0-5-8-16,3 7 0 0,-3-7 8 0,0 0-10 15,0 0-11-15,0 0 11 0,1-22-5 0,-1 8-6 16,3-4-5-16,-3 0 6 0,0-7-6 15,3-1-2-15,0 0-3 0,-2 0-5 0,2 1-2 16,3 1 2-16,-2 1-5 0,0 6 5 0,2 0 5 16,-5 1-7-16,5 1-3 0,-3 5 3 15,1 2-6-15,2-1-2 0,-1 1 10 0,2 5-8 16,2-1 6-16,-9 4 0 0,18 6-6 0,-8 1 6 16,0 1-1-16,4 3-2 0,-4 0-2 15,0 6-4-15,1 2 6 0,-1 1 0 0,-1-1 3 16,2 5-8-16,-4-2 13 0,0-1-3 0,-1 1-5 15,2 1 7-15,-5-3-30 0,4 5-41 0,-4-8-28 16,1 1-84-16,2 1-70 0,-2-5-284 16,0 0-187-16,2-3 21 0,-2-4 69 0,2-1 69 15</inkml:trace>
  <inkml:trace contextRef="#ctx0" brushRef="#br0" timeOffset="-213854.15">16404 10950 1103 0,'6'-6'292'0,"-2"5"-24"0,3-2-35 16,3-1-25-16,0 1-22 0,0 2-55 0,1 0-67 16,-1 1-115-16,0 0-162 0,1 0-480 15,-4 0 86-15,2 1 31 0</inkml:trace>
  <inkml:trace contextRef="#ctx0" brushRef="#br0" timeOffset="-213671.39">16469 11151 1246 0,'0'0'343'0,"0"0"-46"15,0 0-13-15,0 0-36 0,0 0-22 0,16-10-16 16,-8 8-36-16,-2-4-21 0,4 3-30 15,3-1-38-15,-2-3-57 0,-1 6-36 0,1-6-51 16,2 3-94-16,-3-3-137 0,1 0-457 0,-4 3 81 16,3-4 24-16,-3 0 71 0</inkml:trace>
  <inkml:trace contextRef="#ctx0" brushRef="#br0" timeOffset="-213355.19">16687 10944 867 0,'1'-3'282'0,"2"-2"-85"16,3 1-15-16,-2-2-19 0,3 4-1 0,-3-3-19 15,5 4 3-15,-2-1-10 0,0 1 2 0,-7 1-33 16,17-1 2-16,-10 2-2 0,4 0-15 16,-1 1 10-16,0 4 2 0,-1-4-33 0,-1 5 8 15,-1 3-10-15,-1-2 2 0,-2 0-3 0,-1 2-15 16,0 4-7-16,-6-3 15 0,3 4 0 0,-6 2-11 16,2 0 3-16,-3-2-4 0,1 3-1 15,-5 0-18-15,4 2 0 0,-3-4-2 0,4-3 2 16,-2 2 2-16,2-1 1 0,2-3-13 0,-2-1 2 15,5-2 6-15,-2-1 2 0,3 1-10 16,0-5 10-16,4 3-10 0,6-5-2 0,4-1-4 16,2 0 4-16,8 0 4 0,0 0-4 0,4-3-1 15,3-1-5-15,0 3-5 0,-5 1-10 0,5-2-26 16,-7 1-15-16,-3 0-79 0,3 1-57 16,-7 1-235-16,0 2-410 0,-7-2 95 0,0 5 72 15,-3-5 58-15,-7 5 62 0</inkml:trace>
  <inkml:trace contextRef="#ctx0" brushRef="#br0" timeOffset="-212787.73">15399 12316 862 0,'0'0'323'0,"0"0"-16"0,0 0-28 16,0 0-115-16,9 17-6 0,-5-9-12 15,3 2-15-15,-3 0 56 0,2 5-24 0,-2-1-9 16,2-2-18-16,2 4-16 0,-2-1-12 0,-2 2-14 15,2-3-4-15,1-2-8 0,-4-1-8 16,1 0 5-16,0-1-12 0,-1-2 5 0,0-1 30 16,1 0-5-16,-1-4-15 0,0 3-5 0,-3-6 0 15,0 0 2-15,0 0-20 0,0 0 2 0,11-13-4 16,-11 3-19-16,3-4-69 0,-2-1 19 0,2-4-1 16,-3 1-5-16,6-6 2 0,-2 3 9 15,-1-1-6-15,1-3 5 0,3 3-5 0,-4 2 1 16,1 5 9-16,-1-3-10 0,0 1 3 0,1 7 2 15,-1-3-7-15,3 3-8 0,-5 0-5 0,3 3-31 16,-1 0-25-16,1 3-42 0,2 0-71 16,-3 0-136-16,4 4-450 0,0 0 10 0,-7 0 123 15,0 0 41-15,14 3 81 0</inkml:trace>
  <inkml:trace contextRef="#ctx0" brushRef="#br0" timeOffset="-212371.46">15816 12434 752 0,'3'17'218'16,"0"-3"-8"-16,-2-3-21 0,-1 3-15 0,3-3-13 15,0-3-25-15,-3 5-13 0,3-2-8 0,-3-4-10 16,1 1-3-16,2 0 1 0,-3-2-3 15,0-2 20-15,0 2-23 0,0-6-7 0,0 0-11 16,0 0-15-16,0 0 5 0,0 0-7 0,3-22 2 16,-3 6-23-16,0 3 5 0,0-7-13 15,3 0-2-15,-3-3 12 0,1-1-12 0,3 4-3 16,2-3-13-16,-3 7 16 0,-2-1-3 0,5 0-10 16,-3 2-18-16,1 4 15 0,-1 1-2 0,1-2 0 15,0 5-8-15,2 4 3 0,-2-3-8 0,2 5 5 16,1 0 0-16,-7 1 0 0,14 2 0 15,-4 4-2-15,-3-3-11 0,3 2 16 0,-3 5-3 16,3-3-2-16,-2 3-3 0,2 2 5 0,-1-1 0 16,-2-1 3-16,1 4-16 0,-1-3 16 15,-1 0 7-15,1-1-15 0,0 1-15 0,-3-3-26 16,2 2-41-16,-2-2-67 0,2-1-155 0,1 2-464 16,0-4 79-16,0-2 39 0,0-2 74 15</inkml:trace>
  <inkml:trace contextRef="#ctx0" brushRef="#br0" timeOffset="-212188.47">16386 12165 826 0,'7'-6'274'0,"-4"5"-26"16,5-2-30-16,-2-1-26 0,4 1-41 15,-3 1-54-15,1-3-46 0,1 5-58 0,-2-1-167 16,0 0-471-16,1 1 71 0,1 0 24 0</inkml:trace>
  <inkml:trace contextRef="#ctx0" brushRef="#br0" timeOffset="-211988.45">16462 12306 829 0,'-4'2'348'0,"4"-2"-20"16,0 0-19-16,0 0-30 0,0 0-30 16,0 0-29-16,0 0-26 0,0 0-15 0,0 0-12 15,24-6-24-15,-18 5-30 0,2-3-42 0,2-2-30 16,0 5-61-16,-2-6-67 0,2 4-172 0,0-4-529 16,1 0 107-16,1-1 44 0,-2-2 58 0</inkml:trace>
  <inkml:trace contextRef="#ctx0" brushRef="#br0" timeOffset="-211605.78">16786 11866 829 0,'4'-2'327'0,"2"-1"-32"0,-6 3-26 0,14-3-34 0,-7 3-20 15,-7 0-10-15,18 7-16 0,-8-4-22 16,0 4-32-16,0 1-12 0,-3-1 0 0,0 1-23 15,-1 2 13-15,-3-2-21 0,-2 6 0 0,3-3-3 16,-8-1-7-16,4 5-23 0,-4-5 0 16,1 5-8-16,0-5-2 0,-1 5-8 0,1-5-3 15,-3 0-2-15,5 1-10 0,-2 0 7 0,3-3-5 16,0 2 5-16,0-3-7 0,3 1-6 16,-2 2-9-16,5-3 12 0,1 1-10 0,-1 2 10 15,2-3 10-15,-1 1-5 0,3 2-5 0,2-3-66 16,-4 1-6-16,2-1 18 0,-3 0 16 15,3-1 20-15,-3 1-5 0,0 1-5 0,-1-1 33 0,-2 0-25 16,3-1 73-16,-6-1 9 0,2 2-16 16,-3-1 0-16,-3 1 3 0,-2-2-8 0,-2 2 7 15,1 1-17-15,-7 1-10 0,-1-1-11 0,0 0-25 16,-3 1-70-16,-3-1-56 0,-4-1-53 16,-4 0-354-16,1-2-322 0,-1 1 33 0,1-6 113 15,-4 0 89-15,-9-7 54 0</inkml:trace>
  <inkml:trace contextRef="#ctx0" brushRef="#br0" timeOffset="-210370.3">2319 14158 568 0,'0'0'210'0,"0"0"-23"16,0 0 4-16,0 0-29 0,0 0-4 15,11 23-7-15,-8-11-12 0,1 3-27 0,2 3-14 16,0 2 4-16,2 0-15 0,-1 3 69 0,0-4-23 15,2 6-7-15,-1-2-14 0,-2-1-20 0,1 1 6 16,0-2-6-16,-1-2-15 0,2 5-13 16,-4-6-11-16,2-3-73 0,-2 1 10 0,2-2 7 15,-3-1 1-15,2-3-6 0,-2-2 26 16,1 3 23-16,-1-5 94 0,0 1-17 0,0-3-5 16,-3-4-21-16,0 0 3 0,0 0-16 0,0 0 0 15,0 0-4-15,-3-23-9 0,0 10-4 0,0-5-11 16,2-1 10-16,-2-4-20 0,0-3-2 0,-1 0 4 15,4-5-12-15,-1 6 2 0,1-2-2 16,0 1-3-16,0 4-2 0,0-2-3 0,-3 6-6 16,3-1 9-16,0 2-16 0,0-1 3 0,0 4-21 15,0 0-17-15,0 3-26 0,0 0-52 0,3 2-53 16,-3 2 8-16,0 0-49 0,1 1-108 16,3-1-504-16,-1 4 87 0,1-2 29 0,2 3 99 15,-3 0 51-15</inkml:trace>
  <inkml:trace contextRef="#ctx0" brushRef="#br0" timeOffset="-209938.15">2660 14276 755 0,'9'15'217'0,"0"2"-15"16,-2-4-10-16,-1-1-18 0,2 2-5 0,-1-2-12 15,-1 2-32-15,1 0 0 0,-3 0-15 16,3-1 8-16,-1-4-110 0,-2 1 23 0,-1 2-3 15,0-2-3-15,0-3 27 0,-2 1 9 16,2-2 93-16,1 1-3 0,-4-3 2 0,0-4-25 16,0 4-5-16,0-4-26 0,0 0 3 0,0 0-5 15,-14-11-18-15,8 2-6 0,2-4-4 0,-4-4-24 16,2-3 1-16,2-3-13 0,1 1 2 16,0-3 3-16,0 2-1 0,3 3-11 0,-1-1-1 15,1 0 5-15,1 3-5 0,2 0-5 0,0 0-6 16,-2 3-1-16,5 1-1 0,-3-3-2 15,2 9-6-15,1-2-4 0,1 2-1 0,0 1 8 16,3 2-5-16,1 3-5 0,1 2 3 0,2 2 14 16,0 3-7-16,3 2 3 0,-3 1 2 15,3 6-12-15,0 0 7 0,-3 1-3 0,3 8-2 16,-3-4-2-16,-1-1 10 0,1 3-11 0,-4-2 13 16,3 2-7-16,-5 0-3 0,2-1 8 0,-4-1 2 15,1 0-13-15,4-1 8 0,-7-1-17 16,2-2 12-16,-2 2-52 0,2-3-32 0,-3-3-75 15,-1 2-189-15,4-3-474 0,-3-4 72 0,1-2 80 16,-1 0 81-16,-3-4 57 0</inkml:trace>
  <inkml:trace contextRef="#ctx0" brushRef="#br0" timeOffset="-209755.32">3260 14256 980 0,'13'-8'281'0,"1"1"-22"0,-4 0-26 16,3 4-23-16,-2-2-26 0,-1 1-15 0,1-2-38 15,2 5-55-15,-3-2-68 0,1-1-77 16,-1 4-136-16,-3-2-458 0,2 2 31 0,-1 0 76 16</inkml:trace>
  <inkml:trace contextRef="#ctx0" brushRef="#br0" timeOffset="-209588.54">3331 14412 788 0,'0'0'294'16,"3"4"-25"-16,-3-4-18 0,0 0-13 0,0 0-31 16,8 0-22-16,-8 0-1 0,0 0-33 15,20-2-5-15,-6-3-18 0,-4 4-59 0,3-2-82 16,-2-1-205-16,5 0-514 0,-1-2 59 0,1-2 87 15,-2-1 61-15</inkml:trace>
  <inkml:trace contextRef="#ctx0" brushRef="#br0" timeOffset="-209172.34">3810 13951 908 0,'16'-2'302'0,"2"2"-30"16,-4 2-32-16,3 2-15 0,-1-1-20 0,2 3-28 15,-2-2-13-15,-1 6-26 0,1-1-15 16,-2 1 7-16,-3 1-17 0,0 2-16 0,-2-1-7 16,-6 4 2-16,1 0-15 0,-7 2 2 15,-1-2-20-15,-5 3-8 0,-3 4 0 0,-1 0 3 16,-7 0-5-16,3-2-11 0,-4 1-2 0,3-6 13 15,2-3-8-15,-1 4-8 0,7-9 0 0,-1 4 21 16,0-5-8-16,5-2-13 0,-4 1 16 16,6-4-3-16,4-2-15 0,-7 0-6 0,7 0-4 15,0 0-6-15,0 0 8 0,0 0 0 0,14-13-5 16,-7 9 5-16,3 0-13 0,1 0 6 0,2 2-1 16,2-3-7-16,1 4 12 0,2 1-12 15,1 1-3-15,2 4 3 0,0-3-6 0,2 6-2 16,-2 1 3-16,-1-1-29 0,-2 2-22 15,-1 4-34-15,-4-3-46 0,-2 3-144 0,-7 1-342 16,-1 2-182-16,-4-2 79 0,-2 3 93 0,-8 0 73 16,-2 0 29-16</inkml:trace>
  <inkml:trace contextRef="#ctx0" brushRef="#br0" timeOffset="-208805.3">2309 15056 660 0,'-6'2'256'0,"6"-2"-33"0,0 0-19 16,0 0-9-16,0 0-13 0,0 0 15 15,0 0-31-15,34-7 52 0,-10 1 2 0,3-2-38 16,21-6-3-16,9-1-15 0,8 2-11 15,15-6-7-15,1 1-15 0,2 1-3 0,2-2-29 16,4 1-60-16,0-3-14 0,2 4 1 0,-2-1-3 16,0 3-5-16,0-2 8 0,-6 2-6 0,-12 3-2 15,-3-1-5-15,-3 3 7 0,-4 0-7 0,-5-1-3 16,-2-1 70-16,-10 5-14 0,-8 2-4 16,-6 0-19-16,-3-2 8 0,-6 6-7 0,-1-2 2 15,-3-1-5-15,-3 2-3 0,-1 1-10 0,-2-1-2 16,-4 1-3-16,3-3-3 0,-4 4-27 15,-6 0-34-15,0 0-41 0,8 4-79 0,-8-4-259 16,-8 9-448-16,2-5 100 0,-1 3 77 0,-7-2 72 16,-2 1 58-16</inkml:trace>
  <inkml:trace contextRef="#ctx0" brushRef="#br0" timeOffset="-206938.55">4145 15133 552 0,'-4'-4'256'15,"0"-1"-25"-15,1 1 7 0,0 0-18 16,3 4-5-16,-3-8-36 0,0 5-15 0,3 3-21 16,-4-7-2-16,4 7-18 0,0 0-21 15,0 0-22-15,0 0 12 0,0 0-18 0,0 0-2 16,0 0-8-16,-3 18 5 0,6-8-26 0,-3 1 3 15,3 0-7-15,1-1 66 0,2 3-5 0,-3-1-11 16,5 3-9-16,-4-5-11 0,5 5-3 0,-2-5 3 16,-1 2-15-16,2-1-10 0,2-1-6 15,-3 0 3-15,3-3 2 0,-3 1-4 0,3-1 2 16,0-4-18-16,1 0 8 0,-4-2-8 16,3-1 0-16,1-4 0 0,-1 1 2 0,0-4-9 15,1 3 4-15,-2-3-15 0,1-3 13 0,1-2-5 16,-5 0 5-16,1-3-31 0,-3 0 10 15,2-3 11-15,-2 3 10 0,0-3-13 0,-1 1-5 16,-3 0 8-16,3 2-11 0,-3 4 6 0,0-3-6 16,0 6 3-16,0-1 3 0,0 1-1 15,0 1-14-15,0 7 9 0,0-1 0 0,0 1-7 0,0 0 8 16,0 0 2-16,0 22-3 0,1-11 6 16,-1 6-1-16,3 4 1 0,-3-2-6 0,3 6-2 15,-3 3 3-15,3 0-6 0,-3-1 16 0,1 0-3 16,2 2-8-16,-3 0 3 0,3-4-2 15,-3 5 2-15,0-3 5 0,-3-2 0 0,2-7 2 16,1 7 6-16,-3-4 8 0,0-2-8 16,-3-2 7-16,2 0-7 0,-2-2 10 0,-2-4-3 15,-2 3-15-15,3-4 6 0,-4-2 4 0,-2 0-2 16,3-6 10-16,-1 5-13 0,-2-6-2 0,-1-1 12 16,1 4-4-16,0-8-4 0,-1 4 1 0,3 0-2 15,0-1-4-15,1-3-2 0,0 1-2 16,0 0-11-16,3-1-30 0,0 1-42 0,1-4-73 15,2 7-98-15,1-3-205 0,3 3-376 0,3-7 95 16,-3 7 82-16,7-5 56 0,-4 2 59 16</inkml:trace>
  <inkml:trace contextRef="#ctx0" brushRef="#br0" timeOffset="-206364.28">4712 15262 908 0,'10'-11'315'0,"-2"1"-26"0,1 6-33 16,-2 0-18-16,0-3-23 0,4 4-28 0,-5 0-15 15,1-1-34-15,0 4 3 0,1-1-16 0,-8 1-33 16,19 0 8-16,-12 1-8 0,0 3-7 15,0 0 2-15,-1 3-26 0,-2 0 11 0,2 3-8 16,-5-2-3-16,3 2-7 0,-4 0-8 0,0 2 3 16,-4 1-8-16,3-1 5 0,-2-1-10 0,-3 2-1 15,2-1-12-15,1-3 21 0,-1 3-26 16,1-3 10-16,0-1-2 0,-1 0-6 0,0-2 3 16,4 1-2-16,-3-3 7 0,3-4-15 0,0 8 7 15,0-8-5-15,3 4-2 0,-3-4-3 16,0 0-2-16,8 2 5 0,-8-2-8 0,6 3 0 15,-6-3-2-15,10 2-3 0,-10-2 2 0,11 2-2 16,-1-2-7-16,-3 4 1 16,-3-1 4-16,5 2-3 0,2-1 10 0,-4 3-10 0,3-2 2 15,-2 0-2-15,1 5 3 0,-2-3-1 0,0 1 0 16,0 0 16-16,0 1-5 0,-4 3 2 0,0-3-5 16,-2 2 0-16,-1-2 11 0,-1 0-3 15,1 3 10-15,-6-3-18 0,2 0 23 0,-3 1-13 16,-3 0-5-16,0-2 3 0,-1 0 0 0,-2-1 5 15,-1-1-3-15,0-2 1 0,1 0-9 16,-4-1-1-16,3-3 14 0,-3 1-15 0,3-2 5 16,0 1 3-16,-2-7-5 0,2 6 5 0,0-6-11 15,3 4-17-15,1-3-11 0,-2-2-35 0,1 4-21 16,7-2-46-16,-3-2-95 0,4 1-191 0,0-1-416 16,3-1 85-16,6 0 52 0,-5-2 73 15,5-2 72-15</inkml:trace>
  <inkml:trace contextRef="#ctx0" brushRef="#br0" timeOffset="-206072.57">5297 15116 675 0,'0'0'215'15,"7"0"-13"-15,-7 0-10 0,11-1-7 0,-2-1-24 16,1 1-15-16,1-3-10 0,3 4-6 0,3-4-17 16,0-1-11-16,3 2-10 0,-3-2-2 0,3 1-6 15,-2 0-4-15,-1 1-14 0,1-1-17 16,-2 0-29-16,-2-2-30 0,-1 6-56 0,1-3-60 15,-4-1-127-15,0 3-354 0,-3 1-23 0,4 0 54 16</inkml:trace>
  <inkml:trace contextRef="#ctx0" brushRef="#br0" timeOffset="-205804.93">5478 15299 601 0,'0'0'253'0,"0"0"-17"16,0 0-29-16,0 0-15 0,27-4-20 15,-13 0-14-15,3 0 57 0,0 0-20 0,1-3-11 16,3 2-20-16,-2 0-21 0,2 0-12 16,0-1-13-16,-5 0-8 0,2 3-23 0,-5-2 5 15,1 2-10-15,-4-2-3 0,0 5-15 0,1-4-2 16,-5 1-34-16,1 1-26 0,-3 1-53 0,-1-1-77 15,-3 2-197-15,0 0-450 0,0 0 81 0,-20 0 62 16,6-1 71-16</inkml:trace>
  <inkml:trace contextRef="#ctx0" brushRef="#br0" timeOffset="-205005.31">4343 14695 483 0,'-3'-4'177'0,"3"4"-29"0,0 0-4 16,0 0-1-16,0 0-10 0,0 0-15 15,0 0 0-15,-4 17-21 0,4-11 5 0,-3 1 1 16,3 1-16-16,0 0-8 0,-3 1 0 0,-1 1-25 15,4 0 2-15,-1-2 1 0,1 1-3 16,-3 3 12-16,3-6-15 0,-3 1-12 0,3 1-3 16,0 0 22-16,-3-1-27 0,3-4 2 0,0 4-2 15,-1-1 10-15,1-6 13 0,0 8 89 16,0-8-7-16,0 3-13 0,0-3-11 0,0 0-22 16,0 0-1-16,0 0-7 0,0 0 3 0,0 0-26 15,1-18 10-15,-1 11-21 0,0-5-4 0,0-1-3 16,3 1-3-16,0-4-4 0,-3-2-1 15,3 1-15-15,-3-2 5 0,5 1-5 0,-2 1 5 16,0-1-8-16,0 3 1 0,1-2-4 0,-1 6-1 16,-2-3 1-16,2 6 6 0,0-3-7 15,0 3-9-15,-3 0-12 0,1 1 7 0,3-1 1 16,-1 8 15-16,-3 0-16 0,10-2 11 0,-10 2 2 16,10 6-2-16,-2-2-1 0,1 5-2 15,1-1-2-15,4 6-1 0,-1 1 6 0,2-2 8 16,1 3-9-16,2 1 6 0,-5 0 2 0,4-1-2 15,-3 1 0-15,3-2-5 0,-3 1 10 0,3-1-13 16,-4-1 0-16,-3 0 0 0,1-3-3 0,-1 0 1 16,-3-1 5-16,4 1-13 0,-8-3-21 15,3 2-35-15,-5-3-62 0,-2 1-233 0,-1 0-453 16,-2 1 36-16,-3-2 120 0,-4-2 80 16,-5 1 28-16</inkml:trace>
  <inkml:trace contextRef="#ctx0" brushRef="#br0" timeOffset="-203355.87">6470 14783 534 0,'0'0'228'15,"0"0"-33"-15,0 0-21 0,0 0 5 0,0 0-20 16,0 0-13-16,-11 14-11 0,8-3-17 0,0-3 0 15,-1 7-18-15,3 1-8 0,-2 0 0 0,3 2-18 16,-3-1 6-16,3 1-6 0,0-1-20 16,0 1 7-16,3 2-12 0,0-4 2 0,2 2 3 15,-2-3-14-15,3-2 9 0,1 2-13 0,0-4 5 16,1 2-8-16,2-2 3 0,0-3 13 16,1-2-21-16,1-2-5 0,2 0-5 0,0-3 2 15,-1-1 65-15,1-2-1 0,-1-4-7 16,5-1-13-16,-5-1-8 0,1-4-2 0,0-1 2 15,-1-5-12-15,1 0-13 0,-4-3 4 0,-6 0-4 16,6-1 2-16,-6-3-4 0,-4 0-9 16,0-2 8-16,0 2-5 0,-4 0 5 0,1 0-15 15,-5 2 3-15,2 2 17 0,-1 0 0 0,-2 9-5 16,1-3-12-16,-2 0-4 0,-4 5 4 0,1 1 2 16,-1 2-3-16,-3 0-12 0,4 7 17 15,-2 0-10-15,-2 4-2 0,0 0 0 0,0 3-1 16,-3 3 6-16,2 0-3 0,2 4-2 0,1 0-5 15,2-2-8-15,3 2 17 0,0-3-7 0,6 4 3 16,-2-1-5-16,5-1 12 0,1-5-12 16,0 6 7-16,4-3-13 0,2-1 13 0,2 2-2 15,5-2 0-15,-3 0-3 0,5-2 0 0,4-1-15 16,2 1-16-16,-4-1-10 0,7 0-58 16,0-1-50-16,3 1-66 0,-2 0-179 0,5 0-381 15,-2-3 33-15,-1 3 97 0,-7-6 59 0,1 5 51 16</inkml:trace>
  <inkml:trace contextRef="#ctx0" brushRef="#br0" timeOffset="-202922.31">7013 15022 762 0,'-3'8'238'0,"-2"-1"-30"15,-1 2-19-15,0 0-17 0,5 2-9 0,-5 2-32 16,3-2-11-16,-1 4-2 0,4 1 54 16,-4 0-11-16,4-2-18 0,0 1-12 0,4 2-14 15,-4-2-7-15,4-1-12 0,2 0-14 0,-2-3-10 16,2 0-7-16,0-1-6 0,2 2 3 0,2-3-2 16,-3-2 7-16,4-2-18 0,2-1 3 15,0-1-8-15,1-3 0 0,-1 0 0 0,-1-3-10 16,4-1-18-16,-2-4 18 0,-1 1-13 0,1-3 5 15,-4 2 0-15,0-2 3 0,1-5 2 0,-4 3-7 16,-3-4-1-16,2 1 14 0,-3-2-9 16,-3 0-9-16,0 2 2 0,-3 0 0 0,-1-3 10 15,1 6 0-15,-6-3-4 0,1 0-4 16,-2 5-7-16,0 0 0 0,-7-2 5 0,3 4-5 16,0 2-5-16,-3 1-3 0,-3-2 3 0,2 5 0 15,1 0-16-15,3-1 8 0,-2 3 0 0,1 0-2 16,-1 3-11-16,2-1-10 0,1 0-23 0,2 3-25 15,4-2-11-15,0 3-18 0,4-2-81 16,3 1-152-16,0-2-304 0,7 4-134 0,1-3 93 16,4-1 61-16,-1 0 57 0</inkml:trace>
  <inkml:trace contextRef="#ctx0" brushRef="#br0" timeOffset="-202656.33">7607 14933 913 0,'0'0'320'0,"0"0"-38"0,7-7-29 15,-7 7-28-15,7-4-20 0,1 3-13 0,2-4-30 16,2 4-9-16,3-2-17 0,2-1-19 0,3 0 4 15,1-1-29-15,-5 3-38 0,5-4-26 16,-3 5-46-16,2-2-41 0,-3-1-64 0,-4 1-138 16,2-1-448-16,-5 2 33 0,0-1 75 0,-2-2 50 15</inkml:trace>
  <inkml:trace contextRef="#ctx0" brushRef="#br0" timeOffset="-202455.41">7638 14704 706 0,'1'5'271'0,"2"7"-28"0,0-2-17 16,0 0-24-16,1 7-8 0,4 1-22 0,1 2-18 16,1 0-19-16,1 2-4 0,2 3-16 0,1 2-15 15,-3-2-31-15,5 0-36 0,1-2-56 16,-3 1-79-16,3-5-131 0,1 1-476 0,1 0 66 15,2-7 60-15</inkml:trace>
  <inkml:trace contextRef="#ctx0" brushRef="#br0" timeOffset="-201922.28">8435 14612 877 0,'-14'12'313'0,"10"-5"-98"15,1 1-21-15,-3 2-9 0,2 0-16 0,1 5-6 16,0 1-19-16,0 0-11 0,3 1-18 0,0 1-2 16,3-1-16-16,-3 1-2 0,3 2-19 0,1-2-9 15,2-2-1-15,0 1-4 0,2-2-8 16,2-1-1-16,-3 1-12 0,0-1 8 0,6-3-3 15,-2-1-5-15,-2-3 3 0,3 1-1 0,0-2-20 16,0-2 8-16,1-4 2 0,-3 0 6 0,1-2 4 16,2-2-17-16,1-3 4 0,-1 0-9 15,-3-3 7-15,1-3-13 0,-4 1 19 0,3-5-22 16,-4-4 4-16,2 0 4 0,-2-1-10 0,-5-3-15 16,2-1 0-16,-6 1 5 0,2 0 0 15,-5 0 8-15,2 1-6 0,-7 0 4 0,2 4 4 16,-1 0 3-16,-1 2-6 0,-3 1 4 0,0 4 1 15,1 1-17-15,-1 4 10 0,-3 1-5 0,0 2 3 16,0 0 2-16,0 5 0 0,4 0-2 16,-2 4 12-16,2 0-17 0,-4 2 4 0,6 1 6 15,-1 2-16-15,4 3 13 0,-2-4-7 16,6 7-3-16,-2-5 5 0,3 4 15 0,3-3-7 16,3 2-11-16,0-1 0 0,1-2 6 0,5 3-6 15,2-1 3-15,0-4 3 0,5 3-6 0,1-5 3 16,1 1-10-16,-1 0-5 0,3-6-29 15,0 5-61-15,1-2-18 0,-3-4-56 0,1 3-84 16,-4-1-114-16,4-2-344 0,-4 2 24 0,1-4 88 16,-1 1 74-16</inkml:trace>
  <inkml:trace contextRef="#ctx0" brushRef="#br0" timeOffset="-201689.01">8862 14726 534 0,'0'7'231'0,"1"0"-1"0,2 2-25 16,0 0-16-16,-3 4-2 0,3-1-25 15,1 3 4-15,2 1-25 0,-1 0-8 0,-2 1-15 16,1-1 4-16,2 2-19 0,0-1-6 0,-2 1-15 16,3-1-3-16,-3-2 3 0,-1 2-13 15,1-2-10-15,2 0-5 0,-3-2-5 0,1 0-8 16,-1-1-16-16,1-4-53 0,0 5-74 0,-1-8-177 15,3 2-464-15,-2 1 88 0,2-3 61 0,-6-5 59 16</inkml:trace>
  <inkml:trace contextRef="#ctx0" brushRef="#br0" timeOffset="-200556">9091 14666 540 0,'0'0'163'0,"0"0"11"16,-3-4 1-16,3 4-32 0,0 0-41 0,0 0 11 15,0-4-6-15,0 4 1 0,0 0-13 0,0 0-16 16,0 0 8-16,3-7-15 0,-3 7 7 0,0 0-2 16,11-3-23-16,-5 2 84 0,-6 1-18 15,14 0-10-15,-14 0-7 0,21 1-6 0,-8 0-10 16,-2 1 2-16,2 2-17 0,2-1 0 16,1 3-16-16,1-4 13 0,-4 8-2 0,2-3-16 0,1 1 3 15,-1 0-3-15,-2 1-5 0,0-1-10 16,-2 6-8-16,2-4 3 0,-2 1 5 0,-4 0-11 15,0 0 11-15,-1-1 2 0,-3 3-12 16,0-1 7-16,-3-4 3 0,0 6-5 0,-2-4-11 16,1-1 8-16,-2 0-7 0,0 3 7 0,-1-3-13 15,1-4 8-15,-3 2-7 0,5 1-1 0,-2-2 6 16,-1-3-14-16,0 2 4 0,4-5 12 16,-6 3 2-16,6-3 3 0,0 0-12 0,0 0-1 15,0 0-10-15,0 0 8 0,0 0-5 0,3-17-3 16,0 9 8-16,1 0-11 0,3-3 16 0,0-2-10 15,0 1-6-15,0-2-73 0,6-5 17 16,-3-4-10-16,0 5 13 0,2-1 10 0,1-5-3 16,1 0 11-16,-4 1 7 0,3 4-4 0,-2-4 1 15,-1 8 12-15,-4-2 4 0,2 4 0 16,-4 0 10-16,2 3-9 0,-3 1 1 0,-3 0 9 16,3 1 2-16,-3 2 13 0,0-2-11 0,0 8-4 15,-6-5-9-15,6 5 16 0,0 0-10 0,-14 5 0 16,14-5 15-16,-14 8-10 0,5 2 21 15,1 3-24-15,1-1 14 0,1 2-9 0,2 1-10 16,-2 1 14-16,3 0 6 0,3 3-1 0,-1-2 1 16,2 1-6-16,2-1 17 0,0 4-11 0,0-5-1 15,4 1-9-15,-1 0 6 0,2-5-16 16,2 5 16-16,0-4-8 0,1-1 8 0,2 0-6 16,0-3-2-16,2-1 10 0,1 0 3 15,2-4 3-15,0 1-9 0,-2-3-2 0,1 0-12 16,0-2-34-16,-3 0-18 0,3-3-64 0,-3-1-36 15,-1-1-71-15,2-1-93 0,-2-1-404 0,-4 0 18 16,-1-3 103-16,-1 2 58 0</inkml:trace>
  <inkml:trace contextRef="#ctx0" brushRef="#br0" timeOffset="-200356.07">9789 14683 504 0,'0'0'199'0,"0"0"1"16,3 15-16-16,0-7-2 0,-2 1-8 0,5 0-15 15,-3 1 10-15,2 5-23 0,1 0-3 16,1 1-15-16,-1-1-10 0,1-2 2 0,-2 5-20 16,4 2 2-16,-2-3-10 0,-1 3-22 0,1-2 1 15,1 1-4-15,-2-2-6 0,-2 1-2 0,2-2-26 16,2 1-15-16,-4 0-43 0,2-2-55 16,0-1-114-16,-2 0-272 0,2 0-243 0,-1-5 79 15,1-1 85-15</inkml:trace>
  <inkml:trace contextRef="#ctx0" brushRef="#br0" timeOffset="-199872.57">10066 14673 847 0,'10'-7'312'0,"4"0"-36"0,-4 4-30 15,-3 2-5-15,4 1-42 0,-2 0-76 0,1 3-7 16,0-3-22-16,1 4-9 0,-1 0-8 0,-3 4-8 16,3 1 23-16,-3-2-13 0,-3 2-10 0,2 0-12 15,-3-1 7-15,-2 6-8 0,3-3-5 0,-8 2-5 16,3-2 0-16,1 0-10 0,-6 2 2 16,3-3-4-16,-1-1 19 0,1 3-24 0,-1-3-9 15,1-4 11-15,-1 2-6 0,0 0-2 0,4-1-2 16,-3-2-1-16,3-4-14 0,0 5 4 15,0-5 3-15,0 0-6 0,0 0-2 0,7 3 8 16,-7-3-8-16,8 0 11 0,-8 0-11 0,9 4 2 16,-9-4 1-16,15 1 2 0,-9 0-2 15,1 0-5-15,0 2-9 0,2 1 4 0,2-1 7 16,-1-2 3-16,-3 6 2 0,1-3-5 0,1 2-5 16,-2-1 13-16,0 1 5 0,0-2-5 0,-4 4 4 15,1-1 4-15,-4 0-6 0,3 1 3 0,-3 0-2 16,-3 0 7-16,-1 0-18 0,-3 1 10 15,0-4 3-15,-2 2-10 0,-1 1-3 0,-1 1 8 16,1-5-3-16,0 0 8 0,-4 2-3 16,3-2-5-16,-2-1-2 0,2-2-8 0,1-1-5 15,-1-4-26-15,2 2-43 0,-1-6-77 16,2 1-44-16,-2-1-206 0,7-5-355 0,0-1 24 16,2-2 108-16,1-1 58 0</inkml:trace>
  <inkml:trace contextRef="#ctx0" brushRef="#br0" timeOffset="-199639.38">10773 14659 844 0,'0'0'300'0,"0"0"-34"16,14-1-5-16,-14 1-51 0,17-2-10 0,-7 1-19 0,0-3-14 15,4 1-16-15,-1 0-26 0,5-1-7 16,-2 0-21-16,2 0-2 0,0 0-13 0,-2-2-31 16,2 3-33-16,-5-1-13 0,1 0-87 0,-4 0-49 15,0 1-168-15,1-1-441 0,-5 1 93 0,-2 0 40 16,2-2 54-16</inkml:trace>
  <inkml:trace contextRef="#ctx0" brushRef="#br0" timeOffset="-199440.31">10893 14521 913 0,'0'7'307'0,"0"2"-12"0,0 0-21 16,0 3-23-16,0 0-29 0,3 1-20 0,1 3-7 16,2 1-29-16,-2 0-22 0,-1-2-14 15,5 3 1-15,-2-1-19 0,1-2-12 0,-1 3-28 16,1-1-26-16,4-1-18 0,-5 0-33 0,4-1-69 15,1-4-144-15,-1 3-358 0,-3-4-166 16,4-2 74-16,-1-2 84 0,0-2 52 0</inkml:trace>
  <inkml:trace contextRef="#ctx0" brushRef="#br0" timeOffset="-198839.52">11774 14271 691 0,'0'0'261'0,"0"0"-23"0,-6 20-31 16,6-10-15-16,0-2-15 0,0 6-24 15,0-4-7-15,0 6-13 0,0-1 64 0,0-1-15 16,3 3-21-16,-3 0-15 0,3-1-5 0,1 1-21 16,0-3-10-16,0 3-7 0,2-2-14 15,-2 2-4-15,2-3 4 0,1-3-22 0,0 4-59 16,3-5-11-16,-6 2 6 0,5-3 7 0,-1-1 8 16,-1-4-13-16,2 3 5 0,-2-1 11 15,4-4-1-15,-1 0-12 0,-3-2 2 0,3 0 5 16,0-4 3-16,-3-2-2 0,4-1 2 0,-1-1-8 15,-3-1-5-15,2-6 10 0,-1 3-10 0,-4-5-17 16,2-4 14-16,-3 2-4 0,-3-6-9 0,0-1 17 16,0-1-14-16,0-2 3 0,-3 4 0 15,0 0 5-15,-4 1 7 0,-1 4-2 0,2-3-5 16,-4 6 6-16,-4 1 4 0,4-1-3 0,-4 4-4 16,-3 1 7-16,1 5-2 0,-2 3-18 15,0 0 12-15,-2 2 3 0,0 2 1 0,3 2-4 16,-1 3-2-16,1 1 13 0,0 3-16 0,0 3 16 15,4 1-10-15,3-1 4 0,-1 2 9 16,4 1-14-16,1-1 8 0,2 1-10 0,4 2 13 16,0-3-15-16,0-2 4 0,4 3 1 0,2 0 7 15,1-1-5-15,4-1-2 0,-1-1-1 0,3 0 11 16,4-3 0-16,-3 0-8 0,3-1-8 16,0-2 14-16,0 0-42 0,1-1-18 0,2-5-89 15,-3 1-51-15,-4-1-246 0,5-1-356 0,-2 1 100 16,-1-5 25-16,1 0 67 0</inkml:trace>
  <inkml:trace contextRef="#ctx0" brushRef="#br0" timeOffset="-198406.63">12205 14372 570 0,'8'2'223'0,"-2"2"-18"15,1 1-3-15,0 2-28 0,-1-1-8 0,2 1-4 16,-2 2 53-16,1 0-28 0,-3 1 7 16,2 0-17-16,-1 2-24 0,-2 1-7 0,-3-1-8 15,0 1-15-15,-3 4 0 0,-2-3-10 0,-1 3-19 16,-1 2-4-16,-3-4-8 0,-1 3-8 0,-2-1-5 16,-1 1-76-16,4-3-9 0,-3 2 14 15,2-3 4-15,1-3-9 0,3 3-11 0,-4-3 18 16,5-3-3-16,2-1-2 0,-2 1 20 0,5-2-2 15,-2-2 13-15,3 2-8 0,0-6 0 0,3 7-6 16,1-5 1-16,-4-2-8 0,17 2 13 16,-7-2-10-16,0 0 2 0,5 0-2 0,1 0 10 15,2 0-5-15,2-2-3 0,3 0 5 0,-1-1-10 16,5-1 3-16,-3 2-3 0,2-2 0 16,2 2 8-16,-1-4-3 0,-6 4-5 0,3 0-2 15,-4-3-1-15,1 3-4 0,-3 0 10 0,-2-2-11 16,-2 4 11-16,-1-2 10 0,-3 0-18 15,1-1-13-15,-7 2 0 0,-4 1-20 0,0 0-21 16,0 0-18-16,10 0-53 0,-10 0-82 0,0 0-159 16,0 0-418-16,0 0 103 0,-25 0 31 0,16 0 97 15</inkml:trace>
  <inkml:trace contextRef="#ctx0" brushRef="#br0" timeOffset="-197839.31">12773 14222 867 0,'10'4'305'0,"-3"3"-36"0,4 0-11 16,-1 1-33-16,3 2-20 0,-2 3-21 0,-1-1-2 16,0 2-23-16,1 1-21 0,-2-1-10 15,-2 1-15-15,1 0-6 0,-2-1-4 0,-2-1 2 16,-4 2-16-16,3-1-84 0,-6-2 0 0,3 1 18 16,0-1-17-16,-4-2 4 0,1 2-10 15,0-2 10-15,-2-1 0 0,2-1 1 0,0 0 32 16,3-2-40-16,-4-2 9 0,4 2-1 0,0-6-11 15,-3 4-13-15,3-4-5 0,0 0-26 0,0 0 3 16,0-17-33-16,0 9-38 0,3-2-6 0,1-5-33 16,-1-3 5-16,1-3-28 0,3-2 25 15,0-2 21-15,-1 0 18 0,-2-2 41 0,2 4 26 16,2-2 27-16,-5 2 37 0,4 3 33 16,-4 4-3-16,0 0 3 0,1 3 15 0,-4 1-8 15,3 1-5-15,-3 1 3 0,0 6 15 0,0-2-27 16,0 6 1-16,0 0-9 0,-6-2 25 0,6 2-8 15,-10 10-2-15,6 0 7 0,1 1 3 16,-1 3-20-16,-3 0 20 0,4 2-13 0,-1 1 3 16,1 1 2-16,0-1-13 0,3 1-9 0,0-3 7 15,-3 3-3-15,6-1 3 0,-3-2-13 0,0 2 5 16,3-3-12-16,-3-3-11 0,3 3 21 16,4-3-3-16,0 1-23 0,-3-4-25 0,2-2-19 15,1 1-50-15,3 0-55 0,-2-2-109 0,2-2-374 16,3-1-93-16,-2-2 52 0,2-3 103 15,-2-1 37-15</inkml:trace>
  <inkml:trace contextRef="#ctx0" brushRef="#br0" timeOffset="-197523.34">13300 14351 724 0,'0'0'202'0,"10"0"-23"0,-1 2 3 0,-9-2 5 15,11 5-46-15,-7-1 7 0,2 0-7 0,-2 3-11 16,2 1-2-16,-2 0-10 0,-4-1-10 16,1 2-6-16,2 1-5 0,-6 1 3 0,2 0 51 15,-3 1-15-15,1-2-16 0,-4 5-20 0,1 0 18 16,-1-3-16-16,-1 2-12 0,-1-3-6 16,5 0-17-16,-2-1-6 0,2-1-5 0,-2 0-9 15,1-2 4-15,2 0-5 0,0-2 20 0,3 2-25 16,-4-3-64-16,4-4 3 0,4 6 10 0,-4-6-1 15,7 4 9-15,3-4-16 0,0 0 8 16,0-4-6-16,4 2-4 0,3-1-21 0,-3-2-26 16,3-3-38-16,0 4-82 0,1-4-176 0,2-1-420 15,1-2 97-15,-2 0 23 0,2-3 84 16</inkml:trace>
  <inkml:trace contextRef="#ctx0" brushRef="#br0" timeOffset="-197073.87">13829 14241 1016 0,'7'-2'289'0,"4"2"-31"0,-11 0-22 0,16 0-24 16,-9 1-14-16,4 0-19 0,-4 4-18 15,2 0-20-15,-2 2 0 0,4-1-11 0,-5-2 6 16,-2 6-24-16,-1-1-12 0,0 0-3 0,-2 1-7 15,-2 0-8-15,-2 0-8 0,0 3-7 0,0-1-6 16,-1 1-7-16,-5-1-5 0,1 1-6 16,1-1-69-16,0-1 1 0,1-2 2 0,-2 0 5 15,5 0 3-15,-4-2 2 0,4 0-8 16,0-2 8-16,3 3 13 0,0-1-7 0,0 0 4 16,0-3-17-16,3 3 38 0,0 0-11 0,1 0 14 15,-1 0-16-15,0 1 18 0,2-2-15 0,1 1-1 16,1 1 6-16,-4 0 3 0,0-1 7 15,1 1 66-15,-1-2-12 0,1 0 2 0,-3 1-12 16,2 1-6-16,-3-1-7 0,0 1 7 0,-3 2 3 16,2-4-12-16,-6 3 35 0,0 0-41 0,0-2-57 15,-2 1-12-15,-2-1 3 0,-3 1 2 0,0-2-5 16,1 1 8-16,-4 0 25 0,6-6-10 0,-2 5 13 16,-1-2-21-16,1 0 13 0,-5-1-7 15,5-3-24-15,-4 4-58 0,3-2-85 0,-7-4-174 16,4 2-494-16,-3 0 41 0,-1-3 120 0,-3 2 31 15,-2-2 84-15</inkml:trace>
  <inkml:trace contextRef="#ctx0" brushRef="#br0" timeOffset="-195572.25">14971 14243 1075 0,'0'0'327'0,"-16"0"-20"0,16 0-43 16,-8 0-21-16,8 0-25 0,0 0-16 0,-7-2-20 15,7 2-16-15,0 0-15 0,0 0-13 16,0 0-17-16,0 0 7 0,0 0-6 0,0 0-17 15,41 0 0-15,-20 0-18 0,9-4-12 16,1 0-1-16,7-1-79 0,3-1 0 0,17-2 2 16,4-1-5-16,0-3 67 0,2 3 3 0,-2-1-9 15,3 2 4-15,-3 0-14 0,2-2 6 0,-6 3-13 16,-13 0-8-16,-4 4 0 0,-10-2-20 16,0 3-26-16,-8 0-33 0,-2-2-26 0,-1 2-56 15,-6 2-23-15,0-2-16 0,-4 0-58 0,-3-2-216 16,-1 4-281-16,-3-2 16 0,-2-3 81 0,-1 2 54 15,0 3 41-15</inkml:trace>
  <inkml:trace contextRef="#ctx0" brushRef="#br0" timeOffset="-195372.31">15812 13999 542 0,'0'0'284'0,"-10"-3"-23"0,10 3-35 0,-3-5-11 16,3 5-13-16,0 0-5 0,0 0-28 0,0 0-8 15,17 10 8-15,-10-3-28 0,3 0 7 0,4 1-22 16,-1 3 12-16,4 4-18 0,0 2-10 0,-3 0 8 15,3-2-28-15,-3 3-3 0,-1 3-8 16,-6 0 3-16,4-1-8 0,-5 3-7 0,-5-3-8 16,-1 0 2-16,-1 5-12 0,-5-1 2 15,1-2-28-15,-1-1-49 0,-1 2-76 0,1-6-175 16,-1 1-536-16,3-3 42 0,1-5 93 0,2 0 104 16,1-3 32-16</inkml:trace>
  <inkml:trace contextRef="#ctx0" brushRef="#br0" timeOffset="-194174.15">16722 13956 926 0,'-4'-1'307'0,"-2"-3"-17"0,6 4-32 0,-8-2-35 15,8 2-16-15,0 0-20 0,-17 6-31 16,11-3-13-16,-2 5-4 0,1-1-6 0,-2 3-21 16,2 3-12-16,-4-1-18 0,4 4 8 0,-2 1 2 15,2 1 0-15,-1 4-2 0,2-2-24 16,-1-3-2-16,7 4 13 0,-3-2-11 0,3-1-14 15,3-1 7-15,0 4-19 0,4-5 9 0,-1 0-8 16,2-3-3-16,5 1 16 0,-3-3-21 16,1 2-2-16,3-4 0 0,0-3-13 0,2-2 2 15,-2 1 1-15,0-5-11 0,0-1 8 0,-1-3-3 16,0-3 6-16,2 1-16 0,-2-6 5 0,-2 2-5 16,-1-5 0-16,-4 0 1 0,-2-3-6 0,-1 0 7 15,-3-6-2-15,-3-1-12 0,-1 0-62 16,-2 0-3-16,-1 0 23 0,-4 5-17 0,4-2 14 15,-6 3 14-15,-1 1 7 0,1 3-15 0,3 1 10 16,-4 7 8-16,1-3-2 0,2 8-1 16,-2-3 8-16,1 5 2 0,2 5-4 0,-3-3 2 15,3 5-5-15,0 3 12 0,3-2 3 0,3 2-5 16,-2 3 6-16,6-1-1 0,0 1 10 0,0-1-7 16,3 3 5-16,4 0 2 0,0-3 3 15,3 3 3-15,4-7 2 0,-1 6-2 16,1-4-1-16,2-2-9 0,2-1 1 0,-1-3 9 0,3 1-6 15,-2-3 9-15,-1-2-4 0,3-1-7 16,0-5 0-16,-2 3-13 0,3-6-5 0,-5 1-10 16,2-5-19-16,-2 1-9 0,-1-5 2 0,-5-2 8 15,4-1-5-15,-5-4-8 0,-5 2 0 0,3-3-5 16,-1-3-6-16,-2-1 14 0,0 0 5 16,-4 0 9-16,3-2 17 0,-3 5-9 0,0-2 14 15,-3 0 12-15,3 9 33 0,-3 0-4 0,2-1-6 16,1 3-15-16,0 7 5 0,0 2 15 0,-4 1-15 15,4 6 11-15,0 1-9 0,0 0 8 16,0 0 13-16,0 18-2 0,4-3 2 0,-4 2 0 16,4 1 10-16,-1 9-12 0,0 0 7 0,1 2 0 15,2 3 0-15,2 1-7 0,2 1 4 0,-3-3 1 16,5 1-1-16,3 9-7 0,-2-7 10 16,1-6-10-16,0-1-5 0,0-2 5 0,2 0 8 15,2-4-8-15,-2-3 2 0,2-3 3 0,3-4-10 16,2-1-3-16,1-2 8 0,0-1-13 15,0-7 3-15,1 0-3 0,4-1 5 0,-1-6-5 16,2 2-7-16,-2-7-3 0,0 1 10 0,2-5-13 16,-6-1 23-16,0 0-22 0,-7-4 7 15,1 5-3-15,-5 3 11 0,-2-2-13 0,-1 1 10 16,-4 4 15-16,-2 0-4 0,-1 1 2 0,0 3-11 16,-6-1 11-16,0 4-13 0,3 3 3 0,-10-3 20 15,10 3-20-15,-18 5 5 0,8 1 2 16,0 1 3-16,-4 2-13 0,1 1 3 0,-1 1-3 0,4 2 8 15,0-1 5-15,-1 1-24 0,1-1 6 16,3 1-5-16,-2-1 18 0,4-4-13 0,-1 5-2 16,5-4 2-16,-2 1 2 0,0-3-12 0,3 0 10 15,3-4 0-15,0 3-5 0,1-5-11 16,2 0-9-16,-6-1 7 0,18-7-23 0,-8 6 0 16,4-6-8-16,-4-3 1 0,4 0-14 0,-4-5-9 15,3 0-9-15,-2-3 19 0,-1-6-1 16,0 4 4-16,1-10-6 0,-4 4 7 0,2-6 11 15,-5 2-2-15,3-4 14 0,-6 2-9 0,2-5 17 16,0 9 1-16,-3-3 12 0,-3 5 28 16,3-1 21-16,0 2-18 0,-3 6 48 0,2-2-14 15,-3 11-17-15,1-3 6 0,3 9-2 0,-3-1-3 16,3 5-1-16,0 0 1 0,0 0 10 0,-7 22 3 16,7-10-16-16,0 4-2 0,3 8-5 15,-3-1-3-15,3 2 12 0,1 2-6 0,-1-2-9 16,2 4 3-16,1 0 0 0,1 4-13 0,3-4 13 15,1 1-25-15,-1-4-26 0,-1 4-34 0,6-4-66 16,-5-7-92-16,7 3-248 0,-4-5-236 16,5-3 31-16,-5-5 84 0,5-4 74 0</inkml:trace>
  <inkml:trace contextRef="#ctx0" brushRef="#br0" timeOffset="-193756.31">18558 14028 755 0,'13'-7'263'0,"0"0"-27"0,1 1-21 15,-7-3-23-15,3 1-21 0,-2 1-12 0,1-1-18 16,1-2-6-16,-2 2-14 0,-2-4-11 0,-2 3 25 15,-1-2-17-15,0 1-5 0,1 2-8 16,-4-1-8-16,-3 1 11 0,2 1-1 0,-2 3-20 16,-3 0-5-16,2 0-8 0,-7 3 0 0,11 1-15 15,-19 1-8-15,8 3 3 0,0 1 3 0,-2 3-1 16,-1 1-13-16,4 1-4 0,-1 4-1 16,1-2-5-16,1 5 11 0,2-2-24 0,2 2 3 15,-1-1-2-15,3 1 10 0,3 0-1 0,0 1 11 16,3-3-23-16,0 2 8 0,5-2 7 15,-2 1-2-15,4-4 2 0,0 2-10 0,5-3 0 16,-2-3-5-16,4 1-5 0,-3-1-3 16,6-1-35-16,-2-1-19 0,-2-4-30 0,2 0-23 15,-2 2-39-15,-1-4-38 0,1 0-90 0,-2-1-353 16,0-4-156-16,0 4 90 0,-4-6 69 0,6 2 43 16</inkml:trace>
  <inkml:trace contextRef="#ctx0" brushRef="#br0" timeOffset="-193347.72">19015 13841 895 0,'-7'0'297'0,"7"0"-41"0,0 0-10 0,-20 6-16 15,9-2-22-15,1 3-14 0,1 0-12 0,-2 4-13 16,-2 0-18-16,2 1-8 0,1 3-22 0,0-3 1 15,-1 3-9-15,4-1-16 0,0-3-22 16,1 6 4-16,2-9-15 0,1 6 8 0,-1-4-21 16,1-1-10-16,3 0 15 0,3-2-12 0,1-1 9 15,0-1-25-15,2 0 8 0,-2-3-8 16,5-1 11-16,-1 2-14 0,-8-3 1 0,13-4-11 16,-6 4 11-16,0-2-5 0,3-3-4 15,-3 3-75-15,0 0 1 0,-1 1 3 0,-1-4 1 0,-5 5 2 16,0 0 10-16,13 6 5 0,-10-2 8 15,1 3 10-15,2 3 23 0,-2 5-31 0,-1 0 19 16,-2 8-4-16,2 2 19 0,0 1-13 16,-3 1-5-16,0 7 17 0,0 1 1 0,0 2-11 0,0-9 3 15,0 5 6-15,0-2-6 0,0-2-11 16,0 3 19-16,0-6-3 0,0 2-13 0,-3-7-10 16,6 1-12-16,-6-5 4 0,3-5-17 0,0 2-80 15,0-6-120-15,3-5-543 0,-3 2 84 16,0-5 32-16,0 0 63 0,4-15 67 15</inkml:trace>
  <inkml:trace contextRef="#ctx0" brushRef="#br0" timeOffset="-192656.77">19176 13866 762 0,'0'0'295'0,"7"17"-37"0,-4-9-91 0,-3 6-14 15,0-3-15-15,3 4-10 0,-3-3-12 0,4 4-9 16,-4 3-10-16,3-1-5 0,0-2-7 16,2 2-21-16,-2-2 5 0,4 0-10 0,-4 0-13 15,4-3 10-15,-1 2-5 0,2-5-4 0,2 0-1 16,-1-3-8-16,-1 1-12 0,5-3 4 16,-3-3-12-16,1-1-5 0,-1-1 5 0,3-2-26 15,1-4 13-15,-3-2 3 0,3 1-26 0,-4-4 3 16,0-3 5-16,1-4-11 0,-1 0 1 0,-1-4 9 15,-1 2-7-15,-1-2 8 0,-1 4 10 16,-2 0 13-16,2 2 10 0,-2 6 8 0,0-3-24 16,-1 3-1-16,-3 2-1 0,3 5 20 0,-3-1-9 15,0 4 4-15,0 0 8 0,0 0-15 16,0 0 8-16,0 0 12 0,0 17-20 0,0-5-8 16,0-1 18-16,1-1-5 0,2 4-8 0,-3-3 18 15,6 4-23-15,-2 0 21 0,-1-3-8 16,5 3 18-16,2-5-24 0,-1 5 1 0,2-7 20 0,2 2-17 15,1-2 7-15,3-1-13 0,1 1 8 16,2-4 2-16,1-1 1 0,3-1-8 0,-4-5 2 16,4-1-2-16,0 0 2 0,0-2-7 0,-1-2 5 15,-2-7 7-15,0 5-12 0,-1-7 5 16,-3-2-18-16,-3 0 5 0,-3-1 15 0,-2 3-15 16,-2-1 8-16,-1 3-8 0,-4 3 18 0,-2-1-8 15,-2 3 10-15,-4 2-15 0,-1 1 11 16,-3 2-9-16,0 1 1 0,0 4 10 0,-1 2-15 15,-3-2-3-15,1 4 2 0,-1-1-2 0,1 4-5 16,3-4 15-16,-1 5-5 0,4-1 0 16,1 0 8-16,-1-1-15 0,0-1 9 0,3 2-1 15,1-3-4-15,3 0 6 0,-3 2-6 0,3-6-2 16,3 9 16-16,0-6-6 0,1 4 0 0,3-2 3 16,-1 0-3-16,-2 0 0 0,6 1 6 0,-2-2-3 15,1 3 5-15,1-2-3 0,1 0-2 16,2 1-11-16,-3-4 6 0,4 4-3 0,0-2-5 15,0 0-3-15,-1-1 11 0,2-2-23 0,-2 2-16 16,0-1-20-16,5-1-77 0,-5-1-74 0,1-3-116 16,2-1-460-16,-4 4 82 0,1-5 53 15,1-2 44-15</inkml:trace>
  <inkml:trace contextRef="#ctx0" brushRef="#br0" timeOffset="-192457.49">20177 13683 1133 0,'0'25'320'16,"0"-3"-35"-16,3-1-27 0,-2 0-12 16,-1-2-95-16,6 6-23 0,-6-2-18 0,5 0-3 15,-2-1-9-15,3 2-34 0,-2 1-49 0,-1-3-89 16,0-5-134-16,1 2-493 0,-4-5 59 15,0-3 27-15,-4-1 83 0</inkml:trace>
  <inkml:trace contextRef="#ctx0" brushRef="#br0" timeOffset="-192173.78">20017 13841 842 0,'3'-4'274'0,"1"0"-44"0,-1-1-46 0,8 0 0 15,-1 0-9-15,7 2-22 0,-3-4-22 0,6 4-16 16,0-1-13-16,4-1-4 0,0 0-1 0,0 3-23 16,0-4-2-16,0 4-3 0,-3 1 8 15,3-1-16-15,-4 0-15 0,0 4-5 0,1 0 13 16,-4 1-11-16,0-2-2 0,-3 6-5 0,3 0 0 16,-4 1-8-16,-3 1-7 0,1 0 9 0,-4 1 11 15,3 4-5-15,-2 0-15 0,-5 0 12 16,3 0-2-16,-2 1-11 0,2-2-2 0,-3 2 0 15,-2 0-23-15,2-1-34 0,1 0-76 0,-4-3-207 16,0 1-474-16,0-3 110 0,0-1 38 16,0 0 80-16</inkml:trace>
  <inkml:trace contextRef="#ctx0" brushRef="#br0" timeOffset="-191422.66">20691 13876 929 0,'3'8'261'0,"0"1"-23"15,3 1-18-15,-2-1-15 0,4 1-18 0,2 1-24 16,0-3-12-16,3 4-12 0,-2-3-6 0,-1 1-21 16,4-2-7-16,-4-4-15 0,-1 3-8 15,-1-5-13-15,-1 2 3 0,0-3-11 0,-1 0-5 16,-6-1-2-16,0 0-8 0,7-9-7 0,-7 2-9 15,-4-3 1-15,-2-1-3 0,2-3 13 0,-5-1-18 16,2-6 0-16,-4 0 3 0,4 1-1 0,1 0 19 16,-1-1-26-16,0 3-5 0,7-1 10 15,-4 4 15-15,4 1-17 0,-3 1 4 0,3 3-12 16,0-1 7-16,3 2-20 0,1 3 3 0,3-1 2 16,0 5 3-16,-1 1 10 0,-6 1-13 0,21 3 2 15,-11-2 1-15,0 6 2 0,7 1-4 16,-6 1-9-16,6 4 3 0,-4-1 5 0,2 6-5 15,-2-3 10-15,-3 2-10 0,1 1 11 0,-1 2-9 16,-4-4 3-16,2 0-5 0,-5-3 8 16,3 4 0-16,-5-3-1 0,-1-3-2 0,0 2-12 15,0-1 22-15,-1-4-10 0,1 2 13 0,-3-3-15 16,0 1 4-16,0-2 6 0,0-2 2 0,1 1-4 16,2-5 12-16,0 0-23 0,-6 2 18 15,6-2-3-15,0 0-5 0,-3-17 1 0,3 9 60 16,3-3-15-16,0-3 3 0,5-3-2 0,-2-2-11 15,1-2 0-15,3 1-13 0,4-2 8 0,-4 4-10 16,4 3-6-16,-1-2-7 0,-3 6 13 16,4 0-13-16,-3 2-5 0,-1 3 5 0,4 0 0 15,-1 6 7-15,-2 0-9 0,-1 5 4 0,3 0-7 16,-2 2-3-16,-1 1 3 0,0 2-5 0,1 5 4 16,-1-1 1-16,0-1-3 0,-3 3 3 15,0 1-3-15,-4 0 1 0,0 4 4 0,-2-2-5 16,-2-3 0-16,-2 3 3 0,-3 4-15 0,-5 1-34 15,-3 1-36-15,-6 0-48 0,-8 6-82 16,-3-1-387-16,-6-3-289 0,-4-2 113 0,-4-5 58 16,-2-3 65-16,-5-4 66 0</inkml:trace>
  <inkml:trace contextRef="#ctx0" brushRef="#br0" timeOffset="-189639.91">6018 16956 801 0,'0'0'248'0,"-4"4"-33"16,4-4-5-16,0 0-39 0,0 0-9 0,0 0-19 15,0 0-7-15,0 0-6 0,0 0-10 16,0 0-32-16,0 0 1 0,0 0-4 0,0 0-9 15,0 0-4-15,0 0-3 0,18-9 0 0,-8 7 3 16,-3-1-16-16,3-1-5 0,1 2-20 16,2-1-3-16,1-3-15 0,-1 4-38 0,1-3-45 15,-1 4-50-15,1-2-95 0,0 0-397 0,3 1-43 16,-4 0 33-16,2 1 64 0</inkml:trace>
  <inkml:trace contextRef="#ctx0" brushRef="#br0" timeOffset="-189386.77">6161 17186 709 0,'0'0'296'0,"0"0"-14"15,0 0-39-15,11 0-12 0,-11 0-14 16,14-5-33-16,-14 5-12 0,13-2-21 0,-2 0-18 15,-5-1 3-15,1 2-19 0,0-1-12 16,1-1-23-16,1 2-13 0,-2 0-5 0,-7 1-25 16,10-3-24-16,-3 2-25 0,-7 1-18 15,0 0-5-15,13 3-34 0,-13-3-46 0,7 2-122 16,-6 1-484-16,1 0 48 0,-2-3 77 0,0 0 57 16</inkml:trace>
  <inkml:trace contextRef="#ctx0" brushRef="#br0" timeOffset="-186690.89">7057 16526 849 0,'-3'-5'246'0,"-1"1"-18"0,4 4-8 16,-3-7-31-16,3 7-27 0,-6-5-4 0,6 5-17 15,-5-3-18-15,5 3-3 0,0 0-17 16,0 0-19-16,-13 10 1 0,10-5-3 0,-1 5-16 15,1-1-7-15,0 3 18 0,-5 1-8 16,5 2-10-16,-3-1-18 0,2 2 5 0,1 1-3 0,0-2-4 16,3 2-3-16,0-1-8 0,2 1 5 15,-1 0 0-15,2-1 3 0,1 0-21 0,2-1 6 16,0-1-6-16,2-1 6 0,2-2-8 0,0 0 10 16,1-2 0-16,2-3 0 0,-3-1-5 15,4-3 5-15,-1-1-5 0,-1-1-6 0,1-1 4 16,1-5 9-16,-1 4-2 0,0-7-2 0,2 1-8 15,-2-2 5-15,-2-1-6 0,2-1-7 16,-3-2 8-16,1-6 0 0,-4 2-3 0,2-3 1 16,-5 0-1-16,3-2-15 0,-6-2 17 0,1 0-6 15,-1 0-6-15,-2 0 12 0,1 4 11 0,-3 0-20 16,0 2-6-16,-1-1 11 0,0 2-18 0,-2 2 69 16,-1 0 2-16,0 3-7 15,-3 1 2-15,3 1-7 0,-6 3-11 0,2 0-5 0,-2 3 8 16,2 1-7-16,-3 3-9 0,1 1-4 15,-1 1 2-15,1 3-5 0,2-1 0 0,-5 4 2 16,5 0-10-16,-3 3 1 0,4 1-1 0,1 1-2 16,0-1 2-16,3 1 3 0,0 0-6 15,5-1-9-15,-2 0 12 0,0 1 3 0,3 0 0 16,3-2-13-16,1 1 7 0,2-2-4 0,1 1 2 16,3 0 0-16,1-3 0 0,2 3-5 0,1-2-13 15,2-1-17-15,-1 1-22 0,4-2-17 16,2 2-61-16,0-4-55 0,-4 2-101 0,4-1-518 15,-1 0 52-15,0 0 48 0,-2-2 66 0,-2 1 78 16</inkml:trace>
  <inkml:trace contextRef="#ctx0" brushRef="#br0" timeOffset="-186224.63">7515 16698 744 0,'0'6'308'0,"0"-6"-101"0,-3 7-10 16,0-3-18-16,0 1-10 0,2 2-20 0,-2-1-4 0,-1 3 6 15,0 0-33-15,1 1-10 0,0 2-11 16,3-2-5-16,-3-1-18 0,2 4-2 0,2-1 2 16,-1 0-20-16,0-1-5 0,3 0 7 0,0 0-5 15,0 0-7-15,1-3-1 0,3 3-20 16,-3-4 8-16,2 0 2 0,1-1 3 0,0-2-5 15,3-3 2-15,-3 2 64 0,3-3 3 0,1-3-18 16,-1 2-10-16,0-3-1 0,-2-2-9 16,1-1-6-16,-2 0-2 0,3-4-5 0,-3 1-21 15,0-5 18-15,0 1-16 0,-4-1-1 0,1-1 17 16,-2 0-21-16,3-2 6 0,-5 3-8 0,0 1 10 16,0-1-25-16,-4 2 33 0,3-1-26 15,-2 3 26-15,0-1-10 0,-3 2-5 0,2 2-6 16,-2-1-7-16,2 1 15 0,-6 2-7 0,3 1-6 15,0 3-7-15,0-2 15 0,0 4-13 0,7 0 0 16,-14 0-5-16,14 0 0 0,-13 4-7 16,9-2 4-16,-3 2 6 0,4 1-3 0,-4 1-13 15,4 2 11-15,-4-1-26 0,4 2-10 16,2 0-36-16,1 1-26 0,-3-1-51 0,3 0-5 16,0 1-87-16,0-2-182 0,3 2-396 0,1-2 96 15,3-1 80-15,-4-2 46 0,4 0 57 16</inkml:trace>
  <inkml:trace contextRef="#ctx0" brushRef="#br0" timeOffset="-184791.63">7817 16390 629 0,'-4'-7'287'0,"4"7"-98"16,-3-3-20-16,3 3-5 0,-4-6-8 0,4 6-33 15,0 0 0-15,0-7-8 0,0 7-10 0,0 0-26 16,10-4 31-16,-10 4-28 0,7-2-15 16,-7 2-3-16,13-1 8 0,-13 1-3 0,18 1-23 15,-8 1-3-15,0 1-7 0,1 1 13 0,2 0-16 16,-2 2 5-16,2 1-2 0,1 1-5 15,-4 1 0-15,3 0-1 0,-2 2-7 0,-1 1 11 16,-3 0-21-16,1 1 7 0,-2-1 8 0,1 2-5 16,-4-2-2-16,0 1 4 0,0-1 1 0,-3 2 2 15,-3-1 26-15,0 1-24 0,-3 1-17 16,-1 0 18-16,-1-2-5 0,1 2 2 0,-3-3 0 16,1-1-13-16,-2-1 3 0,4 1 3 15,-3-1-6-15,2-2-2 0,-1-1 2 0,2 0-7 16,0 0 15-16,0-1 49 0,3-1 15 0,-2-1-8 15,2-1-20-15,1 2 7 0,-3-3 11 16,6-2-10-16,-4 6-16 0,4-6-10 0,-7 4 0 16,7-4 0-16,0 0-13 0,-7 1 10 0,7-1-10 15,0 0-2-15,0 0-3 0,0 0-2 0,0 0 2 16,0 0-8-16,-3-12 8 0,3 12-2 0,3-9-9 16,1 4 1-16,-1-1-3 0,4 0-2 15,0-2 7-15,-3 0-2 0,5 0-8 0,-2-2 3 16,4 0-3-16,-2-2 18 0,2 1-25 0,0 1 9 15,-1-1 1-15,3 0-8 0,-2-2 5 16,-1 1-5-16,4-1 10 0,-4 1-2 0,3-5-5 16,1 2-1-16,-1-2 3 0,1 2-10 0,-3-2 8 15,3-1 2-15,-4 3-10 0,3-3 7 16,-5 3-4-16,1-1-1 0,1 4-5 0,-3-1 8 16,0 1 6-16,0-1-4 0,-3 2 3 0,2 3-10 15,-3-2 0-15,1 3 2 0,0-1 11 16,0 2-10-16,-1 0 7 0,0 1-16 0,-3 0 6 15,3 0-8-15,-3 5 13 0,3-6-7 0,-3 6 4 16,0 0 1-16,0 0 4 0,0 0-2 0,0 0 3 16,0 0-1-16,-13 16 3 0,6-7-5 15,0-1-5-15,0 5-2 0,-3 0 2 0,-1 3 12 16,2 0-20-16,-5 2 11 0,3 0 4 0,-1 1 1 16,0 0-11-16,2-1 16 0,0-1-8 0,4-1 3 15,-2-1-1-15,2 0-7 0,2 0 5 16,1-3 0-16,0 1 0 0,3-3-8 0,0 2-2 15,0-4-3-15,3 2 1 0,0-3 17 16,4 1 2-16,4-3-9 0,-1 1 4 0,3-3 3 16,1 0 6-16,-1-2-4 0,5 1-9 0,-2-1 2 15,2-1 10-15,-1 0-20 0,0 0 5 16,1-1 0-16,-2 1-1 0,-2-3 4 0,3 3-6 16,-3-3 6-16,0 0-6 0,-1 2 3 0,-2-2 5 15,-1 1-8-15,0 1 6 0,0-1-4 0,-3 0 1 16,0 0 0-16,-1 0 8 0,-6 2-3 0,11-1-3 15,-11 1 8-15,0 0-15 0,13 1 15 16,-13-1-10-16,1 6 3 0,2-2 7 0,-3 1-3 16,0 2-2-16,0 0-10 0,0 3 10 15,3 1 0-15,-3 0-8 0,4-1 8 0,-4 3 3 16,4-1 5-16,-1-2-8 0,0 2-3 0,0 1-2 16,4 2 0-16,0-7 7 0,1 3-2 0,1 1-10 15,-2-4 13-15,4 0 7 0,-1-2-18 0,0-1 11 16,7-1-72-16,-4-3 2 0,5-1 18 15,-5-1 8-15,2-3 3 0,1 3 2 0,-2-6 13 16,-1 1-13-16,2-3 16 0,-5-1-6 0,-1-3 11 16,2-2 2-16,-7 0-2 0,2-3-3 15,-2 1 8-15,-4-4 2 0,0 3 3 0,0 0 5 16,-3 1-3-16,-1 2 14 0,1 0-19 0,-8 1 3 16,1 3 10-16,0 1-10 0,-4 0-8 15,-2 4 5-15,1-1 11 0,-2 4-11 0,3 0-5 16,-2 3 6-16,1 0 2 0,-1 3-26 0,-1-2-18 15,6 4-46-15,-3 0-35 0,4 2-29 0,1 0-74 16,5 0-138-16,0-2-361 0,1 1 20 16,6 0 119-16,-3-6 40 0</inkml:trace>
  <inkml:trace contextRef="#ctx0" brushRef="#br0" timeOffset="-184591.2">9091 16526 780 0,'15'-9'279'16,"-3"5"-41"-16,-1-1-18 0,3 1-23 0,-4-1-25 16,4 2-41-16,-4-1-47 0,3 3-48 0,-2-2-82 15,2 0-133-15,1 1-477 0,-4 0 73 16,0 0 45-16</inkml:trace>
  <inkml:trace contextRef="#ctx0" brushRef="#br0" timeOffset="-184391.56">9098 16323 852 0,'-3'7'310'0,"3"1"-116"0,0 3-17 15,3 1-8-15,-3 1-8 0,7 3-15 16,-4 0-10-16,1 1-24 0,2 2-2 0,-2 1-10 16,3-1-10-16,0 4-24 0,0-4-30 0,-1 3-36 15,-2-5-43-15,2 1-60 0,2 0-120 16,-1-1-455-16,2-3 64 0,2-2 30 0</inkml:trace>
  <inkml:trace contextRef="#ctx0" brushRef="#br0" timeOffset="-183908.34">9638 16242 1000 0,'7'14'300'0,"-7"-7"-8"0,3 1-26 15,-3 2-26-15,0 1-19 0,0 3-27 0,0-3-10 16,0 3-12-16,3 1-11 0,-3-1-20 0,5 0-16 15,-2 2-4-15,0-2-19 0,4-2-2 16,-4-1-5-16,4-1-16 0,-3 1 3 0,6-3-3 16,-6-1-25-16,5-3-5 0,1 2-3 0,1-5 2 15,-1-1 1-15,4-1-3 0,-4-2-13 16,3-4-5-16,2-2 11 0,-2-3-3 0,1 0-6 16,-1-6-9-16,-3 1-8 0,1-4-3 0,-4-1 8 15,0 0-3-15,-1-2-12 0,-6-1-1 16,4 2-7-16,-4 3 3 0,-4-1 7 0,1 3 18 15,-1 2 2-15,1 0-7 0,-3 3-15 0,-1 0 15 16,-1 2-11-16,-2 2-4 0,1 4 7 0,-1 0-74 16,-5 2 13-16,5 3 5 0,-4 2 8 15,-2 1 4-15,2 4-9 0,0-1 10 0,0 3-3 16,1-2 13-16,3 6 0 0,-1-2 2 0,4 2 3 16,-2-1 5-16,5 2 8 0,1-2-5 15,-2 1-3-15,5-2 11 0,0 2-9 0,1-2 6 16,6 0-5-16,-4 0 5 0,4 0 2 0,3-3 3 15,1 2-23-15,2-3-10 0,0-1-21 16,2-2-28-16,5 1-61 0,-6-3-85 0,3-1-197 16,0 0-327-16,3-2 25 0,-3-2 95 0,1 0 56 15</inkml:trace>
  <inkml:trace contextRef="#ctx0" brushRef="#br0" timeOffset="-183691.6">10028 16276 762 0,'4'9'279'0,"-4"-4"-79"0,3 3-18 16,-3 0-16-16,3 3-5 0,-2 1-2 0,2 1-18 16,0 1-8-16,3 3-3 0,-1 0-22 15,-2-1-6-15,0 1-7 0,1 0 0 0,2-1-21 16,-2 1 8-16,2 0-8 0,-3-2-15 0,2 1 0 16,1-1-3-16,-2-2-15 0,2 3 5 0,-2-2-18 15,2-3-43-15,-1 0-16 0,-2-1-48 16,1 0-36-16,2-2-98 0,0-1-506 0,-2-1 66 15,-1 0 42-15,2-5 60 0</inkml:trace>
  <inkml:trace contextRef="#ctx0" brushRef="#br0" timeOffset="-183024.44">10322 16140 732 0,'6'-7'307'0,"-1"4"-21"0,2-3-45 16,2 3-11-16,-2-1-25 0,1 3-21 15,1-2-20-15,1 3-13 0,0-1-15 0,1 4-13 16,2-1-13-16,-2 4-10 0,-1 0 0 16,3 1-13-16,-2-1-13 0,-1 6 3 0,0-3-6 15,-2 2 4-15,-2 0-1 0,-2 0-10 0,2 1-3 16,-6 1-5-16,1-1-2 0,-1 3 5 0,-1 0 0 16,-5 1-15-16,2-3-1 0,-2 3-10 15,-5-1 8-15,4-1-2 0,1 0-4 0,-5-2-11 16,7-1-1-16,-2 0 0 0,2-4-11 0,-2 2 1 15,3-2 3-15,0-2-22 0,2-1-24 0,-3-4-16 16,4 0-3-16,0 0 3 0,0 0 8 16,0 0-11-16,8-15 3 0,-2 5-10 0,-3-1-8 15,4-3-3-15,0 2 18 0,1-5-12 0,1-1 15 16,1-4 10-16,1 1 0 0,-1 0 8 16,0 2 23-16,1-1 15 0,-1 2 5 0,0 0 1 15,-2 4 20-15,1 1 7 0,-2 0 21 0,-1 2 3 16,-2 2-14-16,3 0-17 0,-7 3 3 15,4-1 4-15,-1 0 1 0,-3 5-6 0,0 2-10 16,3-5-7-16,-3 5 22 0,0 0-7 0,0 0-10 16,0 0 10-16,-13 19-19 0,9-12 14 0,0 3-13 15,1 0 20-15,0 1-12 0,0 2 2 0,0-1 3 16,2 2 0-16,1 0-19 0,0 1 4 16,0-2 9-16,4 4-9 0,-4-3 15 0,3-2-19 15,3 2 1-15,-2-2-8 0,4 2 29 0,1-3-22 16,-2 1-9-16,4-3-1 0,-1 1-7 15,3-4-18-15,-2-2-18 0,2 0-7 0,1 0-11 16,0-3-15-16,3-1-34 0,-4-1-25 16,1-3-31-16,0 0-48 0,-1 0-147 0,1-4-414 15,0-1 69-15,-3-1 52 0,-1-1 76 0,-1-1 51 16</inkml:trace>
  <inkml:trace contextRef="#ctx0" brushRef="#br0" timeOffset="-182825.03">10893 16130 706 0,'0'0'253'15,"0"0"-91"-15,0 0 4 0,0 0-10 16,0 0-10-16,0 0 0 0,0 0 0 0,0 21-10 16,0-14-11-16,0 2 6 0,0 3-9 0,0 0-14 15,3 1-8-15,-3 0 2 0,4 1-23 0,-4 3 8 16,3-2-10-16,0 1-3 0,-2 0-12 0,2 1-8 16,0 0-3-16,0-1-5 0,-2 0-15 15,3-4-31-15,-4 2-49 0,3-2-46 0,-3 0-84 16,3 0-568-16,0-2 79 0,-3-2 33 15,0-3 82-15</inkml:trace>
  <inkml:trace contextRef="#ctx0" brushRef="#br0" timeOffset="-182275.08">11139 16046 1026 0,'7'-5'294'0,"0"2"-33"0,-1 2-17 15,2 0-32-15,-8 1-7 0,10 0-34 0,-10 0-20 16,13 2-5-16,-10 1-23 0,5 1-8 0,-5 0-7 16,0 3-11-16,1-2-15 0,-1 1 2 15,0 3-9-15,-3 0-1 0,0-2-13 0,0 2-2 16,-3 2 0-16,0 0-10 0,0-3 10 0,2 3-16 15,-2-2 1-15,0 0-9 0,3-2 4 16,-3 0-11-16,2 0 5 0,1-1 3 0,-4-1-8 16,4 1 0-16,0-6 6 0,0 7-6 15,0-7-3-15,4 5 1 0,-4-5-21 0,4 3 11 16,-4-3-6-16,6 2 5 0,-6-2-5 0,7 2 3 16,0-2 0-16,-7 0-5 0,10 3-8 0,-3 0 7 15,0-3-4-15,-1 3-8 0,2 0 10 16,-1-1 0-16,0 2 10 0,2-1-15 0,-1 1 8 15,-1 3-11-15,2 0 6 0,-2-1 0 0,0 2 2 16,-3-1 2-16,2 3 19 0,-6-1-13 0,4 0 17 16,-7-1-17-16,3 2 23 0,-4 2-10 15,1-2 2-15,-1 0 3 0,-6 1-8 0,3 0-3 16,-3-2-69-16,2 0 16 0,-1 0-5 0,2-3 15 16,0 0 13-16,-4-2-19 0,2-1 19 15,2 0 2-15,-4-3-2 0,11 0-8 0,-17-2 3 16,7 1 2-16,0-5 8 0,3 2-3 0,-3-1-15 15,2 1 5-15,-1-2-10 0,5 0 3 16,-5 0-9-16,1 1-14 0,4-2-14 0,-2 0-30 16,2 3-77-16,-2-1-77 0,2 2-539 0,1-3 55 15,-1 3 44-15,1-3 100 0,2 1 43 0</inkml:trace>
  <inkml:trace contextRef="#ctx0" brushRef="#br0" timeOffset="-181775.09">12199 16227 847 0,'0'0'348'16,"0"0"-38"-16,0 0-16 0,20-3-30 0,-10 0-26 15,5-1-31-15,1 0-15 0,5 1-15 0,-1-1-21 16,7 2 0-16,-2-4-23 0,2 3-15 15,0-1-24-15,-6 0-12 0,3 0-33 0,-1 2-29 16,-2 0-20-16,-1-1-61 0,-2 0-57 0,-5 1-76 16,1-2-446-16,-4 0-100 0,1 2 105 15,-7-3 47-15,2 0 50 0</inkml:trace>
  <inkml:trace contextRef="#ctx0" brushRef="#br0" timeOffset="-181591.35">12445 15976 729 0,'0'0'230'0,"0"0"-4"16,-7 10-27-16,4-5-7 0,3 2-20 0,0 1-8 16,0 2 63-16,0 0-17 0,3 5-20 0,1 0-14 15,2 2-20-15,-2 0-22 0,3 3 1 0,0 1-22 16,-1-1-11-16,4 3-28 0,-2-1-2 16,-2-1-33-16,4 0-60 0,0 1-61 0,1-3-82 15,2 0-156-15,2-5-424 0,-2 0 75 0,4-5 32 16,-4-4 84-16</inkml:trace>
  <inkml:trace contextRef="#ctx0" brushRef="#br0" timeOffset="-181158.84">12903 16006 798 0,'0'0'318'0,"0"0"-29"16,-3 20-20-16,3-13-29 0,-3 2-9 0,2 3-101 15,1-1 6-15,0 0-16 0,-3 4-2 0,6-2-21 16,-3 0-7-16,4 1-11 0,-1 3-5 16,0-2-10-16,1-2-2 0,6 2-11 0,-3-2-3 15,0-1 9-15,0-2-3 0,3-1-11 0,3-2 21 16,-3-1-31-16,2-2 3 0,1-1-3 0,1-3 11 16,-1-1-16-16,0-2-2 0,2-3 4 15,-2-1-1-15,1-1 1 0,-4-5-4 0,0 1-16 16,-3-3 5-16,-3-2-20 0,-1-2 5 0,-3-4 3 15,-3 0-13-15,-1 0 12 0,1-1-17 0,-5 1 5 16,-2 2 20-16,1 2-5 0,-2 0 5 16,-2 3 6-16,1 1-9 0,0 3 9 0,1 2 9 15,-3 5-12-15,-2-1-13 0,2 3 15 0,3 2-4 16,-2 2-6-16,-1 2 0 0,-2 2 8 16,4 1-1-16,-1 1-14 0,2 2 17 0,1 0-10 15,4 0 11-15,-1-2-6 0,0 5 0 0,4-4 6 16,2 3-14-16,2-3-2 0,2 3 13 15,4-2-11-15,0 0 11 0,-1-2-5 0,9 2-16 16,-2-2 11-16,4 1-34 0,3-3-38 0,-2 0-36 16,6-1-82-16,-7-1-130 0,13 0-479 0,-6-2 92 15,1 2 41-15,-2-3 64 0</inkml:trace>
  <inkml:trace contextRef="#ctx0" brushRef="#br0" timeOffset="-180742.24">13467 16126 629 0,'6'4'236'0,"-1"1"-29"0,1 0-5 16,-3 3-17-16,1-1-17 0,-1 1-6 0,0 2-14 16,-2 0-4-16,-1 2-14 0,0-1-7 15,-1 4-18-15,-2 0-3 0,-3 1 6 0,-1-1-14 16,-1 3-9-16,-1-1-6 0,-2 2 1 0,0-2-14 15,-1 0-4-15,5-5-6 0,-3 2 3 16,-1-3-11-16,4 1 1 0,1-4-23 0,2 0 2 16,-3-1 15-16,4-1-4 0,2-1 9 0,-2-1-22 15,3 2 7-15,0-6 11 0,0 0-19 0,14 3-2 16,-7-3-10-16,-7 0 13 0,21-3 7 0,-5 0 3 16,2-1-18-16,-2 0 2 0,5-2 14 15,-1 2-24-15,4 0 5 0,0-3 52 0,4 2-1 16,-1-1-4-16,1 0-1 0,-5 2-7 15,4-3-11-15,-9 4 1 0,3-1-3 0,-8 2-10 16,4-1-3-16,-7 0 5 0,0 1-2 0,1-2-3 16,-1 4-13-16,-3-1 3 0,-7 1-13 15,7-1-33-15,-7 1-20 0,0 0-42 0,0 0-59 16,0 0-119-16,0 0-536 0,0 0 10 0,0 0 98 16,-21 2 54-16,21-2 76 0</inkml:trace>
  <inkml:trace contextRef="#ctx0" brushRef="#br0" timeOffset="-180208.96">13942 15838 957 0,'0'0'322'0,"17"4"-25"16,-6 0-31-16,-1 1-20 0,3 2-23 0,-2 2-34 16,2 3 3-16,1 1-33 0,0 1-11 15,-4 1-20-15,0-1-5 0,-3 0-15 0,0 3-3 16,-4-2-18-16,0 3-8 0,-3-1-7 16,0-2-8-16,-3 3 2 0,-3-2-2 0,5-1-5 15,-5-3-15-15,2 2-6 0,-3-3 6 0,4-2-21 16,-1 1 10-16,1-1-13 0,0-5-43 15,0 2-35-15,2-5-35 0,1-1 14 0,0 0-11 16,0 0-20-16,0 0-18 0,0 0-43 0,4-25-16 16,-1 14-115-16,3-4-100 0,-2-4-25 0,3-1 58 15,0-4 123-15,3-3 106 0,1-1 96 16,-4 2 59-16,2 3 34 0,-2 0 25 0,1 0 24 16,-1 4 9-16,-1 2 8 0,0 3 18 0,-2-2-5 15,-1 6-2-15,1-1-6 0,-3 2-23 0,2 3-5 16,-3-1 1-16,0 7-4 0,0 0-4 15,0 0-1-15,0 0 1 0,0 0-6 0,-11 23 13 16,8-13-5-16,2 4-13 0,-2-2 57 16,0 4-13-16,0 2-8 0,3-2-5 0,0 0-8 15,0 2-13-15,0-2-7 0,3 5-13 0,-3-3-8 16,6 0 3-16,-5 0-5 0,5 1-8 0,2-4-18 16,-2 1-28-16,1 0-38 0,0-3-34 0,3-1-43 15,0-3-95-15,0 3-496 0,1-5-83 16,-1-2 96-16,0-4 66 0,-2-1 69 0</inkml:trace>
  <inkml:trace contextRef="#ctx0" brushRef="#br0" timeOffset="-179791.91">14568 15976 632 0,'13'3'212'15,"-5"-2"-4"-15,-2 0-22 0,-2 3 68 0,2-1-29 16,1 0-15-16,0 1-10 0,0-1-19 0,0 3-12 16,-4-2-10-16,3 1-31 0,-1-1-15 15,1 3-1-15,-6 0-2 0,4-1-76 0,-1-1-6 16,-3 4 10-16,0-4-2 0,0 4 13 0,0-1-6 16,-3 0 1-16,-1 1 2 0,1-1 2 0,-4 0-2 15,3 2-12-15,-2-2-1 0,2 1 8 0,-2-1-13 16,-1-1 0-16,3 1 8 0,-3-1-8 15,4 0-10-15,-1-3-8 0,-2 3 16 0,3-2-11 16,2-1-2-16,1-4 0 0,-7 8 5 0,7-4-5 16,0-4 5-16,-3 4 5 0,3-4-5 15,-3 6-16-15,3-6 16 0,0 0-5 0,0 5-8 16,0-5 8-16,0 0-6 0,13 3 4 0,-13-3 9 16,10-3-20-16,-10 3 10 0,18-1 3 0,-8-2 0 15,0 1-5-15,4-1-6 0,-1 0 3 16,2-3-7-16,4 2-14 0,-4-1 9 0,4-2-21 15,-1 0-29-15,-1 1-2 0,0-1-35 16,1 0-60-16,-2 0-30 0,-2 0-193 0,-1 1-396 16,-6-1 57-16,0-1 96 0,0-1 78 0</inkml:trace>
  <inkml:trace contextRef="#ctx0" brushRef="#br0" timeOffset="-179358.33">15149 15790 652 0,'10'1'243'0,"-3"-1"-28"0,3 7-15 16,-3-4-18-16,0 4-13 0,-4 1-13 15,0 0-3-15,1 1-17 0,-4 0 7 0,-4 0-30 16,1 3-8-16,-4 1-5 0,-3 1-11 0,0 0-7 16,0-1-7-16,-3 1-14 0,1-3-7 15,2 2 71-15,0-2-10 0,0-1-10 0,3-1-18 16,0-2 0-16,1 2-25 0,2 0 12 0,0-2-13 16,1 0-9-16,3 0-6 0,3 2-5 0,1-1 2 15,0 0 1-15,2 1-3 0,1-1 2 16,0 0 1-16,3 2-1 0,-3-2 14 0,0-1-14 15,3 2 6-15,-2-1-3 0,1-1 0 0,-2 0 10 16,-1 1-15-16,-1 1-2 0,1-3 19 16,-5 1-19-16,2 0-14 0,-3 2 21 0,-4 0-17 15,-2 3 12-15,-5-1-6 0,-5 1 4 16,-2 2-24-16,-13 0-12 0,-10 7-80 0,-13-5-97 0,-1 3-576 16,-7-3-97-16,-19-1 102 0,-8-3 56 15,-4-6 65-15,-10-5 68 0</inkml:trace>
  <inkml:trace contextRef="#ctx0" brushRef="#br0" timeOffset="-178524.87">7676 17102 632 0,'0'0'251'0,"0"0"-34"0,0 0 1 16,0 0-21-16,20 4-13 0,-10-4-15 0,-10 0-15 16,25-1-16-16,-7 0-10 0,4-2-10 0,3-2-8 15,9-3 2-15,3 1 3 0,14-7-25 16,4 1-3-16,0-3 0 0,4 1-15 0,-2-2-1 15,5 2-86-15,3-2 10 0,-7 3-5 0,3 0-18 16,-9 3-29-16,-7 2-14 0,-8 0-45 16,-9 5-63-16,2-3-118 0,-7 6-404 0,-5 0 82 15,-1-1 45-15</inkml:trace>
  <inkml:trace contextRef="#ctx0" brushRef="#br0" timeOffset="-178241.77">8038 17217 642 0,'0'0'215'15,"0"0"-13"-15,0 0-2 0,25-12-36 0,-9 6 5 16,5-2 51-16,3-3 0 0,7-2-33 0,10-5-13 15,7 0-8-15,-1 3-84 0,5-3 0 16,-8 1-28-16,-3 6-6 0,-7 1 9 0,-3-1-9 16,-3 4-9-16,-5 1-9 0,-2 1-19 0,-3 0-6 15,-2 2-10-15,1-3-13 0,-7 4-31 16,4-2-48-16,-7 3-44 0,0-3-51 0,-4 4-120 16,1-1-366-16,-4 1 61 0,10-1 48 0</inkml:trace>
  <inkml:trace contextRef="#ctx0" brushRef="#br0" timeOffset="-175242.52">16602 15541 739 0,'0'0'315'0,"0"0"-13"0,0 0-38 0,0 0-21 15,-7 0-8-15,7 0-14 0,0 0-32 0,0 0-15 16,0 0-18-16,0 0-18 0,0 0 13 15,0 0-23-15,0 0-12 0,0 0 1 0,34 0-12 16,-24 0-10-16,4-3-8 0,3 1-18 0,0-1 8 16,-3 3-23-16,3 0-18 0,0-2-39 15,0 2-23-15,1 0-50 0,-2 0-37 0,-3 0-56 16,-1 2-189-16,1-2-408 0,-2 4 39 0,-2-3 93 16,-5 2 45-16,-1 1 72 0</inkml:trace>
  <inkml:trace contextRef="#ctx0" brushRef="#br0" timeOffset="-175058.82">16765 15651 780 0,'-3'5'218'0,"3"-5"-11"0,0 0 0 0,0 0-22 15,0 0-14-15,0 0-9 0,27-1-17 0,-12-3-6 16,5 2-34-16,4 1 76 0,6-6-2 0,1 3-20 16,3-2-10-16,4 1-29 0,-3 0 8 15,-4 0-15-15,0 2-24 0,-2-2-15 0,-5 3-25 16,-6 1-62-16,3 0-41 0,-8-2-86 0,-3 1-144 15,-4 1-456-15,-1 1 31 0,-5 0 87 16,0 0 46-16</inkml:trace>
  <inkml:trace contextRef="#ctx0" brushRef="#br0" timeOffset="-174725.96">6890 17045 335 0,'14'6'125'0,"-5"-6"-27"0,-9 0-4 0,14 0-17 15,-4 0-28-15,1 1-29 0,-4-1-58 16,-1 2-144-16,4-1-309 0</inkml:trace>
  <inkml:trace contextRef="#ctx0" brushRef="#br0" timeOffset="-172859.48">17846 15363 578 0,'0'0'223'16,"0"0"-8"-16,0 0-34 0,0 0-22 0,0 20 0 15,0-8-36-15,4 1 0 0,-4-1-8 0,3 5-23 16,1 1 3-16,-1 0 2 0,4 0-25 15,-1 2-16-15,5-1 8 0,-4-1-13 0,3 0-7 16,1-1 7-16,2-2-5 0,-3-2 2 0,4-1-9 16,-1-4 15-16,1-1-13 0,-4-4-6 15,3 4 1-15,-1-7-13 0,1 0 3 0,1-7 74 16,-4 4 7-16,3-4-12 0,1-3-18 0,-4-3-8 16,4-4-79-16,-4-1 17 0,0-1-7 15,-2-4-5-15,-2 0-3 0,-2-4 14 0,2 1-9 16,-6 0 3-16,0-2 0 0,0 3-5 0,-3 0 5 15,-3 3 5-15,2-2 5 0,-3 2 16 16,-3 5-3-16,0-1 10 0,-1 3-2 0,1 3-11 16,-3 0 6-16,-2 4-11 0,2 2-4 0,-5 1 17 15,-1 2-8-15,4 3 1 0,-5 1-6 0,0 2 8 16,2 4 8-16,-2 3-8 0,3-2-10 16,-1 6 2-16,2-3-12 0,2 6 9 0,4-4-9 15,3-1-3-15,1 4 5 0,2 0 8 0,4-5-3 16,0 4-10-16,3-2 21 0,4-1-11 15,0 1 0-15,3-2 16 0,4-2-26 0,2 0 10 16,-1-2 3-16,5-2-8 0,3-2 0 0,-2-2 3 16,3 1-3-16,-4-2-13 0,5-2 3 0,-1 2-23 15,-3-1 0-15,-1 1-21 0,3 0-38 0,-5 0-8 16,-2 0-30-16,2 1-44 0,-4-1-51 16,0 2-144-16,2 1-378 0,-2-1 102 0,0 0 31 15,-4-2 56-15</inkml:trace>
  <inkml:trace contextRef="#ctx0" brushRef="#br0" timeOffset="-172459.07">18383 15523 660 0,'0'0'223'0,"-7"10"-3"0,4-7-26 0,3 2-12 15,-4 2-13-15,3 3-18 0,-2-2-15 16,0 7 2-16,3-5-18 0,-3 7-7 0,3 1-24 15,-3-3-4-15,6 5-3 0,-3-2-8 0,3 1-10 16,0-2-3-16,1-1-2 0,3 1 0 16,0-2-13-16,0-2-13 0,3 1-2 0,4-3 15 15,-1-1-7-15,4-1-3 0,0-3-6 0,1-1 4 16,5-3 9-16,-3-2-15 0,1 0 3 0,-3-2-6 16,2-3 1-16,1-5 5 0,-1 0-8 15,0-5 5-15,-5 0-5 0,-2-3-8 0,4-4 3 16,-7 1 8-16,-3-3-6 0,1-1-4 0,-2 0 76 15,-6 4-5-15,0 2-18 0,0-1-8 16,-3 2-9-16,-5 3 12 0,2-2-13 0,-4 2-15 16,-1 5 0-16,-6 2 7 0,4-2-12 15,-5 5-1-15,-2-2-1 0,0 7-1 0,-1 0-8 16,0 0-10-16,1 5 3 0,2 0-2 0,-6 0 4 16,5 5 0-16,-2 0-17 0,3 2-14 0,2-2-12 15,-2 5-31-15,5-1-33 0,3 0-51 0,2 1-98 16,2-1-476-16,2 1-61 0,4-4 100 0,0-2 51 15,4-1 77-15</inkml:trace>
  <inkml:trace contextRef="#ctx0" brushRef="#br0" timeOffset="-171226.1">19193 15541 647 0,'0'0'307'0,"0"0"-28"15,0 0-33-15,0 0-13 0,0 0-23 0,0 0-18 16,0 0-26-16,0 0-5 0,0 0-17 0,0 0-9 15,0 0-7-15,0 0-2 0,0 0-16 16,0 0 15-16,0 0-15 0,0 0-2 0,31-8-8 16,-17 5-16-16,6-1-4 0,0-1-11 0,8-1-21 15,-1-1 24-15,1 0-5 0,-1 2-21 16,0 0-23-16,0 2-13 0,-3 1-38 0,-3-1-46 16,-1 3-47-16,-2-2-89 0,-5 2-130 0,4-1-413 15,-7 1 24-15,-2 0 81 0,-2-4 75 16,-6 4 51-16</inkml:trace>
  <inkml:trace contextRef="#ctx0" brushRef="#br0" timeOffset="-171009.26">19480 15258 662 0,'0'0'269'16,"0"0"-87"-16,0 0 20 0,4 23-35 0,-1-13-11 15,-3 5-23-15,4 2-3 0,-1 1-27 0,3 4-1 16,-2 2-15-16,3 1-2 0,0 4-11 16,0 3-8-16,-1-4-17 0,1 4-16 0,0-2-33 15,0-2-56-15,3 4-23 0,1-4-131 0,-1-3-461 16,6 0 59-16,-1-5 52 0</inkml:trace>
  <inkml:trace contextRef="#ctx0" brushRef="#br0" timeOffset="-170343.27">20615 15158 742 0,'0'0'246'0,"0"0"-83"16,0 0-17-16,0 0-2 0,-4 18-6 15,4-11-10-15,-3 0-13 0,3 1-13 0,0 2-4 16,0 3-11-16,0-1 64 0,0-4 0 0,0 7-23 16,3-5-16-16,-3 5-12 0,4-5-3 0,-1 4-7 15,1-3-3-15,0-1-23 0,-1 0 8 16,4 0-11-16,-1-2-2 0,1-1 2 0,4-2 1 16,-1 2-8-16,1-4 5 0,2-3-90 15,0 3 10-15,1-6 14 0,0 1-9 0,0-1-4 16,-1-2 4-16,4-3 1 0,-3-2-3 0,3-1 18 15,-4-3-8-15,1-1 3 0,-3-2-7 0,-1-1 1 16,0-4 9-16,-6 2-8 0,-1 1 2 0,0-2 0 16,-3 1 6-16,0-2-6 0,-3 4 3 15,-3 0 2-15,1 1 11 0,-1 2 10 0,-1 0-18 16,-3 3-5-16,-1-1 7 0,-2 5 3 0,-1-1 8 16,3 1-5-16,-2 7 2 0,-4-2 5 15,3 3 3-15,0 1-10 0,-5 2 10 0,4 2 2 16,-1 0-4-16,1 2 2 0,-1 0-8 0,5 1-2 15,-2 2 4-15,2-2-6 0,4 2-1 16,-2 1 2-16,5-2-1 0,-2 1 6 0,5 0-17 16,-3-2 10-16,4 1 3 0,0-1 7 0,5-1 3 15,-2 3-10-15,4-5 0 0,2 2 7 0,2-1-12 16,2-1 2-16,-2-2-16 0,6 3-6 16,1-1-27-16,1-1-23 0,2 1-63 0,-1-1-72 15,1 0-210-15,3-1-328 0,0-2 49 0,-1-1 97 16,-2 0 67-16</inkml:trace>
  <inkml:trace contextRef="#ctx0" brushRef="#br0" timeOffset="-170060.21">21110 15206 675 0,'-3'9'246'0,"6"2"53"0,-3 3-27 15,0 2-26-15,0 2-19 0,5 3-19 0,-2 0-14 16,0 4-22-16,1 0-19 0,-1 4-9 0,3-3-11 16,1 2 0-16,0-3-18 0,-3 0-13 15,3-1-9-15,-1 1-9 0,-2-3-7 0,3-4-11 16,-4-1-12-16,-2-1 10 0,5-4-20 0,-3 1 7 16,1-3-10-16,-1 0-3 0,-3-2 24 15,3 1-14-15,1-2-4 0,-4-6-14 0,4 6-37 16,-4-7-32-16,0 0-43 0,6 0-38 0,-6 0-113 15,0 0-512-15,4-15-17 0,-4 8 86 0,3-3 49 16,0-1 69-16</inkml:trace>
  <inkml:trace contextRef="#ctx0" brushRef="#br0" timeOffset="-169726.03">21637 15026 709 0,'14'-3'291'16,"-1"2"-22"-16,1 2-26 0,-4 2-25 0,1 1-21 15,2-1-23-15,-3 5-18 0,5-1-13 16,-5 3-7-16,3-2-21 0,-3 5-5 0,-3-2-12 15,0 0-14-15,1 4 1 0,-5 0-6 0,0-1-7 16,-3-1-6-16,0 1-15 0,-3 2 6 16,0 0-4-16,-2-4 1 0,-1 5-77 0,2-1-5 15,-3-2 8-15,1-1 7 0,-5 2 0 0,5-2 5 16,-1-2-33-16,4-3-7 0,-1 2-14 0,1-5-30 16,-1-2-26-16,4-3-61 0,-1 7-87 0,1-7-59 15,0 0-195-15,0 0-79 0,12-15 36 16,-6 6 23-16</inkml:trace>
  <inkml:trace contextRef="#ctx0" brushRef="#br0" timeOffset="-169476.76">21925 14972 749 0,'0'-6'198'0,"0"6"-17"16,-1-4-1-16,1 4-6 0,0 0-8 0,0 0 11 16,0 0-26-16,-20 14-16 0,13-7-12 0,0 6 82 15,-3-1-26-15,3 4-13 0,-3 1-17 16,3 1-13-16,-1 4 7 0,-1-2-18 0,2 0-17 15,4-1-1-15,0-1-15 0,-1 0-7 16,4 2-75-16,0-1 0 0,0-1-2 0,3 0-3 16,-2 1 0-16,5-3 6 0,1-1-17 0,3 0 12 15,4-1-6-15,-1-3-13 0,5 4-18 16,2-5-2-16,0-2-34 0,-2-2-53 0,6-3-44 16,-4 1-69-16,1-1-199 0,0-5-277 0,-1 0 43 15,0-5 59-15,-3-2 39 0</inkml:trace>
  <inkml:trace contextRef="#ctx0" brushRef="#br0" timeOffset="-169275.88">22222 15126 837 0,'-4'7'238'16,"1"5"-16"-16,-1-1-30 0,1 4-2 15,0 2 58-15,2 1-36 0,-2 2-15 0,3 5-15 16,0 0-18-16,0 0-23 0,0 0 0 0,0 0-21 15,0 3-7-15,3-2-19 0,-2-1-2 0,2-1-7 16,0-2-8-16,0 1-26 0,1-1-28 16,0-2-31-16,0 0-43 0,2-5-59 0,-2-1-164 15,2 0-489-15,1-5 59 0,0-1 64 0,-3-3 62 16</inkml:trace>
  <inkml:trace contextRef="#ctx0" brushRef="#br0" timeOffset="-168759.6">22495 15201 842 0,'8'-2'284'16,"-2"1"-31"-16,-6 1-17 0,16 0-24 0,-16 0-25 15,18 3-13-15,-5 1-13 0,-2-1-15 16,-1 5-10-16,0-1-13 0,1 3-16 0,-1-2 3 15,-3 2-20-15,3 1-1 0,-6 0-14 0,-1-1-1 16,2 3 0-16,-3-1-10 0,-2 0 3 0,0-1-19 16,0-1 16-16,-2 3-15 0,-3-4-67 15,-1 2 13-15,2-2 10 0,-3-1-2 0,6 0-14 16,-5 1 29-16,-1-4 10 0,4-2-10 0,-1 1-13 16,4-4 11-16,-10 3-3 0,10-3-1 0,0 0 9 15,0 0-6-15,0 0-2 0,-3-15-18 16,3 15 0-16,6-9 20 0,0 6-20 0,-1-2 3 15,2 1-6-15,2 0-5 0,-1 1 8 0,2-1 15 16,3 4-18-16,-2 0 6 0,-1 0-3 16,5 4-8-16,-3-1 28 0,-1 1-17 0,3 0-1 15,-1 4 1-15,1 1 7 0,-1-1-10 0,-3 2 10 16,1 4 0-16,-1-3-5 0,-3 0-8 16,-4 1 8-16,1 0 21 0,0 0-1 0,-8-2 1 15,3 3-21-15,-2-1 18 0,-3-4-11 0,-1 2 29 16,0 1-3-16,-2-3-15 0,-3 1 5 0,2-5-7 15,-4 3-1-15,4-6 16 0,-4 6-13 0,1-6-3 16,0 1-7-16,-1-2 5 0,0 0-1 16,0 0-7-16,1-2-30 0,2 1-8 0,1-2-62 15,0-2-69-15,-1-2-130 0,5 3-523 0,2-5 103 16,-2 0 28-16,6-4 74 0,0 1 59 0</inkml:trace>
  <inkml:trace contextRef="#ctx0" brushRef="#br0" timeOffset="-168509.44">23288 15179 1123 0,'0'0'320'0,"7"-5"-38"16,0 4-24-16,-7 1-17 0,14-3-31 15,-4-1-21-15,4 4-17 0,-1-1-24 0,4-1-10 16,-3 1-17-16,6-2-16 0,-2 2-21 0,2-1-17 16,-2 0-32-16,1-1-42 0,-1 1-52 15,-5 0-67-15,1 1-176 0,0-4-450 0,-3 4 45 16,-1-5 91-16,-1 3 60 0</inkml:trace>
  <inkml:trace contextRef="#ctx0" brushRef="#br0" timeOffset="-168326.63">23453 15009 578 0,'0'12'238'0,"0"0"-15"0,0 2 48 0,0-2-35 0,3 8-24 16,0-3-15-16,1 2-28 0,-1-1-5 15,1 3-31-15,2-1-51 0,2 4-46 0,-2-6-44 16,1 0-128-16,3 3-511 0,1-3 4 0,-1-8 67 15</inkml:trace>
  <inkml:trace contextRef="#ctx0" brushRef="#br0" timeOffset="-167891.17">24050 15024 660 0,'-1'9'258'0,"-1"4"-17"0,2-1-29 0,0 1-9 16,2-1-27-16,-2 4-14 0,1 1 45 15,0 0-13-15,5-3-17 0,-2 1-5 0,2-1-27 16,-1 1-6-16,4 0-27 0,-2-5 1 16,0 3-13-16,4-4-13 0,-2-2-16 0,1-3-55 0,1 1-8 15,-1-3 7-15,0-2-7 0,1-2 15 16,2-1-13-16,-3-3 0 0,4-2 0 0,-3-3 6 15,2 0-11-15,-3-6 8 0,0 0-11 0,-2-6 8 16,-1-2-4-16,1 0-9 0,-6-4 13 0,1 1-2 16,0 0-11-16,-3 1 6 0,-3 2 5 15,0 1 9-15,-4 1-17 0,1 3 0 0,-2-1 11 16,-2 8-4-16,0 1 1 0,-4 0 0 0,1 4-3 16,-5 3 8-16,2 1 2 0,-2 1-10 15,-2 7 10-15,3-1-7 0,-4 4 0 0,1 1 2 16,5 2 11-16,2-2-1 0,-1 5 3 0,4-1-2 15,4 2 2-15,2-3-21 0,1 3 6 16,3-3 5-16,3 3-6 0,4-3-4 0,0 3 2 16,7-3-2-16,-1 3-39 0,5-3-18 0,3-1-18 15,-2 1-97-15,2-7-117 0,2 4-503 16,3-1 80-16,-3-5 51 0,0 2 80 0,-3-3 69 0</inkml:trace>
  <inkml:trace contextRef="#ctx0" brushRef="#br0" timeOffset="-167558.09">24564 15051 721 0,'6'4'236'0,"-2"-1"-19"16,2 4-22-16,-2 0-16 0,2 1-15 0,-1 2-21 15,-2-1-5-15,-3 1-12 0,3 4-6 16,-6-3-10-16,0 4 52 0,-2 1-11 0,-1 0-3 15,-4 1-23-15,0 1-4 0,-4-1-11 0,3 1-13 16,-6-3-84-16,4 2 10 0,-2-4 3 16,3-1 2-16,1 0 5 0,0-1-2 0,2-1-11 15,2-2 6-15,0 1 2 0,0-2-2 0,4-2-9 16,-1 1 24-16,1-2-20 0,3-4 12 0,0 7 0 16,0-7-7-16,7 4-3 0,-1-4 5 15,2 0-7-15,-8 0 2 0,19 0-5 0,-7 0-6 16,1 0-12-16,4-3-2 0,-3-2-19 0,6 5-22 15,-3-7-49-15,1 4-41 0,-2-4-62 0,2 2-319 16,2 0-201-16,-6-3 24 0,3 1 90 16,-4-1 56-16</inkml:trace>
  <inkml:trace contextRef="#ctx0" brushRef="#br0" timeOffset="-167077.06">24939 14863 760 0,'0'0'230'16,"4"-7"-7"-16,-4 2-34 0,0 5-12 0,3-4-24 15,1-2-9-15,-4 6 50 0,6-3-9 16,-3-1-14-16,-3 4-15 0,8-4-12 0,-3 0-6 16,-5 4-10-16,5-4-16 0,-2 2 1 0,-3 2-26 15,7-4-8-15,-7 4 8 0,11-4-7 16,-8 1-3-16,-3 3-21 0,7-1-7 0,-7 1-3 15,8-2-5-15,-8 2 5 0,9-1-11 0,-9 1 12 16,0 0-17-16,10 0-2 0,-10 0 3 0,10 0-13 16,-10 0 0-16,0 0 8 0,11 3-3 15,-4-3 0-15,-4 4 0 0,-3-4-5 0,10 3-6 16,-7-2-1-16,-3-1 1 0,11 4-4 0,-8-2 2 16,-3-2 3-16,4 4-5 0,-1-1-3 15,-3-3-26-15,0 5-27 0,0-5-37 0,0 7-61 16,-3-1-127-16,0-2-480 0,2 0-15 0,-5-1 87 15,6-3 77-15,-11 5 38 0</inkml:trace>
  <inkml:trace contextRef="#ctx0" brushRef="#br0" timeOffset="-166343.22">25021 14883 660 0,'4'-2'202'16,"-4"2"-10"-16,7-2-13 0,-7 2-7 0,7-3-19 16,-7 3-73-16,10-2-16 0,-10 2 23 0,0 0-16 15,14 0 6-15,-14 0-10 0,10 5 10 16,-7-1-3-16,4-3-8 0,-3 6 19 0,3-1-29 15,-1 2 0-15,0-1 21 0,-2 3-13 0,4 1 0 16,-5-3-13-16,3 6 67 0,-2-3-13 0,-4 2-8 16,3-1 3-16,-3 1-20 0,0-1-1 15,0-2-2-15,-3 2 2 0,0-1-7 0,-1-2-11 16,-2 3 1-16,1-3 4 0,-1-1 1 0,2 0 4 16,-2-2-12-16,2-1-8 0,-2-2 16 15,2 1-16-15,4-4-5 0,-7 3 0 0,7-3 3 16,0 0-8-16,0 0-10 0,-3-10-3 15,3 3-21-15,6-1-12 0,-2-2 3 0,3-5-24 0,-3 3-15 16,8-9-5-16,-1 4-5 0,-1-4-3 16,1 0 18-16,3-2-12 0,-1 2 14 0,1-1 14 15,-1-2 2-15,-3 6 13 0,1 0 2 0,-1 1 6 16,-3 2 7-16,3 3 18 0,-6-1 0 16,3 3-2-16,-4 0-8 0,0 3-8 0,1 1 0 15,-4 3 13-15,0 3-15 0,0 0 10 0,0 0 15 16,0 0-17-16,-20 11 12 0,12-1-13 15,1 1 6-15,-2 1 17 0,-2 3-2 0,1 2-5 16,3 0-6-16,-3 1-2 0,2 3-2 0,2-3-8 16,-1-1-1-16,4 2-1 0,-1-2-1 0,1 1 8 15,-1-3-3-15,4 2-5 0,0-4-10 0,0-1 5 16,6 3-20-16,-4-5-28 0,4 5-32 16,1-5-24-16,0-2-45 0,3-2-148 0,-3 1-511 15,3-3 32-15,1 0 93 0,-1-1 69 0,0-3 53 16</inkml:trace>
  <inkml:trace contextRef="#ctx0" brushRef="#br0" timeOffset="-165992.45">25583 14958 632 0,'9'0'220'0,"-9"0"-26"0,14 4-14 0,-4-1-14 15,-3-2-10-15,0 6-10 0,4 0-18 16,-5-3-10-16,-2 3 2 0,2 3-2 0,-2-2-13 16,-4 4-5-16,0-2 5 0,-1 0-8 0,-2 3-13 15,-4-1 6-15,-2 2-3 0,-2-3-8 0,-2 6-7 16,-2-1 71-16,2 0-12 0,-4-1-16 16,0-4-2-16,3 6-3 0,0-4-23 0,0-1-11 15,6-4 9-15,-4 5-3 0,1-5-18 0,2 0-77 16,2-2 10-16,3 1-7 0,-2-2 3 15,-1-2 7-15,6 4 2 0,-2-4 3 0,0 1 16 16,3-4-8-16,0 0-1 0,7 3-12 0,0 0-2 16,-7-3 9-16,17-3-17 0,-7 3-13 15,1 0-10-15,2-2-39 0,1-3-25 0,-1 2-46 16,3-4-129-16,-4 3-503 0,5-3 63 0,-4-2 39 16,0-3 84-16,-2 2 67 0</inkml:trace>
  <inkml:trace contextRef="#ctx0" brushRef="#br0" timeOffset="-165660.43">25952 14831 796 0,'0'0'294'0,"0"0"-18"16,13 2-30-16,-10 2-21 0,1 0-17 16,-1 4-9-16,1 1-17 0,-1 3-21 0,-3-1-2 0,0 3-16 15,-3-1-15-15,-1 3-2 0,0 0-6 16,-5 0-2-16,5 0-26 0,-3-1-2 0,0-1-11 15,0 1 8-15,1-1-15 0,2-3-16 0,-2-1-2 16,3-2-1-16,2 4-17 0,-3-4 13 16,4-3-3-16,4 2 3 0,0 3 12 0,-1-3-25 15,4 1 2-15,0-1-66 0,5 3 8 0,-4-2 4 16,5-1 6-16,0 3 8 0,-1-2-1 16,-2-1 8-16,0 1-5 0,-3-1 8 0,3 3-8 15,-2-4-5-15,-2-1 0 0,1 2 17 0,-4 3 70 16,0-3 8-16,-3 1-24 0,-3 0-17 0,-3 1 12 15,-4 3-7-15,-8 1-8 0,-9 3-2 16,-14 5-39-16,-11-1-56 0,-9-2-29 0,-21 7-109 16,-3 0-326-16,-4-2-327 0,-10-3 87 15,-4-1 49-15,-6-8 79 0,-8-5 56 0</inkml:trace>
  <inkml:trace contextRef="#ctx0" brushRef="#br0" timeOffset="-161827.65">26953 14991 703 0,'27'-4'272'0,"0"0"-32"16,-2 0-4-16,-1-1-34 0,3 3-20 0,3 1-24 15,-2 0-50-15,5 1-34 0,-5 0-46 0,0 1-66 16,-4 0-59-16,0 1-561 0,-4 0 67 0,-3 1 22 15</inkml:trace>
  <inkml:trace contextRef="#ctx0" brushRef="#br0" timeOffset="-161610.35">27069 15130 665 0,'0'0'233'0,"-3"3"-21"0,3-3-14 16,0 0-4-16,0 0-22 0,10 8-11 0,-3-8-8 16,3 4-9-16,0-4-27 0,5 1-6 15,-2 0-7-15,3 0-34 0,2 0-4 0,2 1-40 16,-3-2-21-16,1 4-46 0,1-3-82 0,-1-1-84 16,3 0-461-16,-1 2 56 0,-1-4 33 15</inkml:trace>
  <inkml:trace contextRef="#ctx0" brushRef="#br0" timeOffset="-161060.95">27876 14672 660 0,'0'0'261'15,"0"0"-15"-15,3 15-31 0,-3-11-13 0,3 4-23 16,-1 1-15-16,0-1-13 0,2 5-20 0,1-2-9 16,0 0-9-16,2 3-16 0,2-3-2 0,2 4-16 15,-1-2-2-15,0-2-3 0,8 3-10 0,-5-5-18 16,5 2 8-16,-1-2-18 0,-1-1 8 16,2-1-19-16,-2-1 8 0,2-2-4 0,-4-3-6 15,0 2-3-15,2-3 3 0,-2-3-13 0,0 2-7 16,0-6 7-16,-1 1-5 0,0-5 5 0,1 3 3 15,-4-3-20-15,3-3 7 0,-3-3-13 16,0-1 10-16,-1 1-10 0,-2 1 3 0,-1-1 8 16,-2-1-9-16,-1 3 6 0,3 2 5 0,-1 1-2 15,-2 1 2-15,-1 3-8 0,0 0-10 16,-2 3 10-16,0 5 1 0,0-4-3 0,0 4 10 16,0 0-6-16,0 0 4 0,-2 25-6 0,2-14 24 15,-5 7-14-15,5 2-2 0,0 0 5 0,-4 5-2 16,4 4-6-16,0 0 16 0,0 2-8 0,0-2 0 15,0 3 3-15,0-1 5 0,0-2 12 16,0 3-27-16,0-3 4 0,0-1 3 0,-2-2 11 16,0-1-11-16,-1 0 15 0,-1-3 3 0,-2-2 0 15,0-5 1-15,2 3 1 0,-3-3 1 16,-3-1 30-16,3-1-15 0,-7-5-5 16,4 2-5-16,-3 0-3 0,-1-5-8 0,0 3 3 0,0-1 3 15,-2-2-6-15,1-1 6 0,2-3-8 16,-1 3-5-16,0-1-16 0,0-3-17 0,1 3-29 15,3-3-48-15,-1 4-59 0,1-1-98 0,0-3-158 16,3 4-315-16,4-1 31 0,3-3 74 16,0 0 64-16</inkml:trace>
  <inkml:trace contextRef="#ctx0" brushRef="#br0" timeOffset="-160540.4">28703 15188 760 0,'7'-4'320'0,"2"3"-36"16,-9 1-28-16,12 0-34 0,-12 0-14 0,13 5-32 16,-6-2-19-16,-3 2-12 0,2-2-11 15,-2 4-12-15,2 0-17 0,-3 1-15 0,-2 1 7 16,-1-2-20-16,0 4-5 0,-1-1-11 0,-2-2 6 15,-3 2-14-15,2-3 1 0,-2 1-87 0,2 2 2 16,-6-3 8-16,6 1 5 0,-2 0 8 16,2-2 7-16,-2 0-2 0,4-2-2 0,-4 1-11 15,3-2 13-15,0 0-11 0,3-3 11 0,-4 7-3 16,1-3 19-16,3-4-19 0,0 4 0 0,0-4 8 16,0 7-10-16,0-7 5 0,3 6-8 15,-3-6 0-15,3 4 16 0,-2 0-11 0,-1-4-10 16,9 4 13-16,-4 3 3 0,1-4-1 0,-2 4 1 15,2-2-16-15,-2 2 7 0,2-1-1 16,-1 1 17-16,-2 1-8 0,3 2 1 0,-3 0-4 16,-2-1 14-16,2 1 0 0,-3-2 2 0,0 2 13 15,0-2-8-15,-3 1 29 0,-1 0-11 0,-2 0 6 16,2-1-6-16,-6 2 21 0,-1-3-16 16,0 1 6-16,-5-1-6 0,3-1 8 0,-2-2 3 0,-1 0-13 15,-1 0 12-15,3-4-22 0,-3 0 10 16,2 0 2-16,-7 0-2 0,1-1-5 0,4-2-6 15,-2-2 1-15,-4-3-21 0,2 0-23 0,0 0-13 16,-1-4-48-16,1-4-72 0,-2-6-77 16,2 4-542-16,3-6 71 0,2-1 0 0,4-1 110 15,-7-16 57-15</inkml:trace>
  <inkml:trace contextRef="#ctx0" brushRef="#br0" timeOffset="-160026.89">28567 14198 816 0,'-6'18'300'0,"-2"0"-34"0,6 3-21 15,-3-5-24-15,2 2-32 0,1-2-7 0,-3 1-13 16,1 2-11-16,1-2-22 0,-1-1-13 0,1 1-16 15,0-2-4-15,2-5-8 0,-2 4-26 16,0-4 10-16,0-2-2 0,3 0 10 0,-1-2-13 16,-2-2 3-16,3-4-23 0,-4 4 7 0,4-4-7 15,0 0-3-15,0 0-5 0,-3-21 0 16,3 9-5-16,3-2-5 0,1-4-5 0,0-4 2 0,2-3-10 16,-2 0-3-16,5-5 1 0,2 0 4 15,1-2-9-15,0 5 9 0,2-4-76 16,-1 4 8-16,4 2 2 0,-6 0 5 0,2 6 0 15,-2 3 13-15,-2 4 0 0,-1 6 5 0,2 2 0 16,-3 2 8-16,2 3-11 0,-1 4 19 0,-1 0-6 16,3 5-2-16,0 5 15 0,-3-2-15 0,0 5 5 15,3 1 7-15,1-1-4 0,-1 2 7 0,0 0-5 16,1 1 15-16,-1-2 1 0,2-1-4 16,-1-1-9-16,-2 0-3 0,-1-4-3 0,0-1 19 15,1 1-9-15,-2-3 9 0,-3-1 7 0,5-2 8 16,-7-1-3-16,4-1 5 0,-2 1 0 15,2-4 6-15,-1-2-4 0,-5 0-9 0,12 0-5 16,-12 0-11-16,11-1-5 0,-8-5-26 0,3 5-55 16,-5-4-57-16,2 0-72 0,-6-2-156 15,-1 6-425-15,-6-5 54 0,-4 5 82 0,-3-6 84 16,-13 2 39-16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4:50:01.6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1034 1017 371 0,'4'-4'248'0,"-4"4"-7"16,3-6 2-16,-3 6-79 0,3-6-31 15,-3 1 2-15,0 5 1 0,0-7 0 0,0 7 56 16,0-6-6-16,0 1-19 0,0 5-19 0,0-7 6 15,0 7-13-15,-3-7-13 0,0 3 7 16,3 4-25-16,-3-8 0 0,2 4-17 0,1 4 6 16,0-6-17-16,0 6-7 0,0 0-9 0,-4-6 1 15,4 6-6-15,-3-4-15 0,3 4 3 16,0 0-18-16,0 0-8 0,0 0-3 0,0 0 6 16,0 0-6-16,0 0-7 0,-4 14 7 0,4-4 6 15,-3 4-16-15,3 1 8 0,-3 3 0 0,2 2-10 16,-1 2-1-16,-1 3 1 0,2 0 10 15,-2 1 0-15,3 3-77 0,-3-1 0 0,2 0 5 16,1-1 6-16,0 1 4 0,1-1 6 0,-1-1 10 16,3 1 5-16,0-1-8 0,-2 1 3 15,2-2 2-15,3-2 11 0,-3-1-6 0,-2-3 6 16,2-1 5-16,4 0 2 0,-6-4 3 0,2-1 0 16,0-2-5-16,0 1 25 0,0-4-20 0,-2 0 5 15,2-1 8-15,0-1-1 0,-2-1-2 16,2-2 6-16,-3-3 4 0,10 0-2 15,-10 0 2-15,14-10-5 0,-7 3 3 0,4-4-5 0,1-1-3 16,-2-4-5-16,2-4 5 0,1 0 5 16,1-4-5-16,-1-2 3 0,1 1-3 0,-1 0 8 15,-2 1-8-15,2 4 13 0,-3 0 8 0,-3 6-21 16,4-1 2-16,-5 3-1 0,1 1-1 16,-4 0 5-16,1 3-20 0,3 0-1 0,-4 4 1 15,1 1 20-15,-4 3-12 0,0 0 10 0,0 0-1 16,13 9-2-16,-12-2 1 0,2 2-4 15,4 2-10-15,-6 0 1 0,2 2 9 0,3 2-4 16,-3 0 4-16,-2 1 3 0,5-1-7 0,-3 0-3 16,1 0 23-16,4-1-8 0,-2 0-18 15,1-1 8-15,-1-2 0 0,2 2 10 0,-1-3-7 16,2-1-3-16,-5-2-3 0,3-1 11 0,3-1-10 16,0-1-6-16,0-1 10 0,-2-2-9 0,1-2-1 15,2-2 80-15,0-3-6 0,2-2-7 16,-3-1-10-16,1-3 2 0,-1-1-5 0,-1-8-15 15,-1 1 12-15,-1-2-12 0,-1-1-3 0,-2-2-10 16,2 0 8-16,-6 0-3 0,4 2 0 16,-4 2-5-16,-4 1 2 0,4-1 3 0,-4 1-7 15,1 0 4-15,-3 1-10 0,-1 3-7 0,4 1 10 16,-4 2-16-16,3 1 13 0,0 2-10 0,-2 3 11 16,0 1-6-16,2 2-5 0,-3 3 0 0,7 1 7 15,-11 0 1-15,11 0-8 0,-12 6-5 16,8-3 10-16,-1 4-13 0,2-1 13 0,0 2 3 15,3-2-13-15,-3 3 18 0,6-2-13 0,-3 2-3 16,3 0 8-16,0 1-23 0,2-1 16 16,1-1-11-16,2 1-13 0,1 0-27 0,2-1-21 15,2-1-26-15,2 0-33 0,1-3-59 0,-1 1-144 16,4-1-493-16,-1-2 82 0,-2-1 50 16,2-2 83-16,-2-1 61 0</inkml:trace>
  <inkml:trace contextRef="#ctx0" brushRef="#br0" timeOffset="283.49">1844 814 598 0,'0'0'241'0,"7"17"-39"0,-4-7 3 16,-3 2-18-16,4 6-5 0,-1-1-11 15,4 6-2-15,-4-1-23 0,1 2-8 0,-1 1-20 16,0 0-3-16,1 1-18 0,-1-1 65 16,-2 2-19-16,1 1-15 0,3-3-13 0,-5 1-10 15,3 1-5-15,0-1-10 0,-2 2-3 0,2-2-26 16,0-1-5-16,0-1-38 0,-2 0-31 16,2-5-61-16,0 0-95 0,0-1-235 0,1-2-354 0,3-2 77 15,-4-5 64-15,1-2 75 0</inkml:trace>
  <inkml:trace contextRef="#ctx0" brushRef="#br0" timeOffset="749.4">1934 1280 918 0,'-4'-5'287'0,"4"5"-36"0,0 0-5 0,0 0-29 16,13-5-20-16,-13 5-12 0,14-6-11 15,-4 5-18-15,0-5-10 0,4 2-18 0,0 1-5 16,3-2-13-16,-3-1-10 0,3 0-11 0,-1 0-10 16,2 0-9-16,-2-1-29 0,2 0-39 15,-4 0-33-15,0 1-35 0,2-3-57 0,-2 0-51 16,-4 0-44-16,0-1-27 0,1-1 14 0,-7 0 34 15,2-1 44-15,-3 0 37 0,-3-1 14 0,1-2 69 16,-2 1 48-16,1-3 26 0,-3 1 46 16,-1 1 0-16,1 0 18 0,0 0 15 0,-3 4 8 15,2 0 0-15,3 0-5 0,-2 1 0 16,-3 1-5-16,5 2-16 0,-2 2-17 0,0 1-6 16,3 4-2-16,-7-2 0 0,7 2-16 0,-7 14 3 15,3-4 5-15,1 5-7 0,-1 1 7 0,1 3-11 16,0 2-11-16,0 2 4 0,0 2-3 15,2 2-9-15,1 1-6 0,0-1 3 0,0 0-11 16,0 1 6-16,-3 1-13 0,6-2 5 0,-3 1 0 16,1 0-10-16,-1-3-23 0,2 1-39 15,-1-1-40-15,2-1-78 0,-7 1-217 0,8-6-437 16,-4 0 94-16,3-6 66 0,-3-1 93 16,0-3 38-16</inkml:trace>
  <inkml:trace contextRef="#ctx0" brushRef="#br0" timeOffset="1249.7">2336 945 965 0,'0'0'276'16,"10"16"-28"-16,-9-10-28 0,2 3-23 0,4 0-20 16,0 0-11-16,-3 0-20 0,2 1-13 0,4 0-22 15,-2 0-14-15,1-1 8 0,-2 1-11 0,4-2-12 16,-4-1-2-16,2-1-14 0,1 1-2 0,-2-1 0 16,2-3-10-16,0 0 0 0,-2 0-6 15,2-3-9-15,-1 0-8 0,2-3 2 0,-4-1-10 16,2-1 2-16,-1-2-2 0,2-2 8 15,-6-2-13-15,2-3 10 0,1-2-7 0,-4-3-3 16,0 1 2-16,0 0-2 0,-1-1 20 16,4 2 6-16,-6 1-8 0,1-1-44 0,1 3-20 15,-1 3 5-15,2 0 5 0,-3 1 0 0,3 4 5 16,-3 1-7-16,0 5 4 0,0 0 9 0,0 0 4 16,0 0 6-16,7 25-13 0,-7-10 7 0,3 2 3 15,1 2 3-15,-4 4 2 0,1 2 7 16,2 0 6-16,0 1-15 0,0 0 5 0,-2 1-11 15,2 1 8-15,3-2-2 0,-5 2 4 0,5-1-7 16,-1-2 8-16,1 1-8 0,-3 1 13 16,4-4-13-16,-1 1-10 0,-2-1-13 0,3-2-41 15,0-1-49-15,-3-2-79 0,5 4-512 0,-1-7-36 16,-1-2 57-16,3-1 107 0,-1-6 36 16</inkml:trace>
  <inkml:trace contextRef="#ctx0" brushRef="#br0" timeOffset="1682.35">3006 814 901 0,'0'-12'345'0,"-2"2"-33"0,2 3-20 16,0-1-108-16,2 2-27 0,-2 1-1 15,0 0-31-15,1 0 3 0,-1 5-13 0,6-10-10 16,-5 6-18-16,2 0 0 0,3 1-20 0,-3-2-3 16,4 1-5-16,1-1-3 0,-2 3-12 0,4-3-1 15,-2 2-12-15,2 0 0 0,0 1 4 0,1 1-6 16,-1-1-14-16,0 4 5 0,1-1-4 16,1 1 4-16,-1 1 3 0,3 2-5 0,-4 0-8 15,-1 2 8-15,3 1-5 0,1 1 0 16,-6-2 0-16,3 1-6 0,-3-1 22 0,0 2-17 15,-1-2-9-15,2 1 5 0,-4 1-1 0,2-2-2 16,-3 2 0-16,0 0 13 0,1-2-10 0,-1 0-3 16,-3 0-5-16,0 3 8 0,0-3 2 15,0 1 0-15,3-1 3 0,-3 0-5 0,0 0 7 16,0-1-10-16,0-1-5 0,-3 0 5 0,3-5 6 16,0 11-6-16,0-9-3 0,0-2 1 0,0 7 7 15,0-7 3-15,-3 7-18 0,2-6-41 16,1-1-80-16,-3 2-37 0,3-2-175 0,-9 0-430 15,9 0 71-15,-10 0 42 0,10 0 82 0</inkml:trace>
  <inkml:trace contextRef="#ctx0" brushRef="#br0" timeOffset="2532.25">2860 798 1059 0,'0'0'328'0,"0"0"-41"16,0 0-21-16,0 0-26 0,3-7-14 0,-3 7-37 16,0 0-5-16,7-5-17 0,2 1-19 0,-1 0-71 15,5-1-18-15,5-1 7 0,-1-3 3 16,6 1-5-16,2 0-12 0,2-1 58 0,7-3-5 15,-3 4-13-15,6-4-10 0,-2 2-11 16,5 1-4-16,-2-2 0 0,0 4-9 0,-4-1-14 16,0 0 12-16,-7 2-25 0,-2 2-8 0,-4-1-13 15,-2 2-10-15,-4-1-7 0,-3 1-9 0,-2 1-17 16,-1 1-39-16,-6 0-43 0,-3 1-62 16,0 0-89-16,0 0-151 0,0 0-374 0,0 0 97 15,-25 1 37-15,15 0 73 0</inkml:trace>
  <inkml:trace contextRef="#ctx0" brushRef="#br0" timeOffset="2782.11">3147 603 696 0,'0'0'292'15,"-10"3"-16"-15,10-3-28 0,2 7-81 16,-2-7-11-16,1 12-23 0,2-2 3 0,0 1-6 15,0 4-12-15,1 1-6 0,1 1-1 0,1 5-14 16,-3 0-8-16,4 1-4 0,-1 1-8 0,1 1-6 16,1 3 1-16,1 1-11 0,-1 0-2 15,2 0 3-15,0-2-11 0,0 1 0 0,-4-5-5 16,5 4 0-16,-4-4-38 0,0 0-21 0,3-1-12 16,-2-1-73-16,1-2-58 0,1 0-120 15,-2-1-446-15,1-5 44 0,-1-1 35 0,3-2 83 16</inkml:trace>
  <inkml:trace contextRef="#ctx0" brushRef="#br0" timeOffset="3135.08">3614 1042 872 0,'0'0'277'0,"0"0"-29"0,-10 14-28 0,7-7 62 16,0 1-31-16,-3 2-26 0,5 1-23 0,-6-1-12 15,4 1-32-15,2 2-9 0,1-1-21 16,-3 0-5-16,3-1-8 0,3 1-18 0,-2-2-7 16,5 2-14-16,-2-4 1 0,3 2-15 15,-1-2 12-15,1-1-3 0,7-2-22 0,-4 0-10 16,1-2 4-16,2-2-5 0,0-2 1 0,2-1-3 16,-2-1-13-16,1-3 10 0,-1-3-13 15,-2 1 16-15,-1-4-10 0,-3-1 12 0,0-4 6 16,-1 2-34-16,-3-2 26 0,-3-1-82 0,0 4 28 15,-2-2-10-15,1 1 10 0,-5 0-5 0,2 4 2 16,-2 0 6-16,-1 3-3 0,-3 0 10 16,-1 4-7-16,-3-1 0 0,1 5 2 0,-3 2-3 15,-2 1-12-15,0-1-25 0,1 5-34 0,0 0-21 16,1 0-66-16,1 1-161 0,5 0-490 16,-2 0 104-16,7-1 47 0,-2 0 75 0,7-4 49 15</inkml:trace>
  <inkml:trace contextRef="#ctx0" brushRef="#br0" timeOffset="3549.18">4746 963 844 0,'-3'-6'356'16,"3"6"-44"-16,0-7-22 0,0 7-35 0,-3-4-19 16,3 4-21-16,0 0-26 0,0 0-22 0,3 18-11 15,0-7-8-15,-2 0-27 0,2 1 2 0,0 3-24 16,4 2-6-16,-3-1-14 0,2 1-2 16,-2 0-36-16,-1-1-80 0,3 2-15 0,2-1-40 15,-4 3-34-15,2-4-54 0,1-1-105 0,0-1-465 16,3-2 74-16,-6-1 20 0,2-3 79 15</inkml:trace>
  <inkml:trace contextRef="#ctx0" brushRef="#br0" timeOffset="3682.39">4722 796 867 0,'-3'-7'274'0,"-1"3"-90"16,4 1-66-16,0 3-108 0,0 0-350 0,0 0-267 15,0 0 118-15</inkml:trace>
  <inkml:trace contextRef="#ctx0" brushRef="#br0" timeOffset="4065.78">5027 1077 1000 0,'3'9'292'0,"0"-1"-102"0,-3 0-16 16,4 1-18-16,-4 0 0 0,0-1-28 16,1 2-15-16,-2-2-1 0,1 2-4 0,-4-2-11 15,4-1-23-15,-3 0 31 0,3 1-3 0,-3-2-14 16,2-2-1-16,1-4-6 0,-6 5-6 0,6-5-16 16,0 0 2-16,0 0-15 0,-13-13-2 0,9 5-3 15,3-3 2-15,-2-3-12 0,3 0-3 16,-3-4 5-16,3 2-5 0,3-2 3 0,0 0-5 15,-2 3-6-15,3-2 6 0,2 4-11 0,-3-2-2 16,4 4 12-16,0-1-17 0,1 4 2 16,1-1 3-16,1 4-3 0,4 2-10 0,-4 0 3 15,1 4-6-15,3 1 3 0,-1 2 3 0,1 2-6 16,-1 2 11-16,1 0-3 0,-3 4 0 0,2 0 0 16,1 1-5-16,-7 0 8 0,3 1-10 15,0 0 4-15,-3 1-22 0,0-1-34 0,2 0-15 16,-1-1-31-16,-2 2-72 0,2-2-83 0,1-1-91 15,2-4-366-15,-4 4 31 0,2-4 80 0,0-3 74 16</inkml:trace>
  <inkml:trace contextRef="#ctx0" brushRef="#br0" timeOffset="4332.56">5519 780 977 0,'0'0'328'0,"0"0"-34"0,0 0-25 16,-3 16-23-16,2-6-26 0,1 3-18 0,-3 3-18 16,0 0-9-16,0 4-22 0,2-2-4 15,-2 3-27-15,3-1-19 0,-3 0 2 0,3 0-8 16,3-1-13-16,-2 0 6 0,2 1-16 16,3-2 1-16,-3-1-6 0,4 1-18 0,1-4 3 15,-1 1-8-15,2-4-10 0,1 1-60 0,1-1-6 16,-1-3-6-16,0-3-2 0,1-1-29 0,-1-1-20 15,4-3-67-15,-4-1-66 0,-4-1-241 0,4-1-291 16,-2-3 43-16,-2-1 89 0,-2 0 45 16</inkml:trace>
  <inkml:trace contextRef="#ctx0" brushRef="#br0" timeOffset="5798.79">5430 1030 1005 0,'0'0'356'0,"-7"-2"-20"15,7 2-65-15,-7-2-23 0,7 2-20 0,0 0-13 16,1-7-28-16,-1 7-28 0,13-9-6 0,-3 4-12 16,4-4-16-16,3 2-12 0,0 1-3 15,0-1-5-15,4 0-23 0,2-1-10 0,-2 4-67 16,3 0 5-16,-3 2-7 0,3 1-3 0,0 1 0 16,0 1-8-16,3 3 8 0,0 1 13 15,0 2-13-15,-3 2 2 0,0 1 1 0,0 0 2 16,-4 0-8-16,1 1-2 0,-3 2 5 15,-5-2 3-15,-3-1-1 0,1 2-4 0,-1-2 2 0,-4 0 10 16,-2 1-13-16,-1-3 1 0,2 1 4 16,-2 0 1-16,-3-3 2 0,0 0-2 0,0 0-1 15,3 1 8-15,-3-7-12 0,-3 7 74 0,3-7-3 16,-3 4 7-16,3-4-17 0,0 0-5 16,0 0-10-16,0 0-6 0,-1-21 11 0,2 11-19 15,2-2 4-15,3-5-1 0,-2 2-5 0,5-3-10 16,-1-1 10-16,5 0-15 0,-3 1-3 15,1 2 6-15,-1 0-4 0,0 2 1 0,1 3-5 16,2-1-3-16,-3 2 3 0,1 2-3 0,-1 2 2 16,0 2-4-16,1 1 7 0,-1 3-10 0,-3 0 5 15,6 4-5-15,-5-1 5 0,4 4 8 0,-1 0-10 16,-1 3-3-16,0 0 7 16,1 2-9-16,-4-2 2 0,3 1 2 0,0 2 1 0,0-2 0 15,0 0 4-15,1 0-2 0,-1 0-2 0,1-1 0 16,2-1-1-16,1-2 3 0,-3 0-2 15,2 0 10-15,-3 0-11 0,4-4-4 0,-4 0 7 16,0-3 10-16,1 0-10 0,-1-2-5 0,-1-1-2 16,0-2 2-16,0-1 5 0,-5-3-8 15,2-2 8-15,-3-3-20 0,-3 0 12 0,0-2-2 16,0-1 8-16,-6-1-13 0,2 2 7 0,-2 0 8 16,-1 2-7-16,-4 1-1 0,1 1-2 0,0 2 0 15,-3 3 5-15,3 0-5 0,-2 3 5 16,-1 2-8-16,0-2 13 0,2 4 5 0,1 0-10 15,0 4-5-15,0-2 3 0,3 1-1 0,3-1 3 16,-2 2 0-16,2-1 0 0,4 2 10 0,0-5 1 16,4 6-1-16,3-3-3 0,5-1-4 15,3-1 5-15,1-1-3 0,5 0 5 0,3-1-10 16,4-2 0-16,2-1 5 0,4 0 0 0,1-2 0 16,2 0-5-16,1-1-2 0,0-1 2 15,-1 1-3-15,-2-1 11 0,-1 1-3 0,-4 0-2 16,-5 2 2-16,-1 0-3 0,-5 0 1 0,-1 2 2 15,-2 0-13-15,-5 0 3 0,-1 2-5 16,0 1 7-16,-10 0 9 0,11 3-12 0,-11 2 9 16,0 1-6-16,-3 3-4 0,-2 1 12 0,-4 2-5 15,2 3-8-15,0 0 13 0,-7 3-7 0,4-1-6 16,0 1 6-16,-1-1 2 0,1 1-6 0,0 0 6 16,3-4 6-16,0 1-9 0,1 0-2 15,3-2 7-15,2-1-2 0,1-4 3 0,0 2-3 16,0-2-5-16,4-1 10 0,2-1 0 0,-2-2 10 15,6 1-15-15,-3-3 0 0,3-2-5 16,0-3 10-16,1 0-12 0,-1-3 9 0,1-4-2 16,-2-1-2-16,1-3-6 0,-3-6-5 0,1-1-2 15,-1-3 10-15,-1-1-23 0,-2-6 10 16,2-1-3-16,-3-1-2 0,-3-1 16 0,4 4-9 16,-4 2 3-16,1 0 8 0,-1 3 15 0,0 3 3 15,-1 4-5-15,1 0 5 0,0 4-11 0,0 1 1 16,0 1-1-16,0 5-4 0,0 1 4 0,0 6 1 15,-4-4 5-15,4 4-3 0,0 0 0 16,-3 17 3-16,3-9-3 0,0 6-8 0,0-1 1 16,0 5 9-16,0 1 9 0,3 1-6 0,1 2 0 15,0 3-12-15,-1-1-1 0,4-2 8 16,-1 1 5-16,1 1-2 0,4 0-3 0,-1-4 0 16,0 1-7-16,1-3-1 0,2 0 11 0,4-1-6 15,-4-4 9-15,5-1-4 0,-1 0-2 16,-3-5-10-16,2-1-2 0,2 0 7 0,-4-5-3 15,3 0-7-15,-4-3 0 0,2-4 2 0,1-1-15 16,-2-3 0-16,-1-1-10 0,1-5 12 16,-3-2-7-16,1 0-3 0,-4 4 21 0,2-4 10 15,-3 5 13-15,-1-2-16 0,-1 5 39 0,-2-1-26 16,1 3 1-16,-1 0 1 0,0 3-1 0,0 1 1 16,-3 4 1-16,0 0-3 0,0 0-4 0,0 0 1 15,0 0-12-15,-7 17 18 0,7-10-5 16,-2 0-3-16,1 4-5 0,1-2 0 0,1 2-3 15,1 1-2-15,-1 0 15 0,2-4-12 0,1 4-9 16,2-1 1-16,1-3 5 0,-3 1-5 0,2-1 2 16,4-2-7-16,-3 0-8 0,1-2 2 15,1-1 3-15,1-3 0 0,1 0 1 0,-11 0-14 16,17-5 3-16,-6-1 2 0,-1-1 6 0,-3-5-9 16,2 0 14-16,-1-2-3 0,-2-1 0 15,1 0 3-15,-3-1 5 0,2 0 15 0,-2 2 0 16,-1 2 13-16,1 1 2 0,-1 1-2 0,-2 1-10 15,1 2-3-15,-1 2-2 0,-1 5 4 0,0 0 3 16,0 0 3-16,0 0 3 0,0 0 2 16,0 0-6-16,-1 25 11 0,1-14-5 0,-2 2-15 15,2 0 10-15,0 1-8 0,0 0 2 0,2 1-4 16,-2 1 7-16,1-1-12 0,2-1-9 16,0 1-12-16,0-1-25 0,-2-1-49 0,2 1-60 15,4-2-145-15,0-1-509 0,-3-3 7 0,5-1 90 16,-1-1 56-16,2-2 64 0</inkml:trace>
  <inkml:trace contextRef="#ctx0" brushRef="#br0" timeOffset="6049.88">7782 800 1092 0,'0'-8'341'0,"0"8"-31"0,-3-4-29 0,3 4-40 16,0 0-8-16,0 0-39 0,-24 12-9 15,17-4-16-15,-4 3-13 0,2 0-28 0,2 3 2 16,-4-1-2-16,4 1-10 0,-3 6-16 0,4-1-10 16,-2-3-7-16,2 0-8 0,2 0-18 0,1 1 7 15,3-4-17-15,-3 1 17 0,3 0-17 16,0 0-3-16,6-3-20 0,-3 0 7 0,1 0 8 16,2-3-26-16,2 2-5 0,5-3-7 0,1 1-59 15,0-2-31-15,-1-3-69 0,1-1-162 16,3-1-529-16,-3 1 79 0,2-2 51 15,-1-2 67-15,-5 1 66 0</inkml:trace>
  <inkml:trace contextRef="#ctx0" brushRef="#br0" timeOffset="6366.05">7946 1063 934 0,'7'-6'333'16,"-4"4"-39"-16,0-2-18 0,-3 4-17 0,8-6-21 15,-2 0-26-15,-2 2-20 0,2-1-12 0,5-2-17 16,-4 1-83-16,-1 0-21 0,4-2 22 15,-2 1-29-15,-1-1 4 0,3-3 0 0,-4 1 3 16,2 0-8-16,-1-1 3 0,-1 3-13 0,-2-3 13 16,-1 1-16-16,3 0 3 0,-5 3 10 0,3 1-20 15,-4 0-3-15,-4 0-10 0,4 6 10 0,-7-4-10 16,7 4 13-16,-17 4-13 0,3 2-3 16,4 1 3-16,-7 3-2 0,4 1-11 0,-2 1 5 15,2 4 5-15,0 0-5 0,2 0 8 0,4-1-2 16,0 0-6-16,1 0 0 0,1 0 3 15,2-1-8-15,3-1-7 0,3 0 9 0,-3-1-9 16,8 2-1-16,-1-3 13 0,3-1-7 16,7 0-29-16,0 2-58 0,0-5-42 0,4-2-135 15,2 1-588-15,1 0 114 0,-3-4 34 0,3-3 86 16,-7-2 62-16</inkml:trace>
  <inkml:trace contextRef="#ctx0" brushRef="#br0" timeOffset="6981.67">8917 588 944 0,'0'0'276'0,"0"0"-9"0,17 14-29 0,-10-3-28 15,7 1-18-15,-1 4-11 0,8 4-25 16,0 1 11-16,-1 2-34 0,11 7-5 0,3 1-5 15,0-2-26-15,1 1-12 0,2-2 2 0,-3 1-13 16,3-1-3-16,-6 0-4 0,-4-6-41 16,-2-4-49-16,-5-1-47 0,0-2-96 0,-2-2-241 15,-2 2-368-15,-5-7 109 0,-1-2 26 0,-6-2 69 16</inkml:trace>
  <inkml:trace contextRef="#ctx0" brushRef="#br0" timeOffset="7281.54">9317 519 854 0,'0'0'346'16,"0"0"-21"-16,0 0-36 0,0 0-22 0,0 0-19 15,0 0-25-15,-11 19-16 0,8-9-18 0,-3 5-20 16,2 0-20-16,-3 3-6 0,0 3-10 15,-3 1-15-15,3 8-13 0,-4-3 0 0,-1 4-8 16,2 0-23-16,-1-1 3 0,1 2-13 0,0-2-3 16,-1 1 3-16,4-1-12 0,-3-3-6 0,3 2 10 15,-4-5-12-15,5-1-1 0,-1 1-17 0,1-1-14 16,-2-2-14-16,2-2-72 0,5 0-31 16,-2-4-80-16,3-2-188 0,3 0-490 15,1-3 105-15,3-3 42 0,3-2 81 0,0-2 62 0</inkml:trace>
  <inkml:trace contextRef="#ctx0" brushRef="#br0" timeOffset="7614.76">9721 891 906 0,'0'0'291'0,"0"0"-14"0,6 9-24 0,-9-3-25 15,3 1-26-15,-3 1-17 0,3 3-14 16,-3 1-25-16,1-1-8 0,2 1-5 0,0 1-12 15,2-1-16-15,1 2-16 0,0 0-2 0,3-1-5 16,1 0 5-16,4 1-25 0,-4-3 2 16,6 0 2-16,-2-1-15 0,5-1-7 0,-1-2-1 15,-2-1-7-15,0-1 3 0,1-4-9 0,0 0 9 16,3-2-19-16,-4-3 8 0,1-2-5 0,0-3-2 16,0-1-3-16,-4-3 2 0,0-1 3 15,-2 0 3-15,-2-3 28 0,1 1 45 0,-4 1-17 16,0-1-10-16,-6 3 5 0,0-2-13 0,-1 2-8 15,-7-1 11-15,-1 4-19 0,-5-1 1 16,-4-1-3-16,-3 5-2 0,-1-1-14 0,-2 3-27 16,-4 0-21-16,1 2-36 0,-1 2-94 0,-3-1-213 15,0 4-527-15,-4 0 40 0,-2 0 124 0,-2 0 84 16,1-2 44-16,-3 1 68 0</inkml:trace>
  <inkml:trace contextRef="#ctx0" brushRef="#br0" timeOffset="8965.16">1413 2013 821 0,'0'0'328'0,"-9"-3"2"16,9 3-107-16,-5-4-13 0,5 4-11 0,-6-4-27 16,6 4-21-16,-4-4-13 0,4 4-7 0,0 0-19 15,0 0-15-15,0 0-2 0,7-10-16 16,0 8-4-16,-7 2-4 0,11-3-4 0,-1 0-16 16,1-1-2-16,1 1-1 0,6 1-7 0,2-2 3 15,0 0-11-15,8-1-2 0,-1 2 0 16,5-1-3-16,8-1-15 0,-2 0 12 0,20-3-4 15,3 3 4-15,-5 0-9 0,-5 1 1 0,-7-1-4 16,14 1-8-16,-7-1 26 0,7 0-16 0,0 0-7 16,0-2-8-16,-2 1 13 0,2 1 0 15,6-2 2-15,-2 0 13 0,2 0-23 0,2-1 8 16,2 2 0-16,1-1 0 0,-4 0-6 0,0 2 1 16,-1-1-3-16,1 2 5 0,0-2-10 15,0 0 0-15,-3 1 11 0,2-2-6 0,-2 3-3 16,-1-1 19-16,1-2-6 0,-1 4-17 0,-2-4 14 15,2 1-6-15,-2 1-1 0,-1-2-3 16,3 0 3-16,-3 1-12 0,1 0 17 0,-1-1 0 16,3-1-5-16,-3 2 3 0,0-3 23 0,3 2-21 15,-2 1-7-15,2 0-1 0,-2 0 1 0,2-2-8 16,0 2 15-16,-5 0 3 0,5-1-6 0,-3 1-4 16,0-1 10-16,-2-1-6 0,5 1-12 15,0 1 0-15,-3-2 10 0,3 0 3 0,5 0-13 16,-4 2 2-16,5-3 1 0,-2 4 9 0,0-3-7 15,0 1 5-15,-3 1-7 0,-1-1 4 16,4 1 65-16,-4 0-6 0,1 0-9 0,3 0-4 16,0 2-7-16,-3-1-2 0,6 1-14 0,-3-1 19 15,0 3-9-15,-3-1-14 0,2 0 10 16,2 0-8-16,-1 0 0 0,2-2 5 0,-2 3-18 16,-2-2-2-16,2 3 7 0,-1-2-5 0,1 0-4 15,-3 0 4-15,-7 2 8 0,6-2-8 16,1 1 5-16,-11 0-7 0,-6 1 0 0,-1-1 2 15,1 0-8-15,-2 0 22 0,1 0-19 0,-2 0 7 16,-1-1-4-16,-1 2-54 0,2-2-15 0,-1 0 2 16,0 1 25-16,1-1-12 0,1-1 16 0,-1 1 7 15,2 0-3-15,-3-1 6 0,3 2 12 16,-2-1-5-16,3-2 0 0,-1 4 11 0,-1-3-3 16,-1 2-8-16,2 0 3 0,-2-1 20 0,2 0-13 15,-3 1 6-15,4-2-13 0,2 2 15 16,-5-1-8-16,2 2 21 0,1-2-3 0,-2 1-20 15,1 0 26-15,1-1-11 0,-4 1 3 0,4 1-16 16,-4-2 8-16,3 1-15 0,-2 0 10 16,1-1 8-16,-1 2-8 0,-1-1-5 0,-1 0 10 15,-6 2-3-15,1-2 9 0,0 2-1 0,-1-1 3 16,0-2-8-16,0 2 10 0,-3 1-20 0,-1-2 5 16,-2 1 3-16,3 1-9 0,-7 0 4 0,-1-2 2 15,1 2 2-15,-3-1-7 0,-1-1 13 16,-2 1 0-16,2 1-1 0,-7-1-4 0,-2 0-29 15,2 1-17-15,-2-2-6 0,-1 4-25 0,0-2-52 16,0-2-60-16,-3 1-188 0,4 1-484 16,-1 0 121-16,0-1 26 0,0 1 101 0,1 0 68 15</inkml:trace>
  <inkml:trace contextRef="#ctx0" brushRef="#br0" timeOffset="11898.28">2135 2828 1039 0,'0'0'304'16,"-1"-5"-27"-16,1 5-29 0,0 0-35 16,-3-4-11-16,3 4-23 0,0 0-18 0,0 0-23 15,0 0 1-15,0 0-9 0,0 0-17 16,0 0-1-16,0 0-30 0,21 12 13 0,-11-5-13 15,0 0-67-15,4 1-17 0,-1 0 17 0,4 2 16 16,2 2-23-16,0-1 15 0,-1-1-11 16,2 2 4-16,0-1-1 0,1 0-2 0,-4-3 2 15,3 4 1-15,-2-4 12 0,-5 1-26 0,0-3-17 16,2 1-34-16,-6-3-84 0,2 4-69 0,-3-6-82 16,1 2-269-16,-2-2-141 0,1-2 26 15,-2 0 69-15</inkml:trace>
  <inkml:trace contextRef="#ctx0" brushRef="#br0" timeOffset="12181.68">2535 2696 757 0,'0'0'328'15,"0"0"-18"-15,0 0-34 0,0 0-17 0,-8 15-11 16,5-5-20-16,0 2-111 0,0 3 65 15,-4 1-18-15,0 8-8 0,3-4-15 0,-2 5-3 16,2 0-10-16,-2 0-18 0,2 3-8 0,0-1-2 16,-2 5-20-16,5-6-6 0,-2 7-5 15,0-4-2-15,0-2-9 0,2 1-4 0,-1-2-8 16,2-1-10-16,2 0 0 0,-2-3-10 0,0-2 4 16,1 0 4-16,-1-2-19 0,3-2 8 15,-3-1-3-15,3-5-30 0,-3 1-8 0,0 2-20 0,0-5-31 16,3 0-57-16,-3-6-142 0,1 2-534 15,5-4 11-15,-6 0 98 0,8-6 40 0,-2 0 82 16</inkml:trace>
  <inkml:trace contextRef="#ctx0" brushRef="#br0" timeOffset="12431.36">2945 2956 813 0,'0'0'297'0,"7"-3"-30"0,-7 3-24 16,7-3-8-16,2-1-40 0,2 0-16 16,-1 0-10-16,3-1-28 0,2 1-13 0,3 0-5 15,1-1-21-15,-2-1-30 0,3 3-34 0,-2 0-64 16,0 1-32-16,-2-2-70 0,1 2-151 15,0-2-446-15,-7 4 98 0,4 0 26 0,-4 0 60 16</inkml:trace>
  <inkml:trace contextRef="#ctx0" brushRef="#br0" timeOffset="12631.56">3065 3077 698 0,'-4'4'254'0,"1"-2"-19"0,3-2-25 0,-4 5 51 15,4-5-25-15,0 0-14 0,0 7-14 0,0-7-27 16,0 0-7-16,11 5-15 0,-4-5-8 16,-7 0-28-16,16-4 0 0,-2 4-13 0,-4-1-31 15,1 0-43-15,3-1-36 0,-1-1-79 0,4 2-175 16,-4-1-480-16,5 1 22 0,-4-1 54 16,3-2 75-16</inkml:trace>
  <inkml:trace contextRef="#ctx0" brushRef="#br0" timeOffset="13164.93">4125 2802 747 0,'0'0'299'0,"0"0"-27"0,0 0-24 16,0 0-20-16,0 0-34 0,0 0-4 16,-15 11-24-16,9-3-7 0,2-1-90 0,-2 3-5 15,2 2-13-15,-2-1 5 0,1-1 6 0,2 4-13 16,-1-3-3-16,2 1-5 0,1 0 5 0,2 1-8 16,1-2-7-16,2-1 5 0,-1 0 2 0,5 1-2 15,-4-3 0-15,5-2-11 0,1 1-7 16,1-2 5-16,2-2 3 0,1-1-3 0,-3 0-3 15,2-4 6-15,4-1 0 0,-4 0-6 0,1-2-2 16,0-4 2-16,-3 0-4 0,-1-2-6 16,0-3-7-16,-2 0 2 0,-2-3 7 0,0-1 1 15,-5-2-13-15,-1 0 11 0,0-4-6 16,-1 1 13-16,-5-1-11 0,0 2 42 0,-2 2-26 16,1 1-15-16,-3 1 17 0,-4 3-4 0,1 5-9 15,-1-1 1-15,3 5-8 0,-5-1-2 0,1 6 7 16,-1 1 0-16,2 3 3 0,-3 2 5 0,0 1-15 15,-1 2 7-15,5 1 3 0,0 0 10 16,2 1-8-16,1 0-7 0,3 3-13 0,0-3 20 16,3 2-5-16,4-1-5 0,0-1-5 0,1 0 11 15,6 2-1-15,0-2-2 0,2 0-6 16,6 0 60-16,-2-2-9 0,1 1-27 0,3-3-39 16,4 3-69-16,-1-3-13 0,1 0-173 0,0-3-508 15,1 2 3-15,0-3 115 0,1-1 46 0,-6 1 57 16</inkml:trace>
  <inkml:trace contextRef="#ctx0" brushRef="#br0" timeOffset="13514.46">4596 2910 732 0,'-4'6'317'0,"4"-1"-23"0,-6 2-27 15,2 1-9-15,1 2-28 0,-5 0-25 0,5 1-18 16,-3 3-3-16,2-1-17 0,1 1-16 0,0-1-16 15,-1 4-27-15,-3-4 2 0,7 0-5 0,0 0-3 16,0-2-7-16,0 1-41 0,4-1 15 0,-1-1 3 16,1-2-6-16,2 1-12 0,4-3-3 15,1 0 0-15,-1-5 3 0,3 1-3 0,1-2-12 16,0-2 4-16,3 1-12 0,-3-7 7 16,3-1-7-16,-3 1-5 0,3-6 4 0,-4-1-9 15,2-3-3-15,-3 1 5 0,-1-3-8 0,-4 0-66 16,-3 1 0-16,2 2-11 0,-6-1 34 15,0 1-3-15,0 2 21 0,0 1-5 0,-6 1 2 16,5 0-10-16,-5 3 15 0,-2 0 1 0,1-2-1 16,-2 5 0-16,-1 1 1 0,-1 1 4 0,1 1-7 15,0 1-11-15,-4 1-9 0,4 1-14 0,-1 2-30 16,1-1-26-16,3 2-41 0,-2-1-66 16,4 4-157-16,2-3-416 0,3 3 81 0,0-5 38 15,3 7 63-15</inkml:trace>
  <inkml:trace contextRef="#ctx0" brushRef="#br0" timeOffset="13764.92">4976 2636 862 0,'0'0'341'0,"10"-3"-29"0,-10 3-20 16,10 3-108-16,1-1 3 0,-1 5-23 0,6 0-21 15,-1 1 0-15,8 3-28 0,-6 1-15 16,4 1 3-16,6 2-14 0,-3 0-14 0,-1 1-4 16,2 2-4-16,-1-1-16 0,0 0-2 0,-1 2-14 15,1-4-29-15,-6 1-35 0,-1-2-14 0,0-1-77 16,-3 1-101-16,-4-3-209 0,3 1-274 16,-3-4 31-16,-2-3 105 0,-5 0 46 0</inkml:trace>
  <inkml:trace contextRef="#ctx0" brushRef="#br0" timeOffset="14031.36">5355 2553 806 0,'0'0'325'15,"0"0"-21"-15,0 0-25 0,0 0-20 16,-14 8-16-16,7 1-20 0,1 2-21 0,2 2-23 15,-6 1 0-15,3 1-22 0,0 6-9 16,-3-1-99-16,-1 1-1 0,2 2-14 0,-1-3 71 16,3 4-24-16,-8 2 4 0,5-1-8 0,0-1-11 15,0-3-12-15,3 2 7 0,0 0-12 0,0-3-21 16,1-1-23-16,5 0-76 0,-2-2-39 0,-1 0-105 16,2-3-215-16,4-1-382 0,2-5 108 15,-1 0 49-15,1-2 71 0</inkml:trace>
  <inkml:trace contextRef="#ctx0" brushRef="#br0" timeOffset="14448.22">5697 2794 921 0,'0'0'284'16,"-10"14"-20"-16,7-9-31 0,-2 2-26 0,2 1-20 15,-1 2-21-15,1-2-12 0,0 4-21 0,0-1-13 16,2-1-7-16,-1 2 0 0,2-1-16 0,0 0-10 16,2 1-10-16,2-4-16 0,-1 1 8 15,1 0-7-15,2-2-11 0,2-1 0 0,2 1-10 16,-3-3 8-16,6-1-6 0,-3 0-10 16,0-3-2-16,2-2 5 0,0 0 0 0,-1-4-13 15,3 2 56-15,-4-5 6 0,4 1-19 0,-7-4-4 16,2-1-9-16,-2-2-4 0,0-1-6 0,-3 0 6 15,-1-1-8-15,0 1 3 0,-2-1-14 16,-1 3 9-16,-1 1 4 0,-1 0-7 0,1 2 0 16,-5 1-8-16,2 1 5 0,-3 1 3 0,0 0-15 15,-3 1-1-15,-1 1-7 0,1 3 2 0,-3 0-7 16,-1 1-8-16,0 2 10 0,0 0 3 16,1 0 7-16,-4 4-7 0,4-2-5 0,-2 0 0 15,2 2-1-15,0-1-9 0,-1 0-16 0,1 3-13 16,1-1-23-16,2-1-28 0,-2 3-71 15,3-1-49-15,3 0-226 0,-1-1-432 0,4 0 115 16,0 0 52-16,3-1 58 0,0-4 74 0</inkml:trace>
  <inkml:trace contextRef="#ctx0" brushRef="#br0" timeOffset="15164.77">6168 2726 586 0,'-6'2'309'15,"6"-2"-30"-15,0 0-2 0,-4 5 17 16,4-5-51-16,0 0-25 0,-6 2 0 0,6-2-16 15,0 0-10-15,0 0-95 0,0 0-5 0,0 0-18 16,0 0-2-16,0 0 7 0,0 0-20 0,0 0 8 16,0 0-6-16,30-9-2 0,-16 3-10 15,6 0-3-15,1 0-8 0,3 0 6 0,3 0-19 16,0-1 6-16,1 1-49 0,-1 0-28 0,1 0-38 16,-1 2-37-16,-4 0-43 0,-2-1-125 15,-3-1-125-15,-1 2-290 0,0 1 33 0,-4-3 75 16,-6 2 89-16</inkml:trace>
  <inkml:trace contextRef="#ctx0" brushRef="#br0" timeOffset="15348.3">6456 2483 760 0,'0'0'217'0,"0"0"-9"0,0 0-24 0,-14 9 0 15,14-3-5-15,0 4-17 0,-3 2-4 0,6 1-30 16,-3 0-5-16,0 4-26 0,3 1 83 15,0-1-11-15,2 4-26 0,-2-1-15 0,1 4-26 16,2-1-22-16,0-1-68 0,1 3-65 16,4-5-142-16,-1 2-455 0,3-1-62 0,2-3 70 15,2-3 46-15</inkml:trace>
  <inkml:trace contextRef="#ctx0" brushRef="#br0" timeOffset="15814.68">7276 2438 947 0,'0'0'345'0,"-7"18"-27"16,0-10-34-16,4 4-26 0,-5 1-22 0,5 2-39 15,-3 2-13-15,2 1-18 0,1 1-7 0,0-1-26 16,-1 0-10-16,4 1-5 0,0-5-18 0,1 3-82 15,2-1 5-15,0-1-8 0,4-2 5 0,-1 1 6 16,5-3-21-16,-4 1 3 0,3-4-3 16,1 0 23-16,-1-3-28 0,3-1 13 0,-2-2-13 15,-1-2 5-15,0-1-13 0,4-4 8 16,-7 0 0-16,3-3-5 0,0-4 3 0,-3-1-9 16,-1-4 11-16,-2-3-5 0,-1-3 5 0,-3-2 16 15,0-2-19-15,-3 1-10 0,-3 0 6 0,2 1 9 16,-3 1 11-16,-3 0-10 0,0 4 15 15,0 2-8-15,-2-1 8 0,-1 3-8 0,3 6 8 16,-4-1-18-16,1 5 8 0,-1 2 20 0,0 1-23 16,0 3 2-16,-2 5 1 0,-1-1 5 0,3 4-3 15,0 0 0-15,4 3-4 0,-3 2 9 16,5-1-18-16,1 1 3 0,4 0 5 0,3 0-2 16,0 0 0-16,3 2 2 0,4-1 0 15,4-1-8-15,-1-1 8 0,7 1-33 0,3-1-33 16,1-4-39-16,3 3-25 0,-1-3-88 0,-1-3-156 15,5 1-363-15,-6-4 29 0,2-2 68 16,-3 0 64-16</inkml:trace>
  <inkml:trace contextRef="#ctx0" brushRef="#br0" timeOffset="15997.81">7666 2520 652 0,'-7'13'261'0,"7"-13"-18"0,-3 13-10 0,-1-3-20 16,3 1-16-16,-2 1-10 0,3 3-31 0,-3 1-20 15,0 0 2-15,0 0-13 0,2 0-15 16,1 2-15-16,-3 0 15 0,3-1-38 0,-3 0 2 16,3 1-13-16,0-1-7 0,3-3-36 0,-3 1-23 15,0-3-49-15,3 1-71 0,1-2-144 0,2-1-468 16,-3-2 87-16,5-1 43 0,-4-2 49 16</inkml:trace>
  <inkml:trace contextRef="#ctx0" brushRef="#br0" timeOffset="16231.6">7928 2294 883 0,'15'2'343'16,"-9"3"-34"-16,4 2-27 0,4 1-21 0,0 4-33 15,3 2-3-15,7 2-30 0,-4 2-26 16,4 1-6-16,-3-1-30 0,3 2-20 0,-1 0 5 15,2 2-18-15,-1-2-6 0,0-2 1 0,-1 2-34 16,1-1-30-16,0-2-41 0,-6-1-44 16,-5-5-61-16,5 3-120 0,-5-4-444 0,0-2-76 15,-2-3 67-15,-4-2 78 0,-1-1 52 0</inkml:trace>
  <inkml:trace contextRef="#ctx0" brushRef="#br0" timeOffset="16446.74">8285 2213 993 0,'0'0'304'0,"0"0"-4"15,-18 8-31-15,11-2-19 0,-2 5-9 0,2 3-31 16,-7 4-13-16,4 0-20 0,0 4-16 0,-1 4-18 16,-2 2-15-16,2 3-13 0,-2-1-10 0,3 1-10 15,-1 1-3-15,4 1-2 0,-3-2-8 0,3 0-95 16,0-1-23-16,3-2-10 0,-2-3-46 15,6 1-64-15,0 1-111 0,3-4-518 0,0-1 65 16,1-3 47-16,4-6 69 0,1 1 61 16</inkml:trace>
  <inkml:trace contextRef="#ctx0" brushRef="#br0" timeOffset="16714.06">8606 2478 954 0,'0'0'277'0,"0"0"-21"0,4 16-26 0,-1-7-30 16,0 2 2-16,-3 3-20 0,1 2-39 16,2 1-7-16,0-1-6 0,0 3-7 0,-2-1-18 15,5 1-10-15,-3-1-8 0,1 1-21 0,-3-1 85 16,5 2-18-16,-3-2-20 0,1 1-8 0,-1-1-33 15,0 0-39-15,1-1-54 0,-1-2-83 16,2-3-152-16,1 1-525 0,0-3 31 0,-2-2 107 16,-1-1 29-16,1-6 66 0</inkml:trace>
  <inkml:trace contextRef="#ctx0" brushRef="#br0" timeOffset="16980.3">9047 2525 988 0,'0'0'286'16,"0"0"-7"-16,3-4-38 0,-3 4-21 0,0 0-18 15,13-1-18-15,-2 1-30 0,-1 0-5 0,1-1-16 16,6-2-11-16,0 0-11 0,4 1-22 15,2-1 1-15,-2-1-6 0,3 1 49 0,3-2-20 16,-3 1-29-16,0 0-22 0,-4 1-49 0,1-3-18 16,0 2-59-16,-5-1-172 0,-2-1-524 15,-4 3-3-15,0-4 105 0,-5-1 52 0,-2 1 48 16</inkml:trace>
  <inkml:trace contextRef="#ctx0" brushRef="#br0" timeOffset="17180.28">9173 2242 965 0,'-3'10'319'0,"-3"1"-24"0,1 3-21 15,2 3-29-15,3 2-27 0,-3 1-13 0,3 0-13 16,0 5-23-16,3 0-13 0,-3 0-10 16,7 1-23-16,-3 1-11 0,-1-2-14 0,1 2-6 15,5-2-39-15,-5-2-37 0,3 2-47 0,0-4-84 16,0 2-261-16,3-3-405 0,1-1 59 15,-2-5 69-15,1-1 59 0</inkml:trace>
  <inkml:trace contextRef="#ctx0" brushRef="#br0" timeOffset="18247.38">10007 2188 404 0,'0'0'161'0,"4"-3"0"0,-4 3 6 15,3-4 71-15,-3 4-3 0,0 0 1 0,3-4-8 16,-3 4-36-16,0 0-23 0,0 0-67 0,0 0-7 16,0 0-16-16,0 0 6 0,0 0-14 0,0 0-2 15,0 0 0-15,-6 15 1 0,3-6-14 0,2 3 5 16,1-2-4-16,-3 5-11 0,3-2 10 15,-3 2-2-15,3 2-6 0,0 1-9 0,0 0-11 16,3-1 23-16,-3-1-23 0,3 1-5 0,1-1 11 16,-1-3-6-16,1 2-10 0,2-3-3 15,-1-1-12-15,1-2 9 0,0-1 24 0,1 0-5 16,1-3-16-16,-1 0 11 0,2-3 2 16,-2-2-8-16,-7 0 1 0,18-3-13 0,-8-3 4 0,-1 0-6 15,-1-1 9-15,-1-5 3 0,2-1-3 16,-2-2-2-16,1 0 5 0,-5-4-8 0,0 0-7 15,1-4 20-15,-4 1-18 0,0 0-13 0,-3-2 6 16,2 1 9-16,-2 0 4 0,-3 0-9 0,1 6 16 16,-1-1-10-16,-1 3 7 0,0 2-2 15,-4-1-8-15,2 4-2 0,-2 0-1 0,-2 3-2 16,3 2 3-16,-1 4-3 0,-3-1 2 0,1 4-2 16,-1 1-2-16,0 2-6 0,0 2 5 15,1 3 1-15,0-2-6 0,2 4 6 0,4 0 2 16,-2-2-3-16,5 1-2 0,-3 0 0 0,6 0 15 15,-2 1-15-15,3-1 23 0,3-1-16 16,2 2-7-16,1-3 10 0,1 1-10 0,3-1-7 16,1 0-12-16,2-1-29 0,2 0-37 0,1 0-46 15,1-6-73-15,0 5-163 0,4-2-403 16,-2-2 117-16,2-1 16 0,0-1 60 0</inkml:trace>
  <inkml:trace contextRef="#ctx0" brushRef="#br0" timeOffset="18697.34">10438 2338 1067 0,'0'0'302'0,"0"0"-21"15,0 0-27-15,0 0-34 0,0 0-23 16,0 0-23-16,17 0-13 0,-10 3-15 0,0 2-13 15,0 0-10-15,2 2-15 0,-1 1-1 0,-1 2-12 16,0 0-10-16,2 2-4 0,-4 1-6 16,1 1-6-16,-3-1-3 0,-3 0-4 0,0 2-1 15,-3-3-10-15,0 5-12 0,0-2 4 0,-5 0-4 16,-2-2 4-16,3 2 3 0,-4-1-15 0,-2-2 13 16,3 1-16-16,-1-1-3 0,-2-2 14 15,3 1-14-15,-4-3-76 0,4 0 13 0,-1-3 4 16,1-1 9-16,0-3-1 0,4 0 1 0,6-1 12 15,-18-6-15-15,12 1 5 0,2-3 5 16,-2-2 5-16,1 0-2 0,5 0 7 0,-3-1-10 16,3 0 3-16,3 0 15 0,-3-1-8 0,1 2 8 15,3 1 0-15,-1 3-8 0,1-1 8 16,2 2-20-16,0 1 12 0,1 1-2 0,1 3 7 16,-8 0-2-16,23 5 3 0,-9-1-4 0,-4 1-1 15,5 2 4-15,1 0 21 0,1 1-26 16,-3 2 3-16,6 0 13 0,-3-1-36 0,4 1-39 15,-3 2-17-15,1 0-36 0,-5-4-90 0,0 0-341 16,3 1-196-16,-4-1 79 0,-1-3 46 0,-2 0 79 16</inkml:trace>
  <inkml:trace contextRef="#ctx0" brushRef="#br0" timeOffset="19063.84">10927 2016 801 0,'0'-8'307'0,"0"8"-23"0,3-3-28 0,-3 3-15 16,0 0-34-16,0 0-10 0,17 12-20 0,-9-4-83 16,1 3-14-16,1-1-4 0,5 4-12 0,-2 1 13 15,4 1-10-15,-3 1-3 0,3 0-5 16,3 3-6-16,1-2-7 0,-3 4 1 0,1-2-4 16,2-2 3-16,-3-2-2 0,-2 1-19 15,-2-2-2-15,0 2-15 0,-1-3-26 0,-2 0-41 16,-4-2-48-16,2-1-111 0,-1-2-125 0,-4 1-348 15,2-4 20-15,0 0 75 16,-2-3 81-16</inkml:trace>
  <inkml:trace contextRef="#ctx0" brushRef="#br0" timeOffset="19313.61">11224 1945 773 0,'-7'-4'289'0,"7"4"-15"16,0 0-23-16,-10 10-83 0,4-3-1 0,2 5-16 16,-3 1-15-16,0 4 2 0,1 4-21 0,2 2-4 15,-7 3-5-15,2 2-6 0,2 2-7 16,0 2-6-16,-3-1-9 0,3 1-1 0,0 1 0 16,0-1-12-16,0 0-13 0,3 0-1 0,-2-1-12 15,3-4-10-15,0-1-36 0,2-2-44 16,-2-1-53-16,3-2-47 0,0-4-165 0,3 3-431 15,-2-5 72-15,2-2 53 0,3-4 52 0</inkml:trace>
  <inkml:trace contextRef="#ctx0" brushRef="#br0" timeOffset="19730.65">11563 2208 824 0,'11'0'281'0,"1"0"-9"0,-1 3-29 0,0 2-10 16,2 0-3-16,1 5-20 0,-1 0-8 0,-2 3-20 15,-1 4-13-15,0 1-16 0,-7-1-22 0,0 2 5 16,-2 0-3-16,-2 1-28 0,-2 4-3 16,-4-2-2-16,-6 4-23 0,-4 1-6 0,3-4 1 15,-6 1-5-15,-1-1-3 0,1-3-16 0,2 0-61 16,-2-5-2-16,6 0-3 0,1-2 3 15,-1-2 2-15,4 0 3 0,3-3 7 0,-3-1 6 16,6 1-8-16,-3-2-8 0,4-2 10 0,0 2 6 16,3-2-1-16,0-4-7 0,10 4 10 15,0-3-5-15,7-1 13 0,4-1 0 0,2-3 0 16,5 0 7-16,2 0-2 0,2-2 15 0,-2 2-7 16,7-3-5-16,-2-1 7 0,-3 1 74 0,5 1-17 15,-6-3-16-15,-1 4 2 0,-2-3-17 16,-1 3 5-16,-4 0 8 0,-2 0-9 15,-3 1-1-15,-2-1-14 0,-6 4-12 0,4-2 2 0,-4 1-5 16,1-2-15-16,-4 3-28 0,-7 1-39 0,6 1-92 16,-6-1-151-16,0 0-606 0,-13 7 58 15,-1-5 108-15,-3 2 43 0,-3-1 108 0,-8 0 48 16</inkml:trace>
  <inkml:trace contextRef="#ctx0" brushRef="#br0" timeOffset="38828.19">19996 1748 857 0,'0'0'264'16,"0"-6"-16"-16,0 6-30 0,0 0-16 15,0 0-31-15,0 0-17 0,11 18-8 0,-4-8-16 16,2 2-17-16,-2 2 0 0,4 3-14 0,2 1-9 16,2-1-16-16,1 6 0 0,2-2-5 15,1 1-2-15,-1 0-3 0,0 2-15 0,1-3-11 16,-1 1-33-16,-2 0-25 0,2-2-42 0,-5-2-71 15,5-3-66-15,-8 2-119 0,4-4-365 0,-4-4 22 16,0-1 57-16,0-3 64 0</inkml:trace>
  <inkml:trace contextRef="#ctx0" brushRef="#br0" timeOffset="39061.83">20287 1753 632 0,'-3'-3'307'0,"3"3"-23"0,-8-4-38 0,8 4-24 16,0 0-9-16,-16 7-24 0,6 3-12 0,-1-2-21 15,1 7-13-15,-4 1-7 0,1 3-16 16,-5 4-7-16,2 0-13 0,-2 4-80 0,-2 9-9 16,-1-2 4-16,3-2-5 0,2-3-5 0,2-1 8 15,1 2-13-15,-2-2-26 0,5 0-30 16,0 0-46-16,1-3-36 0,4 0-103 0,-1-3-117 15,6-1-354-15,3-5 95 0,0-1 41 0</inkml:trace>
  <inkml:trace contextRef="#ctx0" brushRef="#br0" timeOffset="39427.87">20438 2033 1041 0,'0'0'297'16,"0"0"-28"-16,-11 17-39 0,7-9-12 0,-2 3-93 0,2 0-9 16,1 1-19-16,-3-1-5 0,4 3-8 15,2-1 9-15,-3 1-40 0,6 0 6 0,-1-1 0 16,1 1-15-16,0 1-3 0,4-2-3 0,3-3-5 16,0 0 8-16,0-1 3 0,1-3-11 15,0-1-2-15,2-2-6 0,-3-1 11 0,4-2-15 16,-1-4-1-16,1 1 6 0,0-2-11 0,0-2 16 15,-4-1-8-15,3-2-8 0,-2-1 8 16,-1-1-7-16,-1 2 12 0,-1-3-10 16,-4 1 17-16,2 0-14 0,-6 0-3 0,3 3-5 0,-2-2 10 15,-2 0-16-15,-2 1 4 0,-3 0-6 16,-5 2 0-16,1-1-3 0,-3 1 4 0,-5 1-6 16,2-1 2-16,-2 2-22 0,0 0-19 0,-1 1-35 15,4-1-26-15,-1 1-59 0,-2 1-122 0,8 1-469 16,-1 0 77-16,2-2 51 0,5 1 76 15</inkml:trace>
  <inkml:trace contextRef="#ctx0" brushRef="#br0" timeOffset="39978.39">20895 1263 916 0,'0'0'269'0,"0"0"-31"15,0 0-16-15,0 0-25 0,-10 22-10 0,7-9-23 16,3 5-10-16,3 4-21 0,-3 6-15 16,3 4-8-16,0 6-3 0,1-1-7 0,0 16-8 15,3 1-10-15,0-1-5 0,-4 2-3 0,3 1 0 16,2 1-12-16,-1 2-1 0,-1 0-15 15,1 0 0-15,-1 4 0 0,2-1 8 0,-5 4 0 16,4 1-11-16,-4-2 9 0,1 1-11 0,2-2 0 16,-1-3 7-16,1 1-12 0,-3 0-8 0,-2 0 0 15,2-1 3-15,0 2 13 0,0-1-9 16,1 2 11-16,-1 2-17 0,1-2-4 0,-1-1 1 0,-2 4-19 16,2-1 6-16,0 1 3 0,1 0-1 15,-4-1-2-15,3 0 7 0,-3-1-4 0,3-4 2 16,0 4 2-16,-3-1-2 0,0-3 0 0,0-1 5 15,0 0-3-15,1 0 9 0,-1-5-17 16,0 3-4-16,3 1 0 0,-3-1 12 0,4 2 6 16,-1 1-21-16,1-2 8 0,-1 0-1 0,0-2 11 15,1-2-2-15,-1-1-6 0,0-1-2 16,5-1-13-16,-5 1 8 0,1-2-75 0,2-1 8 16,-3-7 8-16,1-4 13 0,2 11 5 0,-1-8 4 15,1-5 1-15,-2 13 10 0,2-10 5 16,-2-1-4-16,2-4-1 0,-2-2-3 0,3 0 16 15,-4-6-8-15,4 2 3 0,-4-7 2 16,1 2-17-16,-1-6-24 0,1-3-20 0,-1 0-10 0,-2-5-49 16,2-1-126-16,-3-4-237 0,0-5-277 0,0 0 33 15,0-29 108-15,-4-4 51 0</inkml:trace>
  <inkml:trace contextRef="#ctx0" brushRef="#br0" timeOffset="40511.48">21254 1753 670 0,'14'10'254'0,"-10"-4"-96"0,6 1-7 16,-1 3-20-16,3 0-11 0,1 5-12 0,1-1-19 16,3 0 3-16,0 2-5 0,-1 0-7 0,2 1 40 15,-2 0 8-15,2-2-15 0,-4 1-26 0,3-1-36 16,-1 0-43-16,-1 0-67 0,-2-4-54 0,-5 0-169 16,5 0-360-16,-3-4 15 0,0 2 56 15</inkml:trace>
  <inkml:trace contextRef="#ctx0" brushRef="#br0" timeOffset="40761.61">21558 1716 668 0,'-6'-3'204'0,"6"3"-27"0,0 0-16 16,0 0-20-16,-18 12-8 0,12-5-18 0,-1 5-20 15,1 0 2-15,-2 2-7 0,-2 4-3 0,0 0-8 16,-1 1-15-16,1 2-7 0,-3 0-1 16,-1 4 64-16,4 0-10 0,-4 0-20 0,4 0 10 15,0-1-11-15,-1-2-32 0,7 0-45 0,-2-1-55 16,2-2-70-16,1-3-120 0,3-1-445 0,4 0 35 16,-1-3 80-16,0-1 49 0</inkml:trace>
  <inkml:trace contextRef="#ctx0" brushRef="#br0" timeOffset="40994.71">21848 1785 793 0,'0'0'284'0,"0"0"-18"0,8 9-28 16,-8-1-10-16,0 3-36 0,3 2-18 0,-3 2-5 15,1 2-20-15,-1 2-24 0,0 2-76 0,3 2-11 16,-3 2-7-16,0 2 10 0,3 0-8 0,1 0-7 16,-1-2-8-16,0 3-34 0,5 0-38 15,-2-3-43-15,4 0-92 0,-6-3-164 0,10-4-308 16,-1 0 31-16,1-5 95 0</inkml:trace>
  <inkml:trace contextRef="#ctx0" brushRef="#br0" timeOffset="41544.69">22389 1063 860 0,'0'0'253'0,"0"0"-25"15,0 0-13-15,0 0-23 0,0 0-3 16,-6 20-28-16,6-7-10 0,0 7-12 0,3 5-11 16,-3 4-87-16,3 7-6 0,-3 3 9 0,4 14-1 15,-1 1 9-15,0 4 9 0,1 1-17 0,3 2 2 16,-3 0 5-16,-1 0-5 0,3 1 13 16,-2 2-8-16,2-1-13 0,2 2-2 0,-1 14 8 15,-1-1-21-15,1 0 15 0,-4-11-10 0,8 8 8 16,-5-8-3-16,-2-4 11 0,6-1-13 0,-2 1 5 15,1-3-3-15,-2 2-2 0,4-1 53 16,-4 1-2-16,2-1-8 0,-2-2-5 0,1 4-7 16,-2 0-3-16,4 0-8 0,-3 3 0 0,4 10 5 15,-2 0-15-15,-2-11 0 0,0-2 3 16,1-1-6-16,1-1 3 0,-2 3-8 0,-1-3 1 16,2-1-16-16,-1 3 10 0,0-5-16 0,4 1 17 15,-2-1-4-15,-2-1-7 0,0-5-2 16,3 5 4-16,-3-6-2 0,0 2 0 0,3 2 5 15,0-1-5-15,-6 0 2 0,3 0-2 0,-1 0 3 16,1-7-14-16,0-2 11 0,-4-9-13 0,1-1 0 16,-1 3 8-16,1-3 0 0,2 1-3 0,-2-1 3 15,3-4 0-15,-2-2-8 0,-3-3 8 0,1-2 0 16,3 1-1-16,-2-6 1 0,-1-1-13 16,2-1-15-16,-2-4 2 0,0-2-38 0,1-3-26 15,-1-1-71-15,-3-6-280 0,0-1-434 0,0 0 32 16,17-19 126-16,-10-2 59 0,-1-12 64 15</inkml:trace>
  <inkml:trace contextRef="#ctx0" brushRef="#br0" timeOffset="41977.57">22971 1488 465 0,'10'17'182'0,"4"1"8"0,-1 1-27 0,1 0-22 15,2 3-8-15,-1 1-12 0,2 1 4 0,3 1-20 16,-3-3-3-16,4 3-10 0,-4-1-5 0,3-2-17 15,-2 1 75-15,1-2-14 0,-4 0-23 16,1-3-42-16,-2 1-43 0,-4-5-54 0,1 0-114 16,-1-1-431-16,0-2-62 0,-3-5 55 15</inkml:trace>
  <inkml:trace contextRef="#ctx0" brushRef="#br0" timeOffset="42195.24">23179 1494 785 0,'-11'6'259'0,"-2"4"-11"16,3 1-17-16,-7 6-14 0,4 1-22 16,-5 7-11-16,0 0-28 0,2 1-15 0,1 2-3 15,-7 8-10-15,4-2-20 0,5-6-11 0,-1 2-20 16,4-1-29-16,0 0-20 0,2 2-74 0,4 0-105 15,1-4-115-15,3 1-458 0,4-5 45 16,2-1 70-16,2-5 69 0</inkml:trace>
  <inkml:trace contextRef="#ctx0" brushRef="#br0" timeOffset="42543.95">23541 1800 921 0,'0'0'284'0,"14"2"-23"15,-10 3-23-15,2 1-28 0,0 2-15 0,-1 2-19 16,-2 0-12-16,1 2-18 0,-4 1-18 0,0 1-64 16,0 0-15-16,-4 3-3 0,1-1-3 0,-5 2 14 15,-1 1-14-15,2 2-7 0,-4-3 59 16,1 0-6-16,0 2-9 0,-1-3 9 0,4-2-17 15,-2 0-21-15,2-3 21 0,-1-1-16 0,2-1-15 16,2-1 2-16,-2-1-4 0,3-1-6 16,3-1 3-16,-4 1 0 0,4-2 10 0,0-5-8 15,0 7-7-15,4-6-11 0,-4-1 9 0,16 4 4 16,-5-3-13-16,5-1 14 0,-1-1-22 16,1-1-12-16,5-1-15 0,3-1-18 0,-1-1-57 15,2-3-48-15,2-1-118 0,-3 0-561 0,7-5 42 16,-4 1 120-16,-4-4 22 0,0-3 80 0</inkml:trace>
  <inkml:trace contextRef="#ctx0" brushRef="#br0" timeOffset="43030.2">24030 981 673 0,'0'0'279'16,"0"0"-16"-16,0 0-30 0,0 0-31 0,0 0-7 16,0 0-16-16,0 21-15 0,3-6-18 0,0 3-10 15,-1 5-6-15,1 4-17 0,0 5 5 0,2 3-85 16,-3 2-8-16,4 16 19 0,-3 0-8 16,-2 3 20-16,5 1-12 0,-2 4-3 0,0-2-6 15,-1 2-6-15,1 2 6 0,-1 1 4 0,0 0 7 16,0 2-21-16,0 1 32 0,-2 16-24 0,6-2-10 15,-4 2 13-15,-2-2 0 0,5-14-3 16,-3 1-5-16,-2 0-5 0,5-1 13 0,-3-1 46 16,-2 3-5-16,6-2-6 0,-2 14 6 0,0 0 0 15,-2-3-13-15,1-10 0 0,2 13-13 16,2 2-2-16,-2 1-11 0,-2-1 16 0,4-1-26 16,-6-3 5-16,4-13-10 0,-1 1 0 0,-2 1 0 15,0-1-2-15,1-2-8 0,-4-1-3 0,3-3 10 16,-3 2-4-16,0-9-8 0,0 3 2 15,0-1 8-15,0-3 7 0,0 2-22 0,0-10 10 16,-3-3 5-16,3 12 2 0,-4-11 0 0,4-2-4 16,-3-5-11-16,3 0 8 0,-3-7-8 0,3-1 0 15,0 0 8-15,-1-8 2 0,1 0-7 0,-4-1 5 16,4-6-13-16,0 0 0 0,-3-1-3 0,3 0-23 16,0-5-48-16,0-4-118 0,0-2-217 15,0-1-444-15,0-11 34 0,0-5 105 0,0-12 64 16,-3-8 51-16</inkml:trace>
  <inkml:trace contextRef="#ctx0" brushRef="#br0" timeOffset="43711.67">24454 1267 788 0,'0'0'248'0,"13"19"-20"0,-8-11-36 0,1 0-15 15,1 1-24-15,3 1 1 0,1 1-21 16,-1 2-21-16,0-3 9 0,4 1-27 0,-4-1-6 0,4-1-4 16,-4 0-20-16,0-3 18 0,1 1-18 15,-1-1 0-15,0-2-13 0,3 0 10 0,-3-2-17 16,1 0-8-16,0-1 0 0,-2-2-8 0,1-3-18 15,1 3 8-15,-1-6 0 0,-3 1 5 16,3-3-10-16,-3-3-6 0,0-1 14 0,0 0-13 16,-1-2 4-16,-1-2-1 0,1 2-14 15,0-2 26-15,-5 3-8 0,5 3 14 0,-3 0-14 16,-2 2 0-16,2 0-2 0,1 3 8 0,-4 1-21 16,0 5 12-16,0 0-6 0,0 0 4 0,0 0-5 15,0 24 8-15,0-8-3 0,-4 4-5 0,4 2 16 16,-3 3-24-16,2 3 6 0,-2 2 9 15,3 5-4-15,-3 4 2 0,0-1-5 0,2 14 6 16,-5-1-27-16,3 1-76 0,-5-2-131 0,2 0-565 16,-4 0 92-16,-1-3 58 0,-6-5 42 15</inkml:trace>
  <inkml:trace contextRef="#ctx0" brushRef="#br0" timeOffset="44544.59">19672 2813 478 0,'0'0'213'0,"0"0"-19"0,6-5-12 16,-6 5-36-16,10-6 79 0,-6 4-25 0,6-2-1 15,-3 3-17-15,3-2-23 0,4 0-8 16,-4 2-8-16,5-2-2 0,4-1-82 0,2 1 0 15,6-2 2-15,1 2-5 0,3-3 8 0,6 0-5 16,18-2-10-16,2-3 5 0,6 1-11 16,-1 2 6-16,5-2-6 0,-1 1-9 0,2-1 7 15,3 1 2-15,18 1-5 0,0-4 1 0,0 3-8 16,6 1 15-16,-5-2-26 0,2 2-4 16,4 0 17-16,-1-2-20 0,-2 0 10 0,2-1 2 15,-2 3-2-15,6-2 0 0,4-3 11 0,-4 1-17 16,3 2 4-16,-2-1 5 0,-2-3 9 0,1 3-14 15,-3-1 56-15,7-3 2 0,0 3-5 0,5-1-2 16,-1 0-8-16,1-1 5 0,-1 3-13 16,-1-1-15-16,3 0 3 0,-3 2-8 0,4 0-3 15,-4 2-10-15,3 0 5 0,-3 0-5 0,-3 2 0 16,-1 1-10-16,0 0 7 0,-1-1-7 16,-1 2-3-16,-3-1 3 0,5 0-2 0,-6 0 14 15,4-1-17-15,-4 0 5 0,-1 0-1 0,1-1-1 16,0 0-4-16,-1 1 14 0,1-4-21 15,-1 2 10-15,1 1-10 0,-4-2 8 0,-16 3-6 16,-4 0 9-16,3 2-4 0,-7-1-2 0,1 0-71 16,-3 2 7-16,-3-2 15 0,-11 2-7 15,-11 0 15-15,4 2 6 0,-8-2-4 0,-3 1 11 0,0 2-2 16,-6-3 4-16,-4 1 6 0,-3 0-31 0,-2-1 7 16,-4 3-60-16,-5-2-32 0,-7 2-97 15,-3 0-486-15,0 0-64 0,-24-2 46 0,1-1 87 16,-16 0 46-16</inkml:trace>
  <inkml:trace contextRef="#ctx0" brushRef="#br0" timeOffset="45678.29">19795 3259 524 0,'0'0'161'0,"0"-9"-4"0,0 9-27 16,-3-4-4-16,3 4-16 0,0 0 7 0,0 0-12 15,0-8-10-15,0 8-13 0,0 0 0 16,0 0-5-16,3-4-13 0,-3 4-3 0,0 0-5 15,0 0-2-15,0-7-15 0,0 7 2 0,0 0 2 16,0 0-12-16,3-6 5 0,-3 6-11 0,0 0-30 16,0 0-10-16,4-2-19 0,-4 2-24 15,0 0-17-15,0 0-27 0,0 0-47 0,0 0-4 16,0 0-24-16,0 0 1 0,9-2 17 0,-9 2-7 16,0 0-6-16,0 0 31 0,0 0 36 15,0 0 26-15,0 0 2 0,0 0 21 0,0 0 20 16,0 0-33-16,0 0 10 0,0 0 16 15,0 0 12-15,0 0-36 0</inkml:trace>
  <inkml:trace contextRef="#ctx0" brushRef="#br0" timeOffset="46777.88">19583 3913 880 0,'10'-4'310'0,"1"-1"-24"15,-1 1-19-15,3-3-32 0,7 2-35 0,1-5-8 16,2 3-18-16,2-1-10 0,6-1-85 16,2 0-10-16,2 0-15 0,3-1 0 0,13-3 4 15,0 3-9-15,4-1-3 0,0 0 0 16,2 5-5-16,-2-5-13 0,0 3 6 0,0-2-11 16,3 2 10-16,-4-2-7 0,1 3 4 0,0-1 4 15,3-2 12-15,4 2-21 0,0-2 1 16,-1 1 2-16,4 0-18 0,0-5 18 0,3 3-5 15,4 0-10-15,-4 0 61 0,4 0 8 0,10-3 0 16,-13 3-13-16,16-6-12 0,-3 3 2 0,-13 3 2 16,15-2-2-16,2 1-10 0,0-3-6 0,-15 5-5 15,1-3 8-15,10 1-15 0,-13 4 2 16,-4-5 1-16,3 3-6 0,0-1 18 0,1-1-33 16,0 2 2-16,2 1 1 0,15-4-1 0,2 1 13 15,-19 2-8-15,2 1 4 0,1-3-14 0,3 3 8 16,-3 0 7-16,1-1-17 0,11-4 5 15,2 4 2-15,-12 1 13 0,-1 1 0 0,16-2 1 16,-3 1-1-16,-12-2-8 0,-2 6-12 0,4-3 20 16,-5 1 0-16,4 1-12 0,1-1 7 15,-1 1-13-15,3 1-8 0,-3-2 11 0,-2 3 5 16,2-3-3-16,0 1-7 0,-3 2-3 0,3-2 3 16,-3-1 5-16,0 3-3 0,-1-2-5 15,5 0-2-15,-2 1 4 0,-5-2-12 0,6 2 15 0,0-2-2 16,-3 1 10-16,0 1-8 0,-4-2-10 15,0 3 0-15,-2-3 8 0,-1 1-16 0,-4 2 8 16,-2-2-7-16,-2 0 9 0,-5 3-7 0,-8-1 3 16,-3 0-1-16,-3 2 8 0,2-2-5 0,-9 2 3 15,0-1-6-15,-2 1 11 0,-6 1 2 16,-1-1-25-16,-7-1-85 0,-1 3 13 0,-4 0-82 16,-7 0-156-16,-3 0-571 0,0 0 54 0,-27-4 117 15,-1 1 78-15,-33-4 73 0,-9-1 42 16</inkml:trace>
  <inkml:trace contextRef="#ctx0" brushRef="#br0" timeOffset="47944.43">19593 4917 939 0,'0'0'289'0,"14"-4"-30"16,-4 2-32-16,0 2-22 0,4-2-10 0,2 0-24 15,2-2-9-15,6 1-81 0,-4-1-1 0,8 0-16 16,-1-2-10-16,4-1 10 0,3 3 5 0,3-4-13 16,2 1 5-16,1 0-7 0,15-3-5 0,3 2-1 15,-4 1-7-15,4-3-5 0,-3 2 10 16,1-1-2-16,-2 0-1 0,0 1-4 0,-9-1 7 16,13 0-3-16,-4-3 14 0,4 3-45 0,-2 0 9 15,-1-1 5-15,3 1-3 0,0 1 0 16,0-4 2-16,1 1 3 0,1 1-10 0,1 1 10 15,1-4-7-15,-1 1 2 0,1 4 10 16,0-5-12-16,3 2 66 0,-3 1-8 0,3-2-10 16,0 2-5-16,3-1-2 0,0-2-6 0,0 5-13 15,4-2-2-15,-6 2 5 0,2 0-10 16,-3-1-10-16,2 2 5 0,-1 0 4 0,-1 1-14 0,-3-1-11 16,2 1 6-16,1-2-1 0,0-1-5 0,0 4 8 15,3-1 2-15,1-2-7 0,-1 1 5 16,1-2 3-16,-4 1-3 0,0 1-6 0,-1 0 9 15,1 3-8-15,4-4-80 0,-4 2 11 0,3-1 17 16,0 3-2-16,0-3 6 0,-1 0-6 16,4 2 13-16,-3-1-3 0,0-2 3 0,4 2-1 15,-3-1 9-15,2 3 2 0,-1-4 3 0,1 1-6 16,0 0 16-16,4 0 0 0,-2 3 2 16,1-2 3-16,-1-1 0 0,2 3 3 0,-1 0-3 15,-1 0-5-15,-2-3 0 0,1 1 10 0,3 2-15 16,0-3 7-16,1 2 11 0,16-2-3 0,-14 2 0 15,15-1-2-15,-11 3 4 0,-7-3-2 0,17-1 0 16,-13 4-7-16,0-2 4 0,-4 4 4 0,0-2-1 16,1-3-3-16,-2 5 1 0,-1-3 15 15,1 1-3-15,-5 0-7 0,-4-1-3 0,0 3 0 16,-7-2 5-16,-4-2-10 0,-9 3 5 0,-1 1 3 16,-3-4 2-16,1 2-10 0,-1 2 8 15,-1-3 7-15,-5 1-7 0,-4 2-5 0,-4 0 2 16,-3-3-28-16,-3 3-62 0,-5 0-73 0,0 0-78 15,-11 1-432-15,-2 0-105 0,-3 0 36 0,-16-9 104 16,-8 1 63-16,-14 0 60 0</inkml:trace>
  <inkml:trace contextRef="#ctx0" brushRef="#br0" timeOffset="49011.52">19747 5903 683 0,'0'0'243'0,"0"0"-30"0,3-7-6 16,-3 7-20-16,3-4-31 0,2 0 13 0,1 2-36 16,-6 2-20-16,13-7-8 0,-2 6 7 15,-1-4-15-15,7 0 62 0,3 0-8 0,2 1-5 16,5-4-8-16,3 2-17 0,5-3-16 0,2 1 17 15,18-3-27-15,3 3-13 0,1-1-3 0,2-3-12 16,-4 2 7-16,5 2 3 0,-1-2-18 16,1 3-3-16,4-3-12 0,-1 3-1 0,2-1-4 15,-2 1-11-15,0 2 5 0,3-2-5 0,-3-1-2 16,5 2 7-16,-2-1 3 0,-3 3-13 0,3-5-10 16,0 1 2-16,-3 2 3 0,1-2 0 15,1-2 0-15,-2 2 7 0,0 1-7 0,0-3-5 16,3 3 0-16,5-1 0 0,-5 0 7 0,3-1 8 15,-3 2-12-15,1 0 2 0,-3 2-6 16,5-1 1-16,-3-1 0 0,4 3 10 0,0-4-15 16,3 1 2-16,1 0 16 0,1 0-1 0,13-1-12 15,-13 4 5-15,-4-4 0 0,0 2-11 0,1-1 11 16,-2 3-5-16,3-4 10 0,-3 2-20 16,4-3-1-16,-5 5 6 0,1-3-8 0,4-1 13 15,-5 0 2-15,1 0-17 0,-3 0 12 0,2 0 3 16,-3 1-11-16,0-1 8 0,2-1-7 0,-2 2 0 15,-3-1 4-15,-1 3-7 0,1-2 3 0,3-1 12 16,-3 2-15-16,-3-1 26 0,3 3-26 16,-4-4 2-16,1 0-7 0,-1 1 18 0,1 0-10 15,4 0 2-15,-2 1-3 0,4-3-15 0,0 2 13 16,1-1 8-16,3 1-5 0,0 0-6 16,-1 1 11-16,2 1-8 0,-2-1 5 0,0-1 0 15,-1 3 3-15,-2-4-3 0,-3 2-5 0,-1 4 0 16,-2-6 2-16,0 3-2 0,-4 1 0 15,0-2 5-15,-11 2-20 0,-5 0 13 0,-1 1 2 16,-1-2 10-16,-1 2-3 0,-8-3-7 0,-1 5-2 16,-7 0-3-16,-2-1-3 0,-3-2-35 0,-2 4-47 15,-9-2-43-15,-2 1-103 0,-5 1-642 0,0 0 18 16,-32 0 133-16,1-4 70 0,-10 1 63 16,-27-4 69-16</inkml:trace>
  <inkml:trace contextRef="#ctx0" brushRef="#br0" timeOffset="49960.77">19713 6929 796 0,'9'-1'337'0,"2"-2"-24"0,3-1-91 16,0 0-19-16,5-2-9 0,3-1-27 0,2 1-6 15,0-1-23-15,5 0-2 0,6-2-1 0,0-1-30 16,15-2-2-16,2 1-1 0,3-2 0 16,0 2-20-16,3 2 3 0,-1-2-13 0,1-1-11 15,0 4 6-15,4-2-29 0,0 2 72 0,-1 1-5 16,4-3-8-16,0 3-10 0,4-1-15 0,-1-2-13 15,1 3 7-15,2-1-4 0,1 1-9 0,-3 1-4 16,5-5 0-16,-5 1-8 0,3 2-72 16,-4 1 5-16,4-3 11 0,0 0 7 0,14-1-17 15,2-2 4-15,1 1 8 0,-1 0 1 0,-15 4 9 16,-1-3 6-16,-1 3-6 0,5-1 3 16,-2-3 0-16,-2 6 5 0,4-1 0 0,16-5-12 15,0 6 4-15,-3-1 1 0,-14 0 9 0,17-1-4 16,-19 1-6-16,-2 4 8 0,4-5 0 15,-2 2 8-15,1 4-13 0,-2-4 0 0,0 1 0 16,0-1 0-16,-1 0 0 0,-2 2 26 0,-1-2-24 16,-3 1-4-16,-3 0 2 0,3 0-3 0,-4-2 1 15,0 3 2-15,-2-2-5 0,2 3 10 0,-2-2-10 16,-1-2 0-16,0 3-1 0,3-3 12 16,-3 2-6-16,0 2 10 0,2-3 0 0,-10 3-5 15,8-4-7-15,-10 5 7 0,0-2 2 0,-4 1-2 16,14-3-7-16,-7 5 7 0,-7-2-10 0,1-1 18 15,-1 1-13-15,15-4 7 0,-11 5-12 0,12-4 10 16,-14 3-10-16,2-1 3 0,10 0 4 16,0-2-2-16,-7 4 8 0,-6-4-5 0,12 3-1 15,-8-1 6-15,-6 0 10 0,2 0-3 0,-4 1-12 16,4 0-1-16,-4-1 6 0,3 1-8 16,-2-1-3-16,0 0-7 0,-3-2 13 0,1 4-3 15,-4-4 2-15,-5 3 3 0,1-1-2 0,-6 0-3 16,1 0-3-16,-7 2 1 0,-2 0-3 15,-5-4-52-15,1 3-73 0,-8-3-124 0,-5 3-613 16,-5-3 88-16,-10-3 55 0,-12-6 102 0,-19-4 54 16</inkml:trace>
  <inkml:trace contextRef="#ctx0" brushRef="#br0" timeOffset="51276.56">21281 5436 701 0,'0'0'189'0,"-6"-1"-15"0,6 1-7 0,0 0-27 16,0 0-12-16,0 0-7 0,-14-1-14 15,14 1-15-15,0 0-17 0,0 0-4 0,0 0 4 16,0 0-19-16,0 0 3 0,-10 1-5 0,10-1-14 15,0 0 1-15,0 0-10 0,-10 1-10 0,10-1-3 16,0 0-11-16,-8 2 3 0,8-2-4 0,0 0-1 16,-9 4-13-16,9-4 8 0,0 0 5 15,0 0-2-15,-10 0-8 0,10 0 12 0,0 0 6 16,0 0 2-16,0 0 6 0,-7 0-6 16,7 0 16-16,0 0-16 0,0 0 19 0,0 0 1 15,0 0-4-15,0 0 10 0,0 0-77 16,-11-1-5-16,11 1 8 0,0 0 5 0,0 0 20 0,0 0-5 15,0 0 16-15,0 0-21 0,0 0 8 16,0 0 12-16,0 0-27 0,0 0 35 0,0 0-25 16,0 0 4-16,0 0 6 0,-10 1 8 0,10-1-8 15,-3 8 15-15,3-8-5 0,-3 9-15 16,2-5 20-16,1 4-2 0,0 0-6 0,0 4 11 16,0-2-3-16,0 2 36 0,0 3-23 15,0-2 65-15,0 3-9 0,1 2 3 0,2-1 0 16,0 0-11-16,0 2 9 0,1 0-93 0,-1 2 5 15,0 3 11-15,1 0-6 0,3-4 6 16,-3 5 7-16,2-1-5 0,-3 0 13 0,4 1-10 16,-4 0 15-16,5 0 0 0,-5 0 15 0,4 0-10 15,-1-2-5-15,-2 2 16 0,3 0-11 0,0 0 8 16,-1-3 2-16,-2 2 8 0,2-1-10 0,-2 1-15 16,3-3 22-16,-3 0-10 0,2-3-22 15,-2 0 4-15,-1-2-5 0,4 1 13 0,-3 0 0 16,2-3 16-16,-2 3-19 0,-1-5-5 0,1 1 6 15,-1-1-8-15,3 1-3 0,-5-4 0 16,6 1 0-16,-4 3 1 0,0-3 2 0,-2 0-1 16,2 0 14-16,0 1 51 0,-3-1-13 0,4-2-8 15,-4 1-18-15,3-1-27 0,0-2-42 0,-3-1-7 16,4 2-60-16,-3-1-30 0,2-5-164 0,3 0-481 16,-2 0 16-16,-4-1 91 0,13-2 60 15,-5-4 63-15</inkml:trace>
  <inkml:trace contextRef="#ctx0" brushRef="#br0" timeOffset="52293.76">22770 5003 120 0,'2'-3'64'0,"-2"3"-31"16,4-8-7-16,-4 8-6 0,3-6 3 15,-3 6 3-15,3-4-26 0,-3 4 25 0,4-6-7 16,-4 1 16-16,0 5-1 0,7-5 0 0,-4 0 8 16,0 3 23-16,-3 2 18 0,4-6-10 0,-4 6 7 15,4-6 21-15,-4 6 5 0,3-4-28 16,-3 4 12-16,0 0-7 0,6-2-10 0,-6 2 5 15,1-5-13-15,-1 5-11 0,6-2-2 16,-6 2-7-16,4-5-8 0,-4 5 7 0,10-1-9 16,-10 1 1-16,7-3-14 0,-7 3 12 0,7 0 3 15,-7 0-21-15,0 0 11 0,10 0-26 16,-10 0 28-16,0 0-18 0,11 3-17 0,-8-2 22 16,3 5 13-16,-5 0-12 0,2-2 7 0,3 4 0 15,-5 0 5-15,2 3 74 0,4 1-10 0,-4-1 11 16,-2 4-14-16,2 0 6 0,3 2-3 0,-5 2-12 15,2-1 14-15,0 6-22 0,0 1 2 16,-2 0-5-16,3 1 0 0,2 2-5 0,-5 0-2 16,2 4 2-16,3 1 5 0,-2-1-10 15,-1-3 0-15,4 3-11 0,-3 0 1 0,2 0-6 16,-2-3-4-16,3 2-3 0,-4-1-70 0,4 1 14 16,0 1-1-16,0-1 4 0,-1-2-7 15,1 2 30-15,4 0-1 0,-5-3 2 0,1 3-9 16,4-2 7-16,-4 1-2 0,3-2 7 0,-1 1 5 15,-1-1-12-15,2 0-6 0,0 1 8 0,1 0 8 16,-1 0 13-16,0-3-11 0,1 1-2 0,-2-5-16 16,-2 1 8-16,4-3 0 0,-4 3 3 15,-1-4-13-15,1-3 8 0,0 0 7 0,0-4-5 16,-1 2-3-16,-2-3 9 0,-1 1-6 0,1-3-5 16,-1 0 0-16,3-1-26 0,-4-2-22 15,1-1-57-15,3-1-85 0,-2-2-245 0,2-1-338 16,-6-1 90-16,11-6 50 0,-4 2 52 0</inkml:trace>
  <inkml:trace contextRef="#ctx0" brushRef="#br0" timeOffset="53059.9">24198 4692 560 0,'0'-6'149'15,"0"6"-11"-15,0 0-10 0,0-5-16 16,0 5-22-16,0 0 0 0,0 0 2 0,0 0 10 15,0 0-15-15,0 0-5 0,0 0 15 0,-11 22-7 16,11-12 5-16,-3 5 63 0,2 0-9 16,0 5-14-16,1 2-9 0,-2 4-78 0,-1 5 6 15,3-2-3-15,0 9 3 0,0-2-8 0,3 3 16 16,-1 2-14-16,-1 12 11 0,0 3 5 16,5-2 5-16,-2 0 0 0,0-1-17 0,-1-1 14 0,1-2-7 15,2 0 59-15,-2-9-6 0,6 9-2 16,-6-2-7-16,2-6-11 0,-2-3-13 0,2-3-2 15,-2-1-8-15,3 2-7 0,0-3 9 0,-4-1-14 16,4 1 12-16,2-1-31 0,-1-4 1 16,-1 0-1-16,-1-3 0 0,-2-2 3 0,5 1-2 15,-4-4-6-15,1 1 5 0,-2 0-2 0,2-4-8 16,-2-1-2-16,-1 0-3 0,2-1 5 16,-2-3-2-16,3 2-6 0,-3-1 3 0,1-3-28 15,-1-3 3-15,0 6-70 0,-3-7-71 0,-3 2-280 16,3-4-439-16,-3-1 43 0,-2-3 109 0,5-1 68 15,-19-9 64-15,2-4 55 0</inkml:trace>
  <inkml:trace contextRef="#ctx0" brushRef="#br0" timeOffset="54026.7">20041 3131 918 0,'0'0'287'0,"0"0"-21"0,7-3-28 16,-7 3 3-16,0 0-13 0,0 0-80 0,6-3-17 16,-6 3-3-16,4-5-10 0,-4 5-11 15,3-6-15-15,-3 6-12 0,8-4 4 0,-5 0-17 16,0-1-6-16,0 0-5 0,-2 1-2 0,5 0-8 15,-3-3 0-15,-3 1 0 0,4 1-7 16,0-2-3-16,-1 0-1 0,-3 1-9 0,4-2 2 0,-4 2 0 16,3-1-10-16,-3 3 3 0,3-2-3 15,-3 0-16-15,0 6 1 0,3-5-6 0,-3 5 8 16,0 0-10-16,0 0 8 0,0 0 4 16,0 0-7-16,1 17 5 0,2-7-5 0,-3 1 0 15,3 3 8-15,-3 1-8 0,0 1 0 0,3 1 0 16,2 0 8-16,-2 0-11 0,0 2 6 0,0-2-1 15,-2 1 16-15,5-1-13 0,-3-2-5 16,1 2-2-16,-1-1 10 0,-3-2-1 0,5-1-2 16,-5-1-5-16,3-2 3 0,-3-1-11 0,0-1 13 15,0 0-2-15,0-1 2 0,-3 1-5 16,1-4-3-16,-4 2 9 0,3-3-6 0,-4 4 2 16,-3-2 6-16,2-3-8 0,-1 0-3 0,2 3 3 15,-3-3 8-15,2 0-11 0,-1-1 6 16,5 2 0-16,4-3 2 0,-10 3-5 0,3-2 0 15,7-1-3-15,-7 4 3 0,7-4 3 0,0 0-6 16,0 0 3-16,0 0 0 0,0 0 5 0,0 0-12 16,0 0 12-16,0 0-10 0,24-5 5 0,-11 4 0 15,2-1-24-15,-2-1-16 0,4 2-12 16,0-1-65-16,0 1-27 0,-3 2-81 0,0 1-141 16,2-1-361-16,-2 2 21 0,-7 1 99 0,0 0 80 15</inkml:trace>
  <inkml:trace contextRef="#ctx0" brushRef="#br0" timeOffset="54560.12">19952 4334 975 0,'0'0'312'0,"0"0"-20"0,0 0-31 0,13-9-26 15,-9 2-12-15,0 2-21 0,-1-2-30 0,1-3-11 16,-1 2-2-16,0-2-31 0,0-2-10 16,-3-3-8-16,4-1 0 0,-4 2-39 0,3 2 19 15,-3-4-6-15,0 4-9 0,3-1-14 0,-3 4 3 16,0 0-8-16,0 0 3 0,0 2-10 0,0-1 2 15,0 3-13-15,0 5-9 0,0 0-17 0,0 0 9 16,0 0-1-16,0 0 6 0,0 0 0 16,8 22-9-16,-5-11-1 0,1 2 2 0,-1 4 0 15,0-1-6-15,1 1-1 0,2 0-4 0,-3 3-2 16,5 2 8-16,-5-3 0 0,4 2-5 16,-4-3-1-16,1 1 1 0,-1-1-5 0,-3-3-3 15,4 2 2-15,-4-3 3 0,0 0-2 0,0-2-6 16,0-1 6-16,0 1 7 0,-4-3-2 15,4 1-3-15,-4-2 13 0,1 2-28 0,-3-3 2 16,2 0 8-16,-2-2 0 0,1 1 8 0,2 0-8 16,-3-2 2-16,5 0 3 0,-5 0-12 0,3 0 17 15,3-4-2-15,-4 4 7 0,1 1-13 16,3-5 6-16,0 0 0 0,0 0-8 0,0 0 8 0,0 0 4 16,0 0-1-16,0 0-11 0,26-6-6 15,-15 6-14-15,-1-2-24 0,4 1-32 0,-3 1-55 16,2 0-40-16,1 1-137 0,-1 2-518 0,1 2 63 15,-4-1 59-15,0 3 69 0,1-1 52 16</inkml:trace>
  <inkml:trace contextRef="#ctx0" brushRef="#br0" timeOffset="55109.93">20171 5328 870 0,'0'0'330'0,"0"0"-31"16,0 0-35-16,0 0-23 0,20-11-24 15,-16 4-25-15,2 0-13 0,-2 0-12 0,2-3-24 16,-2 2-12-16,3-2-21 0,-3 2-69 0,2-2-5 15,-2 2-11-15,-1 0 24 0,0 0-21 0,-3 0 8 16,4 1-3-16,-4 5 11 0,4-4-14 0,-4 6-12 16,3-8-2-16,-3 5-6 0,0 3 13 15,0 0-8-15,0 0-2 0,0 0-10 0,0 0-9 16,0 17 14-16,0-10 2 0,-3 3 3 16,6 2-8-16,-3 1 3 0,0 4-11 0,0 1 1 15,0 3-1-15,3-2 6 0,-2 2-1 0,2-1 9 16,-3-1-6-16,3 4 5 0,0 0-5 15,1-5 10-15,-1 2-12 0,-3-2-3 0,3 3 0 16,-3-5 10-16,3 0-10 0,-1-4 3 0,-2 2 7 16,0-3-7-16,0-1-3 0,0-1 7 0,0-2-4 15,0 0 7-15,0-1-2 0,-5-1 5 16,5-1 2-16,0-4-5 0,-6 8 0 0,6-8 3 16,-4 4 13-16,4-4-3 0,-3 4-13 0,3-4 8 15,0 0 5-15,-6 4-2 0,6-4 78 0,0 0-22 16,0 0-5-16,0 0-16 0,0 0 8 15,0 0-10-15,0 0-3 0,0 0-7 0,0 0-9 16,24-8-35-16,-18 6-23 0,1 1-30 0,0 0-60 16,2 2-69-16,-1 0-204 0,-1 1-477 15,2 2 126-15,-2 0 41 0,1 0 81 0,-5-1 60 16</inkml:trace>
  <inkml:trace contextRef="#ctx0" brushRef="#br0" timeOffset="55709.73">20315 6228 1013 0,'0'0'297'16,"0"0"-26"-16,0 0-20 0,0 0-33 0,0 0-29 15,0 0-12-15,0 0-21 0,0 0-13 0,19-11-15 16,-15 5-10-16,3 2-18 0,-3-3-5 0,2 0-3 16,1 0-18-16,-4-1 5 0,5-2-12 15,-5 2-6-15,1-1-9 0,2 1-6 0,-3 1 0 16,1 5-16-16,-1-6-1 0,-3 5 11 0,3-3-9 16,2 2 0-16,-5 4 5 0,3-6-18 15,-3 2-8-15,0 4 16 0,0 0-16 0,6-3 5 16,-6 3 8-16,0 0-13 0,0 0-2 0,4 13 5 15,-4-5-3-15,3 3-2 0,0-1-3 16,-2 1 0-16,2 2-8 0,0-1 16 0,0 3-10 16,2 2 4-16,-2-1 9 0,0 0 2 0,1 1-5 15,-1-1-21-15,0 1 23 0,0 0-12 16,-2-3-3-16,2-1-3 0,0 1-7 0,-3-3 2 16,0 1 19-16,4-1-14 0,-4-3 8 0,1 1-7 15,-2-1 2-15,-3 0-8 0,4 0 10 0,-3-5 1 16,0 4-8-16,-1 0 89 0,1-3-27 0,0 3-4 15,-1-3 9-15,1 0-1 0,0 1-2 16,3-5-13-16,-8 5 0 0,5-1 29 0,3-4-27 16,-3 7-2-16,3-7-15 0,-4 4-3 0,4-4-77 15,-3 5 9-15,3-5-1 0,0 0 28 16,-3 3-13-16,3-3 8 0,0 0 8 0,0 0 10 16,0 7-18-16,0-7 8 0,0 0 0 0,13 2 17 15,-13-2-12-15,14-2 8 0,-4 2-11 0,3-1 6 16,1 1-4-16,-1-2-1 0,5-2-9 15,-5 2-37-15,5-2-47 0,0 1-54 0,-5-3-143 16,7 5-568-16,-3-6 95 0,0 2 40 0,-3-4 67 16,0-4 92-16</inkml:trace>
  <inkml:trace contextRef="#ctx0" brushRef="#br0" timeOffset="56809.86">24642 2663 611 0,'0'-5'231'0,"0"-2"50"0,0 2-38 16,-3 0-28-16,3 5-25 0,0-6-11 0,0 6-20 15,0 0-16-15,0 0-7 0,0 0-31 16,0 0 0-16,3 18-16 0,-3-11-2 0,0 0 0 16,3 1-18-16,0 0-5 0,-2 1-2 15,2 0-3-15,1 0-18 0,0 0 2 0,-1-1 11 16,3 0-13-16,-2 1 0 0,2-2-5 0,2 0-6 16,-1-2-7-16,2 1 16 0,-2-2-1 0,1 0-12 15,1 0 7-15,-2-2-5 0,0 0-2 16,1-1 4-16,1-1-1 0,-9 0 1 0,14-3-12 15,-7 1 0-15,0-2-10 0,0 0 12 0,-4-2-20 16,5-1 23-16,-2-1-5 0,-3 0-2 0,1-1-6 16,2-1 0-16,-3-1-2 15,-2 3 7-15,2 0 1 0,0 2-6 0,0 0-13 0,0-1-12 16,-1 3 2-16,1 0 13 0,-3 4-15 16,0 0 2-16,0 0 8 0,0 0-3 0,10 8-15 15,-4-1 18-15,-5 1 5 0,5 1-8 0,-1 1 6 16,-2 0 2-16,-3 3 2 0,3-3 19 0,0 5-8 15,-1-3-85-15,-2 3 39 0,-2-2-1 16,-1 2 16-16,-3-2 11 0,-2 2 14 0,-2-1 9 16,-3 3-9-16,-2-4 1 0,-1 2-3 0,-1-2 0 15,-1-1 0-15,-2 1 11 0,2-3 7 16,-1 0-3-16,1-1-4 0,1-3 4 0,5 1-2 16,-3-2 0-16,1 1-3 0,1-4-7 0,2 3 13 15,1-2 4-15,3 1-12 0,-4-2-16 0,5 1-27 16,-1-3-50-16,1 0-73 0,6 0-70 15,-7-5-125-15,3 1-256 0,4 4-95 0,10-9 44 16,-6 2 63-16</inkml:trace>
  <inkml:trace contextRef="#ctx0" brushRef="#br0" timeOffset="57009.75">25090 2646 770 0,'3'10'299'0,"-2"0"-22"16,2 0-26-16,-3 2-108 0,3 1 6 16,2 3-19-16,-3 0-2 0,-2 3-10 0,3-1-21 15,0 0-12-15,1 2-4 0,-3 0-4 0,-1 2-8 16,3-1-51-16,-3 4-74 0,-3 0-169 16,2 4-495-16,-3-3 91 0,-2-1 45 0</inkml:trace>
  <inkml:trace contextRef="#ctx0" brushRef="#br0" timeOffset="57477.03">24731 3417 926 0,'0'4'264'16,"0"-4"-26"-16,0 10-31 0,3-5-15 0,0 1-5 15,-2 2-28-15,5-4-16 0,-1 3-18 0,4-1-7 16,-5 2-3-16,6-5-10 0,1 4-15 0,-1-3-3 16,1 0-28-16,1 3 12 0,-1-6-14 15,2 0 4-15,-2 0-7 0,-1-1-13 0,1-1 5 16,2 0-8-16,-3 0 1 0,1-4-11 0,-1-1 10 15,1 1-17-15,-5-3-1 0,4-1-4 0,-3-2-1 16,-1 1 6-16,2 0-9 0,-2 1-1 0,-2-1 6 16,2 2-1-16,-3 1 4 0,-2 1-15 15,5 2 6-15,-2 1-16 0,-4 3 2 0,0 0 3 16,0 0-3-16,0 0 9 0,10 14-6 16,-9-4-3-16,-1-2 6 0,3 6-1 0,-3-3 11 15,0 4-11-15,0 0-2 0,0 2 0 0,0 0 8 16,0 1-3-16,-3-1 5 0,2 1 1 0,-2-3 7 15,-3 3-23-15,1-1 5 0,-1-1 10 16,-1 0-8-16,2-1-4 0,-3 0-32 0,-3-2-42 16,4-1-45-16,0 1-104 0,-3-5-228 0,3 2-297 15,1-3 62-15,2-3 96 0,1-3 42 0</inkml:trace>
  <inkml:trace contextRef="#ctx0" brushRef="#br0" timeOffset="57776.35">25131 3534 701 0,'0'0'225'15,"17"1"-15"-15,-13 2-41 0,2 1 15 0,1 0-17 16,-1 3-27-16,-2 3-9 0,0-2-16 0,-1 5 11 16,-2-4-11-16,-1 7-10 0,-1-5-5 0,-2 3-8 15,-1 2-13-15,0-3-2 0,-2 2 0 16,2 0-3-16,-2-2 0 0,3 1-10 0,-1-3 0 15,-3 0-15-15,4-1-6 0,2-1 3 0,-2 0-12 16,3-3 24-16,0 2-12 0,0-4-10 0,3 3 8 16,1-2-19-16,-1-2 9 0,5-2-6 15,2 4-3-15,3-4 6 0,1 0-13 0,-1 1-3 16,1-2 1-16,0 3-44 0,0-3-31 0,-4 0-28 16,3 1-85-16,1 0-71 0,-4 2-77 15,-3 1-23-15,1-1-351 0,-2 3 49 0,-3-2 85 16</inkml:trace>
  <inkml:trace contextRef="#ctx0" brushRef="#br0" timeOffset="58309.91">24883 4420 1028 0,'0'0'313'0,"-2"6"-21"15,-1-1-39-15,3 0-25 0,0 1-16 0,0 2-22 16,0 1-19-16,0-1-10 0,0 0-15 0,5 2-18 16,-4-2-15-16,0 2-11 0,2-2-10 15,2 2 1-15,-3-2-9 0,5-1-15 0,0 0-5 16,0 0-10-16,4-3 5 0,-2 1-5 15,1-3-8-15,0-2 0 0,1 0 0 0,-1 0-13 16,0-2 11-16,1-4-80 0,-1 3-3 0,0-5-4 16,0-5-3-16,-3 2 20 0,0 2-5 15,0-5-4-15,0 3 12 0,0-3 0 0,-1 4 7 16,-2 1 9-16,-1 0 12 0,0 2-18 0,0 0 3 16,-2 4-1-16,3-2 4 0,-4 5-11 0,0 0 10 15,0 0-7-15,0 0 7 0,0 0 0 16,10 16 3-16,-10-6 5 0,0 3 5 0,3 3 3 15,-3 2 0-15,5 2 2 0,-4 8 5 0,-1-3-4 16,1 0-4-16,-1 0 3 0,-1 0 1 0,0 0 7 16,-1-3-13-16,-1 1 13 0,0 1-6 15,-1 0-4-15,-2-8 74 0,-2 4-3 0,1-2 1 16,-2-2-9-16,-5 1-1 0,4-4-9 0,-1-2 0 16,-3-2-9-16,1-2-9 0,-4 0 8 15,3 0-23-15,-3-6-17 0,4 1-27 0,-2-4-17 16,-1 1-67-16,2-3-76 0,-3 0-229 0,3 0-450 15,1 0 98-15,6-4 48 0,-1 0 79 16,2 1 57-16</inkml:trace>
  <inkml:trace contextRef="#ctx0" brushRef="#br0" timeOffset="58693.83">25257 4611 737 0,'7'-2'320'0,"1"-1"-41"16,-2 0-21-16,-6 3-30 0,13 0-23 0,-13 0-18 16,11 6-11-16,-4-4-20 0,-1 4-15 0,-2-1-13 15,-1 2-13-15,-3 2 1 0,0 0-19 0,0 3-13 16,-3-3-4-16,0 2-14 0,-1 1 3 16,1-2-5-16,-4 0-5 0,3 1-10 0,-3-2-8 15,4 1-3-15,0-1-2 0,1 0-8 0,-3-2 3 16,5-1-3-16,-3 1 3 0,3 0-8 0,3 0 2 15,0 1-27-15,1 1 15 0,-1-2-3 16,4 4 8-16,0-4-3 0,0 3 11 0,0-1-11 16,4 4 11-16,-2-2-6 0,-2 2-20 0,3-4 87 15,-3 2-31-15,3 3 24 0,-6-5-6 16,-1 2 0-16,3-2-10 0,-5 4 3 0,-1-2-3 16,0 2-5-16,-4-1-18 0,-2 1 0 0,-8-1 0 15,0 3-26-15,-10 1-20 0,-3-3-82 16,-1 0-118-16,-3 2-617 0,-3-4-25 0,-3 0 87 15,0-1 69-15,-1-6 64 0,-3 2 58 0</inkml:trace>
  <inkml:trace contextRef="#ctx0" brushRef="#br0" timeOffset="59409.43">24936 5653 939 0,'0'0'261'0,"0"0"-10"0,0 0-34 16,-3 19-14-16,3-12-19 0,3 0-28 16,0 3-5-16,-2-2-18 0,5 4-20 0,-2-3 2 0,-1 0-13 15,4-1-9-15,0 1-12 0,0-1 53 16,-1-1-17-16,1-3-4 0,1 2-11 0,-2-4-15 16,1 2-10-16,2-2-8 0,-1-2-12 0,-8 0 1 15,14-6-6-15,-8 3-11 0,1-4-3 16,2 0-12-16,-4-1 2 0,1-3 2 0,-2 3-1 15,2-5-6-15,-1 3-8 0,-2 2-10 0,1-2 16 16,-1 3-1-16,0 3-17 0,0-3-3 16,0 2-5-16,-2 2 5 0,2 2-3 0,-3 1 6 15,0 0 4-15,0 0 1 0,8 12 12 0,-8-4-15 16,3 1 8-16,0 5 5 0,-3-2-5 0,4 3 2 16,-4 3-12-16,0 1 10 0,0 0-1 15,0-1 6-15,0 1-7 0,0 3 1 0,0-2 1 16,-4 1 5-16,1-2-8 0,-1 4 8 0,-3-4-5 15,0 3 15-15,-2-6 6 0,2-3-4 16,-1 3 16-16,-2-2 16 0,2-4-21 0,-5 3-5 16,0-4 10-16,-1-2-5 0,1-2-8 0,-1 2-2 15,0-1-6-15,1-5 11 0,-1 3 0 0,1 0-3 16,2-4-2-16,-2 1-29 0,6-1-43 0,-4-1-38 16,4-3-54-16,0 0-51 0,1-2-93 0,3 4-296 15,0-6-239-15,6 0 80 0,0 1 16 16,3-1 101-16,-2-1 39 0</inkml:trace>
  <inkml:trace contextRef="#ctx0" brushRef="#br0" timeOffset="59795.76">25271 5795 719 0,'0'0'266'0,"0"0"-20"0,7 8 43 0,-4-1-15 16,-1 0-26-16,-1 1-28 0,0 1-20 0,-1-1-21 15,3 1-5-15,0 1-10 0,0 0-3 0,1-2-35 16,0 4-19-16,0-3 3 0,-1 0-2 16,4-2-21-16,-1 0-5 0,1-2-18 0,3 1 0 15,-3-2-18-15,0 0 5 0,4-1-8 0,-2-2-2 16,1-2-2-16,2-2-6 0,-2-1-2 16,2-5-13-16,0 0 7 0,-2-2-17 0,3-6 7 15,-2 0 6-15,-1 1-1 0,-4-1 6 0,5 3 5 16,-7 2 25-16,2-1-10 0,0 5-5 15,-2-1-10-15,-1 1 10 0,2 3-29 0,-2-1 11 16,0 5-2-16,-3 1-6 0,0 0-2 0,0 0 2 16,0 13 11-16,-3 0-11 0,3-2 19 15,-3 4-32-15,3 2 16 0,-5 1-8 0,5 0 8 0,-3 3-2 16,0-3-6-16,2 0 10 0,-2 0-2 0,0-1 3 16,0-2-14-16,0-1-27 0,2-3-62 15,-5-3-23-15,2 2-92 0,-3-5-676 0,0-2 16 16,-1 0 122-16,-8-7 39 0,0-3 87 15,-5-4 66-15</inkml:trace>
  <inkml:trace contextRef="#ctx0" brushRef="#br0" timeOffset="61359.31">20991 2908 619 0,'0'0'233'0,"4"-5"-26"15,-4 5-5-15,7-3-7 0,-1-1-24 0,-6 4-4 16,7-4-3-16,0 1-3 0,0 2-20 16,-7 1 2-16,13-5-89 0,-6 3-3 0,0-1 3 15,0 2 0-15,3 0-24 0,-3 0 19 0,3 1-16 16,-10 0 3-16,20 1-3 0,-9 0-7 15,2 3-1-15,-2 0 6 0,-1 0-8 0,0 2 0 16,1 1 3-16,-4 1 5 0,2-1-1 0,-2 3 4 16,-3-1-4-16,3 1-7 0,-7 0 3 15,3 0-8-15,-6 1 5 0,3 0-10 0,-3 1 10 16,-2-2 0-16,-1 0-10 0,-1-2 4 0,4 2 6 16,-4-2-7-16,4-1-1 0,-4 0 1 0,6-1 1 15,-2-1-9-15,0-1 2 0,0-1-5 16,3-3-10-16,0 0-20 0,0 0 7 0,0 0-15 15,0 0 2-15,13-12 8 0,-6 4-8 0,0-4-28 16,3-1 16-16,1-3-3 0,-1-1 10 0,0 0 26 16,1-2-8-16,2 5 10 0,-3-3 13 15,-2 1 10-15,1 2 24 0,-2 3-11 0,0 2 0 16,0 1 13-16,-3-3 8 0,-1 5-3 0,3-2 0 16,-5 3-18-16,2-1 3 0,0 2-6 15,-3 4 6-15,0 0-10 0,0 0-4 0,0 0 1 16,0 0 8-16,-13 15 5 0,10-7-3 0,-1 3-23 15,-3-2 23-15,0 4-2 0,4 0-11 16,-1 3 8-16,1-3-2 0,0 0 2 0,3 1-5 16,-3 1-3-16,6-2-5 0,-3-1 3 0,3 1-5 15,0-1 4-15,1-1-1 0,2-1-6 0,5-2 15 16,-1 1 1-16,0-1-21 0,7-2 15 0,-3 0-15 16,3-3-2-16,-3-1 2 0,3-2-6 15,0-2-6-15,3-1-11 0,-2-1 2 0,-5 0 8 16,5-5-12-16,-2-1-11 0,-2 0 18 15,-3-5 5-15,2 4-5 0,-2-3 0 0,-5 3 80 16,4-1 12-16,-3-1-13 0,0 4 9 0,-3-1-6 16,2 3-6-16,-3-1 1 0,1 3-13 0,-1-1-12 15,0 1 1-15,-2 1 1 0,-1 4-2 0,0 0-6 16,0 0 5-16,0 0-10 0,0 0-2 0,0 0 4 16,-10 19-2-16,6-10-7 0,1-1-1 15,0 3-7-15,-1 1 7 0,1-2-7 0,3 1 2 16,-4 3 5-16,1 1-7 0,-1-2-6 0,4 1 11 15,0-2-3-15,-3 2-27 0,3-1-4 16,3-1-58-16,-3-1-19 0,3 1-27 0,-2 0-39 16,2-4-99-16,4-1-331 0,-3 0-190 0,5-3 93 15,-5-1 36-15,3-1 71 0</inkml:trace>
  <inkml:trace contextRef="#ctx0" brushRef="#br0" timeOffset="61576.05">21771 2892 844 0,'0'0'241'15,"0"0"-26"-15,0 0-18 0,0 0 13 0,3 16-28 16,-3-8-16-16,3 1-20 0,-3 1-5 0,3 1-8 16,-2 1-8-16,2 1-12 0,0 4-13 15,1-3-8-15,-3 1 0 0,2 1-8 0,0 1-12 16,0-3 7-16,1 3-15 0,-1-2-35 0,0 0-32 15,1 0-79-15,-1-2-87 0,4 1-504 0,-3-1-18 16,3-3 48-16,2-2 65 0</inkml:trace>
  <inkml:trace contextRef="#ctx0" brushRef="#br0" timeOffset="62326.64">22847 2763 842 0,'0'0'291'0,"1"-10"-29"0,2 5-24 0,-3 2-29 15,3-3-24-15,3 3-14 0,-2 0-15 0,4-1-20 16,1 3-18-16,1 0-8 0,-10 1-18 0,21 2 0 16,-8 2-7-16,-1-2-16 0,0 2-3 15,-1 2-2-15,-1 0-2 0,-3 1-19 0,3 1-9 16,-3 1 6-16,-3-1-1 0,-1 1 2 0,0 1-5 15,-3-1-13-15,-3 1-5 0,0 0 7 16,0 0-4-16,-1 0 2 0,-3-1 7 0,0-2-14 16,4 1 4-16,-4 0-2 0,4-3-5 0,-1 1-10 15,0 0 7-15,1-4-13 0,0 4 8 16,3-6-33-16,-4 5-15 0,4-5 7 0,0 0 5 16,0 0 0-16,0 0-10 0,0 0 18 0,0 0 6 15,10-22-19-15,-5 14 0 0,-2 0 10 16,3-4 3-16,-2 1 0 0,-1 0 13 0,0-1 2 15,1 2 11-15,-1-1 15 0,1-1 7 0,-1 4-17 16,-2-1 23-16,-1 3-13 0,3 0-3 0,0 0-10 16,-3 3 0-16,0 3-5 0,0 0 28 0,0 0-7 15,0 0-24-15,0 0 6 0,0 0-8 16,0 0 10-16,-6 18 3 0,6-11-3 0,0 1 0 16,-4 2 10-16,4 0-12 0,0 0 10 0,0 2 10 15,0 0-11-15,0-1-1 0,3 0-14 16,-2 1-2-16,2 0-28 0,3 0-34 0,-2-2-51 15,2 2-43-15,2-1-113 0,-1-2-430 0,2-2 26 16,-2 1 46-16,1-4 71 0</inkml:trace>
  <inkml:trace contextRef="#ctx0" brushRef="#br0" timeOffset="62642.5">23241 2813 744 0,'6'-5'302'0,"-2"1"-12"0,-1 2-32 15,-3 2-33-15,10-4-10 0,-2 4-99 16,-8 0-14-16,13 4 6 0,-7 0-19 0,-2 0 19 16,6 2-19-16,-6 1-7 0,3 1-3 0,-4 2-15 15,3 0 16-15,-5 0-1 0,3 0-20 0,-4 4 13 16,0-3-13-16,-4 1-13 0,4 1 13 16,-4-1-13-16,1 1 2 0,-1-1-20 0,-2 0 8 15,3-3-2-15,-1 1 6 0,1 1-9 0,-4-5-13 16,6 2 8-16,-2-1-6 0,0-1 1 0,0 0-6 15,3-1 13-15,-1-1-2 0,1-4 2 16,-3 8-15-16,3-5 5 0,0-3 7 0,3 5-9 16,-3-5-4-16,7 5 11 0,-7-5-7 0,14 0 2 15,-14 0-11-15,14 0-1 0,-4-2-32 16,4 1-30-16,-1-1-29 0,1-2-68 0,3 1-134 16,0-2-504-16,0 1 82 0,4-5 51 0,0 1 62 15,-5-4 48-15</inkml:trace>
  <inkml:trace contextRef="#ctx0" brushRef="#br0" timeOffset="62842.8">23623 2766 936 0,'0'0'290'16,"-10"15"-9"-16,10-7-89 0,0 3-18 15,-3 2-5-15,3 0-23 0,0 2-13 0,0 2-10 16,3 2 0-16,-3 0-21 0,3 2-7 0,-2 4-18 15,2 0-23-15,0 2-62 0,1 0-54 0,-1 6-224 16,0 1-446-16,0-2 92 0,-1-2 36 0,-2-5 69 16</inkml:trace>
  <inkml:trace contextRef="#ctx0" brushRef="#br0" timeOffset="63845.87">21268 3992 893 0,'1'-4'361'16,"2"0"-49"-16,0-2-15 0,3 3-46 0,-2-1-16 15,3 0-35-15,3 3-21 0,0-2-12 0,0 1-14 16,1 2-25-16,3 2-18 0,0-2-5 0,-4 4-13 16,3 0-5-16,1 1-2 0,-4 3-21 15,4 0 2-15,-4 1-9 0,-3 3 7 0,-1-4-11 16,-2 6-4-16,0-3-8 0,-4 2 2 0,-4-1-7 15,0 5 3-15,1-4-14 0,-4 2 14 0,-2-3-9 16,1 1-7-16,1-3-15 0,-2 0 7 16,5-3 8-16,-2 3-5 0,1-3-12 15,-1 0-1-15,2-3-10 0,4 1-1 0,-3-2 1 16,3-3-25-16,0 0-17 0,0 0-1 0,0 0 9 16,0 0 1-16,17-8-8 0,-10 3-10 0,3-5 10 15,-3-1-3-15,4-3-5 0,2 0-5 0,-3-3 21 16,1 1 0-16,-1-2 17 0,-1 2 8 15,-1 1 26-15,-1 1 8 0,2 2 12 0,-5-1 8 16,-1 5 5-16,2-2 5 0,-2 0-5 0,0 5-10 16,1-2-5-16,-4 1 2 0,0 2 0 0,0 4 6 15,0 0-1-15,0 0-12 0,0 0 9 16,0 0 1-16,-11 17-8 0,4-9-2 0,4 5-5 16,-1-1-14-16,-2 2-58 0,2 1 5 0,1 1 8 15,0-1 2-15,-1 0 13 0,4 5-16 16,0-8 19-16,0 3 2 0,4 2-3 0,-1-1 9 15,0 0 68-15,4-2-25 0,0-2-19 0,3 1-9 16,1 1-67-16,2-5-15 0,1-2-77 16,3 2-157-16,0-4-467 0,4-2 14 0,-5-3 93 15,-1 0 71-15,4-3 62 0</inkml:trace>
  <inkml:trace contextRef="#ctx0" brushRef="#br0" timeOffset="64042.86">21832 4018 829 0,'0'0'279'16,"0"0"-23"-16,0 0-10 0,0 0-34 0,0 0-17 16,-10 18-1-16,10-8-20 0,-4 3-13 0,1-2-4 15,3 3-29-15,0-2-70 0,-1 5-6 0,-2-1-9 16,3 0-2-16,0 1-5 0,-3 0-11 0,3 0-4 16,-3 3-18-16,3-5-19 0,0 0-48 15,0-1-38-15,0 1-85 0,0-4-179 0,0 3-343 16,0-5 87-16,3-2 20 0</inkml:trace>
  <inkml:trace contextRef="#ctx0" brushRef="#br0" timeOffset="64358.41">21918 4018 1008 0,'6'-2'302'0,"-2"-1"-28"16,-4 3-13-16,13-3-36 0,-5 4-17 15,2 4-29-15,0-3-10 0,4 5-16 0,-4 2-20 16,4-1 3-16,-4 4-21 0,0 2-7 0,0 2-14 16,-3-4 1-16,-3 8 2 0,-1-5-17 15,0 4-14-15,0-2-71 0,-6 0-8 0,0 0 13 16,0-1-5-16,-1 1 0 0,-2-1 10 0,5-3 0 16,-6-1 1-16,4-1-1 0,-1-1 7 15,1-2 4-15,3 1 2 0,-3-2-11 0,3-1-4 16,0-1 2-16,0 0 10 0,3 0 3 0,0-3-5 15,-3-2-5-15,15 3 10 0,-5-3-18 0,3 0-21 16,1-3-17-16,3 2-8 0,6 0-59 0,-2-4-21 16,-1 3-114-16,5-4-400 15,-1-1-79-15,0 3 48 0,0-4 64 0,2-1 62 0</inkml:trace>
  <inkml:trace contextRef="#ctx0" brushRef="#br0" timeOffset="64925.07">23158 3777 1087 0,'7'-2'310'0,"-7"2"-18"16,14 0-39-16,-7 2-12 0,0 0-44 16,-1 4-8-16,5-2-32 0,-4 3-1 0,3 1-21 15,-1 1-12-15,-1-1-10 0,-4 5-1 0,2-5-14 16,-3 3-11-16,1 2-13 0,-4-1-5 16,0-2 5-16,0 2-5 0,-1-1-5 0,-2-1-7 15,-3 3 4-15,3-5-20 0,-1 0 5 16,1 1-25-16,-5-2 4 0,5-2 6 0,0 2-18 15,3-1-3-15,-4-2-28 0,4 0-38 0,0-4-26 16,0 0-5-16,0 0 0 0,0 0 15 0,0 0-7 16,0 0-8-16,4-22-10 0,-1 12 7 0,3 0 13 15,-1-6-2-15,1 0 20 0,-2 1 15 16,-1 0 21-16,3-2 26 0,-2 2 23 0,0 2 27 16,-1 4 14-16,-2-4 12 0,2 3 16 15,0 2-16-15,-3 0-7 0,3 1-11 0,-3 3-2 16,1-3-8-16,-1 7-7 0,0 0-3 0,0 0-3 15,0 0-4-15,0 0 9 0,0 0-2 16,-21 16-5-16,17-6-5 0,1-2 15 0,0 2-13 0,0 3 5 16,2-1-2-16,-2 1-13 0,0-1 8 15,3 2 0-15,0 1-6 0,0-2 1 0,0 0-6 16,3-1 14-16,0 3-19 0,1-1-20 0,2-3-5 16,-2 3-29-16,6-3-9 0,-3 2-88 15,0-4-84-15,0 0-277 0,3-5-309 0,-3 1 64 16,3-2 50-16,-3 1 91 0,0-4 30 0</inkml:trace>
  <inkml:trace contextRef="#ctx0" brushRef="#br0" timeOffset="65197.1">23500 3863 747 0,'0'0'284'0,"13"8"-20"0,-11-4-34 15,4 5-12-15,-3-1-21 0,1 1-23 0,-1 1-8 16,-3 4-15-16,3-3-15 0,-3 3-3 0,0 2-20 16,-3-1-6-16,0 0-12 0,-1 0-13 15,1 2-59-15,0-3-13 0,-2-2 3 0,-1 1 7 16,3-2-4-16,-1-1 7 0,1-2 0 0,0 2-5 16,2-3-3-16,-2-2 8 0,0 2-3 0,3-3 1 15,0 2 5-15,0-6-3 0,6 7-5 0,-2-7 10 16,-4 0-21-16,16 1-27 0,-5-1-31 15,-1-1-36-15,4-3-57 0,-3 1-171 0,6-1-432 16,-1-2 84-16,-1-2 33 0,-2 1 57 0</inkml:trace>
  <inkml:trace contextRef="#ctx0" brushRef="#br0" timeOffset="65525.11">23771 3846 1031 0,'3'-4'289'15,"-3"4"-33"-15,0 0-15 0,0 0-29 0,0 0-9 16,0 0-27-16,0 0-9 0,16 11-19 16,-11-4-20-16,1 1-15 0,-2 2 4 0,-1 0-9 15,0 2-8-15,0 1-3 0,-2 0-7 16,-1 3-21-16,0 1 7 0,-1-1 4 0,-2 1-11 16,-3-3-3-16,5 1 6 0,-5 2-21 0,-2-2-46 15,2 0-17-15,4 1 9 0,-6-5-2 0,5 0 10 16,-1-1-5-16,1-1 13 0,0 0-16 15,3-2 14-15,-2-2 12 0,-1 2 53 0,3-1 6 16,0-6 18-16,5 8-21 0,1-5-7 0,1-2-16 16,3-1 6-16,4 4-3 0,-1-4-13 0,4 0 2 15,-3 0-4-15,4 0-6 0,-2 0-25 16,1 0-26-16,-6 0-35 0,3 0-55 0,-5 0-135 16,-5 0-204-16,-4 0-426 0,7 0 100 0,-7 0 49 15,0 0 81-15,0 0 75 0</inkml:trace>
  <inkml:trace contextRef="#ctx0" brushRef="#br0" timeOffset="66541.6">21572 4911 696 0,'4'-7'284'0,"-1"3"-28"15,1-3-31-15,2 2-12 0,1 1-21 0,0-1-24 16,4 4-40-16,-5-2 0 0,4 3-10 15,-10 0-8-15,21 1-7 0,-11 1-19 0,1 4-22 16,-1 1 12-16,0 2-13 0,0 0-7 0,-3 2-3 16,-4 3-2-16,1-2-6 0,-1 3 3 0,-3 2-10 15,0 0 3-15,-3-1-4 0,2 1-4 0,-5 0 0 16,0-1-6-16,-2-1-4 0,1 0-8 16,1-3 0-16,2 1 2 0,-2-4-7 0,5 0-8 15,-2-1 0-15,-1 0-16 0,1-5-27 0,3 3-3 16,0-6-21-16,3 7-2 0,-3-7 0 15,0 0 20-15,0 0-2 0,0 0 0 0,18-12-8 16,-12 5-5-16,1 1 13 0,0-6 7 0,0 0-2 16,0-2 31-16,-1-1-21 0,-2 2-2 15,6-3 17-15,-6-2 8 0,2-1 1 0,-2 4 32 16,2-1 13-16,-1 0 21 0,-2 2-13 0,0 3 26 16,1-3-1-16,-4 6 1 0,3-3-11 0,0 5 5 15,-3-2-20-15,0 5 0 0,0 3 0 16,0-7 5-16,0 7-7 0,0 0-1 0,0 0-5 15,0 0 1-15,-10 20-11 0,7-11-3 0,0 1 3 16,-2 0 8-16,2 1-5 0,0 2-11 0,0-1-5 16,2 2 18-16,-2 1 3 0,3-2-18 15,0 1 5-15,0-2-8 0,0 1 0 0,0-1 8 16,4 1-8-16,-1-4-12 0,0 2-11 0,4 1 0 16,0-3-20-16,0-2-44 0,3-1-18 15,1 1-35-15,-1-2-80 0,3-2-82 0,1 1-373 16,-1-4 12-16,2 0 44 0,-5-4 30 0</inkml:trace>
  <inkml:trace contextRef="#ctx0" brushRef="#br0" timeOffset="66724.44">21986 4984 609 0,'0'-6'253'0,"0"6"-5"0,0 0-25 0,0 0-10 16,0 0-9-16,0 0-12 0,0 22-23 15,0-13-2-15,-3 0-19 0,3 2-10 0,0 3-10 16,0 0-7-16,0 0-14 0,0 1-12 15,3 2-8-15,-3 1-10 0,0-1-11 0,0 2-27 16,0 0-42-16,0-2-56 0,0 1-112 0,0-1-546 16,3 0 0-16,1-3 105 0,-1-5 52 0</inkml:trace>
  <inkml:trace contextRef="#ctx0" brushRef="#br0" timeOffset="67141.47">22201 4904 767 0,'4'-4'328'0,"2"-1"-31"0,-2 2-23 0,3 2-31 16,0-2-31-16,-7 3-17 0,13 3-16 0,-6-2-25 16,4 3 2-16,-2 3-28 0,-2-1 0 0,1 2-15 15,-2 1-16-15,-2 0-79 0,2 2 2 16,-6 2-2-16,3-2 0 0,-6 3-3 0,3-2 1 15,-6 3 4-15,5 0-2 0,-5 0-5 0,-1-3 5 16,3-2-10-16,-2 2-6 0,2-3 3 16,1-1 5-16,0 1-4 0,2-1-9 0,-2-4 11 15,0 1-8-15,3 2 5 0,0-7-3 0,3 9-2 16,0-5 0-16,1 0 0 0,2 0 3 16,-2 0-11-16,2-1 11 0,-1 3 2 0,5-4-5 0,-4 4 2 15,1-1 9-15,1 1-11 0,1 1 0 16,-2 0 2-16,0-2 1 0,0 2-1 0,-3 0 9 15,-1 2 7-15,3-1-6 0,-5-1 6 16,-1 0 0-16,3 1-5 0,-6 1-10 0,2-1 22 16,-5 0-4-16,3 1-3 0,-5-2-3 0,1 2 3 15,-2-2-5-15,-1-3-3 0,-1 2-10 16,0 2-39-16,-2-4-25 0,2 1-117 0,-2-3-388 16,2 3-175-16,1-4 60 0,1-2 62 0,-2-4 54 15</inkml:trace>
  <inkml:trace contextRef="#ctx0" brushRef="#br0" timeOffset="67576.41">23398 4834 834 0,'10'2'228'0,"0"4"-34"0,1-2-7 15,-1 3-23-15,0-1-10 0,1 2-21 16,-2 3-13-16,-2-3-18 0,-1 2 8 0,-1 3-15 16,-5-4-8-16,3 1-20 0,-3 3 7 0,-3-1-2 0,-2 1-11 15,-1-1-5-15,-1 2-15 0,-2-3-28 16,2-1-36-16,-4 2-36 0,4-3-20 0,1-1-29 15,-1 0-112-15,0-1-79 0,3-4-351 0,1 3 66 16,3-5 13-16</inkml:trace>
  <inkml:trace contextRef="#ctx0" brushRef="#br0" timeOffset="67825.49">23504 4779 703 0,'0'0'285'0,"0"0"9"16,0 0-28-16,0 0-18 0,-17 16-97 0,12-8-12 0,-1 2 4 16,-1 3-5-16,-2 2 11 0,5-3-34 0,-3 3 69 15,0 1-10-15,3 0-15 0,-2 1-16 16,3 0-22-16,0-1-4 0,3 1-14 0,0-2 7 16,3 0-18-16,0-1 0 0,0 3-20 0,1-3-11 15,5 1-5-15,-1-2-22 0,2-1-6 16,3-2-36-16,-2 1-28 0,3-3-38 0,0-1-51 15,-1 0-113-15,0-3-540 0,1 1 7 0,-4-5 100 16,1 0 32-16,-1-6 68 0</inkml:trace>
  <inkml:trace contextRef="#ctx0" brushRef="#br0" timeOffset="68141.84">23644 4943 852 0,'4'-7'287'15,"-1"5"-34"-15,-3 2-18 0,10-2-27 16,-10 2-11-16,11 0-13 0,-11 0-20 0,13 4-10 16,-6 2-9-16,3-1-14 0,-3 1-18 0,0 2-78 15,-1 1 6-15,2 0-10 0,-5 4 15 0,3-2-7 16,-5 3 9-16,2-3 1 0,-3 3-8 0,-3 1 10 16,2-2-15-16,-2 2 0 0,-3 0 12 15,1-2-17-15,-1 2-3 0,2-1 6 0,-2-3-1 16,2-3 3-16,-3 3-6 0,4-1-9 0,0-1-6 15,2-4 8-15,-2 2 5 0,3-1-10 16,0-2 0-16,-3 1-13 0,3-5 34 0,3 8-29 16,-3-8 10-16,10 3 3 0,-2 0-12 0,1-3-16 15,-9 0-24-15,23-4-24 0,-11 4-34 16,2-3-69-16,2-1-34 0,-2 0-181 0,0-2-400 16,5-2 80-16,-7 0 49 0,2-2 79 0</inkml:trace>
  <inkml:trace contextRef="#ctx0" brushRef="#br0" timeOffset="68508.46">23952 4910 711 0,'0'0'200'0,"10"0"-8"16,-10 0-8-16,20 1-33 0,-13 4 64 15,3-4-8-15,1 7-27 0,2-5-6 0,-6 4-13 16,4 0-77-16,-1 4-20 0,-1-4 0 0,-5 1 0 15,4 2-12-15,-5 0-4 0,-3 2 14 0,3-3-11 16,-6 2-5-16,0-2 8 0,2 3-8 0,-6-3 10 16,3 1-10-16,-2 0-10 0,-1-2 7 15,1 0-2-15,1 1-12 0,-1-3-12 0,3 2 1 16,2-6-2-16,-2 4-3 0,0-1 17 0,3 1-17 16,0 0 5-16,0-6-18 0,3 8 13 15,-3 0-11-15,4-5 1 0,-1 3 10 0,0 1-3 16,2-2 5-16,1 2-10 0,0 0 13 0,-2 0-5 15,2 1 2-15,-5 1 1 0,2-1 7 16,0 1 0-16,1-1-10 0,-4 1 15 0,0 1-15 16,-4-2 7-16,1 6 3 0,-4-3 3 0,0 3-8 15,-5-3-3-15,-3 6-25 0,-3-3-59 16,-5 3-116-16,-4-1-411 0,-4 1-151 0,-11 1 55 16,2-3 63-16,6-5 71 0</inkml:trace>
  <inkml:trace contextRef="#ctx0" brushRef="#br0" timeOffset="69207.75">21479 5984 1008 0,'5'-9'238'0,"-5"9"-20"0,9-4-11 16,-2 3-20-16,0-1-36 0,4 1-21 0,-1 1 9 15,3 1-19-15,1 1 0 0,-1-1-20 16,1 1-8-16,-3 0-15 0,3 1-5 0,-4 3-3 16,3-4-3-16,-5 4-9 0,2 2 14 0,-1-4-9 15,-5 3-8-15,3 2-19 0,-4-3 9 16,-3 3 2-16,0 0-10 0,-3 1 7 0,-4 2-4 16,4-3-9-16,-4 1-1 0,0-1-4 0,1 1-7 15,-2-1 3-15,1 1-16 0,-2-1-26 16,2-3-12-16,-1 2-39 0,2-1-38 0,2-1-31 0,1-2-28 15,0 0-102-15,3-4-185 0,0 0-27 16,0 0-167-16,0 0 61 0,0 0 38 0</inkml:trace>
  <inkml:trace contextRef="#ctx0" brushRef="#br0" timeOffset="69441.71">21730 5835 570 0,'3'-6'228'0,"-3"6"-31"0,0 0-5 0,0 0-18 15,0 0 3-15,0 0-16 0,0 0-7 0,-17 12-11 16,13-5-12-16,1-1-14 0,-3 7 19 16,-2-4-28-16,4 3 12 0,-5 3-20 0,5-1 12 15,-2 3-17-15,2-3 5 0,-3 1-5 0,4 1-11 16,2 1-30-16,-2-2 5 0,0 2 2 0,3-3-20 16,0 1 5-16,3-3-5 0,0 1-15 15,1-2-11-15,-1 0-7 0,4 1-26 0,-3-3-23 16,3 0-26-16,3-2-76 0,1-2-113 0,2 2-471 15,-3-1 44-15,4-4 25 0,-4-2 74 0</inkml:trace>
  <inkml:trace contextRef="#ctx0" brushRef="#br0" timeOffset="69675.21">21876 6013 721 0,'0'0'297'0,"0"19"-20"0,0-13-19 0,0 2-25 16,0 3-20-16,3-1-6 0,-3 1-10 15,1 3-13-15,-1-2-40 0,0 3-11 0,0 0-3 16,4-1-12-16,-4-1 0 0,0 4-18 0,3-3-6 16,-3 3-17-16,0-1-31 0,0 0-25 0,3-4-52 15,-3 2-46-15,3-2-102 0,-2 1-200 0,2-2-355 16,0-3 22-16,1-1 64 0,-1 0 80 15</inkml:trace>
  <inkml:trace contextRef="#ctx0" brushRef="#br0" timeOffset="70091.46">22078 5975 888 0,'10'9'302'0,"-10"-2"-28"0,0 0-34 16,3 2-14-16,-3 1-14 0,1 1-33 16,-1 3-5-16,3 1-23 0,-3 1-20 0,4-3-6 15,0 4-7-15,-1-2-21 0,0 1 3 0,3-2-3 16,-2-1-25-16,3 1-3 0,0-4-10 16,-3-2 5-16,2 2-13 0,1-3-2 0,3 0-1 15,-3-3 11-15,0 0-18 0,3-1 0 16,1-3-5-16,-1 1 0 0,-10-1 0 0,20-4 0 15,-9-3-1-15,-2 0-9 0,2-1 5 0,-1-4-3 0,-3-3-3 16,4 0-7-16,-2 2 5 0,-2 0-7 16,-3 3 12-16,2-2-13 0,-1 3-71 0,-2 1 7 15,3 3-2-15,-2-1 10 0,-4 3 3 16,0 3 10-16,6-4 10 0,-6 4-5 0,0 0 23 16,0 14-23-16,0-6 0 0,0 3 17 0,0 1-9 15,-3 0 7-15,3 3 3 0,0-4-10 16,0 6 10-16,-3 3-3 0,3-2 0 0,0 0-9 15,0 1-22-15,0 1-12 0,0-1-51 0,3-2-52 16,0 0-140-16,1 0-495 0,3 0 90 0,0-2 62 16,0-5 64-16</inkml:trace>
  <inkml:trace contextRef="#ctx0" brushRef="#br0" timeOffset="70641.86">23306 5854 749 0,'0'-4'249'0,"0"4"-32"0,0-8-25 15,0 8-10-15,0 0-16 0,0 0-20 0,3-7-13 16,-3 7-15-16,6-1-8 0,-6 1-18 16,0 0-10-16,11 0-5 0,-11 0-13 0,10 4 8 15,-6 0-6-15,-1 4-9 0,3-5 2 0,-2 5 10 16,-1 1-18-16,2 0-8 0,-2 3 3 0,0-3 6 15,-3 2 1-15,0 1-7 0,0-1-7 16,-3 1-1-16,0 1-22 0,-2-1 9 0,-1 1 11 16,2-1-10-16,-2 1-11 0,-1-1 3 15,0-1-21-15,3-2-17 0,-2 0-31 0,2-2-31 16,-2-3-49-16,5 2-155 0,-2-4-457 0,0 4 80 16,-1-6 31-16,4 0 59 0</inkml:trace>
  <inkml:trace contextRef="#ctx0" brushRef="#br0" timeOffset="70874.88">23422 5792 698 0,'-18'15'256'0,"12"-9"-20"0,3 6-19 15,-5-3 1-15,5 0-16 0,-1 2-33 0,-2 3-8 16,3 2-7-16,-1-5-21 0,1 3-5 0,3-3 5 15,0 3-28-15,-3-3-10 0,3 1-3 0,3-1-18 16,-3 0-2-16,6 1-1 0,-5-3-12 16,5 1-10-16,1-2-6 0,4 0-32 0,-1 0-11 15,3 0-39-15,1-4-68 0,2 1-67 0,-4 1-141 16,1-3-438-16,1-2 103 0,-1-1 33 0,-3 0 39 16</inkml:trace>
  <inkml:trace contextRef="#ctx0" brushRef="#br0" timeOffset="71207.91">23617 5992 760 0,'3'-4'292'0,"-3"4"-29"15,0 0-27-15,0 0-26 0,3-3-29 0,-3 3-7 16,0 0-12-16,0 0-22 0,0 0-9 16,10 7-8-16,-5-1-13 0,-5-1-5 0,3 1 0 15,0 2 5-15,-3 0-3 0,4 1-7 0,-4-1-3 16,0 3 1-16,-1-1-21 0,-2 2 12 15,3-1-17-15,-3 3 5 0,-2-3-21 0,-1 3-2 16,-1-3-67-16,1 4 21 0,2-5-8 16,-2 4-6-16,-2-5 1 0,2 0 8 0,-1-1 10 15,4 0-18-15,-4 0 17 0,3-2 1 0,0-1 2 16,1 1 62-16,0-4-10 0,0 4-1 0,3-6 3 16,-1 8-15-16,1-8 5 0,1 4-21 0,-1-4-7 15,9 5 5-15,-1-5-13 0,2 0-13 16,0 0-22-16,1 0-12 0,2 0-32 0,3-2-46 15,-1-2-67-15,-2 2-59 0,1-1-376 0,3-2-205 16,-3-2 97-16,-1-1 55 0,1-1 47 0</inkml:trace>
  <inkml:trace contextRef="#ctx0" brushRef="#br0" timeOffset="71607.62">23829 5978 688 0,'-1'7'294'0,"-2"0"-17"16,-1 1-34-16,4 1-15 0,-3-1-16 0,3 0-22 15,0 1-9-15,0-1-27 0,3 3-5 0,-3-3-14 16,6-1-9-16,-5 1-6 0,0 0-20 16,2-1 2-16,0-4-2 0,4 3-10 0,-1-3-14 15,2 1-1-15,-1-2 1 0,2-2-12 0,1 0-5 16,1-2-15-16,0-2 2 0,1 1 0 15,-4-3-13-15,5-2 6 0,-1 0-1 0,0-3-10 16,-2-2 3-16,-2 1-75 0,2-5 6 0,-3 2-6 16,2 1 21-16,-4 2 3 0,2 3 22 0,-4-3 60 15,3 3-14-15,-5 5-4 0,2-4-13 0,0 7 7 16,-3 1-5-16,0 0 3 0,0 0 0 16,0 0 8-16,0 0-11 0,-3 22-2 0,0-10 2 15,2-1 0-15,-5 6-7 0,3 1 15 16,3-1-13-16,-4 4-8 0,1-2 16 0,0 1-15 15,1 1-6-15,-1 1 5 0,-3-2-17 0,3 3-23 16,2-4-32-16,-5 3-60 0,3-3-27 0,-1 0-76 16,0 2-163-16,1-5-477 0,2 0 107 15,1-4 62-15,0 2 57 0,1-3 73 0</inkml:trace>
  <inkml:trace contextRef="#ctx0" brushRef="#br0" timeOffset="71707.58">24026 6428 957 0,'0'0'223'15,"7"1"-8"-15,-2 4-3 0,-5-5-35 16,0 0-6-16,11 0-5 0,-11 0-25 0,5 1-10 15,-5-1-26-15,0 0-49 0,0 0-117 0,6 1-244 16,-6-1-399-16,0 0 90 0,0 0 51 0</inkml:trace>
  <inkml:trace contextRef="#ctx0" brushRef="#br0" timeOffset="79673.92">2503 5061 824 0,'0'-4'261'16,"0"4"-28"-16,0 0-21 0,1-7-35 0,-1 7-8 16,0 0-18-16,0 0-21 0,0 0-4 0,0 0-19 15,0 0-4-15,10 17-14 0,-6-9-12 0,-1 1-5 16,0-1-8-16,-2 1-5 0,5 1-6 16,-2 1-12-16,3 1-7 0,-1-1 12 0,1 3-3 15,0-5 6-15,0 2-26 0,3 1 10 0,0-3-5 16,0 0 0-16,1-2-2 0,-1-2 0 15,4 0-9-15,-4-3 12 0,3 2-19 0,2-2 13 16,-2-2 10-16,1 0-7 0,0-2-11 16,0-2-15-16,-1 2 13 0,-3-3 5 0,4 1-8 15,-4-4-2-15,0 0 5 0,-3-1-6 0,0 1 11 16,-3-4-10-16,2 1 0 0,-3 0-1 0,-3-1 1 16,1 2 2-16,-1-1 0 0,2 3 3 0,-2-1-10 15,0 1 10-15,0 2-13 0,0-1 5 16,0 3-21-16,0 4 6 0,0 0 0 0,0 0 0 15,0 0 4-15,0 0-4 0,0 0 8 0,-2 17-6 16,5-8-7-16,1 3 17 0,2 3-9 16,-5 0 9-16,5 2-2 0,0 1 3 0,1 4-1 15,1-1-4-15,-2 1 9 0,1 2 6 0,0 0-13 16,-1-4 5-16,2 4-5 0,-4 0 0 16,2-8 0-16,-3 1 5 0,-2 1 24 0,-1-3 1 15,0-2-12-15,-1 0 21 0,-2-3-19 0,-1 4 26 16,-2-3 8-16,-2-1-13 0,-2 1 7 0,-3-2-12 15,2-4 5-15,-5 2-10 0,2 0 20 0,0 0-5 16,4-4-15-16,-4 2-8 0,1-2 5 16,-1-2 3-16,4 4-6 0,-5-5-2 0,3 1 11 15,1 0-9-15,0-1-9 0,-2 2 7 0,3 1-5 16,0-3 0-16,3 1-1 0,7-1-22 16,-17 0 10-16,17 0-20 0,-11 0-3 0,11 0-56 15,-10-1-46-15,4 1-65 0,6 0-19 16,0 0-70-16,-3-5-77 0,3 5-378 0,0 0 7 15,16-7 84-15,-10 3 60 0</inkml:trace>
  <inkml:trace contextRef="#ctx0" brushRef="#br0" timeOffset="79924.05">3069 5272 739 0,'0'0'282'0,"0"0"-19"0,0 0-7 15,0 0-20-15,9 12-24 0,-9-4 9 0,3 3-27 0,-2 3-15 16,2-2-2-16,0 6-26 0,0 1-10 0,-2-1 10 16,3-1-31-16,-1 3-10 0,0 1 5 15,-2-3-23-15,1 1 3 0,2 2-23 0,-4-1 7 16,3-2-10-16,0 1-76 0,1-1-6 16,-1-2 5-16,-3-3 3 0,1 0-26 0,1-2-33 15,0 2-28-15,1-4-8 0,-3 0-71 0,0-5-152 16,0 1-473-16,0-1 97 0,0-4 34 15,0 0 81-15</inkml:trace>
  <inkml:trace contextRef="#ctx0" brushRef="#br0" timeOffset="80423.67">2596 4685 575 0,'0'11'241'16,"3"2"-41"-16,-6-1-13 0,3 2-34 0,0 1-10 15,0-4 62-15,0 4-20 0,0 1-19 16,-3-5-10-16,3 3-15 0,0-3-18 0,-1 2-6 15,1-3-12-15,0-1-18 0,0-1-2 16,0 0-1-16,0 0 1 0,0-4 22 0,0 1-14 16,0-5-6-16,0 7 2 0,0-7-10 0,0 0-9 15,0 0 1-15,0 0-7 0,0 0-13 16,-2-16-7-16,1 7-1 0,1-3-7 0,0 0 8 0,-3-4-3 16,3-2-5-16,0-3-13 0,-3 0 5 15,3-4-3-15,0 0 6 0,-1 3-5 0,1 3-6 16,0-2 24-16,1 3-21 0,-1 4-8 15,0 0 0-15,3 3-7 0,-3 1 0 0,3 2-3 16,1 4 5-16,2 1-18 0,2 3 14 0,-8 0 1 16,17 5 4-16,-3 2-4 0,-1 3 3 15,4-2-7-15,-3 7 0 0,3 0-14 0,0-3 16 16,3 3 8-16,-3 2 5 0,4 1-10 0,0-1-8 16,-1 1-49-16,0-2-25 0,1 2-57 15,-1 2-81-15,1-3-282 0,0 0-325 0,-2-2 107 16,2-3 70-16,-3-2 53 0,-4-1 52 0</inkml:trace>
  <inkml:trace contextRef="#ctx0" brushRef="#br0" timeOffset="80773.98">3632 5086 895 0,'4'5'261'0,"-4"-5"-10"0,6 1-8 15,-6-1-35-15,11 1-1 0,-11-1-15 0,16 2-20 16,-6-4-19-16,1 2-15 0,2-1-10 0,2 1-2 16,1-1-6-16,2-2-20 0,-2 1 0 0,5 1-21 15,-4 1-69-15,3-3-25 0,-2 0-13 16,-2 2-23-16,-1 1-64 0,1 0-70 0,-4 0-150 16,-2 0-418-16,-1 0 103 0,2 1 38 15,-8 2 65-15</inkml:trace>
  <inkml:trace contextRef="#ctx0" brushRef="#br0" timeOffset="81023.64">3793 5303 780 0,'3'6'241'0,"-3"-6"-21"0,10 2-23 16,-3-2-5-16,0 2 46 0,3-2-8 0,4-2-30 0,0 2-13 15,3 0-21-15,-1-2-17 0,-1 2-1 16,4-5-4-16,-1 4-22 0,-5-1-9 0,1 1 2 16,-3-2-25-16,3 1-21 0,-1 0 5 0,-6 1-12 15,3 1-6-15,-3 0-13 0,-7 0-50 16,10-1-21-16,-10 1-18 0,0 0-77 0,11 1-192 16,-11 0-466-16,0-1 44 0,0 0 107 15,0 0 42-15,0 0 58 0</inkml:trace>
  <inkml:trace contextRef="#ctx0" brushRef="#br0" timeOffset="82156.81">5026 4735 957 0,'-3'-1'302'15,"3"1"-38"-15,0 0-32 0,0 0-22 0,-13 8-18 16,9 0-20-16,0 1-21 0,1 2-13 0,3 1-2 15,-4 1-24-15,2 3-2 0,1-1-23 16,1 2-10-16,0-1-82 0,0 0 3 0,1 1-1 16,2 0 26-16,0-1-20 0,1-3 17 0,6 2-10 15,-3-1-17-15,-1 1 4 0,5-5-2 16,-1-1 10-16,0 0 3 0,4-3-3 0,-4-2-5 16,1 1 18-16,2-5-5 0,-2 0-1 0,6 0 4 15,-7-7-1-15,3 5 0 0,1-5-2 0,-4-2 0 16,1 1 0-16,-1-5 10 0,-3 1-5 15,0-2-8-15,3-1 5 0,-9-1 3 0,2-2-5 16,0-1 0-16,-3-3-11 0,-4-5 11 0,1 2-2 16,-5 0 4-16,2-5-7 0,-4 2-1 15,0 6 6-15,-1 2-8 0,1 1 18 0,0 2-7 16,-3 1 7-16,5 3 0 0,-2 2-21 0,0 1 6 16,0 3-3-16,0 2 0 0,2 3 0 0,-2 2 3 15,0 5-8-15,-1-1-3 0,1 2 6 16,0 4-1-16,0 1-7 0,0 2 16 0,3-1-14 15,0 2 6-15,0 3-14 0,3-3 14 0,2 0-6 16,1 0 24-16,1 0-34 0,0-2 13 16,1 2 18-16,2-3-3 0,3 2-7 0,2-4-8 15,2 2 8-15,0 1 4 0,1-6-24 0,2 0 12 16,4 1-5-16,0-4 12 0,1 1-22 0,2-1-21 16,3-2-36-16,-1 0-61 0,1-2-33 15,-2 0-129-15,3-1-396 0,0 1 11 0,-3-3 24 16,-1 2 91-16</inkml:trace>
  <inkml:trace contextRef="#ctx0" brushRef="#br0" timeOffset="82590.2">5488 4796 616 0,'-6'11'251'0,"5"-7"-97"0,-2 3-8 0,3 1-5 16,-3 2-14-16,-1 1-14 0,4 1 5 0,-3 1-18 15,-1 0-3-15,1 2 59 0,2 2-23 0,1-5-10 16,0 4-8-16,0-2-7 0,1 2-11 0,2 0 3 16,4-3-13-16,-3 1-13 0,2 0 5 15,-2-4-4-15,3 1-11 0,3-4-5 0,0 0 7 16,0-3-4-16,4 1-4 0,-3-3-6 0,3-2-6 16,-1 0-5-16,4-3-3 0,-4-2 6 15,1-2-11-15,3 1 3 0,-4-4-8 0,-2-1-3 16,0 0 4-16,-2-3-1 0,-1 0 0 15,-2-1-13-15,-5-4 8 0,2 1 3 0,-3-1-3 16,-4 2 5-16,1-1 10 0,0 2 14 0,-5 0-11 16,2-1-11-16,-1 3 16 0,0 3 16 0,-7 3-14 15,4-1-1-15,0 4-19 0,-4 2-3 0,1-1-12 16,-2 4 0-16,2 3 15 0,-1-2-7 16,-2 4-6-16,1 1 0 0,5 2-5 0,-3-1 6 15,2 3-11-15,4 0-2 0,1 2-9 0,3-3-4 16,-1 0-13-16,4 2-18 0,0 2-15 15,0-2-29-15,1-1-37 0,5 2-29 0,-2-2-75 16,2-2-137-16,5 2-420 0,-4-3 50 0,2 0 60 16,1-2 69-16</inkml:trace>
  <inkml:trace contextRef="#ctx0" brushRef="#br0" timeOffset="85889.71">18653 3277 752 0,'4'-6'236'0,"-1"4"-27"16,-3 2-19-16,7-6-8 0,-1 3-31 0,1 2-18 16,-3-2 0-16,3 0-26 0,-7 3-4 15,13-2-14-15,-2 1-12 0,-5 1 2 0,-6 0-17 0,17 2 66 16,-9-1 0-16,1 5-21 0,-2-2-12 16,4 2-8-16,-4 1 3 0,-1 2-11 0,-2 0-18 15,2 0 11-15,-3 2-18 0,-3 2 0 16,0-2-19-16,-3 2 14 0,3 0 2 0,-6 1-23 15,2 0 6-15,-2 3-4 0,-1-5-4 0,-4 1-8 16,4-1 8-16,1 1-3 0,-1-5-8 0,0 1-64 16,3 0 6-16,-2-1-1 0,2-1 1 15,-2-1 10-15,3-1 4 0,2-2-6 0,1-3-6 16,-4 4 2-16,4-4 6 0,0 0 2 0,0 0-5 16,0 0 6-16,11-16-1 0,-5 9-2 15,-2-3-16-15,2 0 5 0,2-4 1 0,-4-1 25 16,2 3-15-16,1-4 10 0,2 2-3 0,-4-1 16 15,1 2 0-15,-2 0 17 0,-1 2 37 0,1 1-31 16,-1-1 10-16,0 1-3 0,0 2 3 0,-2-1-7 16,3 5 1-16,-1-4-1 0,0 2-1 15,-3 1-2-15,0 0-5 0,0 5-1 0,0 0 6 16,3-5-5-16,-3 5-6 0,0 0 9 16,0 0 1-16,-9 17-12 0,5-9 8 0,0 2 0 15,1 1-13-15,0-2 25 0,-1 3-28 0,1 0 6 16,0 1-1-16,3-1 6 0,-1-1-6 15,-2 3 6-15,3-4-1 0,0 1-4 0,0 2-3 16,3-5 10-16,-2 2-3 0,2-1-7 0,0-2 13 16,4 1 2-16,-1 0-5 0,2-4 3 0,-1 0 0 15,3-1-1-15,-4-2-9 0,5 3-1 0,-1-4-7 16,0 0 15-16,1-4-15 0,2 1 10 16,-2-1-5-16,-1 0 5 0,3-3 0 0,1 0 5 15,-4-1-5-15,5-3 0 0,-5-2-10 0,3 2 17 16,1 0-4-16,-4 3 5 0,-3-5-3 15,4 5 5-15,-2-2 0 0,-2 3 8 0,-1-1-3 16,-1 4-2-16,-2-3 0 0,1 1 2 0,-1 2-4 16,0 0-4-16,-3 4 4 0,0 0-9 15,0 0 8-15,0 0-7 0,0 0 5 0,0 0 2 16,-6 21 8-16,2-13-5 0,1 1-3 0,-2 1-2 16,-1 0 4-16,3 3 6 0,-1-1-13 15,1 1-5-15,-3-1-10 0,5 2 5 0,1 1-5 16,-3-4 10-16,3-1 15 0,0 3-25 0,0-5 5 15,3 1-5-15,1 0 4 0,-1-1 12 0,3-1 6 16,-2-4-12-16,3 3-7 0,0-5 9 0,3 0 1 16,-3-1-6-16,-7 0-2 0,21-2 5 15,-12-4 10-15,2-1-2 0,-1 3 0 0,0-4-1 16,1-5-4-16,-4 3 5 0,3-1 12 0,-4-4-12 16,2 1 2-16,-5 2-2 0,1-1-8 15,-1 2 10-15,0-3 5 0,-3 4-2 0,0 0 0 16,0 1 12-16,-3-2 1 0,0 1-5 0,2 2-11 15,-5 4 5-15,-2-4-2 0,-1 2-3 0,2 0-5 16,-4 3-2-16,1 1-8 0,0 2 5 0,3-3 2 16,-4 3 9-16,11 0-22 0,-19 3 9 15,8 1-3-15,4 0-3 0,0-1-15 0,-3 2-13 16,6 1-7-16,-2 1-83 0,2 1-40 0,1-2-126 16,3 1-481-16,0 1 89 0,0-4 42 15,3 2 66-15</inkml:trace>
  <inkml:trace contextRef="#ctx0" brushRef="#br0" timeOffset="86156.96">19395 3244 816 0,'0'0'351'0,"0"0"-42"0,0 0-19 15,3 16-24-15,-3-7-25 0,0 0-16 0,3 5-23 16,-2-3-23-16,-1 3-23 0,3 3-20 0,0-1-72 16,0 1-13-16,-2 0-7 0,2-1 9 15,4 1-9-15,-3 1-6 0,-1-1-10 0,0 1 8 16,1 0-2-16,-1-2-6 0,0 5-44 0,1-4-91 16,-4 1-93-16,4 0-588 0,-4 0 79 0,-4-1 33 15,0-2 82-15</inkml:trace>
  <inkml:trace contextRef="#ctx0" brushRef="#br0" timeOffset="87372.49">18577 4567 849 0,'0'0'359'0,"0"0"-55"16,-3-6-20-16,3 6-25 0,0 0-29 0,0 0-27 15,14-2-14-15,-7-1-23 0,0 0-12 0,2 3-21 16,-1 0-18-16,2 0-7 0,0 0-6 0,4 0-12 16,-4 0-6-16,0 3-15 0,1 2-7 15,-1 1-1-15,-3-2-2 0,3 3-10 0,-6 1 4 16,2 1-12-16,1 0-7 0,-4 3 1 16,0 0-4-16,-2-2-18 0,-2 3 18 0,-2-1-13 0,3 0 15 15,-3-1-8-15,0 3-4 0,-1-4-8 16,1 0 17-16,0-1-14 0,-1 0-3 0,0-1-31 15,1-1-3-15,0 0 1 0,3-1-3 0,-1-2-18 16,1-4-39-16,0 0-25 0,0 0 3 16,0 0-8-16,0 0 8 0,0 0-6 0,18-17-22 15,-11 6-29-15,2-3 10 0,-1-3 11 0,2-2 20 16,0-2 29-16,1 0 30 0,-1-1 31 16,0 3 46-16,-3 1 5 0,3-2 33 0,-3 5 21 15,-4 1-3-15,4 0 28 0,-4 3-12 0,2 3 18 16,-5-4-55-16,6 3-12 0,-3 0-10 15,-3 2-5-15,1 2-8 0,2-1-1 0,-3 6 1 16,0 0 5-16,0 0 0 0,0 0-5 0,0 0 5 16,0 0-10-16,-21 15 3 0,18-5 9 0,-4 4-22 15,3-1 7-15,-2 3 8 0,-2 1-5 0,2-2 2 16,3 5-2-16,-1-1 0 0,4-2 7 16,-3 0-2-16,3 0-18 0,3-1 5 0,-3-4-7 15,0 1 2-15,4-1 10 0,-1 1-8 16,3-4 9-16,2 0-4 0,-1-2-2 0,2 1-5 15,3-5-2-15,-2-2 4 0,3-1-2 16,1 0 0-16,-1-1 0 0,1-5-7 0,0 1-4 16,0-3 11-16,-1-4 6 0,0 1-9 0,1 0 6 15,-4 2-6-15,1-3 8 0,-4 3 3 0,0 0 2 16,-1 1 0-16,1 2 67 0,0 1-8 0,-6-1-18 16,5 1 11-16,-6 5-21 0,3-3 2 0,-3 3-15 15,0 0 3-15,0 0 0 0,0 15-3 16,-3-7 0-16,0 2 0 0,3 0-15 0,-4 3 5 15,4-2 3-15,-3 0 2 0,3 1-13 0,0-1-5 16,0 2 3-16,0-4-6 0,0 1 8 16,3 0-2-16,-2-3 2 0,2 1-5 0,0-2 3 15,3-1-8-15,-2-1 3 0,3-1-1 0,0 0 6 16,0-1 2-16,-7-2-2 0,16-6 2 0,-8 4-2 16,2-3-1-16,-4 0 6 0,5-2 3 15,-4-6-16-15,0 2 5 0,-1-3 5 0,-2 2-7 16,3-2 4-16,-4 3 16 0,-2-3-13 0,-1 3-10 15,-1-1 29-15,1 1-14 0,-7 3 0 0,4 0-10 16,-4-1-2-16,3 2-3 0,-5 3-10 16,1-1-18-16,1 2-11 0,-2 3-32 0,-1-1-42 15,2 2-48-15,-2-1-98 0,3 3-565 0,-3-1 20 16,6 1 98-16,-3 0 53 0,7-3 62 16</inkml:trace>
  <inkml:trace contextRef="#ctx0" brushRef="#br0" timeOffset="87705.94">19292 4521 714 0,'0'0'291'0,"11"-1"-27"16,-11 1-28-16,10 5-14 0,-4-2-19 0,-2 3-12 15,3 1-9-15,-1 2-33 0,-2 2-14 0,-1 3-12 16,1-1-13-16,-4 2-12 0,0-1-9 15,0 3 1-15,-1-1-13 0,-2 0-8 0,0-1-5 16,-1 1-8-16,-2-2-13 0,3 3 1 0,-2-3 7 16,-1-3-7-16,3-1-6 0,-1-1-5 15,1 3 3-15,0-4-8 0,3 0-2 0,-1-4 10 16,-2 3-13-16,3-1 5 0,0-6-8 0,4 8 6 16,-1-7 20-16,-3-1-33 0,16 2 2 0,-5-2 16 15,2 0-18-15,2 0 5 0,-2-2-18 0,4 1 5 16,-3 1 2-16,3 0-14 0,-3 0-11 0,3 0-64 15,-4 0-38-15,-3 3-26 0,1-2-33 16,-7 5-116-16,2 1-485 0,-3-2 86 16,-6 2 39-16,-3 2 58 0</inkml:trace>
  <inkml:trace contextRef="#ctx0" brushRef="#br0" timeOffset="88608.1">18906 5717 918 0,'0'0'282'0,"-31"-6"-23"0,31 6-27 0,0 0-24 16,0 0-19-16,0 0-20 0,0 0-10 0,0 0-23 15,0 0-6-15,24 7-20 0,-17-4-13 16,0 4-2-16,-1-1-8 0,2 1-18 0,-2 0 0 16,1 2-10-16,-1 1 0 0,-2-1 3 0,-1 1-14 15,2 4-4-15,-5-4-8 0,3 3-8 0,-3-2-3 16,3 0-9-16,-3-2 7 0,0 0-3 0,-3 3 6 15,3-5-8-15,0-1-6 0,0 2-1 16,0-1 9-16,0-1-2 0,0-6 5 0,0 8-13 16,0-8-5-16,0 4-5 0,0-4-7 0,0 0 4 15,0 0-2-15,3-17-3 0,0 6 75 16,1 2-11-16,-1-8-12 0,1 1-11 0,2 1 0 16,1 0 6-16,-3 1 2 0,-1 0 7 0,1 5-9 15,-1-4-1-15,0 3-2 0,0 2 2 16,-3-2-4-16,4 3-16 0,-4 3 2 0,4-3 11 15,-4 2-13-15,0 5-6 0,0-9-1 0,0 9 4 16,0 0 6-16,0 0-1 0,0 0-5 0,0 0 1 16,-11 21-6-16,5-15 8 0,5 4 2 0,-2 1-9 15,-3-3 1-15,5 3-6 0,-2 2 4 16,-1-3-8-16,4 0 16 0,0 4-2 0,0-4-6 16,0 3-5-16,0-2 8 0,4-3-13 0,0 3-13 15,-1-3-5-15,4 1-36 0,-1-3-22 0,5 2-29 16,-4-6-26-16,3 0-28 0,4 1-35 15,-4-2-6-15,0-2-10 0,4-4-7 0,-4 4 7 16,3-2 33-16,-2-1 49 0,-1 1 51 0,0-4 39 16,-2 5 41-16,1-4 17 0,-2 3 24 15,0-1 25-15,0 1 15 0,0 1-5 0,-4-1-2 16,-3 3-10-16,10-3-11 0,-10 3 8 0,7-1-2 16,-7 1-4-16,0 0 4 0,0 0-8 0,1 12-1 15,-1-6 1-15,0 1 0 0,-1-2-3 0,-3 2-7 16,1 1-6-16,0 4 13 0,3-6-12 15,0 1 4-15,0 2 3 0,-3-1-10 0,3-1-3 16,0 0-2-16,3-3-5 0,-3 1 2 0,3 1-10 16,0-2 10-16,2-2 3 0,1 2-8 0,1-4 10 15,-7 0-15-15,17-1 2 0,-10-2 3 16,6-1 21-16,-2-2-21 0,-4 1 0 0,3-1 2 16,-1-2 4-16,-1 0 6 0,-1-1 6 0,-1 1 3 15,-5-1 2-15,5 0-8 0,-6 2-9 16,0-2 11-16,0 2-6 0,-3 0-6 0,-1 0-8 15,-2 3 1-15,-4 0-8 0,2 1-8 0,-2 2-8 16,0 0-25-16,-4-2-28 0,4 3-11 16,-4 4-45-16,7-4-47 0,-3 3-77 0,0 0-81 15,0-1-487-15,3 1 29 0,1 1 84 0,2-4 74 16,4 0 56-16</inkml:trace>
  <inkml:trace contextRef="#ctx0" brushRef="#br0" timeOffset="88939.73">19411 5700 1092 0,'11'-7'333'0,"-1"0"-28"0,0 5-100 0,-2-4-21 15,-1 3-15-15,2 0-16 0,-2 1-12 0,1 0-8 16,1 1-28-16,-9 1 0 0,14 0-8 16,-4 1-7-16,-6 2-13 0,3 1-18 0,-1-1 18 15,-2 4-16-15,3 0-15 0,-7-2 8 0,3 5-16 16,-2-1-2-16,-1 0 5 0,3 0-3 0,-3-1-7 15,0 0-3-15,0 1-15 0,0-2 13 16,0 2-3-16,3-2-8 0,0-1 11 0,0 2-16 16,1-1 3-16,-1 1 10 0,1 1-10 0,3-1-8 15,0-1 0-15,-1 1 13 0,1-1-3 0,0 0 3 16,-3-1 0-16,3 1-13 0,-4-1 8 16,0 2-3-16,1-4 8 0,-1 3-8 0,-3 1 8 15,0-2-5-15,0 2-3 0,-4 1-33 0,-2 0-43 16,-4 2-91-16,-8 2-316 0,5-2-344 15,-5 1 108-15,-5-6 34 0,3 2 86 0</inkml:trace>
  <inkml:trace contextRef="#ctx0" brushRef="#br0" timeOffset="89623.25">18957 6675 857 0,'4'-7'353'0,"2"2"-33"15,-2 3-33-15,2 0-36 0,1 0-21 0,4-1-15 16,-11 3-36-16,16 3-7 0,-5-1-19 0,-1 0-14 15,0 4-22-15,-2 0-1 0,-1-1-6 0,2 3-16 16,-5 0-17-16,-1 2 0 0,0 2 5 0,1-3-11 16,-3 2-9-16,-2 1-11 0,-3-1-2 15,1-1-1-15,0 3-4 0,-1-3-1 0,1-2-4 16,0 1-9-16,-1-2 9 0,1-2-3 0,0 0-11 16,-1-2-12-16,4-3-8 0,0 0-10 15,-4 5 15-15,4-5-20 0,0 0 2 0,4-17 1 16,0 9-3-16,-1-7-6 0,4 3 1 0,-1-9-6 15,1 2 6-15,4-5-3 0,-4 4 0 16,2-3 16-16,-2 5 17 0,-2-1 3 0,1 4 13 16,0 1-1-16,-2 3-9 0,-1-1 2 0,1 4-5 15,-1-2 2-15,1 2 3 0,-1 1-2 0,-2 4-3 16,-1 3 0-16,0 0 7 0,0 0-15 16,0 0 16-16,0 0-3 0,-1 17 0 0,-2-6-10 15,-1-1 10-15,0 2-10 0,1 4 10 0,-3-3-8 16,2 6-2-16,1 0 15 0,0-2 0 0,-1 2-18 15,0 1 13-15,4-1-7 0,-3-2-16 0,3 0-10 16,3-1-44-16,1 1-18 0,-3-3-35 16,2-2-34-16,3-3-41 0,-2 0-112 0,5-3-257 15,-1 0-265-15,-1-4 99 0,0-2 52 0,2-2 53 16,2-4 72-16</inkml:trace>
  <inkml:trace contextRef="#ctx0" brushRef="#br0" timeOffset="90006.05">19333 6638 895 0,'0'0'279'0,"0"0"-41"0,0-4-12 16,0 4-34-16,0 0-16 0,0-8-22 0,0 8-16 15,0 0 0-15,0 0-17 0,0 0-14 16,0 0-2-16,0 0 8 0,-17 16-11 0,14-12-17 16,-1 4-1-16,1 1 1 0,0 1-16 0,-4 1-3 15,3-1 11-15,0 3-5 0,1-2-13 16,0 0-3-16,0 2-10 0,2-1-13 0,-2 1 8 15,0-2-15-15,3-3 7 0,-3 2-5 0,3-2 0 16,0-1-2-16,3-1 7 0,-3 2-23 0,3-5 6 16,-3-3-6-16,10 1 18 0,-10-1-5 15,14-1-2-15,-7-4 2 0,0-1 2 0,-1-1 11 16,2-3-18-16,1 0 3 0,-2-5-9 0,-3 0 9 16,2-1-8-16,-1 0-6 0,-2 3 6 0,0-2 2 15,0 1 44-15,-3 3 23 0,1-3-10 0,2 6-3 16,-3-1-8-16,0 1-12 0,0 6 0 15,-3-4-6-15,3 6-4 0,-4-3-9 0,4 3-4 16,0 0-3-16,-21 7-5 0,14-3-26 0,-2 2-7 16,1 2-54-16,2 1-31 0,-1-1-33 15,3 0-36-15,-2 1-31 0,2-1-61 0,3 0-128 16,1 1-427-16,0-2 101 0,1-2 42 0,3 2 64 16,-1-3 48-16</inkml:trace>
  <inkml:trace contextRef="#ctx0" brushRef="#br0" timeOffset="90388.82">19559 6567 778 0,'0'0'263'0,"0"0"-22"16,0 0-29-16,0 0 8 0,0 0-28 16,6 9-15-16,-3-3-23 0,-2-2-19 0,3 3-7 15,-4 0-2-15,3 0-16 0,1-3-5 0,-1 3-13 16,0 0 0-16,1 0-13 0,-1-3 8 15,3 2-28-15,-1-2 10 0,1 0-12 0,-2-3-4 16,5 1 6-16,-9-2-7 0,18-2-11 0,-11-1 5 16,3-2 2-16,1-2-7 0,-2 5-5 0,1-7-5 15,-2 1-6-15,2 1 62 0,-3 0-10 0,2-2 18 16,-1 3-6-16,-5 2-25 0,4-2-7 16,-1 1-9-16,-2 0 1 0,-1 4-11 0,-3 1-4 15,8-1 12-15,-8 1-5 0,0 0-8 0,10 10-7 16,-7-2 4-16,0 1 9 0,0 2-3 15,-2 2-3-15,2 2 8 0,-3 1-11 0,4 2 4 16,-4 0-11-16,0-1-13 0,3 0 5 0,-2 0-2 16,-1 1 3-16,0-3-1 0,3 1-10 15,-6-4-15-15,3 1-23 0,0-1-14 0,-1-1-91 16,-6-1-100-16,4-2-589 0,-4 1-35 0,-3-2 122 16,-1-5 64-16,-5 1 54 0,-2-1 64 15</inkml:trace>
  <inkml:trace contextRef="#ctx0" brushRef="#br0" timeOffset="92406.2">5891 4631 537 0,'0'0'266'0,"3"-10"-17"0,-2 5-14 0,3-1-25 15,2 0-16-15,-2 2-4 0,3-3-19 16,2 2-4-16,-1 2-21 0,-1-1-18 0,3 1-18 16,1 3 0-16,-1 0-8 0,2 3-12 0,3 2 12 15,1 2-15-15,-4 3-10 0,1 0-3 16,4 5-5-16,-4-1 0 0,-3 0-12 0,-2 5-6 15,-1-6 3-15,-1 3-1 0,-2 1-19 0,-2-2-4 16,-1 2 6-16,-1-3 3 0,-1-2-9 16,1 1-4-16,-2-1-72 0,1 0 5 0,1-3 3 15,0 0-1-15,0-2 16 0,0-1-8 0,0 0 13 16,0 0 1-16,0-6-4 0,0 0 1 0,0 0-11 16,0 0 18-16,0 0 0 0,0 0-5 15,14-18-2-15,-10 5-3 0,2 1-3 0,-2-4-2 16,2-6 0-16,2 3 15 0,-5-5-5 0,4 0 8 15,-4 1 5-15,1 6 0 0,-1-1 5 16,3 1 10-16,-6 6 3 0,5-4 0 0,-5 5 15 16,3-4 0-16,-3 6-15 0,3 1 5 0,-6 2-6 15,3 5-6-15,-3-5 9 0,3 5 5 16,0 0-12-16,-11 18 18 0,5-5-24 0,2 1 21 16,-3 2-7-16,0 4-19 0,0-1 11 0,1 4 10 15,-1-1 7-15,3 0-9 0,1 0-11 0,-1-4 15 16,1 0-17-16,2 3 2 0,-1-3 3 15,4-1-1-15,-2 0 3 0,4-5-4 0,1 2-12 16,1-4 14-16,4-2 0 0,0-1 15 0,4 0-21 16,-1-3 4-16,1-3-6 0,0-1-8 15,6-1 3-15,-3-3 12 0,1-2-4 0,2-2-8 16,-3-2 10-16,0 1-2 0,0-3 4 0,-3 1-17 16,-1 3 7-16,-3-2 3 0,1 3 3 0,-4-1 23 15,0 2-14-15,3 1-1 0,-6-1 4 16,2 5 3-16,-2-2-8 0,-4 3-5 0,0 0 3 15,0 0-18-15,0 0 22 0,7 13-9 0,-8-5 2 16,1 0 3-16,0 3-8 0,-3 1 2 16,3-1 9-16,0 3-11 0,0-1 5 0,0 0-3 15,0 2-4-15,3-4-3 0,-2 3 5 0,6 2-5 16,-4-7 10-16,1 1-5 0,2-2 5 16,1 0-8-16,-1 0 1 0,5-6 7 0,-4 4-3 15,3-5 6-15,1-2-5 0,-1 0-9 0,0-4 14 16,1 1 7-16,-1-3-17 0,-1-1-1 0,-1 0 8 15,-2-5 3-15,1 1 2 0,-6-4-7 16,1 1 5-16,-2 0 4 0,-2 2 9 0,-2-3-11 16,-2-1-10-16,2 1 5 0,-7 1-12 0,1 4 17 15,-1 2 5-15,1-3 6 0,-3 4-24 0,-1 3-5 16,4 0 1-16,-3 3-27 0,2 0-22 16,1 2-10-16,3 0-52 0,-4 2-46 0,5-2-92 15,3 2-248-15,2 3-221 0,1-5 45 0,0 0 73 16,0 0 72-16</inkml:trace>
  <inkml:trace contextRef="#ctx0" brushRef="#br0" timeOffset="92622.44">6814 4703 860 0,'1'8'279'16,"2"1"-11"-16,0 2-42 0,1 1-27 0,-1 4-12 15,1 0-3-15,-1 1-12 0,0 2-26 0,-2 4-13 16,5 2-18-16,-3 0-20 0,2-2 61 0,-2 2-23 16,1 0-33-16,2 0-49 0,0 0-69 15,-2-3-82-15,4 2-294 0,1-2-374 0,1-4 105 16,-3-2 39-16,4-7 58 0</inkml:trace>
  <inkml:trace contextRef="#ctx0" brushRef="#br0" timeOffset="92838.86">7429 4778 895 0,'11'-3'328'0,"-7"0"-31"15,-4 3-26-15,13-1-28 0,-6 0-17 0,4-1-24 16,-1 1-23-16,3 1-18 0,1-1-10 0,-1-2-25 15,2 3-34-15,-2-2-54 0,4 2-68 0,-7 0-68 16,4 0-101-16,-4 2-188 0,0-2-324 16,-3 3 78-16,1-6 34 0,-8 3 59 0</inkml:trace>
  <inkml:trace contextRef="#ctx0" brushRef="#br0" timeOffset="93038.77">7512 4606 1018 0,'0'0'307'0,"0"0"-17"0,0 19-37 15,0-10-12-15,3 0-24 0,-2 2-12 0,5 3-26 16,-3 2-30-16,0 0-11 0,5 0-10 0,-4 2-72 16,2-2-28-16,1 0-10 0,-1 0-31 15,2 2-51-15,-2-2-53 0,1 0-93 0,0-2-287 16,4 0-219-16,-1-2 91 0,0-2 62 0</inkml:trace>
  <inkml:trace contextRef="#ctx0" brushRef="#br0" timeOffset="93538.18">8131 4438 1095 0,'0'0'307'16,"0"0"-23"-16,0 0-25 0,0 0-13 0,0 0-21 16,-3 23-20-16,2-12-16 0,1 3-5 15,0 1-43-15,0 1-5 0,0 3-11 0,0-2-4 0,1 2-11 16,5 1-18-16,-3-3-10 0,0-1 0 16,5 1-11-16,-4 0-12 0,5-4-3 0,-2 0 3 15,0-1 0-15,3 0-3 0,0-4-12 16,0 0-1-16,1-5-66 0,-1 3-7 0,4-6-1 15,0-3 11-15,-1 0 4 0,1 0 9 0,0-5-6 16,0 0 23-16,-1-4-23 0,1-1 0 16,-4-4 8-16,0-4-2 0,-3 1-1 0,-3-3 10 15,-1-1 1-15,0 4-6 0,-6-8 73 0,0 3-14 16,-4 3-10-16,3-3-3 0,-3 2 6 0,-3 4-3 16,-1-2-2-16,1 3-6 0,-3 1-10 15,2 6 5-15,-2 2-2 0,-1-1-3 0,-2 4-10 16,1 2 10-16,2 1-7 0,-4 3-3 0,3 3 0 15,-3 2-11-15,3 3 1 0,1 0 2 0,2 3-5 16,1-1 8-16,1 2-10 0,1 1 12 16,4 2 1-16,1-1-9 0,3 0 6 0,0 0-13 15,0 2 0-15,4 1 10 0,6-2 3 0,-3 1-3 16,3-3-12-16,4 1-14 0,-1 1-9 16,1-3-21-16,3 1-49 0,4-3-66 0,-7-4-72 15,6 2-358-15,0-5-270 0,-2-2 119 0,2-1 41 16,-3-1 63-16,0-5 70 0</inkml:trace>
  <inkml:trace contextRef="#ctx0" brushRef="#br0" timeOffset="93722.45">8647 4563 926 0,'3'12'302'15,"-3"-1"-15"-15,0 3-36 0,1 3-13 16,2 0-26-16,-3-1-17 0,3 1-14 0,-3 1-32 0,3 0-3 15,-3-1-28-15,1-1-8 0,2 1-108 16,-3-2-45-16,0 1-49 0,3-5-131 0,-3 3-466 16,4-5 21-16,-4-1 44 0,3 0 48 15</inkml:trace>
  <inkml:trace contextRef="#ctx0" brushRef="#br0" timeOffset="94255.23">8921 4296 790 0,'10'-1'277'16,"-3"1"-24"-16,-7 0-25 0,23 5-10 16,-13-2-29-16,5 3-7 0,-2 2-18 0,1 0-13 15,-1 1-16-15,1 0-4 0,-4 1-21 0,-3 4-3 16,0-2-4-16,0 2-14 0,-3 2-9 15,-1 0-3-15,0-5-21 0,-6 6-7 0,0-2 15 16,-1 2 0-16,0-2-31 0,-3 1 8 0,1-3 2 16,-1 0-2-16,4-2-18 0,-1-1-15 0,-3-1 2 15,4-2-20-15,0-1-54 0,2-5-26 16,1-1-7-16,0 0 7 0,0 0-4 0,0 0-3 16,-3-16-6-16,6 5-15 0,-2-2-4 0,2-2 55 15,0-5-28-15,0 0 1 0,2-4 12 16,1-1 28-16,-2 0 31 0,2 0 41 0,0 0 25 15,2 1 32-15,-5 6 12 0,1-1-3 0,-1 4 31 16,0-1-2-16,-2 4-21 0,2 2-8 16,0 0-9-16,-3 2 1 0,0 1-19 0,3 4-9 15,-3 3 4-15,0 0-1 0,0 0-8 0,0 0 3 16,0 0-2-16,-10 21-3 0,7-8 61 0,3-4 6 16,-3 4-14-16,0 1-12 0,2 0 5 0,1-2 3 15,0 3-16-15,-3 2 0 0,3-2-12 16,3 2 12-16,-3 1-15 0,4-4 2 0,-1 3-9 15,0-5-4-15,1 2 6 0,2-2-16 0,2 1 6 16,-1-3-16-16,3-2-10 0,-1-1-10 16,3-1-57-16,1-2 3 0,1-2-18 0,2-2-10 15,-2 0-36-15,3-2-62 0,-2-1-2 0,1-3-90 16,1-1-71-16,-7 3-200 0,5-4-248 16,-2 0 102-16,0-1 67 0,-2-5 51 0</inkml:trace>
  <inkml:trace contextRef="#ctx0" brushRef="#br0" timeOffset="94455.04">9433 4334 719 0,'0'0'246'0,"0"-6"-111"16,0 6-4-16,0 0 2 0,0 0 10 16,0 0 6-16,0 0 81 0,0 0-20 0,0 0-3 15,7 14-15-15,-7-6-5 0,0 1-21 0,0 0 14 16,0 2-27-16,0 2-12 0,0 1-18 16,0 1-5-16,0 2-3 0,0 1-21 0,0 1 4 15,0-1-11-15,0 0-13 0,1 2 0 0,2-1-5 16,-3-2-23-16,0 1-28 0,3-3-59 0,-3-2-53 15,3 0-75-15,-3-3-131 0,4 0-516 16,-1-3 35-16,1-1 108 0,2-6 53 0,-6 0 52 16</inkml:trace>
  <inkml:trace contextRef="#ctx0" brushRef="#br0" timeOffset="94655.83">9645 4343 826 0,'3'8'297'16,"0"1"-28"-16,-2 1-26 0,3 4-2 0,-1 2-31 16,1 1-26-16,-1 1-7 0,3 6-14 0,-2-2-17 15,2 3-7-15,-3 0-19 0,5 0-10 16,-5 0-10-16,1 0-18 0,-1-2-36 0,0 1-51 16,-2-6-77-16,2 2-272 0,-3-2-408 0,3-6 86 15,-3-2 36-15,0-3 82 0</inkml:trace>
  <inkml:trace contextRef="#ctx0" brushRef="#br0" timeOffset="95138.35">10263 4556 1005 0,'0'0'305'0,"-9"-2"-41"15,9 2-8-15,0 0-11 0,0 0-73 0,0 0-21 16,0 0-18-16,27-3-8 0,-14 2-2 0,1-2-25 16,6-1-6-16,1 2-8 0,0-3-4 15,6 0-37-15,-3 0-22 0,0 1-39 0,3-1-54 16,-6 1-61-16,-1 0-141 0,1-2-466 0,-4 3 90 16,-3-4 41-16,-5 2 59 0</inkml:trace>
  <inkml:trace contextRef="#ctx0" brushRef="#br0" timeOffset="95338.97">10451 4317 893 0,'0'8'215'0,"-3"-2"0"16,3 5 2-16,3 0-35 0,-3 3-10 0,1 3-21 15,2-1-8-15,1 4 3 0,-1 2-10 16,1 3-14-16,2 0-29 0,-2 1-1 0,2 1-5 15,-1-2-8-15,4 5-30 0,-2-2-26 0,3-3-49 16,4 0-48-16,-4-2-54 0,0-4-189 0,4-1-398 16,0 0 96-16,3-6 38 0,-3-2 54 15</inkml:trace>
  <inkml:trace contextRef="#ctx0" brushRef="#br0" timeOffset="95825.05">11119 4200 890 0,'0'0'272'0,"0"0"-32"16,-4 16 1-16,1-7-26 0,3 0-26 0,-4 3-15 0,4 2-23 16,-3 2-7-16,-1 1-24 0,4 1-2 15,0-1-18-15,0 1-1 0,4 3-1 0,-4-3-22 16,4 0-1-16,2-1-9 0,-2-1-4 0,5 1-6 15,-1-3-13-15,2 0-4 0,0-3 10 16,1-2-11-16,-1-1 0 0,3-6-10 0,1 4 6 16,-1-6-11-16,-1-1-3 0,4-4 6 15,-2-2-18-15,-1 0-14 0,0-4 4 0,-1-4 2 16,1-3-3-16,-3 0-17 0,0-6 17 0,-3 1-7 16,-3-6 0-16,-1-1 10 0,0 2 0 0,-3-2-10 15,-3 1 10-15,-1 3 5 0,1-2 5 16,-3 3-5-16,2 4 0 0,-3 0 10 0,-6 3 3 15,3 3-2-15,-2 3-3 0,-4 3-13 0,-1 2 12 16,3 3-12-16,-3 4 0 0,0 3 16 0,-3 1-14 16,6 4 9-16,-7 5-4 0,4-2 11 15,3 3 10-15,1 2-23 0,2-3 13 0,1 2-18 16,4-1 0-16,2 3-5 0,0-5 3 0,4 2-6 16,0 1 8-16,5-4-3 0,1 3-7 15,1-3 72-15,0-1-4 0,10 3-4 0,-4-6 3 16,8-2-17-16,3 2-29 0,3 0-1 0,-3-4-36 15,7 1-48-15,2-4-85 0,-2-4-137 16,4 2-508-16,3 1 36 0,-7-3 110 0,3-2 46 16,-4-2 57-16</inkml:trace>
  <inkml:trace contextRef="#ctx0" brushRef="#br0" timeOffset="96138.87">11755 4238 785 0,'3'5'267'16,"0"2"4"-16,0-1-38 0,1-1-18 0,2 5-26 15,-2 0-10-15,4 2-5 0,-2-1-25 0,-2 2-8 16,2-2-6-16,-3 3-9 0,0-2-8 16,-2 2-6-16,-1 2 1 0,0-4-13 0,-1 2-11 15,1 2 11-15,-3-1-18 0,0-2 10 16,0 3-18-16,-1-1-10 0,1-4-15 0,0 2 18 15,-1-5-9-15,4 0-4 0,-3 1 2 0,3-5-9 16,0 3-1-16,0-1-11 0,0-6-4 0,7 5-5 16,-1-2 7-16,1-3-15 0,-7 0 0 15,24-8-34-15,-14 3-24 0,7 1-12 0,-3-4-60 16,7-1-39-16,-4-5-126 0,0 4-519 0,0-5 56 16,0 4 37-16,0-5 65 0,0-1 65 15</inkml:trace>
  <inkml:trace contextRef="#ctx0" brushRef="#br0" timeOffset="96638.67">12134 4017 783 0,'0'-4'304'0,"0"4"-27"0,6-9-34 0,1 8-18 16,-2-1-23-16,-5 2-35 0,16 2 4 15,-2-2-22-15,-4 3-6 0,3 1-20 0,2 2 0 16,1-1-8-16,1 2-10 0,0 0 5 0,-3 1-13 15,0 2-28-15,3 0 11 0,-4 2-6 16,-2-1-10-16,-1 3 0 0,-3-4-8 0,0 1 1 16,0 3-4-16,-4-3-7 0,-3 2-7 15,0-4-14-15,0 2 14 0,-3 1 2 0,0-3-5 16,-2 0-3-16,2-1-15 0,0 0-31 0,-1-4-2 16,4 3 2-16,-3-1-18 0,0-2-41 0,0 0-58 15,3-4-36-15,-4 3-14 0,4-3 11 16,0 0 11-16,0 0 9 0,0-17 21 0,0 9-10 15,3-4 10-15,-3-3 10 0,1-2 11 0,2-1 30 16,0-2 26-16,0-1 46 0,-2-1 38 0,2 3 18 16,0-2 8-16,-3 1 33 0,3 3 13 15,-3 1-2-15,0 2 30 0,1 2-3 0,-1-1-4 16,0 5-19-16,4-2-15 0,-4 3-2 16,-4 3-16-16,3 0-7 0,1 4-6 0,0 0-7 0,0 0 2 15,0 0-2-15,-13 15 10 0,7-5-8 16,5 2-12-16,-5 1 17 0,6 0-7 0,-4 3-16 15,4-4 3-15,0 5 0 0,4 0 0 16,-1 1-5-16,0 1 8 0,1-3-14 0,3-1-81 16,-1 0 2-16,2 0 14 0,2-1-11 0,0-1-8 15,4-1-20-15,2 1-11 0,-2-1-38 0,3-3-46 16,1-2-94-16,-2-2-354 0,-1 0-120 16,-2-3 48-16,4-1 70 0,-4-1 61 0</inkml:trace>
  <inkml:trace contextRef="#ctx0" brushRef="#br0" timeOffset="96971.82">12767 4100 596 0,'0'0'241'0,"6"-4"-32"0,-6 4 68 16,0 0-29-16,13 5-15 0,-13-5-13 0,11 8-25 16,-7-1-11-16,2-2-12 0,-2 8-21 15,2-5-8-15,-2 1 0 0,-1 2 11 0,1 3-100 16,-4-2-11-16,0 1-5 0,3 2 75 0,-6-3-5 15,-1 5 2-15,4-3-18 0,-4-2-8 0,-2 3 8 16,0-1-10-16,5-3-13 0,-5-1 1 0,3 0-4 16,-2 1-10-16,2-3-12 0,3-2 12 15,-4-1-12-15,4 2 4 0,-3 0-9 0,3-4 2 16,-3 3 2-16,3-6 3 0,0 7 0 0,0-7-5 16,0 0-2-16,3 5 2 0,-3-5-11 15,0 0 1-15,14-1 5 0,-14 1 0 0,14-4-5 16,-4-1-8-16,4 0-11 0,-4 0-12 0,7 0-41 15,-4 1-2-15,5-3-42 0,-2 1-50 16,-1 2-32-16,1-4-45 0,-2 1-182 16,0 0-451-16,3 0 75 0,-4 3 45 0,-2-4 85 0,3-1 59 15</inkml:trace>
  <inkml:trace contextRef="#ctx0" brushRef="#br0" timeOffset="97204.88">13146 3935 934 0,'0'-4'292'0,"0"4"-26"0,0 0-15 15,0 0-26-15,0 0-5 0,3 22-18 0,0-12-28 16,-3 5 11-16,1-1-4 0,2 3-35 0,3 2-72 16,-1-1-7-16,1 4 15 0,-3 2-18 0,4 1-8 15,-4-4-10-15,4 2 6 0,1 0-1 0,-2-1-15 16,1 0 4-16,-1 0-4 0,2-1 0 15,-1-1-10-15,-1-2-42 0,-5-2-37 0,5 0-78 16,-3-4-166-16,-3 2-499 0,-3-3 90 16,0-3 48-16,-1 1 64 0</inkml:trace>
  <inkml:trace contextRef="#ctx0" brushRef="#br0" timeOffset="100504.74">2552 6740 527 0,'0'0'207'0,"-7"-6"-61"0,7 6 5 0,-8-5-8 16,5 4 75-16,3 1-8 0,-6-5-23 16,3 0 0-16,3 5-1 0,-7-7-17 0,4 5-76 15,3 2 4-15,-4-6 8 0,4 6-11 0,-7-3 14 16,7 3-26-16,-3-6-21 0,3 6 3 0,0 0-20 16,0 0 4-16,0 0-12 0,0 0 15 15,0 0-15-15,0 0 0 0,0 17-13 0,2-10 10 16,2 3-4-16,0-2-4 0,0 2 3 15,2 3-12-15,-2-4-1 0,5 2-10 0,-1 2 13 16,-1-2 5-16,3 1-2 0,-1-2-14 0,2-1 14 16,0-3-14-16,3 0 1 0,-2-1-8 15,-1-2 5-15,3 2-10 0,-1-4 5 0,-2-1-8 0,2-1-4 16,0-4 4-16,-2 4-10 0,0-4-5 16,-1-2-3-16,0 0-7 0,0-2 0 0,-6 0 0 15,2-4 7-15,-2 2 6 0,-3 1 2 0,1-4 5 16,-1 5 3-16,-2-4-1 0,1 3 1 15,1 2 5-15,-2 1-13 0,1 1 0 0,0 0 5 16,0 0 8-16,0 6-2 0,0 0-4 16,0 0 14-16,0 0-21 0,0 0 13 0,14 18 15 15,-11-7 0-15,4 1-7 0,0 3-1 0,-3 1 14 16,2 0-11-16,1 0 8 0,-1 2 0 0,2-1 25 16,-5 0-5-16,1-1 0 0,-1 1-10 0,0 1 8 15,-3 0 10-15,-3-2-5 0,3 5 5 16,-7-2-8-16,-4 0 1 0,2-1 1 0,-4 1 1 15,1-5-8-15,-1 1 18 0,-1 1-5 0,1-5-15 16,-2 0 2-16,3-1-7 0,1-1 9 16,-3-1-4-16,1 0-8 0,-1 0-10 0,4-5-3 15,0 3-16-15,3-4-30 0,-3 4-15 16,6-5-100-16,-3-1-85 0,7 0-260 0,-9 0-237 16,9 0 40-16,0 0 68 0,3-9 57 0</inkml:trace>
  <inkml:trace contextRef="#ctx0" brushRef="#br0" timeOffset="100870.85">3092 6911 952 0,'0'0'343'0,"13"0"-21"15,-13 0-43-15,14 0-20 0,-10 4-31 16,3-2-24-16,2 2-17 0,-2 3-10 0,0 0-16 15,1 1-28-15,-2 2-18 0,1 4-69 0,-1-2-7 16,-3 2-1-16,-2 4 3 0,2-1-2 0,-7 4-6 16,1-1-10-16,0 3 8 0,-7 2-8 15,1-1 15-15,1-4-20 0,-2 4 5 0,3-5-13 16,-4 2-2-16,4-6 2 0,1-2 3 0,0 0 5 16,2-3-10-16,-1-1 7 0,2-1-5 0,0-1 0 15,3-4 3-15,0 2 0 0,0-5 10 16,0 0-13-16,14 2 1 0,-14-2-6 0,14-3 2 15,0-3 6-15,-4 1-3 0,6 0-2 0,2-3 0 16,0 0-13-16,2 0 5 0,3-1-23 16,-5 1-44-16,-1 0-23 0,3-1-63 0,-7 1-83 15,1 0-573-15,-3 1 98 0,-4 0 40 0,0-2 67 16,-7 1 74-16</inkml:trace>
  <inkml:trace contextRef="#ctx0" brushRef="#br0" timeOffset="101287.65">2705 6438 1023 0,'0'0'305'0,"-9"12"-31"0,5-5-26 15,3 2-25-15,-2 0-23 0,3 0-24 0,0 3-7 16,-3 1-20-16,3-3-16 0,-3 3-8 0,2-3-12 16,1 1-19-16,-2-1-1 0,2 0-17 15,-1-4-4-15,1 1-5 0,0 0 4 0,0 0-12 16,0-3 5-16,0 2 21 0,0-6-32 0,0 0 4 16,0 0-6-16,0 0 0 0,0 0 3 15,0 0-85-15,7-19-5 0,-4 6 21 0,-3 2-8 16,3-6 5-16,2 1 8 0,-2-5-3 0,0 2 3 15,4 0-3-15,-3-3 5 0,2 3-5 16,0 2-2-16,2 3 12 0,-4-1-12 0,5 3 2 16,-5 3-5-16,6 1 8 0,-2 2-5 0,4 3-3 15,-1-1 18-15,2 4-21 0,2 4 11 0,1-1 2 16,2 5 3-16,-1 2-2 0,3 3 7 16,1-1-11-16,-1 5-24 0,7-1-58 0,-3 3-32 15,1-1-41-15,1 1-108 0,-1-1-504 0,13 5 89 16,-7-5 49-16,-5-2 74 0</inkml:trace>
  <inkml:trace contextRef="#ctx0" brushRef="#br0" timeOffset="101521.99">4004 6567 1034 0,'7'-1'358'0,"-7"1"-33"16,15-5-31-16,-6 4-30 0,2 0-28 0,2-5-24 0,1 3-30 15,4-3-34-15,-2 4-30 0,4-2-69 0,-2 1-57 16,2 2-74-16,-3-4-166 0,0 4-466 16,-2 1-3-16,-3 0 97 0,-1 0 52 0</inkml:trace>
  <inkml:trace contextRef="#ctx0" brushRef="#br0" timeOffset="101689.1">4131 6750 808 0,'-3'3'328'0,"3"-3"-23"0,0 0-32 0,0 0-4 16,0 0-20-16,10 4-96 0,-10-4-7 0,0 0-23 15,30-9-8-15,-16 4-10 0,3-2-26 16,0 5-12-16,0-4-49 0,4-1-57 0,0 1-86 15,-2 0-231-15,3 0-343 0,1-1 36 0,-1 1 70 16,-3-2 50-16</inkml:trace>
  <inkml:trace contextRef="#ctx0" brushRef="#br0" timeOffset="102488.24">5014 6191 1011 0,'0'0'330'0,"-1"-5"-36"0,1 5-23 15,0 0-9-15,0 0-37 0,-6 17-13 16,5-7-38-16,1 3-12 0,0 2-14 0,0 1-17 15,1 2-11-15,2-1-15 0,0 2-80 0,1 4 1 16,5-3-3-16,-2 1-10 0,1-2-8 16,2 0 13-16,0 0-8 0,4-3 8 0,-4-3-20 0,4 1-4 15,-1-5-4-15,0-1 0 0,1 0 7 16,0-4 6-16,0 1 2 0,-4-4-5 0,4-2-3 16,-4 1 3-16,0-6 6 0,1 1 1 0,-1-1 6 15,-6-2-13-15,2-5-2 0,-3 3 4 16,-3-3 6-16,0-1-3 0,-3-3 10 0,-1-2-7 15,-5-3 0-15,-2-1-1 0,1 4-4 0,0-4-1 16,-1 4 27-16,1 2-17 0,3 1 9 16,-3 1-6-16,0 5-2 0,3-1 7 0,0 1 1 15,0 1-1-15,0 5-7 0,-3 0-5 0,4 2 0 16,6 2-1-16,-18 6-9 0,11-2 9 0,1 3-9 16,-1 0 9-16,-1 1 4 0,2 1 7 0,2-1 2 15,1 2-2-15,0-3-3 0,3 1-7 16,0 0 18-16,0 1-6 0,3-1-17 0,-2 2 4 15,5-3-2-15,1 0-2 0,3 1 0 16,1-1-1-16,6-3-12 0,-1 2-21 0,2-2-20 16,2 0-36-16,7-1-38 0,-3-2-73 0,0 4-206 15,7-4-351-15,-6-1 48 0,1 0 85 16,-2-1 59-16</inkml:trace>
  <inkml:trace contextRef="#ctx0" brushRef="#br0" timeOffset="102871.81">5570 6378 619 0,'-6'6'317'0,"2"-2"-30"0,-6 4-18 0,6 0-26 16,-6 4-10-16,3 0-26 0,0 1-30 0,0-1-11 16,1 3-2-16,2 1-18 0,1 0-23 0,-4 0 5 15,6-3-18-15,-1 1-3 0,2 0-12 16,2-3-8-16,3 5-8 0,-2-7-17 0,0 2-8 15,4 1 2-15,0-3-5 0,0-2-5 0,3-3 0 16,1 2 6-16,2-5-29 0,-2 0 15 16,1-1-2-16,3-2-3 0,-2-2-5 0,-2 0 0 15,2-2 6-15,0-3-4 0,-2 0-1 0,-1-1-73 16,0-4 3-16,-2-1 10 0,-2 1-7 16,-2-5 15-16,-1 0 2 0,-3 3-4 0,0-3 9 15,-6-2 1-15,2 2 38 0,1 3-25 0,-5 1-4 16,1 2-1-16,1-1 7 0,-4 6 2 0,2-2-4 15,-5 3-3-15,3 5-13 0,-4-3 15 0,4 4 1 16,-4 1-3-16,4 4-16 0,-3-2 18 16,2 0-30-16,4 4-41 0,0 2-16 0,1-1-15 15,6-1-43-15,-3 2-77 0,3-1-141 16,6 1-379-16,-2-1 59 0,5 0 46 0,-2-4 84 16</inkml:trace>
  <inkml:trace contextRef="#ctx0" brushRef="#br0" timeOffset="103121.89">6171 6054 1005 0,'12'-4'341'0,"-3"0"-39"15,1 1-26-15,1 2-35 0,-1 1-34 0,0 1-15 16,-2 2-18-16,2 1-10 0,0 0-8 0,0 3-12 15,0 5-19-15,-3-1-5 0,-3-1-15 0,-1 5-10 16,1-3-10-16,-4 3 4 0,-5 2-22 0,2 1-8 16,-3-1-49-16,-1 5-26 0,0-4-60 15,-4 2-19-15,1-1-138 0,4-4-527 0,-1-3 17 16,0 3 52-16,3-7 97 0,4-2 34 16</inkml:trace>
  <inkml:trace contextRef="#ctx0" brushRef="#br0" timeOffset="103687.97">6330 6000 1085 0,'0'0'338'0,"0"0"-44"0,0 0-15 16,-15 16-23-16,9-7-26 0,-1 2-22 0,0 3-16 15,0 3-28-15,1-2-13 0,-1 3-3 16,3-1-15-16,-3 1-20 0,3 0-13 0,1 0-3 15,0 2-5-15,3-2-84 0,3 1 2 0,0-3 5 16,1 1-10-16,0 0 6 0,3-3 4 0,2-2-5 16,2 1-2-16,3-5-11 0,2 1 6 15,-2-2-13-15,3-4-13 0,1 1-11 0,-1-2-7 16,0-4 11-16,1 0 7 0,-2-2-8 0,2-2 3 16,-2-1 7-16,-2-3-2 0,0 1 3 15,-1-1 10-15,-3-4 7 0,0 3 13 0,-2-1 8 16,-1 2 15-16,0 0 6 0,-1 3-3 15,0 0-13-15,-5 3 5 0,3-2 8 0,-4 6-21 16,3-2-7-16,-3 2 15 0,0 0-8 0,0 0 3 16,-7 17-3-16,6-9-10 0,-2 3 1 0,-3-1 1 15,3 3 4-15,2-1-6 0,-2 3-3 16,0-1-2-16,2 1 3 0,1-3-1 0,1 3-2 16,2-5 0-16,0 5 18 0,-2-3-15 0,5-1-8 15,0-2 5-15,2 0 2 0,-1-5 1 0,0 2-1 16,3-3 9-16,3 1-11 0,-3-4-3 15,2-1 3-15,0-4 3 0,2 1-9 0,0-3-1 16,-1-1 14-16,-2 0-9 0,2-5-1 0,-6 1 11 16,4-4 2-16,-8 1-12 0,-2-2 2 15,2-1 5-15,-3 3 5 0,-1-2 0 0,-2 2-7 16,0 1-3-16,0 0 5 0,-2 5 0 0,-1-2-2 16,-1 1-3-16,0 4-16 0,-4-1 16 0,1 3 13 15,-2 1-38-15,0 2-34 0,-1 2-54 16,-1 2-53-16,4 1-149 0,-3 0-479 0,5 3 83 15,-2-2 38-15,4-2 89 0,2 1 57 0</inkml:trace>
  <inkml:trace contextRef="#ctx0" brushRef="#br0" timeOffset="104020.99">6982 6163 985 0,'10'-2'330'16,"0"4"-41"-16,4 2-15 0,-4 0-25 0,5 3-29 16,-2 0-13-16,0 1-28 0,-2 3-10 0,2 2-15 15,-6 2-21-15,1-3-10 0,-2 5-6 16,-3 0-14-16,-2-2-19 0,-2 2-9 0,-2 1-9 16,-3 0-61-16,2 3 8 0,-4-4-8 0,-4-1-2 15,1 2 4-15,1-2-7 0,3-4 11 0,-3 1 9 16,2-4-7-16,1 1-11 0,4-2 1 15,-3-1 71-15,2 0-2 0,1-3-8 0,3 1-8 16,0-5-5-16,0 8-2 0,0-8-13 0,10 0 7 16,-10 0-14-16,18-4-12 0,-5 1-14 0,4-3-23 15,3 2-21-15,1-4-36 0,3 0-36 16,3-5-45-16,-3 2-116 0,4-1-545 0,2-2 89 16,-3-1 34-16,-3-1 61 0,1-1 85 15</inkml:trace>
  <inkml:trace contextRef="#ctx0" brushRef="#br0" timeOffset="104204.37">7577 6175 931 0,'0'0'341'0,"0"0"-39"0,6-4-46 16,-6 4-11-16,0 0-7 0,11-4-20 16,-4 4-13-16,-1-1-36 0,2-4 0 0,5 4-21 15,1 0-22-15,0-4-14 0,2 4-4 0,5-2-11 16,-1-3-5-16,1 4-41 0,3-4-33 0,0 4-43 15,-4-4-55-15,1 3-101 0,-3-4-337 16,1 2-262-16,-4 1 91 0,-2-2 65 16,-3 1 61-16</inkml:trace>
  <inkml:trace contextRef="#ctx0" brushRef="#br0" timeOffset="104404.11">7783 5961 811 0,'-1'6'297'0,"-2"2"-34"0,-1 2-12 0,0 1-23 16,4 2-5-16,0-1-29 0,0 3-17 0,0 3-3 16,0 3-18-16,0-4-7 0,1 2-29 15,2 4-7-15,-3-3-14 0,4 4 4 0,0-1-26 16,2-1-54-16,0-1-28 0,1 2-70 0,4-4-63 16,-4-2-187-16,6-1-420 0,-2-1 36 15,2-7 77-15,1 0 66 0</inkml:trace>
  <inkml:trace contextRef="#ctx0" brushRef="#br0" timeOffset="104837.63">8404 5876 806 0,'7'10'281'0,"-7"-1"-27"16,0-1-11-16,0 0-15 0,0 7-21 0,0-3-33 15,0 3-5-15,0 0-5 0,0 3-34 0,3-1-12 16,-3 0-8-16,3-1-10 0,1 1-5 16,0-1-11-16,-1-1-2 0,4-1-15 0,-3-2-1 15,5-3 1-15,-5 1-16 0,6-3 8 0,-3 0-8 16,3 0 5-16,4-6-12 0,-4-1-3 0,4-1-5 16,0-3 0-16,-4 0-11 0,7-4 14 0,-4-1-11 15,-2-3-3-15,-1-1 1 0,0-3-3 16,-2-5-3-16,-2 1 1 0,-2-2 63 0,-1-3-7 15,-3 0-13-15,0-1-5 0,0 1-10 0,-6 1 2 16,2 3 5-16,-3 3-7 0,3 2 2 16,-3 0-5-16,1 2-2 0,0 3-11 0,-2 3-2 15,-2 1 4-15,0 6-9 0,-5-1 2 0,2 4-5 16,-4 5-5-16,0 0-5 0,0 4-5 0,3 1 12 16,-3 1 3-16,4 3-10 0,2-5 5 15,4 6-11-15,0-3 9 0,1 3 2 0,3-3-8 16,3-1-2-16,0 2-6 0,3 1 14 0,1-1-29 15,5-2-13-15,2-1-30 0,3 1-36 16,6-4-59-16,0 0-105 0,4-1-594 0,1-4 13 0,-1-1 110 16,-1-5 54-16,1 1 53 0,-6-6 85 15</inkml:trace>
  <inkml:trace contextRef="#ctx0" brushRef="#br0" timeOffset="105020.18">8869 5950 765 0,'3'10'302'0,"-3"-4"-23"0,0 3-13 0,0 0-28 16,-3 2-10-16,3 3-23 0,0 2-13 0,0 1-41 16,0 2-5-16,0 2-18 0,0 0-16 0,0 4-4 15,3 0-14-15,-3 1-24 0,0 2-22 16,0-3-45-16,0 0-49 0,1-4-118 0,2 4-256 16,0 0-338-16,0-7 111 0,-2-3 45 0,3-3 60 15</inkml:trace>
  <inkml:trace contextRef="#ctx0" brushRef="#br0" timeOffset="105320.2">9170 5750 957 0,'10'-2'287'0,"4"4"-34"0,-1-2-28 15,-2 3-12-15,6 3 43 0,-4 1-11 0,5 0-32 16,-2 4-26-16,5 3-16 0,-6-2-12 16,1 3-29-16,-2 2 3 0,-4 0-17 0,0-1-1 15,-6 0-15-15,-1 0 0 0,1 0-19 0,-4-1-1 16,-4 0-11-16,3 2-8 0,-2-2 3 0,-3 0-10 16,-1-4-8-16,4 1-23 0,-1-1-2 15,1-3-16-15,-4-2-39 0,6-1-58 0,-2-1-61 16,3-2-24-16,0-2 3 0,0 0-20 0,0 0-83 15,0-21-478-15,3 11 59 0,1-5 40 0,0-2 55 16,-1-4 48-16</inkml:trace>
  <inkml:trace contextRef="#ctx0" brushRef="#br0" timeOffset="105521.35">9417 5701 752 0,'0'-8'284'16,"0"1"-10"-16,0 3-51 0,0 4-8 16,-1-6-23-16,1 6-23 0,0 0-23 0,0 0-8 15,0 0 8-15,0 0-26 0,-14 19 16 0,11-10 53 16,0 4-28-16,-1-1 1 0,1 5-11 15,-1-2-8-15,1 2-25 0,0 1 10 0,3-1-11 16,0 4-14-16,0-4-16 0,3 0-3 0,-3 1-4 16,3-1 2-16,1 0-24 0,2-1-1 0,-2-2-9 15,2-1-30-15,2 0-18 0,2-3-20 16,0 2-44-16,1-7-62 0,2-1-89 0,1-1-181 16,-1-2-454-16,1-2 97 0,3 0 55 0,-4-7 70 15,2-1 50-15</inkml:trace>
  <inkml:trace contextRef="#ctx0" brushRef="#br0" timeOffset="105704.12">9690 5829 575 0,'0'0'256'0,"0"0"-15"0,0 0-18 15,0 17 7-15,-3-10-41 0,1 1-7 16,0 6 13-16,1-3-6 0,1 3-30 0,0 2-11 16,-3 0 1-16,3 2-29 0,0-1-7 0,0 2-8 15,0-1-18-15,0 3-5 0,0-4-3 16,0 2-10-16,3-1-38 0,-6 1-62 0,6-1-76 15,-3-6-85-15,0 4-561 0,3-3 62 0,2-3 25 16,-2-2 73-16</inkml:trace>
  <inkml:trace contextRef="#ctx0" brushRef="#br0" timeOffset="106020.22">10017 5841 998 0,'7'-3'284'0,"1"1"-38"16,-8 2-8-16,13 2-31 0,-6 1-15 0,3-1-8 15,-3 3-35-15,0 0-11 0,0 3-13 16,0 1-9-16,-1 3-14 0,-2-2-7 0,-1 2 2 16,-3 2-7-16,0 2-6 0,-3 1-7 0,3 0-3 15,-4 1-5-15,-2 3 0 0,-1-3 8 16,3-2-28-16,1 0 15 0,-1-2-21 0,1 1-7 15,0-3 10-15,-1-1-8 0,4-3 1 0,-3 1-8 16,3-1-8-16,-3-1 10 0,6-5 8 0,0 5-16 16,1-4 14-16,2-2-16 0,-6-1 5 0,18 0 0 15,-2 0-20-15,-4-1 0 0,4-1-24 16,-3 1-2-16,5-5-30 0,2 4-65 0,0-4-84 16,-6 4-266-16,3-4-354 0,1 1 103 15,-5-2 46-15,-2-2 59 0,-1-2 61 0</inkml:trace>
  <inkml:trace contextRef="#ctx0" brushRef="#br0" timeOffset="106487.9">11084 5851 1072 0,'0'0'369'15,"-3"6"-32"-15,3-6-32 0,0 0-36 0,0 0-21 16,0 0-25-16,0 0-18 0,0 0-24 0,27-9-14 15,-16 4-16-15,2 3-34 0,4-4-6 16,-3 0-55-16,6 2-25 0,-5-1-39 0,1-2-69 16,-1 3-53-16,1-5-172 0,-6 1-500 0,4 0 75 15,-8-1 47-15,-2 0 109 0</inkml:trace>
  <inkml:trace contextRef="#ctx0" brushRef="#br0" timeOffset="106653.28">11201 5566 844 0,'0'0'289'15,"0"0"-35"-15,0 0-16 0,0 0-10 16,-8 10-11-16,5-2-91 0,3 3-6 0,0 3-7 16,3-3-3-16,1 5-13 0,-3 1-5 15,5 1 0-15,-3 3-17 0,1 0-9 0,2 2-2 16,1 2-5-16,0-1-13 0,4 2-36 0,-1-1-25 16,4 0-47-16,-1 0-101 0,4 0-185 0,-3-2-356 15,3-7 33-15,0-5 105 0,3 1 34 16</inkml:trace>
  <inkml:trace contextRef="#ctx0" brushRef="#br0" timeOffset="107104.63">11867 5492 903 0,'0'9'335'0,"-3"0"-33"0,2 2-7 15,-2 2-47-15,3 3-20 0,0-5-23 0,0 7-18 16,-3 0-16-16,3-4-12 0,3 7-21 16,-3-3-87-16,3-1-5 0,-2 0 0 0,5-1-7 15,-2-3-3-15,3 2-19 0,-3-5 9 0,2 2 0 16,1-3-14-16,3-5-4 0,0 0 5 16,0 0-8-16,4-2 3 0,-3-4-3 0,3-2-5 15,-1 0 2-15,0-2-2 0,1-5 11 0,-4 0-19 16,-3-3 5-16,1 0-4 0,1-7-9 15,-5-2 11-15,-4 1-5 0,0-8 7 0,-3 4 19 16,2 0-16-16,-5-7 2 0,-1 8 27 0,0 2 6 16,0-1-12-16,-3 6 3 0,3 3 2 0,-3 3-5 15,3 0-7-15,-3 7-4 0,-1-1 6 16,-2 6 8-16,3 0-18 0,-4 6 7 0,1 2-2 16,1 1-6-16,0 0 16 0,5 2-10 0,-4 2 3 15,4 2-6-15,1-1 8 0,5 0 0 0,-2 1-6 16,3-4-6-16,0 4 4 0,3 1 8 15,1-4-5-15,3 2-8 0,3 0 10 0,0-4-15 16,3 1 5-16,2-3-48 0,2-1-9 16,3 1-63-16,1-2-33 0,-4-3-167 0,3 0-473 15,4 1 66-15,-7-3 51 0,1 1 72 0</inkml:trace>
  <inkml:trace contextRef="#ctx0" brushRef="#br0" timeOffset="107420.87">12373 5682 742 0,'7'2'289'0,"-4"0"-18"0,4 4-20 0,-4 2-20 16,5-1-11-16,-5 3-18 0,1-2-20 0,-1 3 2 16,0 3-23-16,0-3 3 0,-6 6-15 15,3-3-21-15,-3 1-82 0,-1 1 35 0,-2-1-17 16,-2 4-2-16,1-3-11 0,1-3-5 0,-4 4 5 15,2-3-5-15,2-3 6 0,-1 3 7 16,1-5-29-16,2 0 9 0,-3-2-6 0,4 1 5 16,2-4-12-16,-2 3 2 0,3-1 0 0,0-6-5 15,3 8-10-15,5-7 13 0,-1 1-1 16,6-2 6-16,4-2-21 0,0 1-2 0,1-3-26 16,5 0-13-16,-3 0-20 0,4-2-18 15,1-1-39-15,-1-1-45 0,-4 0-106 0,4-3-537 16,0-2 90-16,-3 1 45 0,-5-4 42 0,2 1 74 15</inkml:trace>
  <inkml:trace contextRef="#ctx0" brushRef="#br0" timeOffset="107887.28">12831 5351 952 0,'7'-1'294'15,"-7"1"-30"-15,17 3-24 0,-6-2-81 0,2 6-5 16,1 0-14-16,-1 3 17 0,2 0-35 16,-2 2-6-16,0-1-27 0,-2 4 6 0,-1 0 0 15,-3-3-11-15,0 3-7 0,0 1 2 0,-4-3-10 16,0 1-10-16,-3 0-5 0,0-3-5 16,-3 4 15-16,3-3-18 0,-6 0-8 0,5-1 6 15,-2-1 2-15,-4-2-8 0,6 1-2 0,-2-1-5 16,3-1-11-16,-3-1-20 0,3-4-43 15,0-2-37-15,0 0 21 0,0 0-2 0,0 0-11 16,0 0 8-16,10-15-15 0,-6 5-3 0,3-5 13 16,-4-2 0-16,3-3 12 0,-2-3 27 0,2-2-4 15,-1 2 22-15,1 2 27 0,-2-3 26 0,-1 7 2 16,0 0 19-16,1 3-6 0,-1 3 8 16,0-1-5-16,0 1-10 0,-3 4-8 0,2 3 0 15,-2-1-6-15,0 5 4 0,0 0-3 0,0 0 5 16,0 0-11-16,-2 18 29 0,-1-6-31 15,3-1 1-15,0 3 9 0,0-3-10 0,-3 6 8 16,6 0 0-16,-3-1-13 0,0 1 0 0,3 0-5 16,2-2-3-16,-2 3 0 0,0-4 6 15,4 3-1-15,-3-1-17 0,6-5-16 0,0 3-30 16,0-3-39-16,4 0-31 0,0 1-120 0,3-4-586 16,0-4 102-16,0 1 37 0,0-3 83 0,-3-4 57 15</inkml:trace>
  <inkml:trace contextRef="#ctx0" brushRef="#br0" timeOffset="108187.05">13508 5446 642 0,'4'4'266'0,"2"3"-28"0,1-1-28 15,-1 3-18-15,-1 1 44 0,1 0-14 0,-2 5-7 16,-1-1-23-16,0 1-18 0,-2 0-23 0,-1 1-7 15,-1 1-6-15,-2-1 8 0,0 1-26 16,-1 0-10-16,-2-1-7 0,1 0-75 0,-1-3-21 16,-1 1 19-16,1 0 23 0,2-4-16 0,0-1-5 15,1-1-7-15,-1 0 7 0,4 0 5 16,-3-5-2-16,3 3-8 0,0-6 2 0,3 4 11 16,-3-4-15-16,11 3-1 0,-11-3-10 0,17-5-22 15,-3 3-9-15,-1-3-12 0,2 1-31 0,1-4-13 16,2 0-33-16,1-1-49 0,2-3-53 15,0 0-100-15,-1-1-446 0,1 0 77 0,-3-3 46 16,-2-1 54-16</inkml:trace>
  <inkml:trace contextRef="#ctx0" brushRef="#br0" timeOffset="108521.48">13966 5338 1013 0,'4'-3'297'0,"-4"3"-33"0,10-3-21 16,-10 3-18-16,10-3-18 0,-10 3-17 0,17 6-16 15,-10 0-18-15,3-1-2 0,1 3-6 0,-1 1-35 16,0 4 10-16,-3-1-11 0,0 3-7 16,-1 0-13-16,-2 2-2 0,-1 1-13 0,-3-1 7 15,0-1-4-15,-3 2-14 0,-1-1 13 0,1 0-94 16,-3 4 33-16,2-5-21 0,-3 1 16 16,3 0-10-16,-2-5 12 0,2 1-28 0,1-2 29 15,0 1 50-15,-1-3 1 0,4-3-3 0,0 1-13 16,0 0 26-16,0-1-6 0,4-2-4 15,3 0-6-15,2-1-7 0,5-3 0 0,3 1-8 0,4-1 3 16,3-1-1-16,-1-1 1 0,5 1-11 16,2-3-2-16,-2 1-5 0,-1 2-8 0,-3 0-13 15,-3-4-18-15,-1 5-32 0,-5-1-55 16,1 1-59-16,-5 0-51 0,-4 1-63 0,-1-1-531 16,-6 0-28-16,0 0 93 0,-21 9 60 0,-6-4 65 15,-11-1 67-15</inkml:trace>
  <inkml:trace contextRef="#ctx0" brushRef="#br0" timeOffset="109636.77">2438 8537 1013 0,'-3'-4'277'0,"3"4"-32"0,-3-7-12 16,0 5-25-16,3 2-19 0,-4-6-28 16,4 6-15-16,0 0-10 0,0 0-8 0,0 0-8 15,0 0-18-15,0 0-14 0,0 14-9 0,0-6 0 16,4-2-12-16,-1 4 2 0,0 0-10 15,4-1-13-15,0 1 5 0,0 2-5 0,3-1-7 16,0-1-14-16,1-3 6 0,-1 1-16 0,4-1 13 16,0-3-12-16,3 2-6 0,0-3 5 15,0 0-4-15,-1-3 9 0,2-3-15 0,-2 1 10 16,2 0-4-16,-2-4-9 0,-1-1 3 0,-2-1-5 16,1 2-5-16,-4-5 13 0,-3 1-3 0,1 0 5 15,-2-3 3-15,-3 3-5 0,1-1-1 16,-1-2-4-16,0 2 7 0,-3 3-2 0,1 1 2 15,2-3-7-15,0 3-3 0,-3 5 2 0,4-4-7 16,-4 6 8-16,4 0 2 0,-4 0-5 16,0 0-3-16,13 15 6 0,-10-5-3 0,4-2 5 15,0 7-5-15,0-3-3 0,-3 4 14 0,5 5-6 16,-1-3 0-16,-1 5 5 0,-1-4-2 0,0 3 2 16,1-1-5-16,-2-3 3 0,-2 2 7 15,0-1 13-15,-3-1-2 0,0-1 0 0,-3 1-3 16,0 1 7-16,-2-4 11 0,-1 1-23 0,-1-1 18 15,0 0 13-15,-6-4-3 0,2 3-16 0,1-4-1 16,-4-2-4-16,1 2 6 0,-2-3-11 16,2-1 6-16,-1-4-8 0,1 0-26 0,0 1 1 15,-1-6-57-15,1 1-57 0,1 2-73 0,2-2-126 16,4-4-328-16,-1 3-97 0,0-4 31 16,6 0 64-16,-1-1 59 0</inkml:trace>
  <inkml:trace contextRef="#ctx0" brushRef="#br0" timeOffset="110053.95">3071 8649 1059 0,'8'-2'338'0,"1"-1"-38"0,2 2-19 16,-11 1-40-16,17 4-6 0,-8-1-17 15,2 0-29-15,-4 2-86 0,0 2-11 0,1 0-15 16,-2-1-11-16,-3 6 67 0,0-3-15 0,-3 0-3 15,0 1-12-15,-3 0-4 0,0 2-22 0,-5-1 0 16,1 4 0-16,1-6-6 0,-1-1-14 0,-2 2-9 16,1-3-4-16,2 1-1 0,2-1-2 15,-3-4-2-15,4 3-1 0,-2-5-7 0,5-1-13 16,-3 3 0-16,3-3-8 0,0 0 3 0,0 0-6 16,0 0 6-16,0 0-3 0,0 0 1 15,0 0-11-15,24-9-3 0,-17 9 3 0,4 0 5 16,-11 0-7-16,16 3 14 0,-5-1-12 0,-1 0-2 15,0 0 15-15,1 3-3 0,-1-1 8 16,0 2 7-16,1 1-7 0,-5 0-2 0,1 1 2 16,-4-1 2-16,1 2 3 0,-4-3 10 0,0 6 1 15,-3-3-24-15,-1 1 13 0,-5 3 0 16,-2-1-5-16,-2-4 2 0,-5 7-7 0,1-5 13 16,-7 0-13-16,0-3-11 0,-3 1-50 0,0-2-24 15,-5-3-33-15,1-2-59 0,0-2-74 0,-2-1-358 16,-1-5-259-16,0-1 112 0,3-7 50 0,3 2 68 15,-9-12 54-15</inkml:trace>
  <inkml:trace contextRef="#ctx0" brushRef="#br0" timeOffset="110437.67">2709 8151 947 0,'0'0'253'0,"4"17"-25"0,-2-11-13 16,-2 1-21-16,-2-2-27 0,2 5-3 0,0 0-3 16,-1 2-26-16,1-4-19 0,0 3-11 15,-3 2-16-15,3-5-9 0,-3 2-1 0,2-2-13 16,-1-1-7-16,2 3 0 0,-1-4 0 0,1-2 20 16,0 1-17-16,0-5-8 0,-3 7-13 15,3-7 0-15,0 0-13 0,0 0-3 0,0 0 3 16,0 0-5-16,-7-22 3 0,6 12-5 0,1 1-6 15,-3-7 0-15,3 1 13 0,0-2-17 0,0-1-6 16,0 1 13-16,0 0 5 0,3-1-13 16,2 2 5-16,-2 1 11 0,1-2-18 0,2 8 2 15,1-4-10-15,2 3 5 0,2 3 0 0,2 6-2 16,2-6 7-16,1 7-5 0,5 7-2 16,0-7-3-16,2 7 2 0,1 1 8 0,0 2-7 15,4 0 2-15,-3 5-2 0,2 0-11 0,-1 2-28 16,-1 1-38-16,1-1-41 0,-1 1-95 15,12 11-481-15,-3-5-39 0,-6-5 49 0,-1-1 57 16,-6-8 81-16</inkml:trace>
  <inkml:trace contextRef="#ctx0" brushRef="#br0" timeOffset="110670.11">4244 8287 870 0,'10'-4'304'16,"0"3"-19"-16,4-5-40 0,0 5-7 0,6-6-35 16,1 5-19-16,2-3-20 0,4 2-31 15,1-4-36-15,-1 5-46 0,1-3-71 0,-1 4-52 16,1-5-140-16,-8 4-464 0,1 0 8 0,-4 2 74 15</inkml:trace>
  <inkml:trace contextRef="#ctx0" brushRef="#br0" timeOffset="110870.18">4425 8456 632 0,'-3'4'315'0,"-4"1"-18"15,6-2-8-15,1-3-31 0,-3 6-9 16,3-6-34-16,0 2 0 0,0-2-26 0,0 0-23 15,11 5 1-15,-11-5-14 0,14-3-20 0,-2 1-5 16,3 2-25-16,1-1-3 0,2-5-6 0,-1 3-45 16,0-3-8-16,0 2-51 0,0-2-67 15,0-1-87-15,-3 1-540 0,0 0-51 0,2 0 74 16,-5-3 75-16,-4 1 63 0</inkml:trace>
  <inkml:trace contextRef="#ctx0" brushRef="#br0" timeOffset="111603.87">5337 7893 875 0,'-3'-3'328'15,"0"-2"-11"-15,3 5-25 0,-6-4-41 0,6 4-29 16,-4-3-22-16,4 3-11 0,0 0-25 0,-11 7-8 16,7 1-20-16,1-1-13 0,-3 4-8 15,2 3-74-15,-2 1-13 0,-1 1 0 0,3 2 0 16,0 1 1-16,1-2-11 0,3 1 10 0,-3 3-8 15,3-2-7-15,3-2 23 0,-2 1-3 16,5 0-23-16,1-3 3 0,3 0 5 0,0 0 5 16,2-3-8-16,4 0-4 0,-2-3 7 0,3-5 2 15,3 1-17-15,-3-3 17 0,0-1-15 16,4-4 11-16,-4 1-6 0,1-4 3 0,-2-1-6 16,-1-3 9-16,-2 1 4 0,4-7-22 0,-7 1 14 15,-3 0-6-15,3-5 6 0,-6 3-9 16,-1-5-8-16,-3 3 10 0,-3-5-5 0,-1-1 5 15,-3-1 10-15,0 2-15 0,-3 1 13 0,-1 3 2 16,1-2-4-16,-2 4-9 0,0 3-2 0,2 3 11 16,0-1-9-16,-4 4-4 0,1 5 7 15,2-3-5-15,-2 7 2 0,3 0 3 0,-1 2-7 16,-2 3 4-16,3-2-9 0,2 5 9 0,-1 1 6 16,2-1-8-16,3 2-5 0,1-2 12 15,-1 6-12-15,4-6 21 0,0 3-16 0,4-2 2 16,0 3 6-16,2-2-8 0,1-3 8 0,2 2-1 15,2-1-2-15,3-4-5 0,3 1 3 0,-3 2-31 16,3-4-41-16,0-2-26 0,3 4-33 16,1-3-67-16,-4-2-132 0,4 6-454 0,-1-5 70 15,0 2 40-15,-2 1 72 0</inkml:trace>
  <inkml:trace contextRef="#ctx0" brushRef="#br0" timeOffset="111953.56">5888 8082 755 0,'0'11'222'0,"3"-3"-7"0,-3 2-18 15,0 4-30-15,1 1 7 0,1-2-21 0,-2 2-22 16,5 0-6-16,-2 2-15 0,0 1-7 16,1-4-11-16,2 0-20 0,-2 1 4 0,3-1 1 15,0-4-13-15,0-1-5 0,2 0-3 16,-2 0-9-16,4-3-7 0,-1 0-1 0,0-5 2 15,1-1 0-15,2 0 2 0,1-4 6 0,-1 1-6 16,-2-5-12-16,3-1-3 0,-1 1 13 16,-2-4-7-16,-5-1 1 0,1-4-1 0,-1 2-14 15,-2-3 3-15,-4 0 3 0,0 0-3 0,-4-3 2 16,1 4-7-16,-3-1 3 0,-1 3-6 0,0 3-10 16,-4-1 13-16,1 2-2 0,-3 2 1 0,2 1 4 15,-2 0-6-15,-1 4-4 0,1 1-9 16,2 1-7-16,-3-3-5 0,5 5-21 0,-5 4-48 15,7-3-26-15,-3 1-51 0,2-2-100 0,2 6-180 16,2-5-301-16,4 0 92 0,0-1 26 16,0 0 71-16</inkml:trace>
  <inkml:trace contextRef="#ctx0" brushRef="#br0" timeOffset="112453.06">6647 7703 1113 0,'10'-3'302'0,"0"2"-23"16,-2-2-38-16,2 3-29 0,4 3-17 0,-4-2-21 16,0 2-11-16,4 2-17 0,-4 2-15 0,0-1-6 15,-2 1-7-15,-2 1-10 0,0 5-14 16,-2-4-12-16,-1 2-5 0,-3 2-8 0,0-2-5 15,-3 3 0-15,-1-3-5 0,-2 4-5 0,0-4 0 16,1 1-19-16,-1-2 1 0,2-1-8 0,1-2 3 16,-3-3-21-16,5 3-15 0,-2 0-13 15,3-4-30-15,0-3-27 0,0 0 1 0,0 0-5 16,0 0 7-16,0 0 8 0,0 0 8 0,10-17-26 16,-7 9 0-16,4-2 0 0,-4-7-2 15,5 2 15-15,-2-3 7 0,-3 1 11 0,4-1 33 16,-4 3 31-16,1-3 20 0,3 3 8 0,-3-1 23 15,-4 5 5-15,3 2 8 0,-3-4-8 0,3 8 5 16,-3-2-7-16,0 1-1 0,0 6-12 0,-3-7-8 16,3 7 0-16,0 0 5 0,0 0-2 15,-11 17 2-15,5-9-2 0,2 2 10 0,1 2-13 16,0-2 10-16,-1 5-5 0,1 1 3 16,3-4-8-16,0 3-84 0,0 2-1 0,0 0 11 15,3-2 3-15,0 3 7 0,1-3-16 0,2 1-4 16,1-4-26-16,4 2-18 0,-1-3-43 15,4 3-31-15,-4-6-36 0,4 2-123 0,3-7-366 16,-4 2 3-16,2-3 15 0,-2-2 64 0</inkml:trace>
  <inkml:trace contextRef="#ctx0" brushRef="#br0" timeOffset="112803.05">7082 7815 619 0,'0'0'223'0,"0"0"-3"0,0 0-15 15,0 0 33-15,-11 17-8 0,7-6-25 0,1-4-18 16,0 4-13-16,-1 2-3 0,4-4-22 16,-3 7-11-16,3-5-15 0,0 3-77 0,0-3 5 15,0 0-18-15,3 1-7 0,0-1 7 0,1 2-12 16,-1-2 4-16,4-4 11 0,0 1-3 0,0 0-5 16,3-3 3-16,1-1 2 0,-1-3 21 0,4 1-18 15,-1-2-13-15,0-2-5 0,-1 1-5 16,1-5 2-16,1 2-2 0,-4-4 13 0,0-3-6 15,1 0 3-15,-2 0-10 0,-5-5 10 16,2 1-13-16,-5 0-5 0,1-2 21 0,-2 2 2 16,-2 2 5-16,1-2-15 0,-2 0 23 0,0 5 0 15,-4 0-10-15,1 2 10 0,-2 1-23 0,-2-3 15 16,0 8-5-16,-4-1-5 0,1 1 0 16,-2 4-13-16,2 1-10 0,0-1-35 0,-5 6-19 15,5 0-43-15,-1-1-52 0,4 3-102 0,-1-1-169 16,4-1-365-16,1 2 109 0,6-3 33 0,-3-1 68 15</inkml:trace>
  <inkml:trace contextRef="#ctx0" brushRef="#br0" timeOffset="113253.26">7457 7696 1092 0,'7'-3'320'0,"1"1"-38"0,1 1-31 16,-2 1-23-16,-7 0-29 0,17 1-7 16,-10 1-30-16,-3-1-14 0,2 5-17 0,0 0 2 15,2-1-8-15,-5 3-15 0,-2 1-7 0,2-1-9 16,-3 5 4-16,-3-4-19 0,2 1-15 16,-2 3 0-16,0-1-8 0,-4-2-10 0,3-2 5 15,1 5-2-15,0-4-13 0,2 1-3 0,-2-3 0 16,0 0-9-16,3 1 1 0,0-5-15 0,0 4 11 15,3-1-67-15,0-1-8 0,0 0 13 0,4-2 5 16,-3 3-2-16,3-3 5 0,3 1 9 16,-3 0-4-16,0 1 5 0,4 0-2 0,-2 0 4 15,1 2 3-15,1 0 0 0,-4-3-2 0,0 3 5 16,3 0 25-16,-6 0-8 0,2-1 70 16,-3 1 7-16,-2 1 1 0,2 0-14 0,-3-1 1 15,-4 3-3-15,1 0-5 0,0-3 10 0,-4 1-15 16,-3 2-3-16,0-3-10 0,0 1 12 15,-2 0-6-15,-1-1 4 0,-1 0-13 0,4-4 1 16,-3 4-14-16,2-6 11 0,1 4-21 0,0-4 13 16,-1-1-22-16,2 0-27 0,2-1-40 0,-4-5-52 15,7-1-64-15,-2 2-53 0,3-5-87 16,3 4-436-16,0-6-12 0,3 2 45 0,0-1 75 16,4-3 59-16</inkml:trace>
  <inkml:trace contextRef="#ctx0" brushRef="#br0" timeOffset="113486.36">8056 7782 1046 0,'6'0'333'0,"-6"0"-21"0,14-4-17 0,-3 4-42 15,-1-3-30-15,3 2-6 0,1-4-32 16,2 4-14-16,2-1-12 0,3-3-26 0,-1 1-20 15,1 0 2-15,3 0-13 0,-1-2-12 16,1 3-13-16,-3-2-16 0,0 2-15 0,-1-3-48 16,0 4-60-16,-3-4-43 0,-2 3-187 0,-3-2-486 15,-1 2 49-15,-4-3 58 0,-4 4 47 16,-3-4 71-16</inkml:trace>
  <inkml:trace contextRef="#ctx0" brushRef="#br0" timeOffset="113670.03">8186 7583 1062 0,'-1'8'315'16,"-1"0"-18"-16,1 1-24 0,2 2-22 15,-1 3-15-15,3 3-19 0,0-2-32 0,3 2-14 16,-2 1-7-16,2 0-18 0,5 0-87 0,-4 4 0 16,0-2-11-16,3 2-7 0,-3-3-10 0,3 5-39 15,-3-6-25-15,1 4-80 0,1 2-186 0,-2-3-490 16,-1 1 91-16,-2-4 45 0,-4-5 69 15</inkml:trace>
  <inkml:trace contextRef="#ctx0" brushRef="#br0" timeOffset="114370.74">8941 7336 952 0,'0'0'312'0,"0"0"-33"0,-10 8-31 16,6-1-15-16,-2 3-10 0,2 0-21 0,-3 4-18 15,3 2-7-15,1 1-31 0,0 1-3 0,0 3-20 16,2-2-10-16,-1 4-3 0,2-5-21 16,2 5-4-16,2-5-11 0,2 2 11 0,-2 2-27 15,4-4-1-15,1 0-11 0,2-3 10 16,2 0-10-16,-2-6-10 0,2 1 15 0,1-2-5 16,-1-5-7-16,1 1-3 0,-3-4-1 0,3 0 4 15,-1-6 2-15,0 2-3 0,1-4-20 0,-1-5 13 16,-5 2-16-16,-1-4-7 0,-1 0 2 15,-3-3-7-15,-3 0 4 0,0-5-4 0,-3 0-1 16,-4 1-7-16,1-2 8 0,-2 2-6 0,-2 1 14 16,-3 0 4-16,2 3-5 0,-2 3-10 0,2 3 16 15,1 0-11-15,-3 7-3 0,-1-3 1 16,4 3-8-16,-5 5 7 0,3 0 6 0,1 5 5 16,-2-3-3-16,3 5-8 0,0 1 16 0,2 2 0 15,1 1-15-15,0 2 12 0,1 2-30 16,3-5 20-16,-1 2-8 0,4 1 1 0,0 2 2 15,4-4-5-15,2 0 18 0,1 2-13 0,-1-2 2 16,5-3-12-16,3 2-11 0,-1-3-17 0,1 0-23 16,3-1-60-16,3-5-43 0,-2 1-53 15,2-3-129-15,1 0-465 0,3 0 40 0,-4-4 103 16,1-3 57-16,3 1 60 0</inkml:trace>
  <inkml:trace contextRef="#ctx0" brushRef="#br0" timeOffset="114552.97">9385 7410 683 0,'0'0'284'0,"10"6"-18"0,-10-6-10 0,4 9-20 16,-1-2-85-16,0 2-10 0,-3 1-6 0,5 4-20 15,-5-1 3-15,6 3-5 0,-5 1-11 0,2 4 6 16,0-2-16-16,0 5 0 0,0-6-33 16,-2 7 12-16,2-3-14 0,-3 3 4 0,3-7-30 15,-3 2-21-15,4 2-58 0,-3-4-47 0,2-1-130 16,3-1-344-16,-2-1-106 0,2-6 27 15,-2-1 69-15</inkml:trace>
  <inkml:trace contextRef="#ctx0" brushRef="#br0" timeOffset="114837.01">9878 7250 965 0,'10'0'322'0,"4"0"-38"0,-1 1-25 0,1 2-3 16,3 3-39-16,-4 1-25 0,2 2-13 0,1 1-5 15,1 4-28-15,-7-3-13 0,1 4-12 0,-1 0-1 16,-6-2-10-16,2 2-10 0,-3 2-16 16,-3-2-4-16,-3 2-16 0,0 0-5 0,-4-1-11 15,1 0-9-15,-2 0-16 0,-2-3-16 0,3-1-12 16,-2-3-8-16,1 0-4 0,2-2-65 0,2 0-44 15,1-5-48-15,-1-2-51 0,4 0-8 16,0 0-36-16,-3-9-158 0,3 2-231 0,3-2 41 16,1-4 49-16,-1-1 61 0</inkml:trace>
  <inkml:trace contextRef="#ctx0" brushRef="#br0" timeOffset="115053">10032 7301 660 0,'6'-19'187'0,"-3"3"18"0,1 3 71 16,-1 2-2-16,0 2 0 0,-3 4-18 0,0-2-31 15,1 3-20-15,-1 4-29 0,0-8-7 16,0 8-2-16,0 0-37 0,0 0-58 0,0 0-3 15,0 0 3-15,-4 19-19 0,4-11 9 0,-3 6-6 16,0-3 8-16,0 3-13 0,2 3 6 0,1-1-11 16,0 2-5-16,0-1-8 0,0 1 0 15,1-1 8-15,2 1-8 0,3 1-2 0,-2-5-3 16,6 3 3-16,-3-3-8 0,3 0-2 16,1-5-11-16,2 1 10 0,0 0-43 0,1-3-28 15,0 0-13-15,3-5-56 0,-4 3-57 0,2-5-56 16,1-3-115-16,-1 0-420 0,1 0 87 0,-2-4 23 15,-4-1 67-15</inkml:trace>
  <inkml:trace contextRef="#ctx0" brushRef="#br0" timeOffset="115236.74">10362 7311 481 0,'0'0'238'0,"0"0"-3"16,0 0-20-16,0 0-5 0,0 18-10 0,0-11-6 15,0 6-20-15,2-2-10 0,1 3-10 0,0-2-19 16,-3 5-7-16,3-1 16 0,-3 1-19 0,4 4-20 15,-1-3-20-15,0 0-1 0,1 4-10 16,-4-4-7-16,3 0-21 0,0 0-31 0,1 3-43 16,-3-4-61-16,5 0-70 0,-6-5-161 0,3 2-415 15,1-3 95-15,2-4 16 0,-5 0 50 0</inkml:trace>
  <inkml:trace contextRef="#ctx0" brushRef="#br0" timeOffset="115653.38">10605 7301 918 0,'14'-7'259'15,"-7"4"-31"-15,3-2-23 0,1 2-8 0,-4 3-31 16,2 0-10-16,-9 0 5 0,18 3-25 0,-14 3-13 16,5-2 5-16,-2 3-21 0,0 0-2 0,-3 1 3 15,-1 2-26-15,0 2-5 0,-3-2 2 16,0 1-15-16,0 3-5 0,0-6 18 0,-3 3-21 15,3 2-10-15,-3-3 3 0,3-1-6 0,0-2 1 16,-3 2-11-16,3-1-13 0,3-4 11 16,-3 3-8-16,3-1-7 0,0 2-1 0,-2-1-5 15,5 1 3-15,-2-2 2 0,6 1-4 0,-6 1 1 16,5-1 6-16,-2 1-13 0,4 1 8 16,-4-1-5-16,3 2-3 0,0-2-2 0,-3 2 14 15,0-2 6-15,-1 3-7 0,-2-1 2 0,3-2 0 16,-3 2 12-16,-1-2 1 0,-3 1 2 0,0-1-4 15,-3 2 4-15,-1 2-2 0,-3-2-11 0,0-2-12 16,-3 2 20-16,-1-3-3 0,-5 1-9 16,1 2-1-16,-1-4 8 0,-2-2-10 0,2 3 2 15,-1-2-12-15,3-2 2 0,0-3-18 16,-3 0-89-16,3 0-39 0,1-3-112 0,-1-4-254 16,7 2-266-16,0-5 36 0,1 0 92 0,3-4 51 15,3 2 69-15</inkml:trace>
  <inkml:trace contextRef="#ctx0" brushRef="#br0" timeOffset="115886.22">11696 7242 1031 0,'7'0'302'0,"-7"0"-23"0,13-6-38 16,-2 6-1-16,-1-3-27 0,4 2-29 0,-1-2-18 16,1 2-17-16,0-2-19 0,2 2-12 15,-4-4-38-15,1 3-27 0,4 1-40 0,-7-4-59 16,4 3-69-16,-4-3-177 0,0 4-432 16,-6-2 66-16,3-3 33 0,-7 3 67 0</inkml:trace>
  <inkml:trace contextRef="#ctx0" brushRef="#br0" timeOffset="116052.92">11771 7099 1054 0,'-3'5'325'15,"0"7"-38"-15,2-2-11 0,1 0 6 0,0 5-131 16,0 0-8-16,0-2-17 0,0 4-3 16,1-2-24-16,2 3-1 0,-3-1-4 0,3 2-25 15,-3-2 8-15,3 0-13 0,-3-1-38 0,0-3-24 16,0 2-66-16,0-1-161 0,0-2-535 0,-3 1 84 15,3-3 34-15,-6-3 61 0</inkml:trace>
  <inkml:trace contextRef="#ctx0" brushRef="#br0" timeOffset="116735.77">12770 6817 883 0,'0'0'307'0,"0"0"-10"0,0 0-23 16,-14 17-24-16,10-9-22 0,1 7-23 0,-3 1-26 15,2 2-5-15,-3 2-5 0,0 3-10 16,1 0-13-16,2 2-11 0,1-3-24 0,-1 6-4 16,1-6-12-16,-1 3-3 0,4-3-20 0,4-2 9 15,-1 1-11-15,-2-3-17 0,5 0 6 0,-2-3-2 16,5-1-9-16,-1-3-7 0,-1-1 0 16,2-2-82-16,1-3-2 0,1-4-9 0,-1-1 88 15,0 0 0-15,1-6 0 0,-1-1-16 0,-3-1 6 16,4-4-3-16,-5-1-5 0,1-4 2 0,-4-1 1 15,0-1 4-15,-3-2-14 0,0-6-4 16,-3 0-4-16,-3 2 2 0,-1-6 8 0,3 6-5 16,-6 0 12-16,3 6-7 0,0 2 7 0,-2 1-2 15,1 1 8-15,-2 6-8 0,0 2 5 16,-1 2-3-16,-2 3-12 0,-1 4 10 0,1 1 7 16,-1 3-22-16,0 3 10 0,4 0-3 0,-4 0-7 15,7 0 7-15,0 5-10 0,1-4-3 16,3 1 6-16,2 2-3 0,1-3-3 0,1 0 11 15,5 3-5-15,1-3-6 0,3-1-7 0,4 1-16 16,2-2-23-16,2-1-40 0,-1 0-60 0,3-4-50 16,-2 3-277-16,2-4-356 0,1 2 72 15,0-3 53-15,-1-2 72 0,0-3 70 0</inkml:trace>
  <inkml:trace contextRef="#ctx0" brushRef="#br0" timeOffset="117019.57">13241 6968 806 0,'10'3'253'0,"1"1"-12"0,2 0-39 15,-3 3 57-15,1 3-27 0,-1 1-1 0,0 0-21 16,-2 3-28-16,-2-2-16 0,-2 5-2 0,-4-2-13 16,3 2-18-16,-6-1-85 0,0 0 9 15,-1 1-11-15,-2-2 0 0,1 2 0 0,-2-5-5 16,-2 5-8-16,2-3 6 0,-1-2 2 0,2 1-3 15,2-4 0-15,-2 0-12 0,2-2-6 16,1 1 1-16,3-4 2 0,-3 2-8 0,3-1 6 16,0-5-3-16,10 3-5 0,-3-3 4 0,7-1-40 15,-1 1-20-15,0-2-16 0,5-5-69 0,2 2-36 16,-3 1-74-16,4-5-261 0,0-2-238 16,-1 1 51-16,1-1 69 0,-2-4 64 0</inkml:trace>
  <inkml:trace contextRef="#ctx0" brushRef="#br0" timeOffset="117653.53">13685 6678 929 0,'8'-3'243'0,"-1"1"-18"0,2-2-18 15,3 4-9-15,1 2-30 0,3 2-11 16,-2-1-14-16,3 3-15 0,-3 2-13 0,3 0-7 15,-3 2-6-15,-4 1 3 0,4 2-26 0,-4 1 6 16,0-1-16-16,-3 4-10 0,-3-2 0 16,-1 2-8-16,0 1 3 0,-3-4-3 0,-3 4 0 15,0 0-8-15,-1-3 16 0,-3 2-20 0,0-1-6 16,1-1 0-16,2-3-7 0,-5 2 10 16,1-2-16-16,1 1 1 0,4-2 2 0,-4-3-5 0,4 2 2 15,-4-3 1-15,3 1-6 0,4-2 5 16,-6 1-20-16,5-3 13 0,-2 2 0 0,0-4 0 15,3-2-11-15,-3 8 24 0,3-2-8 16,0-6-21-16,0 0 24 0,0 0-6 0,-4 4 1 16,4-4-1-16,0 0-15 0,0 0 8 0,0 0-3 15,0 0 7-15,0 0 1 0,14-12 5 0,-8 6-18 16,-3 2 13-16,5-3-5 0,-4 0-1 16,2-1 6-16,4-1 3 0,-4 0-9 0,5-4 3 15,-1 1 1-15,0-2-14 0,1-3 8 0,2 2 13 16,2-3-18-16,-2 1-2 0,4-2 9 15,-3 3-2-15,3-1-7 0,-3 0 2 0,3 0-8 16,-1 1 8-16,-4-1 5 0,4 1 0 0,-6 5 8 16,4-1-20-16,-4 1 4 0,-3 3 8 0,0-1-7 15,0 1-1-15,-1 1 3 0,-2 1 10 0,-1 2-5 16,0 0-2-16,-3 4-3 0,0 0-5 16,0 0 0-16,0 0 0 0,0 0 12 0,-23 13-2 15,13-5-10-15,0 1 10 0,-1 7-7 0,-3 1 7 16,4 0-3-16,-4 1-7 0,4 4 3 15,0-3-1-15,4 3 3 0,-2-3 3 0,2-2-11 16,2 1 8-16,1-1 0 0,3-1 0 0,0-1-2 16,0 0 2-16,3-4-3 0,1 0-5 15,2 0 13-15,2-2-12 0,1 0-14 0,1-5-22 16,1 2-42-16,6 0-22 0,-3-5-72 16,0-1-134-16,3 1-501 0,-1-1 100 0,-1-1 51 15,1-5 80-15,-1 4 68 0</inkml:trace>
  <inkml:trace contextRef="#ctx0" brushRef="#br0" timeOffset="117986.27">14397 6867 801 0,'10'0'222'0,"0"0"70"16,-10 0-28-16,18 0-26 0,-8 4-5 0,3 0-34 15,-2-1 1-15,-1 3-36 0,0 2-8 16,4 0-10-16,-8 1-13 0,4-1-5 0,-2 1-3 16,-5 1-12-16,1 2-16 0,-1 0 1 15,-3-1-19-15,0 2 11 0,-3-1-14 0,-1 1-73 16,1-1 7-16,0 1 3 0,-2-4-5 0,2 2 2 16,-3 2 5-16,5-5-10 0,-2 1 1 0,0-1-6 15,0 0 23-15,2-4-18 0,-2 3 7 0,3-1 9 16,0-2-19-16,0-4 14 0,7 7 7 15,-4-6-15-15,-3-1-1 0,13 3-2 0,-2-6 64 16,-11 3-5-16,20-3 6 0,-6 1-27 0,-3-4-40 16,9 3-37-16,-6-3-14 0,3-2-80 15,-1-1-105-15,-1 1-579 0,1-1 19 0,-2-1 99 16,-3-5 57-16,3 0 63 0</inkml:trace>
  <inkml:trace contextRef="#ctx0" brushRef="#br0" timeOffset="118368.5">14865 6666 798 0,'7'-3'292'0,"-7"3"-21"16,13 3-15-16,-5-2-10 0,-1 3-36 16,2 0-10-16,1 0-16 0,-2 3-20 0,-1 1-13 15,-1 1-16-15,-2-1-7 0,2 2 8 0,-2 3 5 16,-4-4-11-16,1 5-38 0,-1-2-15 0,-1 3 5 15,-3-5-5-15,1 5-3 0,3-5-12 16,-3 3-11-16,2-3 5 0,-2-1-15 0,3-1-5 16,-3 0 0-16,6 0 7 0,-3 1-4 0,3-3-16 15,1 0 18-15,3 1-8 0,-3 0-8 16,3 0 14-16,2 1-14 0,-2-1 16 0,1-3-23 16,1 3 11-16,-2 1 1 0,4 0-2 0,-4-2-15 15,2 0 13-15,-5 1-62 0,3-1 13 16,0 2-21-16,-3 0 42 0,2-1-11 0,-3 2 8 15,-3-1 0-15,-3 0 5 0,0 2-5 0,-1 1-6 16,-7 1 24-16,1-1-10 0,-6 5-3 16,-2-4-49-16,-9 8-56 0,-11 0-87 0,-10 3-294 15,4-4-361-15,-1 2 94 0,-9-4 65 0,-1-5 83 16,-9 5 45-16</inkml:trace>
  <inkml:trace contextRef="#ctx0" brushRef="#br0" timeOffset="119702.6">2879 10109 734 0,'0'-2'246'0,"0"2"-16"0,-6-6-7 16,6 6-36-16,-3-7-39 0,3 7-7 0,0 0-13 15,0 0-5-15,0 0-10 0,0 0-6 0,0 0-17 16,9 14-6-16,-4-4-17 0,1-2-1 16,-2-1 1-16,2 3-16 0,1-2 74 0,1 6-15 15,-2-3-10-15,1 1-13 0,3-1 3 16,-2-2-13-16,1 1-13 0,1-2-5 0,1-2-11 16,-4-2-4-16,6 1 4 0,-3-3-7 0,0-2 3 15,0 0-11-15,1 0-12 0,-1 0-9 0,0-3 6 16,1-4-8-16,-1 2-10 0,-3 1 3 15,2-4 5-15,-1 0-11 0,-1 0 1 16,-4-2 9-16,0-2 1 0,1 2-3 0,-4-1-13 0,0-2 8 16,0 2-2-16,0 0 10 0,-3-2-3 0,3 5 10 15,-1 0 5-15,-1-2-20 0,2 3-5 16,-1 5-5-16,1 2 2 0,0 0 3 0,0 0 3 16,0 0 4-16,0 0 11 0,11 20-8 15,-4-6-7-15,-4 3 7 0,3 1-5 0,1 2-5 16,0 0 12-16,1 4 1 0,-2-3 2 0,1 2 13 15,-1 1 0-15,-2-5-7 0,3 3 4 0,-6-4 8 16,1-1 3-16,2 4 15 0,-4-3-18 0,-3 0 13 16,2-1-2-16,-1-1 4 0,-3-1-2 15,1-2 10-15,-2 1-10 0,0 0-5 0,-1-3-3 16,-1 0-17-16,-2 1 7 0,0-3-3 0,-1-2 26 16,1-3-15-16,1 3-5 0,-1 0-6 15,-1-4-2-15,4 3-28 0,-3-4-16 0,-1-2-25 16,2 5-33-16,2-3-68 0,-1-2-70 15,2 0-224-15,6 0-370 0,-7 0 86 0,7 0 57 16,0 0 54-16,-4-9 58 0</inkml:trace>
  <inkml:trace contextRef="#ctx0" brushRef="#br0" timeOffset="120068.85">3327 10356 657 0,'0'10'256'0,"4"0"-18"0,-4 5-15 0,3-5-36 16,0 7-10-16,2-2-19 0,-2 1-17 15,1 0-13-15,5-5-3 0,-6 6-15 0,4-3-10 16,1-3-8-16,2 2-15 0,-3-4-5 0,2 0 10 16,2-3-21-16,-1-3 8 0,0 0 0 0,4-1-22 15,-3-2-1-15,2-5 0 0,-2 3-3 16,3-5-15-16,-1-2 6 0,-3-1-22 0,1-2 11 15,-1-5 6-15,-3 2-1 0,-1-2 5 16,1-1-25-16,-3 0-1 0,-1 0 19 0,-3 0-3 16,3-1 3-16,-3 7-8 0,0-3 15 0,0 7-8 15,1-3-9-15,-1 4-1 0,3 0-10 16,-3 5 11-16,0 2-6 0,0 0 3 0,0 0-8 16,6 12 0-16,-5 0 5 0,1-1 8 0,2 1 0 15,-4 3-5-15,4 1-8 0,-1 3 3 0,-2-1-14 16,2 0-17-16,0-1-35 0,-2 0-42 15,-1 0-59-15,2-4-174 0,-2 0-429 0,-2 4 68 16,1-9 44-16,-5 6 97 0</inkml:trace>
  <inkml:trace contextRef="#ctx0" brushRef="#br0" timeOffset="120919.28">3037 9644 604 0,'1'7'225'0,"2"5"-5"16,-3-1-31-16,3 0 3 0,-3 3-10 0,0-2-18 15,0 3-13-15,0 0-18 0,0 0 0 16,-3 1-20-16,3-3-16 0,0 3-18 0,0-2-22 16,0-3 22-16,0 1-10 0,0-1-7 0,0-3-1 15,0 1 8-15,0-1-5 0,0-4 28 16,0 1-74-16,0 2 10 0,0-7 6 0,3 3-14 16,-3-3-7-16,0 0 5 0,0 0 10 0,10-11-5 15,-7 4-2-15,0-3-4 0,2-4-1 0,-2 6-1 16,0-9 0-16,1 1-2 0,-1-1-8 15,-2 0 8-15,5-1-13 0,-3 1 5 0,0-2 6 16,0 4-4-16,2-1 65 0,-2 1-3 16,-2 7-25-16,5-3-3 0,-3 3 10 0,1 0-8 15,2 3 1-15,2 2-8 0,-2 3-11 16,4 0-4-16,0 5 9 0,5 0-7 0,1 3-10 0,5 2-8 16,0 4-25-16,6 1-47 0,1 1-48 15,12 4-87-15,1 5-302 0,1 0-264 0,1-1 77 16,1-5 61-16,-2 2 67 0</inkml:trace>
  <inkml:trace contextRef="#ctx0" brushRef="#br0" timeOffset="121202.96">4592 9976 770 0,'18'-8'269'0,"-2"1"-26"0,2-1-20 16,-5-1-26-16,5 3-36 0,-2-1-38 0,5-2-44 15,0 0-89-15,-1-1-123 0,1 7-520 0,-1-4 62 16,0 2 58-16</inkml:trace>
  <inkml:trace contextRef="#ctx0" brushRef="#br0" timeOffset="121402.94">4743 10201 934 0,'0'0'343'0,"0"0"-36"0,0 0-33 0,18-18-16 15,-8 13-43-15,3 2-18 0,4-4-35 16,0-3-42-16,0 3-38 0,7-1-72 0,-4-2-53 0,4 3-129 16,1-1-537-16,2-3 26 0,-3 1 71 15,0-4 62-15</inkml:trace>
  <inkml:trace contextRef="#ctx0" brushRef="#br0" timeOffset="121935.16">5611 9593 970 0,'0'7'307'0,"3"-1"-26"0,-3 1-22 16,1 4-29-16,2 0-12 0,1 3-19 16,-4 2-14-16,4 1-21 0,-2 2 2 0,2-2-23 15,-1 3-27-15,0-1-6 0,1 0-8 0,-1-2 0 16,5 0-7-16,-2-1-28 0,-2 1 2 0,2-3-3 16,1-3 6-16,0 2-6 0,0-4-9 0,3-2-14 15,-3-3 16-15,4 2-18 0,2-5-2 16,-3-1-9-16,4 0-4 0,-4-5 2 0,4 1-72 15,-1-4 4-15,-3-2 6 0,1-3 6 0,-1 2-8 16,0-5 11-16,-2-3-6 0,-2-2-2 16,-2 3 5-16,-1-4 4 0,-3-3 1 0,0-1 3 15,-4-1 12-15,-2-5-7 0,0 5 10 0,-2 2 2 16,1 2 6-16,-3-2-6 0,-1 7 8 16,1 1-10-16,0 0 0 0,0 3 3 0,-1 4-4 15,1 1 12-15,-3 3 1 0,2 2-4 0,-1 1-3 16,-3 7 0-16,2 0-5 0,-2 3 2 0,2 1 6 15,2 6-11-15,-2-3 11 0,3 6-6 0,0-2 8 16,6 3 0-16,1-3-10 0,-1 1 13 16,4 1-8-16,0-3 8 0,1-1-6 0,5 4 11 15,-2-3-11-15,6-2 19 0,-3 1-16 16,3-2 0-16,4-3 3 0,-4-1 5 0,7 0-8 16,-3-4 2-16,3-3-7 0,-3 1-20 0,6-1-13 15,-6-1-29-15,7 1-12 0,-1-2-74 16,0-1-60-16,1 0-102 0,-4 0-486 0,3-3 108 15,-2 5 40-15,-5-2 65 0</inkml:trace>
  <inkml:trace contextRef="#ctx0" brushRef="#br0" timeOffset="122336.01">6176 9747 939 0,'0'4'320'0,"0"5"-28"0,0-1-24 0,0 5-19 16,0-1-24-16,0 1-20 0,0 0-26 15,0 3-8-15,0 0-12 0,0 1-10 0,3-2-24 16,-3 2-7-16,3-1-24 0,-2-1 4 16,5 1-6-16,-3-2-5 0,1 0-10 0,2-1-13 15,-3-2 7-15,5-3-9 0,-5 1-8 0,4-1-11 16,0-6 13-16,0 3-15 0,3-4-5 15,0-1 8-15,1-4-8 0,-1 2 2 0,3-2-7 16,1-3-13-16,-4-5-1 0,1 2 7 0,0-2-7 16,-2-6 4-16,1-2-6 0,-2 2-15 0,-5-6 16 15,0 5-11-15,-3-2 10 0,0 3 8 0,-3-3 0 16,0 0-74-16,0 5 5 0,-2-1 2 16,-2 5 19-16,1-1-1 0,-1 1 8 0,-4 0-18 15,1 4 8-15,0 4 5 0,-4-2-2 16,1 6 9-16,-1 0-9 0,1 0 7 0,-1 7-8 15,0 0-22-15,1 0-9 0,-1 2-50 0,4 1-44 16,3 0-90-16,0-1-161 0,6 3-368 0,1-3 38 16,0 0 107-16,5-5 70 0,1 3 40 15</inkml:trace>
  <inkml:trace contextRef="#ctx0" brushRef="#br0" timeOffset="123251.51">6746 9441 1174 0,'3'-5'333'0,"4"1"-38"16,-2-2-27-16,4 5-27 0,-2 1-26 0,3 0-26 15,4 0 3-15,-1 1-28 0,1 6-21 0,0 1-17 16,0 0-8-16,-1 1-11 0,0 1-7 0,-2 0-8 16,-4 5-25-16,0-5 20 0,3 5-28 15,-6-1-3-15,-1-2 8 0,0 2-13 0,-3 0 0 16,0-1-7-16,0 1-16 0,-3-2-8 0,3 2 16 16,-3-4-8-16,0-1-20 0,2 4-18 15,-3-4-11-15,4-1-12 0,-3-4-26 0,3 1-59 16,0 0-43-16,0-5-38 0,0 0-19 0,0 0-15 15,0 0-49-15,7-12-17 0,-7 4-21 16,0-3 46-16,1-3 67 0,2-3 63 0,-3-1 42 16,0-2 71-16,3 0 54 0,-3 1 29 0,3-2 32 15,-3 3 26-15,-3 1 10 0,3 2 11 16,0 3-3-16,0-3 20 0,0 7-25 0,-3-3 3 16,3 3-24-16,0 2-5 0,-3-2-15 0,2 5-13 15,-3-3-5-15,4 6 3 0,0 0-11 0,0 0-7 16,-6 17 2-16,5-9 0 0,-2 3 11 0,3 2-26 15,-3-1-1-15,3 2-1 0,0 0-6 16,0-1 5-16,3 3 11 0,-2 0-11 0,1 0-2 16,2 1-11-16,3-2 1 0,-3-1-4 15,2-1 4-15,1 1-1 0,0-5-12 0,1 1 0 16,1-2-1-16,1-1-1 0,4 0-4 16,-4-4-12-16,5-3 5 0,1 1-16 0,1-1-7 0,3-1-23 15,-2-2 5-15,-1-4 0 0,4 0-13 16,-1-1 5-16,-3-3 6 0,1 1 4 0,-2-1 18 0,-2 1 24 15,-1 2 12-15,-2-2 21 0,-4 3-16 16,0 3 11-16,2 0-16 0,-6-1 5 0,2 2 3 16,-1 1-5-16,-4 2 2 0,0 0 1 15,12 5-3-15,-12 0-6 0,1 3 6 0,2-1 5 16,-3 3 8-16,3-2-1 0,-3 4-17 0,3 1 5 16,-3-3-3-16,1 4 10 0,3 1-12 15,-1-2 0-15,1 2 7 0,2 0 11 0,-3-1-24 16,1-3 1-16,2-1 7 0,-1-2-5 0,1 4 18 15,-2-6-15-15,5 1 0 0,-2-1-3 0,0-3 2 16,3-2 6-16,-3-1 3 0,-7 0-9 16,18-3 1-16,-9-4-11 0,1 5 6 0,-2-4 5 15,-1-4 4-15,-1 2 4 0,1-2 4 0,-3-4-10 16,3-1-10-16,-7 1 0 0,3-7 3 0,-6 5 7 16,3-1-2-16,-7-1 0 0,6 0-6 15,-6 4 14-15,4-3-4 0,-3 2 1 0,-1 4 2 16,0-3 1-16,0 4-3 0,0 2-6 0,-2 0 6 15,1-1-5-15,-2 8-1 0,-3-2 6 16,2 0-15-16,1 6 7 0,0 0-15 0,-4-2 2 16,3 6-18-16,2-3-27 0,-2 2-45 0,4 2-55 15,-2-1-52-15,5 3-128 0,-1-2-448 0,3-1 70 16,2 1 53-16,0-2 72 0</inkml:trace>
  <inkml:trace contextRef="#ctx0" brushRef="#br0" timeOffset="123685.3">7577 9458 762 0,'0'8'241'15,"0"0"-13"-15,0-1-31 0,3 2-8 16,-3-2-10-16,3-1-20 0,1 6-28 0,-1-5-8 15,-3-1-16-15,4 1-5 0,0 1-7 0,-1-2-18 16,0-4 5-16,0 4-5 0,1-3-6 0,2 0-4 16,-6-3-6-16,11 3-10 0,-11-3 3 15,14-3-5-15,-7-2-3 0,3 3 0 0,-3-4-8 16,-1-3-7-16,1 0-5 0,4-4 15 16,-7 2-11-16,2-3-4 0,-2 5 2 0,2-1 11 15,1 0 7-15,-3 1-3 0,-1 2-2 0,0-1 0 16,1 0-3-16,-4 3-9 0,3 2-9 0,-3 3 1 15,0 0-11-15,0 0 23 0,0 0-18 0,0 0-2 16,7 15 10-16,-4-6-2 0,-3 0-6 16,4 5 3-16,-4-1-5 0,0 3-6 0,1 1 1 15,1 3 8-15,2 2-4 0,-1 1-1 0,-3 2-4 16,3-1 11-16,1-5-3 0,-1 2 9 16,0-2-9-16,-3-2-2 0,1 1-8 0,2-4-8 15,-3-3-22-15,4 4-9 0,-4-5 1 0,3-3-31 16,-3 3-69-16,0-4-172 0,-3-2-521 15,3 1 99-15,-4-3 43 0,4-2 88 0,0 0 48 16</inkml:trace>
  <inkml:trace contextRef="#ctx0" brushRef="#br0" timeOffset="124251.92">8472 9366 1013 0,'0'0'343'0,"0"0"-110"0,0 0-8 15,0 0-22-15,0 0-24 0,15-10-15 0,-2 4-19 16,4-1-1-16,3-1-14 0,1-1-12 0,4 1-10 16,2 0-16-16,-4-1-3 0,1 1-27 0,3 0-49 15,-5-1-39-15,0 5-69 0,-1 0-94 0,-3-3-83 16,-2 3-419-16,-4-2 18 0,0 5 69 16,-2-6 84-16</inkml:trace>
  <inkml:trace contextRef="#ctx0" brushRef="#br0" timeOffset="124434.92">8743 9101 877 0,'0'0'274'0,"0"0"-30"0,-10 10-6 0,10-3-29 16,0 0-17-16,0 1-25 0,0 3-11 0,0 3-5 16,0-3-26-16,3 3-4 0,-3 4-14 15,3 0-10-15,-3 4-7 0,4-5-18 0,-1 8-11 16,1-2-25-16,2-1-46 0,2 1-54 0,1 1-108 15,1-2-378-15,2-1-174 0,1-6 73 16,4 2 55-16</inkml:trace>
  <inkml:trace contextRef="#ctx0" brushRef="#br0" timeOffset="124952.54">9368 8993 742 0,'0'0'281'0,"-6"17"-14"0,6-9-29 15,-1 0-21-15,1 7-22 0,0-3-11 0,1 3-25 16,2 0-8-16,0 2-16 0,0 1-19 0,-2-1-9 16,6-1-15-16,-1 2 0 0,4-2-2 0,-3-1-6 15,4 0-20-15,-1-4-7 0,0 0-1 16,4 2-7-16,-4-5 2 0,7-1-8 0,-3-4 1 15,3 1-8-15,-3-2 5 0,6-4-16 0,-3-2 3 16,0-3-2-16,4-1-5 0,-4-2 12 0,0-2-20 16,0-3 10-16,-6-2-21 0,-1-4 8 15,-3 1 1-15,-1-3-11 0,-6-1 5 0,0-1-5 16,-3 1 13-16,-4-1-6 0,0 4 1 16,-4-1 2-16,-2 3-5 0,3 2-5 0,-4 2-5 15,4 0 87-15,-4 5-13 0,1 2-10 0,-5 1-5 16,2 4-5-16,1 2-1 0,-1 2 6 0,-2 0-18 15,-1 6-6-15,1 3 9 0,1-2 4 0,0 6 3 16,0-1 8-16,3 2-13 0,4 2-5 0,-1-1 5 16,2 1-13-16,5-3-5 0,-2-2 16 15,2 5-11-15,4-3-10 0,0-2 7 0,3 1-12 16,1-1 13-16,2 1 2 0,5-3-10 0,2-1 2 16,1 0-7-16,4-2 0 0,5-1-3 15,-3-4 18-15,8 2-28 0,2-2 5 0,1-2-64 16,0-2-30-16,0-1-19 0,-3 2-50 0,2-2-63 15,-2-4-106-15,-1 2-531 0,-3 2 93 16,-1-4 51-16,-2 0 79 0,-7 2 80 0</inkml:trace>
  <inkml:trace contextRef="#ctx0" brushRef="#br0" timeOffset="125134.99">9984 9051 714 0,'0'0'197'15,"9"7"8"-15,-9-7-6 0,4 10-12 16,0-3-8-16,-1 1 64 0,0 2-10 0,-2 3-15 15,2-1-16-15,0-2-7 0,0 6-21 0,1 0-8 16,3-1-7-16,-3 3-26 0,-1-1-18 0,0-1-7 16,0 2-85-16,-2-1 0 0,2 0-5 15,0 2-16-15,0-1-40 0,-2-2-65 0,3 0-43 16,-1-3-168-16,0 2-467 0,1-5 90 0,-1-2 46 16,1 0 64-16</inkml:trace>
  <inkml:trace contextRef="#ctx0" brushRef="#br0" timeOffset="125401.89">10325 8808 944 0,'15'-8'346'0,"1"2"-24"15,1 3-20-15,-3-1-33 0,3 4-34 0,0 3-30 16,3-2-10-16,1 1-26 0,-4 5-13 0,7 0-13 15,-3 1-15-15,-5 2-23 0,2 1 5 0,-5 2-10 16,-2-2 0-16,-1 4-18 0,-6 0-6 16,2-2-6-16,-3 6-4 0,-6-4-2 0,3 4-15 15,-7-1-19-15,1-2-24 0,-1 0-47 0,-1 0-18 16,-1-3-54-16,2 2-76 0,0-4-190 16,-3 0-440-16,3-5 97 0,3 1 41 0,-2-5 62 15,0 1 79-15</inkml:trace>
  <inkml:trace contextRef="#ctx0" brushRef="#br0" timeOffset="125635.05">10639 8657 944 0,'0'0'340'0,"0"0"-14"0,0 0-94 0,0 0-9 15,-6 24-23-15,3-12-29 0,2-2 3 16,-5 5-23-16,3 0-2 0,2 2-16 0,-2 1-13 15,3-3-15-15,0 3-8 0,3 0-7 0,-3 0-8 16,1 1-23-16,2-1 5 0,3-2-5 0,1 0-8 16,1-3 5-16,-2 1-12 0,1 0-1 15,3-3-20-15,4-1-25 0,-4 0-29 0,4 2-46 16,-4-5-69-16,3-3-158 0,2 3-515 0,-2-3 115 16,-2 2 23-16,-1-6 72 0,0 0 56 0</inkml:trace>
  <inkml:trace contextRef="#ctx0" brushRef="#br0" timeOffset="125902.7">10951 8849 911 0,'7'12'304'0,"-4"-5"-37"0,-3 0-22 0,3 3-14 15,1 2-14-15,-1-1-30 0,0 0-21 16,5 3-7-16,-5 2-15 0,4-4-4 0,-4 2-32 16,1 2 2-16,2-4-10 0,-5 3-13 0,2-1-8 15,1-3-5-15,-1 3-5 0,0-3-25 16,-2 2-8-16,2-1-44 0,0-4-66 0,-3 1-72 16,3-1-72-16,-2-1-299 0,2 0-212 0,0-4 51 15,0-2 61-15,-3-1 64 0</inkml:trace>
  <inkml:trace contextRef="#ctx0" brushRef="#br0" timeOffset="126318.77">11190 8718 1031 0,'11'8'346'16,"-8"-1"-34"-16,-3 3-20 0,4-2-26 0,2 6-23 15,-3-3-23-15,1 6-18 0,-1-2-22 0,1 1-17 16,0-3-14-16,2 1-11 0,-2 3-5 16,2-2-10-16,-3-1-18 0,1-1-8 0,3-1-10 15,0-1-20-15,-3-1 2 0,2-2-5 0,0-1-5 16,5 0-16-16,-4-4-4 0,6-3-21 0,-2 0-8 16,-1 0-8-16,5-2-4 0,1-4-13 15,-2-3-3-15,-1 1-8 0,0-2-2 0,-1-5 0 16,1-3 2-16,-2-1-2 0,-2-2 10 0,-2 2 15 15,0-4 1-15,0 5 15 0,0 1 15 16,-4 2 5-16,1 0 18 0,-1 5-22 0,0 0 1 16,0 1-2-16,-2 1-5 0,2 3 0 0,-3 2 11 15,0 3-1-15,0 0-10 0,0 0-2 0,0 0-6 16,4 20 5-16,-1-11-9 0,-3 4 17 16,1-2-10-16,2 3 0 0,-3-2-3 0,3 4 3 15,0 3-8-15,-3-1-5 0,4-2 5 0,-1 2-22 16,1-1-19-16,3-1-30 0,-4-1-60 0,7-4-76 15,-3 0-102-15,4 2-584 0,-1-4 107 0,6-3 46 16,-2-3 83-16,-3-3 53 0</inkml:trace>
  <inkml:trace contextRef="#ctx0" brushRef="#br0" timeOffset="126551.83">12362 8643 790 0,'12'-2'336'0,"-6"2"-37"0,1-1-17 15,7-3-36-15,-4 3-19 0,3-1-24 16,4 1-27-16,1-3-7 0,2 2-18 0,1 1-13 16,-1-5-20-16,0 5-23 0,1-2-21 0,3-4-38 15,-7 5-51-15,1-4-37 0,1 0-47 0,-4 2-83 16,-2-3-179-16,1-1-376 0,-4 1 89 15,-4-1 52-15,-2-2 45 0</inkml:trace>
  <inkml:trace contextRef="#ctx0" brushRef="#br0" timeOffset="126751.69">12582 8418 632 0,'-7'15'353'0,"6"1"0"0,-2 0-33 15,0 0-18-15,3 3-87 0,0-1-20 16,0 4-6-16,0 0-15 0,3 7 36 0,0-2-18 15,1-2-8-15,0 4-22 0,0 2-14 0,5-1-20 16,-5 3-10-16,5-6-3 0,-1-2-20 16,-4 0-21-16,5-6-48 0,-5 1-70 0,-1-3-61 15,4-4-187-15,-3 0-563 0,-1-6 108 0,0-3 74 16,1 0 46-16,-4-4 56 0</inkml:trace>
  <inkml:trace contextRef="#ctx0" brushRef="#br0" timeOffset="127485.28">13030 8481 1049 0,'-11'2'315'0,"11"-2"-26"16,-11 10-69-16,8-2-41 0,0 1-25 0,-1 5 0 15,1-3-29-15,3 4-10 0,-3 0-10 0,6 1-10 16,-3 0-8-16,3 2-5 0,1-1-8 0,2 0-13 16,2-4-4-16,2 3 2 0,3-1-8 15,1 0-8-15,0-5 3 0,0-2 6 0,2 1-6 16,5-3 2-16,-3-4-12 0,-1 2 3 0,3-4-1 16,-3-4-5-16,1 2-10 0,2-6 3 15,-7 0-6-15,1 1-2 0,3-10-8 0,-7 3 3 16,1-1-3-16,-7-1 8 0,2-4-5 0,-6 0 5 15,0-3-10-15,-6-2-13 0,-1 0 15 16,-1 1-2-16,-2 1 2 0,3 2 0 0,-7 2 3 16,4 0-5-16,-3 3 4 0,2 5-14 0,-2 1 4 15,-4 3 6-15,3-1 10 0,0 6-15 0,1 1 25 16,-2 2-21-16,3 3-2 0,-2 2 6 0,3 2 12 16,-2 3-8-16,2 2-12 0,-2-2 12 15,6 3-5-15,-1-3 0 0,-1 3-7 0,5-2 2 16,1 1 11-16,3-2-4 0,0 2 1 0,0-2-13 15,4-2 5-15,2 0-2 0,5 3 12 16,2-3 1-16,2-2-11 0,4-3-21 0,5 4-17 16,4-8-31-16,2 6-43 0,-2-5-55 0,0-1-60 15,5 0-119-15,-5 0-440 0,3 0 88 0,-5-6 20 16,2 5 68-16</inkml:trace>
  <inkml:trace contextRef="#ctx0" brushRef="#br0" timeOffset="127785.19">13627 8528 632 0,'0'0'212'0,"14"0"-22"0,-14 0 66 0,7 4-6 15,0-3-27-15,0 3-13 0,-3 2-10 16,5 0-8-16,-5 1-34 0,2-1-73 0,-1 3 2 16,-2 2-10-16,0 0 5 0,-3 2-1 0,0-1-11 15,0 3 4-15,-3-1 0 0,0 0-7 16,-2 1 4-16,2 2-20 0,-4-2-10 0,1 2 31 15,-1-2-31-15,0-4 8 0,3 4-19 0,-2-6-1 16,2 1 6-16,1-2-6 0,0 0-1 16,3-1-3-16,-3 0-9 0,3-4 12 0,0-3-10 15,6 7-3-15,1-6 11 0,-1 1-19 0,-6-2 4 16,24-2 1-16,-9 0 47 0,1-4-28 0,5-1-21 16,-1-1-25-16,4-2-44 0,0-1-54 15,4-3-91-15,-1 2-441 0,-4-3-126 0,2-1 93 16,-2 2 51-16,-5-4 61 0</inkml:trace>
  <inkml:trace contextRef="#ctx0" brushRef="#br0" timeOffset="128268.59">14202 8282 662 0,'24'4'246'0,"-3"3"-36"0,-4 0 61 0,3 1-25 16,-7 2-18-16,2-2-18 0,-5 2-23 15,3 4-16-15,-5-3-20 0,1 3-2 0,-5-2-29 16,2 1-2-16,-3-2-6 0,-2 2-25 0,-2-2 6 16,-2 3-6-16,0-5-11 0,0 1-7 15,-1 0-5-15,1-2-5 0,-3 0-18 0,2-1-7 16,0 0-24-16,0-4-26 0,4-3-48 0,-3 5-28 15,3-5-56-15,0 0-31 0,0 0-41 16,0-13-72-16,0 4-187 0,4-2-179 0,3-4 116 0,-4 0 14 16,4-5 172-16,-4-2 305 0,4 1 123 15,-1-3 79-15,-1 1 36 0,-2-2 25 0,1 1 11 16,-1 6-59-16,0 0 5 0,0 3 69 16,-3 4-16-16,0-3-24 0,1 4-24 0,-1 3-13 15,-1 0-13-15,1 6 9 0,0 1-9 0,0 0 3 16,0 0-20-16,0 0-21 0,-16 17 5 15,12-6 5-15,3 1 6 0,-5 5-9 0,3 1-25 16,3 0-7-16,-3 3-1 0,3-2 1 0,3 1-19 16,-3 2 3-16,3 1-5 15,3-3-12-15,2 2-6 0,-1-2-13 0,3 2-20 0,1-4-36 0,2-1-26 16,4-2-38-16,-3 0-74 0,6-5-103 16,-3-2-516-16,1 2 22 0,1-7 51 0,-1 1 80 15,-5-4 56-15</inkml:trace>
  <inkml:trace contextRef="#ctx0" brushRef="#br0" timeOffset="128634.57">14807 8326 959 0,'4'-1'282'15,"2"-3"-29"-15,-6 4-17 0,14 0-8 0,-14 0-18 16,14 4-29-16,-5-3-7 0,-1 6-28 0,-1 1 5 15,0 0-2-15,-1 1-21 0,0 1-5 16,-1 0-3-16,-5 5-13 0,3-2-27 0,-3-1 27 16,-3 3-12-16,-1 2 2 0,3-1-15 0,-5 0-90 15,-1 1 3-15,1-1 8 0,-1-3-1 16,-1 2 85-16,-1 0-7 0,2-2-19 0,0-1 14 0,-3-1-12 16,6-2-9-16,-2 3 8 0,2-5-19 15,-2-1-7-15,1 2 8 0,2-1-16 0,0-3 15 16,3 0-7-16,0-4-21 0,0 0 21 0,6 7 5 15,2-7-15-15,-8 0-1 0,17-2-9 16,-3-3 2-16,-1 4-8 0,1-5 13 0,3 3-10 16,0-5-8-16,-3 1 10 0,6 5-25 0,-7-4-18 15,5-1-23-15,-5 2-26 0,2-1-43 16,-2 0-67-16,-3 2-90 0,1-3-475 0,-2 2-80 16,1 2 128-16,-2-4 26 0,-1-1 81 0</inkml:trace>
  <inkml:trace contextRef="#ctx0" brushRef="#br0" timeOffset="129101.49">15143 8287 993 0,'3'-4'312'16,"-3"4"-13"-16,0 0-30 0,0 0-15 0,10 10-19 15,-7-3-7-15,0 1-41 0,1 2-8 16,0-2-20-16,2 3-21 0,-2 2-5 0,2-5-13 15,-2 3-20-15,2 1-3 0,-1-2 1 0,1-1-9 16,-2-1-12-16,2 2 2 0,1-3 8 0,0 0-25 16,-3-2-8-16,2 1 10 0,1-5-6 15,0 4-6-15,3-4-1 0,-3-1-5 0,-7 0-5 16,21-6-69-16,-11 3 0 0,0-5-1 0,-3 1-1 16,3-3 17-16,0-5-5 0,-3 4 3 15,1-8-3-15,1 1 5 0,-5 1 5 0,2 0 3 16,-2 1 10-16,-1 0 0 0,4 4-5 15,-6 2 67-15,2 1-16 0,0 2 3 0,0 1 0 16,-3 4-13-16,0 2-11 0,0 0 4 0,0 0-6 16,4 17-8-16,-4-6 3 0,0 3 3 0,3 4 10 15,-3 0-6-15,0 4-4 0,0-3-16 16,0 4 11-16,3-5-9 0,-2 7-6 0,2-5 11 16,1 0-6-16,-1-3 4 0,1 0 11 0,-1-1-21 15,-3-4 10-15,3 3-12 0,0-7 7 0,-3 6-2 16,4-5-1-16,-4-2 11 0,3-1-2 0,-3 0-1 15,0 0-10-15,0-6-23 0,0 2-33 16,0-2-59-16,-6 5-113 0,6-5-668 0,-7 0 24 16,7 0 101-16,-18-6 55 0,8 0 76 0,-7 2 64 15</inkml:trace>
  <inkml:trace contextRef="#ctx0" brushRef="#br0" timeOffset="136451.69">2740 12147 773 0,'0'0'227'0,"0"0"-30"16,0 0-20-16,0 0-13 0,0 0-8 15,0 0-8-15,0 0 6 0,0 0-13 0,0 0-80 16,0 0-4-16,0 0 7 0,0 0 2 0,0 0 6 16,0 0-18-16,21-11-1 0,-12 8-12 15,2 1 3-15,2-2-6 0,-3 2 6 0,1-1-19 16,3-1-4-16,-4 2-55 0,-1 1-19 15,0 0-21-15,0-4-60 0,-2 5-14 0,-7 0-18 16,14-1-90-16,-11 1-377 0,-3 0 75 0,0 0 28 16</inkml:trace>
  <inkml:trace contextRef="#ctx0" brushRef="#br0" timeOffset="137467.07">2727 12158 312 0,'-4'1'143'0,"3"6"-2"0,-5-1 2 16,3 3 62-16,2 1 0 0,-2 0 2 16,-1 4-110-16,1 1 3 0,0 1 3 0,0 3 4 15,3-1 52-15,-4 5-13 0,3 2-5 0,2 2-6 16,3-2-4-16,-4 6-24 0,3-2 3 16,0 5-2-16,1 1-21 0,2-4 5 0,1 6-2 15,-1-5-16-15,2 2-5 0,-1-3-3 0,0 4-9 16,3-6 9-16,0 6-2 0,-3-3 3 15,0 1-11-15,3-1 6 0,0 3-19 0,0 8 6 16,1-5 2-16,-4-5 3 0,-1 3-11 0,1-3 1 16,1 2-8-16,-2-3 5 0,1 1-8 0,-1 3 0 15,1 2-7-15,-2-2 10 0,1-3-16 16,1 4 11-16,-1 0 17 0,1-4-20 0,0 2 3 16,-3-3-18-16,2 1 0 0,-3 2 18 0,4 1-11 15,-4-5 3-15,5 6 0 0,-5-5-13 16,4 2 1-16,-4 0-4 0,1 0-4 0,2-2-1 15,-1 0 6-15,1-1 7 0,1 1-2 0,-4 1 3 16,4 1-4-16,-4-2 1 0,2 0-5 16,1 1-3-16,-2-4 0 0,2 3 3 0,-2 1-3 15,-1-6 8-15,3 2-13 0,-2-1 12 0,3-2-4 16,-4 4-16-16,0-4 3 0,1 0 13 0,-1 3 5 16,1-3-16-16,0 1-66 0,-1 1 8 15,-2-3 30-15,2 0-18 0,0 3 26 0,0-3-18 16,-3 0 3-16,1 0 0 0,2-3 2 0,0 3 5 15,-3 0 8-15,3 0 8 0,0-2-1 0,-2-2 9 16,1 0-4-16,0 3-1 0,1-6 1 16,0 5 6-16,-2-5-2 0,1 3-11 0,2-3 18 15,-1 2-3-15,-2-2 6 0,2-3-1 16,0 3-2-16,0 2-5 0,0-2 5 0,2 0 8 16,-5 0-11-16,3-2 19 0,0 1-11 0,-2 0 2 15,5 1 1-15,-3-3 0 0,-2 2-3 0,2 1-8 16,0 1-4-16,0-2 27 0,-1 2-12 0,1 1-6 15,0 0 14-15,0 0-16 0,-2 1 7 16,2 0 1-16,0 4 0 0,0-2-6 0,0 1 6 16,-3 0 0-16,3-2 2 0,1 6 8 0,-4-3-11 15,4 0-1-15,-3-3-1 0,1 3 7 16,2-2-9-16,-4-1 10 0,3-2-11 0,-3 2 3 16,0-2 6-16,1 5-9 0,1 0-4 0,-1-3 9 15,2-1-17-15,-3 1 13 0,0-3 4 16,0 2-1-16,3 1-12 0,-3-3-1 0,0 0 9 15,0 3-7-15,1-4 0 0,1 2 5 0,-1-2 0 16,3 1-5-16,-4-2 7 0,0 2 1 0,0-2 2 16,3 0-7-16,-3-2-1 0,3-3 3 0,-3 2 0 15,0 1-3-15,1-1 16 0,1-1-2 16,-1-1-6-16,2-1-3 0,0-1-4 0,-2 1 4 16,2 1 3-16,0-3-5 0,0 1 3 0,-2-2 2 15,1 3 3-15,0-2-1 0,1 0 4 16,0-2-6-16,0 2 2 0,1-2 1 0,-1 0 5 15,0-1-13-15,-2 2 5 0,2-2-13 0,0 0 24 16,0 1-16-16,2-3 2 0,-2 0 1 16,1 2-6-16,-1-1 1 0,0 1 7 0,1-2-5 15,-1 0 10-15,3 0-13 0,-2-1 11 0,0 0-13 16,2-2 5-16,-6-1 3 0,10 6-6 0,-2-6 8 16,-4 3-13-16,-4-3 3 0,15 1-7 15,-7-1 12-15,3 0 5 0,1 0-10 0,-5-1 2 16,7-1-2-16,-4 2-10 0,4-1-16 0,-7 1-36 15,3 0-10-15,0 0-86 0,1-2-47 0,-5 2-105 16,4 2-507-16,-2-2 93 0,-2-2 68 16,1 1 60-16,-7 1 74 0</inkml:trace>
  <inkml:trace contextRef="#ctx0" brushRef="#br0" timeOffset="142799.74">3211 12306 724 0,'0'-6'297'0,"0"-3"-10"0,0 4-21 16,0 0-21-16,0-1-19 0,-3-3 4 15,3 4-15-15,0 5-20 0,-3-10-19 0,2 5-81 16,1 0-11-16,-2-2-4 0,2 7-9 0,-1-7-7 16,1 7-7-16,-3-4-9 0,3 4-9 0,0 0-9 15,0 0-1-15,0 0 6 0,0 0-6 0,-6 16-6 16,6-12 2-16,0 5-9 0,0 0 4 15,0 3-7-15,2-2 5 0,2 4 5 0,-4-3-15 16,4 4-1-16,2-4 11 0,-2 5-5 0,3-5 7 16,-1 4-14-16,4-2 11 0,-3-1-9 15,4-4-5-15,-1 5 7 0,0-4 5 0,4-3 1 16,-4-2-4-16,3 1-12 0,1-1 0 0,-4-3-2 16,2-1-11-16,0-1 11 0,-1-3 4 15,2-1-22-15,-3 1 9 0,0-3-1 0,-2-1-4 16,-1 0 6-16,0-5 2 0,-1 3 1 0,-3-1 1 15,1-3-1-15,-4 0 4 0,1 3-2 16,2-3 0-16,-3 3 10 0,0 1-10 0,3 2 5 0,-3 0 0 16,0 1-13-16,0-1-18 0,0 4 14 15,0 4-1-15,0-6 2 0,0 6 6 0,0 0 0 16,0 0 0-16,0 0 2 0,7 18-2 0,-4-10-1 16,0 3 9-16,0 2-1 0,1-2-12 15,0 4 18-15,-1 0-1 0,1 0-2 0,2 1-2 16,-5-1-6-16,2 1 18 0,0 0-10 0,0 1 15 15,-3-2-4-15,0 0 1 0,0-3 14 16,-3 3 18-16,3-2-6 0,-3-1 0 0,-4-4 14 16,1 7 1-16,-2-5-7 0,-2 0-2 0,0-2-8 15,-4 1-6-15,0-1 14 0,2-1-16 16,-3 0-5-16,2-4-7 0,-4 5-4 0,6-4 1 16,-3-1 5-16,1-2-23 0,2 4-18 0,-2-3-21 15,3-2-17-15,-1 5-31 0,4-4-59 0,1 0-138 16,-1-1-62-16,7 0-386 0,0 0 20 15,0 0 92-15,-3-7 70 0</inkml:trace>
  <inkml:trace contextRef="#ctx0" brushRef="#br0" timeOffset="143050.1">3614 12400 883 0,'0'0'317'0,"0"0"-15"15,0 0-23-15,4 14-26 0,-4-6-25 0,4 3-13 16,-1-1-28-16,-3 5-13 0,3 3-7 0,1-3-22 16,-4 6-4-16,4-2-18 0,-1 0-18 15,0-1-10-15,0 3-3 0,2-2-10 0,-2-2 2 16,3-1-12-16,-2 1 2 0,-1-2-7 16,0-4-26-16,-2 3 0 0,5-4-16 0,-6-2-14 15,3 2-11-15,-1-3-41 0,0-1-116 0,-2-4-674 16,0-2 22-16,0 0 102 0,0 0 93 0,-14-15 46 15</inkml:trace>
  <inkml:trace contextRef="#ctx0" brushRef="#br0" timeOffset="143433.79">3245 11689 734 0,'0'0'243'0,"0"0"-28"0,-10 12-10 0,10-5-33 16,-3 3-19-16,3-2-20 0,-3 5-5 0,0-2-13 15,2-2-10-15,-2 4-15 0,0-2 5 16,-1-1-16-16,1 3 0 0,2-4-7 0,-2-1-23 16,3-1 12-16,-3-1 3 0,2-1 10 0,-1 1 6 15,2-6-6-15,-1 4-15 0,1-4-3 16,0 0-10-16,0 0 11 0,0 0-19 0,-3-12 3 15,3 3 7-15,-3-5-14 0,3 3-6 0,3-3-2 16,-3-1-11-16,0-3-2 0,3 1 10 0,-3 1-5 16,1 0-3-16,2 5 0 0,0-3 3 15,0 6-5-15,1-2-8 0,3 2 3 0,0 1-8 16,2 3 8-16,1 0-19 0,2 4 16 0,1 0-7 16,4 7 10-16,0 1-3 0,1 2-13 0,3 2 18 15,2 4-5-15,0 3-23 0,1-1-38 16,7 13-54-16,-3-2-97 0,0 4-589 0,2 2 89 15,-2-3 54-15,-5-4 88 0</inkml:trace>
  <inkml:trace contextRef="#ctx0" brushRef="#br0" timeOffset="144465.82">3393 13472 1018 0,'0'0'274'0,"-1"-6"-18"0,1 6-31 16,-3-7-30-16,3 7-29 0,0 0-25 0,0 0-5 16,0 0-13-16,0 0-8 0,0 0-15 0,4 19-6 15,-1-13-12-15,-3 3-2 0,3 4-14 16,2-3 6-16,1 0-21 0,-3 3 5 0,4-1-7 15,0 1 0-15,3-2-8 0,0-2-3 0,-3 4 0 16,3-2-2-16,1-4-15 0,-1 0 17 0,-1-1-15 16,2-1 10-16,-1-4-5 0,0 2-7 0,2-1-6 15,-2-4 11-15,3-2-8 0,-3 2-8 16,0-3-12-16,2-5 7 0,-3 2 2 16,1-2-9-16,-3-4-1 0,0 3 11 0,-3-4-3 0,2 0 5 15,-5 3-5-15,2-3-10 0,0 7 15 16,-3-3 11-16,3 3-29 0,-3 0-7 0,0 0-3 15,1 1 8-15,-1 7 0 0,2-2 4 16,-2 2-1-16,0 0 4 0,0 0-10 0,5 19 8 16,-5-9 8-16,3 5 2 0,-3 0 3 0,3 3 2 15,1-1 0-15,-1 1-5 0,0 2-2 0,-2 0 7 16,1-2-10-16,2 4 15 0,-4-2 1 0,0 0-6 16,3 0 0-16,-6 1 11 0,0-2-9 15,2-1 14-15,-2-1-5 0,-3 0 9 0,2-1-7 16,-5 0 5-16,4-1-7 0,-5-4 2 0,1 3-18 15,1-3 0-15,1-3-15 0,0 1-41 16,-2-1-34-16,1-2-35 0,1-2-105 0,1 0-251 16,2-1-262-16,4-3 19 0,0 0 66 0,0 0 83 15</inkml:trace>
  <inkml:trace contextRef="#ctx0" brushRef="#br0" timeOffset="144765.87">3823 13734 706 0,'10'-1'292'0,"4"-4"-36"16,-4 3-11-16,1 2-32 0,-1 0-21 0,3 4-15 16,-2-1-34-16,0 1-2 0,1 2-16 15,0 2 49-15,0 3-15 0,-3 0-6 0,0 3-14 16,-2 0-27-16,-1 1 21 0,-5 2-35 0,1-1-4 16,-1 0 14-16,-2 2-16 0,-2-4 3 0,0 3-24 15,0-5 11-15,-1 3 0 0,1-5-8 16,3 1-2-16,-3-1-10 0,-1-1 4 0,2 0-4 15,0-3-73-15,2-1-14 0,-3 2 40 0,3-7-41 16,3 4 32-16,-3-4-4 0,11 2 1 16,-11-2-8-16,17-6-3 0,-6-1 0 0,2-3 72 15,4 2-36-15,-6 1-2 0,1-3-41 0,3 2-44 16,-5-3-39-16,1-2-83 0,-2 2-380 16,-2-4-294-16,-3 3 121 0,-5-3 50 0,-2-1 77 15,-3-6 62-15</inkml:trace>
  <inkml:trace contextRef="#ctx0" brushRef="#br0" timeOffset="145132.9">3533 13127 1028 0,'0'0'285'0,"0"0"-35"16,-18 12-19-16,15-10-21 0,0 8-21 15,-1-2-17-15,1 1-6 0,3 3-20 0,-3-2-18 16,-2 0-13-16,2-2-5 0,0 0-15 0,0 3-13 16,0-4 0-16,2 0 5 0,-2 2-16 15,3-4 11-15,-3-1 5 0,3 2 3 0,0-6-8 16,-6 3-85-16,6-3 14 0,0 0-6 0,0 0 13 16,0 0-8-16,-8-16-8 0,7 10 6 15,1-7 0-15,0 3-3 0,1-4-3 0,2 5 1 16,1-4-3-16,-3 2-5 0,2 1 13 0,3 0 7 15,-3 1-10-15,4 2-18 0,-1 0 0 16,3 0 13-16,1 4-7 0,2 1 7 0,2 2-13 16,0 1 8-16,4 3 5 0,3 3 5 0,1 1-5 15,0 6-33-15,2 2-8 0,3 2-75 0,-4 1-91 16,8 10-305-16,0 0-235 0,-7-4 38 0,-6-1 102 16,-5-6 77-16</inkml:trace>
  <inkml:trace contextRef="#ctx0" brushRef="#br0" timeOffset="146115.91">3499 14726 816 0,'0'0'315'0,"-3"-6"-23"15,3 6-26-15,-2-5-41 0,2 5-28 16,0 0-23-16,0 0-5 0,0 0-13 0,0 0-25 0,0 0-13 16,0 0-8-16,-3 16-8 0,3-10-25 15,0 2 7-15,1-2 3 0,3 1-12 0,-1 5-14 16,0-3-5-16,1-4-2 0,2 6-3 0,-2-2-2 15,2-1-13-15,2 0 10 0,-1-2-15 16,2 1-3-16,1-3-8 0,1 0 3 0,-1 0-7 16,0-2-6-16,1-2 5 0,-1 0 1 15,0-1-1-15,4-4-10 0,-4 5-5 0,-2-7 15 16,2 3-15-16,-1-3 6 0,-2 0 9 0,0-1-5 16,0-2 0-16,-3 1-10 0,2 0 3 0,-3 1 5 15,1 2-8-15,-1-2-13 0,1 5-8 16,-3-1-9-16,-1 4 12 0,6-4 13 0,-6 4-3 15,0 0-2-15,10 11 2 0,-7-3 5 0,-2 2 3 16,5 4 11-16,-2 0-11 0,0 3 5 0,2 0 2 16,-3 3 9-16,1 3-6 0,-1-3-12 15,0 1 17-15,-2-2 0 0,-1-2-10 0,0 4 21 16,-1-3 0-16,1 1 12 0,-3-2-10 0,-3-2 18 16,2 0-7-16,-3-2 2 0,-3 2-1 15,0-5 9-15,-1 1-3 0,-2-2 0 0,2 0 3 16,-3-5-11-16,1 3-2 0,0-3-18 0,-1-2 3 15,1-2 12-15,1 1-10 0,0-2-18 16,2 1-18-16,-1-2-30 0,1-2-26 0,3 3-54 16,1-5-74-16,1 5-123 0,-1-3-190 0,5-1-278 15,2-3 79-15,2 5 56 0,0-2 44 0,4-2 69 16</inkml:trace>
  <inkml:trace contextRef="#ctx0" brushRef="#br0" timeOffset="146531.94">3936 14916 744 0,'14'-3'295'0,"3"-1"-39"15,-4 3-23-15,-1 1-36 0,-2 0-18 0,2 4-20 16,-1-1-8-16,-1 2-18 0,0-1-16 0,1 3-9 16,-4 2-16-16,-1-1-7 0,1 2-1 15,-4 2-2-15,2-1-13 0,-2-1 3 0,-3 5-21 16,-3-5 16-16,-1 5-21 0,3-5 2 0,-2 4-4 15,-3-3-3-15,2-3-5 0,1 1-1 16,0-1 4-16,2-2-6 0,-2 1 5 0,3-3-2 16,-3 3-5-16,3-7 0 0,-4 8-8 0,4-8-5 15,0 6-6-15,0-6 6 0,7 4 13 0,-7-4-10 16,4 1-14-16,2 2 1 0,-6-3 0 16,13 3 2-16,-5-2 0 0,-2-1-7 0,1 5 12 15,0-2-20-15,3-1 79 0,-3 5-5 16,3-6-10-16,1 6 18 0,-4-1-31 0,-4-2 8 15,3 1 10-15,-2 1-67 0,-1 3-12 0,-2-4 5 16,-2 2 25-16,1 1-2 0,-3 2 5 0,-4-3 5 16,-3 5-5-16,-1-2 10 0,-2 0-10 0,-1-2 2 15,-5 0 3-15,-2 2 0 0,0-3-7 16,4 0-34-16,-4-4-39 0,1 1-17 0,-1-3-36 16,0-1-69-16,2-5-141 0,-2 1-515 0,-3-5 91 15,3-5 47-15,1-5 101 0,-4-2 48 16</inkml:trace>
  <inkml:trace contextRef="#ctx0" brushRef="#br0" timeOffset="146884.9">3710 14416 675 0,'8'12'249'0,"-5"-7"-22"16,-3 3-17-16,0-1-25 0,3 3-17 15,-3-2 9-15,0 2-39 0,1 3-17 0,1-3-9 16,-2 0-9-16,1 1-11 0,-1-1-8 0,3-1-9 16,-3-2 9-16,0-2-12 0,0 2-1 0,3 0 83 15,-3-2-8-15,0-5-23 0,0 0-8 16,0 0-8-16,0 0-7 0,0 0-10 0,0 0-16 16,0 0-10-16,-3-24 0 0,3 11 0 0,0 1-13 15,0-4-2-15,0-2-11 0,0-3 16 16,3 3-16-16,0 0-12 0,1 0-3 0,0 2-5 15,-1 1 13-15,4 0-13 0,-3 7-18 0,5-2 7 16,-1 3 9-16,2 6-9 0,0 0-7 0,4 1 13 16,-1 2-8-16,2 6 0 0,1 1 3 15,2 3-11-15,1 1-27 0,3 7-27 0,1 1-73 16,-3 2-75-16,8 11-266 0,-1 0-333 16,-3 2 75-16,-6-4 48 0,-8-7 67 0,-1 6 79 0</inkml:trace>
  <inkml:trace contextRef="#ctx0" brushRef="#br0" timeOffset="147848.98">3768 16026 701 0,'0'0'269'16,"0"0"-21"-16,0 0-7 0,1 7 17 0,-1-7-33 16,7 5-86-16,-4-1-6 0,-2 0-8 15,2 1-10-15,0 0-2 0,3 2-8 0,-2 3 10 16,2-2-20-16,-2 3-16 0,3 2 16 16,0-1-18-16,-1 2-3 0,1 1-20 0,4 0 7 15,-5-2-7-15,2 3 2 0,2-2-15 0,0-1-5 16,-3 1-5-16,0-3-3 0,3 3 5 0,0-3 0 15,-3-1-5-15,4-1 1 0,-4-3 4 0,2 0-15 16,-2-2 7-16,1 0-4 0,1-4 2 16,-2 0-3-16,-7 0-2 0,15-2-2 0,-6-4 2 15,-2 0-8-15,-1 0 74 0,-2-1-15 16,3-2-2-16,-4-1-18 0,1 1-1 0,-1-1 1 16,1 0-3-16,-1 3 0 0,0-1 0 0,-2-2-20 15,1 6 9-15,-1-3-6 0,3 0-65 16,-4 4-8-16,3-2 14 0,-3-1 7 0,0 6 5 0,3-7-3 15,-3 7-2-15,0-7 21 0,0 7-16 16,1-5 5-16,-1 5 0 0,3-6 3 0,-3 6-3 16,0 0 3-16,0 0 5 0,0-7 0 0,0 7 5 15,0 0-26-15,3-4 36 0,-3 4-12 16,0 0 2-16,0 0 5 0,0 0 2 0,0-5-9 16,0 5 7-16,0 0 3 0,0 0-1 0,0 0 1 15,0 0-13-15,3-4-3 0,-3 4 18 16,0 0-2-16,0 0-3 0,0 0 8 0,0 0-3 15,0 0-7-15,0 0 10 0,0 0-6 0,0 0 1 16,0 0-3-16,0 0-5 0,0 0-8 16,0 0 8-16,0 0 3 0,0 0 2 0,0 0-10 15,0 0 0-15,-3 17 2 0,6-9 1 0,-3 1 4 16,1 4-4-16,2 2 2 0,3 0 2 0,-6 3 3 16,1 0 3-16,6 6-5 0,-4 0-1 15,4-1-4-15,-1 2-3 0,-2-1 12 0,-1 2-7 16,4-1 8-16,-3 0 0 0,-4-1-6 0,3-1 1 15,0-3 2-15,-3-2-5 0,1 1 7 16,-2-1-1-16,-1-2-6 0,1 0 0 0,1-2 15 16,-6-3-20-16,3 2 13 0,-2-3-6 0,-2-1 16 15,1 0-10-15,0 0-8 0,-2-2 5 16,-2 0 13-16,3-1-3 0,-3-2-2 0,-1 0-5 16,1-1-1-16,0-2 3 0,0-1-4 0,3 0 4 15,-3-1-2-15,-1 1 15 0,4-2-11 0,-3-2 1 16,4 3-13-16,-2-2 3 0,-1 1-19 15,5-1 4-15,-3 1-35 0,1 1-34 0,6 1-53 16,-8-4-19-16,8 4-47 0,0-3-7 0,0 3-111 16,11-6-452-16,-7 5 25 0,2-2 92 0,4 0 67 15,-3-2 56-15</inkml:trace>
  <inkml:trace contextRef="#ctx0" brushRef="#br0" timeOffset="148216.07">4264 16399 709 0,'0'0'271'0,"0"0"-28"0,0 0-28 15,0 0-15-15,5 17-13 0,-3-9-11 16,2 1-17-16,-1 0-18 0,0 3-13 0,-3-1-13 0,4 0-10 16,-1 0-3-16,0 0-12 0,0-1-8 15,2-1-6-15,-1 3-6 0,2-4-6 0,-2 0-18 16,2-1 23-16,0-1-13 0,2-1-7 0,-2-1-3 15,1-4 5-15,-7 0-5 0,18-1-10 16,-11-4-3-16,2-2-10 0,2-5-5 0,-1 1 3 16,-3-3 7-16,-1 1-18 0,5-1-7 15,-7 1 4-15,2 2 29 0,-3 1-15 0,1 2-4 16,0-2-11-16,-1 3-6 0,1 2-8 0,-1 0 8 16,1 1 0-16,-4 4 25 0,6-1-14 0,-6 1-9 15,0 0 9-15,10 11-1 0,-10-3-8 16,3-1 6-16,1 5 5 0,-3-3 12 0,2 2-17 15,-3 1-31-15,3 0-10 0,-3 0-57 16,0 1-74-16,-3-3-117 0,3-1-505 0,-3 3 82 16,-2-4 59-16,-1-3 61 0,-1-1 52 0</inkml:trace>
  <inkml:trace contextRef="#ctx0" brushRef="#br0" timeOffset="148599.71">3937 15631 783 0,'-1'7'302'0,"-2"1"-18"15,3 1-38-15,-3 1-21 0,-1-1-41 16,3 0-23-16,-2 3-38 0,3-3-13 0,-3-2-25 0,3-2-6 15,-3 2 16-15,2-1-16 0,-2-4-22 16,0 0-11-16,3-2-10 0,0 0-11 0,0 0 6 16,-10-10-21-16,5 0 8 0,2-2-13 0,3 2 13 15,0-5-3-15,0 4 11 0,0-3 10 16,1 3 0-16,1 0-8 0,3-2 0 0,-2 5 0 16,4 1-5-16,-3 1 3 0,2 2 4 0,5 1 11 15,-4 3 8-15,-7 0 5 0,24 7-8 16,-11-1 3-16,0 1-6 0,4 8-7 0,1-5 2 15,-1 5 1-15,0 0-4 0,-1 1-4 16,2 0-31-16,-4 0-33 0,3-1-69 0,-3 0-70 0,3 2-593 16,-4-2 22-16,1-5 103 0,-4-2 57 15,-3-3 58-15</inkml:trace>
  <inkml:trace contextRef="#ctx0" brushRef="#br0" timeOffset="149899.51">3823 11718 427 0,'0'0'207'0,"0"0"-20"16,0 0-28-16,7-2-8 0,-7 2 56 0,11-1-10 15,-2 1-20-15,-1-1-18 0,5 1-13 0,1-3-6 16,0 1-12-16,-1 1-20 0,1 1-13 16,3 0-6-16,-4-2-7 0,2 4-8 0,-2-2-12 15,1 0-16-15,-1 0 10 0,-2 1-5 0,-1 4-7 16,0-1-14-16,1-1 4 0,-4 2-6 16,2 2 3-16,-2 3-3 0,0-2-5 0,0 8 2 15,0 0 4-15,-1 2-4 0,5 7 1 0,-4 7-8 16,3 0 12-16,4 11 9 0,-4 4 4 15,3-1-17-15,2 3-3 0,1-1 3 0,-2 4 4 16,0-1-73-16,3 6 20 0,3 12-23 0,-3 2 20 16,4-1 18-16,-1 1-2 0,-2-2 5 0,3-1-5 15,-2 3 15-15,2 3 3 0,0 1-8 16,-1 0-13-16,1 1 15 0,-4 0 1 0,6 1 7 16,-2-1-7-16,0-2 2 0,-4-3 13 0,3-1-5 15,0-2-6-15,-6-9-7 0,7 12 8 16,-8-17-8-16,5 4 8 0,-5-1 4 0,5 1-7 15,-5-1-12-15,1 0 9 0,3 0-12 0,-4-3 20 16,1 3-2-16,-1-4 7 0,2-1-9 16,-2 0 1-16,2-4 6 0,-2 2-16 0,4 0 3 15,-4-2-2-15,1 2-1 0,0-4 8 0,3 2 3 16,-3-2 5-16,3 3-16 0,-3-6 11 0,3 4 0 16,0-5 2-16,3 1 3 0,-6-2-13 0,6-1 0 15,-3 1 7-15,0 1 1 0,-3-1 2 16,0-7-5-16,-1-5 11 0,-2 3 4 0,2-1-12 15,-3-1 2-15,4 2 3 0,0 8-5 0,0-5 4 16,-4-6 6-16,4 0-7 0,-4 3-9 16,-3 0 8-16,3-4 1 0,1 4-4 0,-2-6 9 15,-2 6-1-15,0-7 0 0,0 0-7 0,-3-3 5 16,2-1 0-16,-3-1 2 0,0 0 0 16,-2-2 1-16,2 0-1 0,-3 2-10 0,-3-1 13 15,-1-2 0-15,1 2 0 0,0 0 0 0,-1 1-5 16,-5 0 5-16,1 2-11 0,-2-3 24 0,3 1 0 15,-4-1-16-15,-1-2-2 0,2 0 2 16,-2-1 6-16,2-2-6 0,0-1 6 0,-1-1 7 16,1-1-18-16,1 0-2 0,-5-1 10 0,1-1 0 15,1 0-8-15,2-5 0 0,-2 2 0 0,0-3-23 16,-4 0-17-16,1-6-45 0,-5 0-76 16,-3-4-74-16,-5-8-553 0,-9-8 31 0,2-8 45 15,-3-6 93-15,-6-10 48 0</inkml:trace>
  <inkml:trace contextRef="#ctx0" brushRef="#br0" timeOffset="150232.69">5389 13933 906 0,'0'0'284'16,"4"-5"-18"-16,-4 5-33 0,3-4-18 0,-3 4-18 15,6-3-36-15,2-2-25 0,-1 4-29 16,2-5-32-16,2 5-45 0,0-2-58 0,1-1-59 16,3 1-102-16,-8 2-24 0,3 1-480 0,1 1 94 15,-2 0 48-15</inkml:trace>
  <inkml:trace contextRef="#ctx0" brushRef="#br0" timeOffset="150383.1">5376 14076 660 0,'-7'7'228'15,"3"-6"-13"-15,-2 4-10 0,2-3 71 0,4-2-28 16,-4 2 13-16,4-2-38 0,0 0-13 16,-3 5-10-16,3-5-26 0,0 0-8 0,0 0-28 15,0 0-20-15,0 0-18 0,21-8-57 0,-8 1-89 16,-3 5-74-16,1-3-272 0,6 0-332 16,-4-2 17-16,1-4 75 0,-4-1 87 0</inkml:trace>
  <inkml:trace contextRef="#ctx0" brushRef="#br0" timeOffset="151165.88">5413 11550 721 0,'0'0'208'16,"13"-3"-9"-16,-1-1-9 0,-2 2-26 16,6-3-6-16,1 2-22 0,1-4-13 0,2 6-13 15,-2-3-8-15,1 1-20 0,2-1-2 0,-3-2-19 16,1 6-28-16,-5-3-15 0,0-1-43 0,-3 3-22 16,-1-2-63-16,-3 3-18 0,2-1-17 15,-5 1-96-15,-4 0-274 0,0 0-17 0,0 0 5 16</inkml:trace>
  <inkml:trace contextRef="#ctx0" brushRef="#br0" timeOffset="151948.78">5420 11589 473 0,'-3'7'238'0,"2"-2"-28"0,1 3-69 0,1 5-6 15,-1-2-19-15,3 3-6 0,0 3 5 16,0 2 3-16,1 3-6 0,3-1 3 0,0 4-7 15,0 7-3-15,2 0-8 0,2 0 6 16,-1 12-14-16,1-9-10 0,3 10 9 0,-1-8-9 16,-3-5 3-16,0 1-5 0,4 10 66 0,-3-4-18 15,2 6 1-15,1-2-14 0,-4 5-12 0,3 1-5 16,-2-2-13-16,0 0 2 0,2 2-4 0,0 1-11 16,1 0 10-16,-3 0-12 0,2-3-21 15,1-1-3-15,-4 3 11 0,3-2-5 0,1-1-6 16,-3 2-84-16,3 4 16 0,-1-2-4 0,0 0 6 15,1 3-5-15,-4-2 10 0,2 2 13 16,1-2-5-16,0-1 0 0,4 2-6 0,-6-2 9 16,6-2-4-16,-4 2 6 0,1-1 8 15,0-3-6-15,0 1-2 0,2 1-2 0,2 1 7 16,-2-2 2-16,-2-1-2 0,0-3 5 0,3 4-2 16,0-2 10-16,0 3-8 0,-3-5-5 0,3 4 18 15,0-4-3-15,0-1-2 0,-3 0-8 0,3 1 0 16,-3 1 10-16,3-5-10 0,-7-1 3 0,1-5-23 15,2 10 25-15,1 0 0 0,-4-4-2 16,-3-5-5-16,2 0-1 0,2 9 19 0,-1-4-21 16,-3-5 20-16,4 0-10 0,-1 9 6 0,-3-1 9 15,2-9-25-15,-4 0 3 0,1 1 4 16,-2-1 9-16,2 0-1 0,-3 1-10 0,1-1 11 16,0 0-14-16,-1 1 11 0,1-1 5 0,-1 0-8 15,0 1-7-15,-3-5 7 0,4 5 3 16,-4-6-6-16,3 6 1 0,0-1-3 0,0-1 0 0,2 3 0 15,-5-2 8-15,3 0 10 0,1-1-20 16,-1 2-3-16,3-8 2 0,-5 4 9 0,5 0-14 16,-3 2-5-16,5 0 21 0,-5-6-10 0,1 0 20 15,2 3-28-15,-2 1 12 0,2 2 6 16,2-2-10-16,-2-1 7 0,1-4 0 0,-3 0 11 16,2 3 2-16,5 0-5 0,-5-3-8 0,4 3 3 15,-2-3-3-15,-1 3-2 0,2-1 4 16,-2-3-1-16,1 0-14 0,-1-2 18 0,2 0-17 15,-5 1 10-15,3-3-6 0,0 0 1 0,-1-1 4 16,-2-3-4-16,2 0 7 0,-2-1-12 16,2 0 9-16,-1-3-9 0,1-1 4 0,-3 0 1 15,1 0-6-15,2-2 3 0,-2 0 3 0,-1-2 5 16,2-2-8-16,1 4-8 0,-2-4 18 0,2 1-15 16,1-2 0-16,3 0 15 0,0-4-15 15,5-3-8-15,1 1 11 0,5-5-29 0,-1 0-2 16,4-4-36-16,3-6-21 0,7-8-79 0,1 0-77 15,2-3-248-15,1-1-302 0,-4-1 41 0,1-2 97 16,-2-1 72-16,-2-1 64 0</inkml:trace>
  <inkml:trace contextRef="#ctx0" brushRef="#br0" timeOffset="154081.82">5875 11708 721 0,'0'0'244'16,"0"0"-27"-16,-15 8-12 0,12-3-23 0,-3 0 7 16,2 3-25-16,-2 4-31 0,2 0-8 15,0 1 1-15,1 0-8 0,-1 4-21 0,4-2 0 16,0 2 0-16,0-3-17 0,0 0-14 0,0 1 1 16,4 2-11-16,-1-2-10 0,1 0 13 15,-1-4-15-15,4 1-14 0,-3 0 14 0,2-5-6 16,1 0 6-16,1-3 7 0,1 0-20 0,1-3 2 15,1-1 0-15,-1-5 3 0,0 4-5 0,1-6-13 16,2-2 10-16,-3 1 10 0,1-3-12 16,-4-3-3-16,0 2-8 0,3-5 3 0,-7-4 5 15,-3 3-8-15,0-6-2 0,0 1 0 0,-7-4 2 16,0 1-7-16,-3-6 15 0,1 11-10 16,-3-4-5-16,2 3 10 0,0 4-1 0,-3 0 7 15,2 4-7-15,1-1-4 0,3 5-5 0,-3 0 5 16,0 3-6-16,-1 0 6 0,1 6-5 15,0 1-6-15,-1 0 14 0,1 3-9 0,-3 4 9 16,3 1-6-16,0 6-10 0,3-3 21 0,-1 6-21 16,1-2 2-16,4 0 19 0,0 2-14 0,0-1 3 15,3-1-4-15,3-2-9 0,0 4 6 0,-2 0 7 16,5-2 5-16,0-5 1 0,5 5-16 16,-1-6 0-16,0 0 2 0,4 1 13 0,0-5-12 15,3 4 61-15,0-4-18 0,3-2-18 0,1-2-23 16,-1 1-35-16,1 1-37 0,0-2-51 15,-1-1-40-15,-3 0-91 0,1-1-183 0,-2 1-364 16,-1-3 89-16,1 0 57 0,-2 3 46 0</inkml:trace>
  <inkml:trace contextRef="#ctx0" brushRef="#br0" timeOffset="154598.28">6294 11961 829 0,'0'0'330'0,"-3"-3"-36"0,3 3-35 0,0 0-29 16,0 0-12-16,0 0-24 0,0 0-14 16,0 0-19-16,0 0-25 0,-7 18-11 0,5-11-10 15,1 3-10-15,1 3-8 0,-3-3-7 0,3 5-13 16,3-3 0-16,-3 3-8 0,0-2 2 0,3 0-17 16,1 4-3-16,0-3-7 0,3-3-8 0,-1 2-3 15,1-2-5-15,0-3 8 0,-1 0-8 16,2 2 18-16,-1-3 0 0,2-6-25 0,1 5-1 15,-2-5-10-15,2-1 24 0,-10 0-11 0,18-2 2 16,-9-4 1-16,1 0 7 0,-2-3-10 16,-1-1 3-16,-1-2 7 0,-2-3-5 0,-1-1 8 15,-3-2-10-15,0 1-1 0,0-4-4 0,-4 3 4 16,-2 3 1-16,0-2-8 0,-3 4-64 16,3 0 10-16,-4-4-5 0,0 9 15 0,-1-2-7 15,2 3 13-15,-3-1-1 0,2 6 1 0,-2-3 7 16,0 4 3-16,-1-1-11 0,3 2-4 15,-4 3 9-15,4-3-20 0,0 5 3 0,-1-2-44 16,2 4-25-16,2 0-39 0,-1 0-28 0,5 2-89 16,-1-2-203-16,4-2-284 0,0 2 49 0,0-7 87 15,4 6 81-15</inkml:trace>
  <inkml:trace contextRef="#ctx0" brushRef="#br0" timeOffset="154865.03">6551 11601 893 0,'7'-5'356'16,"-3"0"-36"-16,5 0-23 0,-1 2-47 16,2 0-32-16,-4-1-13 0,4 4-21 0,-10 0-18 15,21 7-12-15,-11-6-29 0,2 6 1 0,-3-1-3 16,1 2-95-16,1 1 0 0,-7 0-2 0,2 1-1 15,-2 4-2-15,3-3-7 0,-7 3 4 0,3-3 1 16,-6 3-9-16,3-3-19 0,-4 3-29 16,3-3-49-16,-2-1-22 0,3 2-54 0,-3-6-13 15,3 1-39-15,-6 0-176 0,8-6-294 0,-1 4 27 16,-1-5 68-16</inkml:trace>
  <inkml:trace contextRef="#ctx0" brushRef="#br0" timeOffset="155434.42">6716 11451 1005 0,'0'0'331'0,"-1"-8"-37"0,1 8-33 0,-3-2-15 0,3 2 0 15,0 0-39-15,0 0 8 0,-10 17-26 16,7-9-94-16,-1 2-8 0,0 3 8 0,4-1-11 16,-3 1-2-16,3-1-15 0,-3 5-26 0,3-2 82 15,0 0-13-15,3 2-21 0,0 1 6 16,0-4 7-16,5 0-35 0,-1 1-1 0,-1-1-9 15,1-3-4-15,7 2 1 0,-4-5-10 0,3 1-8 16,-1-6-11-16,1 3-12 0,4-3 0 16,-3-3-8-16,3-2-13 0,0-3 1 0,3 2 1 15,-5-5-12-15,1 1 8 0,1-5 8 0,0-1-6 16,-7 3 5-16,4-5 16 0,-4 5-23 0,-3-5 28 16,1 5 0-16,-2 2 10 0,-2 1-5 0,2-3-8 15,-3 7-2-15,-3-2 0 0,3 1 2 16,-1 1 6-16,-2 3 2 0,0 0 2 0,0 0-4 15,-5 15 5-15,2-9-9 0,0 2 4 0,2 3-8 16,-2 2-6-16,3-1-1 0,-3 2 1 16,3-2 6-16,0 4 2 0,0-2-12 0,3-2 15 15,0 2-3-15,1-3-5 0,-1 3 1 0,2-3-6 16,1-3 2-16,1 0 11 0,-1 1-7 0,4-2-27 16,-2-6 11-16,2 4 15 0,0-5-2 15,1-3 2-15,2 0-5 0,-3 0-5 0,4-5 8 16,-4-3-16-16,-3 1 16 0,3-1 0 0,-3-3-11 15,-3-3 6-15,-1 1-6 0,0-1 6 0,-6 5 20 16,3-5-13-16,-4 3-2 0,1-1 2 16,-3 3-5-16,2-1 23 0,-3 3 3 0,3 3-5 15,-3-1-1-15,1 1-7 0,-4 4-5 0,-1 0 7 16,1-1-4-16,0 4-3 0,-1 0-6 0,-2 7 1 16,2-6-6-16,-2 8-25 0,3-2-18 15,-1 1-30-15,1-1-14 0,0 3-35 0,3-2-26 16,3 2-38-16,1-2-59 0,3 5-154 0,0-5-471 15,0 0 95-15,4-4 62 0,3 3 83 16,-3-5 50-16</inkml:trace>
  <inkml:trace contextRef="#ctx0" brushRef="#br0" timeOffset="155665.63">7307 11483 901 0,'0'0'335'0,"0"0"-2"0,0 0-49 16,10 10-13-16,-6-2-33 0,-4-1-82 0,3 3 3 16,0 3-26-16,-2-1-5 0,2 1-3 15,0 2-20-15,3 0-20 0,-2 4 2 0,1-2-8 16,1 1-5-16,-3 0-10 0,4-1-7 0,-1 1-24 16,-2-3-36-16,3 2-30 0,0-1-44 0,-4-1-43 15,4-3-69-15,-1 1-162 0,2-3-422 16,-1-3 97-16,0-4 49 0,2 2 54 0</inkml:trace>
  <inkml:trace contextRef="#ctx0" brushRef="#br0" timeOffset="155964.9">7820 11476 890 0,'0'0'356'0,"0"0"-51"15,0 0-29-15,6-3-20 0,-6 3-31 0,0 0-22 16,0 0 1-16,7-1-32 0,-7 1-6 0,0 0-5 16,14-4-27-16,-7 4-17 0,0-3 1 15,4-1-10-15,1 1-11 0,2-4-8 0,3 2-4 16,-4 0-8-16,2-2-3 0,-2 3-20 0,1 0-18 15,-4 0-24-15,0 0-40 0,-2 1-67 16,1-3-63-16,-2 5-155 0,-3-1-449 0,3-3-1 16,-7 5 108-16,0 0 45 0,3-4 63 0</inkml:trace>
  <inkml:trace contextRef="#ctx0" brushRef="#br0" timeOffset="156181.81">7840 11276 975 0,'-7'6'348'0,"7"1"-46"0,-3-3-8 16,6 4-33-16,-3 5-10 0,3-2-28 15,-2 0-21-15,6 4-10 0,-4 2-18 0,4-3-10 16,-1 2-28-16,-2 1-6 0,4-1-17 0,1 0-11 16,-5 2-12-16,5-2-83 0,-1 3-17 15,-1-3-20-15,-1 1-68 0,-2-3-22 0,2 0-67 16,2 1-112-16,-2-1-503 0,-2-3 104 0,-1-3 40 15,0 1 64-15</inkml:trace>
  <inkml:trace contextRef="#ctx0" brushRef="#br0" timeOffset="156881.67">8264 11034 1016 0,'0'0'297'0,"0"0"-26"0,0 0-15 16,-20 7-21-16,20-1-20 0,0 4-25 0,0 1 2 16,0 2-23-16,3-1-18 0,0 6-5 0,-2-3-23 15,5 6-1-15,-3-3-9 0,4 1-28 16,1 3-6-16,1-2 21 0,-2-3-26 0,4 1-2 16,2-3-3-16,-3 2-8 0,4-3-2 0,-4-3-23 15,4-3 10-15,0 0-72 0,-1 1 11 16,-2-8-3-16,2 3 8 0,1-2-6 0,-4-4 6 15,1-2-3-15,2 1 13 0,-6-5 11 0,3 0-14 16,-2-6 3-16,-2 0 0 0,-5-2-5 0,1-6 10 16,-2 4-18-16,-3-7 18 0,0 0-2 15,-5 2 5-15,-1-2-19 0,-1 5 9 0,3-2 4 16,-4 4 9-16,4 3-4 0,-3 3 4 0,0-1-11 16,3 3 0-16,0 3 0 0,-3 0 2 15,0 6-7-15,3 1 10 0,7 0-7 0,-18 4 2 16,12 0 0-16,-1 3 2 0,0 3-2 0,4-2 0 15,0 7-2-15,-2-5 4 0,5 5-2 16,5-1-5-16,-2-1 8 0,4 2-9 0,-1 0 6 16,5 2 3-16,2-2 5 0,4-2-6 0,-2 1-22 15,5-3-19-15,0 2-63 0,1-1-57 0,0-4-40 16,2-1-180-16,1-1-415 0,-3-2 83 0,-1-4 58 16,-3 0 59-16</inkml:trace>
  <inkml:trace contextRef="#ctx0" brushRef="#br0" timeOffset="157098.26">8869 11176 1072 0,'3'10'320'0,"-2"2"-51"16,2 4-8-16,0 0-21 0,5-2-14 0,-5 6-29 15,4-2-15-15,-1 1-14 0,4 2-22 0,-2-2-7 16,-2-2-19-16,1 1-10 0,0-1-18 15,3-1-15-15,-3 1-36 0,0-3-44 0,-1-3-33 16,5 4-51-16,-4-5-133 0,-1 0-525 16,4-3 21-16,-2 0 59 0,-4-2 63 0,5-4 59 15</inkml:trace>
  <inkml:trace contextRef="#ctx0" brushRef="#br0" timeOffset="157598.38">9198 10941 806 0,'16'-1'297'0,"-1"1"-44"0,1 3-15 16,-2-3-20-16,0 6-21 0,6 0 56 16,-6 0-40-16,6 5-19 0,-3 0-22 0,-3 3-14 15,0-2-1-15,0 5-14 0,-4 0-13 0,-1-2-22 16,-4 3-1-16,-2-3-7 0,0 1-5 0,-3-4-16 15,0 2-15-15,-3 0-2 0,0-3-3 0,-2 0 10 16,2 1 0-16,0-2-20 0,-1-3-6 16,1-4-22-16,0 4-9 0,0-6-32 0,3-1-3 15,0 0-5-15,0 0-13 0,-15-12-8 16,15-1-23-16,-3 1 3 0,3-4 3 0,0-4 15 16,0 2-1-16,0-6 6 0,0 5 18 0,0-5 13 15,3-1 10-15,-3 5 0 0,3 0 38 16,-2 2 3-16,3 1 17 0,-4 0 4 0,0 7 2 15,3-5-11-15,-3 6 1 0,0 0-8 0,0 0-8 16,0 3 0-16,0-2-5 0,0 8 3 0,0 0 10 16,0 0-18-16,0 0 13 0,0 0-5 0,0 0-8 15,-11 22 15-15,11-11 1 0,0 2-11 16,0-1-13-16,0 3 21 0,1 2-18 0,1 0 10 16,3 1-18-16,-2-2 13 0,1 1-2 0,2 0-11 15,4 4 5-15,-2-4-4 0,1-5-1 0,2 3-13 16,3-1-12-16,-4-3-13 0,3-1-29 15,4-2 1-15,-3-2-26 0,3-4-41 0,-3 3-30 16,3-4-26-16,-4-2-49 0,1-4-100 0,-3 2-176 16,3-5-213-16,-1 0 29 0,-3-2 45 15,1-2 72-15</inkml:trace>
  <inkml:trace contextRef="#ctx0" brushRef="#br0" timeOffset="157800.32">9690 11005 261 0,'6'-12'163'0,"-6"2"24"16,0 2 10-16,4 1 67 0,-4 0-18 0,0 3 15 15,0 4-62-15,0-7 1 0,0 7-18 16,0-7-26-16,0 7-15 0,0 0-6 0,0 0 6 15,0 0-82-15,0 0 26 0,0 0 7 0,0 0-3 16,-4 22-9-16,4-11-11 0,0-1-5 16,1 3-3-16,2-1 8 0,0 3-15 0,0 2 2 15,1-2-7-15,-1 2 5 0,0-1-8 0,5 0-8 16,-5 0 11-16,4 1-18 0,-4-1-6 16,1-3 1-16,3 1-24 0,0 1-4 0,-1-4-39 15,-2 2-28-15,-1-3-41 0,3-2-8 0,-1-1-41 16,1-3-71-16,-2 0-121 0,3-2-343 0,-1-3 11 15,-6 1 74-15,11-8 64 0</inkml:trace>
  <inkml:trace contextRef="#ctx0" brushRef="#br0" timeOffset="158015.04">9905 10941 729 0,'0'0'305'0,"0"0"-19"16,0 0-35-16,7 14-8 0,-7-10-7 0,6 5-24 15,-2 3-27-15,-1-1-9 0,1-1-2 0,3 7-13 16,-3-3-22-16,2-2-4 0,0 5-14 0,1-2-24 16,-2 0-13-16,1 1-7 0,1-4-18 15,-1 2-38-15,1 1-29 0,-2-4-48 0,1-1-88 16,0 2-194-16,1-4-435 0,0-4 51 0,0 3 103 16,-3-6 69-16</inkml:trace>
  <inkml:trace contextRef="#ctx0" brushRef="#br0" timeOffset="158281.91">10516 10975 1059 0,'0'0'384'0,"0"-10"-41"0,0 10-25 0,0 0-34 16,11-6-28-16,-4 5-26 0,0 0-28 15,4 0-15-15,5-4-33 0,-2 4-19 0,3-5-40 16,0 5-13-16,0-2-21 0,4-4-43 0,-5 4-23 16,-1-1-54-16,1 0-35 0,1 0-88 0,-7 0-148 15,2-2-454-15,-3 4 86 0,1-3 45 16,-7-2 49-16</inkml:trace>
  <inkml:trace contextRef="#ctx0" brushRef="#br0" timeOffset="158465.12">10592 10801 962 0,'-3'13'317'15,"3"-2"-97"-15,0 0-10 0,3 4-15 0,0 2-26 16,-2-1-31-16,5 7 11 0,-2-4-16 15,6 6-23-15,-3-1-13 0,-1-2-25 0,4-1-37 16,-2 4-70-16,5 0-63 0,-3-4-145 0,4 1-453 16,0-3 38-16,0-6 80 0</inkml:trace>
  <inkml:trace contextRef="#ctx0" brushRef="#br0" timeOffset="158917.37">11146 10665 785 0,'0'7'315'16,"0"3"-28"-16,0 1-24 0,0 1-30 0,0 1-20 16,3 2-8-16,-3 1-26 0,3 1 61 0,1-1-30 15,2 1-28-15,-1 0-13 0,1-1-26 16,4 2-10-16,-3-3-22 0,0-4 24 0,3 3-43 15,0-5-5-15,1-1-7 0,-1-1-1 0,0-3-15 16,4-4-8-16,-3 0-2 0,2 0 2 16,1-4-7-16,-1-4 2 0,1-1-15 0,-1-2-10 15,-2-1 2-15,-1-4 3 0,-6-1-14 0,2-2-4 16,-6-2-2-16,0-4 4 0,-3 0 0 16,-1 0-2-16,-5 4 0 0,1-1 2 0,-2 5 3 15,3 2 15-15,-3 0-20 0,-3 5 3 0,2 2-1 16,-6-1-15-16,4 7 10 0,-1 0-5 0,3 2 6 15,-6 1 4-15,4 1-5 0,0 6 5 16,-1 1 1-16,3-1 15 0,0 2-31 0,2 2 0 16,2 1 15-16,3-5-2 0,1 6-8 0,0-3-5 15,3 3 7-15,0-3 17 0,3 1-30 0,0 0 1 16,4-1 8-16,0 2 5 0,4-4-14 0,2 1-1 16,0-2-16-16,2-2-26 0,5 1-15 15,-3-3-51-15,7-3-69 0,-3-2-154 0,-1 2-517 16,4-1 43-16,0-1 96 0,-7 1 45 0,3-3 69 15</inkml:trace>
  <inkml:trace contextRef="#ctx0" brushRef="#br0" timeOffset="159216.78">11672 10790 921 0,'7'3'307'0,"-1"3"-28"15,2-4-31-15,-4 6-22 0,2 1-1 0,-2-1-18 16,-1 5-94-16,0-3 17 0,0 0-12 0,1 5 10 16,-4-3-25-16,0 3 4 0,-4 2-15 15,1-2 0-15,0 2-23 0,-1-2 1 0,1 0-6 16,-3-2 0-16,5-1 2 0,-5-1-7 0,6-1-15 16,-4-3 12-16,3 1 3 0,1-1-23 0,0 0 17 15,0-7-17-15,5 6 3 0,1-2-1 16,1-4 0-16,3 1 3 0,-10-1-5 0,24-7-23 15,-10 6-16-15,0-2-30 0,3-4 15 0,0 2-46 16,0-4-23-16,0 1-56 0,-3 0-113 0,2 1-548 16,-1 1 62-16,-2-6 79 0,-3 1 66 15,1-3 47-15</inkml:trace>
  <inkml:trace contextRef="#ctx0" brushRef="#br0" timeOffset="159781.85">12017 10475 952 0,'7'-3'268'0,"0"0"-9"0,-7 3-26 0,14 0-31 15,0 5-20-15,-4-3-13 0,3 3-18 16,1 2-18-16,-3-1-5 0,3 5-13 0,-1-1-12 16,0 1-11-16,-5-1-3 0,2 5-4 0,-1-1-3 15,-1-3-11-15,-1 6-7 0,-4-3-10 16,-3-2-8-16,0 2-18 0,0 2 21 0,-3-4-8 0,-1 2 2 16,1-5-7-16,-1 4-13 0,0-2 3 15,1-1 7-15,0-3-23 0,0-1-2 0,2-1-28 16,-2 0-29-16,3-5-5 0,0 2-17 0,0-2-1 15,0 0-10-15,0 0-13 0,3-17-17 0,1 9-22 16,-1-3-17-16,0-5-23 0,1-1 5 16,0-6 13-16,0-2 44 0,2 0 7 0,-3-1 46 15,1-2 33-15,-1 0 44 0,0 3 49 0,0 3 20 16,-3 1 7-16,1 3 19 0,3 3 2 16,-4 3-12-16,0-1-19 0,0 4-7 0,0 1-5 15,-4 7-3-15,0-2 2 0,4 3 9 0,0 0-1 16,-10 9-5-16,7 0-7 0,-3 1 5 15,5 1-14-15,-2 4 17 0,-1 3-34 0,1 1 30 16,3 1-32-16,-1-2 12 0,1 0-8 0,4 4 16 16,0-4-25-16,-1 3 4 0,1-1-5 0,2-2-2 15,4 2-5-15,-2-3 17 0,2-3-22 0,-3 1-19 16,7 0-33-16,-4-5-17 0,3 3-60 16,1-4-22-16,2-2-88 0,-4-2-186 0,4 2-400 15,-2-6 92-15,-1-1 52 0,-2 0 69 0</inkml:trace>
  <inkml:trace contextRef="#ctx0" brushRef="#br0" timeOffset="160115.21">12506 10593 885 0,'0'0'315'0,"7"0"-28"15,-7 0-29-15,0 0-27 0,17 1-16 0,-10 4-18 16,0-3-16-16,4 3-14 0,-2 0-6 0,-2 2-20 15,0 1-3-15,4-1-10 0,-5 3-18 16,-2-2 8-16,2 2-85 0,-3 3 16 0,-3-4-16 16,1 2 0-16,-1 3 3 0,0-3 13 0,-1 2-3 15,-5-2-3-15,3 2-9 0,-4-1-1 0,4-4-15 16,-1 2 30-16,-3-3-4 0,3 1-24 0,1-1 14 16,0 1-6-16,3-2 0 0,-4-2 0 15,4 2-10-15,-3-2 61 0,3-4 1 0,0 7 2 16,0-7-11-16,0 0-14 0,7 0 2 0,-7 0-11 15,14 0-14-15,-14 0-22 0,13-3-7 16,-3-3 1-16,-2 4-22 0,2-4-32 0,3 2-16 16,-2-2-31-16,-1-1-69 0,0-1-84 0,4 1-382 15,-4 2-192-15,0-4 85 0,-2 1 59 16,1-5 79-16,-2 5 41 0</inkml:trace>
  <inkml:trace contextRef="#ctx0" brushRef="#br0" timeOffset="160398.04">12739 10450 967 0,'0'0'294'15,"0"-7"-17"-15,0 7-31 0,0 0-24 0,0-5-30 16,0 5-10-16,0 0-13 0,0 0-8 0,0 0-20 15,0 0-18-15,7 13 7 0,-4-3-20 0,0 1-12 16,1 0 2-16,2-1 2 0,-1 5-15 0,4 2-10 16,-5-1-6-16,3 0-7 0,3 3-17 15,-3 4 75-15,3-4-22 0,-3 6-18 0,0-2-54 16,-3 2-28-16,2 2-181 0,-6-1-239 0,0 6-402 16,0-3 49-16,-3-3 115 0,-1-1 64 15,-3-5 49-15</inkml:trace>
  <inkml:trace contextRef="#ctx0" brushRef="#br0" timeOffset="161431.69">6216 13091 916 0,'-3'-2'338'0,"0"-4"-23"16,0 0-31-16,-1 4-21 0,4 2-22 0,-4-9-36 16,0 7-26-16,4 2-13 0,-3-6-4 15,3 6-29-15,0 0-13 0,0 0 3 0,-13 10-92 16,6 2 10-16,6-2-6 0,-2 1-1 0,0 4-4 16,0 2-2-16,3 1-12 0,3 3 9 0,-3-2-12 15,6-2 13-15,-1 5-8 0,1-5-3 16,4 1-2-16,0 0 2 0,1-4 3 0,2-3 0 15,1-3-10-15,0 2-3 0,3-3-5 0,0-6 13 16,0 2 0-16,-3-3 7 0,3-4-2 0,-3 1-16 16,3-4 14-16,-4-1-11 0,2-6 0 15,-2 3-2-15,-3-6 4 0,0 0-4 0,-3-5-3 16,-4 2 2-16,-2-3 4 0,-1 4-9 0,-1-6 23 16,-5 0-14-16,-1 1-9 0,-1 1-2 15,-1-1 7-15,-1 4 9 0,-1 1-14 0,1 0 1 16,0 3 4-16,-4 5 1 0,4 1-1 0,-5 2-7 15,2 1 5-15,0 6-5 0,-4-2-5 16,4 5 7-16,1 0 1 0,-4 3 2 0,2 1 2 16,1 4-7-16,1 0 8 0,3 1 2 0,2 2 10 15,1-1-17-15,5 1-11 0,-2-1 10 0,6 1 6 16,-3-1 2-16,7 1-8 0,-1-1 11 0,2-2-3 16,5 3-5-16,1-3-5 0,3-1-5 15,4-1-26-15,-1 0-8 0,1-2-48 0,6-2-38 16,-2 3-44-16,-3-7-103 0,3 4-383 0,-1-2-21 15,0-2 10-15,-1-2 65 0,-5-1 91 16</inkml:trace>
  <inkml:trace contextRef="#ctx0" brushRef="#br0" timeOffset="161781.57">6651 13262 880 0,'-4'18'276'16,"1"-5"-20"-16,0 2-33 0,3 0-10 16,3-4-27-16,-3 3-22 0,3-4-18 0,-2 4-13 15,2-3-5-15,3 2-2 0,-2-3-11 0,2 0-10 16,2-1-21-16,-1-3-4 0,2 0 7 0,2-2-3 16,-1-4-25-16,-3 0 2 0,7 0-4 0,-4-4-1 15,0 0-10-15,1-6 8 0,2 1-3 16,-6-4 3-16,-1-1-75 0,-1-5 3 0,-2 4-5 15,-3-5 13-15,0 1 2 0,-4-4 3 0,-3-2 5 16,3 6 8-16,-2-2-3 0,-4 3 5 16,2 1-2-16,-1 3 0 0,2 3-6 0,-3-3-2 15,-1 3 3-15,1 3-3 0,0 1-13 0,-1 2-28 16,1 0-18-16,0 3-33 0,0-3-41 16,3 4-54-16,1 1-79 0,-2 1-128 0,8-1-320 15,-7 5 43-15,7-5 77 0</inkml:trace>
  <inkml:trace contextRef="#ctx0" brushRef="#br0" timeOffset="162248.39">7105 12851 698 0,'17'-1'241'0,"0"2"-26"15,0 0 0-15,-3 5-38 0,-1 0-16 0,2-2-13 16,-2 5-10-16,1 1-25 0,-4 1-16 0,0-1 3 16,1 5-3-16,-4-1-20 0,-1 0 0 15,-2 1-15-15,-1 0 71 0,-3-3-18 0,0 3-21 16,0-2-14-16,-4-1-29 0,4 1-13 16,-3-3 16-16,3 0-13 0,-3-4-38 0,3-1-49 15,-4 1-29-15,4-6-19 0,0 0 4 0,0 0-20 16,0 0-3-16,0 0-25 0,-2-17-51 0,2 7 17 15,-1-3 6-15,1 0-75 0,0-5 106 0,1-3 35 16,-2 3 69-16,1 0 44 0,0-4 46 16,-3 5 23-16,3-1 25 0,-4 1 19 0,1 1 2 15,2 2 5-15,-2 3-33 0,0-2-8 16,0 2-13-16,2 4-2 0,-2 3 10 0,0 0-8 16,3 4 3-16,0 0 0 0,0 0-5 0,-14 13 7 15,10-5-22-15,1 3 7 0,0 2-13 16,2-1 16-16,-1 6-11 0,2-3 3 0,0 2 46 15,3 1 3-15,0-1-18 0,1 6-6 0,2-2-9 16,5 0-11-16,-4-3-34 0,5 2-14 0,0-2-24 16,1-2-32-16,4-5-22 0,-3 4-30 0,3-6-38 15,-4-3-54-15,5-1-108 0,-5-5-120 16,1 0-317-16,-1 0 43 0,2-5 71 0,-2-1 42 16</inkml:trace>
  <inkml:trace contextRef="#ctx0" brushRef="#br0" timeOffset="162548.07">7528 12955 711 0,'0'-5'223'15,"0"5"-47"-15,1-7-7 0,-1 7-28 16,0 0-3-16,0 0 6 0,0 0-32 0,0 0 6 0,0 21-8 16,-1-14-2-16,2 3-21 0,-2 0 71 15,2 0-14-15,-1 3-11 0,4-1-18 0,-1-1 0 16,-3 0-7-16,4-1-8 0,-1 3-13 16,3-1-80-16,-2-4 3 0,2-1-4 0,2 1 9 15,-1-2-7-15,2-2 10 0,3-2-3 0,0 1-7 16,-2-3 2-16,5-3 5 0,-5 1 13 15,7-5-20-15,-4 3 5 0,-2-5 2 0,0-3-2 16,-1 3 0-16,-1-2 5 0,-1-2 0 0,-5 1 17 16,0-1 4-16,-3-1-14 0,-3 3-7 0,0-1 11 15,-1 0-12-15,-3 1-1 0,-3 3 4 16,0 1-2-16,-1 2 5 0,1 0-10 0,-3 3-13 16,-1 0-15-16,1-1-37 0,-2 6-19 0,5-1-44 15,-4 0-13-15,4-2-128 0,-6 7-192 0,8-3-272 16,2 0 47-16,2-2 85 0,-2 2 63 15</inkml:trace>
  <inkml:trace contextRef="#ctx0" brushRef="#br0" timeOffset="162833.07">7956 12906 711 0,'18'3'205'0,"-2"4"15"15,-2 3-38-15,-4-3-36 0,-3 3 12 16,0-1-25-16,-3 5 24 0,-1-3-37 0,-3 3 69 16,0 1 3-16,-6 2-15 0,2 0 2 0,-3-1-89 15,3 0-3-15,-5-1-3 0,2-1-2 0,-1 1-10 16,1-1-11-16,1-3-2 0,2-1-8 0,-2-3 3 16,2 1-3-16,1 1-7 0,2-4-16 15,-2-2 10-15,3-3 1 0,3 8-6 0,2-6-7 16,4-2 9-16,-9 0-14 0,22-2-26 0,-6-5 0 15,2 3-34-15,1-3-20 0,5-1-71 16,-2-2 2-16,5-2-156 0,3 2-489 0,-2-7 84 16,-2 3 29-16,-1-1 81 0</inkml:trace>
  <inkml:trace contextRef="#ctx0" brushRef="#br0" timeOffset="163031.84">8438 12768 903 0,'10'-2'297'0,"-2"2"-31"15,2-2-18-15,3 0-22 0,1-2-24 0,3 2-23 16,0-3-18-16,0 2-17 0,0 1-29 0,1-4-36 16,-2 0-43-16,-1 5-61 0,-2-2-65 15,-3-1-153-15,1 1-441 0,-1-2 32 0,-4 3 78 16,-2-2 60-16</inkml:trace>
  <inkml:trace contextRef="#ctx0" brushRef="#br0" timeOffset="163214.01">8524 12558 929 0,'0'10'286'0,"0"2"-19"0,3-1-14 15,1 6-23-15,2 1-27 0,-2-3-11 0,6 8-29 16,-3-4-4-16,3 4-10 0,1-3-19 15,-1 2-2-15,0-2-33 0,4 3-18 0,-1 1-42 16,1-5-50-16,0 2-57 0,3-4-120 0,-3 0-537 16,3-4 15-16,0 0 89 0,0-6 70 15</inkml:trace>
  <inkml:trace contextRef="#ctx0" brushRef="#br0" timeOffset="163647.17">9027 12518 780 0,'-1'9'338'0,"1"4"-26"0,0-2-17 0,0 4-34 16,1 0-15-16,2 1-24 0,0 2-25 16,4-2-28-16,-3 0-13 0,2 1-5 0,1-4-17 15,-1 1-19-15,2 1-5 0,-1-5 2 0,0 1-19 16,2-4-14-16,-1 0-15 0,-1 0 8 15,3-4-3-15,0-2-10 0,1-1 2 0,1-2-2 16,-1-2-8-16,3-3-7 0,-4-5 2 0,1 1-3 16,-2 0-7-16,-2-5-5 0,0-2-16 0,-3-2-69 15,-4-1 16-15,-4-3-6 0,1 1 14 16,-4-2-1-16,3 1 5 0,-6 5 6 0,0-3 7 16,3 9-10-16,-3-2 5 0,-1 2 5 0,2 2 1 15,-2 3-14-15,0 5 16 0,1-1-1 16,-3 3 9-16,2 2-13 0,-2 3 22 0,3-1-22 15,-1 5 7-15,2-1 21 0,2 3-10 16,-1 0-1-16,5 3 8 0,-1-3-20 0,2 7 10 0,2-7 13 16,2 5-11-16,2-1-2 0,-1-2 8 15,5 4 2-15,-2-4 8 0,4 1-10 0,1-4-13 16,-1 3-10-16,3-2-34 0,-1-2-30 0,4-4-57 16,1 3-66-16,-3-2-203 0,6-2-391 0,-3-3 118 15,-3-2 17-15,7-3 65 0</inkml:trace>
  <inkml:trace contextRef="#ctx0" brushRef="#br0" timeOffset="163847.43">9444 12555 847 0,'0'10'269'16,"0"1"-16"-16,3 3-35 0,0 2 9 0,-2 1-19 15,2 1-24-15,0 0-20 0,0 3-21 0,1-4-17 16,-1 2-11-16,4-2-8 0,-6 2-12 0,2 0-13 15,3-3 10-15,-5-1-18 0,5-1-23 16,-3 3-45-16,1-4-32 0,0-1-48 0,-1-4-44 16,0 3-56-16,-2-4-223 0,5 0-320 0,-3 2 85 15,1-7 33-15</inkml:trace>
  <inkml:trace contextRef="#ctx0" brushRef="#br0" timeOffset="164430.68">9682 12401 957 0,'8'-5'307'0,"-1"0"-31"16,3 5-20-16,4 0-33 0,-1 0-10 0,1 0-32 15,3 5-76-15,0 0-15 0,-4 2-1 0,2-1-14 16,1 1 1-16,-3 3-12 0,-2 0 0 0,0 0-10 16,-2 4 0-16,2-3 2 0,-7 3-12 15,2-3 7-15,-3 2-10 0,-2-2 2 0,2-3-7 16,-3 2 0-16,0-1-3 0,-3 1 19 0,3-4-22 15,-1 2 6-15,1-1-8 0,-3-3 3 16,3-4-13-16,0 4-21 0,0-4-7 0,0 0-39 16,0 0 3-16,0 0-38 0,-3-15-18 0,3 5-24 15,0 2-2-15,3-9-15 0,-3 2 20 0,3-2-3 16,-2-1 42-16,2 2 43 0,1-1 15 0,-1 0 42 16,0-1 12-16,-2 3 41 0,2-2-2 15,-3 9 25-15,3-4 10 0,-3-1-28 0,0 6 1 16,3-1-16-16,-3 4-6 0,0-2-2 0,0 6 6 15,0 0-1-15,0 0 6 0,0 0-4 16,0 0-1-16,-10 22-9 0,8-12 1 0,2 1 5 16,-1 4-13-16,2-1-5 0,1 3 10 15,2 1-13-15,-1 0 3 0,1-1-8 0,2 1-5 16,2 4 3-16,-2-4-9 0,1-1 6 0,0-1 0 16,2-2-17-16,2-3 4 0,-1 3-26 0,0-4-12 15,4-3-41-15,-4-3-8 0,2 1-48 0,0-3-13 16,3-2-103-16,-5-3-79 0,3-1-299 0,1-6-72 15,-4 2 51-15,3-9 59 0</inkml:trace>
  <inkml:trace contextRef="#ctx0" brushRef="#br0" timeOffset="164614.9">10195 12346 877 0,'0'0'287'0,"0"0"-8"16,0 0-8-16,0 0-96 0,0 0-14 15,0 0 5-15,-6 20-10 0,6-10-10 0,0 4 0 16,0-2-33-16,3 7-8 0,-3-3 10 0,0 2-26 15,3 0-4-15,-2 0-6 0,2 0-10 0,0 4 3 16,0-3-13-16,2-3-8 0,-5 2-33 0,3-1-44 16,0 0-43-16,0-2-82 0,-3-1-276 15,4-3-338-15,-1-1 89 0,0-2 51 0,-2-4 62 16</inkml:trace>
  <inkml:trace contextRef="#ctx0" brushRef="#br0" timeOffset="164934.07">10469 12351 857 0,'10'1'261'0,"-2"5"-33"0,2-3-16 15,0 4-25-15,-1 1-8 0,2 3-15 0,-4 2-20 16,-1-1-6-16,-2 2-8 0,-1 1-12 0,1 3 0 15,-8 0-23-15,4 1-3 0,-3 1 7 16,-1 1-22-16,-5 0 8 0,5-4-6 0,-2-1-12 16,1 1-3-16,-1-2-16 0,2-1 24 0,1-3-23 15,-3-1-16-15,5-2-2 0,-2 2 10 16,3-3 12-16,0-1-19 0,3-4 1 0,1 4 1 16,2-5-5-16,4 1-3 0,4-4 3 0,0 0-23 15,4-3-11-15,5 1-23 0,1-3-22 0,0-1-27 16,7-5-53-16,-1 4-51 0,1-8-59 15,0 2-545-15,-4-2 102 0,11-7 28 16,-7-2 42-16</inkml:trace>
  <inkml:trace contextRef="#ctx0" brushRef="#br0" timeOffset="165147.45">11139 12266 854 0,'0'0'285'15,"13"0"-27"-15,-13 0-22 0,18 0-21 0,-8 0-23 16,3-1-8-16,2 0-23 0,5-4-5 0,-3 4-2 16,7-1-26-16,-3-3-18 0,-1 2-21 15,4-4-14-15,3 5-32 0,-6-4-35 0,-1-1-57 16,-3 2-28-16,-3-1-33 0,0-1-94 0,-8 0-157 16,-2-3-302-16,-1 2 18 0,-3-2 74 15</inkml:trace>
  <inkml:trace contextRef="#ctx0" brushRef="#br0" timeOffset="165314.01">11275 11975 757 0,'-6'6'305'16,"3"-1"7"-16,-1 6-25 0,1 0-18 0,-1 3-19 15,4 3 4-15,-3 0-119 0,2 2 1 0,1-1-18 16,1 5 0-16,2-5-24 0,1 6-7 16,-4 1 0-16,3 0-15 0,1 0-8 0,-1 0-18 15,0-2-13-15,1-2-68 0,-1 2-73 0,0-1-104 16,-3-3-336-16,3-1-156 0,-3-2 38 15,0-7 67-15,-3-2 64 0</inkml:trace>
  <inkml:trace contextRef="#ctx0" brushRef="#br0" timeOffset="166030.78">11700 11776 813 0,'0'-8'356'15,"0"8"-102"-15,0 0-21 0,-3-4-16 0,3 4-27 16,0 0-29-16,0 0 15 0,0 0-37 0,-15 11-9 16,9-3 8-16,2 1-30 0,-2 5-1 15,-1 1-7-15,0 0-10 0,3 4-16 0,1-1 3 16,-1 0-8-16,4 5 3 0,-3-4 5 0,6-1-11 16,1 3-5-16,-1-2-12 0,8-1-18 15,-4-1 7-15,3 3-15 0,4-8 11 0,-4-2-4 16,3 2 1-16,4-6 0 0,-3-1-1 0,0 1-1 15,-1-3 1-15,1-2-7 0,-3-4-2 0,2 1-1 16,-2-3 1-16,-2-3-6 0,-2 0-2 16,1-6-16-16,-2 1 11 0,-3-2-8 0,-3-3-5 15,-3-4 5-15,0 2 2 0,-5-2-7 0,-1 1 3 16,2-1 4-16,-3 4 1 0,-1 0-1 0,-2 4-2 16,-1-3 8-16,3 9 2 0,-2 0-15 15,-4-1 18-15,3 7-8 0,-3-1 8 0,0 3-13 16,3 3 10-16,1-1 0 0,-1 3 6 0,4 0 12 15,-4 2-25-15,7 1-1 0,0 1-10 16,1-1 6-16,2 0 10 0,0 6-19 0,4-3 14 16,4-1 2-16,0 5 3 0,3-1 2 0,6-3-8 15,1 3-9-15,2-3-16 0,2 3-18 16,3-3-31-16,-4-1-17 0,7 0-45 0,0-3-47 0,-1 1-98 16,-5-1-297-16,5-6-159 0,-3 4 31 15,-2-4 72-15,-1-1 56 0</inkml:trace>
  <inkml:trace contextRef="#ctx0" brushRef="#br0" timeOffset="166330.04">12072 11989 913 0,'4'2'279'0,"2"0"-10"0,2 3-26 0,2 2-30 15,-4-3-11-15,1 5-8 0,1-1-14 16,1 5-14-16,-2-1-23 0,0 2-12 0,-4-2-11 15,2 2-12-15,-2 0 7 0,0-3-8 0,-3 3-20 16,0-3-5-16,-3 4 3 0,0-5-72 16,2 1-11-16,-3 2 21 0,1-3-2 0,-1-2-19 15,1 0 21-15,0 2-12 0,0-3-11 0,3 1 12 16,-1-3 11-16,1 0-18 0,-3 0 13 16,3-5-12-16,0 8 6 0,3-6-1 0,-3-2 6 15,7 5-14-15,0-4 12 0,4-1-2 0,2-1-8 16,1-2-2-16,-1 1-11 0,8 0-20 0,-4-4-15 15,4 4-19-15,3-4-68 0,-4-3-62 16,0 4-185-16,1 0-388 0,-4-3 64 0,1-1 86 16,-2-3 47-16</inkml:trace>
  <inkml:trace contextRef="#ctx0" brushRef="#br0" timeOffset="166897.01">12575 11708 837 0,'10'-3'335'0,"-3"-1"-97"16,-7 4-18-16,16 0-20 0,-5 4-29 0,-4-4-4 15,6 3-24-15,-2 4-7 0,-1 0 9 0,4 2-40 16,-4 0 0-16,0 2 0 0,-3-1-28 0,1 5 13 16,-2-1-21-16,-2-3 5 0,2 4-7 15,-6 2-1-15,0 0-10 0,0-1-4 0,0 1-6 16,-3-2-5-16,0 1-3 0,2 0-23 0,-2-5 6 16,0 4 2-16,-1-5-5 0,4 0-8 15,-3-2-2-15,3-1 7 0,-4 2 6 0,4-4-19 16,0-5-48-16,0 0-15 0,0 0 4 0,0 0 9 15,0 0-24-15,0 0-30 0,17-22-16 0,-13 10-2 16,2-3-3-16,2-7-15 0,-2 3 10 16,1-5 20-16,-3-1-12 0,2 0 38 0,2 0 36 15,-2-1 46-15,-3 1 33 0,-2 0 34 0,2 3 14 16,0 2 19-16,0 3 0 0,-2 4-8 16,-1-4 8-16,3 9-10 0,-3-2-11 0,0 0-5 15,-3 5-5-15,2 2 11 0,1 3-14 0,0 0 11 16,0 0-21-16,0 0 1 0,-10 15-1 0,7-5 80 15,0 1-19-15,0 3-17 0,-2 1-13 16,5 2-5-16,0 1-10 0,0 0 0 0,1-1 9 16,3 0-24-16,-1 2 2 0,0 1-13 0,4-1-8 15,-4-3-7-15,7 4-34 0,-2 0-10 16,2-3-38-16,0 0-15 0,4-1-60 0,-1-6-94 16,1 5-148-16,-1-5-490 0,2-4 98 0,-2-2 46 15,-3-4 92-15,4 0 51 0</inkml:trace>
  <inkml:trace contextRef="#ctx0" brushRef="#br0" timeOffset="167180.38">13122 11872 975 0,'6'-4'286'0,"2"2"-22"16,-2 2-26-16,-6 0-18 0,17 0-10 16,-9 0-20-16,1 5-19 0,1-1-7 15,0 2-21-15,-2-1 3 0,2 2-26 0,-4 1 1 16,-2 5-14-16,3-1-9 0,-3 1 6 0,-1-1-6 15,-6 3 2-15,3 2-24 0,-4-3 6 0,1-3 0 16,-1 6-10-16,0-2-75 0,-2-4 11 0,3 2-11 16,-1-4-2-16,1 1 10 0,0-2-7 15,0-1-3-15,1 0 15 0,2-3-5 0,0 3 8 16,2-2-3-16,1-1-10 0,-3-4 18 0,13 2-5 16,-6 1-16-16,7-6-4 0,-1 3-24 0,4-1-23 15,0-3-23-15,1-2-56 0,1 1-31 16,2-4-58-16,-7 0-267 0,6-1-261 0,1 0 56 15,-7-4 82-15,3 2 67 0</inkml:trace>
  <inkml:trace contextRef="#ctx0" brushRef="#br0" timeOffset="167500.6">13522 11786 660 0,'0'-5'289'0,"3"0"-15"15,0 1-44-15,0-1-12 0,-3 5-31 0,8-3-11 16,-1 0-14-16,-7 3-6 0,0 0-5 0,21 6-15 15,-15-2-14-15,4 1-6 0,-3 2-22 16,-1 2 9-16,2 0-27 0,-1 5 4 0,-1-3-3 16,-3 4-21-16,-3 3 5 0,0-1 3 15,0 4 3-15,-3-2-21 0,0-1-13 0,-1 6 13 16,-2-6-7-16,0 4 4 0,1-4 1 0,-1-1-8 16,2-2 5-16,1-4 2 0,0 2-5 15,2-2 11-15,1-3-11 0,0 2-14 0,0-3 19 0,7-1-7 16,-3-2 2-16,10 1-2 0,-4-2 15 0,6-2-5 15,5-1-12-15,0-1-6 0,3 1-10 16,2-3 5-16,-1 1-8 0,5-3 6 0,-2 3-9 16,-1-4-14-16,-6 6-6 0,-1-6-38 0,1 5-13 15,-8 0-87-15,1-1-71 0,-7 2-80 16,-1 2-525-16,-6-2 72 0,0 0 62 0,0 0 63 16,0 0 62-16</inkml:trace>
  <inkml:trace contextRef="#ctx0" brushRef="#br0" timeOffset="168799.23">6955 14391 980 0,'0'0'330'0,"-3"-7"-41"16,3 7-28-16,0 0-28 0,-1-3-10 0,1 3-23 16,0 0-16-16,0 0-13 0,-17 17-14 15,11-7-32-15,-1 3-12 0,-4-1-11 0,1 6-84 16,3 2-3-16,-4 0 13 0,2 1-10 0,2 0-2 16,0-1-1-16,4-1 6 0,0-1-9 0,-1 0 6 15,8-2-7-15,-4 1-6 0,6-2 5 16,-2-5 3-16,5 4 5 0,-2-4-8 0,7-3 3 15,-1-3 5-15,2 0-8 0,1-3 0 0,2-2-5 16,2-3-2-16,-3 0-3 0,7-4 2 16,-4-1 1-16,-2-5-6 0,-1 3 3 0,-3-4 8 15,-1-2-3-15,1 0-15 0,-8-6 10 0,1 4 0 16,-4-5-3-16,-2-1 16 0,-1-1-18 16,-3-1 2-16,-1 2 3 0,-3 2 6 0,1-1-1 15,-1 4 2-15,-4 1 14 0,1 1-8 0,0 6-6 16,-1-1-4-16,1 6 5 0,-4 1 7 15,1 2-10-15,0 4 8 0,-2 4-3 0,2 0-2 16,-4 5 10-16,3-1-8 0,0 6 10 0,4-3-15 16,1 4 11-16,1 0-1 0,2-2 6 0,5 4-16 15,-2-3-10-15,3-1 30 0,4 0-12 16,5 4-3-16,2-4 1 0,-1 0 9 0,7 1-20 16,0-4-15-16,4 2-19 0,3-4-19 0,-1-2-27 15,2 1-14-15,2-2-68 0,0-2-45 0,1 1-67 16,-7-1-71-16,2-1-285 0,-3-2-28 15,-2 0 82-15,-1 0 36 0</inkml:trace>
  <inkml:trace contextRef="#ctx0" brushRef="#br0" timeOffset="169130.28">7355 14553 693 0,'6'-2'228'0,"-6"2"-3"15,0 0-5-15,0 0-104 0,0 0 35 0,0 0-23 16,1 7 12-16,-2 1-9 0,-2-1 71 0,-3 3-18 16,2-2-4-16,0 5-14 0,0-1-18 0,1 5 3 15,0-1-23-15,0 0-15 0,-1 2-11 16,1-2-7-16,3 1-10 0,0 0-6 0,0 1-5 15,3-3 3-15,-2 2-5 0,5-1-21 16,-3-6-13-16,4 4 3 0,-2-4 10 0,4-2-2 16,-2-1-5-16,0-1-19 0,3-2 26 0,0-4-15 15,0 0-5-15,-10 0-11 0,18-9 1 0,-8 5 4 16,-3-4 1-16,6-3 0 0,-9 1-6 16,3-5 3-16,-1 1-15 0,-2-3 0 0,-4-2 4 15,-4 1 4-15,1-1 2 0,-1-4-6 0,-5 4 4 16,-2 2-19-16,-2-1 6 0,2 2 4 0,-6 3 11 15,0 0-13-15,-4 1-2 0,0 3 5 16,-1 1-6-16,4 4 6 0,-3 0 10 16,4 1-31-16,0 1-20 0,1 2 0 0,1 2-49 15,2 1-28-15,-1-3-70 0,1 4-45 0,6 0-108 16,1 0-473-16,4-1 28 0,2-3 117 0,0 8 68 16,0-8 55-16</inkml:trace>
  <inkml:trace contextRef="#ctx0" brushRef="#br0" timeOffset="169396.83">7690 14315 959 0,'17'-3'297'0,"0"3"-25"0,-4 2-32 15,2 0-22-15,-2 3-26 0,-3 0-21 16,4 2-15-16,-4 0-25 0,4 4 2 0,-4 0-10 0,-4 1-16 15,1 3-2-15,-3-3-5 0,0 2-13 16,-4-1-15-16,-3 0 5 0,2 2-16 0,-3 0 11 16,1-3-26-16,-4 3-28 0,4-4-16 0,-3 1-12 15,5-2-10-15,-5-1-24 0,1-4-56 16,2-1-64-16,3-4-51 0,0 4-125 0,0-4-264 16,0 0 74-16,0 0 0 0,-3-14-28 0,3 1 54 15</inkml:trace>
  <inkml:trace contextRef="#ctx0" brushRef="#br0" timeOffset="169896.79">7816 14199 601 0,'0'-15'228'0,"-3"7"10"0,3-2 69 0,0 3-15 16,-3 6-54-16,3 1-15 0,-4-7-19 15,4 7-12-15,0 0-2 0,0 0-26 0,-7 15 7 16,3-3-25-16,1 0-3 0,-3 3-20 16,3 1-13-16,2 3 0 0,-6-1-15 0,7 0 0 15,-3 3-1-15,3-2-22 0,0 5 2 0,3 0-7 16,1-4-16-16,2 4-64 0,1-1-12 0,0-3 14 15,0 0-24-15,4-2-11 0,1-2 7 0,3-1-20 16,-2-4-17-16,4-2-12 16,0-2-14-16,1-3-8 0,1 0 0 0,-1-3 2 0,0-2-4 15,-2-3 20-15,2-2 12 0,-2-2-14 0,-1-3 24 16,-2 1 7-16,-3-3 19 0,1 1 34 16,-1-1 28-16,-1 1 25 0,-1 4 1 0,-2-2 12 15,-2 2-2-15,2 1-16 0,-5 2 6 0,2 1-1 16,0 2 6-16,-3 2-6 0,0 0 3 0,0 0 3 15,0 0-8-15,4 15 0 0,-3-7-5 16,-1 0-3-16,3 3-2 0,-3-2 10 0,3 1-13 16,0 2-10-16,1-1 0 0,-1-1 10 15,1 0-5-15,2-2-5 0,-2 4 5 0,3-5-5 16,-1-1 7-16,1 1-12 0,0-2 8 0,4-2 2 16,-2-1-16-16,1 1 6 0,2-6-8 0,1 1 0 15,1 0-2-15,-4-4 0 0,3-1 2 16,1-1-3-16,-4-2-12 0,1 2 2 0,-4-4 8 15,0-1 0-15,-1 0 5 0,-3 1-5 0,-3 0 11 16,-3-1-6-16,3 3 0 0,-7 1 13 16,1 1-18-16,-5-1-3 0,-3 2 8 0,-3 0-5 15,0 7-15-15,0-5-18 0,-3 3-16 0,2 2-38 16,-2 2-54-16,3 1-48 0,-3-1-113 0,6 2-179 16,-3 0-234-16,4 1 47 0,2-3 80 15,1 1 53-15</inkml:trace>
  <inkml:trace contextRef="#ctx0" brushRef="#br0" timeOffset="170313.39">8510 14312 898 0,'17'2'289'0,"-7"0"-30"15,1 3-34-15,-1 0-13 0,-3 0-9 0,-1 1-24 16,-2 2-23-16,-4-2-18 0,4 1-2 0,-4 5-6 15,-4-4-9-15,1 3-14 0,2-2-15 16,-5 1-5-16,2-2-10 0,1 2-18 0,-3-3 8 16,2 1-21-16,0-1 5 0,0 0-2 15,2-4-11-15,1 4-2 0,1-7 2 0,0 7-7 16,0-7-6-16,1 6-12 0,2-3 5 0,-3-3 21 16,14 2-16-16,-8 4-11 0,1-4 6 0,0-2 0 15,1 6 0-15,4-2 3 0,-2 0 4 16,1-1-9-16,-1 4 9 0,0-1 3 0,1-1 0 15,-1 2 1-15,-3 1-4 0,1-2-4 0,1 2 27 16,-5-1-81-16,2 1 28 0,-2 1 15 0,-1-1 62 16,-3 0-16-16,0-2 47 0,0 2-29 15,-7 3 15-15,0-2-17 0,-3 1-5 0,-4-3-21 16,1 1 0-16,-4-3-3 0,0 2 6 0,-1-1-6 16,-2-2 1-16,6 0-21 0,-3-4-28 15,1 1-51-15,1-2-49 0,2-3-54 0,-4 0-156 16,3-2-565-16,4-2 35 0,-1-3 120 0,2-3 73 15,5 2 43-15,1-4 71 0</inkml:trace>
  <inkml:trace contextRef="#ctx0" brushRef="#br0" timeOffset="170530.45">9125 14174 1054 0,'11'-2'343'0,"-1"-4"-38"0,3 5-24 16,5-5-27-16,-1 3-19 0,0-2-22 0,1 0-16 15,4-1-28-15,-1-1-29 0,3 4-19 16,-2-4-37-16,-3 0-40 0,2 3-75 0,-5 0-77 16,2-1-301-16,-8 0-344 0,1 0 55 0,-5 1 76 15,-2-4 61-15</inkml:trace>
  <inkml:trace contextRef="#ctx0" brushRef="#br0" timeOffset="170713.24">9167 14022 1003 0,'0'15'320'0,"3"-1"-18"0,1 1-49 0,2 0-7 15,-2 1-26-15,2 1-25 0,5 2-14 16,-4 3-19-16,3-3-9 0,0 3-17 0,1-2-46 15,1-2-16-15,0 4-49 0,1-2-60 0,1-1-106 16,2-2-604-16,-4-1 23 0,4-3 77 16,-2-5 38-16</inkml:trace>
  <inkml:trace contextRef="#ctx0" brushRef="#br0" timeOffset="171196.35">9983 13873 688 0,'0'10'302'0,"1"3"-28"0,2-1-26 16,0 4-12-16,0 1-34 0,5-2-15 15,-2 1-18-15,1 1-16 0,-3-1-20 0,6-3-12 16,-3 2-6-16,3 0-13 0,1-1-15 15,-4-3-5-15,3-1-5 0,0-2 0 0,3-1-18 16,-3-2 0-16,0 0-3 0,1-5-7 0,-1 0 7 16,0 0-10-16,1-5-5 0,-1 0-16 0,0-2 19 15,-2-3-18-15,1-5-1 0,-5 0-4 16,-1-3 55-16,0-1-1 0,-2-4-27 0,-2-2 19 16,-2 0-21-16,-3 0 3 0,2 0-16 0,-3 0 5 15,-3 2-7-15,3 4 15 0,-6 0-5 0,2 1-3 16,-2 3 1-16,0 2 2 0,1 5 0 15,-4 0-13-15,-2 5-5 0,2-3 20 0,-1 9 11 16,2-3-13-16,2 4-20 0,-3 1 4 0,4 2 1 16,-1 4 17-16,2-3-40 0,4 3 33 15,1 3 5-15,3-2-13 0,3 2-8 0,0 0 14 16,6 0-27-16,-2 1 21 0,7-1-5 0,-2-3-7 16,5 6 2-16,0-7-3 0,2 5 8 0,2-7-15 15,-2 2-18-15,-1-2-29 0,1-1-45 16,5-1-14-16,-3-2-45 0,-2-2-59 0,2-2-18 15,1-2-177-15,-1 0-379 0,0-1-4 0,-2-3 86 16,-3-1 46-16,-1-4 62 0</inkml:trace>
  <inkml:trace contextRef="#ctx0" brushRef="#br0" timeOffset="171346.79">10343 13876 555 0,'9'-10'289'15,"-5"9"-38"-15,2-5-28 0,-4 5-6 16,-2 1-2-16,0 0-12 0,0 0-70 0,0 0 33 16,16 8-28-16,-13 2-7 0,1-3-1 15,2 3-12-15,-2 3-16 0,3-1-4 0,-3 4-6 16,2 1-5-16,-2 0-3 0,6 5-17 0,-6-3 2 15,2 5 10-15,-3-1-30 0,1 2-3 0,-1 0-61 16,-3 2-57-16,3-2-76 0,-6-5-137 0,3 5-480 16,-3-4 79-16,-1-4 41 0,1 0 64 15</inkml:trace>
  <inkml:trace contextRef="#ctx0" brushRef="#br0" timeOffset="172313.28">10527 13590 775 0,'17'-9'243'0,"1"1"-7"16,2 1-24-16,-3 3-17 0,0 0-19 0,0 1-17 15,0 1-21-15,-3 0-2 0,6 2-18 16,-6 4-13-16,0-1-16 0,-1-2 6 0,-2 6-11 16,-1-1-2-16,0 0 5 0,-4 3-25 0,-1 0-1 15,-2 0-2-15,-3 0-10 0,0 0-3 0,-3 1 0 16,-2-2 2-16,-1 2-1 0,2 1-4 15,-2-2-12-15,-1-2-6 0,0-1 1 0,3 1-3 16,1-1-8-16,0-2-15 0,-1 1 3 0,4-5-13 16,0 3-11-16,0-3-15 0,0 0 3 15,0 0 5-15,0 0 2 0,18-13 6 0,-15 1-8 16,4 4 2-16,-1-6-2 0,-2-1 2 0,-1-1-4 16,1-3 14-16,3-2 6 0,-4 5 0 0,1-1 12 15,-4 0 9-15,3 1 19 0,0 0-9 16,-3 7 7-16,0-2-2 0,0 2-1 0,-3 1-2 15,3 2-2-15,-3 2 12 0,3 4-7 0,-7-4 7 16,7 4-8-16,0 0 11 0,-17 14 5 16,13-5-7-16,-2 1 4 0,2 0-5 0,1 4-7 15,-1-3-3-15,4 4-3 0,0 0-15 0,4-3 16 16,-1 4 7-16,1 1-7 0,5-2-4 16,-2 2-1-16,7 0-1 0,0-3 65 0,0-2-29 15,2 2-18-15,2-3-23 0,-1 0-23 0,4-1-48 16,-1-2-41-16,-3-4-57 0,0 2-102 0,0-5-338 15,1 4-151-15,-2-4 64 0,-2-2 51 16,-1-4 77-16</inkml:trace>
  <inkml:trace contextRef="#ctx0" brushRef="#br0" timeOffset="172497.7">11091 13559 609 0,'0'0'253'0,"0"0"-15"16,0 0 59-16,3 25-41 0,-3-13-8 0,0 0-12 15,1 1-29-15,1-1-25 0,-1 5-16 0,2-1-10 16,1 1-17-16,-1 1-4 0,-3 2-9 16,4-1-37-16,-1-1-50 0,0 5-29 0,1-3-56 15,-1 0-103-15,0-2-273 0,1-1-315 0,3-2 43 16,-3-3 82-16,2-4 60 0</inkml:trace>
  <inkml:trace contextRef="#ctx0" brushRef="#br0" timeOffset="172879.16">11217 13608 990 0,'7'-7'312'0,"1"2"-33"16,1 0-23-16,1 5-25 0,1-1-24 0,0 2-18 16,1-1-22-16,0 6-14 0,1 2-4 0,1-1-13 15,-4 2-21-15,0 1-3 0,-3 0-9 0,0 0-19 16,-4 3-4-16,0-3-9 0,1 3 9 0,-4-1-24 15,3-2 3-15,-3 3-13 0,0-2-5 16,3-3-16-16,-3 0 6 0,1 1-5 0,2-3 2 16,1-2 0-16,3 2-5 0,-1-2-5 0,4 1 2 15,1-4-4-15,-1 4 9 0,3-3-7 16,1 0 8-16,-4 2-26 0,5-2 18 0,-2 2-18 16,1 1 8-16,-1 1 9 0,-2-4-14 15,2 5 7-15,-2 0-7 0,-2-4 4 0,2 5-4 16,-4-1 25-16,-1 1 11 0,-5-2-75 0,2 0 13 15,-6 2 15-15,2 3 0 0,-5-2 1 16,-4 1-9-16,-1 0 9 0,1 0-4 0,-7-3 9 16,3 1-3-16,-3 4 7 0,0-3-9 0,3-3-32 15,-3 2-12-15,3-1-33 0,-2-1-39 0,2-4-95 16,4 0-278-16,3-2-270 0,0-2 60 0,7 2 43 16,-11-8 66-16</inkml:trace>
  <inkml:trace contextRef="#ctx0" brushRef="#br0" timeOffset="173113.67">12116 13526 860 0,'11'-1'358'0,"-1"-2"-28"0,0-3-38 16,1 5-31-16,5-6-18 0,2 4-18 15,-2-2-33-15,2-2-15 0,3 4-16 0,-1-4-22 16,1 5-35-16,-1-3-34 0,0 1-22 16,1-2-79-16,-3 4-71 0,-5-3-141 0,-3 4-476 15,1 1-8-15,-5-3 123 0,-2-1 43 0</inkml:trace>
  <inkml:trace contextRef="#ctx0" brushRef="#br0" timeOffset="173295.83">12161 13364 706 0,'0'8'330'0,"3"3"-33"0,-3-1-28 0,4 5-5 15,3 3-39-15,3 2-18 0,-3 0-20 0,3 1-10 16,1 0-24-16,2 4-4 0,0-2-27 0,1 2-9 16,0-3-36-16,4 1-26 0,2 1-64 15,-3-3-43-15,3-2-80 0,0-1-217 0,4-2-361 16,-2-6 23-16,1-1 79 0,-3-3 77 0</inkml:trace>
  <inkml:trace contextRef="#ctx0" brushRef="#br0" timeOffset="173729.52">12978 13309 729 0,'-4'9'276'0,"1"4"-32"0,0-3-1 16,-1 4-33-16,4-3-26 0,-3 4 0 0,3 0-33 16,3-3-5-16,-2 6-13 0,2-3-5 15,3-1-18-15,-2-3-12 0,3 4-4 0,0-5-14 16,3 0-11-16,-3-3 8 0,4 1-11 0,2-3-7 16,-2-3-13-16,2 1 10 0,4-4-7 15,-4-1-11-15,1-5 16 0,3 3-21 0,-3-3 14 16,0-5 1-16,-4 2-20 0,1-5-7 0,-2 2 10 15,-5-3-11-15,-1-2 6 0,0-2-11 0,-6 0-2 16,-4-3 0-16,1-1 17 0,-5 6-12 16,1-1-2-16,-3 2 4 0,-4 3-15 0,3 0 77 15,-4 5-3-15,1 3-20 0,0 2 16 0,0 2-4 16,1 1-12-16,1 4 0 0,2-3-13 0,-4 7 10 16,6-4-4-16,1 5 1 0,-3-1-14 15,6 1 2-15,3 1-3 0,1-1-15 0,0 0 5 16,3 1 3-16,3-1-11 0,1 0-14 0,5 2 6 15,-2 1-30-15,7-2-28 0,0 0-28 16,3 1-59-16,4-2-62 0,-1 2-196 0,4-2-490 16,0 2 113-16,0-3 44 0,2-3 107 0,-8 0 67 15</inkml:trace>
  <inkml:trace contextRef="#ctx0" brushRef="#br0" timeOffset="174030.06">13413 13446 721 0,'0'0'220'0,"0"0"-20"0,0 0 2 16,13 9-17-16,-13-6-16 0,3 5-13 15,-3-1-10-15,0 3-21 0,0-2 8 0,0 2 3 16,0 3-6-16,0-1-20 0,-3 1-10 0,0-1 8 16,-1 2-11-16,1-1 75 0,-5 0-21 0,5 4-16 15,-3-7-14-15,2 3-14 0,1-3 6 16,-3 0-19-16,5-3-7 0,-2 1-15 0,-1 0 7 15,4 1-22-15,0-3 12 0,0-2-13 0,0-4-17 16,4 10 4-16,-1-5 1 0,4-5-9 16,-1 4 1-16,4-4 8 0,1 0-6 0,0 0-7 15,3-4 2-15,-1 4-25 0,3-2-13 0,2-3-21 16,-1 1-51-16,-3-2-56 0,3-1-56 16,-4 4-162-16,2-5-473 0,1 0 43 0,-6-2 80 15,4-4 56-15,-7-1 89 0</inkml:trace>
  <inkml:trace contextRef="#ctx0" brushRef="#br0" timeOffset="174313.7">13645 13143 1046 0,'6'-2'308'0,"5"2"-106"0,-11 0-20 0,17 2-3 0,-3 5-18 15,-1-2-18-15,0 2-7 0,2 2-26 16,-2 1-5-16,-2 0-13 0,2 1 0 0,-3 3-5 16,-2 1-15-16,-2-3 10 0,1 3-13 0,-1 0-5 15,-5-4 0-15,-1 5-10 0,0-4-1 16,0-1-9-16,-1-1-8 0,-2 0 0 0,0 2-21 16,3-3 6-16,-4-2-14 0,4-2-14 0,-3 2-45 15,0-6-45-15,3 4-16 0,0-5-2 16,0 0-41-16,0 0-8 0,0 0-64 0,6-17-43 15,-2 7-238-15,-1-1-100 0,0-6 20 0,1-1 62 16</inkml:trace>
  <inkml:trace contextRef="#ctx0" brushRef="#br0" timeOffset="174495.95">13826 13072 581 0,'0'-13'335'0,"-3"6"-36"0,3 2-15 16,-3-1-28-16,3 6-10 0,-4 0-8 0,4 0-41 16,0 0-56-16,-17 10-15 0,13-3-1 0,-2 3-15 15,2 3 0-15,-3-3-23 0,3 7 16 16,-2 0-9-16,3-1-12 0,2 1-18 0,1 1 0 15,0-3 5-15,4 3-10 0,-1 0-10 0,0 1-13 16,1-3-16-16,3-1-15 0,3 4-33 16,3-1-62-16,-2-6-32 0,2 3-63 0,-1-5-160 15,4 1-431-15,2-2 88 0,-5-4 53 0,0-3 61 16</inkml:trace>
  <inkml:trace contextRef="#ctx0" brushRef="#br0" timeOffset="174796.71">14116 13102 847 0,'0'0'317'0,"8"-1"-30"16,-8 1-11-16,13 0-45 0,-6 7-9 0,3-3-25 16,-3 2-10-16,0 3-13 0,3 4-30 0,-3-2-9 15,-3 3 9-15,2-2-19 0,-3 2-7 0,-3 3-16 16,1-4 6-16,-2-1-8 0,-2 5-11 15,3-3-9-15,-3-2 7 0,0 2-18 0,2-3-16 16,-2 2-4-16,-1-2 7 0,4-3-10 0,-3 0-2 16,3 2 2-16,0-3-5 0,0-1-5 15,3-2 2-15,1 1-7 0,0-2 2 0,5 1-5 16,-2-3 6-16,4-1-9 0,2 0-20 0,0-1 6 16,-1-3-32-16,4 0-25 0,1-2-10 15,-3 2-39-15,3 0-59 0,-4-4-68 0,-5-1-249 16,5 1-330-16,-3-2 51 0,1-1 74 0,-4-1 62 15,0-5 50-15</inkml:trace>
  <inkml:trace contextRef="#ctx0" brushRef="#br0" timeOffset="175196.32">14427 13023 573 0,'0'-7'223'0,"4"6"-26"0,0-5-3 0,-4 6-7 15,6-4-26-15,-2 1-22 0,-4 3-4 0,0 0-7 16,17 6-8-16,-13-5 52 0,2 6-1 15,-3 0-25-15,1 1 16 0,-1 1-22 0,0 1-17 16,-2-1-59-16,2 4-15 0,-3-2-6 0,-3-1-2 16,2 5-2-16,1-7-1 0,-3 6 11 0,3-4-18 15,-3 0 4-15,3-2-4 0,0 0 0 0,0 1-11 16,0-3 6-16,0-3-1 0,3 4 4 16,1-2-1-16,3-1-10 0,-4-2-5 0,4 2 2 15,-1-2 3-15,-2-1 10 0,3 4-15 0,3-3-8 16,-3-2-5-16,0 6 13 0,-1-3 15 15,2 2-3-15,-1-2-27 0,2 4 22 0,-2-1 8 16,1-1-10-16,1 2 3 0,-5 1-6 16,2 2-5-16,-2-2 21 0,0 1 2 0,-4 3 11 15,0-1-11-15,0-1 1 0,-4 1-4 0,0-1 19 16,-2 1-8-16,-1 2-18 0,-3-1 26 0,-1-2-16 16,-2 5-5-16,2-7 8 0,-2 4-13 15,0-1 2-15,-2-2 4 0,-1-1-24 0,-2 2 0 0,-2-1-56 16,0-1-88-16,2-2-86 0,-9 1-499 15,2-2-70-15,-5 0 72 0,3-3 80 0,-8-1 51 16</inkml:trace>
  <inkml:trace contextRef="#ctx0" brushRef="#br0" timeOffset="176329.1">7245 15798 975 0,'-3'-3'279'0,"0"-1"-23"0,3 4-21 0,-7-4-17 15,7 4-36-15,-11 0-8 0,11 0-13 16,-10 8-23-16,3-2-2 0,-2 1-8 0,1 6-18 16,-2-1-10-16,0 3-1 0,2 3-86 15,-2-1-8-15,4 4 6 0,-1-4-1 0,4 0 0 16,-2 1 3-16,3-1-16 0,2-2 11 0,0-2 5 15,2 1-11-15,3-3 34 0,-2 1-20 0,4-2-11 16,-1-2-3-16,1 1 14 0,4-4-1 16,-4-2-5-16,3-2-7 0,1-1-3 0,1-1 7 15,-1-5-1-15,3 4-1 0,-4-7 5 0,4 1 3 16,-4-3-3-16,0 0-5 0,-4-3 0 16,2 0 0-16,-4-3 8 0,-1 1-3 0,0-3-5 15,-3-1 8-15,-4 0 15 0,1-5-15 16,-3 2 0-16,-5 1-13 0,4 1 10 0,-3-3 3 15,-1 9-5-15,2-3 7 0,2 8-5 0,-4-2 13 16,1 2-10-16,0 4-5 0,-1 2-1 0,1 4-7 16,0 4 11-16,-1 2 4 0,-2 1-10 0,6 5 8 15,-4-1 2-15,5 3 14 0,0-1-27 16,5 3 8-16,-2 1 13 0,3-3 3 0,0-2-3 16,4 4-20-16,2 0 14 0,0 0-1 0,5-2 4 15,-1-1-15-15,2-1 6 0,1-1-11 16,0-2 7-16,4 0-32 0,0-1-16 0,0-1-36 15,1-4-23-15,-1 2-82 0,3 0-84 0,-3-3-481 16,0 0 48-16,-4-2 46 0,2 0 77 16</inkml:trace>
  <inkml:trace contextRef="#ctx0" brushRef="#br0" timeOffset="176662.89">7484 15963 913 0,'-3'10'292'0,"3"0"-28"0,-3 2-95 16,3-1-8-16,-3 3-2 0,2-1-21 0,1 2-23 16,0 0-10-16,0 2-8 0,4 1-10 0,-4-3 0 15,3 2-5-15,0-2-13 0,1 0-2 16,2-2-13-16,2-5-3 0,-4 2 13 0,2-3-8 16,1 0-2-16,2-4-11 0,2-1 1 0,-4-2-3 15,-7 0-5-15,21-5 66 0,-11-1-2 16,-3-1-10-16,3 0-24 0,0-4 8 0,-3 2-17 15,-3-2 9-15,-1-5 1 0,0 1-13 0,1 2 2 16,-8-5-8-16,0 5-1 0,1-4-12 16,0 3 14-16,-4-1-11 0,1 3 8 0,-2 1-10 15,1-1-2-15,-2 5-6 0,2 1-3 0,-4 0-7 16,1 1-8-16,0 4 1 0,-4-2-16 0,4 0-44 16,0 3-15-16,-1 4-44 0,1-2-71 15,3 1-120-15,-3 1-513 0,6-1 62 0,1 0 57 16,3-3 78-16,-7 4 57 0</inkml:trace>
  <inkml:trace contextRef="#ctx0" brushRef="#br0" timeOffset="177446.11">7902 15561 821 0,'20'2'225'0,"-2"1"-27"0,1 5-24 0,-5 1-3 16,0 3-20-16,0 1-18 0,-4 5-13 16,0 2-2-16,-2 0-13 0,-2 2-2 0,-3-2-11 15,-3 2-18-15,1-3-7 0,-2 2-1 0,-5 0-7 16,2 1-5-16,-3-2 2 0,3-2-2 0,-5-3-13 16,5 0 0-16,1-1-16 0,0-4-2 15,-1-2-28-15,0 0-18 0,4-3-33 0,-3-2-18 16,3-3 10-16,0 0-6 0,0 0 19 15,0 0-15-15,3-18-11 0,1 5-10 0,-3-4-10 16,2 1 12-16,-3-7 21 0,3-3-2 0,-3 1 27 16,0 0 37-16,0-3 22 0,0 2 36 0,0 2 16 15,-3 2 20-15,0 4 0 0,2 1 11 16,-3 2-14-16,1 4-7 0,3 1-7 0,-4 1-9 16,-2 5 11-16,2 3 0 0,4 1-8 0,0 0-15 15,-17 10 22-15,14 0-4 0,-4 5-13 16,4 0 5-16,-1 2-13 0,1 1 3 0,3 2 0 15,-3 0-16-15,3 0 18 0,3 0-25 0,0 0 13 16,4 0-1-16,0-1-25 0,3-1 13 16,1-1-8-16,5-2-3 0,-2-4 6 0,3-1-11 15,0-3-5-15,1-3-2 0,2 0-10 0,0-3 4 16,1-2-12-16,-1-3-3 0,-2 0 0 0,2-3 3 16,0-2-5-16,-2-2 10 0,-4 3 12 15,0-3-12-15,-1 3 8 0,-3-1 15 0,0 1-8 16,0 2 0-16,-3 1-18 0,-3 0 19 0,3 4-11 15,-7 1-6-15,0 0 14 0,0 0 5 16,7 9-3-16,-4-2-2 0,-3-2-16 0,0 5 8 16,3 2 8-16,-3-1 0 0,0 1-11 0,1 0 8 15,2 0 0-15,0 1 0 0,0-3-5 0,0-1 0 16,2 3-2-16,1-4 9 0,1 0 6 16,-3-2-5-16,2-1-3 0,1 0-2 0,3-3 2 15,-3 0-3-15,3-4 6 0,1 0-3 0,2-1 10 16,-2-1-17-16,2-4 7 0,-2-1 3 15,2-2-3-15,-3 0 0 0,-3-3 0 0,1-1-2 16,-2-1-14-16,-2-3 16 0,-1 1 3 0,-3-2 0 16,-3 2-3-16,0-1 3 0,-1-1-3 15,-4 4 2-15,-2-1-4 0,0 0-6 0,-3 6 1 16,2-1 12-16,-2 5-2 0,-1-3-11 0,-3 7 1 16,3 1-3-16,-2 2 15 0,2 1-23 0,0 2 0 15,0 3-18-15,1-1-43 0,-2 2-31 16,9 1-46-16,-1 2-36 0,0-3-92 0,0 1-166 15,7 0-284-15,4-1 66 0,-1-2 64 0,1 0 43 16</inkml:trace>
  <inkml:trace contextRef="#ctx0" brushRef="#br0" timeOffset="177796.63">8626 15671 547 0,'3'5'236'0,"1"2"-14"0,3 1-27 15,-3 2-11-15,2 0-22 0,-2 2-11 0,3-2-11 16,3 3-9-16,-3-1-21 0,0 0-5 16,2-2-5-16,2 0-3 0,-4-1-15 0,3-2-8 15,-3 0-10-15,4 0 3 0,-1-4-3 0,3 0-13 16,1-3 5-16,-4 0-12 0,4-2 2 0,2-1-5 16,-1-2-11-16,-2-3 1 0,1-2-5 0,0-5 10 15,0 2-8-15,-1-3-5 0,-6-2-3 16,3-2 1-16,-3 2-1 0,-3 1 3 0,2-1 5 15,-3 3 3-15,0 0-5 0,1 5 15 16,-4 0-13-16,4 2 8 0,-4 2 5 0,3 2 0 16,-3 4-18-16,0 0 0 0,0 0 7 0,0 0-4 15,0 0-11-15,4 21 8 0,-4-8-7 16,3-1-9-16,-3 1 6 0,3 3-5 0,1 0-23 16,2-1-29-16,-3 0-10 0,5 2-40 0,-1-1-57 15,0-2-57-15,2-1-104 0,3-2-438 0,1 0 82 16,1-4 59-16,-1-4 43 0</inkml:trace>
  <inkml:trace contextRef="#ctx0" brushRef="#br0" timeOffset="178012.68">9744 15473 829 0,'14'-8'363'0,"0"1"-40"0,3-2-21 16,-4 1-51-16,4 4-11 0,-3-2-30 16,3-1-23-16,0-1-18 0,0 5-46 0,1-2-46 15,-2-2-39-15,-1 4-74 0,1 0-76 16,-6-2-129-16,4 1-455 0,-7 1 30 0,0 1 78 0,-4-3 37 16</inkml:trace>
  <inkml:trace contextRef="#ctx0" brushRef="#br0" timeOffset="178195.89">9799 15199 857 0,'0'0'307'0,"0"0"-87"0,0 14-10 0,3-4-15 16,0 0-24-16,2 5-15 0,1 0-17 0,-2 3 1 16,5 2-19-16,-2 2-19 0,1 0-2 0,2-1-13 15,-3 8-3-15,6-1-2 0,-3-3-23 0,-3 0-23 16,7 0-33-16,-1 0-37 0,-3-3-60 15,1-2-60-15,2-2-130 0,2-2-433 0,-2-2 59 16,2-4 72-16,-3-4 67 0</inkml:trace>
  <inkml:trace contextRef="#ctx0" brushRef="#br0" timeOffset="178662.72">10493 15098 698 0,'0'0'295'16,"-8"18"-21"-16,5-10-18 0,0 1-11 15,3 4-37-15,0-1-16 0,-3 3-18 0,6 2 51 16,-3 1-25-16,3-2-24 0,0 1-12 0,-1 3-21 16,4-5 1-16,1 0-29 0,-1 2-5 0,-2-2-5 15,2-2-8-15,5-3-7 0,-4-1-6 16,3-2-28-16,-2-3 6 0,5 3 2 0,-3-7-21 15,1-2-2-15,2-3-2 0,-3 2-1 0,1-2 3 16,-1-5-8-16,1 0-15 0,-2-2 3 0,-2-3-11 16,-1-1 3-16,-2-3 2 0,-4-1 3 15,0-3-5-15,-4-2-3 0,-5 1 8 0,2-1-5 16,-1 4 5-16,-5-1-8 0,3 5 10 16,-4 1 6-16,-2 4-16 0,-2-1-2 0,2 6-3 15,-2 1 0-15,2 2 11 0,1 3-19 0,2 2-5 16,-1 3 21-16,0-1 10 0,0 5-7 0,4 1 1 15,0 2-70-15,3 0 9 0,3 0-4 0,1 0-4 16,3 3 40-16,0-3-19 0,3 4 8 0,4-1 0 16,1-1 7-16,5 1 1 0,-3-3-3 15,7 1 8-15,-2-2-5 0,4 0 7 0,5-2-28 16,-3-3-10-16,-1 0 13 0,1-1-44 16,0-1-31-16,2-3-37 0,-2 3-55 0,3-6-89 15,-4 3-108-15,1-3-340 0,0-3 28 0,-5 2 82 16,2-4 43-16</inkml:trace>
  <inkml:trace contextRef="#ctx0" brushRef="#br0" timeOffset="178829.41">10924 15158 609 0,'0'0'279'15,"6"8"-21"-15,-2-2 6 0,-4-2-98 0,3 4-2 16,0 4-5-16,1 0-1 0,-1 0-24 0,1 2 55 16,0 3-12-16,-1 2-21 0,0-1-3 0,0 2-22 15,1-2-3-15,-1 4-18 0,0-4-20 16,1 2-9-16,-4 0-6 0,4-2-27 0,-1-1-30 15,-2 4-46-15,2-4-56 0,0-1-101 0,0-3-314 16,1 2-248-16,2-5 84 0,-5-5 59 16,2-2 46-16</inkml:trace>
  <inkml:trace contextRef="#ctx0" brushRef="#br0" timeOffset="179329.18">11259 14929 847 0,'13'0'271'0,"0"2"-35"16,2 0-9-16,1 5-32 0,2 0-6 0,-1 1-20 16,0 3-25-16,0-1-16 0,-6 2 0 0,1 1-8 15,-4 1-18-15,-1 0-12 0,-1-2 5 0,-5 3-8 16,2-1-3-16,-6-1-17 0,-1 1-8 15,1-2 68-15,-4 2-16 0,0-3 6 0,0 2-25 16,1-4 8-16,2 0-15 0,-2-3-8 16,2-1-21-16,-3 0-31 0,6-3-9 0,1-2-9 15,0 0-22-15,0 0-16 0,0 0-15 0,-10-13-20 16,10 2-3-16,0 1-23 0,0-5 2 0,1-3 3 16,2 1 25-16,0-1-7 0,0-5 26 0,1-2 33 15,0 4 15-15,-1 0 28 0,-3 2 18 16,1 2 23-16,2 2 1 0,-3 1-9 0,0 1 3 15,0 4-5-15,0 0 0 0,0 2-2 0,-4 2-19 16,4 5 14-16,0 0-1 0,0 0-5 16,0 0 3-16,-17 18-8 0,13-10 5 0,1 5-10 15,0-1 5-15,0 5 8 0,3-2-11 16,0 2-4-16,0-1 4 0,3 1-7 0,0 1-8 16,1 2-2-16,2-4-8 0,-2-2 5 0,6 3-10 15,-3-2 2-15,0 2-41 0,2-4-17 0,2-1-34 16,-4 1-25-16,6-3-57 0,-2-1-94 0,2-3-267 15,-1-1-302-15,1-2 103 0,0-2 46 16,1-2 84-16,-4-2 26 0</inkml:trace>
  <inkml:trace contextRef="#ctx0" brushRef="#br0" timeOffset="179512.81">11700 15054 673 0,'10'9'294'0,"-10"-6"-17"0,3 5-29 0,-3 1-23 15,3-1-12-15,-3 6-29 0,4-3-10 0,-4 3-10 16,0-3-21-16,4 7-18 0,-4-1-4 16,3 2 50-16,-3-1-9 0,0 2-27 0,3-2-35 15,-3 2-49-15,4 0-53 0,-1-3-67 0,-3-1-98 16,3 1-294-16,1-3-291 0,3-3 79 16,-3-4 97-16,2 0 28 0</inkml:trace>
  <inkml:trace contextRef="#ctx0" brushRef="#br0" timeOffset="179879.84">11925 14979 762 0,'3'4'284'0,"-3"4"-25"0,4 2-13 0,-4 1-16 15,4 0-30-15,-1-1-16 0,0 4-18 0,1-3-17 16,2 4-3-16,-2-4-13 0,-1 2-8 15,0-2-17-15,5-3-21 0,-5 2 66 0,1-3-4 16,2 1-24-16,-2-3-12 0,2 0-8 0,2-2-13 16,-2-2-2-16,-6-1-16 0,14-1-8 15,-4-4-14-15,-3 1-1 0,0-4-8 0,3-3-15 16,-3-2 8-16,0-2 3 0,-1 0-9 0,-2-2-9 16,2 7 12-16,-1-1 6 0,-2-1-24 15,0 3 3-15,-3 1-3 0,4 1-2 0,-4 6 0 16,0 1 5-16,0 0 23 0,0 0-18 0,0 0 7 15,10 18-12-15,-10-7 21 0,3 1-29 0,0 4 13 16,-3 0-5-16,5 1-3 0,-2 1 11 16,0 0-85-16,0 3 13 0,1-2 13 0,-1 5-1 15,0-6-22-15,-2 3-31 0,2 0-44 0,0-3-99 16,1 2-51-16,0-1-311 0,2-4-173 16,1-4 40-16,0 2 78 0,4-9 56 0</inkml:trace>
  <inkml:trace contextRef="#ctx0" brushRef="#br0" timeOffset="180328.89">12731 14984 724 0,'0'0'312'15,"0"0"44"-15,0 0-28 0,0 0-31 0,0 0-16 16,0 0-43-16,0 0-28 0,25-4-5 16,-11 0-23-16,-1-1-16 0,5 0-30 0,-2-2-72 15,2 4-16-15,-2-2-12 0,5 0-31 16,-3 0-30-16,-5 1-27 0,4 0-45 0,-6-3-36 15,2 4-64-15,-3-4-120 0,-3 6-336 0,-4-6-23 16,-2 4 77-16,-1-4 46 0</inkml:trace>
  <inkml:trace contextRef="#ctx0" brushRef="#br0" timeOffset="180511.84">12821 14726 703 0,'-4'-4'208'0,"-2"-2"-14"0,2 5-22 0,4 1-16 15,0 0 5-15,-9 0 62 0,9 0-6 0,0 0-12 16,-5 11-10-16,5-4-16 0,0 5-15 0,0 1-6 15,0 0-14-15,4 5-11 0,0 1-3 16,-1-1-32-16,0 5 9 0,1 2-4 0,2 0-21 16,-2 2 7-16,6 3-38 0,-3-3-23 0,0 5-45 15,3-6-45-15,0 3-63 0,0-4-95 16,1 1-369-16,6-6-174 0,-7-2 57 0,4-1 81 16,-1-9 67-16</inkml:trace>
  <inkml:trace contextRef="#ctx0" brushRef="#br0" timeOffset="180946.07">13453 14623 1018 0,'4'16'305'0,"-1"-8"-34"15,-3 1-10-15,0 1-25 0,3 4-11 16,-2 1-33-16,2-1-23 0,0 6-3 0,2-3-2 15,1-1-21-15,0 2-17 0,1-2-16 0,-3 0-10 16,6-2 5-16,-3 1-26 0,-3-2-5 16,5-1 1-16,-1-4-11 0,-1 1-8 0,2-4 13 15,1-2-23-15,-2 1-2 0,2-3 2 0,0-2-5 16,-2-3-8-16,4-3-10 0,-5 3-10 16,0-6-3-16,0-2-28 0,0 0-13 0,-4-3-5 15,-3-1 1-15,0-2-6 0,-3 0-3 0,-3-3 21 16,1 4-10-16,-2-3 7 0,-3 4 11 0,1 1 17 15,-2 1-17-15,-3 3 30 0,0 1-7 16,1 1 5-16,-4 3 10 0,3-1 5 0,-3 7-2 16,3-2-6-16,0 4 8 0,-2-2 6 0,1 7-9 15,3-1 3-15,2 2 1 0,3 0-1 16,-1 1-5-16,2-1 5 0,5 2 5 0,-2-2-2 16,6 1-11-16,-2 0 9 0,5-1-12 0,-2 2 27 15,6-3-18-15,4 0-19 0,-3 1-2 0,5-4-38 16,-1 3-28-16,1 0-57 0,1-1-43 15,0-2-100-15,1 4-523 0,1-3 6 0,-1 0 79 16,-2-1 85-16,-2-1 56 0</inkml:trace>
  <inkml:trace contextRef="#ctx0" brushRef="#br0" timeOffset="181245.75">13826 14876 801 0,'3'5'233'0,"4"-3"-6"0,-1 5-24 0,2 0-32 16,-1 1 6-16,-4 2-31 0,4-1 0 0,-4 4-13 15,5-1-18-15,-5 2 8 0,0-1-21 0,-3 1 0 16,0 0-4-16,0-2 55 0,0 1 16 16,-6-1-23-16,5 3 5 0,-6-5-23 0,4 4-2 15,-4-4-85-15,4-2-8 0,0 0 3 0,2-1-6 16,1 1-7-16,-3-3 29 0,3 2-37 15,0-3 29-15,0-4-19 0,7 4 1 0,-4 0 7 16,4-3-15-16,4 0 0 0,2-1-21 0,0-1 3 16,4 0-33-16,1-3-31 0,-1 3-49 0,3-5-45 15,0 5-78-15,1-3-522 0,-3-3 26 16,5 0 41-16,-5-2 103 0,-1-1 55 0</inkml:trace>
  <inkml:trace contextRef="#ctx0" brushRef="#br0" timeOffset="181995.79">14079 14597 847 0,'6'-6'315'0,"-2"6"-26"15,7-4-36-15,-1 1-15 0,4 2-20 0,2 2-29 16,-2 2-4-16,3 0-16 0,1 2-16 0,-2-1-2 15,2 5-18-15,-2-2-5 0,2 4-5 16,-5-3-23-16,1 4-16 0,-1 0 1 0,-6 0-8 16,4-1 7-16,-4 3-17 0,-1-1-1 0,-3-1 6 15,-3 1-21-15,0-5 3 0,0 7-18 16,-3-5 7-16,0 4-2 0,-1-3-2 0,-2-1-4 0,-1 3 1 16,0-3-5-16,0-1 0 0,0-1-1 15,-2 2 1-15,1-3-8 0,1 1 5 0,-2-1-7 16,2 0 4-16,2-4-17 0,-1 4 5 0,3-2-8 15,-1-2-5-15,1 0 10 0,0 2 6 16,3-5-11-16,-4 6-5 0,4-6 12 0,-7 4-6 16,7-4 14-16,-3 5-5 0,3-5 14 15,0 0-12-15,0 0-6 0,-1 5 2 0,1-5 7 16,0 0-15-16,0 0 3 0,0 0-13 0,0 0 12 16,0 0 9-16,0 0-16 0,0 0-3 0,0 0 16 15,0 0-3-15,0 0 6 0,0 0-19 0,0 0 3 16,18-10 3-16,-18 10 4 0,0 0-17 15,7-1 5-15,-7 1 10 0,6-3 3 0,-6 3-1 16,3-4-4-16,-3 4-1 0,0 0-4 0,0 0 7 16,8-2 5-16,-8 2 3 0,0 0-3 15,4-5-15-15,-4 5 21 0,6-4-9 0,-3-2 9 16,-3 6-6-16,7-7-3 0,1 6-1 0,-2-8-12 16,-2 1 12-16,5 1-6 0,-2 2 15 15,1-4-15-15,1-3 5 0,-2-1-15 0,0-1-6 16,4-1 19-16,-4-4-23 0,2 1 4 15,2-3-2-15,-4 3 6 0,-1-2 6 0,-2 1-4 0,2 1 8 16,-1 1-4-16,-2 6-4 0,0-3 3 16,1 4 14-16,-4 0-7 0,3 1-5 0,-3 2 8 15,-3 1-6-15,2 3-12 0,1 3 12 0,-9-5-7 16,9 5 13-16,0 0-6 0,-18 15-2 16,11-6 15-16,1 2-18 0,-2 0 11 0,-1 1 0 15,5 3-3-15,-2-3-6 0,5 2 12 0,-2-3-1 16,-1 3-16-16,4-3 9 0,0 2-1 15,0-3 3-15,4-1 13 0,0 3-8 0,2-3-5 16,1-1-2-16,-1 0-9 0,5-2-12 0,-1 1-33 16,0-3-39-16,7 0-51 0,-6 0-28 15,6-2-69-15,-4 0-195 0,5-2-383 0,-2 0 50 0,2-3 85 16,-2-2 64-16,5-2 67 0</inkml:trace>
  <inkml:trace contextRef="#ctx0" brushRef="#br0" timeOffset="182328.78">14735 14647 885 0,'4'-6'254'16,"-4"6"-22"-16,4-4-22 0,-4 4-38 0,9-4-1 15,-9 4-14-15,0 0-14 0,18 8-10 0,-12-4-10 16,-2 2-13-16,2 1-18 0,1 1 3 0,-4 0 7 16,2 1-30-16,-2 3-1 0,0 1-9 0,-3-5-1 15,0 7-7-15,-3-5 13 0,3 5-3 16,-4-5-13-16,-3 7 10 0,0-4-4 0,1-1-1 15,-1 2-7-15,0-3 7 0,3 1-8 0,-2-2-9 16,2-2 2-16,1 1-13 0,0-2 16 16,-1-3-4-16,1 3-19 0,-1-2 12 0,4-1-2 15,-4 1-3-15,4-5-25 0,0 5 12 0,0-5 0 16,4 7 6-16,-4-7-11 0,8 0 8 0,-8 0 0 16,13 0 0-16,-4-3-5 0,-1 2-1 0,2-3-4 15,0 2-16-15,4 0-4 0,-1-3-11 16,-1 2-21-16,4-3-33 0,-2 0-28 0,-1 3-41 15,0-2-25-15,-1 1-44 0,-2-2-54 16,-4 2-263-16,8-2-157 0,-4-2 36 0,0 1 70 16,-2-1 63-16</inkml:trace>
  <inkml:trace contextRef="#ctx0" brushRef="#br0" timeOffset="182678.43">14998 14516 696 0,'0'-7'345'0,"0"7"-27"15,0-6-34-15,0 6-21 0,0 0-14 0,0 0-21 16,0 0-19-16,0 0-11 0,0 0-27 0,0 19-2 16,0-11-31-16,1-1-10 0,2 1-10 0,-3 3-8 15,3-1-13-15,0 0-15 0,1-3-5 16,0 1 0-16,2 2-3 0,-2-3-10 0,2 1-3 16,-2-2-2-16,2-2-5 0,2 3-10 0,2-7 4 15,-3 0-2-15,3 0-74 0,-10 0 5 16,20-3 3-16,-9-4 4 0,-1 0-2 0,0-1 8 15,1-3-8-15,-1 3 13 0,0-2-15 0,-4 1 17 16,2 1 6-16,-4 1 14 0,2 1-22 0,-3 3 5 16,1-2-5-16,-4 5 13 0,0 0-13 15,0 0 10-15,14 10 0 0,-14-3-13 0,3-1 19 16,0 3-9-16,-3 1-2 0,1 4 0 0,2-2 3 16,-3 3-6-16,0 0-2 0,0 0-31 0,0-3-58 15,0 6-27-15,3 2-63 0,-6-8-90 16,0 5-399-16,2 1-72 0,-2-7 49 0,-3-2 81 15,-2-1 73-15</inkml:trace>
  <inkml:trace contextRef="#ctx0" brushRef="#br0" timeOffset="184500.93">13651 9751 867 0,'0'-8'292'0,"0"8"-16"0,0 0-25 16,14-5-23-16,-7 3-28 0,3-1-93 0,7-2 14 15,0 3-22-15,1 0-9 0,6-4-3 0,3 4-10 16,-3-1 2-16,3-2-12 0,1 4-6 0,2-3-5 16,-2 2-15-16,2 2 16 0,-2-2-16 15,-4 2-3-15,-1-2 1 0,1 2-14 0,0 2 3 16,-3-1 0-16,-1-1-10 0,-2 1 10 0,-2 1-12 15,-2 2 7-15,0-1 0 0,0 2-5 0,-1-1 2 16,1 3 21-16,-4 3-25 0,3 3-9 16,-2 1 11-16,0 4-5 0,2 1-10 0,-3 0 15 15,4 6 7-15,0 5-4 0,-1-3-6 0,8 15 3 16,-4-3 0-16,3-2 2 0,-2 5 6 16,-1 3-8-16,3-1 0 0,1-1 18 0,-4 4-11 15,4-3 24-15,-5 5-11 0,5-4-7 0,0 3-13 16,-5 0 5-16,5 0 8 0,-4 2 66 15,0 2-15-15,-3-1-8 0,6 0-2 0,-5 6-14 16,4 0-1-16,-1 10 2 0,-2-9-11 0,5 9 4 16,0-1 1-16,-4-9-14 0,0-4 7 0,3 0-16 15,-2 2 6-15,3-3 0 0,2 13 3 16,-2-14-14-16,6 12-7 0,-3-12-10 0,-4 1 7 0,4-1 3 16,0-1-8-16,-3 4 8 0,-1-1-5 15,1-3 0-15,-1 0-3 0,-3 0 3 0,4-2 0 16,-5-3-6-16,2 4 3 0,0-3 1 0,-2-1-1 15,-1 4 3-15,-2 0 2 0,4-4-5 16,-4 4 1-16,0 1-1 0,2-2 8 0,-5 1 5 16,4-3-5-16,-1 0-11 0,-3-2-4 0,1-1 10 15,-1-4-13-15,0-4 2 0,-2-2 11 16,5 10-5-16,-6-4 5 0,3-4-8 0,-3-2-13 16,3-1 8-16,-3 1 10 0,3 0 1 0,0-1-19 15,-3-2 21-15,1 2-18 0,1 1 15 16,-2-2-5-16,0-1 3 0,3 1 12 0,-3 0-2 15,0-2-8-15,0 3-5 0,3-1-5 0,-3-3 3 16,0 3 7-16,-1-5-20 0,2 4 12 0,-2-4 9 16,-2 3-14-16,2-2 8 0,-2 1-15 0,2 0-51 15,-1 3 7-15,1-5 8 0,1 4-5 16,-1-5 2-16,1 0 8 0,1 3 28 0,-2-4-25 16,1 1 2-16,0-1 3 0,3 0 10 0,-3 3-3 15,0-3 3-15,3 2 5 0,0 2 0 0,0-1 3 16,-3-4 5-16,4 2 4 0,-4-2-4 0,2 0 8 15,2 1-6-15,-4-2 13 0,0 1-10 16,3 1 0-16,-3-2 10 0,3-1-8 0,-3 2-2 16,-1-3 13-16,5 3-3 0,-7-1-10 0,5-2 18 15,-2 1-3-15,1 0-15 0,-2 1-3 16,-2-5 3-16,2 0 2 0,-2 0 3 0,-1-1 0 16,4 1 6-16,-3-2-12 0,-1-3 1 0,0 5 8 15,1-4-3-15,-1 0-3 0,-3 1 3 16,3-3-5-16,-3 3 3 0,3-4 14 0,-6 4-6 15,3-3 14-15,-3 3-30 0,0-3 0 0,-4 3 12 16,1-3 11-16,-2 5-5 0,-5 0 2 0,-5-1-13 16,-2 2-15-16,-4-1 3 0,-17 8-16 0,-4-5-51 15,-6 1-94-15,-3-5-113 0,-1 2-618 16,-10-4 109-16,-7-3 61 0,0-4 99 0,-10-3 67 16,-17-10 80-16</inkml:trace>
  <inkml:trace contextRef="#ctx0" brushRef="#br0" timeOffset="194163.62">3687 17235 619 0,'-3'-6'256'0,"2"0"-8"15,-3 1-20-15,4 0-13 0,-3 0-18 16,3 5-20-16,-6-7 4 0,5 4-27 0,1 3-29 16,-3-7-4-16,3 7-16 0,0 0-5 15,0 0-21-15,0 0 18 0,0 0-12 0,0 0-29 16,-6 19 26-16,6-11-23 0,3 3-5 0,-3 1-6 16,0 2 1-16,0-1-1 0,3 5-9 0,-3 0-14 15,3-1 9-15,0 2-11 0,1-1 5 16,1 4-3-16,1-3-7 0,1 2 5 0,2-3-10 15,-2 0-3-15,1 0-4 0,1-3 6 0,-2-2 4 16,4-2-3-16,-4-1-13 0,0-2 15 16,2-3-15-16,2 0 0 0,-4-3 2 0,3-2 4 15,-10 0-4-15,18-6 1 0,-9 0-14 16,-2-2 1-16,4-4-3 0,-4-1 1 0,-1 0 4 16,0-2-2-16,2 1 5 0,-5-1 5 0,1 1 7 15,-1 2-4-15,0-1 15 0,-3 2-5 0,1 1 2 16,2 2 0-16,-3 0 83 0,0-1-19 15,3 4-13-15,-3-1-2 0,0 1-18 0,0 5-5 16,0-7 8-16,0 7-8 0,0 0 8 16,0 0-24-16,0 0-4 0,15 15-3 0,-9-7 5 15,-3 1 0-15,0 0 0 0,4 3-13 0,-4 1 8 16,5 3 5-16,-5-1-10 0,1 1-26 0,2 0-43 16,-2 1-6-16,4 0-40 0,-2 0-1 15,1 1-81-15,2-3-108 0,2 0-506 0,-4-2 40 16,3-2 90-16,0-4 72 0,-2-1 45 0</inkml:trace>
  <inkml:trace contextRef="#ctx0" brushRef="#br0" timeOffset="194394.76">4192 17348 990 0,'0'0'294'0,"7"-3"-25"0,-7 3-20 16,15 0-27-16,-15 0-22 0,23 3-26 0,-10 0-18 0,1 2-5 16,3 0-10-16,1 0-11 0,-2 2-14 15,2 0-55-15,-4-1-23 0,6 1-48 0,-7 2-31 16,2-1-82-16,1-2-110 0,-2 2-453 0,-1-1 8 16,-3-1 77-16,-2-1 71 0</inkml:trace>
  <inkml:trace contextRef="#ctx0" brushRef="#br0" timeOffset="194644.19">4383 17196 732 0,'0'0'230'16,"0"0"-20"-16,0 0-8 0,0 0-10 0,-13 10-31 15,10-3-5-15,0 1 59 0,-5 2-20 0,5 1-16 16,-4 2-15-16,0 0-13 0,1 0-13 16,-2 4-10-16,2-2-33 0,0 2 0 0,2-1-3 15,-2 0-21-15,2 2-32 0,-3 0-19 16,6-3-58-16,-2 3-44 0,3-4-66 0,0-1-1 16,0 2-294-16,3-5-271 0,-2 0 67 0,2-4 45 15,4 0 75-15</inkml:trace>
  <inkml:trace contextRef="#ctx0" brushRef="#br0" timeOffset="194944.18">4602 17167 849 0,'0'0'261'0,"11"14"-17"15,-10-7-24-15,2 3 2 0,3 2-17 0,1 1-41 16,0 0-8-16,0 2-13 0,0 0-12 16,0 4-11-16,3-2 57 0,0-1-16 0,-3 3-10 15,2 0-20-15,0-1-11 0,3 1-10 0,-2-1-15 16,-2 1-13-16,-2-4-3 0,1 1-17 0,0-1 14 16,0-2-35-16,0 0 8 0,-3-2 5 15,2-1-11-15,-3 0-15 0,1-1-30 0,-1 0-19 16,2-4-43-16,-2 2-36 0,0 0-45 0,0-4-104 15,0 3-314-15,-2-4-210 0,2 2 82 16,-3-4 74-16,0 0 51 0</inkml:trace>
  <inkml:trace contextRef="#ctx0" brushRef="#br0" timeOffset="196177.39">8918 16667 790 0,'0'0'292'0,"0"-7"-23"0,0 2-26 0,0 5-23 15,0-7-15-15,0 7-10 0,-1-6-6 0,1 6-15 16,0-6-20-16,0 6-24 0,0 0 3 0,0-6-17 15,0 6-14-15,0 0-10 0,0 0-20 0,0 0 2 16,0 0-2-16,0 0 7 0,0 0 13 16,0 0-23-16,-4 19-12 0,4-12 7 0,0 2 0 15,0-1-80-15,0 2 11 0,4 2 8 16,-4-1-21-16,0 0 18 0,4 3-11 0,-4-3 9 16,6 2-3-16,-2-2 2 0,2 2 1 0,-3-2-1 15,1-2 8-15,4 3 5 0,-2-3-7 16,1 0-3-16,2-2 3 0,-1-1-1 0,2 0-7 15,-3-2 8-15,4-1-11 0,-2-2-5 0,-1-1 8 16,5-2-8-16,-6-1-2 0,3-2 5 0,-3 0 4 16,3-1 1-16,-3-2-10 0,0-2-5 15,-4 3 14-15,1-5 6 0,3 1-5 0,-4-2-8 16,0 1 13-16,-2-1-10 0,2 1 8 0,0 1 17 16,-3 1-10-16,3 2 0 0,-3-1 8 15,0 2-5-15,1 1-8 0,-1 1-3 0,0-2 6 16,0 7-1-16,3-8 1 0,-3 8-13 0,0 0 10 15,0 0 5-15,0 0-10 0,0 0 2 0,0 0 13 16,0 0-2-16,3 15 2 0,0-6 3 16,-3-3-5-16,1 2-16 0,3 1 21 0,-1 2-16 15,-3 0 6-15,3 2 2 0,1-3 0 0,-1 5-5 16,0-2 8-16,0 0-11 0,1 4-7 16,-1-2-21-16,1 0-7 0,0 0-31 0,2 0-36 15,-2-1-26-15,-1 0-40 0,4-1-119 0,0-3-332 16,-3 1-66-16,2-1 43 0,1-3 54 15</inkml:trace>
  <inkml:trace contextRef="#ctx0" brushRef="#br0" timeOffset="196427.41">9471 16708 693 0,'10'4'259'0,"0"1"-19"0,4 1-25 16,3 1-23-16,-3 1-15 0,2 2-8 15,5 0-28-15,0 3-1 0,-1-1-14 0,1 0 2 16,0-1-28-16,-1 3-13 0,0-3-5 0,0 0-3 16,-2 2-28-16,0-3-10 0,-2-1-28 15,1 2-34-15,-6-4-30 0,3 0-18 0,-1 0-84 16,-3-1-50-16,-7-1-160 0,8-1-310 0,-4-1 79 15,-4-3 46-15</inkml:trace>
  <inkml:trace contextRef="#ctx0" brushRef="#br0" timeOffset="196727.68">9731 16673 798 0,'0'0'279'0,"-4"-6"-25"16,4 6-34-16,0 0-13 0,-3-2-25 15,3 2-6-15,0 0-19 0,0 0-4 0,0 0-15 16,-14 11-15-16,10-6-10 0,1 1-8 16,-3-1 2-16,2 5-15 0,1-1 16 0,-5 1-90 15,2 0 5-15,2 1-5 0,-2 2 12 0,2-2-19 16,1 0-4-16,-5 3 11 0,5-3-7 0,-3 0-4 15,2 0-2-15,1 1-10 0,0 0-23 16,-1-4-46-16,1 3-11 0,-1-1-30 0,1 0-36 16,2-1-79-16,1-1-49 0,0-2-420 0,0 1 72 15,4-3 43-15</inkml:trace>
  <inkml:trace contextRef="#ctx0" brushRef="#br0" timeOffset="197177.15">10062 16502 893 0,'0'0'327'0,"0"0"-24"16,7 15 1-16,-7-5-61 0,3 1-61 15,-3 2-41-15,4 3 10 0,-1 3-33 0,0 0-1 16,0 3-4-16,2 2 56 0,-2-1-13 0,1 2-25 16,2 0-9-16,-2 0-4 0,2-1 2 0,-3 1-25 15,5-2-13-15,-5-2-10 0,1 2-13 16,-1-7 2-16,3 2 8 0,-5 0-2 0,5-4-16 16,-2-3-13-16,-3 2 24 0,2-3-16 0,0-2-13 15,-3 0-2-15,3-1 20 0,-2 0-15 0,2-1 10 16,-3-1-18-16,3 1 10 0,-3-1-22 15,3 1 9-15,-3-6 4 0,0 7 4 0,0-4-10 16,0-3 0-16,3 5-10 0,-3-5 10 0,0 7 8 16,0-7 7-16,0 0-20 0,1 6-3 15,-1-6-5-15,0 0-7 0,0 0-3 0,3 4-8 16,-3-4 11-16,0 0-3 0,0 0-5 0,0 0-8 16,0 0-10-16,0 0-10 0,0 0-24 0,0 0-14 15,0 0-16-15,7 0-123 0,-7 0-108 0,0 0-130 16,0 0-389-16,-7 5 100 0,7-5 51 15,0 0 77-15,-7 2 41 0</inkml:trace>
  <inkml:trace contextRef="#ctx0" brushRef="#br0" timeOffset="208909.37">15843 11968 867 0,'0'0'330'0,"0"0"-28"0,0 0-84 16,0 0-5-16,0 0-27 0,0 0 6 0,0 0-23 16,0 0 10-16,0 0-22 0,0 0-27 0,0 0 21 15,0 0-25-15,0 0 7 0,0 0 2 16,13-10-40-16,-9 7 5 0,6-1-13 0,-2 0-15 15,1-2 10-15,4 1-31 0,-1 0 69 0,1-1 0 16,1-1-28-16,-1 4-7 0,-3-3-6 16,4 3-12-16,-4-2-34 0,0 1 16 0,-2 0-49 15,-1 2-31-15,2 1-5 0,-5 0-20 0,3 1 7 16,0-3-45-16,-7 3-22 0,7 3-22 0,-4-1-8 16,-3 0-28-16,3 5-31 0,-3-2-51 0,-3 1-99 15,3 1 12-15,-4 5-144 0,-2-2-94 16,2 0-38-16,-6 1 76 0</inkml:trace>
  <inkml:trace contextRef="#ctx0" brushRef="#br0" timeOffset="209128.31">15925 12122 647 0,'-3'4'174'0,"2"0"26"15,1-4 2-15,-6 4 90 0,6-4-23 0,-3 6-16 16,3-6-10-16,-1 3-15 0,1-3-77 16,0 0-3-16,0 0-14 0,0 0-17 0,0 8 6 15,0-8-5-15,0 0-18 0,0 0-21 0,24-5-2 16,-13 0 2-16,-1 3-20 0,4-4-8 0,2-1 8 15,-1 4-18-15,-2-4 0 0,0 5 13 16,1-4-8-16,-4 4-8 0,1-3-12 0,-1 4 2 16,-3-2-5-16,-1-3-15 0,2 6-26 0,-2-1 0 15,-6 1-13-15,7-4-40 0,-7 4-68 16,3-3-127-16,-3 3-274 0,0 0-202 0,0 0 38 16,0 0 61-16,-16-2 73 0</inkml:trace>
  <inkml:trace contextRef="#ctx0" brushRef="#br0" timeOffset="-212471.68">17125 9656 570 0,'0'0'215'16,"0"0"-35"-16,0 0-17 0,0 0-12 0,-4-15-12 16,4 15-14-16,0 0-87 0,0 0 19 0,7-5-14 15,-7 5 16-15,7-3-5 0,0 1 2 0,-3-3-5 16,2 5-5-16,1-4 64 0,0 0 1 15,3 1-17-15,0-2-25 0,-3 1 6 0,4-1-9 16,-1 3 6-16,0-4-24 0,1 3 1 16,-5-2-18-16,1 3-3 0,0 0-8 0,-1-3-12 15,1 4-26-15,-7 1-15 0,10-6-23 0,-10 6-13 16,0 0-1-16,4-1 12 0,-4 1 6 16,0 0 11-16,0 0-7 0,0 0 9 0,0 0-4 0,0 0 10 15,0 0 4-15,0 0-1 0,0 0 4 16,-24 8 3-16,20-8-8 0,-2 0 19 0,2 5 4 15,-2-3 3-15,-2 0-16 0,2 1 6 0,-1 0 15 16,0-1-8-16,1-1-5 0,-2 5 13 16,1-5-15-16,-2 5 13 0,2-3 19 0,-1 0-6 15,-1 0 4-15,5-1 8 0,-2 2 8 0,-2-1-8 16,4-2 10-16,-2 1-10 0,3 2 18 16,-1-1-13-16,1 0 13 0,-3 2-13 0,5-4 16 15,-3 5-11-15,4-6 6 0,-6 8-1 0,2-5 13 16,1 4-5-16,3 0-2 0,-3-1-3 15,3 1 10-15,0 2-10 0,-1 0-5 0,1 1 15 16,0 0 3-16,1 2-1 0,-1 1 4 0,0 1-14 16,3-1 1-16,0 2 4 0,-3 2 4 15,4-1-6-15,-1 2-11 0,0 1 6 0,1-1 0 0,0 1 8 16,2 3-13-16,-2-1 0 0,2 2 5 16,-2 1 2-16,3 1-74 0,-3-2 3 0,2 2 0 15,1 0 23-15,-1 2 5 0,5 1-10 0,-4 3-1 16,0-4 22-16,2 5-6 0,-1-2 0 15,-1 0 5-15,2 2 3 0,-2-1 7 0,1-1-14 16,2 2 4-16,0 1 0 0,0-2 18 16,-3 0-10-16,3-1-2 0,1 1-6 0,2 0 10 15,-3-3-12-15,1 4 28 0,-1-4-21 0,3 4 6 16,-2-6-1-16,-1 6-15 0,4-1 16 0,-4-2-9 16,0 2-1-16,1 0-6 0,-1-3 8 0,0 5-11 15,1-2-2-15,-1-2 5 0,0 1-2 16,1-2-11-16,-1 3 21 0,0-3-5 0,0 2 4 15,0-2-9-15,0 2 10 0,1-3-6 0,-4-3-1 16,0 0-1-16,3 3 5 0,0-2-5 0,0 0 10 16,-3 0-7-16,0-2 0 0,3-3 7 15,-3 5-7-15,3-3 2 0,-2 1-2 0,1-1-3 16,-2 3-10-16,0-4 5 0,0-1 5 0,3 4 0 16,-3-6 8-16,-1 4-26 0,2-2 21 15,-1 1-3-15,2-2-3 0,-2-1 9 0,1 2-11 16,-2-2 5-16,-2-2 2 0,2 1 1 0,-2 1-5 15,2-2 7-15,2 0-5 0,-5 2-2 16,4-2 2-16,-1 1-8 0,-2-1 3 0,3 1 5 0,-3-1 0 16,2 2-10-16,-2-2 5 0,-1 1 5 15,3 0 0-15,-2-1 1 0,0 1-4 0,0 0 3 16,-1-1 5-16,3 0 1 0,-2 1-4 16,-1 0-4-16,3-1 12 0,-1 2-10 0,-2 0 1 0,1-1 11 15,2-2-17-15,-3 1 3 0,1 0-8 16,-1 1 7-16,0-1 11 0,2 0-13 0,1-1 8 15,-3 1-11-15,-2 0 9 0,5 3 6 0,-2-1-1 16,-1-1 4-16,0 2-13 0,2-2-2 16,-2 2 0-16,0 2 6 0,0-3-1 0,4 5-3 15,-4-4 11-15,1 3-5 0,-1 0 2 0,1 2-5 16,0 0 3-16,-1-2 2 0,3-1 5 16,-2 2-15-16,-1 0 8 0,0-4-8 0,1-1-2 15,0 3 12-15,-1-2 3 0,1 5-6 0,-1-2-2 16,3 0 0-16,-2 2-2 0,-1-1 74 0,1-2-8 15,0 0-3-15,2 2-12 0,-2-3-8 16,2 5-15-16,-3-2 13 0,1-3 2 0,-1 4-11 16,2-1-1-16,1-2 4 0,-3 2-7 0,1-5-8 15,-1 1 10-15,1 0-5 0,-1-2-2 0,4 1 2 16,-3-1-15-16,-1 1-5 0,0-1 9 0,1 2 1 16,-1-1-5-16,0-1 5 0,1 0-13 15,-1-1 8-15,1-3-5 0,2 3 4 0,-5 1-4 16,2-2 13-16,3 0-6 0,-5-3 0 0,2 3-10 15,0-5 1-15,0 5 4 0,-2-1 0 16,3-3 8-16,-1 3-3 0,0-3 1 0,1 3-9 16,-1-3 4-16,0 2 1 0,1-1-4 0,-1-2-3 15,0 5-12-15,1-7 12 0,-3 7-8 0,2-5 8 16,0 2-5-16,1 0 3 0,-1-1-1 16,3 0-22-16,-5-1 33 0,2 1-8 0,0-3-8 0,4 2-2 15,-6 1 10-15,2-1-2 0,0 1 2 16,1-3-5-16,-1 2-3 0,0-2 3 0,-3 4 8 15,4-3-3-15,-4 1 5 0,3-1-17 0,1 0 14 16,-1-1-2-16,-3 2 1 0,1-3-17 0,2 3 11 16,0 2 5-16,-3-3-5 0,0 0 8 15,3 1 0-15,0-2-8 0,-2 4 0 0,-1-1-8 16,3-1 11-16,0-1 7 0,-3-1-15 0,3 4 5 16,-2-1 8-16,3-2-14 0,-1 1 14 15,-3-2-13-15,4 6-3 0,-4-4 11 0,3-1 10 16,0 1-1-16,-3 2-4 0,3-2-18 0,-2 0 10 15,2 0-3-15,0-3 3 0,0 1-2 16,1 2-1-16,-3-3-7 0,2 1 7 0,0-2-15 16,-3 0-2-16,4-1-6 0,-1 2 14 0,0-6-22 15,-3 5-22-15,4-4-23 0,2 0 7 0,-1-2-23 16,-5 0-69-16,16-2-56 0,-2-1-125 16,3-3-497-16,10-1 17 0,4-5 109 0,3-1 53 15,11-8 59-15</inkml:trace>
  <inkml:trace contextRef="#ctx0" brushRef="#br0" timeOffset="-210638.67">22359 8843 647 0,'0'0'269'0,"0"0"-34"0,0 0-9 15,0 0-16-15,0 0-16 0,0 0-20 0,9-19-18 16,-5 14-10-16,7 4-90 0,2-5 1 15,1 2-9-15,-1-3 6 0,5 5 64 0,-1-4-11 16,6-4-7-16,-5 3-15 0,5 0-19 0,-2 3 6 16,3-4 0-16,-7 1-3 0,7 0-8 0,-6 0-7 15,1 2-11-15,-1-1-7 0,0-1 5 16,-5 4-5-16,0-2 5 0,1 2-15 0,-4-3 4 16,0 5-2-16,-2 0 3 0,1-4-3 0,-2 4-2 15,0 1 5-15,-7 0-3 0,11-3-8 0,-11 3 1 16,9-4-1-16,-9 4 8 0,0 0-10 0,11 4 3 15,-4-1-6-15,-2 1 1 0,-3 2-1 16,4 3 3-16,1 4-8 0,1-2 8 0,2 4-13 16,-1 2 5-16,2 2 1 0,-1 2 6 0,0-1-6 15,4 8 9-15,-1-2 1 0,-2 2 12 16,3 2-7-16,-1-2 9 0,1 4-9 0,-1-4-11 16,-2 2 11-16,6 12 0 0,-3-9 12 0,-4-1-20 15,3-3 18-15,1 14-1 0,-4-5-17 16,3 5 3-16,-5-5 17 0,2-4-20 0,-3 1 8 15,4 8-1-15,-1-3-4 0,-1 8 4 0,2-3 1 16,0 3 10-16,-2-4-18 0,2 3 13 0,-1-11-6 16,-3-1 11-16,0-2-13 0,3 4 8 0,4 7-11 15,-3-1-12-15,-1-4 25 0,-1-5-10 16,5 8-2-16,-4-3 2 0,-3-8-3 0,7 15 1 16,-7-11 4-16,3-1-12 0,-3-1 5 0,4-1-10 15,-2 3 15-15,-2-2-26 0,1-1 8 0,1 1 16 16,-2 0-14-16,3-1 11 0,1-2 0 15,-4 2 3-15,3 1-11 0,1-1 33 0,-2 1-25 16,-2-2-2-16,4 2 4 0,-1-2-12 0,-3 1 5 16,2 1-8-16,2-1 15 0,-4 3 3 15,3-2-12-15,-2-1 1 0,-2 3 4 0,1 2-6 16,2-6-2-16,-2 2-6 0,1 3 24 0,-1-5-24 16,2 1-4-16,-1 1 7 0,-1-1 21 0,2-1-21 15,-5-2 20-15,3 3-32 0,0-6-6 16,0 6 20-16,-1-7-22 0,-2 8-54 0,-1-8-8 15,5 6 3-15,-5-5 28 0,3 2 20 0,-2 4-10 16,-1-7-2-16,3 3 23 0,-2 0-8 0,-1-2 12 16,2 1-9-16,-2-1-3 0,3 2 20 0,-2 2-12 15,-1-1 12-15,1-3 1 0,2-1-3 16,1 2 7-16,-3-2 3 0,3-2 3 0,-4-3-5 16,4 5-14-16,0-3 6 0,-1-2 3 0,1 2-3 15,-3-4 0-15,-1 0-3 0,5-3 3 0,-5 3-3 16,4 0 13-16,-4-4-10 0,3 3 0 15,-2 1 0-15,-1-3 7 0,5 0-7 0,-5 1-5 16,3-4 5-16,-2 5 0 0,-1-2-3 0,1-1 0 16,2 2 11-16,0-3-8 0,-1 4 13 15,-2-2-6-15,4 2-2 0,-4-2-8 0,1 3 3 16,3-1 8-16,-3 0-8 0,-1-1 15 0,0 1-7 16,3-2-9-16,-2 3 14 0,-1-1-16 0,-3-3 16 15,5 3-3-15,-2-1-12 0,-3-5 1 16,3 6-6-16,-3-4 19 0,3-1-7 0,-3 3 0 15,0-1-5-15,0-1 3 0,0-1-9 0,0 2 1 16,-3-3-3-16,3 0 3 0,-3-1 5 0,0 3 0 16,-2-1-3-16,2-4 13 0,0 3-5 15,-4 1-13-15,1-3 19 0,-1 1-12 0,-4 0 9 16,1 3 7-16,-4-3 3 0,1-1-5 0,-5 0-11 16,1 3 3-16,-3-2-5 0,0-1 15 0,-4-1-10 15,0 2-5-15,-1-3 0 0,-2-1-8 0,0-1 0 16,0-1-25-16,-1-1-13 0,1-3 2 15,0 0-7-15,-1-3-5 0,0-2 2 0,-5-4-3 16,-1-2-35-16,-7-11-59 0,-1-3-11 0,2-2-101 16,5-6-124-16,5 0-368 0,2-5 17 0,1 1 119 15,6-3 20-15,-2-4 71 0</inkml:trace>
  <inkml:trace contextRef="#ctx0" brushRef="#br0" timeOffset="-208938.88">23387 8562 901 0,'0'0'271'0,"0"0"-25"0,0 0-26 0,0 0-16 15,0 0-14-15,18-12-108 0,-8 11 5 0,1-5-13 16,1 4 0-16,-1-4-12 0,6 3 2 0,-1-3-8 16,-1 1-5-16,3 2-12 0,-5-3-11 15,0 2-10-15,1 2 2 0,-4-3-22 0,1 4-42 16,-4 0 1-16,2-2-24 0,-2 0-38 0,-7 3-18 16,8 0-10-16,-8 0 5 0,0 0-2 15,0 0-68-15,0 0-4 0,0 0 21 0,-24 7 42 16,13-6 32-16,1-1-29 0,0 5 44 0,-4-4 38 15,4 2-10-15,-3-2 51 0,2 4-17 16,1-3 2-16,0-1 7 0,-1 4 26 0,1-3 8 16,3 0 0-16,-1 2 20 0,-1-3-18 0,2 3 14 15,1 0 9-15,2-2-10 0,-3 1 18 16,3 1 31-16,1-1-21 0,-1 2 19 0,1-1 1 0,0 2 14 16,0 1 2-16,2-4-10 0,-3 4 15 15,4 1 3-15,0-1-5 0,0 1-11 0,0 2-2 16,0 4-20-16,5-3 2 0,-5 3-13 0,3 3 20 15,0 0-4-15,0 0-8 0,1 1 5 16,-1 6 0-16,1-2 8 0,3-1-14 0,-3 4-14 16,2 0 10-16,1 0-6 0,2 4 4 0,-1-1-1 15,-1 0-8-15,0 2-4 0,2-1 4 16,-1 2 3-16,2 1-2 0,-3-4-1 0,4 4 1 16,-2 1 27-16,1-2-37 0,0 1 2 0,4 12 10 15,-4-9 0-15,1-2-21 0,-1-1 24 16,0 0-29-16,1-2 9 0,2 16-1 0,-3-10 5 0,1-4-5 15,-1 14-7-15,0-10 4 0,4 9 6 0,-1 1-13 16,-2-12 25-16,-1 1-20 0,-3-2 3 16,7 10 35-16,-4-4-45 0,3 4 9 0,-2 3-2 15,2 0-2-15,-3-5 10 0,4 6-3 16,-4-2-15-16,-3-6-1 0,7 4 1 0,-7-2 5 16,7 3 0-16,-4-5-3 0,0 5-2 15,1-9-5-15,-1-2 5 0,-3-1-1 0,6 1 1 0,-3 1 10 16,0-1-7-16,2 9-6 0,1-4-10 15,-3-8 25-15,1 2-12 0,-1 1-8 0,1-1 3 16,-2 3 5-16,-2-4-8 0,3 1 5 0,1 1-5 16,-1-4 3-16,-4 4 0 0,1-1 2 15,1 0 3-15,1 0-6 0,-2-3-1 0,0 2 4 16,0-4-13-16,0 4 1 0,0-5 12 0,-4-1 0 16,4 0-5-16,0-1-5 0,-1 1 0 15,-2-1 3-15,2 1 12 0,-2 0-10 0,4-3 77 16,-2 3-15-16,-2-2-6 0,2 1-10 0,0 1-2 0,-2 0-11 15,4 0 3-15,-2-2 5 0,-2 1-7 16,2-3-8-16,1 4-1 0,-4-4-7 0,5 0 5 16,-2 2 6-16,-3-6-19 0,1 1 11 0,-1 2-16 15,1-2 13-15,3 1-13 0,-3-1-2 16,-1 2 5-16,0-1-3 0,0-1-2 0,0 0 4 16,1-3-4-16,-4 5-5 0,3-1-8 0,1-2 22 15,0 1-9-15,-1 0-8 0,0-1 8 16,-2-1-6-16,2 1-7 0,0 1 13 0,1-3-3 15,-1 2-5-15,0 1 3 0,3-3-3 0,-4 2-8 16,1-3 16-16,0-3-3 0,0 3-13 0,-2-3 13 16,2 3 0-16,0-3-7 0,1 3 2 15,-1-3-8-15,0 2 18 0,-3-1-7 0,5-4 7 16,-2 6-10-16,0-3 0 0,0-1 5 0,0 3-5 16,-2-2-5-16,2-2 13 0,0 3-8 0,0-2 2 15,1 0-2-15,0 1-5 0,-4 2 5 16,4-2 3-16,-4-3-6 0,3 5 1 0,0-2-1 15,1-3 1-15,-1 2 12 0,-3 1-15 0,3-1 0 16,2-1 7-16,-4 0 3 0,0 1 0 0,3-4-7 16,-1 2 4-16,0-1-2 0,-2-2-2 0,2 2 4 15,-3 0 1-15,3-1-6 0,1-1 8 16,-1 2-5-16,0-3-5 0,0 0-2 0,2 1-6 16,-2-3-3-16,-3-2 1 0,6 7-13 0,-5-6-8 15,-1-1-10-15,0 0-15 0,13-8-60 16,-6 1-81-16,-3-4-154 0,6-3-491 0,-1-1 7 15,3-3 129-15,-2-3 58 0,0 0 67 0,4-4 61 16</inkml:trace>
  <inkml:trace contextRef="#ctx0" brushRef="#br0" timeOffset="-206006.33">25045 8219 371 0,'18'-3'138'0,"-5"-2"-20"0,4 2-6 0,-3 1-9 16,-3-3-1-16,-1 4-20 0,3 0-8 15,-2-4-12-15,-2 4-19 0,1-1 21 0,-2 1 0 16,-1-3-5-16,1 3-8 0,-3-1 23 15,-5 2 65-15,11-2 4 0,-5-1-20 0,-6 3 0 16,7-2-16-16,-7 2-2 0,7-1-8 0,-7 1-17 16,0 0-9-16,11 0 4 0,-11 0-6 0,6 3 0 15,-6-3-8-15,4 8-9 0,-1-1 12 0,0 1-13 16,1 2 2-16,-4 4 9 0,6 4-1 16,-1-3-9-16,1 5 6 0,0 3-12 0,-2 1 8 15,3 1-5-15,3 6 5 0,-6-2-6 0,3 2 1 16,4-3-64-16,-2 6 12 0,-2 3 3 15,6 6-13-15,-2-7 16 0,-1-2 15 0,0 12-11 16,4-2 19-16,1-4-16 0,-6-4 18 0,1-4-2 16,0 2-18-16,1-1-16 0,2 10 26 15,-3-5 0-15,4-6 5 0,-1 9-18 0,-1 2 8 16,4-2 12-16,-6-4-9 0,7 3 7 0,-3 2-3 16,-3-5-15-16,2 4 16 0,4 3-6 0,-6-8 3 15,2 7 8-15,1 0-8 0,-1 3 5 0,1-3-5 16,-1 0-3-16,-1 0 0 0,-2-5 1 15,2-4 12-15,-4-1-18 0,6 9 0 0,-4-7 8 16,2-3 0-16,-4 0-8 0,2 0-7 0,1-1-6 16,-4 2 78-16,3-1-11 0,1 1-6 15,-2 0-4-15,2 11 0 0,1-6-16 0,-4-5 16 16,2 0-13-16,1 10-5 0,2 0 2 0,-3-8-2 16,-2-2-8-16,2-1 3 0,-3 1 0 15,5-1 4-15,-7 1-14 0,5 0 2 0,-3-2-20 16,5-2 7-16,-7 3 8 0,2-1-3 0,2-2-17 15,-1 3 9-15,-1 0-7 0,-1-4 10 0,1 4-2 16,0-6 0-16,-3 5-1 0,3-2-9 0,-1 0 2 16,1-1-5-16,-4-3 0 0,4 1 20 15,-3 6-18-15,3-7-2 0,-4 0 8 0,4 4-6 16,0-4 8-16,-3 0 1 0,2 1 4 0,1-2 3 16,-1-3-8-16,2 4-5 0,-1 0-3 0,-1-3 3 15,1-1 3-15,-1 3 4 0,2-1-1 0,-1-3-1 16,-1 2-3-16,1 0 6 0,1-1-6 15,-2 0-14-15,1 0 7 0,2 0 5 0,-1-2-6 16,-4 3 4-16,5-2 7 0,-2 1-5 0,0-1 5 16,2-2 3-16,-4 4-6 0,2-2 1 15,-1-3-6-15,-2 4-2 0,3-2-2 0,-2-1 9 16,0 2-4-16,1 0-4 0,1 0 22 0,-2 2-9 16,1 0-9-16,1-2 4 0,-4-4 4 0,4 7-9 15,0-4 0-15,-3-1 6 0,-1-1-13 16,3-1 7-16,-2 2 6 0,-1-4-8 0,1 3 5 15,-1-2 10-15,1 1-5 0,1-4 0 0,-3 2 0 16,1-3-10-16,3 2 5 0,-5-2 3 16,2-2 4-16,0 4-12 0,1-2 3 0,-4-3-1 15,4-1 6-15,-1 3-8 0,-3-2-1 0,3-1 9 16,-2 0 2-16,-1 2 5 0,-1-5-12 0,1 4 7 16,-3-1-5-16,0 1 2 0,-1 2 14 0,0-3-11 15,-2 1 10-15,-1-1-15 0,0 0-66 0,-3-3 27 16,0 3 1-16,0 2 7 0,-2-3 13 15,0-3 3-15,-3 4-13 0,2 0 7 16,-4-3-2-16,3 0-13 0,-5-2-12 0,-2-2-19 0,0 4-58 16,0-1-108-16,-7-2-463 0,2-1-126 0,-5 0 49 15,-4 0 77-15,-4-1 94 0,-3-5 42 16</inkml:trace>
  <inkml:trace contextRef="#ctx0" brushRef="#br0" timeOffset="-200639.51">19968 14558 752 0,'0'0'274'15,"-3"-5"-26"-15,3 5-12 0,0 0-26 0,0-5-34 16,0 5-7-16,0 0-10 0,0 0-18 0,-3-7-13 16,3 7-8-16,0 0-23 0,0 0 3 15,-3-2 5-15,3 2-79 0,0 0-6 0,0 0 16 16,0 0 13-16,0 0-3 0,0 0-11 16,0 0-1-16,-1-6 19 0,1 6-19 0,0 0-1 15,0 0 5-15,0 0-9 0,0 0-6 0,0 0 2 16,0 0 6-16,0 0 0 0,0 0-6 15,-6-3 9-15,6 3-4 0,0 0-20 0,0 0 8 16,0 0 0-16,0-6 0 0,0 6 3 0,0 0-3 16,0 0-6-16,-3-8-1 0,3 8 1 0,0 0-9 15,0-2 12-15,0 2-7 0,0 0-11 0,-3-6 9 16,3 6-4-16,0 0-2 0,-1-7 5 16,1 7 0-16,0 0 3 0,0-10-8 0,0 10 3 15,0 0-1-15,-3-4-2 0,3 4 0 0,0 0 26 16,-4-4-11-16,4 4 1 0,0 0-11 0,0 0 0 15,0 0-13-15,0 0 16 0,0-7-1 16,0 7-17-16,0 0 13 0,0 0-3 16,0 0 0-16,0 0-3 0,0 0 11 0,0 0 2 15,0 0-12-15,0 0-4 0,0 0 6 0,0 0 8 16,-3 19-13-16,3-13 10 0,0 1 0 0,0 1-5 16,0 0 0-16,-1 1 5 0,1 4-7 0,-3-1-1 15,3 0 8-15,0 1 3 0,0-1-5 16,0 1-14-16,0-5 6 0,3 9 10 0,-3-4 0 15,-3-1 1-15,6 2-9 0,-3-2-2 0,1 3 0 16,-1-2 5-16,0 1-5 0,0-3 10 0,0 0-5 16,0-1 10-16,0 2-5 0,3-3-5 0,-3-1 5 15,0 0-7-15,0-2-1 0,4 1 8 16,-4 1-10-16,0-2 0 0,3-2-3 0,-3 3 8 16,0-2 0-16,0-5 0 0,0 8 8 15,0-8-16-15,0 8 8 0,1-4 0 0,-1-4 11 16,0 4-9-16,0-4 3 0,0 0-5 0,3 4 3 15,-3-4 7-15,0 0-7 0,6 5 2 0,-6-5-13 16,0 0 8-16,0 0 3 0,10-1-6 16,-10 1 8-16,0 0 8 0,14-4 0 0,-10 1-16 15,-4 3 6-15,10-5 2 0,-4 3-5 0,-1 0-5 16,1-3 12-16,1 2-4 0,-1-2-3 16,-2 1-5-16,2 0 15 0,2 0-5 0,-1-3-7 15,-1 1 2-15,-2 2 0 0,3 0 2 0,0-3-9 16,-4-3 1-16,1 6 9 0,2-3-11 0,0-1 8 15,-1 1-5-15,-2 0 13 0,0 0 0 16,-2 2-11-16,2-2 3 0,0 1-5 0,1-3 10 16,-4 1-10-16,3 1 10 0,-3 3 0 0,3-4-2 15,-3 2-3-15,0-2-3 0,3 4 3 16,-3-3-5-16,0 1-3 0,0 6 13 0,0-8-5 0,0 4-7 16,0 4 2-16,0-8 0 0,0 8 10 15,0-7 5-15,0 7-5 0,0-6-10 0,0 6 0 16,0 0-11-16,0-7 22 0,0 7-12 0,0 0 6 15,0 0 0-15,0 0 3 0,0 0-3 16,0 0 5-16,0 0-13 0,0 0 11 0,0 0 2 16,0 0-2-16,0 0-11 0,0 0 0 0,-9 15 16 15,9-8-11-15,-1 0 9 0,-2 2-6 0,3-2 2 16,0 2-12-16,0 1 10 0,0 1-3 16,0-3 3-16,0 5 0 0,0-2 3 0,3 1 10 15,-2 1-18-15,-1-5 7 0,3 6-7 16,0-3 10-16,0 2-2 0,-2-2-1 0,3 0-4 15,-1 1 2-15,0-2-3 0,-3 0 8 0,4 2 3 16,-1-2 5-16,0 0-13 0,-3-3 2 0,3 1-2 16,-2-1-5-16,2-3 15 0,0 4-7 0,-3-2-8 15,0-3 13-15,3 4 2 0,-1-2-5 0,-2-5-5 16,3 6 18-16,-3-1-16 0,0-5-4 16,3 6-6-16,-3-6 6 0,0 4-4 0,0-4 6 15,3 5-2-15,-3-5 4 0,0 0 4 0,0 0 14 16,0 8-17-16,0-8-11 0,0 0-2 15,0 0 10-15,1 4 2 0,-1-4-7 0,0 0-5 16,0 0-21-16,0 0-10 0,3 1-36 0,-3-1-12 16,0 0-39-16,0 0-56 0,0 0-83 15,0 0-45-15,0 0-220 0,0 0-147 0,0 0 50 16,0 0 48-16</inkml:trace>
  <inkml:trace contextRef="#ctx0" brushRef="#br0" timeOffset="-200222.71">20376 14679 488 0,'7'-5'203'16,"-7"5"-24"-16,0 0-10 0,0 0-11 0,13 7 6 16,-13-7-5-16,8 6-8 0,-2-2 59 0,1 0-8 15,0 2-36-15,2 1-4 0,2-1-1 16,-4 1-15-16,6 1-16 0,-2 0-2 0,2 1-5 15,-2 0-25-15,3 1 9 0,0-2-10 0,-1 2-15 16,0-2 3-16,1 2-14 0,-1-3-4 0,-1 1-16 16,-2 2 0-16,2-3-12 0,-1 1-6 0,-4-3 11 15,0 0-14-15,0 2-2 0,0-6-7 16,0 5-19-16,-4-5-40 0,3 4-62 0,-6-5-115 16,1 8-302-16,-1-4-261 0,0-4 84 0,0 0 70 15,0 0 55-15</inkml:trace>
  <inkml:trace contextRef="#ctx0" brushRef="#br0" timeOffset="-199439.55">20608 14630 598 0,'0'0'200'0,"0"0"10"16,0 0-110-16,0 0 10 0,0 0 18 0,0 0-10 15,0 0-11-15,0 0-2 0,0 0-23 0,0 0-13 16,0 0 10-16,0 0 11 0,0 0-34 0,0 0-4 16,0 0 68-16,0 0-13 0,0 0 1 15,0 0-24-15,-13 16-7 0,10-11 18 0,3 2-8 16,-5-1-3-16,2 1-4 0,0 2-6 0,3 1 3 16,-4-1-6-16,1 1-7 0,3 2-5 15,-3 0-2-15,-1-4-6 0,1 6-5 0,3-3 0 16,-3 2-10-16,3-2 15 0,-3-2-20 15,3 1 7-15,-2 3-10 0,2-4 3 0,0 0 7 16,-3-1 6-16,3 0-19 0,0-1-9 0,0 1 15 16,0-3-16-16,-3 2 5 0,3 0 9 0,0-2-14 15,0-5-5-15,0 9 8 0,0-9 5 16,0 8 5-16,0-8-5 0,0 4-7 0,0-4 2 0,0 8-3 16,0-8 3-16,0 0-13 0,0 6-10 15,0-6-18-15,0 0-36 0,0 0-46 0,-7 3-108 16,4-3-211-16,3 0-367 0,0 0 82 15,0 0 64-15,0 0 51 0,0 0 59 0</inkml:trace>
  <inkml:trace contextRef="#ctx0" brushRef="#br0" timeOffset="-198274.13">20768 14558 522 0,'0'-7'181'0,"0"7"-1"16,0-6 53-16,0 6-13 0,1-8-18 15,-1 8-10-15,0-7-8 0,0 1-20 0,0 6 5 16,3-8-18-16,1 4-18 0,-4 4-10 0,4-7-8 16,-1 1-10-16,0 2-13 0,0 0 5 15,1-3-17-15,-1 4-9 0,0-2 6 0,1 2-15 16,-4 3-1-16,7-7-10 0,-3 5 3 0,-1-3-16 15,-3 5-4-15,7-1-11 0,-7 1 25 16,9-2-27-16,-9 2 4 0,0 0 1 0,0 0 10 16,11 6-10-16,-7-2-1 0,-1 1-4 0,-3 0 4 15,3 2-2-15,-3 0-7 0,0 0 7 0,3 1-8 16,-6-1 5-16,3 1-63 0,0-2-8 16,0 1 12-16,-3 1-2 0,0 2 21 0,-1-3-16 15,4 0 3-15,-3-1-3 0,3-1 18 0,-3 0 0 16,3-2 8-16,-5 3-8 0,5-6 13 15,0 7 2-15,0-7-4 0,-3 4-1 0,3-4 5 16,0 0 1-16,0 0-3 0,0 0 7 0,0 0-2 16,0 0-13-16,0 0 16 0,0 0-11 0,0 0 11 15,0 0-1-15,0 0 6 0,0 0-13 16,0 0-3-16,11-17 8 0,-8 16-2 0,-3 1 7 16,7-4-13-16,-4-1 6 0,-3 5 7 0,10-3-3 15,-5-2-7-15,-5 5 8 0,9 0-6 16,-2-1 11-16,-7 1-13 0,10 0 2 0,-10 0 3 15,14 0 0-15,-14 0 3 0,13 1-3 0,-5 4 10 16,-1-3-2-16,-1 1 10 0,4 2-16 16,-2-3 1-16,1 6-1 0,-2-3 9 0,0 3-11 15,1-3 5-15,-2 2-8 0,1 3 1 0,-1-3 4 16,1 1 3-16,0-1 5 0,-3 3-12 0,2-3 27 16,-5 1-25-16,2 0 6 0,0 0-4 0,-3-1 1 15,0 2 7-15,-3-2-7 0,3-3 7 0,-3 6-3 16,2-3-1-16,-2 0-4 0,-3-1-7 15,2-1 15-15,-3 2 0 0,0 0 3 0,0-1-8 16,1-1 6-16,-2 0-1 0,2-2 15 0,-1 3-9 16,0-5 2-16,1 4-5 0,-2-3 2 15,2-1-5-15,6-1 0 0,-10 6-2 0,3-5 5 16,3 1 2-16,4-2-5 0,-10 1 6 0,10-1-3 16,-7 5-1-16,7-5-6 0,-6 1 6 0,6-1 1 15,0 0 0-15,-8 1-3 0,8-1 3 16,0 0 5-16,0 0-13 0,0 0-10 0,0 0 18 15,-10 0-26-15,10 0 8 0,0 0-23 0,0 0-18 16,0 0-65-16,0 0-32 0,-13 0-87 16,9 0-172-16,-3 0-371 0,4 5 84 0,-4-3 57 15,0 1 43-15</inkml:trace>
  <inkml:trace contextRef="#ctx0" brushRef="#br0" timeOffset="-196753.74">25124 13318 936 0,'4'-4'218'0,"2"-2"-24"16,1-1-17-16,0 2-16 0,0 0-17 16,0 1-19-16,2 0-7 0,-1 2-26 0,-1 2-5 15,-7 0-3-15,13-1-2 0,-13 1-12 16,11 3-6-16,-5-2-11 0,-2 5 6 0,-1-3-8 15,-3 5-10-15,0-1-10 0,0 0 0 0,-3 1 10 16,0 2-5-16,2-2 7 0,-5 2-20 0,2-2 0 16,0 1-8-16,1 1 6 0,-1-4-6 0,-2 3 1 15,3-1-11-15,0-1 5 0,-1-3-18 16,4 0 6-16,-4 2-3 0,4-6 2 0,-3 8-10 16,3-5 29-16,0-3-19 0,0 7-2 0,0-7 2 15,0 0 3-15,7 3-5 0,-3 1 5 0,-4-4-2 16,9 4-1-16,-5-2 6 0,5 1-8 15,-4-1-1-15,2 5 4 0,3-4-1 0,2 5 11 16,-4-1 0-16,-1-1 5 0,0 2-3 0,4 0 10 16,-2-1-10-16,-2 2-2 0,-1 0-10 15,2 0 9-15,-4-1 1 0,-1 1-3 0,0 0 21 16,-3 1 10-16,0-2 28 0,0 0-36 0,-6 1 0 16,5-1 13-16,-6 0-8 0,-3 1 3 0,5-1 7 15,-6-1-12-15,0-1 8 0,1-1 1 16,0 2 7-16,-4-1-17 0,4-4 9 0,-1 4-9 15,0-4-1-15,-1 2-4 0,1 1 3 0,4-5 0 16,-3 0 1-16,-1 1-4 0,5 2-4 0,-1-1-9 16,7-2-22-16,-14 1-31 0,14-1-46 15,-12 0-77-15,7 0-148 0,5 0-246 0,-6 1-179 16,6-1 56-16,0 0 80 0,0 0 71 0</inkml:trace>
  <inkml:trace contextRef="#ctx0" brushRef="#br0" timeOffset="-196473.83">25548 13426 957 0,'0'0'361'0,"10"0"-34"16,-10 0-17-16,17 5-23 0,-6-3-39 15,2 4-20-15,1-2-44 0,0 4-10 0,3 0-12 16,-4 1-11-16,5 1-16 0,-2-1-25 0,-1 1-10 16,1-1-10-16,-2 1-14 0,0 0-19 0,-4-3-9 15,4 1-17-15,-4 4-49 0,-4-6-18 16,2 1-74-16,-2 3-79 0,-2-3-336 0,-1 1-248 16,2-2 90-16,-4-2 56 0,-1-4 53 0</inkml:trace>
  <inkml:trace contextRef="#ctx0" brushRef="#br0" timeOffset="-196090.64">25760 13252 872 0,'0'-5'295'15,"0"5"-29"-15,0 0-36 0,0 0-17 0,0 0-8 16,0 0-19-16,0 0-32 0,0 0-11 16,0 0-20-16,-4 24 8 0,4-14-26 0,-3 0-3 15,-1 1 3-15,-2 3-18 0,3 3 3 0,-4 0-8 16,2-1 12-16,-4 2-9 0,2 3-19 0,1-4 1 16,-2 2-21-16,1 2 18 0,1-5-10 15,-1-1-16-15,1 4 3 0,1-5-3 0,-2 1 3 16,1-1-5-16,2-3 13 0,1 1-3 0,-3-1 0 15,5-2-13-15,-6 1 8 0,4-2-10 16,3-1-3-16,-3 1-2 0,2-2-6 0,-2-2 3 16,0 2 3-16,3-2-6 0,0-4-2 0,-3 7 3 15,2-1-6-15,1-6-2 0,-3 7 10 0,3-7-15 16,-3 5-6-16,3-5-22 0,0 4-44 0,0-4-21 16,0 0-25-16,-5 4-61 0,2 1-134 15,3-5-276-15,0 0-202 0,0 0 74 0,0 0 74 16,0 0 59-16</inkml:trace>
  <inkml:trace contextRef="#ctx0" brushRef="#br0" timeOffset="-195657.33">25927 13212 703 0,'1'-6'290'0,"-1"6"-29"0,0 0-18 15,0 0-33-15,0 0 2 0,10 15-35 0,-10-5-8 16,3 0-13-16,0 4-10 0,4-1-13 0,-6 3 0 16,5 2-5-16,-2 3-13 0,2-3-7 0,-2 3-8 15,3 0 5-15,0 1-47 0,-4-1 35 16,3-6-14-16,-2 3 23 0,-1 1-7 0,5-1 5 15,-5-2-31-15,4 2-10 0,-4-5-13 0,0 2 10 16,0-5 57-16,-2 3-16 0,2-3 13 0,2-1-46 16,-2-1 21-16,-3 0-21 0,3-1 12 0,-3 0-12 15,0-3 6-15,3 3-55 0,1-2 49 16,-4 0-16-16,0-5-9 0,3 7-3 0,-3-7-11 16,0 7-2-16,0-7 3 0,3 3 7 0,-3-3 11 15,3 6-21-15,-3-6 0 0,0 4-5 16,0-4 2-16,0 0-10 0,0 0-53 0,0 0-21 15,-3 9-69-15,0-7-46 0,3-2-100 0,-4 2-617 16,-2 0 28-16,3 2 136 0,-2-3 25 16,5-1 83-16,-16 1 40 0</inkml:trace>
  <inkml:trace contextRef="#ctx0" brushRef="#br0" timeOffset="-189173.79">17422 10034 737 0,'-3'-8'291'0,"3"8"-17"0,0-7-36 0,0 7-23 16,3-6-5-16,-2 1-23 0,5 3-23 16,-3-3-21-16,1 3 1 0,5-4-19 0,-1 6-15 15,-1-3-5-15,3 1-10 0,1 0 2 0,-1 2-20 16,3 2-8-16,1 3-2 0,-4-4-11 0,4 5-7 15,-1 0-6-15,-3-1 6 0,5 3-6 0,-5-1-7 16,-1 5 15-16,-1 0-18 0,-1-3 1 16,-4 4-6-16,0-2-8 0,0-1 1 0,-3 4 2 15,-3-3 64-15,3-1-13 0,-3 2-7 0,3-3-8 16,-3 0-3-16,-1 1-7 0,4-3-11 0,-3-1 5 16,0-3 4-16,3 4-7 0,0-7-1 15,-5 2-14-15,5-2 4 0,0 0-9 0,0 0-5 16,0 0-4-16,-3-17 2 0,3 7-13 0,3-5 2 15,-3 4-10-15,5-7 16 0,1-1 0 16,-2-2-18-16,2-2 15 0,-2 2-3 0,2 1 16 16,-1 2-15-16,-2 0 7 0,0 2-5 0,0 0 8 15,1 2 10-15,-1 4-18 0,0-1 8 16,-3-1 2-16,1 6-5 0,-1-1-12 0,3 0 15 16,-3 2-6-16,0 5 6 0,0 0-5 0,0 0-8 15,0 0 15-15,-3 23 0 0,2-13 3 0,1 4-10 16,-3 2 10-16,0 1-3 0,0 1-2 0,2 0-5 15,1 4 12-15,0-5-7 0,0 3-3 0,1 3-2 16,2-6 7-16,0 3-17 0,1-1 15 16,6 0-13-16,-3-2 2 0,3-2-7 0,-3 1 13 15,7-6-8-15,-4 0 0 0,7 2-8 0,-4-7 3 16,2 2-36-16,1-3-18 0,-1-2-5 16,1-2-10-16,1-5-8 0,-3 4 8 15,3-8-8-15,-3 3 20 0,0 0-2 0,-1-3 34 0,-3-1-11 16,1 4 13-16,-1-1 12 0,-4-2 14 0,1 2-3 15,0-2 12-15,-3 1 1 0,2 1 2 16,-2 0 8-16,-1 0 0 0,0 3 2 0,-2-2-2 16,2 2 5-16,1 0 6 0,-4-1-6 0,3 0-5 15,0 4 7-15,-2-5-4 0,-1 6-1 16,0-2-7-16,3-3 10 0,-3 5-13 0,0 0 13 0,3-3-18 16,-3 3 23-16,0 0-17 0,0 0 14 15,0 0 3-15,0 0-10 0,0 0-10 0,0 0 5 16,0 0 5-16,-7 15 23 0,4-12-13 0,3 6 0 15,0-2-5-15,-3 1-10 0,3 2 12 16,0-2-4-16,0 7-11 0,0-5 13 0,3 5-7 16,0-5 4-16,-2 4-17 0,5-3 12 0,-2 1-2 15,2 1-13-15,2-3 2 0,-1 3 9 0,2-5-4 16,-2 0-9-16,4-1 14 0,-4-3 1 16,2 2 3-16,2-5-9 0,-4 0 14 0,3 1-6 15,-10-2-15-15,20-4 5 0,-9-2 0 0,-2-1-5 16,2-3-2-16,-1 1 10 15,-3-5-1-15,0 2-4 0,-3-5 2 0,2 1 3 0,-6-3-8 16,1-2 5-16,-2 3 5 0,-2 0-2 0,0 0 2 16,0 2-13-16,-2 1 3 0,-1 0 8 15,-1 2-11-15,0 1 6 0,-3 4-6 0,0-1 3 16,0 6 8-16,-4-2-5 0,3 5 7 0,-2 0-10 0,-4 2 0 16,3 3 5-16,-3 5-2 0,0-3-3 15,3 1 0-15,4 2 0 0,-4 0-13 0,4 3-18 16,3-1-33-16,0 3-23 0,0-2-44 0,4-1-53 15,3 2-82-15,0-3-200 0,6-1-412 16,-2 0 115-16,4-1 47 0,1-5 78 0,-2 1 65 16</inkml:trace>
  <inkml:trace contextRef="#ctx0" brushRef="#br0" timeOffset="-188908.14">18242 9956 977 0,'0'0'333'0,"0"0"-90"16,0 0-7-16,11 16-39 0,-7-6 0 0,-1 1-20 16,3 4-11-16,-2 2-5 0,7 1 3 15,-5 2 28-15,1 1-18 0,0 2-8 0,4-4-9 16,-2 6-24-16,-2-7-16 0,3 6 11 0,1-6 3 16,-5 3-16-16,4-2-23 0,-2-2-2 0,-1-2-6 15,3 1-7-15,-7-6-21 0,3 3 11 16,-1-3-11-16,1-1 8 0,-2-1-15 0,-1 0-8 15,0-2-5-15,0-1-80 0,-2-5-53 0,-1 0-169 16,0 0-617-16,0 0 38 0,6-9 103 16,-6 1 58-16,0 0 67 0,-3-7 57 0</inkml:trace>
  <inkml:trace contextRef="#ctx0" brushRef="#br0" timeOffset="-187641.73">19337 9635 939 0,'3'-4'271'0,"0"-1"-20"0,4 1-31 0,0 0-18 15,0 2-17-15,3 1-14 0,0 1-20 0,1 1-23 16,2 1-2-16,1 2-19 0,0 0-12 0,0 3-8 16,-4 3-10-16,3-2-3 0,-2 7-8 15,-4-5-4-15,-1 7-8 0,1-2-3 0,-4 1 0 16,1 0-5-16,-4-5-18 0,3 6 8 0,-3-3-3 16,-3-2-2-16,3 2-10 0,-4-3 9 0,1 2-14 15,3-2 9-15,0-4-7 0,-3 1 10 0,2-1-10 16,1-4-15-16,0-3-3 0,1 7-16 15,-1-7 11-15,0 0 3 0,0 0-11 0,14-17 3 16,-11 8-1-16,4-7-9 0,-1 1 7 0,1-3 11 16,1-4-11-16,1 2 3 0,-2-2 2 15,0 4 3-15,3-7 15 0,-6 8 0 0,2-1 13 16,-2 3-5-16,-1-2 16 0,-3 7-19 0,3-3 13 16,-3 3 3-16,4 0-1 0,-3 3 4 15,-1 0-14-15,-1 4 8 0,1 3-10 0,0 0-2 16,0 0 2-16,0 0-21 0,0 0 18 0,-17 17 3 15,11-7 10-15,2 0-25 0,1 5 0 16,-1 0 12-16,0 1 0 0,1 1-4 0,0-1-4 16,3 3 14-16,0-2-1 0,0-2-4 0,0 2-6 15,3-1 3-15,0-1-1 0,5-3 1 0,-2 2 5 16,1-3-5-16,0-3-8 0,4 2 3 0,2-3-6 16,0-3 3-16,1-1-5 0,0-2-15 15,0-1-11-15,5-2-12 0,-1-4-18 0,0 1-19 16,-2-1-12-16,5-7 3 0,-5 4-3 0,-1-1-18 15,-2-4 8-15,1 0 12 0,-4 0 11 16,-3-1-16-16,0 0 29 0,3 3 25 0,-6-3 13 16,2 5 21-16,-3-3 17 0,-2 3 11 0,2 0-6 15,0 3 8-15,0-1 8 0,-1 0-5 16,-2 1-8-16,0 3 0 0,3-2-3 0,-3 6 8 16,3-2-10-16,-3 2 10 0,0 0 3 0,0 0-5 15,3 10 7-15,-2-3-2 0,-1 3 0 0,3-2 4 16,-3 4 4-16,3 0-6 0,0 1 0 0,-3 0-7 15,1 4-6-15,2-2 1 0,0 3 7 16,1-1-13-16,0 0-17 0,-4-1-44 0,3 1-36 16,-3-3-69-16,3-2-115 0,0 2-530 0,-2-4 97 15,5 0 49-15,-3-2 51 0,-2-1 69 16</inkml:trace>
  <inkml:trace contextRef="#ctx0" brushRef="#br0" timeOffset="-187390.86">20061 9626 821 0,'4'6'287'0,"-1"3"-16"0,1 1-23 16,-1-1-20-16,1 7-28 0,2 1-3 0,1-2-28 15,3 3-8-15,-6 0-17 0,6 4-4 16,-4-5-22-16,5 1-8 0,-4 3 0 0,0-5-15 15,-1-1-16-15,2 0-12 0,-1 0-36 0,-1-1-39 16,1-3-31-16,-1-1-89 0,2-2-87 16,-2 0-186-16,1 1-321 0,4-9 36 0,-4 1 97 15,3-2 62-15</inkml:trace>
  <inkml:trace contextRef="#ctx0" brushRef="#br0" timeOffset="-186474.4">21238 9157 911 0,'10'-7'299'16,"0"4"-12"-16,1-1-23 0,1 4-32 0,-2 0-4 15,-2 0-10-15,2 1-13 0,0 4-26 0,4-3-10 16,-4 5-16-16,-3 3-14 0,0-2-9 0,3 6-15 16,-6-3 3-16,2 6-28 0,-6-4 4 0,3 0-25 15,-6 5-61-15,0-2-3 0,0 5-7 16,-4-4-1-16,0-1 8 0,3 1 3 0,-3-4-8 15,-2 1-5-15,5-3 5 0,-3 3 0 0,3-5 0 16,-2-1-5-16,3-1-34 0,2-1-32 16,-2-4-19-16,3-2-7 0,0 0-18 0,0 0 7 15,0 0-12-15,7-15-3 0,-1 3-8 0,-3-1 26 16,2-5-12-16,-2 0 9 0,1-6 24 0,-1 3 43 16,3-1 38-16,-2 0 26 0,-1 1 49 15,0 0 5-15,2 5 2 0,-2-1 0 0,-3 5 11 16,3-1-3-16,0 2-13 0,-2 1 3 0,-1 0-10 15,0 4 7-15,0 0-15 0,0 6-6 16,0 0-1-16,0 0-4 0,0 0-4 0,0 0 2 16,-14 19-21-16,13-7 37 0,-5 0-21 0,3 1 5 15,2 3-3-15,-2-1 1 0,0 1-6 0,3 5 1 16,-3-2 7-16,6-2-13 0,-3-1 0 16,3 5 6-16,1-3-1 0,2-2-17 0,2 0 4 15,1-3-22-15,-2 1-8 0,7-5-6 0,-4 1-40 16,4-3-41-16,0-1-23 0,-1-4-34 15,1 0-45-15,3-4-47 0,0 2-122 0,-3-7-216 16,3 5-102-16,-4-6 34 0,1 2 79 0,-3-4 386 16,2 1 100-16,-2-4 105 0,-2 3 61 15,-2-1 32-15,1-2 22 0,-1 4 3 0,-4 0 15 16,3 1 79-16,-2-2-9 0,2 2-11 0,-1 1-13 16,-2-1-8-16,3 1-22 0,-2 4 4 0,-1-4-30 15,1 5-2-15,2-3-4 0,-2 2-12 0,3 2 3 16,-7 1-11-16,10 0 3 0,-10 0-5 15,10 4-72-15,-2 1 3 0,-2 1 17 0,0 0-22 16,-2 3 9-16,2 4 11 0,-1-3-10 16,-2 5 82-16,1 1-24 0,-4 0-12 0,3 2-8 15,-3 0 11-15,0-3-19 0,-3 3-22 0,-1-1-11 16,1 0 5-16,-1-1-17 0,0 1 4 0,1-2 6 16,-1-1 10-16,1-3-13 0,-3 0-8 15,3-2-7-15,2 3 7 0,-2-5 1 0,-1-1-19 16,4 1 6-16,-3-1-3 0,3-3 5 0,3 4-20 15,-3-7 2-15,7 5 0 0,-3-4 0 0,-4-1-2 16,16 0 2-16,-16 0 6 0,18-6-9 0,-5 6-14 16,1-4-4-16,-1 0-12 0,2-4-7 15,1 1-22-15,-2 4-32 0,0-4-24 0,3-3-71 16,-3 1-31-16,0 1-135 0,2-2-490 0,-1-2 24 16,-2 3 104-16,-3-1 55 0,1-3 60 15</inkml:trace>
  <inkml:trace contextRef="#ctx0" brushRef="#br0" timeOffset="-186191.89">22023 9233 821 0,'0'-8'320'0,"0"8"-26"16,0 0-30-16,3-7-26 0,-3 7-18 0,0 0-15 15,0 0-18-15,0 0-8 0,0 0 11 0,0 0-4 16,0 0-24-16,0 0-14 0,15 10-22 0,-12-5 17 15,-3 3-7-15,4 0-24 0,-1 1-58 16,0 1 20-16,1 3-43 0,-4-1-29 0,6 3 39 16,-2 2 67-16,0 1-21 0,-1 0-10 15,3-1 15-15,-2 5-13 0,2-4-10 0,-2 0-2 16,3 2 7-16,-3-4-15 0,2 2-5 0,1-2 2 16,0-3-46-16,0 3-33 0,-3-2-38 0,5 0-52 15,-8-2-173-15,2-1-598 0,-3 2 14 0,0-4 130 16,-4 1 54-16,-5-3 77 0,-3-6 54 15</inkml:trace>
  <inkml:trace contextRef="#ctx0" brushRef="#br0" timeOffset="-184474.46">18168 11175 813 0,'3'-7'236'16,"-3"7"-13"-16,0 0-1 0,0 0-25 0,0-7-7 15,0 7-14-15,0-4-83 0,0 4 4 16,3-6 3-16,-3 6 2 0,3-7-10 0,-3 7-20 16,1-4 0-16,-1 4 4 0,3-7-4 0,-3 7-16 15,3-7 3-15,-3 7-5 0,4-4-5 16,-4 0 10-16,0 4-11 0,0 0 3 0,4-7 8 0,-4 7-8 16,0 0 8-16,0 0-10 0,0-4-13 15,0 4-8-15,0 0 0 0,3-6-2 0,-3 6-8 16,0 0 2-16,0 0 3 0,0 0-5 0,0 0-3 15,0 0 3-15,0 0 5 0,0 0 3 16,10 13-18-16,-10-13 4 0,6 5-12 0,-2 2 11 16,0-2-4-16,0 0-7 0,2 2 16 0,0 1-16 15,-2 5 2-15,3-5 8 0,0 3 1 16,-3 0-9-16,2 3 9 0,-3 0-11 0,1 0 0 16,2 1-3-16,-6-1 6 0,4-3-6 0,-3 6 11 15,-2-4 2-15,1-1 3 0,-7 3-6 16,4 3 4-16,-4-3-1 0,1 0-5 0,-1-2-5 15,-1 1 3-15,-2-4-1 0,1 3 3 0,1-3 0 16,4-3-5-16,-5 1-5 0,5-3 0 0,-2 0 0 16,2-3 2-16,0 2 3 0,-2-1-2 15,6-3-6-15,0 0 8 0,0 0-15 0,0 0 15 0,-4-10-3 16,4 10-2-16,4-14-3 0,2 10 1 16,1-4 2-16,0-5-8 0,0 5 8 0,0-4-3 15,3-1 0-15,0-4 13 0,0 7-2 0,-2-5-11 16,2 0-2-16,-4 2 15 0,4-2-5 15,-2 0-7-15,-1 4 7 0,-1 1 7 0,-2-1 3 16,-1 5 6-16,4-5-6 0,-3 3-2 0,-1 4-8 16,0-2 7-16,1 2-7 0,-4 4 6 15,3-4 1-15,-3 4 14 0,0 0-21 0,0 0 2 16,0 14 1-16,-3-6-8 0,3 2 0 0,-1-2 7 16,-2 3 1-16,3 3-1 0,-3-3 9 0,3 3-4 15,0 0 3-15,0-3-10 0,3 4 6 16,-3-4-4-16,4 2 11 0,-1-2-26 0,3 3 18 15,2-3 5-15,-1-1 1 0,3-2-19 0,0-1 3 16,1 0 2-16,2-4 3 0,1 0-15 16,2-2 7-16,-1-1-10 0,1-1-7 0,-1-2 17 15,1-1-10-15,1-2 11 0,-3-1-17 0,0-1 19 16,-4-1 0-16,3 1 3 0,-2 4 7 0,-4-2 15 16,3-1-4-16,-3 4-9 0,-3-2 9 15,2 2-11-15,-2-1 0 0,2 4-10 0,-6 0 10 16,0 0-3-16,7 7 6 0,-7 0 0 0,4 1 0 15,-4 1-1-15,0-1-4 0,0 2 12 0,0 3-2 16,0-1-11-16,3 3 4 0,-3-5-9 16,1 5 0-16,5-2 6 0,-3-1-6 0,1-2 9 15,2 2-4-15,-2-2-7 0,6-2 13 0,-6-1-1 16,3-3-4-16,2 2-3 0,-1-3 3 0,-1-3-1 16,2 0 8-16,-9 0-2 0,15-4-3 15,-9-1 5-15,1 1-5 0,-1-3 1 0,-2-1-6 16,0-1 7-16,-1-4-2 0,-6 3 3 0,3-5 0 15,-4 2-11-15,-3-2 1 0,1 1 4 16,-4-1 6-16,-1 2 2 0,1-1-5 0,-3 6-7 16,-2-2-1-16,2 2 3 0,-1 1-2 0,-2-1-4 15,5 5-12-15,0-3-30 0,1 5-49 16,0 1-21-16,0-1-41 0,3 1-79 0,1 0-151 0,6 0-340 16,-8 1 40-16,8-1 72 0,-3 3 44 15</inkml:trace>
  <inkml:trace contextRef="#ctx0" brushRef="#br0" timeOffset="-184191.72">18858 11318 783 0,'21'0'304'16,"-4"1"-20"-16,-4 3-22 0,0-1-24 0,-2 2-16 16,-1-2-30-16,-3 6-15 0,1-1-11 0,1-1-20 15,-5 3-18-15,-1-2-13 0,0 7-7 16,-3-5-11-16,0 5-5 0,-3-5 8 0,0 7-10 15,-1-2-16-15,-5 2 3 0,1-2-3 0,1 0-2 16,1-2 4-16,-4 2-88 0,2-2 4 0,2-1 3 16,-1 1 5-16,3-3-10 0,-2-1 7 15,2-2 0-15,0 1 11 0,4-4-3 0,0 3-7 16,0-7 15-16,8 2-11 0,-8-2 11 0,13 0-5 16,-3 0-1-16,1-4-4 0,2-2-13 15,5-1-19-15,-2 3-17 0,2-2-33 0,-1-2-44 16,3 0-69-16,-7 1-284 0,8-3-253 15,0-1 32-15,-4-3 93 0,3 4 64 0</inkml:trace>
  <inkml:trace contextRef="#ctx0" brushRef="#br0" timeOffset="-183639.24">19703 10868 890 0,'13'0'323'16,"-2"0"-37"-16,-1 0-32 0,3 0-24 0,-5 6-25 15,5-4-69-15,-3 4-3 0,0 1-15 0,1-2-39 16,-2 2 3-16,-1 1-16 0,-1 1-2 0,-1-1-5 15,-2 2-5-15,-1 3-11 0,0-4 1 0,0 1 5 16,-3-2-14-16,-3-1 1 0,3 3-10 16,0-3-3-16,-3-1 0 0,3-1 5 0,-3 2 0 15,3-3-10-15,0-4 3 0,-4 4-9 0,4-4-17 16,0 0 10-16,0 0-7 0,0 0-8 16,0 0-13-16,-3-15-13 0,3 9 8 0,3-5-13 15,0 0 5-15,-2-3 18 0,-1 2 5 0,3-2-2 16,0-3-3-16,-3-1 20 0,0 3-2 15,0-2 13-15,0 5 5 0,0-1 26 0,0 2-3 16,0-3-8-16,0 6 0 0,0 1-7 0,0 1-1 16,0 1-12-16,0 5 10 0,-6-6 3 15,6 6-1-15,0 0-2 0,0 0 3 0,-11 20 20 16,5-12-28-16,2 3 5 0,0 5 13 0,1-1-5 16,0-3-3-16,0 6 2 0,2 2 1 0,1-4-8 15,0-2-5-15,1 6-5 0,2-4 10 0,0-3-8 16,1 2 6-16,3-1-6 0,0-3 3 15,3-1 3-15,-1 2-14 0,2-6 4 0,3 1-27 16,0-2-17-16,-4-3-26 0,3-1-20 0,1-1-60 16,0-3-24-16,0-1-40 0,-4 1-35 15,4-5-102-15,-4 1-108 0,3-3-230 0,-2-5 76 16,-4 5 39-16</inkml:trace>
  <inkml:trace contextRef="#ctx0" brushRef="#br0" timeOffset="-183458.38">20072 10868 417 0,'0'-3'171'0,"0"3"-10"16,0-7-12-16,0 7 2 0,0 0 77 15,0 0-11-15,0 0-7 0,0 0-18 0,0 0 5 16,-4 24-69-16,4-13-23 0,0-3 13 0,1 7 2 16,-1-1-22-16,0 3 7 0,3 0-16 15,-3 0-12-15,3 1-5 0,0 1-1 0,1-4-9 16,-1 3-11-16,0 0-5 0,1 2 8 16,3-3-31-16,-4-1-51 0,1 1-47 0,2-5-65 15,-2 2-91-15,2-3-329 0,2-3-116 0,-2 1 31 16,-2-5 84-16</inkml:trace>
  <inkml:trace contextRef="#ctx0" brushRef="#br0" timeOffset="-182958.6">20229 10857 1034 0,'0'0'325'0,"0"-6"-41"15,0 6-23-15,0 0-26 0,0 0-14 0,7-1-19 16,-7 1-36-16,0 0-10 0,0 0-12 16,14 7-14-16,-11-5-4 0,1 3-11 0,-4-5-5 0,9 4-8 15,-6 2 1-15,-3-6-6 0,7 6-102 16,-4-4 15-16,-1 0-2 0,4 4 10 0,-2-3 2 16,-1 1 11-16,0 0-13 0,4 2-3 0,-4-4 0 15,4 4-12-15,-3-3 15 0,2 5-3 16,-2-1 1-16,3 1-11 0,-1-2 0 0,2 3 8 15,-2 0-13-15,-2 1 12 0,-1-2-6 0,3 2-1 16,-5 2 7-16,3-2 6 0,-4 1-7 16,0 3 4-16,-4-3-2 0,3 3-3 0,-5-3 5 15,2 6 8-15,-5-5-12 0,5 1 25 0,-6-1-16 16,6-2 6-16,-2 0-6 0,2-2-2 0,-2 2 0 16,1-5 5-16,2 2-15 0,0-3-3 0,-1 3 10 15,1-4-7-15,0 4-3 0,3-7 5 16,0 6 5-16,0-6 6 0,6 2-16 0,-6-2 13 15,10 0 2-15,-10 0-17 0,21-3 5 0,-7-2 5 16,0 2-1-16,3-2-1 0,0-4-1 16,0 5-8-16,3-7 14 0,-2 7 2 0,2-4-8 15,-3 2-10-15,0-2 18 0,-3-1-8 0,3 1 5 16,-3 4-15-16,0-3-5 0,-1 0-5 16,-3 4 2-16,1-5-40 0,-1 4-57 0,0-5-41 15,1 5-110-15,-1-3-300 0,0 0-283 0,4-2 99 16,-1 0 87-16,-2-3 65 0,2 2 83 0</inkml:trace>
  <inkml:trace contextRef="#ctx0" brushRef="#br0" timeOffset="-182309.17">21395 10340 885 0,'6'-6'289'15,"1"5"-30"-15,3 1-29 0,1 0-15 0,2 1-20 16,1 5-29-16,0-3-17 0,3 4-6 0,0 0-25 16,0 1 5-16,0 2-26 0,0-2-8 15,-3 6-7-15,0-3-10 0,-4 0 18 0,0 3-37 16,0 0 1-16,-6-2-5 0,-1 3-3 0,-3-3-10 15,0 2-3-15,0-3-7 0,-3 2-11 16,0-4-5-16,-1 1 3 0,-3-2-5 0,3 2-3 16,1-3-15-16,0 0-16 0,2-6-38 0,-2 4-18 15,3-5-25-15,0 0-1 0,0 0 3 0,0 0 5 16,0 0-10-16,7-15 0 0,-4 5 3 0,1-2-3 16,0 1 35-16,2-4 6 0,-2-2 8 15,-1-1 2-15,0 0 28 0,1 0 29 0,-1-1 35 16,0 4 21-16,1-1 20 0,-3 2-5 0,2 3 3 15,-3 0-6-15,3 1 1 0,-3 3-3 16,0 4 2-16,0 3 1 0,0 0 12 0,0 0-7 16,0 0-3-16,0 0-5 0,-6 15-13 0,1-5-2 15,5 0 12-15,-3-2 11 0,3 5-13 0,0-2 0 16,0 3-11-16,0-2-4 0,0 4-3 16,3-3-3-16,1 0-5 0,0 4-10 0,2-4 11 15,-2-1-19-15,6 2-12 0,0-3-44 0,1-3-64 16,2 2-77-16,-5-3-258 0,8 1-338 15,-2-2 94-15,0-5 49 0,0-1 62 0</inkml:trace>
  <inkml:trace contextRef="#ctx0" brushRef="#br0" timeOffset="-181991.57">22014 10384 918 0,'9'-2'274'0,"-9"2"-28"0,14 1-8 16,-14-1-31-16,17 5-20 0,-7 0-15 0,7 2-8 16,-3-1-21-16,0 3-18 0,-4 0-9 0,4 0-4 15,-4 2-9-15,0 2-16 0,1-2 5 16,-4 4-13-16,-1 1 6 0,-3-4-4 0,-2 3-4 16,-1-1-20-16,-1-3-11 0,-5 6 23 0,3-3-13 15,-1-3 11-15,-2 2 4 0,-2-3-14 16,5-1-1-16,-1-1 0 0,-2 2-20 0,3-4-3 15,3 0-2-15,-4-2-5 0,4 2 15 0,0-6-13 16,0 7 18-16,0-7-33 0,10 2-3 16,-3-2-10-16,-7 0 0 0,21-6-41 0,-8 3-26 15,4-4-76-15,-3 0-49 0,3-1-110 0,0-4-484 16,3-1 46-16,-5 1 57 0,1-3 56 16,-2-1 71-16</inkml:trace>
  <inkml:trace contextRef="#ctx0" brushRef="#br0" timeOffset="-181675.08">22448 10332 783 0,'3'-4'281'0,"0"2"-30"0,-3 2-28 15,7-4 5-15,-7 4-41 0,11-3-8 16,-11 3-5-16,10 6-16 0,-1-5-19 0,-1 6-9 16,-1 0-22-16,-1 0 17 0,1 2-15 0,0 0-7 15,-3 2-4-15,-1-3 1 0,1 7-8 16,-1-3 8-16,-6 3 41 0,6 2 13 0,-7-2-29 0,1 3 8 15,0-1-38-15,-5-2-11 0,2 3-2 16,2-4 13-16,1-3-21 0,-3 4 11 0,2-5-16 16,0 0-8-16,1-2 16 0,-1 3-5 0,4-7-16 15,0 5 3-15,0-5-31 0,4 0 16 16,3-4-6-16,0 4-2 0,6-8-6 0,1 4-4 16,3 0 0-16,4-2-6 0,3-3-5 0,-1 4-7 15,4-4-31-15,-2 0 31 0,2-2-44 0,-9 7-61 16,4-2-18-16,-7-3-57 0,-5 4-204 15,-1 1-515-15,-4 0 39 0,-5 0 117 0,0 0 67 16,0 0 46-16,-35 0 64 0</inkml:trace>
  <inkml:trace contextRef="#ctx0" brushRef="#br0" timeOffset="-180408.99">18506 12726 529 0,'3'-4'223'0,"-3"-2"5"0,0 6-36 16,7-8-10-16,-4 5-8 0,5-2 56 0,-2 1 0 16,-2-1-17-16,6 3-14 0,0-4-19 0,0 6-19 15,0-2-7-15,1 2-27 0,2 2-4 16,-2-2-2-16,3 6-14 0,-1-2-10 0,4 5-15 16,-6 1-10-16,3 1-8 0,-1-1-5 0,-3 4 0 15,1-2-13-15,-1 5-5 0,-4-2 5 0,1 0-5 16,0 1-13-16,-6-1 5 0,2-1-2 15,-3 1-16-15,0-1 11 0,-3-3-8 0,3 0 2 16,0 2-9-16,-1-5 4 0,-2 0-10 0,3-5-15 16,0 4-21-16,0-7-12 0,0 5 2 15,0-5 0-15,0 0-8 0,0 0-15 0,0 0-26 16,4-23 3-16,-1 12-2 0,0-4-6 0,0-2 8 16,1-5 5-16,2-3 5 0,-2 0 26 15,3 1 10-15,-3 5 28 0,2-5 21 0,-2 5 13 16,-1-1-9-16,3 2 22 0,-1 2 7 0,-2 3 10 15,-3-1 5-15,3 6-7 0,0-3 5 0,-2 3-14 16,-1 2-16-16,3-1-9 0,-3 7 21 16,0 0 2-16,0 0 13 0,0 0-2 0,0 0-8 15,-10 24-5-15,7-12 7 0,-2 2 6 0,2 1-1 16,0 3-9-16,-1 3-6 0,1-1-5 16,0-4 3-16,0 7-8 0,3-4-2 0,0-1 7 15,3-3-3-15,0 2-7 0,1 1 0 0,2-4-13 16,2-3 11-16,2 0-16 0,0-5-8 0,4 2-10 15,-1-3-5-15,1-3-8 0,0-2-7 16,-1 0-3-16,1-3-5 0,2-2 15 0,-1-4-5 16,-2 1 13-16,-2-3-5 0,-1-3 5 0,0 3 8 15,1-3 2-15,-5 2 28 0,1 0 13 16,-1 4 8-16,-2-2-5 0,3 3 7 0,-3 3-17 16,-1 0 7-16,-3 4-5 0,0 0 0 0,0 0-5 15,0 0 0-15,0 0-10 0,0 15 2 16,0-5 8-16,0-2-3 0,0 4-7 0,0 0-1 15,0-4 4-15,0 3-9 0,3 2 3 0,-3-3 0 16,4-2-2-16,-1 0-8 0,3 1 5 16,-1-4-8-16,1-2 6 0,1 1 4 0,0-2-4 0,-1-1 4 15,-6-1 6-15,18-6-3 0,-8 3-2 16,-2-2 4-16,1-3-2 0,-2-1 1 0,-1 1 6 16,-2-3-4-16,0-2 5 0,-4 1 7 0,0-2-7 15,0 2-10-15,-7-4 4 0,3 1 1 16,-3 4 0-16,-2-3-6 0,1 6 8 0,-5-1-12 15,3 1-3-15,-7 5-11 0,6-1-14 0,-6 4-62 16,1 0-62-16,-2 1-207 0,1 5-461 16,0-2 42-16,4 0 119 0,-2-2 67 0,2 2 62 15</inkml:trace>
  <inkml:trace contextRef="#ctx0" brushRef="#br0" timeOffset="-179942.62">19258 12566 847 0,'11'0'317'16,"-5"-2"-33"-16,4 2-43 0,-10 0-13 16,18 1-13-16,-9 0-34 0,-2 5 1 0,4-2-36 15,-4 3-15-15,-1 1-29 0,-2 1-12 0,-1-1-8 16,-3 0-8-16,0 3-3 0,0-1-7 0,0-1-12 15,-3 1-1-15,3-1-18 0,-1-2-20 0,-2 1 7 16,3-1-17-16,0-3-8 0,0 3 0 0,0 0-3 16,0-7 11-16,3 9-19 0,-2-7 16 15,2 3-5-15,4 0 10 0,0 0-7 0,0-3-1 16,3 5 1-16,1-1 17 0,-1-1 0 0,0 0-15 16,4 1 13-16,-1-2-10 0,1 5 4 15,-1-3 27-15,-3 0-14 0,1-2-5 0,-1 5 3 16,-3-3 3-16,3 2-6 0,-3-4 29 0,-3 4 7 15,-1-1-13-15,0 1-7 0,-3 1 5 16,-3-1 7-16,-1 0-15 0,-5 2-7 0,1-2 15 16,-5 1-8-16,3-1-2 0,-4-1 4 15,0 1 1-15,0-1-13 0,1 0 10 0,-1-4 8 16,1 3-11-16,3-4 1 0,-1 0-3 0,1 3 3 16,0-2-13-16,2-2 10 0,2 2-16 0,-1 0-22 15,7-3-29-15,-13 1-61 0,8 2-53 0,-4-1-88 16,5-1-494-16,-2 0 11 0,6-1 15 0,-11 0 79 15,11 0 84-15</inkml:trace>
  <inkml:trace contextRef="#ctx0" brushRef="#br0" timeOffset="-179009.51">20140 12190 1000 0,'10'1'292'0,"1"-1"-31"15,-1 5-15-15,0-1-26 0,0 1-23 0,-3-1-15 16,0 3-28-16,-4 3-19 0,0-3-12 15,-3 1-3-15,0 2-15 0,-6-3-10 0,3 6-13 16,-4-4-3-16,-1 1-7 0,1 0-6 0,-2-2-7 16,-1 0-77-16,2 2 8 0,2-3 3 0,-1 0-6 15,0-4-3-15,1 4 14 0,1-5-6 16,-1 2-7-16,6-4-8 0,0 0-16 0,0 0-7 16,0 0-2-16,0 0-9 0,-3-15-7 0,6 7-20 15,0-2 4-15,1-2 19 0,3-1 2 16,-4-2 11-16,4-2 22 0,-4 1 3 0,4-1 28 15,-4 2 18-15,2 2 10 0,-2-1 31 0,0 4 5 16,0 0-12-16,-2 0 2 0,2 4-13 16,-3-1-3-16,0 2 6 0,0 5-8 0,0 0-3 15,0 0 21-15,0 0-10 0,0 0 17 0,-7 16-17 16,4-4-11-16,3 0 14 0,-3-4 4 0,3 7 3 16,0-3-16-16,0 3-2 0,0-1-2 0,3 3 4 15,0-1-7-15,0 0-8 0,1-1-7 16,2 1 17-16,1-2-7 0,1 1 2 0,2-5-15 15,3 4-5-15,-2-5-16 0,2-1-2 0,4-3-36 16,-3 1-5-16,3-2-36 0,0-1-41 16,-3-3-33-16,2 0-18 0,-2-6-67 0,-3 5-117 15,3-6-374-15,-1-3 51 0,-3 2 69 0,1-3 65 16</inkml:trace>
  <inkml:trace contextRef="#ctx0" brushRef="#br0" timeOffset="-178841.81">20488 12173 798 0,'0'0'200'0,"0"0"-1"15,0 0-14-15,0 0 12 0,0 0-13 16,0 0-7-16,-3 18-3 0,3-8 56 0,3-2-25 16,-3 5-8-16,0-2-31 0,0 4-9 0,3-2-14 15,-2 2-84-15,2 0 0 0,-3 3-6 16,7-1 1-16,-6 0-8 0,2-1-48 0,0 2-21 16,1-2-44-16,-1 0-86 0,0 2-208 0,0-4-397 15,2 1 69-15,-2-5 57 0,0-4 72 16</inkml:trace>
  <inkml:trace contextRef="#ctx0" brushRef="#br0" timeOffset="-178442.43">20663 12116 1128 0,'10'-5'325'0,"-4"2"-28"16,2 1-30-16,-1 2-14 0,-7 0-30 0,16 0-19 15,-8 2-17-15,-1 4-20 0,2-4-16 0,-2 7-11 16,-3-1-22-16,3 0-15 0,-4 1-6 0,1-1-5 16,-4 0-10-16,3 2-13 0,-3-2-72 15,0 1 6-15,0-1-3 0,3 0-3 0,-3-1 6 16,0 3-6-16,4-3-2 0,-1-1 0 0,1-4 3 16,3 5-1-16,-1-4 1 0,1 2 2 15,0-3 10-15,4 1-13 0,-1 2 1 0,3-3 2 16,-3 3-3-16,1-2 16 0,0 2-13 0,1-3 8 15,-2 4-8-15,1-4-3 0,-4 4 11 16,0-2-11-16,2 3 13 0,-1-4 6 0,-4 2-6 16,-1 4 8-16,0-3 18 0,0-1 0 15,-3 0 48-15,-6 5-10 0,3-2 6 0,-4 4-6 16,-1 0-18-16,-2-4 6 0,0 2-1 0,-4-2-15 16,1 4 0-16,2-6-18 0,-2 1-20 0,3 0-46 15,-1 0-37-15,4-4-83 0,-2 1-175 0,2-3-519 16,3-1 45-16,4 0 106 0,-7-8 58 0,7 1 65 15</inkml:trace>
  <inkml:trace contextRef="#ctx0" brushRef="#br0" timeOffset="-178124.84">22300 11518 775 0,'18'5'315'0,"-2"-2"-39"0,-2 4-15 0,-3 0-28 15,-1-1-20-15,-3-1-29 0,0 3-10 0,-1 1-28 16,1-1-18-16,-4 5-5 0,-3-4-74 0,0 1-8 16,-3 3-3-16,0-1-12 0,-4 1 2 15,0-1-31-15,-3 3-30 0,3-4-49 0,-3 3-67 16,-1-3-145-16,1 2-415 0,3-4 85 0,1-1 25 16</inkml:trace>
  <inkml:trace contextRef="#ctx0" brushRef="#br0" timeOffset="-177842.67">22376 11506 849 0,'-7'8'371'0,"0"0"-30"0,0 3-36 0,0 4-90 16,0-4-21-16,0 6 6 0,4 0-34 15,-3-1-17-15,5 1-14 0,-2 3-7 0,3-5-2 16,0 5-14-16,4-4-14 0,-4 1-14 0,6-5 8 16,0 5-13-16,-2-2-9 0,7-6-12 15,-1 4-1-15,0-4-16 0,4-2 0 0,-1-2-21 16,2 2-38-16,4-6-33 0,-5 1-77 0,0-2-130 16,3-2-554-16,0 1 83 0,0-2 53 0,1-5 54 15,-8 1 84-15</inkml:trace>
  <inkml:trace contextRef="#ctx0" brushRef="#br0" timeOffset="-177509.5">22642 11598 1039 0,'18'3'263'16,"-12"2"-9"-16,1-3-39 0,4 4 0 0,-1-2-21 15,3 4-35-15,-2-1-8 0,-1 3-15 0,3-2-8 16,-5 5-16-16,2-4-14 0,-4 1 12 0,0 4-18 16,-1-3 20-16,-5-1-27 0,0 5 15 15,0-2-26-15,-4 0 16 0,0 4-11 0,-2-1-15 16,2-2-3-16,-2 1 8 0,-1-3-25 0,0 1 17 16,3-3-4-16,-2 0-11 0,-1 0 0 15,4-3 0-15,0 1 0 0,-2-1-18 0,2 0 0 16,0-3 21-16,3 3-18 0,0-7 7 0,3 5-10 15,-3-5 0-15,11 1-5 0,-11-1-2 16,16-4-29-16,-5 2-5 0,3-3-43 0,3-1 0 16,0-1-59-16,5-1-62 0,-4-2-89 0,3 1-464 15,-3-4-30-15,2 2 46 0,-3-3 51 16,-1 2 87-16</inkml:trace>
  <inkml:trace contextRef="#ctx0" brushRef="#br0" timeOffset="-177159.3">23073 11573 911 0,'6'-5'340'0,"-1"3"-28"0,-5 2-22 15,13 0-32-15,-13 0-17 0,18 2-31 0,-9 1-87 16,1-1-8-16,4 1-3 0,-4 4 11 0,0-1-23 16,1 2-3-16,2 0-10 0,-6 2 11 0,4 0 58 15,-5-2-10-15,-2 2 20 0,-1 2-56 16,1 1-7-16,-1-5-1 0,-3 6 3 0,0-3-18 15,0-1 0-15,0 1-5 0,-3 0-10 0,2-1 2 16,-2 3-8-16,3-3-4 0,-3-1-6 0,3-1-2 16,0 1-18-16,0 0-1 0,0-2 6 0,3 3-7 15,0-2-1-15,-2 2-5 0,2 1-5 16,3-2-2-16,-1 1 15 0,-2 0-24 0,1-3-4 16,-1 1 20-16,3 2 3 0,-3-2-29 0,-2 1 9 15,2 4-14-15,-3-3 6 0,-3 0-1 16,-1 5 8-16,-2 0-12 0,-7 1 25 0,-8 1-74 15,-17 8-85-15,-4-5-110 0,-5 7-675 0,-5-2 33 16,-15 4 135-16,-9-5 67 0,1-5 51 16,-11 0 88-16</inkml:trace>
  <inkml:trace contextRef="#ctx0" brushRef="#br0" timeOffset="-176475.91">18598 13828 867 0,'4'-5'277'0,"6"-2"-14"16,0 5-12-16,0-4-23 0,4 4-13 0,3-3-23 15,1 3-8-15,1 2-17 0,-4 0-16 16,5 2-11-16,0-2-4 0,-2 4-23 0,-2-1 4 15,-1 4-6-15,1 1-19 0,-6 0-15 16,1 2-75-16,-1 0 3 0,-4 3-10 0,-2-1 10 16,-4 1 3-16,-3-1-6 0,2 3-7 0,-5 2-7 15,-1-2-29-15,1 1-16 0,-2-4-32 16,2 2-39-16,2-5-23 0,-2 0-69 0,-1-2-205 16,4-1-267-16,-1-4 32 0,3-1 76 0,1-1 55 15</inkml:trace>
  <inkml:trace contextRef="#ctx0" brushRef="#br0" timeOffset="-176241.7">18909 13626 847 0,'0'0'353'0,"0"0"-25"16,0 17-37-16,-3-7-19 0,3 3-16 0,-3 1-23 15,-1 2-16-15,1 3-104 0,3-1-11 0,-4 2-10 16,1 1-5-16,2 3 0 0,1-4-2 15,0 3-24-15,0-2 8 0,1 0-17 0,2-1 14 16,1-1-12-16,-1 0 2 0,1-2-10 0,2-1-12 16,1 0-14-16,-1-3-28 0,2 0-33 15,-1-3-28-15,3-3-46 0,1 0-74 0,2-6-152 16,0 1-434-16,-2-4 99 0,2 2 34 0,2-8 68 16</inkml:trace>
  <inkml:trace contextRef="#ctx0" brushRef="#br0" timeOffset="-175891.82">19179 13833 890 0,'0'0'315'0,"0"0"-8"0,-14 20-102 0,11-9-8 16,0-1-33-16,0 0-10 0,2 5-16 16,1 0-10-16,-3-3-18 0,3 3 0 0,0 2-23 15,0-3 5-15,0 3 0 0,3-3-12 0,-2-1-11 16,2 1 7-16,0-3-17 0,3-1-10 15,-1-2 7-15,2 1-2 0,-1-1-16 0,4-3-4 16,-2-3-9-16,2-2-7 0,0 1 5 0,4-2-7 16,-4-2-9-16,3-3-4 0,-2-2-1 0,-1 0 9 15,-1-3-9-15,-4-3 8 0,1-3-12 16,-2 4 17-16,-4-1-7 0,0-2 15 0,0 1 0 16,-3 0 3-16,-1 2-11 0,-3-1 11 0,0 4-1 15,0-3-4-15,1 7-1 0,-5-1-5 0,1 1 11 16,-3 3-8-16,2-2 2 0,-2 7-9 15,2 1-11-15,-6 0 0 0,4 3-8 0,-1-2-28 16,0 5-20-16,0 1-34 0,4-1-68 0,0 1-40 16,3-1-175-16,3 0-400 0,-2-2 94 15,6 1 60-15,0-5 40 0</inkml:trace>
  <inkml:trace contextRef="#ctx0" brushRef="#br0" timeOffset="-175542.68">19391 13840 913 0,'1'7'297'16,"2"4"-25"-16,3-3-27 0,-2 2-17 16,2 1-33-16,2-1-11 0,-1-1-20 0,-1 0-6 15,4 0-17-15,1-2-28 0,-1-1-16 0,0-2-12 16,4-2-24-16,-1 2-15 0,1-4 0 0,-3-1-7 15,6-4 2-15,-4 1-13 0,1-2 10 0,0-1 0 16,-4-1-12-16,1-3-5 0,-1-3 2 16,-1 4 7-16,-2-3 14 0,1 3-1 0,-5-1 24 15,4 1 10-15,-4 3-8 0,0-1-18 16,1 2 5-16,-1 2-10 0,1 0-7 0,-4 4 2 16,0 0-3-16,0 0 1 0,10 10 1 0,-7-2-6 15,-3-1-1-15,1 3 5 0,2 3-9 16,0-3-6-16,0 5-8 0,-3-3 5 0,4 3-27 15,0 3-14-15,-1-3-58 0,4 0-59 0,-4-3-144 16,4 3-540-16,-1-1 52 0,5-3 66 0,-4-4 118 16,0-4 25-16</inkml:trace>
  <inkml:trace contextRef="#ctx0" brushRef="#br0" timeOffset="-174943.46">20553 13262 857 0,'0'0'328'0,"18"4"-29"0,-5-4-35 0,-2 7-24 16,2 1-12-16,1 0-36 0,-1-1-10 15,-2 3-34-15,-1 0-9 0,0 1-4 0,-3 3-9 16,1 0-21-16,-2-3-3 0,-2 3 6 0,-1-3-16 0,-3 3-10 16,0-3-8-16,0 3-10 0,-3-3-5 15,2 1-16-15,-5 0 6 0,3-4-3 0,1 2-5 16,-4-2-3-16,3-1-7 0,3-2-13 0,-4 0-39 15,1-5-32-15,3 0-32 0,0 0-20 16,0 0-5-16,-3-11-43 0,6 4-83 0,-3-7-76 16,3 3-198-16,1-6-4 0,-1-3 217 15,3-2 133-15,-1-3 113 0,-2 0 38 0,1 0 52 16,-1 2 40-16,0-2 90 0,3 4 20 0,-5 2 24 16,2 3-6-16,-3 4-5 0,3-2-20 0,1 4-13 15,-3 0-26-15,-1 2-7 0,0 1 5 16,0 7-23-16,0 0-67 0,0 0-3 0,0 0-12 15,0 0 8-15,-8 25-1 0,5-14 11 0,3 3-13 16,-4 0-3-16,4 2-7 0,-3 2 2 0,3-1-2 16,0 2 7-16,0-3 1 0,3 5-3 15,1-3 2-15,-1-1-12 0,0 1 2 0,2-2-10 16,4-1 18-16,-2-3-21 0,0 2-18 0,4-3-27 16,-1-3-11-16,3 2-18 0,1-5-41 15,2-3-56-15,-4 2-13 0,4-7-90 0,-8 2-186 16,8-2-292-16,2-4 35 0,-2 0 93 0,-2-3 59 15</inkml:trace>
  <inkml:trace contextRef="#ctx0" brushRef="#br0" timeOffset="-174743.3">21046 13241 944 0,'0'0'289'0,"0"0"-30"16,0 0 2-16,0 0-28 0,-7 23-26 15,7-16-10-15,-3 3-25 0,3 0-11 0,0 4-15 16,3-3 2-16,-3 6-17 0,0-3-6 0,0 4-9 15,0 0-24-15,0 0 10 0,0 2-17 16,3-1-9-16,-3-1-12 0,3-1-2 0,-3-1-6 16,4 1-53-16,0 0-21 0,-1-3-44 0,0-2-66 15,1-1-133-15,-1-2-507 0,1 0 21 16,-1-6 84-16,3 3 69 0,-1-5 64 0</inkml:trace>
  <inkml:trace contextRef="#ctx0" brushRef="#br0" timeOffset="-174343.67">21138 13262 982 0,'0'0'318'0,"0"0"-19"0,0 0-30 16,3 21-10-16,1-13-29 0,-1 3-18 0,-2 3-27 15,2-3-16-15,3 3-6 0,-2 3-27 16,-1 0-21-16,1-2 11 0,-1-2-26 0,4 0-11 15,-3 4 1-15,5-4-8 0,-5-3-6 0,2 0-9 16,-1 0-11-16,2-3-15 0,2-1-13 16,-2-4-17-16,4 0-4 0,-1-2-14 0,0-2-6 15,1 2-2-15,-1-7 2 0,0 3 5 0,0-8-5 16,0 2-2-16,-3-5-6 0,0 2 1 0,3-2 15 16,-6 0 18-16,3-2 2 0,-4 7 23 15,3-4 1-15,-5 6-3 0,6-2 15 0,-4 2-18 16,0 1-2-16,-2 4-6 0,2-2-2 0,-3 5 8 15,0 0 15-15,0 0-13 0,6 13 3 16,-5-5-33-16,-1 0 48 0,3 3-2 0,-3 3 4 16,3 4-14-16,1-2 4 0,-3 3-12 0,2-3-13 15,-3 5 5-15,3 0-5 0,0-3-10 16,-2 2-11-16,2-1-61 0,0-1-84 0,-3 0-257 16,6-3-465-16,-2 2 71 0,0-7 70 0,-4 2 71 15,3-9 62-15</inkml:trace>
  <inkml:trace contextRef="#ctx0" brushRef="#br0" timeOffset="-173609.81">22270 12889 780 0,'14'1'243'0,"-1"0"-22"0,4 1-19 16,-3 3-21-16,3-1-14 0,0 2 45 0,-3 2-17 15,-1-1-16-15,0 3-25 0,-1-2-3 0,0 2-26 16,-5-3-10-16,1 1-7 0,-2 2-16 16,-2 1 8-16,-1-2-13 0,-3 0-10 0,3 0-8 15,-3-2-8-15,-3-1-7 0,3 1-13 0,0 0-18 16,-3 0-18-16,3-3 10 0,0 2-48 0,0-6-51 16,0 0-14-16,0 0-14 0,0 6-1 15,0-6-5-15,0 0 3 0,0 0 5 0,10-23-3 16,-10 15 24-16,3-2 4 0,1-4 16 15,0-2 28-15,-1 0 31 0,-3-2 38 0,3 0 21 16,-3 2 25-16,3-1 16 0,-2-1 17 0,-1 4 19 16,0 0-16-16,0 2 7 0,0 1 1 0,0 2-13 15,3 1-5-15,-3 2-5 0,0 2 4 16,0 4-17-16,0 0-2 0,0 0-1 0,0 0 8 16,0 0 5-16,-13 18-15 0,12-8 5 0,-2 1-92 15,-1 3 28-15,4 2 2 0,-3-1-25 16,3 3 23-16,0-1 2 0,0 3-20 0,0-3 23 15,3 4-15-15,1-2 5 0,0-1-3 0,2-1 59 16,-2 2 3-16,5 0-31 0,-5-2 13 0,4-1-13 16,1-4-16-16,1 3-9 0,1-5-75 15,-4 5-16-15,3-6-76 0,1-1-115 0,-2-4-458 16,2-1-98-16,-5-2 103 0,5-1 51 0,-4-4 64 16,-1-2 48-16</inkml:trace>
  <inkml:trace contextRef="#ctx0" brushRef="#br0" timeOffset="-173309.71">22752 12948 721 0,'0'0'233'0,"13"2"0"16,-6 0-28-16,3 4-5 0,-3 0-16 0,0 1-33 16,4-1-3-16,-3 7-22 0,-3-2 73 15,2 3-1-15,-4-2-29 0,4 2-8 0,-6 3-8 16,-1 0-78-16,0-2 9 0,0 1-10 0,-1 0 6 15,-6 1-9-15,7-4-2 0,-4 1-5 0,1 3-2 16,0-7-11-16,0 5 8 0,2-7 2 0,-2 2-7 16,0-3-15-16,0 1-1 0,3-1-7 15,0 0 10-15,0-4-3 0,0-3-5 0,3 8-5 16,2-3 6-16,0-3 12 0,2 0-18 16,3-2-8-16,-10 0 3 0,20-3-20 0,-9-1-13 15,6 2-24-15,2-5-27 0,-4 4-59 0,3-2-59 16,-2-3-134-16,2-1-511 0,-5 1 84 15,4-2 57-15,-7 0 58 0,4-5 67 0</inkml:trace>
  <inkml:trace contextRef="#ctx0" brushRef="#br0" timeOffset="-172925.99">23084 12891 821 0,'0'0'279'16,"-8"9"51"-16,5-4-22 0,0 2-29 0,2-1-6 15,1 6-32-15,-3-1-16 0,3-1-28 0,0 4-12 16,0-3-19-16,4 4-10 0,-4-4-23 16,3 2-10-16,3-2-23 0,-3 2 8 0,2-2-91 15,1-3 9-15,-2 0-3 0,3 1 5 0,4-1-7 16,-5-4 4-16,4 0-9 0,-3-4-1 0,4 2 13 16,-1-4-10-16,-10 2-8 0,17-2 3 0,-7-4 5 15,0-1 0-15,1-3 0 0,-2 2 2 16,-2 1 1-16,0-3-8 0,-1 3-8 0,2 4-5 15,-4-3 13-15,2 2-16 0,-3-1-2 0,-3 5 7 16,0 0-4-16,0 0-3 0,15 11 5 16,-15-4-3-16,3 5 13 0,0 0-7 0,-3 2 2 15,3 4 16-15,-2 0 7 0,-1 0-8 0,3 3-12 16,0-2 0-16,1 6 4 0,-4-7-4 16,3 4-3-16,4-5 0 0,-4 1 0 0,1-1 3 15,-1-7-5-15,0 5 4 0,-2-7 6 0,2 3 8 16,0-5-24-16,1 2-12 0,0-3-34 0,-1-1-61 15,0-3-141-15,-3-1-604 0,0 0 69 0,0 0 65 16,0 0 68-16,0 0 77 0</inkml:trace>
  <inkml:trace contextRef="#ctx0" brushRef="#br0" timeOffset="-168493.71">24263 8562 701 0,'-3'-5'302'0,"3"-1"-21"15,-4 1-19-15,0 0-9 0,1-1-15 0,2 2 5 16,-2-2-15-16,0 0-108 0,0 3-5 0,3 3-2 16,-4-8-16-16,1 6-17 0,3 2-6 15,-7-6-2-15,7 6 4 0,-10 1-19 0,10-1-4 16,-14 7 6-16,8 0-10 0,-2-1 5 0,-2 5-11 15,3 0 8-15,-2 3-17 0,1 3 4 0,1-1 3 16,0 2-13-16,1-1-10 0,-1 1-2 16,6-1-1-16,-5 1-2 0,6 1 2 0,0-1-7 15,0-1 7-15,3-2-2 0,0-1-3 0,-2 0 3 16,6-4 7-16,-1-1-7 0,-2 0 5 16,2-1-5-16,1-1 10 0,-2-3-8 0,5-2 1 15,-4-1-11-15,4-1 2 0,-10 0 4 0,21-7 68 16,-11-1-20-16,1-1 5 0,-1 1-5 15,0-7-11-15,-3 5-9 0,0-8 9 0,2-1-1 16,-2-4-12-16,-4 2-1 0,-2-1-11 0,-1-3 5 16,0 0-13-16,0 0 6 0,-4 0-9 0,-2 1 4 15,4 1 9-15,-6 1-9 0,1 4-6 16,0 2-5-16,0 3 10 0,0-3-7 0,1 4-3 16,-2 2 6-16,2 2 1 0,-4 4 1 0,3-2-15 15,-1 6-1-15,0 0 13 0,-3 0-5 0,1 7 0 16,-1-1-5-16,1 4 3 0,3 0 7 0,0 4 3 15,0-3-15-15,3 6 9 0,1-4-2 16,0-1 13-16,3 3-2 0,0 1-9 0,3-3 4 16,1 1 6-16,-1 1-6 0,4-5-1 0,5 5-10 15,-4-5 8-15,5 0-1 0,-1-2-9 16,4 1-9-16,1-1-19 0,-3-1-27 0,7-3-27 16,-1-1-44-16,0 0-31 0,-2 0-43 0,3-3-44 15,-5 0-48-15,2 0-113 0,-2-3-33 16,-1 1-6-16,-2 2 73 0,1-1 45 0,-4 0 100 15,0-4 98-15,-3 4 61 0,5 1 51 0,-7-6 25 16,2 4 37-16,-1 0 22 0,-1-3 32 0,1 3 9 16,-6 2 16-16,10-2-13 0,-7-3-18 0,-3 5-2 15,7-1 4-15,-7 1 6 0,0 0 21 16,0 0-1-16,11 8-7 0,-8-2-3 0,0-1-3 16,-2 5-15-16,2 0 6 0,0 1-73 0,1-1 3 15,-1 5-5-15,4 0 21 0,-3 2-8 16,2 1-11-16,-2-4-4 0,2 1 15 0,2-1-3 15,-1 0-8-15,2 1 1 0,1-5 7 0,1 0 3 16,-1-1 0-16,0-2 2 0,4 0-2 16,-4-3 5-16,1 2 0 0,2-6-8 0,0 0 1 15,-2-3-6-15,0-2-3 0,2-2 16 0,-2-3-7 16,-2 0 12-16,2-4-16 0,-4-2 4 0,-1 0-6 16,-2-3-10-16,-1 1 13 0,-3-4-3 15,0 2-3-15,0 3 6 0,-3 0 0 0,-1-1-18 16,-2 2 2-16,0 1 3 0,-2 1 0 0,1 4-11 15,-3 2 9-15,-1 5-6 0,-5-4 5 0,1 6-7 16,-1 2-18-16,-1-1 2 0,0 4-30 16,-4 2-6-16,4 4-33 0,-3 3-25 0,5-1-39 15,-4 4-51-15,5 1-74 0,4 3-538 0,3-1 93 16,0-1 38-16,-1 5 81 0</inkml:trace>
  <inkml:trace contextRef="#ctx0" brushRef="#br0" timeOffset="-167659.77">24464 10025 918 0,'0'0'302'0,"-10"-1"-35"0,10 1-6 16,0 0-13-16,-13 8-33 0,8-2-18 16,-1 0-18-16,-1 6-10 0,1 0-77 0,2 2-12 15,-3 1-3-15,3-1-16 0,1 3-7 0,0 4 2 16,0-4 0-16,3 0-15 0,0 1 8 0,0 0-11 16,3 3-4-16,0-4 1 0,3 0-4 15,-1-3-3-15,2-1 1 0,2 4 1 0,-2-9 11 16,4 4-13-16,-1-6-5 0,0 1 6 0,1-2 1 15,2-3-9-15,-3-2 4 0,4-1 3 0,0-3-2 16,0-2-8-16,-1-1-5 0,1-5 10 16,1 0-18-16,-2-3 8 0,-3-3-8 0,-1 0 8 15,-2-4-6-15,1 1-4 0,-5-1 5 0,0-3 7 16,-3 0-15-16,0 0 3 0,0-1 2 16,-6 2-3-16,2 0-7 0,-3-1 20 0,-3 5 11 15,3-3-18-15,-4 6 7 0,1 1 3 0,-3 2-5 16,2 4-3-16,-5 0-2 0,2 2 12 15,-3 3-4-15,1 3 4 0,-2 2-15 0,-3 5 13 16,4-2 3-16,-3 6-9 0,-1 1 1 0,0 3 5 16,6-1 3-16,-4 3-19 0,6 0 19 0,1 3 4 15,0-1-2-15,5 3-18 0,3-5 75 16,1 4 2-16,3-3-16 0,3-1 3 0,1 1-7 16,2 1 7-16,4-2-18 0,1 2-25 0,6-2 15 15,0 1-3-15,0-7-2 0,4 1 7 0,3-2-33 16,0-1-7-16,-4-2-16 0,4-2 0 0,0-1-71 15,-3-2-29-15,2-2-63 0,1 1-37 16,-3-5-84-16,3 3-186 0,-7-3-326 0,7-1 84 16,-8-3 42-16,-1 3 56 0,1-1 74 0</inkml:trace>
  <inkml:trace contextRef="#ctx0" brushRef="#br0" timeOffset="-167460.32">24844 10068 522 0,'0'-5'197'0,"0"5"5"0,0 0 0 0,0 0 67 15,0 0 13-15,0 0-26 0,0 18-13 16,0-11-8-16,0 5-25 0,0-1-85 0,5 3-17 16,-4 1-16-16,0 2 11 0,2 2-22 0,3-2 6 15,-2 8-12-15,-1-2-16 0,2 2 2 16,1 0-12-16,-1 2-24 0,-3 5-45 0,6 0-39 16,-3 2-54-16,2-1-81 0,-6-6-226 15,5 10-299-15,1-1 38 0,2-4 72 0,-4 0 63 16</inkml:trace>
  <inkml:trace contextRef="#ctx0" brushRef="#br0" timeOffset="-166691.09">25035 11608 977 0,'0'0'295'15,"-6"-2"-27"-15,6 2-22 0,0 0-10 0,0 0-37 16,-11 12-14-16,9-4-19 0,-3-1-2 15,2 6-26-15,0-1-10 0,-1 3-10 0,1 1-11 16,0-4-12-16,3 5-11 0,-1 1 3 0,1-3-10 16,-4 5-13-16,4-7-7 0,0 4-9 15,4-3 3-15,-3-3 3 0,2 4-15 0,0-5 4 16,1 5-12-16,-1-5 7 0,3 0-15 0,-2 1 13 16,7-3-18-16,-5-2 0 0,4 1 7 15,4 0 6-15,-1-6-23 0,-2 4 7 0,3-3-2 16,2-2 5-16,-2-3-3 0,0-1-10 0,0 0 3 15,-1-2-3-15,1-2 13 0,-1 0-13 0,-3-3 8 16,1-3-8-16,-4-3 3 0,-3 0-3 16,-1 1-2-16,0-3 4 0,0-4 3 0,-3-2 1 15,-6 0-6-15,3 0 0 0,-1 0-15 0,-3 1 28 16,-3 4 12-16,0-3-27 0,3 0 15 0,-3 3-23 16,-1 3 15-16,1 4 8 0,3-4 20 0,-3 7-17 15,-3 2-8-15,3 0 4 0,-1 1 9 16,-2 5-3-16,1 0-13 0,-1 2 8 0,0 2 3 15,-1 0-14-15,0 6 11 0,0-1 0 0,1 3-18 16,-1-2 16-16,4 6-1 0,0-3-2 16,3 4-6-16,0-1 4 0,3 2 7 0,-2-3-26 15,6 4 26-15,0-3-28 0,0-3 10 0,0 4 7 16,3-5-9-16,1 4-6 0,-1-4 13 16,4-2 3-16,3 2-3 0,0-3-5 0,4-1-21 15,-3-3-4-15,2 2-42 0,4-4 8 0,-3-1-71 16,3 0-49-16,0-4-134 0,3 1-536 0,-2 1 70 15,-1-3 86-15,0-3 63 0,0 5 62 0</inkml:trace>
  <inkml:trace contextRef="#ctx0" brushRef="#br0" timeOffset="-166177.05">25390 11580 908 0,'4'-4'292'0,"0"1"-31"0,-4 3-18 15,7-5-20-15,-1 5-31 0,-6 0-5 0,17 0-18 16,-17 0-8-16,14 4-30 0,-4 0-1 0,0 1-5 16,-3 0-25-16,3 2-10 0,-2 5 5 0,-1-2-19 15,-1 1 14-15,0 4-31 0,-2-1 10 0,-1 2 3 16,-3-3-3-16,0 4-23 0,-3 0 20 16,0-1-2-16,-4 1-12 0,0 5-6 0,-3-3 7 15,0 0-7-15,0 0-15 0,-4-1-15 0,0 0 32 16,0-1-9-16,4 0-14 0,-3-1 14 15,2-6-14-15,1 4-20 0,0-3 52 0,2-4-37 16,2 1 11-16,-1 1-18 0,0-4 5 0,1-2-8 16,0-3 8-16,6 0 7 0,-11 1-12 15,11-1 8-15,0 0-4 0,-10-8-1 0,10 8-6 16,-4-4 8-16,4-2-10 0,0 6 12 0,0 0-12 16,4-7-3-16,-4 7 15 0,3-3-7 0,-3 3-8 15,10-1-5-15,-4-3 5 0,-6 4 8 16,18 7-10-16,-8-7 2 0,1 7 3 0,2-1-16 15,4-1 5-15,-3 5-2 0,3 0 21 0,0 2-27 16,2-4 14-16,-1 6 2 0,0-3 0 0,2 3 3 16,-3-3 5-16,1 3-3 0,-2-3-13 0,-1-1 16 15,1 0-8-15,-2 1 0 0,-4-2-5 16,3 1-2-16,-2-3 9 0,2 3 1 0,-6-3-3 16,4-1 6-16,-4 0-17 0,3 0 4 0,-3 2 2 15,0-2-3-15,0-2-2 0,-1 3-13 16,0-4-46-16,-1 1-46 0,1-3-64 0,-5 4-136 15,2-1-585-15,-6 1 111 0,3-5 42 0,-4 4 79 16,-4 1 95-16</inkml:trace>
  <inkml:trace contextRef="#ctx0" brushRef="#br0" timeOffset="-163461.1">2014 12040 353 0,'5'7'102'0,"-1"-3"-23"15,-1 1 14-15,0-2-1 0,3 4-5 0,-3-2 18 16,1 1-41-16,0 0 0 0,3 2 0 0,-3 1-3 15,2-3 8-15,-2 2-10 0,2-4-13 16,-3 4-7-16,2-3 9 0,1 0-4 16,-3 0-8-16,1 1 10 0,2-2-13 0,-5 1 3 0,5-2-3 15,-2 3 0-15,-1-5-20 0,1 4 5 16,-4-5 15-16,6 5-20 0,-6-5 20 0,3 5 16 16,1-3-23-16,-4-2 2 0,3 3-3 15,-3-3-4-15,4 5 74 0,-4-5-11 0,7 0-12 16,-7 0-6-16,0 0 16 0,4 6-31 0,-4-6 8 15,0 0 0-15,7 1-3 0,-7-1-7 0,0 0-3 16,0 0 3-16,0 0-11 0,16-5 3 16,-16 5-5-16,7-2-3 0,-7 2 3 0,10-2-21 15,-9-3 16-15,-1 5-16 0,9-3 11 0,-5-2-18 16,0 4 7-16,2-3 0 0,-3-1-2 16,1 0-2-16,0 2 4 0,2-3-5 0,-2 2 8 15,-1-3-8-15,1 0 11 0,0 0-3 16,2 1-13-16,-3-4 18 0,0 1-23 0,0-2 13 15,2 3-1-15,-2-2 4 0,-3-2 4 0,3 2-79 16,-2-1 1-16,2-3 14 0,0 3 31 0,-3-3-28 16,0 2 0-16,0-1 16 0,0-4-9 15,0 5 22-15,0-2-6 0,0-3-8 0,1 2 8 16,-1-3-2-16,2 0 2 0,2 0 2 0,-1-3-4 16,0 3 10-16,2 2-6 0,-2-1 19 15,0 0-8-15,4 0-8 0,-3 2 10 0,5-2 1 16,-1 4 4-16,-1 0-7 0,2-2 5 0,2 2-5 15,-1 1 5-15,3-1-5 0,-2 1-5 16,2 2 10-16,2 2-5 0,-5 1-6 0,3-3 9 16,2 7-13-16,-2-1 12 0,0 1 0 0,1 1-4 15,0 2 2-15,-1 0-8 0,-2 1 23 16,3 2-33-16,-1-2 13 0,1 4 2 0,-4-3 6 16,0 4 9-16,4-2-7 0,-4 3-7 0,0-2-1 15,-2-1-10-15,1 5 21 0,-2-2 2 16,0-1 2-16,1-1-7 0,-2 2 3 0,-2-2-11 15,2-2 6-15,-3 4 7 0,0-4-8 0,2 4 39 16,-2-4-21-16,0 1 31 0,-3-4 65 0,3 6-12 16,-3-6-4-16,4 2 2 0,-4-2-15 0,0 0-2 15,0 0-6-15,0 0-13 0,0 0-4 16,0 0-1-16,0 0-13 0,-3-15 1 0,2 8-3 16,1 2-3-16,-2-3-4 0,2 1 4 0,0-1-10 15,0-2 11-15,2 1-14 0,2-4-20 16,-1 5 23-16,4-5-15 0,-1 1-3 0,5-1 3 15,-1 1 0-15,2 0-3 0,1-1-2 16,4 3-3-16,0-1 3 0,3 0 2 0,-3 1-10 16,0 2 5-16,0 4 8 0,4-2-5 0,-3-1-6 15,1 3-7-15,2 0 2 0,3 1-2 0,-4-1 5 16,4 1-18-16,4 3 6 0,2 0-17 0,1-2 14 16,0 4-16-16,0-2 6 0,3 0-3 15,-3 0-3-15,3 1 0 0,0 1 11 0,-4 1-11 16,2-2 16-16,1 0-11 0,-2-1 16 0,4 0-18 15,-4 0 12-15,-3-1 4 0,1 0 9 16,-1-4-10-16,2 4-2 0,-2-1-1 0,0-3 4 16,-1 1 7-16,3-2 5 0,-2-1-6 0,0 3 1 15,-1-3 13-15,0 2-3 0,-3-2-7 0,3 2-9 16,-6 0 11-16,0 1 8 0,-5 0 0 16,2 1-8-16,-5-1-34 0,1 2-71 0,-7 1-156 15,3 1-509-15,-4 3 53 0,-6 1 93 0,0-4 50 16</inkml:trace>
  <inkml:trace contextRef="#ctx0" brushRef="#br0" timeOffset="-162543.75">1157 11747 691 0,'-4'-4'181'0,"4"4"-4"0,0 0-16 16,0 0-10-16,0 0-23 0,0 0-5 0,0 0-15 16,21 7-11-16,-14-6 13 0,0 4-36 0,0-3 3 15,0 1-5-15,2 1-19 0,2-2 19 0,-1 2-26 16,0-2 3-16,1 1-6 0,-1-3 3 15,0 0 8-15,4 0-5 0,-1 0-16 0,-1-3 5 16,1 1 19-16,4-3 50 0,-4-2-12 0,-3 6 0 16,5-7-6-16,-3 1-15 0,3-2 1 15,-5 1-6-15,0 0 0 0,1-2 5 0,-1 2-2 16,-1-1-26-16,-1-2 10 0,-4-1 1 0,2 2-14 16,-2-1 8-16,-1-3-7 0,0 3 2 0,0-3-15 15,-2 2 12-15,1-3 8 0,-1-1-7 16,-1 2-8-16,0-3-8 0,0 5 5 0,-1-2 31 15,1 2-31-15,-2-1 8 0,1 2 5 0,1 0-2 16,0 5-8-16,-3-2-16 0,3 1 6 16,0 1-1-16,0 6-4 0,0 0-3 15,0 0 12-15,0 0-9 0,0 0 10 0,11 21-1 16,-5-8-12-16,1 2-5 0,-1 8-67 0,1-3 6 16,4 10 76-16,-1 0-8 0,4 2-7 0,-1 9 20 15,1 1-25-15,0-4 25 0,-1 4-22 0,-1-7 19 16,3 10 1-16,-4-8 2 0,-1-5 1 0,-2-4-4 15,5 4 1-15,-3-4-8 0,0 1 0 16,1-3 13-16,-1-2-21 0,-3-5 16 0,3 5-18 16,-2-6 2-16,2 4-5 0,-1-4 6 0,-1-2-6 15,-1-3 0-15,-1 1 3 0,0 0-5 0,1-4 15 16,-3-2-10-16,0 2 10 0,-1-4-21 16,0-2-10-16,0 4 16 0,1-3 15 0,-1-2 0 15,-3 3-5-15,3-3-10 0,1 2-18 0,-4-2-42 16,4 2-47-16,-4-5-99 0,0 5-180 15,-4-1-552-15,4-4 132 0,-4 3 30 0,4-3 90 16,-9 4 50-16,9-4 88 0</inkml:trace>
  <inkml:trace contextRef="#ctx0" brushRef="#br0" timeOffset="-160244.7">16780 9601 857 0,'0'0'264'0,"0"-8"-21"0,-3 0-28 0,3 1-23 16,0-2-26-16,3 0 1 0,0 0-14 15,0-2-12-15,1-3-11 0,2-2-17 0,2 0-8 16,2-2 3-16,0 2-14 0,4-1-2 0,-1-1-10 16,2 0-7-16,4-3 4 0,-4 3-7 0,4 1-11 15,2 1-7-15,-3 0 5 0,1 4-13 16,2-2-8-16,0 3 3 0,-1-3-3 0,1 4-4 15,0-1-9-15,2 0 1 0,1 1 2 0,0 2-82 16,3 0 3-16,-2-1-3 0,5 5 16 0,-3-2 12 16,4 0 1-16,7 3-1 0,-1-3 8 15,-3 5-2-15,-2 1-6 0,2 0 6 0,3 0 7 16,-3 0-2-16,1 1 2 0,-1 1 10 0,3 3-10 16,1-2 8-16,-4 1-2 0,3-1 7 15,-2-2-6-15,-1 4 1 0,-3-4-2 0,0 0 14 16,3 1-4-16,0 2-6 0,-3-4-2 0,3 1 5 15,3-1-10-15,-3 0 25 0,0-1-20 0,2 1 10 16,-2-1-12-16,0 1 2 0,0-3 2 16,-3 1 0-16,2 2-2 0,-2-1 21 0,-3 0-19 15,2-1 6-15,-8-2-8 0,1 4 7 0,1-3 3 16,-3-2-5-16,3 2 5 0,-4-3-2 0,1 5 12 16,-1-5 1-16,0 3-1 0,1-2 5 15,-4 1 4-15,0-3-1 0,1 1-6 0,1 2 4 16,-1-3-16-16,-5 2 8 0,2 2 7 0,-2-4 3 15,1 5-2-15,-4-3-1 0,0 2 6 16,1-2 0-16,-2 2-3 0,-2 0 10 0,-3-1 5 16,6 2-12-16,-6-3-8 0,2 2 12 0,-2 1-9 15,2-3 5-15,-3 3-9 0,1-3 7 0,-4 5 1 16,8-3-7-16,-5-1 5 0,-3 4-13 16,6-4 1-16,-6 4 4 0,4-5-7 0,-4 5-1 15,6-2 3-15,-6 2-15 0,0 0 16 0,11-1 4 16,-11 1-10-16,10 0 3 0,-10 0-8 0,14 1 7 15,-4-1-1-15,0 0-1 0,-3 0-8 16,4 0 8-16,5 0 3 0,-2 0-13 0,0 0 5 16,3 0 0-16,0 0-5 0,4-1 5 0,0 0 15 15,2-4-20-15,4 4 10 0,1-5-8 16,-1 2 9-16,4-1-9 0,3 1 6 0,0-2-3 16,0-2 5-16,4 1-10 0,-3 3 7 0,2-2-2 15,0-2 0-15,-3-1 3 0,4 5-8 16,-3-3 2-16,2-1 3 0,0 1-3 0,-2-2 1 15,2 0 56-15,2-1-6 0,8-4-9 0,1-1-11 16,-10 0-10-16,6 2 5 0,1-5-10 0,-1 2-11 16,4-3-12-16,-4 0-8 0,4 2 21 0,-4-1-16 15,-6 4 0-15,-3 3 0 0,-1-3 0 16,0 3 1-16,-3 2-4 0,2-4-2 0,-2 3 8 16,0 2-8-16,0-2 8 0,0 2 2 0,-1-1-10 15,-2 1 11-15,-1 0-1 0,0 1 5 16,0 4 9-16,0-4-12 0,-2 0-6 0,5 3 9 15,-2 0-2-15,0-3-5 0,-1 3 5 0,1-2-1 16,2 5 6-16,-3-5 3 0,3 5 0 16,1-5-9-16,-3 4 6 0,-1-1 0 0,4-1 0 15,-4 2 3-15,4 1 2 0,-3-3-2 0,-1 1 2 16,1 3-3-16,2-3 3 0,-2-1-5 0,-1 1 6 16,-4 3-17-16,2-1 9 0,-2-3 2 15,-1 2 0-15,1 2 10 0,-2-1-5 0,-1 1-5 16,0 0 13-16,-2-1-8 0,-2 2 0 0,-1-1-5 15,1 1-7-15,-2 1 14 0,0 3-4 0,0-3-6 16,-1 4 1-16,-2-3-1 0,-1 4 8 0,0 0-12 16,1 0-6-16,-5-1-26 0,1 4-40 15,-4-4-64-15,0 1-136 0,-2 2-507 0,-2-1 20 16,-5 3 93-16,-1-2 61 0,-4 0 62 0</inkml:trace>
  <inkml:trace contextRef="#ctx0" brushRef="#br0" timeOffset="-159794.2">18290 8319 875 0,'0'0'305'0,"0"0"-19"0,11 14-12 15,-1-6-21-15,0 1-17 0,4-1-26 0,6 3-16 16,1 3 9-16,3 2-19 0,6-3-30 0,12 8-75 16,-2 2-13-16,-6-5 9 0,-3-5-9 0,7 8-15 15,-3-4-2-15,-4-1-3 0,-1-1-2 16,1-2-16-16,-4 1-26 0,0 0-14 0,-3-3-27 15,-3-1-40-15,-1-2-29 0,-3-1-61 16,-3 0-66-16,-3-4-520 0,-1-2 56 0,-4 2 54 16,2-6 59-16</inkml:trace>
  <inkml:trace contextRef="#ctx0" brushRef="#br0" timeOffset="-159544.72">18786 8225 1141 0,'-3'-7'330'16,"3"7"-40"-16,0-3-32 0,0 3-22 0,0 0-27 16,0 0-17-16,0 0 0 0,-7 11-15 15,4 0 2-15,3 3-7 0,-4 3-39 0,0 2-79 16,-2 5 10-16,-1 6-21 0,1-3 16 0,-2 6 5 16,-2 1-15-16,-3 9 4 0,-1 4-22 0,-3-1 20 15,3 1-20-15,-3-5-13 0,0 1-13 16,0 1-25-16,3-1-24 0,4-8-33 0,-1-3-61 15,4-3-80-15,-2 3-255 0,5-7-292 0,-2 0 48 16,1-2 79-16,2-8 55 0</inkml:trace>
  <inkml:trace contextRef="#ctx0" brushRef="#br0" timeOffset="-158277.92">23118 8340 616 0,'-3'-5'226'0,"3"5"-19"0,-5-9-15 16,5 7-8-16,0-4-20 0,-3 0-21 0,3 1 3 16,0-2 46-16,-3 0-10 0,6-1-8 0,-3-1-25 15,0 1-24-15,3-3 3 0,2-3-26 16,-2 3-12-16,3-3 2 0,1-3-7 0,0 1-9 15,4-1-9-15,-1-1-85 0,3 1 3 0,1 2-1 16,-1-3 9-16,4 3 7 0,-3-1 5 16,4 4-3-16,-2-2 1 0,1 4-8 0,1 1 7 15,-1-4-7-15,3 5 8 0,-3 4 2 0,1-2 0 16,1-1-8-16,2 4-12 0,0 2 15 0,0-3 0 16,-1 2-3-16,1 4 6 0,0 1 7 0,2-1-12 15,-2 1 2-15,2 4-8 0,-3-4 5 16,1 1 1-16,0 2 7 0,-1-4-8 0,1 1 3 15,-1 4 8-15,-3-6-5 0,0 5-3 0,-3-5 7 16,3-1-2-16,-3 2 1 0,0-2-9 16,-4 3-7-16,3-3 12 0,1-3 9 0,-7 3-9 15,4-2-4-15,-1 1 7 0,0-5-3 0,1 5 3 16,-2-6-5-16,1 4 3 0,0-4 2 16,-2 2-2-16,5-5-3 0,-3 0-3 0,1 2 1 0,-1-4-4 15,0-1 1-15,1 1 3 0,-1-1-1 16,1 2 1-16,-2-2-1 0,1 4 6 0,0-1-9 15,-2 3 1-15,-1-3-2 0,6 2 4 16,-2 1-7-16,-1 0 10 0,0 2-3 0,4-1 3 16,-4 2-2-16,4 1-1 0,-1 1 3 0,0-3 8 15,2 4 0-15,-2-1-8 0,5 2-6 0,-2-1 12 16,2 0-1-16,3-2-8 0,-2 3 6 16,2-2 4-16,0 1 1 0,-1 1-3 0,1-4 8 15,0 2-5-15,1 1-1 0,-4-1-9 0,0-3 12 16,-2 4-7-16,-1-1-1 0,-5 1-2 15,3-3-5-15,-2 1-23 0,-2 3-21 0,-5-1-56 16,2-2-61-16,-6 3-159 0,0 0-410 0,0 0 95 16,0 0 26-16,-20-6 69 0</inkml:trace>
  <inkml:trace contextRef="#ctx0" brushRef="#br0" timeOffset="-157594.4">23230 7469 811 0,'0'-3'328'15,"0"3"-29"-15,-3-8-28 0,3 8-20 0,0 0-31 0,-4-1-23 16,4 1-30-16,0 0-3 0,-6 10-18 0,2-2-6 16,4 0-19-16,-3 2-19 0,0 0 0 15,3 4-9-15,-4-3-4 0,4 3-15 0,0 1-7 16,0-3-11-16,4 2 11 0,-4 2-13 16,6-4 2-16,-2 5-18 0,2-2 3 0,1-5-10 15,1 3 0-15,2-3 4 0,2-1 9 0,0-1-3 16,1 0-8-16,1-2-74 0,3-2 13 0,0 0 0 15,0-1 10-15,4-3-13 0,-5-2 11 16,5-3-3-16,-3 2 5 0,1-4-3 0,-1 0 11 16,3-2 5-16,-2-1 8 0,-1-5-6 0,-2-1 8 15,-1 3 0-15,-2-7-5 0,-2 2 5 0,-4 0-10 16,2-4 13-16,-5 1 0 0,-1-3-3 16,0 2-5-16,-6 3 0 0,0-5 0 0,0 2-5 15,-7 1 2-15,-1-1 6 0,-2 2 2 0,-5-2-13 16,1 3 11-16,-4 2-8 0,2 3 25 15,1 2-5-15,-3-2-12 0,1 4 5 0,-4 1 4 16,3 1-4-16,2 1 7 0,1 5 6 0,-3-3-11 16,8 4 8-16,-4 0 8 0,3 3-14 0,0 3-1 15,1-1-1-15,3 1-2 0,-4 4 2 16,4 0-2-16,3 0 7 0,0 0 0 0,3 1-10 16,1 3 8-16,0-2 10 0,3 1-15 0,0-2 0 15,3 0-19-15,3-1 11 0,-1 1 5 0,1 2-7 16,1-4-1-16,0 0 11 0,4 1 2 0,2-1-7 15,0-4 4-15,4 1-12 0,-3-2 18 16,3 3 3-16,-3-6-4 0,6 1-9 0,-2 0 2 16,-1-1-10-16,3-1 13 0,1 0 4 0,-1 0-7 15,-2 0 3-15,1-4-18 0,-4 3 0 16,1-3-31-16,-2 3-3 0,0 0-43 0,-3-3-54 16,-1 3-97-16,2 2-340 0,-4 0-208 0,-1 0 64 15,0-2 59-15,-7 2 85 0</inkml:trace>
  <inkml:trace contextRef="#ctx0" brushRef="#br0" timeOffset="-156228.52">16469 17091 847 0,'0'0'276'0,"0"0"-17"0,0 0-16 0,0 0 3 16,0 0-19-16,0 0-12 0,20 10-20 0,-13-1-3 15,3 1-15-15,3 1-6 0,1 0-33 16,0 3 1-16,3-2-6 0,-3 3-13 0,6 0-25 15,-2-2-3-15,-1 0 0 0,3 1-8 0,0 0-22 16,-2 0-8-16,3-1 10 0,-5-1-13 0,2 1-3 16,-2-4-25-16,-2 1-20 0,0-2-29 15,-3 1-27-15,2-1-42 0,-3-1-53 0,0-2-60 16,-6 0-168-16,3-3-418 0,-1-1 75 16,-2 1 64-16,-4-2 84 0,0 0 41 0</inkml:trace>
  <inkml:trace contextRef="#ctx0" brushRef="#br0" timeOffset="-155911.35">16889 17002 660 0,'0'0'338'0,"0"0"-13"15,0 0-31-15,0 0-17 0,-7 25-29 16,7-12-23-16,-3 3 0 0,3 4-27 0,-1 2-19 15,-2 1-15-15,0 2-6 0,3 2-17 16,-3-1-10-16,3 4-3 0,0-1-18 0,-3 5-8 16,2 1-23-16,1 0-86 0,0 1 17 0,4-3 5 15,-4-3 8-15,0 0-18 0,3 0 1 0,-3-3 19 16,3-1-17-16,-3 1 2 0,3-2 0 16,-2-5 16-16,-1-2-6 0,0 1-12 0,3-1-3 15,-3-5 3-15,0 0 0 0,0-2 7 0,0 0-7 16,0 0 2-16,0-4-18 0,0 0-2 0,3 0-28 15,-3 0-52-15,-3-2-41 0,3 0-71 16,0-5-74-16,-4 4-172 0,4-4-297 0,0 0 46 16,0 0 103-16,0 0 48 0</inkml:trace>
  <inkml:trace contextRef="#ctx0" brushRef="#br0" timeOffset="-155561.81">17381 17374 762 0,'7'-1'328'15,"-7"1"-29"-15,0 0-27 0,0 0-29 16,7-5-8-16,-7 5-27 0,7-2-32 0,2 1-14 16,-1-2 1-16,2 1-22 0,0-2-15 0,4 0-1 15,0 0-20-15,3-2-15 0,0 0-1 16,3 0-15-16,-3 0-10 0,4 0 0 0,-1 0-2 16,-3 0-24-16,1 1-25 0,2 2-8 0,-6-3-41 15,3 2-33-15,-4 1-46 0,-3-1-64 0,-2 3-136 16,-1 0-455-16,-1 1 76 0,-6 0 64 15,0 0 59-15</inkml:trace>
  <inkml:trace contextRef="#ctx0" brushRef="#br0" timeOffset="-155294.75">17511 17537 808 0,'-4'6'333'15,"4"-6"-13"-15,0 0-33 0,-3 5-21 0,3-5-15 16,0 0-77-16,0 0-15 0,11 1-14 0,-11-1-14 16,16-1-3-16,-1-2-18 0,-2 0-2 0,4-1-6 15,0 1-28-15,1-1 13 0,1 2-18 16,-1-3-17-16,2 2 4 0,-3 0-15 0,-2-1 2 16,1 2-9-16,-2 1-4 0,-4-2-9 0,3 1-16 15,-2 0-3-15,-4 0-30 0,0-1-18 0,-1 2-28 16,2-1-33-16,-8 2-62 0,6-4-59 15,-6 0-133-15,0 4-346 0,0 0 14 0,0-3 81 16,0 3 100-16</inkml:trace>
  <inkml:trace contextRef="#ctx0" brushRef="#br0" timeOffset="-154592.39">18506 16908 901 0,'0'0'307'0,"0"0"-39"15,0 0-14-15,6-4-19 0,-6 4-27 16,0 0-6-16,0 0-10 0,21 8-18 0,-11-4-13 16,0 3-23-16,4 0 3 0,-3 0-21 0,6 2-58 15,-1 1-11-15,2 1 5 0,-1 2-4 16,4-1-6-16,-1 2-3 0,0 1-2 0,1 0-5 15,3 1 5-15,0-1-18 0,-1 3 5 0,-2-4 0 16,-3 0-7-16,2 0-3 0,0-1 10 16,-2-1-13-16,-1 1 3 0,-3-4-5 0,2 0 0 15,-2 0 2-15,-3 0-10 0,2-2-10 0,-2 0 8 16,-1 1-24-16,-1-4-27 0,2 2-29 0,-4-2-21 16,0 1-19-16,-1-1-47 0,-2-1-107 0,3 3-246 15,0-5-185-15,-4 3 37 0,-3-4 68 16,4 2 52-16</inkml:trace>
  <inkml:trace contextRef="#ctx0" brushRef="#br0" timeOffset="-154127.29">19019 16716 929 0,'-4'-3'258'0,"4"3"-20"0,0 0-18 0,0 0-17 16,-13 10-19-16,9-4 0 0,-2 0-12 0,2 4-34 15,-3 0-84-15,3 2 12 0,-5 2-2 16,5 3 13-16,-7 2-13 0,1 4 8 0,4-1-16 15,-8 3 5-15,4 3 9 0,-1-1-6 0,-3 2-6 16,1-1-1-16,3 3-6 0,-7-3-8 0,7 0 6 16,-4-1 12-16,4 0-12 0,0-5-3 15,-4 3 0-15,4-4-7 0,3 0-4 0,-4-2-9 16,4-2-5-16,-2-1 7 0,1-2-3 0,1-1 3 16,1-1-10-16,-1-2 11 0,4-2-14 15,-1 2 8-15,0-3-5 0,1-1-5 0,0 0 17 16,-1 0-14-16,1-2-1 0,3 0-5 0,-3 2 3 15,3-6-3-15,-4 8 1 0,1-5 9 0,3-3-15 16,-3 4-5-16,3-4-18 0,0 0-23 0,-5 4-15 16,5-4-34-16,0 0-58 0,-3 5-41 15,3-5-85-15,0 0-103 0,0 0-344 0,0 0 29 16,0 0 70-16,21-6 62 0</inkml:trace>
  <inkml:trace contextRef="#ctx0" brushRef="#br0" timeOffset="-153261.93">19388 16748 970 0,'-4'4'286'0,"0"2"-45"16,-2 2-8-16,0 2 10 0,2 1-102 0,-2 4-16 16,1 0-4-16,-1 3-6 0,2 3-5 15,-2 0 10-15,-1 3-20 0,4-2-13 0,-2 1-13 16,2 2-7-16,0 0 2 0,3 0 3 16,0 0-1-16,0-1-15 0,3-2-4 0,0 3 7 15,2-2 12-15,1-2-27 0,1-1-14 0,3-2 6 16,1 0 3-16,-1-4-9 0,3 3-1 0,1-7-12 15,-1 0 7-15,2-1 16 0,1-3-19 0,-1-1 2 16,1-1-5-16,2-1 13 0,-2-5-21 16,2 0 5-16,2-2 1 0,0-2-11 0,1-2 0 15,-3-3 13-15,2 0-11 0,0-3-4 0,1 0 20 16,-4-1-18-16,3-5 3 0,-6 5-8 16,3-7 5-16,-3 2 5 0,-3 2-2 15,2-3 2-15,-7 2-5 0,5-5-2 0,-7 2 20 0,2 0-13 16,-2-2 3-16,-4 5-3 0,0-1-10 15,0-1-5-15,-1 1 5 0,-2-2 3 0,-3-2 9 16,-2 2-14-16,1 1 9 0,-3 0 4 0,1 1-6 16,-2 1-8-16,1 2-2 0,-4-1-3 0,4 2 19 15,-4 1-14-15,-3 2-2 0,4 0 10 0,-2 1 0 16,2 4 0-16,-4-1-7 16,3 1-6-16,-3 2 23 0,0 1-22 0,0 1 14 0,3 2-1 15,0 0-6-15,-2 3 2 0,1 0 21 0,-1-1 0 16,-2 5-18-16,2 1-2 0,1 1 7 15,-1 0-5-15,2 3-10 0,0 0 3 0,0 1 7 16,4 1-5-16,0 1 10 0,0 1-18 0,0-2 16 16,3 4 5-16,-1-3-8 0,5 1 59 15,-3 0-3-15,5-3 3 0,-2 3-18 0,0-4-7 16,3 0 9-16,0-2 1 0,3 0-11 0,0 1-7 16,1-3 2-16,-1-1-2 0,8-1-3 15,-4 1-10-15,3-3 15 0,4-1 3 0,2 1-2 16,-1-2-14-16,1 0 1 0,1-2 2 0,0 2-6 15,-2-1-9-15,4-1 5 0,2 0-8 0,-4 0-31 16,-3 1-20-16,3-2-23 0,-3 0-20 16,3 2-70-16,-7 1-66 0,3 0-182 0,1-2-453 15,-3 1 71-15,-1-2 91 0,-3 3 53 0,0-2 79 16</inkml:trace>
  <inkml:trace contextRef="#ctx0" brushRef="#br0" timeOffset="-151912.3">16592 16448 888 0,'-3'-6'266'0,"3"6"-23"0,0 0-36 0,-1-5-15 15,1 5-10-15,0 0-18 0,0 0-16 0,0 0-20 16,0 0 3-16,0 0-16 0,0 0-7 0,-10 15 7 16,6-7-5-16,4-1-3 0,-3 3-32 15,0 1 27-15,-1 2-10 0,1-2-87 0,0 3-2 16,0 0 12-16,-2 2 8 0,2-1-13 0,0 1 6 16,-1 1-3-16,1-4-8 0,0 1 10 15,-1 0-7-15,1-3-8 0,0 0 2 0,3 2 14 16,-2-3-9-16,-1-1 16 0,0-2-7 0,3 2-29 15,-3-3 26-15,3 0 2 0,0-2 6 0,0-4-1 16,0 7-5-16,0-7-7 0,0 0 15 16,0 0-7-16,0 0-4 0,0 0-9 0,0 0 12 15,9-18-10-15,-7 11 0 0,1-2 6 0,0-3 2 16,0 1-8-16,-2 0 5 0,2-3-10 16,0 0 2-16,0-1 1 0,1-1 0 0,-1 0-6 15,1 0 0-15,0-1 11 0,-1 3-5 16,0-3 7-16,-3 2-8 0,4 3-2 0,-1-1 8 15,-3 2-5-15,6-2-3 0,-5 4 10 0,2 0-2 16,-3 2-1-16,4 0-12 0,-1 2 5 0,-3-2-13 16,1 1 19-16,2 4-4 0,-3 2-2 0,6-5 5 15,-6 5 5-15,0 0-10 0,14 3 11 16,-7 1-4-16,0 2-9 0,-1 1 7 0,1 0-8 16,4 2-12-16,-4 1 18 0,3 0-1 0,4 0-4 15,-1 1 7-15,4 0-8 0,-3 2 13 16,6-1-7-16,-3 0 2 0,4 1 3 0,0-3-36 15,-4 2-26-15,6-1-67 0,-2 0-91 0,-1 1-584 16,1-1 74-16,-3 0 59 0,-5-2 64 16,-3-3 67-16</inkml:trace>
  <inkml:trace contextRef="#ctx0" brushRef="#br0" timeOffset="-133861.97">22615 14841 470 0,'-4'-3'172'0,"-2"-2"-44"0,5-2-59 16,-2 1-51-16,3-2-136 0,0 1-396 0</inkml:trace>
  <inkml:trace contextRef="#ctx0" brushRef="#br0" timeOffset="-124398.24">19060 13580 130 0,'7'23'67'16,"2"-1"25"-16,-4-6-26 0,1 2 11 15,1-1-21-15,-1-2 21 0,-2 3-15 0,3-1-6 16,0 4 0-16,-1-3-5 0,-2-2-10 0,2 0 3 16,-2 1-3-16,0-3-5 0,-1-1 17 15,1-3-17-15,-1 1 10 0,0-1 39 0,-3-2 2 16,4-4 10-16,-1 3-7 0,-3-7-29 0,3 2-92 15,-3-2-4-15,0 0-11 0,0 0-8 16,8-15 8-16,-8 3-23 0,0 1-49 0,0-10-28 16,-4 3-43-16,0-8-318 0</inkml:trace>
  <inkml:trace contextRef="#ctx0" brushRef="#br0" timeOffset="-122981.34">19081 13500 112 0,'6'16'39'0,"-2"-2"25"15,2-3-31-15,1 1-20 0,0 0 20 0,-3-1 21 16,-1 0-31-16,4 2 5 0,-4 1-10 0,4-2-13 16,0 2 23-16,-3-1-38 0,2 0 30 15,-2 1 8-15,2-3-33 0,0 4-2 0,-1-5-29 16,1 5 15-16,-2-5-7 0,-1 2-21 0,1 0-2 16,-1-1-10-16,3 0-42 0</inkml:trace>
  <inkml:trace contextRef="#ctx0" brushRef="#br0" timeOffset="-96899.24">935 3369 473 0,'-1'-6'136'0,"-5"-1"7"16,3 1 82-16,0 0-5 0,2 0-25 0,-2 2-6 15,-1-3-4-15,1 1-21 0,-1 4-11 16,4 2-15-16,-4-8-20 0,1 6-18 0,3 2 0 16,0 0-26-16,0 0 0 0,0 0 6 0,0 0-9 15,0 0-4-15,7 12-16 0,-3-2 5 0,0 1-10 16,2-2 3-16,1 3-6 0,2 1-91 16,0-1 9-16,1 1 9 0,-1-1 2 0,2 0 2 15,2-1 13-15,-3-1-10 0,1 0 15 0,-1 1-4 16,0-3-4-16,1-4 6 0,-1 2 10 15,-3-2 5-15,4-1 0 0,-1-2 8 16,0-2-3-16,3-3 6 0,1-3 20 0,3-3-11 0,-1-1 1 16,5-7 12-16,0-3-7 0,7-8-8 15,-1-3-8-15,0-3 16 0,0 2-11 0,-3-5-2 16,-2 4 13-16,0 3-3 0,-8 6 62 0,3-1 10 16,-3 1-26-16,-3 1-2 0,2 4-16 15,-3 1 3-15,0-3-31 0,-2 5 23 0,-1 2-18 16,-1-2 1-16,1 4-9 0,-3-1 1 15,-1 4-1-15,4 1 9 0,-4-3-11 0,-2 4-3 16,1-1-12-16,-1 5-31 0,-1-4-64 0,-1 4-69 16,-1 1-116-16,2 3-506 0,-14 3 26 0,3 0 73 15,-6 2 62-15,-7 3 80 0</inkml:trace>
  <inkml:trace contextRef="#ctx0" brushRef="#br0" timeOffset="-96334.66">685 3684 545 0,'4'2'161'0,"6"1"-2"16,-3 3-19-16,2 0 19 0,3 3-41 16,1-1-18-16,4 1 5 0,-4 2 10 15,1-3-46-15,0 5-2 0,2-2-9 0,-1-2-1 0,1 1 4 16,-4 1 8-16,4-2-23 0,-2-1-2 16,-1 1 4-16,2-1-12 0,1-1-2 0,-2-2 9 15,-1 2 11-15,2-6 10 0,-2 4 8 0,0-5-11 16,4 0 0-16,1-6 14 0,-1 3-17 0,4-6-1 15,3-4 20-15,-1 1-8 0,1-8-8 16,1 2-7-16,8-10-8 0,-8 4 10 0,5-6 8 16,-2 1-25-16,-5 1-9 0,-3 6-4 15,-1-2-3-15,3-1 5 0,-4 2-2 0,0-1 12 16,1 3-20-16,-4-4 18 0,1 1-8 0,-2 2-10 16,-1 2 8-16,-2-1-3 0,2 0-5 0,-2 4-6 15,0-2 11-15,-1 1-10 0,-1 5 15 16,-2-3-12-16,0 1 2 0,0-1-18 0,0 2 12 15,-3 3 4-15,2 0 2 0,1 3 0 0,-6-1-8 16,5-2 8-16,-3 3-5 0,1 2-6 16,-1-3-2-16,0 3 0 0,-2 0-2 0,2 2-3 15,1 0-5-15,-4 4 10 0,0-8-13 0,3 5-25 16,-3 3-3-16,0 0-12 0,0 0-32 0,0-2-25 16,0 2-43-16,0 0-52 0,0 0-133 0,-3 17-432 15,3-13 105-15,0 2 43 0,0-6 74 16</inkml:trace>
  <inkml:trace contextRef="#ctx0" brushRef="#br0" timeOffset="-94402.33">13392 2011 545 0,'-6'9'294'0,"5"-1"-23"0,-6 3-30 15,3 3-23-15,-2 2-21 0,2 0-16 0,1 0-40 16,0-1 5-16,-1 2-8 0,0 0-25 16,-2-1-6-16,2-1-12 0,1 0-10 0,3-3 2 15,-3 1-11-15,-1-1-12 0,1-3-7 0,0 1 4 16,3-1-2-16,-5-1 10 0,5-2 8 16,-3-2 15-16,0 0-13 0,3-4-12 0,-4 5 0 15,4-5-14-15,0 0 6 0,0 0-5 0,-6-15-13 16,3 5-5-16,0-3-11 0,2-2-7 15,-2-3-2-15,3-3-1 0,-3 1 0 0,3-4-7 16,0-3 0-16,-4 0 15 0,3 0 0 0,1 2-23 16,0 4 20-16,0-1 11 0,0 4-5 15,0 2-11-15,0 0-2 0,0 4-11 0,1 2 16 0,3 0-2 16,-1 5-4-16,1 2-1 0,2 3 1 16,-6 0 9-16,16 7-8 0,-5-1-3 0,0 4 0 15,2 2-5-15,1 3-2 0,3 2 2 0,-3 4 0 16,3-2 10-16,0 2-9 0,0 1-12 15,-3 0-4-15,3 1-5 0,-4 2-49 0,1-2-26 16,-3-3-38-16,1 0-53 0,-4 0-4 16,-1-3-125-16,-1-2-304 0,-5-2-115 0,2-3 73 15,-3-2 65-15,0 1 43 0</inkml:trace>
  <inkml:trace contextRef="#ctx0" brushRef="#br0" timeOffset="-94201.85">13245 2196 847 0,'-10'-5'294'0,"7"2"-15"0,3 3-31 16,-4-3-17-16,4 3-34 0,-4-7-10 0,4 7-21 15,11-7-7-15,-5 2-31 0,4-1 2 16,5-2-9-16,1 1-27 0,5-3-22 0,0 2-23 16,-1-2-44-16,1 1-23 0,3-3-51 0,-4 1-82 15,1-3-115-15,3-1-441 0,0-3 36 0,-5 0 75 16,-4-1 51-16</inkml:trace>
  <inkml:trace contextRef="#ctx0" brushRef="#br0" timeOffset="-94001.7">13531 1652 657 0,'-6'-1'254'0,"6"1"-24"0,0 0-5 0,-7 12-15 16,4-2-5-16,0 2-87 0,3 3-11 15,0 2-15-15,-3 4 16 0,6-1-24 0,-3 7-2 0,3-2-10 16,0 1 71-16,1 1-12 0,2 5-16 15,-2-1-15-15,6 1-13 0,-3-1-10 0,0 1-18 16,2 0-1-16,2-2-50 0,-1 0-13 16,0-4-33-16,1-1-14 0,-1-3-37 0,0 0-31 15,1-5-44-15,-1-4-54 0,4-5-35 0,-4 4-385 16,0-6 19-16,1 0 48 0</inkml:trace>
  <inkml:trace contextRef="#ctx0" brushRef="#br0" timeOffset="-92884.97">13873 1963 1039 0,'0'-5'317'0,"-3"-1"-38"15,0 2-31-15,3 4-25 0,-7-2-16 16,7 2-15-16,0 0-23 0,-18 12-18 0,12-4-15 16,-4 2-11-16,0 2-89 0,2 1 3 0,-2 0-1 15,4 1-7-15,-5 2 0 0,5-2-6 0,2-2-7 16,-2 1 15-16,5-4-10 0,-2 2 8 15,0-1-5-15,3-2-11 0,0 1 8 0,3-1-8 16,0-4 8-16,-2 0-10 0,5 0-5 0,1-2 0 16,3-1 2-16,-3 1 0 0,-7-2 0 15,17 1-15-15,-9-1 3 0,4 2-11 0,-2 1-10 16,1 0 23-16,-1 4 0 0,5 3-8 0,-2 0 3 16,0 5 5-16,1 0-5 0,0 3 10 15,3 4 3-15,-1 3-16 0,-1 0 11 0,1 2-11 16,-2-1 5-16,-4 2 11 0,1 0-5 0,-4-3 2 15,-3-1-10-15,-1-2-1 0,0-2 9 16,-3 0 0-16,-3-1 4 0,-1 0-4 0,1-3 12 16,-4 0 13-16,0-3-7 0,3-1 15 0,-2-3-26 15,-7 0 3-15,5-3 2 0,-2-3 11 0,0-2-19 16,-4-2 19-16,1-2-6 0,-2-3-2 16,2-3-15-16,-1-3 5 0,1-1-6 0,3-1 19 15,-1-3-9-15,1 1-4 0,4-2 5 0,2 0-16 16,1-1-12-16,3-1 23 0,0-2-3 15,6 0-10-15,-2-2 5 0,6 0 15 0,1-2-18 16,5-2 3-16,-1 0-12 0,4 2 7 0,5-8 5 16,1 1-6-16,-4 8 6 0,1 2 0 15,-4 2-10-15,-1 2 15 0,0 0-10 0,-4 3 13 16,2 1-11-16,-2 1 1 0,-2 1-1 0,-4 2 6 16,2-1 4-16,-2 2 6 0,0 1-13 0,-3 1 0 15,-1 0-7-15,-3 2 1 0,3 0 1 0,-3 3-8 16,0 3 3-16,-3-7 0 0,3 7 2 0,0 0 11 15,0 0-13-15,-18 12 5 0,12-6 2 16,-1 1 0-16,1 2-17 0,1 0 15 16,2 2-16-16,0-2 19 0,0 2-6 0,2-1-2 0,1-1 7 15,4 0-2-15,-1 1 13 0,5-3-13 16,2 0 0-16,3-1 2 0,4-1 6 0,0-4-6 16,4 2-15-16,3-4-15 0,0-2-3 0,4 0-15 15,-2-2-16-15,1-2-10 0,-2 1-30 0,2-3-1 16,-3-3-25-16,0 2-13 0,-7-5-30 15,4 2-8-15,-5-4 7 0,-2-3-5 0,-7 1 34 16,0-3 27-16,-1-2 11 0,-1-2 41 0,-5-2-13 16,-4 1 31-16,3-2 46 0,-5-3 36 0,2 6 12 15,-2 1 8-15,-1 3 29 0,0 2-6 16,3 2-2-16,1 3-11 0,-3 4-7 0,2 3 0 16,1 2 7-16,0 4 13 0,3 2-20 0,0 0 13 15,-8 14-11-15,8-3 18 0,0 4-28 0,0 4 0 16,0 0-15-16,0 3 13 0,4 3-1 15,-1 2-12-15,1-2-8 0,2 0-3 0,-2 1 3 16,-1-1 0-16,1 0-10 0,3-1 10 0,-1 1-5 16,-2-5 15-16,2-2-22 0,-2-3-4 15,-1 0 4-15,0-2 12 0,2-2 12 0,-2-3 4 16,-3-1 2-16,3-2-3 0,-3-5-12 0,4 2-1 16,-4-2 9-16,0 0-4 0,3-16-14 0,-3 5 4 15,0-1-2-15,3-1-5 0,-3-1-3 16,4-1-2-16,-1 0 2 0,0 1-5 0,2 2-5 15,-2 1-5-15,3-2 13 0,-2 3-3 0,3 2 0 16,-1 0-5-16,5 3 5 0,-4 1 3 0,6 2-8 16,-2 2-16-16,2 1 16 0,-2 0 11 15,2 5-4-15,0 0-4 0,1 0 7 0,-4 1-2 16,1 3 2-16,-4-2 0 0,-1 1 11 0,-2 1-1 16,-1 1 8-16,-6 0 1 0,0 1 78 0,-1 1-15 15,-3 1-12-15,-3-3 7 0,0 0 2 16,0 1-15-16,-1-2-7 0,-2 0-6 0,3-2-2 15,-1-1-8-15,1-3 3 0,0 0-5 0,-1 2-29 16,4-3-22-16,-2-2-32 0,1-1-22 16,1-1-44-16,1-2-48 0,2-1-75 0,1-2-71 15,3 0-292-15,3-3-159 0,-3-1 41 0,4-2 74 16,2-4 65-16</inkml:trace>
  <inkml:trace contextRef="#ctx0" brushRef="#br0" timeOffset="-92019.45">14793 1761 688 0,'3'8'174'16,"5"0"-23"-16,-2 4 3 0,1 1-19 0,0 2-4 15,0 0-26-15,0 4 7 0,3 0-9 0,-3-1-6 16,0 2-12-16,0-1 73 0,-1-1-22 0,-2 0-13 16,2-1-26-16,-2-1 0 0,0-1-7 15,-1-1 2-15,0-3 3 0,-2-1 15 0,2-1 23 16,-3-1-51-16,3-2-21 0,-3-2 3 0,0-4 0 15,-3 5-15-15,3-5-3 0,0 0-13 0,0 0 6 16,-14-15-1-16,10 5 1 0,-2-2-9 16,-1-2-7-16,0-2-2 0,-3 1-6 0,6-3 8 15,-2 1-2-15,5 1-9 0,-2-2 4 16,0 4-9-16,6-3 11 0,-3 1-7 0,4 0-6 16,2 0 8-16,5 1-21 0,-1-1 8 0,6 1-13 15,-1 1 0-15,6 1-17 0,-2 1 17 0,6 1-31 16,-1 1 1-16,3 1-19 0,-3 1 9 15,3 0-9-15,1 1-22 0,2 0 9 0,-3 2-1 16,-2 1 9-16,-1-1 6 0,-4 2 4 0,0-1 11 16,-2 0 26-16,-5 2 15 0,0-1 23 15,-2 1-3-15,-1 1 8 0,-3-2 10 0,-7 3-7 0,11-1 2 16,-11 1 18-16,0 0-28 0,3 5-3 16,-3-5 19-16,-10 15 1 0,6-6-1 0,-6 3-9 15,3 2 3-15,-7 3 1 0,4 0-11 0,-3 1 10 16,2 1-10-16,-2 0 0 0,6 1 2 15,-4 0 3-15,2-1-5 0,5-1-5 0,1-1-6 16,0-1-7-16,3 1 8 0,0-3 2 0,3 3-10 16,0-5 3-16,4 1-8 0,-1-5 0 0,1 1 2 15,1-4-7-15,2 0 7 0,0-1 3 16,0-3-5-16,0-1-5 0,3-3 10 0,-2-3-3 16,-1-1 1-16,1-2 4 0,2-4 9 0,-3 0-4 15,1-4-14-15,-4-5 12 0,0 0-8 16,-1 0-2-16,1-1 0 0,0 0 13 0,-3 4-1 15,-1 2 14-15,0 1 4 0,-3 2-4 0,4 3-11 16,-4 0-18-16,3 4 21 0,0 2-10 0,-3 5 4 16,0-2 9-16,0 2 2 0,0 0-18 0,4 13 2 15,-4-6 9-15,4 4-6 0,-1 0 0 0,0 1 8 16,-2 3-8-16,5 0-5 0,-3 1 0 16,4 0 2-16,-3 0-7 0,3-1-8 0,0-1-15 15,2 0-8-15,-2 0-23 0,1-1-7 0,2-3-21 16,0-2-5-16,4-1-8 0,-4-2-8 15,4-1-9-15,-4-3-14 0,3-1 21 0,-2-4 5 16,2-2-10-16,-3-2 13 0,1-2-9 0,-4-4-19 16,3 0 30-16,-2-5 41 0,-2-2-7 15,1-1 40-15,-4 1 34 0,0 2 25 0,1 2 36 16,-1 0 21-16,1 4-11 0,-1 1 0 0,-3 1-25 16,1 4-3-16,2 2 18 0,-3 2-7 15,0 3 4-15,0 0 4 0,0 0-22 0,6 18 11 16,-5-8 0-16,2 2-13 0,0 4 10 0,0 1-2 15,1 0-16-15,0 3 6 0,2 3-11 0,-2-2-20 16,2 1-13-16,1 2-31 0,1-4-43 0,-2 0-10 16,1 0-49-16,0-4-111 0,3 0-239 15,-6-4-168-15,2-2 22 0,1-2 55 0</inkml:trace>
  <inkml:trace contextRef="#ctx0" brushRef="#br0" timeOffset="-91635.79">16021 1619 1069 0,'0'0'331'0,"-17"9"-34"16,9-1-36-16,-5 2-18 0,3 2-13 0,-4 3-22 16,1 3-24-16,-2 1-13 0,5 1-17 0,0 0-21 15,-1 0-15-15,-1-2-8 0,5 2-8 0,3 0 3 16,-3-2-10-16,4-1-6 0,3 1-22 15,0-4-6-15,0 1-4 0,3-4-1 0,4 4-5 16,0-5-7-16,3 2-21 0,0-4-21 0,7-1-17 16,1-2-34-16,2 0-43 0,-2-3-97 15,5-1-274-15,-3-2-344 0,4-1 60 0,-3-6 84 16,-1-3 66-16,-5-2 55 0</inkml:trace>
  <inkml:trace contextRef="#ctx0" brushRef="#br0" timeOffset="-91210.59">16485 1605 888 0,'4'23'248'0,"3"0"-13"0,-4-3-22 15,1 0-24-15,2-1-22 0,-2 2-29 16,5 0 3-16,-4 0-34 0,2 1-43 0,-1-1-20 16,1-1-19-16,0-3-27 0,-3-1-31 0,2 0-3 15,1-5 18-15,-4 1-26 0,1-3 19 16,-1-3-16-16,1-1-5 0,-4 0-21 0,0-5 13 16,0 0-2-16,0 0 23 0,-11-13-16 0,5 4 0 15,-1-6 14-15,-4-5-6 0,1-6 36 0,-3-1 12 16,2-1 37-16,-2 0 30 0,3-1 21 15,-1 1 7-15,1-1 16 0,3 5 12 0,-3-1-7 16,3 0-5-16,3 1-5 0,-2 2 56 0,3 5-18 16,-1-2-8-16,0 2-13 0,4 1-4 15,0 1-6-15,0 1-28 0,0 1-12 0,7-1 2 16,-3-1-18-16,3 5-11 0,3-1-17 0,1 0-23 16,2 3-28-16,1 2-65 0,-4 2-27 0,3 0-85 15,1 0-174-15,0 4-441 0,0 3 101 16,-1 0 53-16,-6-1 57 0</inkml:trace>
  <inkml:trace contextRef="#ctx0" brushRef="#br0" timeOffset="-91018.54">16567 1671 962 0,'0'0'328'0,"0"0"-49"0,0 0-36 16,0 0-18-16,0 0-28 0,0 0-25 0,0 0-6 15,21-11-20-15,-14 4-28 0,6 2-39 0,1-1-46 16,0 2-38-16,3-3-64 0,0 2-69 0,1 0-93 16,2 1-193-16,-3 1-239 0,-3 2 41 0,-1-1 71 15</inkml:trace>
  <inkml:trace contextRef="#ctx0" brushRef="#br0" timeOffset="-90552.77">16602 1906 852 0,'-4'4'287'0,"4"-4"-26"16,-3 3-18-16,3-3-10 0,-3 4-16 0,3-4-12 15,0 0 0-15,0 0-82 0,0 0-3 16,0 0-18-16,0 0-7 0,24-7-18 0,-11 0-16 0,5 0-25 16,1-1-20-16,2-2-37 0,3 1-7 15,0-5-28-15,6 1-1 0,-5-1-22 0,2 0 0 16,0-2-26-16,-2 1 10 0,-5-2 5 0,4 1-20 15,-7-1 31-15,-3 0-23 0,0-1 38 16,-4 2 28-16,-1 3 64 0,-5-1 31 0,-1 1 7 16,1 3-9-16,-4 3 14 0,-4-1 1 0,1 4-8 15,-4-1 5-15,1 3-2 0,-1 1 2 16,7 1 2-16,-24 3-14 0,14 2-9 0,-7 2 9 16,6 0-14-16,-3 2 3 0,1 0-7 0,3 1 14 15,-1-1-24-15,5 2 4 0,-1-3-2 0,4 1-8 16,-2 0 7-16,2-2-19 0,3-1 12 0,3 1 0 15,1 0-5-15,0 0 10 0,3 0-28 16,-1 1 23-16,5-1-5 0,-1 2-3 0,0 1-15 16,1 2 13-16,2-2 5 0,-3 3-11 0,4 2 1 15,-1 1 2-15,1 0 6 0,-4 3-1 0,1 0-12 16,3 1 20-16,-1-1-11 0,-2 1 1 16,-1 1-13-16,0-1 13 0,-1 1-10 0,2 1 4 15,-4 0-2-15,0 0-2 0,1 0 2 0,-2-1-15 16,1-1-41-16,2 1-21 0,-5-3-87 15,3-3-140-15,-3 1-90 0,2-4-320 0,-2-4 33 16,2-5 72-16,-2-1 64 0</inkml:trace>
  <inkml:trace contextRef="#ctx0" brushRef="#br0" timeOffset="-90169.25">17063 1307 965 0,'4'18'309'0,"-1"-11"-30"0,-3 2-25 0,0 2-24 15,3 0-15-15,-3 1-23 0,3 1-20 0,-3-3-24 16,0 2-7-16,0-2-11 0,0 0-15 0,0-2-15 16,2 0 3-16,-2-1-9 0,3 0 27 15,-3-1-68-15,0-1-19 0,0-5 12 0,0 0 13 16,0 0-21-16,0 0 8 0,0 0-7 0,3-15-1 15,-3 3-12-15,3-2 40 0,-3-3 13 16,4-2-15-16,-1-2-10 0,0 1 0 0,1-2-5 16,-1 1-1-16,4 3 6 0,-6 3-21 0,5 1 21 15,-3 2-21-15,1 3-10 0,2 3 0 16,1 2-5-16,1 3 8 0,-8 1 5 0,16 5-11 16,-5 1-12-16,-1 5 17 0,6 5-9 0,-4 0-9 15,4 6-4-15,-2 3 5 0,-1 3-3 0,2 1-18 16,-2 12-18-16,-3-4-40 0,-2-2-27 15,-2 2-81-15,-3 1-115 0,-6 2-543 0,-4 9 36 16,-7-2 104-16,-3-8 73 0,-10-3 61 0,-10-4 51 16</inkml:trace>
  <inkml:trace contextRef="#ctx0" brushRef="#br0" timeOffset="-89668.66">13467 2977 842 0,'11'-6'338'15,"2"1"-24"-15,4-1-94 0,6-4 3 0,5-2 28 16,20-1-10-16,0-4-31 0,7 1-11 0,9-1 9 16,15-6-29-16,7 0 2 0,6-2-27 15,4-1-6-15,3-1-14 0,7-3-27 0,31-8 8 16,3-3-28-16,7-1 5 0,0-4 1 0,7 0-19 15,3 1-13-15,0-2 1 0,7 4 2 16,0 3-11-16,-7 1-1 0,-6 5-17 0,3 0-6 16,-3 3-1-16,-29 7 0 0,-2 3 10 0,-7-2-12 15,0 1 0-15,-11 0-21 0,-3 0 10 16,-10 2-2-16,-4 0-8 0,-20 5 8 0,-6 0-11 16,-8 1 14-16,-10 3-6 0,-7 1 0 0,-6 2 3 15,-1 2-3-15,-6-1 3 0,-2 0-8 0,-1 2-2 16,-8 2-1-16,0-1-76 0,-2 1-54 15,-5 3-41-15,-3 0-97 0,0 0-443 0,0 0-144 16,-28 7 114-16,8-4 68 0,-8 2 67 0,-12 0 66 16</inkml:trace>
  <inkml:trace contextRef="#ctx0" brushRef="#br0" timeOffset="-88036.55">21715 16367 670 0,'0'0'233'0,"0"0"-10"15,-3 16-29-15,3-7-9 0,4 5 17 16,-4 3-31-16,6 1-17 0,-3 1-34 0,2 4 1 16,1 0-14-16,-2 2-5 0,3 2 6 0,-1-4-24 15,1 4-9-15,-3 3-4 0,3-2-14 16,-4-2-4-16,3-1-17 0,-2-1-5 0,-4-3-31 15,3-2 2-15,1-1-2 0,-3-1-2 0,-1-3-3 16,0-3 35-16,3-3-35 0,-6-2-7 16,3-3-4-16,0-3 1 0,0 0-13 0,0 0-8 15,-18-18 8-15,11 4 10 0,0-6 15 0,-6-6-4 16,3-5-9-16,-1-1 9 0,4 1 12 0,-3-1 10 16,3 1 13-16,0 0 21 0,0 6 7 0,1 3-2 15,2 3 2-15,1 1-17 0,0 5-4 16,2 1 9-16,1 3-3 0,0 5-8 0,1 0-15 15,-1 4 20-15,0 0-20 0,16 8 0 0,-9-1 10 16,7 4 3-16,-4 5-18 0,4-1-8 16,0 3 5-16,0-3 3 0,2 3 5 0,-2 0-13 15,-1-2 3-15,-2 2 7 0,3-4-10 16,-4-2-2-16,0-1 7 0,0-1 0 0,-3-3 1 16,3-1-9-16,-2-4 6 0,-2 0-6 0,-6-2-2 15,17-7 18-15,-9 0-15 0,2-4 2 0,-4-3-2 16,4-7-14-16,-3-3 6 0,-3-6-18 0,2-4-5 15,-2-2 15-15,-4-3 6 0,3 1-6 16,0-3 2-16,-2 2 11 0,2 3-5 0,1 2 0 16,-4 4 23-16,3 4-8 0,0 2 1 0,-2 6 1 15,2 2-14-15,0 2 12 0,1 5-5 16,-1 4 8-16,4 1 2 0,0 4 19 0,-7 0-11 16,17 15-21-16,-6-3 26 0,-1 4-20 0,3 10 23 15,1 2-11-15,-1 3-12 0,1 12 7 16,0 1 1-16,0-1-6 0,-1 1 3 0,0-2-3 15,1-4-13-15,0 3-7 0,0 1-23 0,-1-5-31 16,1 5-28-16,-3-8-77 0,-2-5-161 0,6-2-433 16,-2-2 67-16,1-6 56 0,-4-4 77 0</inkml:trace>
  <inkml:trace contextRef="#ctx0" brushRef="#br0" timeOffset="-87636.24">22574 16423 813 0,'-3'-8'374'0,"-1"1"-26"15,-2 4-48-15,1 0-24 0,-1 2-25 0,6 1-31 16,0 0-15-16,-17 12-26 0,6-2-5 0,4 3-20 16,-2 2-19-16,-2 1-12 0,1 4-15 15,3 1-8-15,-3 2-3 0,3-2-18 0,3 1 1 16,1 2-19-16,0-5-5 0,0 1-4 15,6-1-24-15,-3-2-5 0,3 0-16 0,4-2-1 16,0-3-12-16,0 0-1 0,3-6 7 0,0-1-21 16,4-3-4-16,-4-3-3 0,4-3 7 0,0-3 3 15,0-2 5-15,-1-4 3 0,0 0 0 16,-2-1 7-16,-1 3 29 0,-3-3-3 0,4 4 18 0,-5 1-15 16,0 1-3-16,-2 2-3 0,2-1 3 15,-1 3-10-15,-2 2 2 0,-3 2 3 0,0 0 0 16,0 0-3-16,17 7-2 0,-14 0-10 15,4 0 4-15,-3 3-12 0,3 3-7 0,2-2-17 16,-5 0-42-16,4 3-32 0,3-3-48 0,-6 1-107 16,5-1-203-16,1 1-338 0,-1-6 83 15,0 1 66-15,0-4 68 0,-3-3 58 0</inkml:trace>
  <inkml:trace contextRef="#ctx0" brushRef="#br0" timeOffset="-87436.22">22872 16145 668 0,'3'11'291'16,"3"6"-32"-16,-2 2-29 0,3 4-17 0,5 4-19 16,-4 4-17-16,2 0-16 0,1 1-28 0,2 12-7 15,5-1-47-15,-8-6-41 0,0-6-48 0,1 1-67 16,-2 1-97-16,-2-1-204 0,-3 0-288 0,-1-10 90 15,-3-4 44-15</inkml:trace>
  <inkml:trace contextRef="#ctx0" brushRef="#br0" timeOffset="-86981.71">22748 16502 903 0,'-3'-12'248'0,"7"2"-30"0,-1 0-13 0,3 0-18 16,4-1-29-16,1 2-9 0,2-1-8 0,5-3-24 15,2 4-12-15,4 0-13 0,3 2 3 0,-2 0-16 16,2 1 6-16,4 1-16 0,-4 4-8 16,0 1-12-16,3 0 2 0,-2 4-20 0,0 2 7 15,5 3 3-15,-2 3-20 0,-3 1 25 0,2 1-21 16,-2 3-1-16,-4 1-4 0,0-1 11 16,-7-2 2-16,1 0-18 0,-5 2-2 0,1-2 8 15,-4-2-9-15,-3 0 4 0,-1-1-3 0,1 0-8 16,-6-2 5-16,-1-2 0 0,0 0-2 0,0-2 7 15,-1 0-2-15,-6-2 10 0,7-4-8 16,-7 3-20-16,7-3-8 0,-13-7-7 0,5-2-3 16,-1-3-8-16,-1-5 3 0,0-5-10 0,5-2 4 15,-4-1-7-15,5 0 8 0,1-1 8 16,0 1 4-16,3 0-7 0,0 0 0 0,3 0 23 16,0 3 15-16,1 1 3 0,2 3 5 15,-2 2-6-15,3 1 6 0,3 1 8 0,-3 3-6 16,4 3 70-16,2 0-18 0,0 3-11 0,1 1 6 15,0 4 4-15,0 2-7 0,2 3-5 0,2 2-20 16,1 3 7-16,-1 2 2 0,0 2-14 0,-2 3 7 16,2 0-13-16,-2 4-3 0,-1 3 3 15,-2-1-2-15,-2 2-18 0,-1-3-16 0,0 0-33 16,-4 0-31-16,2 0-53 0,-5-2-144 0,1-1-552 16,-1-2 96-16,-3-3 55 0,0-4 68 15,0-3 72-15</inkml:trace>
  <inkml:trace contextRef="#ctx0" brushRef="#br0" timeOffset="-86602.74">23897 16142 959 0,'13'13'285'0,"5"-1"-40"16,-5 4-30-16,4-3-7 0,0 3-22 0,4 3-14 16,0 1-21-16,3 2-18 0,7 7-15 15,-8-2-29-15,8 2-25 0,-8-2-12 0,-5-4-65 16,2 0-49-16,1 1-91 0,-1-6-142 0,-3 4-393 16,-2-7 74-16,-2-2 27 0</inkml:trace>
  <inkml:trace contextRef="#ctx0" brushRef="#br0" timeOffset="-86418.62">24171 16101 660 0,'-7'9'338'0,"-1"1"-23"0,-2 3-29 0,0 8-37 16,-7 1-34-16,4 7-11 0,-8 12-22 0,0 0-33 15,4 3-39-15,-4 1-67 0,-1 2-99 16,-3 0-149-16,7 0-519 0,-5-1 89 0,1-3 64 16,-4 0 59-16</inkml:trace>
  <inkml:trace contextRef="#ctx0" brushRef="#br0" timeOffset="-85752.74">24648 15823 709 0,'0'0'314'15,"0"0"-27"-15,0 0-39 0,8 22-20 16,-5-11-18-16,1 3-13 0,2 3-7 0,1 2-29 15,0 4-79-15,0-1-16 0,0 3-4 0,0 0-19 16,-1 5-9-16,2-6-29 0,2 4-28 0,-4-5-11 16,1 2-48-16,0-1-81 0,0-3-40 15,-2-2-91-15,-3-2-364 0,1-5 52 0,0 0 58 16</inkml:trace>
  <inkml:trace contextRef="#ctx0" brushRef="#br0" timeOffset="-85569.23">24533 15815 888 0,'3'-11'294'0,"1"-2"-17"0,2 2-27 15,1 1-32-15,0-4-21 0,7 3 0 0,-1-3-43 16,8-1 10-16,-1 5-39 0,1-1-15 0,3-1 0 16,-3 5-28-16,3-3-36 0,-4 9-43 0,2-2-67 15,-7 3-87-15,3 3-226 0,-1-2-321 0,-4 7 47 16,3-1 63-16,-6 0 50 0</inkml:trace>
  <inkml:trace contextRef="#ctx0" brushRef="#br0" timeOffset="-85386.03">24724 16148 862 0,'-3'6'282'0,"3"-6"-16"0,0 0-33 15,10 2-64-15,-10-2-26 0,13 0-17 16,-13 0-4-16,24-2-24 0,-13-1-27 0,3 1-17 16,-1 1-36-16,1 1-46 0,-1 0-69 0,3 0-95 15,-8 0-221-15,6 3-234 0,-4-3 84 16</inkml:trace>
  <inkml:trace contextRef="#ctx0" brushRef="#br0" timeOffset="-85202.63">24789 16361 711 0,'0'0'182'16,"-6"5"0"-16,6-5-13 0,0 0-18 15,0 0-3-15,0 0-20 0,10 4 74 0,-10-4-7 16,17-3-26-16,-7 1-11 0,3-1-30 16,4-1-10-16,0 1-33 0,1-1-39 0,2-1-36 15,-3 0-31-15,7 0-78 0,0-2-63 0,-4 1-137 16,8-2-259-16,-4-1-28 0,3 1 12 0</inkml:trace>
  <inkml:trace contextRef="#ctx0" brushRef="#br0" timeOffset="-84869.94">25377 15942 696 0,'-3'-5'315'0,"2"1"-31"16,-5 2-39-16,6 2-17 0,-11-1-84 0,11 1-9 15,-16 6-7-15,5-1-13 0,1 3-7 0,0 3-11 16,-4 2 67-16,4-1-18 0,0 1-21 15,-1 5-4-15,1-1-24 0,6-1 10 0,-2 2-14 16,3-2-14-16,3-1-10 0,0-1-8 16,6 0-20-16,1 1-10 0,0-2-3 0,4-2-12 15,1-3-11-15,-1-1 5 0,3-2-7 0,-1-2-1 16,1 0 3-16,-1-2-5 0,-2-1 3 16,2 0-13-16,-3 0 17 0,1 0 3 0,-11 0 1 15,14 0-6-15,-6 0-5 0,-3 3 5 0,3 0 8 16,-2 1 12-16,-2 2-9 0,2 3 12 15,-2 1-3-15,3 4-7 0,0 1-5 0,-1 5 8 0,1 2 4 16,0 0-2-16,0 0-23 0,0 1 16 16,1 0-24-16,-3 1 8 0,6 0-26 0,-4-4-15 15,2 3-43-15,-2-4-57 0,1-2-64 0,-2-2-278 16,1-3-249-16,3-3 48 0,-2-4 67 16,-2-3 52-16</inkml:trace>
  <inkml:trace contextRef="#ctx0" brushRef="#br0" timeOffset="-84502.93">25657 15579 696 0,'4'9'225'15,"-1"4"-15"-15,-3-1-21 0,3 1-17 0,1 2-16 16,-3 0-10-16,2 0-13 0,0-3-20 0,0 3-14 15,-1-5 1-15,-2 2-13 0,1-2 11 0,-1-3-1 16,0-3 5-16,0 3-12 0,0-7-11 16,0 0-7-16,0 0-16 0,0 0 8 0,-12-17-15 15,7 2 2-15,-1-2-8 0,5-1 6 0,-5-7-3 16,3 0-5-16,2 0-10 0,1 5 12 16,0-3 73-16,0 5-14 0,0-1 5 0,1 5-17 15,2 3-11-15,4 1-2 0,-1 5-10 0,5 2-3 16,-4 3-5-16,6 5-8 0,4 5-8 15,1 0-9-15,-1 6 9 0,3 5 3 0,0 0-15 16,7 14 5-16,-2 0-24 0,-1 2-14 0,-7-6-26 16,6 6-34-16,-5 3-58 0,-8-8-108 0,0 0-325 15,-3-4-273-15,-6-3 106 0,-9 0 75 16,1-3 59-16,-6-4 54 0</inkml:trace>
  <inkml:trace contextRef="#ctx0" brushRef="#br0" timeOffset="-84002.67">22584 17405 755 0,'24'-7'233'0,"3"4"-31"0,1-2-18 16,2-2-7-16,8 0-11 0,23-4-15 0,1-2 13 15,3-2-21-15,17-6 67 0,7-4-5 0,4-4-100 16,6-2 7-16,3-4-4 0,29-9 7 16,-2 2-18-16,4-1 3 0,0 0 54 0,4 2-93 15,3 0 6-15,0 7-11 0,-26 7 3 0,1 6-10 16,1-2 12-16,-2 3-23 0,-2 5 3 15,-5 0-25-15,-9 4-6 0,-2 2 0 0,-23 3-15 16,-6 0-13-16,-8 0-7 0,-15 3-16 0,-10-1-11 16,-4 2-14-16,-8 0-31 0,-6 1-13 0,-5 1-62 15,-5 0-58-15,-6 0-292 0,0 0-195 16,-20 5 95-16,3-1 23 0,-10-1 64 0</inkml:trace>
  <inkml:trace contextRef="#ctx0" brushRef="#br0" timeOffset="-83652.55">23254 17552 734 0,'0'0'343'0,"0"0"-31"0,31-13-10 0,-7 5-28 15,7-5-100-15,19-7-7 0,8-2-26 0,18-6 2 16,7-4-15-16,8-1 8 0,9-2-19 0,30-11 6 16,6-1-31-16,8-2-2 0,0 1-13 15,2 2-3-15,1 0-10 0,4 3 56 0,2-1 1 16,-2 5-19-16,-4 3-5 0,-30 11-2 16,-2 1-18-16,-5 4-11 0,-4 2-12 0,-6 2-16 15,-5 5-12-15,-6 0 2 0,-24 3-20 0,-3 0-18 16,-18 3-1-16,-7 2-17 0,-6 0-46 0,-10 0-11 15,1 2-25-15,-7 1-2 0,-4-2-21 0,-5 4-93 16,-6-2-390-16,2 3-155 0,-2-3 93 16,-16 5 86-16,3-5 34 0</inkml:trace>
  <inkml:trace contextRef="#ctx0" brushRef="#br0" timeOffset="-57238.27">26527 9688 1000 0,'0'0'279'16,"0"0"-20"-16,0 0-19 0,0 0-25 0,0 0-20 16,0 0-21-16,0 0-15 0,0 0-11 15,0 0 1-15,6-13-32 0,-6 13 68 0,7-7-4 16,-1 7-22-16,1-3-26 0,-1-1-7 0,2 1-1 15,2-4-17-15,0 7-6 0,1-4-17 16,2 0-1-16,-3 1-15 0,4-2 5 0,-4 3-7 16,4-3-6-16,-4 3-30 0,3 0-21 0,-2-4-17 15,-1 6-32-15,0-3-45 0,-2-1-65 0,-1 4-32 16,2-1-91-16,-5 1-265 0,-4 0-275 0,11 3 98 16,-8 0 51-16,0-1 67 0</inkml:trace>
  <inkml:trace contextRef="#ctx0" brushRef="#br0" timeOffset="-56955.67">26639 9813 988 0,'0'0'307'16,"-1"6"-51"-16,1-6-3 0,0 0-15 0,0 0-18 0,1 7 3 15,-1-7-52-15,9 0-17 0,-1 2 0 16,-1 1-6-16,2-3-28 0,-9 0-12 0,18 2 10 15,-11-2-16-15,3 0-10 0,4 0-12 0,-4 0-1 16,0-1-13-16,0 1-4 0,-10 0-16 0,17 0 5 16,-10 0-7-16,2-1-11 0,-9 1-7 0,12 0 2 15,-12 0 2-15,10-3-17 0,-10 3-23 16,10 3-26-16,-10-3-33 0,0 0-3 0,0 0-33 16,0 0-43-16,0 0-6 0,-17 9-50 0,7-6-65 15,0 1-264-15,-1 0-176 0,1 2 39 16,-4-2 71-16,-2 3 59 0</inkml:trace>
  <inkml:trace contextRef="#ctx0" brushRef="#br0" timeOffset="-51656.53">27196 7766 678 0,'0'0'310'0,"0"0"-34"0,0 0-25 0,0 0-18 16,0 0-26-16,0 0-20 0,0 0-18 0,9-9-21 15,-9 9-9-15,13-4-22 0,-8 1-9 16,5 2-11-16,1-4-2 0,2 4-3 0,-3-2-18 16,7-1-12-16,-6 1-9 0,3 2 6 0,2-3-31 15,-2 2-40-15,-2 1-11 0,-1 0-31 16,-3-2-36-16,2 3-63 0,-3-2 25 0,-7 2-34 15,10 2-60-15,-10-2-116 0,0 0-218 0,0 0 75 16,0 0 5-16,-17 10 133 0,7-9 277 0,1 0 71 16,-3 2 30-16,-1-3 45 0,-1 4 38 0,1-1 12 15,-1-3 13-15,4 1-7 0,-1 1-3 16,-1 1-15-16,1-2 7 0,1-1 8 0,2 1 1 16,1 1 4-16,0 1-10 0,-2-1-8 15,9-2-12-15,-11 3-21 0,4 2 2 0,1-3 1 16,2 1-77-16,-3 2-6 0,5 1 11 0,-3-2 5 15,-1 3-2-15,2 0 2 0,1 1 84 0,0 2 6 16,2-2-24-16,-3 2 16 0,1 4-10 16,3-3 10-16,0 3-79 0,0 1 4 0,0-2-1 15,0 5 4-15,3-3 3 0,-3 7 2 0,0-4-12 16,5 6 4-16,-2 1 11 0,-3 0-5 0,6 0 5 16,-5 1 0-16,2 4-3 0,0 0 1 15,2 3-3-15,-3-1-6 0,1 3 1 0,3-2 2 16,-4 1-12-16,4 0 7 0,-2-2-2 15,-1 6-3-15,0-2-5 0,1-4 23 0,3 3-21 16,-2 1 3-16,-3 1 8 0,4-2-11 0,-2-2 8 16,-1 3-2-16,5 2 5 0,-2-3-16 15,-2-1 6-15,2 3-1 0,-1 0-2 0,0-4-5 16,3 2-11-16,-2 1 16 0,-2-5-23 0,2 3 23 16,4-2 10-16,-2 2-7 0,0 0-3 0,-3-2-11 15,2 0 16-15,0 0-5 0,3 1-13 0,-3 0 13 16,1-4 0-16,1 3 0 0,-2-1-5 0,3-3-8 15,0 3 3-15,-1-5 7 0,-1 5-2 16,-1-3 7-16,1 2-15 0,3-2 11 0,-6-2-21 16,5 5 15-16,-2-5 3 0,1 6-18 0,-5-7 12 15,4 0 24-15,-2 0-21 0,0 0 11 16,-2 0-3-16,-1 1-8 0,4-2 5 0,-4 2-7 16,2-1-3-16,1 2 5 0,0 5-2 0,-2-7-5 15,2 0-3-15,-2 1 5 0,3 2 0 16,-3 1 2-16,3 2 6 0,-1-5-5 0,0-1-3 15,-2 0-2-15,3 0-6 0,-3 1 8 0,3-1 5 16,-1 2-2-16,-2 0-11 0,3-2-9 0,0 0 9 16,-1 0 3-16,1-2 69 0,0 0-15 15,0 1-3-15,0 0 11 0,1 0-19 0,-3-4 3 16,3 5-2-16,-2-2-8 0,1-4-3 0,-1 3 0 16,-2-3-2-16,5 4-11 0,-4-5 6 0,0 0-77 15,0 3 5-15,2-1 17 0,0 3 19 0,-3-4-13 16,5 2 0-16,-5 0 28 0,4 0-18 15,-2-1-2-15,1 3-5 0,-1-4 9 0,1 6-1 16,4-4-4-16,-2 0 3 0,-2 0-7 0,0-2 25 16,1 4-2-16,-2-3 12 0,1 2-5 0,1-1-15 15,-3 3 21-15,3-3-29 0,-2-1 15 16,-2 3-15-16,5-4-15 0,-1 3 10 0,-2-2 6 16,-2 3 9-16,3-5-17 0,-1 4-3 0,2-5 12 15,-2 3 4-15,1 1 12 0,-1-4-13 16,-2 0 11-16,4 0-6 0,-2-1 13 0,-2 0 11 15,2 1-21-15,1-5 13 0,0 5-8 0,-3-2-3 16,2 0 3-16,1 1 11 0,-1-4-11 0,-2 2-5 16,5-3 13-16,-4 3-8 0,2-3 0 0,3-1-5 15,0 2 2-15,0-2 4 0,3 0-4 0,-5-2 1 16,2 2-6-16,0-3-7 0,1 0 10 16,2-2 13-16,2-2-11 0,1 4 3 0,-2-5-5 15,3 3-7-15,-3-4-6 0,6 2 3 0,0-3-3 16,1 0-10-16,-1-3 0 0,1 2-23 0,5-3 18 15,-3 3-26-15,3-5 13 0,-2 4-28 16,-3 1-39-16,3-2-99 0,-7-1-59 0,4 3-592 16,-1-2 93-16,-3-1 38 0,-3 4 64 0,1-4 72 15</inkml:trace>
  <inkml:trace contextRef="#ctx0" brushRef="#br0" timeOffset="-49940.71">23952 8758 552 0,'0'0'85'0,"0"0"-252"0</inkml:trace>
  <inkml:trace contextRef="#ctx0" brushRef="#br0" timeOffset="-48323.92">27486 8266 726 0,'4'-8'292'0,"2"0"-33"15,-2 1-16-15,3-1-25 0,-1-1-29 0,2 2-15 16,1 3 0-16,0-3-23 0,-1 0-15 16,3 5-26-16,-1-4 5 0,0 6-15 0,-2-2-11 15,2 2-14-15,-10 0-1 0,22 2-8 0,-14 4 4 16,-1-4-9-16,0 5 3 0,0 3-15 15,-3-3 2-15,-1 3 18 0,0-2-10 0,-3 5-5 16,0-1-11-16,-3-4 1 0,0 3-6 0,3 1-7 16,-4-3 10-16,1 1-11 0,-1-3-9 15,3 1-3-15,-2-1-16 0,0-3-20 0,3 2-20 16,-3-5-44-16,3-1-15 0,0 0-52 0,0 0 1 16,0 0-11-16,3-11 0 0,0-1-25 15,-3 2 20-15,4-8 13 0,0 1 13 0,-1-5 41 16,1 1 20-16,2-4 34 0,-3 3 27 0,1-3 44 15,-1 1 39-15,0 6 15 0,0 0 25 0,-2 3-4 16,0-2 12-16,-1 2 18 0,0 4-5 0,0 1-23 16,3-2-59-16,-3 5-5 0,0 1 2 15,-3-2-7-15,3 2 3 0,0 6 17 0,0 0-23 16,0 0 6-16,0 0-6 0,-8 17 10 0,5-7-12 16,1 5-5-16,0-1-1 0,-1 3 21 15,0 0-20-15,0 0 7 0,3 1-7 0,0 2-6 16,3 2 11-16,-3-4-3 0,3 2-7 0,2-1-8 15,-3-1 12-15,4-3-7 0,2 2-10 16,-1-5 5-16,3 1 4 0,2-3-11 0,-1-2-12 16,0-1-1-16,0-4-9 0,2 0-9 0,1-8-6 15,-1 4-12-15,4-6 14 0,-3-1 6 0,-1-1 3 16,-2-1-6-16,2 0 11 0,-2-3 5 0,-1 3 7 16,-3 2 19-16,2 1-4 0,-1-3 11 15,-1 3-7-15,-4-1 2 0,1 5-13 0,2-2 10 16,-3 2-7-16,-3 3 5 0,0 0-3 0,0 0 10 15,0 0-12-15,11 9 12 0,-11-4-12 16,0 5 5-16,0-4 5 0,2 6 5 0,-1-3-15 16,-1 2-3-16,1 2 2 0,2-2-4 0,-3-1 0 15,6 2 9-15,-2-2-4 0,3-2-8 16,-3 2 0-16,3-4 3 0,2-4 7 0,-2 5-5 16,4-7-10-16,-1 2 18 0,0-4-11 0,4 0 3 15,-1-4 8-15,-2-1 0 0,2-4-26 0,-3-2 10 16,-2 0 9-16,-1-2-4 0,-1-2-2 0,-2-6 3 15,-4 5 4-15,3 0 6 0,-6-4-13 16,3 4 3-16,-1 1 2 0,-5 0 5 0,3 1-2 16,-4 1 5-16,2 4 7 0,-4-3-5 0,-1 4-7 15,3 3 13-15,-4 0-6 0,1 4-7 0,-3 3 2 16,2 0-38-16,1 2-21 0,-4 3-23 16,4-2-25-16,3 4-33 0,-2-1-39 0,1-1-36 15,3 2-107-15,-3 1-121 0,8-1-281 0,3-4 36 16,0 4 76-16,-3-7 64 0</inkml:trace>
  <inkml:trace contextRef="#ctx0" brushRef="#br0" timeOffset="-48106.74">28251 7941 744 0,'0'0'328'0,"0"0"-23"0,0 0-19 16,4 10-14-16,0-1-98 0,-1 0-8 0,-2 5-17 15,5 2 12-15,-3 1-31 0,1 0-9 0,2 6-14 16,-2-3-4-16,6 4-16 0,-6 1-6 0,3 0-6 16,-1 0-14-16,1 0-17 0,2-1-29 15,-4 1-33-15,2 0-38 0,-1-3-31 0,5 0-85 16,-4-3-102-16,3-3-460 0,1-1 66 0,-5-7 56 16,1-1 62-16</inkml:trace>
  <inkml:trace contextRef="#ctx0" brushRef="#br0" timeOffset="-47657.5">28488 7794 913 0,'0'0'348'0,"0"0"-40"0,0 0-22 0,0 16-27 15,3-7-21-15,-3 5-97 0,5-1-8 16,-3 2-18-16,1 5-2 0,4 0-19 0,-3 0-7 15,6 2-7-15,-3-5-9 0,6 1 6 16,-2-2-13-16,-1 1-8 0,4-2-2 0,-1-1 2 16,5-4-4-16,-5-2-11 0,4 0-11 0,-4-5 4 15,-1 2-11-15,1-8 12 0,1 0-9 16,-1 1-8-16,-3-7-5 0,4-4-8 0,-7 2 21 16,3-7-3-16,-3-3-11 0,-6 1 6 0,-1-8-15 15,0 1 15-15,-1 1-5 0,-9-6 4 16,3 3-6-16,-3 0-14 0,5 7 34 0,-7-1-16 15,2 6 1-15,3 0-4 0,-4 1 1 0,1 4 8 16,0 2-1-16,1 2-2 0,-1 4-8 0,0-1-2 16,-2 4 7-16,1 2-7 0,1 4 2 15,-2-1-2-15,0 3-3 0,1 1 10 0,1 2 6 16,1 5-1-16,2-5-2 0,-1 5-2 0,2 0-1 16,2 2 0-16,1-1-7 0,0 0-8 0,6-2 0 15,-3 1 0-15,3 0 5 0,1 2 5 0,3-4-12 16,5-1 9-16,-4 2 57 0,5-3-5 15,-1-1-36-15,4-2-41 0,2-1-48 0,2-1-54 16,-3-4-77-16,1-2-177 0,4 1-471 0,-4-1 116 16,0-1 35-16,2 0 74 0,-6-3 75 15</inkml:trace>
  <inkml:trace contextRef="#ctx0" brushRef="#br0" timeOffset="-47302.15">28946 7911 647 0,'0'14'310'0,"0"-8"-13"0,0-1-16 0,-3 5-17 16,3 1-98-16,-1 0-4 0,0 2-27 16,-1-1-14-16,-1 2-6 0,3 0 5 0,-4 1-5 15,4 0-17-15,0 2-1 0,4-2-15 0,-4 2-3 16,6-1-10-16,-5-6 0 0,5 5-10 0,-3-6-8 16,1 1-12-16,2-2 7 0,2-1-3 15,-1-4 1-15,1 1-3 0,0-3-13 0,-8-1 23 16,21-7-20-16,-11 2-6 0,6-5-7 0,-8-1 3 15,3-3 7-15,-4-4-13 0,1-1 6 0,-6-5-1 16,1 0-17-16,0 4 10 0,-6-4 10 16,0 0 15-16,1 2 21 0,-3 5 10 0,-1 1-13 15,2-1-7-15,-3 6 7 0,0-3 3 0,2 3-5 16,-3 4-18-16,0-3-5 0,-2 5-3 16,3 1-8-16,-3-1 8 0,0 4-15 0,0 2-13 15,0 1 8-15,-1 2-36 0,1 2-18 0,3-1-8 16,-3 2-36-16,3 1-43 0,4-1-33 15,-1 3-47-15,4 0-125 0,0-2-470 0,0 0 86 16,4 1 51-16,-1-4 85 0,4-2 33 0</inkml:trace>
  <inkml:trace contextRef="#ctx0" brushRef="#br0" timeOffset="-47073.23">29404 7875 1013 0,'7'-1'310'0,"-7"1"-18"0,8-5-31 15,-8 5-23-15,11-1-18 0,-3-1-23 0,2-3-20 16,1 2-26-16,4 2-13 0,1-3-8 0,-3 1-17 16,5-4-18-16,-2 5-21 0,2-4-30 0,-2 3-55 15,-1-3-50-15,-2 4-52 0,1-4-92 16,-4 4-150-16,3-4-347 0,-5-1 34 0,1 0 51 15,-5 1 72-15</inkml:trace>
  <inkml:trace contextRef="#ctx0" brushRef="#br0" timeOffset="-46906.83">29595 7599 1072 0,'0'0'307'0,"0"0"-15"16,-13 9-3-16,13 1-84 0,-4-2-31 0,4 6-2 15,4-1-11-15,-4 8-8 0,4-2-4 0,-1 4-6 16,3 1-33-16,-2 2-7 0,-1 4-19 0,4 2-25 15,0 1-39-15,-5 2-48 0,-1 1-54 16,-2 0-107-16,-8 14-525 0,2-3 25 0,-3-1 19 16,-7-1 76-16</inkml:trace>
  <inkml:trace contextRef="#ctx0" brushRef="#br0" timeOffset="-45923.87">19638 9836 215 0,'0'0'66'0,"0"0"8"0,0 0-10 0,0 0-13 15,0 0-17-15,0 0 4 0,0 0 1 16,0 0-39-16,0 0-26 0,0 0-105 0</inkml:trace>
  <inkml:trace contextRef="#ctx0" brushRef="#br0" timeOffset="-44140.75">29954 7440 916 0,'9'-4'315'0,"-1"4"-44"0,3 0-12 16,-1 5-47-16,5-4-2 0,-2 3-13 0,3 1-28 15,0 2-15-15,-4 2-19 0,2 0-7 0,-1 1-8 16,1 4-20-16,-7-3-5 0,3 3-8 0,-4 2-5 15,-2-4-13-15,-4 2 0 0,4 1-2 0,-8-1-14 16,2 1 4-16,-6-1-11 0,4 1-5 16,-2-5-8-16,-1 1-5 0,0-1 3 0,0-3-5 15,3 1-11-15,-2-1 3 0,3-1-36 16,0-5-18-16,3-1-7 0,0 0-1 0,0 0 8 16,0 0-5-16,-8-17 8 0,11 9-16 0,1-6 6 15,-3-3 15-15,5 1-6 0,-1-1 4 16,-3-1 7-16,4 0 18 0,-2 0 10 0,3 2 15 15,-4 0 13-15,1-1 6 0,-1 3 17 0,0 3 6 16,-2 3-9-16,2-1-1 0,-3 1-1 16,0 0 0-16,3 2-2 0,-3 3 2 0,0 3-33 15,0 0 30-15,0 0 19 0,0 0-24 0,0 0-2 16,-10 13-7-16,7-2-4 0,-1-1 14 0,1 1 2 16,-1 6 3-16,1-3-14 0,3 1-4 0,0-3-5 15,0 5 12-15,3 0-2 0,3-2-8 16,-1 2 0-16,2-2-18 0,4 1-2 0,-2-4-3 15,3 3-10-15,0-5-8 0,2-2-30 0,-1 2-3 16,5-3-46-16,-2-2-39 0,2-2-58 16,-1 2-47-16,0-10-148 0,0 5-404 0,0-4 28 15,0-3 97-15,-4-3 51 0,1-4 72 0</inkml:trace>
  <inkml:trace contextRef="#ctx0" brushRef="#br0" timeOffset="-43973.65">30423 7435 1031 0,'0'-6'315'16,"-3"3"-31"-16,3 3-38 0,0 0-18 0,0 0-13 15,0 0-13-15,0 0-10 0,0 0-85 16,-7 17 11-16,7-6-16 0,0 2-20 0,0 3 8 16,0 1-21-16,3 0 0 0,-1 2-7 0,0 3-6 15,1 2 3-15,0-3-16 0,1 4-2 16,2-2-13-16,0 1-40 0,2 0-47 0,-4-5-49 16,4 6-79-16,-3-10-168 0,3 5-385 0,3-2 69 15,-6-4 39-15,5-3 56 0</inkml:trace>
  <inkml:trace contextRef="#ctx0" brushRef="#br0" timeOffset="-43740.98">30580 7476 1085 0,'0'0'325'0,"13"14"-13"16,-10-4-46-16,2-2-5 0,1 9-38 0,-2-2 0 15,4-1-34-15,-3 7-10 0,3 0-20 0,1 1-16 16,-2 1-9-16,0-3-32 0,3 4-7 0,-1-2-29 16,-4-1-22-16,6 1-42 0,-3-4-61 15,0 0-46-15,-1-1-86 0,1-2-140 0,2-5-424 16,-1-2 44-16,-2-1 81 0,4-7 62 0</inkml:trace>
  <inkml:trace contextRef="#ctx0" brushRef="#br0" timeOffset="-43273.95">30888 7224 1018 0,'0'0'351'0,"0"0"-23"16,0 0-19-16,0 0-45 0,-4 16-11 0,1-6-17 15,3 1-37-15,-3 3 1 0,3 3-36 16,0 1-13-16,0 0-15 0,0 4 2 0,3-4-33 15,0 6-5-15,1-5-11 0,4 5-12 0,-3-2-3 16,3-3-10-16,4-1-5 0,-1-1-10 0,0-2-6 16,-1-1-7-16,3-4 3 0,-2-2-4 0,2 1-1 15,1-7 1-15,-1 0-14 0,1-4-3 16,-3 0-5-16,0-4 12 0,0-2-2 0,-3-3-10 16,-1-5-8-16,0 1-15 0,-4-6 0 0,-3-2 7 15,0-2-12-15,-3-6-1 0,-4 2 24 16,3-3-5-16,-6 0 2 0,-1 5 10 0,-1-3 3 15,2 11 5-15,-1-2-15 0,1 3 15 0,-3 1-18 16,2 6 13-16,1 1 5 0,-2 2-13 16,-1 2 8-16,2 5 3 0,-5 0-4 0,3 2-11 15,2 2 9-15,-2 4-10 0,2 1-5 0,-2 2 5 16,3 2 8-16,3-1-13 0,-1 4 0 0,2-5 5 16,5 4-15-16,1-4 18 0,1 5-8 0,2-4 15 15,5 4-28-15,0-3 8 0,3 0 18 16,2-2-21-16,-1 0 0 0,8-1 3 0,-6 0-46 15,7-2-28-15,-2-1-57 0,-1-4-33 16,3-1-71-16,-2 1-203 0,-1-2-384 0,2-4 49 16,-2 2 94-16,-1-5 75 0,0 0 56 0</inkml:trace>
  <inkml:trace contextRef="#ctx0" brushRef="#br0" timeOffset="-43090.81">31260 7192 760 0,'0'0'304'0,"0"0"-22"0,7 11-24 0,-7-3 4 15,3 2-91-15,-3 2 3 0,6 5-13 16,-5-1-7-16,0 1-16 0,2 3-10 0,2 1-8 16,-4-1-20-16,3 5 10 0,1-1-15 0,0 0-13 15,-2 1 18-15,2 0-34 0,1 0 6 0,1 0-8 16,1-1-15-16,-3-4-44 0,3 5-44 16,-2-3-71-16,1-2-135 0,3-2-536 0,-1-3 72 15,-4-1 51-15,2-7 69 0,2-3 67 0</inkml:trace>
  <inkml:trace contextRef="#ctx0" brushRef="#br0" timeOffset="-42822.8">31605 7311 967 0,'0'0'325'0,"0"0"-13"0,0 0-48 16,4-3-18-16,-4 3-18 0,7-5-26 0,0 3-18 15,6 1-17-15,1-5-14 0,2 4-12 0,4-4-21 16,-2 2-12-16,3-2-16 0,3-1-18 0,2 4-18 16,-1-5-43-16,-5 3-21 0,3-4-30 15,-2 1-31-15,-6 4-56 0,-1-3-16 0,1-1-128 16,-7 1-146-16,0 0-291 0,1-3 51 0,-8 2 61 15,-1-2 54-15</inkml:trace>
  <inkml:trace contextRef="#ctx0" brushRef="#br0" timeOffset="-42657.69">31804 7019 842 0,'-8'-1'235'0,"8"1"-17"16,0 0 2-16,-16 7-3 0,13-4-2 0,-4 5-12 16,3 2 81-16,3 3-41 0,-2-1-28 0,3 3-5 15,-3 6-28-15,8 0-8 0,-3 2-13 0,2 2-2 16,2 2-31-16,1 3 2 0,0 2-10 0,3-3-15 15,-3 5-12-15,0-1-27 0,0 0-56 0,3 15-48 16,-6-8-90-16,-4-5-271 0,-4 1-431 16,-8 7 65-16,-8-3 74 0,-9-1 74 15,-9-11 59-15</inkml:trace>
  <inkml:trace contextRef="#ctx0" brushRef="#br0" timeOffset="-40107.89">32076 7019 1139 0,'1'-4'337'0,"-1"-2"-19"16,1 0-31-16,-1 6-37 0,3-9-19 15,2 7-26-15,0 0-31 0,1-2-3 0,-6 4-15 16,15 0-18-16,-7 5-7 0,2-4-29 0,-1 6 3 15,-2-3-10-15,3 3-16 0,-1 1-4 16,-1 2-9-16,-4-2-7 0,2 5-13 0,-2-2 0 16,-1 4-71-16,-3-4 7 0,-3 4-5 0,1 0-3 15,-3-2 0-15,1 2-12 0,-2 1-8 0,0-1-26 16,-2-4 1-16,6-1-45 0,-6 1-27 0,5-2-18 16,-1 0-29-16,0-5-14 0,1 3-19 15,3-2-46-15,0-4-35 0,0-1 4 0,0 0-40 16,0 0-98-16,0 0 46 0,10-10 152 0,-9 2 130 15,5-5 64-15,-1 3 35 0,-3-5 73 16,6 4 38-16,-2-5 30 0,-1 1 8 0,0 3 29 16,-2-1 35-16,1 3 0 0,-1 0-33 0,-3-3 26 15,3 5 20-15,2-1-39 0,-3 1 60 16,-2 4-19-16,0-3-22 0,1 1-19 0,-1 6-12 0,0-4-13 16,0 4-30-16,0 0 12 0,0 0-8 15,0 0-10-15,0 0-10 0,-11 20 0 0,8-11-7 16,2 0-6-16,-2 4-31 0,0-4 11 15,3 2-21-15,0 3 21 0,0-3-19 0,0 4-81 16,5-1 13-16,-3-1-6 0,1 1 11 0,5-2-5 16,-2 1-13-16,4-2 5 0,-3 3-29 0,7-3-32 15,-4-3-31-15,3-1-6 0,4 0-50 16,-3-3-77-16,0 0-111 0,1-2-281 0,0-2-74 16,-4-2 64-16,3 1 59 0,-4-3 48 0</inkml:trace>
  <inkml:trace contextRef="#ctx0" brushRef="#br0" timeOffset="-39808.13">32443 7146 929 0,'0'-5'215'16,"0"-2"12"-16,4 1-17 0,-4-1-18 0,0 3-18 16,0-2-2-16,3 2-29 0,0-2-2 15,-3 6-21-15,4-8-17 0,2 7-6 0,-2-1-15 16,-4 2-3-16,14 0-2 0,-14 0-3 0,16 2 1 16,-9 5-11-16,4-3-3 0,-4 2 13 15,2 2-5-15,-1 3 11 0,-1 1 55 0,2-2-20 16,-8 1-2-16,5 6 5 0,-6-3 10 0,0-3-13 15,0 3-28-15,-3 2 3 0,-1 0-14 0,1-4 1 16,-3 3-10-16,3-5 10 0,-1 4-16 16,0-4-7-16,0-2-3 0,1 2-13 0,0-2 8 15,0-2-15-15,2 2-3 0,0-5 26 0,-1 2-36 16,-1 2 0-16,3-7-3 0,0 6 3 0,0-6-5 16,6 4 7-16,-6-4-25 0,11 1-20 15,-11-1-16-15,17-1-10 0,-7-3-62 0,4 1 5 16,-2 1-32-16,3-4-34 0,-4-1-75 0,2-3-119 15,4 2-446-15,-3-2 33 0,-3 0 87 16,-1-5 83-16,2-2 35 0</inkml:trace>
  <inkml:trace contextRef="#ctx0" brushRef="#br0" timeOffset="-39607.46">32730 7051 875 0,'-3'-5'271'0,"3"5"-22"0,0-6-22 15,0 6-19-15,0 0 14 0,0 0-22 0,0 0-64 16,0 0-21-16,-7 14-2 0,6-3-6 15,1-2-12-15,0 1-11 0,0 5 6 0,1-4-3 16,-1 4-8-16,4 2-10 0,-1 0 57 0,-3-1-11 16,5 1-18-16,-3 0-12 0,1-1-37 15,0 0-27-15,1-3-37 0,-1 1-27 0,4 0-60 16,-3-4-45-16,1-2-82 0,0 0-487 0,3 0 8 16,-6-6 72-16,5-1 61 0,-7-1 59 15</inkml:trace>
  <inkml:trace contextRef="#ctx0" brushRef="#br0" timeOffset="-39156.46">32833 6778 959 0,'0'0'233'0,"0"0"-2"16,0 0-32-16,-4 15-19 0,1-5-9 15,3 2-7-15,0-1-11 0,0 4-25 0,0-3-2 16,0 2-11-16,3 3 0 0,0-1-18 15,-2 1-20-15,2 0 8 0,3-1-11 0,-1-5 3 16,3 6-23-16,-3-4 2 0,2-1-15 0,1-4 2 16,1 0 3-16,-2-1-2 0,3-1-6 15,1-3-12-15,-1-2 5 0,3-2-6 0,-2 0-4 16,-1-5 2-16,0 3-5 0,1-6 5 0,-2-4-5 16,-5 0-3-16,4-3 13 0,-5-5-25 0,0 2 7 15,-3-4-5-15,0 2 3 0,-3-8 4 16,2 4 4-16,-6 4 4 0,4-3-20 0,-1 0 92 15,-2 5-12-15,2 0-11 0,-2 6-5 0,1-3-5 16,-4 2-5-16,5 6-1 0,-3-1-12 16,-3 3-10-16,3 3 5 0,-1 2 0 0,-1 1-11 15,9 0-2-15,-20 4 11 0,10 1-14 0,4 2 6 16,-2 2-3-16,1-1-3 0,2 1 3 16,0 1-2-16,-2 2 2 0,6-1-11 0,0-1 17 15,-1 5-9-15,4-6-15 0,-1 2 13 0,4 1-2 16,0-3-9-16,0 1-9 0,3-2-19 0,2 2-27 15,1-2-19-15,2-2-48 0,0 0-67 16,0-3-69-16,4 0-348 0,-3 2-217 0,3-5 84 16,-4 0 71-16,-1 0 65 0,0 0 45 0</inkml:trace>
  <inkml:trace contextRef="#ctx0" brushRef="#br0" timeOffset="-38774.85">33177 6835 926 0,'0'0'259'16,"15"1"-24"-16,-8-1-17 0,-1 5 10 0,1-4-21 16,2 5-84-16,-4-1 0 0,2 3 17 15,2 0-27-15,-1 2 10 0,-2 2-8 0,1 0 8 16,-3 2-10-16,-1 1-3 0,0-1-18 0,-1 1-8 16,-2 0 72-16,-5 2-23 0,2 1-7 15,-1 5-24-15,-3-4 1 0,1-3 12 0,-3 6-18 16,0-4-12-16,-1-1-83 0,0-1 19 0,3-1-3 15,1-3-6-15,-1 3 1 0,3-7-5 16,1 1 7-16,-4 0-12 0,7-2 10 0,-1 0-6 16,1-3 9-16,1 1 7 0,8-2-13 0,-4-3 5 15,8 4-2-15,1-4 7 0,0 0-4 0,8-4-8 16,-4 3-6-16,3-1 19 0,0 2-4 16,-1-4-11-16,4 3 1 0,-3-2 4 0,3-1-6 15,-4 1 5-15,1 2-8 0,-1-1 16 0,-6-2-18 16,3 3 18-16,-4 1-15 0,-1-1 7 0,-1 1-5 15,-3 0-28-15,-8 0-25 0,15-2-14 16,-15 2-2-16,3 3-97 0,-3-3-82 0,-11 7-548 16,1 0 7-16,-6-3 60 0,-6 3 66 0,-5-1 77 15</inkml:trace>
  <inkml:trace contextRef="#ctx0" brushRef="#br0" timeOffset="-35408.54">27774 9460 952 0,'0'-9'268'0,"3"5"-22"0,-3-2-26 0,3-2-20 16,1 1-8-16,2 3-33 0,2 0-13 0,2-4-21 16,0 5-5-16,1-1-12 0,0 2-6 15,0 2-7-15,1 0-16 0,1 2-5 0,1 2-2 16,-4 0-5-16,3 3-14 0,1 1 1 0,-4 2-3 16,0 1-12-16,-2 0-11 0,-2 3 8 15,-2-1 5-15,-1 2-18 0,-3-3-3 0,0 2-4 16,0 3-21-16,-3-2-11 0,0 1-30 0,2-5-3 15,-5 3-20-15,3-5-66 0,2 2-19 16,-3-2-15-16,4-1-69 0,0-3-115 0,0-3-310 16,0-2 8-16,0 4 91 0</inkml:trace>
  <inkml:trace contextRef="#ctx0" brushRef="#br0" timeOffset="-34892.15">28023 9310 934 0,'0'0'312'0,"0"-7"-20"0,0 7-46 0,0 0 10 16,0 0-13-16,0 0-23 0,0 0-79 0,-14 22-21 16,10-11-18-16,-2 3 3 0,3 4 69 0,-1-1-18 15,-2 1-20-15,5 3-13 0,-2-2-15 16,-1 0-14-16,4 2 4 0,0-1-6 0,0 1 0 16,6-2-26-16,-1-2 16 0,1 4-25 0,1-5 1 15,4 0-11-15,-1-3-22 0,6 1-27 0,-4-5-29 16,7-2-15-16,-1-5-26 0,2 3-46 15,1-5-45-15,-1-2-19 0,1-1 0 0,-4-4-61 16,4 0 13-16,-5-1 9 0,0-2 70 0,-4 2 26 16,-1-2 61-16,0 1 49 0,-3 0-3 15,0 0 36-15,-3 2 40 0,-3-2 4 0,4 2 10 16,-6 2-16-16,3 3 5 0,-3 2-4 0,0 0-4 16,0 0 9-16,0 0-11 0,0 0 0 0,0 0-2 15,-20 17 15-15,19-9-13 0,-5 1-13 16,3 3-7-16,2-1-8 0,-2-1 8 0,3 4 12 15,0-3-12-15,3-1-3 0,-2 3 0 0,2-3-7 16,4 2 2-16,0-3-5 0,0 0 0 0,0-4-5 16,6 2 4-16,-3-3-1 0,1-1-1 15,3-3 8-15,-1-1-7 0,1-4-9 0,0 2 16 16,-1-5-10-16,-2 1-8 0,2-3 0 0,-6-3-5 16,3 0 8-16,-6-3-3 0,2-2 3 0,-4 0 5 15,-1-2-6-15,-4 3 9 0,0-1-6 16,0 3 3-16,-1-2 5 0,-2 3-6 0,-2 2-6 15,2 2-1-15,-1 1 2 0,-3 3-4 0,2-1 12 16,-2 7-15-16,0-2-15 0,-1 4-26 16,0-1-36-16,-1 5-35 0,1 1-80 0,2 1-121 15,2 1-473-15,2 0 93 0,-1 1 32 0,3-2 96 16</inkml:trace>
  <inkml:trace contextRef="#ctx0" brushRef="#br0" timeOffset="-34508.15">28598 9475 719 0,'10'0'256'16,"-10"0"-13"-16,13 1-28 0,-2 4-26 0,-1-1-12 15,-1 4-18-15,2-2-21 0,-4 2-2 0,3 3-29 16,-3-3-2-16,-3 4-8 0,2 1-5 0,-5 1-5 15,2-3-10-15,-3 4 5 0,0-3-8 16,-3 3-7-16,2 0 5 0,-5 1 22 0,1-2-22 16,-1-1-5-16,1 1-11 0,0-3 5 0,-1 1 3 15,2-3-18-15,0 1 8 0,1-1-3 0,2-3-7 16,-2-2-1-16,0 3-4 0,3-2-1 16,-3 0-7-16,3-5 7 0,6 7-4 0,-6-7-14 15,11 0 3-15,-11 0 3 0,17-7-14 0,-3 4 6 16,-1-4 0-16,4 0 3 0,-3 3-3 15,3-3 0-15,-3-1-11 0,-1 0 3 0,1 0-15 16,1 0-2-16,-3 1-16 0,-3 5-13 0,-1-4-21 16,0 1-50-16,0 0-34 0,-3 3-66 0,0-3-95 15,-4 5-356-15,-1 0-46 0,0-7 41 16,0 7 80-16,0 0 53 0</inkml:trace>
  <inkml:trace contextRef="#ctx0" brushRef="#br0" timeOffset="-33958.31">28922 9135 1121 0,'0'0'338'0,"0"0"-39"0,0 0-25 15,0 0-31-15,0 0-18 0,0 0-22 0,-10 23-19 16,7-13-10-16,2 3-26 0,0-1-4 0,-5 5-14 16,6-1-12-16,0 1-16 0,0-2-4 15,6 2-91-15,-4 1 6 0,1-3 2 0,3 3-4 16,-2-1 12-16,3-3-5 0,3-3-11 16,-3 4 1-16,3-5 2 0,4-2 6 0,-1 1-6 15,-1-3-10-15,1-4 10 0,0-1-5 0,4-2 3 16,-3 1 5-16,0-7-3 0,2 2-5 0,-1-2-8 15,-5-5 1-15,3 0 15 0,-4-2-21 0,-4-3 8 16,2-1 5-16,-4 0-2 0,-3-4-3 16,-3-3 2-16,-1 0 3 0,-2 0-5 0,-1 1 0 15,-1 3 0-15,-2-2-2 0,0 5 7 0,-2 0-2 16,0 2 17-16,-1 1-20 0,2 7 13 0,-5 0-11 16,2 1 24-16,0 5-21 0,0 1 3 15,-2 2 2-15,1 4 3 0,-1-1 2 0,2 4-5 16,0 2 11-16,6 3-11 0,-3-3 16 15,0 4-8-15,4-3-13 0,4 6-3 0,-2-4 16 16,2-1-2-16,6 2-4 0,0-3-7 0,-1 4 6 16,4-1-1-16,1-3 0 0,3 0 3 15,1 1-13-15,2-3 0 0,1-2 8 0,3-1-16 16,3-1-15-16,0 2-13 0,-2-4-7 0,3-2-26 16,2 2-29-16,-3-1-14 0,1-1-68 0,-4-1-35 15,1 0-76-15,3-1-81 0,-5-4-232 0,2 4-97 16,-2 1 94-16,-2-3 44 0</inkml:trace>
  <inkml:trace contextRef="#ctx0" brushRef="#br0" timeOffset="-33592.56">29349 9258 645 0,'0'0'240'0,"0"0"-9"0,0 0-78 0,4 10 31 16,-4-10-33-16,0 7 13 0,0 1 49 0,-1 0-16 16,0 1-5-16,-1 3-10 0,2 1-21 0,-3 2-8 15,3-2-14-15,0 3-9 0,0 1-10 16,3 0-10-16,0 2-15 0,-2-4-5 0,2 1-8 15,0-1-6-15,1 0 4 0,3 1-14 0,-1-5-4 16,-2 3-16-16,3-6 0 0,3 1 5 16,-3-3-12-16,0-2 4 0,3 2-84 0,1-5 13 15,-2-1 15-15,-9 0-15 0,18-2 15 0,-8-4-10 16,0-1 13-16,1-3-5 0,-1-4 4 16,-4 1 9-16,-2-6-3 0,-1 1-11 0,-3-1 11 15,-3-3 15-15,2 2-22 0,-2 3 35 0,-3 0-8 16,2-1 18-16,-6 2-7 0,3 1 5 0,2 2-6 15,-5 2-7-15,-2 3 3 0,0 0-3 16,2 5 7-16,-6-3 1 0,3 6-11 0,-1 0-5 16,0 0 11-16,-3 5-6 0,4 0-7 0,-2 2 7 15,2 0-38-15,3 1-10 0,-1 2-11 0,5-2-17 16,-1 3-24-16,4 2-14 0,3-3-47 16,0-1-33-16,6 3-118 0,-2-3-499 0,5 0 87 15,1 0 51-15,-2-2 51 0,2-4 80 0</inkml:trace>
  <inkml:trace contextRef="#ctx0" brushRef="#br0" timeOffset="-33341.36">29830 9275 883 0,'2'-3'371'15,"-2"3"-41"-15,0 0-25 0,0 0-32 0,9-3-27 16,-9 3-26-16,10 0-15 0,-10 0-10 0,18-1-11 16,-3 1-41-16,-2 0-10 0,3 0-17 15,2-3-12-15,4 0-29 0,-7 1-29 0,6 0-41 16,-2 1-43-16,-1-5-34 0,0 5-59 0,1-5-15 16,-4 3-63-16,-2-3-65 0,-3 2-113 0,1-2-317 15,-4-3 69-15,-1 0 44 0,-3-1 61 0</inkml:trace>
  <inkml:trace contextRef="#ctx0" brushRef="#br0" timeOffset="-33176.09">30075 9044 716 0,'-8'-11'236'16,"4"4"-8"-16,-2 3-16 0,2 0-25 16,-2 1-8-16,3-1-13 0,3 4 14 0,0 0-27 15,0 0 88-15,-14 13-36 0,13-6-3 16,-2 3-13-16,0 0-33 0,3 5-5 0,3 1-10 16,-3 2-13-16,4 0-15 0,-1 1-6 0,5 4-17 15,-2 0-8-15,0 2-21 0,-2 0-33 0,2 0-48 16,-2 3-52-16,-4-2-87 0,3 5-547 0,-3 0-88 15,-6 1 96-15,-4 2 58 0,-11 2 77 0,-7 4 66 16</inkml:trace>
  <inkml:trace contextRef="#ctx0" brushRef="#br0" timeOffset="-30392.48">30556 8958 1082 0,'3'-7'307'0,"2"5"-30"0,-2-4-31 16,5 4-24-16,0-3-30 0,-1 2-10 0,1 2-21 15,3-3-10-15,-3 4-15 0,-8 0-8 16,18 3-10-16,-11-1-24 0,4 1 1 0,-2 4-18 15,-2-1 2-15,-1 1-17 0,-2-1 4 0,2 4-9 16,-5 0 9-16,3 1-15 0,-4-1 6 16,0 3-6-16,-4-3 3 0,2 1-6 0,-3 2-7 15,0-1 10-15,-3 1-20 0,4-3 15 0,-3-1-10 16,0 0-8-16,1-1-10 0,4-1 8 0,-3 0-11 16,2 0 11-16,2-3-3 0,0 1-5 0,-5-3-3 15,6-2-5-15,0 0-10 0,0 0 3 16,0 0-1-16,0 0 6 0,0 0-16 0,7-18 3 15,-3 11-13-15,2-5 0 0,1-3 5 0,-1-1 1 16,4-6 1-16,-2 4 4 0,-1 1 2 16,0-2-6-16,0 2 4 0,0 3 14 0,-1-3-1 15,-3 6-1-15,1-3 7 0,1 6 14 16,-2-3-8-16,-3 4 8 0,3 0-80 0,-3-3 26 0,3 3-6 16,-3 5 6-16,0 2 0 0,0 0 5 15,-6-6 23-15,6 6-18 0,0 0 13 0,-12 13 0 16,6-8-5-16,2 2-8 0,-2 3 15 15,-1-1 1-15,5 4 4 0,-3-3 3 0,2 2 8 0,1-1 0 16,0 0 7-16,2 2-22 0,0-2 2 16,0-1-5-16,3 2 12 0,1-2-12 0,1-2 5 15,1 2 8-15,2-4-13 0,0-4-13 0,2 5 3 16,4-5-19-16,-2-1 1 0,1-1-31 16,0-1-5-16,0-1-13 0,4 0-3 0,-3-4-25 15,0-1-5-15,1-3 10 0,-2 2 5 0,-3-5-5 16,3 1 18-16,-6-5-5 0,0 3 8 15,0 1 33-15,-1-2 15 0,-1 0 26 0,-2 7 25 16,0-4-2-16,2 0 25 0,-3 4 8 0,1-2-10 16,-3 3 8-16,3 4-9 0,-1-5 4 15,-1 6-11-15,-1 2 18 0,0 0 5 0,0 0 0 16,0 0 11-16,0 0-29 0,1 19 6 16,-1-11 9-16,0 2 1 0,0 3-11 0,0-1 1 0,3 2-14 15,-3-2 1-15,6 5 4 0,-4-2-1 0,1 2 1 16,0 0 4-16,1-2-14 0,-1 3-2 15,3-4-23-15,-2 1-33 0,0-2-26 0,1-1-29 16,0-1-19-16,0-1-9 0,-3-2-55 0,4-1-60 16,-3-4-194-16,5 1-266 0,-2-3 28 15,-6-1 74-15,11-5 59 0</inkml:trace>
  <inkml:trace contextRef="#ctx0" brushRef="#br0" timeOffset="-30059.54">31089 8856 593 0,'0'-6'208'0,"4"-1"-14"0,-1 1-20 16,-1 2 0-16,-2 4-25 0,5-7-11 0,1 7-2 15,-6 0-24-15,11 0 11 0,-11 0 59 16,14 7-3-16,-8-4-28 0,1 4 5 0,1 0-2 16,0 1-6-16,-3 2-9 0,2 3-9 0,-1-1-20 15,1 2-7-15,-3 1 7 0,-1-2-5 0,-3 1-18 16,0-1 12-16,0 1-22 0,-3 3 10 0,0-3-20 15,1 1 4-15,-4-4-1 0,3 5-6 16,0-7-3-16,-1 5 3 0,-2-4-5 0,4 1-26 16,-3-4 11-16,2 1 2 0,1-1-13 0,-4 0 3 15,6-3 2-15,-3 3-7 0,3-3-5 16,0-4-9-16,-1 7 6 0,1-7-5 0,4 6-7 16,2-5-1-16,-6-1 0 0,12 0 3 0,-12 0 0 15,20-1-21-15,-10-2-25 0,2-1-34 16,0 1-15-16,0-2-43 0,-2-2-67 0,2 4-205 15,-1-4-440-15,2-3 49 0,-3 1 102 0,-1-4 64 16,-4 2 71-16</inkml:trace>
  <inkml:trace contextRef="#ctx0" brushRef="#br0" timeOffset="-29258.78">31466 8568 847 0,'0'0'202'0,"3"-2"5"0,-3 2-25 0,6-5-13 16,-6 5-10-16,0 0-11 0,0 0 1 0,0 0-1 15,0 0-2-15,-9 14 54 0,1-4-19 16,5-1 1-16,-4 5-28 0,1 2-78 0,2 0-4 15,-2 0-5-15,4 0 7 0,-4 3-18 0,3-2-2 16,1 0 0-16,-3 1-18 0,2-1 10 16,3-2 0-16,3 0-13 0,-3-2-5 0,3 2 13 15,1-2-8-15,-1-1 3 0,5-4 0 0,-2 2-13 16,1-3 5-16,2 0-2 0,2-6 5 16,-1 1 2-16,0-2-20 0,3-2-6 0,-3 1 6 15,1-6 0-15,0 1-3 0,1-5 16 0,-1 0-13 16,-3-3-3-16,-4-2 5 0,2-1-7 0,-2-2 5 15,-4-4-11-15,0 3 6 0,-1-8-8 0,-2 3 5 16,-3-2-5-16,-1 7 18 0,2-4-8 16,-4 3 11-16,2 4-24 0,1 4 3 0,-5 0 13 15,4 1-16-15,-3 5 11 0,3 1-11 0,-4 0 9 16,1 6-6-16,-1 3 2 0,0 0 6 16,0 4 5-16,1 3-8 0,-1 1-3 0,4 1 8 15,3 4 11-15,-2-4-21 0,3 3 0 0,3 0 8 16,0 0 7-16,0-3-20 0,3 5 2 0,3-2 6 15,-2 1-1-15,3-4-7 0,3 3 0 16,-3-5-18-16,3 2-2 0,0-3-32 0,1-1-14 16,2-3-47-16,1 1-33 0,-1-6-39 0,2 1-91 15,-8-2-200-15,15 1-251 0,-7-6 40 16,4 1 88-16,-7-3 51 0</inkml:trace>
  <inkml:trace contextRef="#ctx0" brushRef="#br0" timeOffset="-29025.96">31732 8610 821 0,'0'0'289'0,"0"0"-74"0,0 0-10 0,-4 16-5 16,1-9-16-16,0 4 0 0,3 2 49 0,-1-2-5 15,1 3-26-15,0 4-17 0,0-3-16 16,0 2-11-16,1 1-27 0,-1 0-1 0,3-3-17 16,0 2-3-16,-1 1-2 0,0-3-11 0,1 2-13 15,4-5-4-15,-6 2-14 0,5-3 3 16,-3 1-5-16,0-3-12 0,-2 1-6 0,2-3-16 15,0 0 6-15,0-3-8 0,-2 3-56 0,3-6-26 16,-4-1-35-16,6 6-29 0,-6-6-74 16,4 0-143-16,-4 0-474 0,0 0 54 0,0 0 87 15,10-13 53-15,-7 9 63 0</inkml:trace>
  <inkml:trace contextRef="#ctx0" brushRef="#br0" timeOffset="-28709.13">32057 8697 1011 0,'0'0'343'16,"6"-4"-29"-16,-6 4-19 0,0 0-34 16,7 0-18-16,1-2-28 0,-8 2-26 0,16-4-20 15,-2 2-12-15,-2-1-19 0,0-1-8 16,5 1-17-16,-1 2-16 0,2-5-40 0,-1 4-27 16,-3-3-30-16,2 2-56 0,-2-2-44 0,-3 2-92 15,0 0-148-15,2-1-421 0,-3-3 65 0,-1 2 59 16,-4-1 76-16</inkml:trace>
  <inkml:trace contextRef="#ctx0" brushRef="#br0" timeOffset="-28542.55">32221 8458 719 0,'0'0'251'16,"-10"10"-24"-16,6-4-6 0,1 2-4 0,-1 3 70 16,-3 4-34-16,4 2-25 0,0 1-5 15,3 1-44-15,-1 6-2 0,1 3-90 0,0-2-23 16,0 1 12-16,-1 5-14 0,1 1-39 0,-2 2-36 15,-1 3-202-15,-13 13-205 0,8-2-312 0,-2-4 62 16,-4 1 83-16,-6-7 63 0</inkml:trace>
  <inkml:trace contextRef="#ctx0" brushRef="#br0" timeOffset="-26859.29">32556 8258 783 0,'0'0'279'0,"14"4"-26"0,-4 2-17 15,0 1-21-15,1 4-18 0,-1 2-18 0,3-2-15 16,-5 4-11-16,4 3-7 0,-5-3-15 0,-3 1-1 15,3 0-78-15,-5 1-12 0,-1 0 7 16,-1-4-1-16,-3 3 0 0,-4 0-3 0,3 0-9 16,-3-1 1-16,-2 1-17 0,1-4-13 15,0 1-15-15,-1-3-15 0,0-1-24 0,4-1-20 16,-4-1-49-16,7-1-76 0,-6-4-116 0,7 0-371 16,1-2 54-16,0 0 41 0,0 0 51 15</inkml:trace>
  <inkml:trace contextRef="#ctx0" brushRef="#br0" timeOffset="-26609.62">32654 8287 852 0,'1'-5'317'0,"-1"5"-27"16,0 0-27-16,0 0 8 0,0 0-89 0,0 0-26 16,-7 18-10-16,4-10 26 0,2 3-16 0,-2 5-23 15,0 0-2-15,0 1 43 0,3 0-8 0,-3 1 13 16,3 3-18-16,3-2-38 0,-3-4 10 0,3 5-35 15,3 1-1-15,-2-2-10 0,2-1 0 16,4 3-8-16,-2-3-4 0,-1-3-22 0,3 1 11 16,4-3-48-16,-4-1-39 0,4-2-36 0,-1-1-33 15,1-2-21-15,-1-2-66 0,-2 1-62 16,0-6-186-16,2 0-395 0,-3-2 113 0,1-4 51 16,-3-1 44-16,-3 1 48 0</inkml:trace>
  <inkml:trace contextRef="#ctx0" brushRef="#br0" timeOffset="-26309.66">32860 8528 619 0,'0'-4'284'0,"0"-2"-5"0,0-1-28 16,0 7-28-16,0-10-11 0,0 10-33 0,3-5-7 16,-1 2-11-16,-2 3-15 15,0 0-10-15,5-3-90 0,-5 3 13 0,0 0-8 0,17 4 15 16,-13 2 3-16,5 1 0 0,-1 1-5 0,-4-2 11 16,5 1 60-16,-5 5 19 0,2-1-31 15,-2 0-8-15,0 3-54 0,1 3-4 0,-4-2-1 16,0 2-20-16,-1 1 10 0,-1-3 15 0,0 2-12 15,-1 1-8-15,-1-3-5 0,-4 2-5 16,6-2 2-16,0-4-10 0,-4 3 8 0,5-4-6 0,-3 0 1 16,2-2-13-16,0 0 12 0,1-1-12 15,-2 0-3-15,2-4 26 0,0-3-21 0,3 7 1 16,-3-7-9-16,10 1 9 0,-2-1-19 0,-8 0-15 16,17-2-2-16,-7-4-42 0,4 0-12 15,-1 1-28-15,4-2-44 0,-3-2-36 0,0 0-92 16,-1-5-222-16,2 3-267 0,-2-3 56 0,1-3 83 15,-4 7 53-15</inkml:trace>
  <inkml:trace contextRef="#ctx0" brushRef="#br0" timeOffset="-26026.11">33133 8518 627 0,'0'0'250'0,"-3"-7"-24"16,3 7-21-16,0-5-29 0,0 5-25 0,0 0-13 15,0 0-2-15,0 0-8 0,4-5-23 0,-4 5-3 16,0 0-2-16,0 0-13 0,13 10 0 15,-5-3-7-15,-5-1 9 0,3-2 3 0,-2 4-2 16,2 0 61-16,-3 4 0 0,1 0-21 0,0-4 6 16,-1 7 0-16,-3-5-24 0,0 5-68 15,1-3 2-15,-2 3-18 0,0-1 21 0,-1-2 2 16,-5 2-2-16,7 2 7 0,-1-7 0 0,-2 1-7 16,0 3-3-16,3-4-13 0,-3-2-2 15,3-1 12-15,-1 1-25 0,2 1 11 0,-1-8 4 0,0 7 0 16,3-6-23-16,-3-1-5 0,10 0-2 15,-10 0-23-15,16-2-24 0,-8-4-35 0,6-2-29 16,-2-2-66-16,0 0-90 0,1-4-381 0,-2 0-120 16,3-4 48-16,-1-1 111 0,-3-5 32 15</inkml:trace>
  <inkml:trace contextRef="#ctx0" brushRef="#br0" timeOffset="-25592.54">33301 8143 757 0,'-2'8'251'16,"-6"7"-10"-16,4-3-19 0,-2 3 1 0,2 2-23 15,-3-1-31-15,4 2-13 0,2 3-15 0,1-4-3 16,0 1 3-16,1-2-37 0,-1 1-9 16,3 0-5-16,4-1-3 0,-3-1-3 0,2-3-7 15,-2 1-8-15,6-1 3 0,-1-5-8 0,-1 0-8 16,2-2 0-16,1 1-15 0,-1-6 3 15,5 1-13-15,-3-2-3 0,1-1 8 0,-1-4 5 16,-2-1-16-16,0-3 3 0,0-2-12 0,-6-1 7 16,5-5-10-16,-8-1-1 0,2-5 1 0,-3 2 3 15,0-5-4-15,-3 1 73 0,-1 1-21 16,-2-1 2-16,-2 1-7 0,2 2-5 0,-1 1-3 16,2 10-5-16,-3-4 8 0,0 2-26 0,1 6 5 15,-3 0-4-15,-1 5-6 0,1 2 7 16,-1 1-7-16,-2 1 6 0,2 0-9 0,1 6 11 15,-3 3-19-15,2-3 9 0,2 3-18 0,-1 1 22 16,3 1 3-16,2 1 3 0,0-1-16 16,2-1 3-16,3 2-5 0,3-2-5 0,0 2-6 15,1-3 9-15,2-1-6 0,1 1-8 0,4-1-12 16,2-2 2-16,3 2-43 0,-1-1-62 0,5-5-48 16,-3 1-83-16,1-3-283 0,3-1-303 15,-1 0 85-15,0 0 77 0,-3-2 67 0,-3-3 48 16</inkml:trace>
  <inkml:trace contextRef="#ctx0" brushRef="#br0" timeOffset="-25293.56">33616 8218 806 0,'0'0'253'0,"13"3"-7"0,-9 1-23 16,2-3-6-16,2 4-96 0,0 0-6 0,-3 2 15 15,2 0 6-15,1 1 0 0,-2 2 4 0,0 4-22 16,-2-2 5-16,-1 2 54 0,0 2-1 0,-1-4-4 15,-2 3-42-15,-5 2 16 0,2-2-31 16,0 3 1-16,-4-1-4 0,-1-2-9 0,0 3-6 16,-4-1 28-16,1 1-40 0,1-4 2 15,1-2-3-15,2 1-25 0,-1-3 10 0,2-2-7 16,2 0-6-16,1-1-5 0,-3 1-12 0,5-5 12 16,0 3 5-16,1-6-10 0,5 8-18 0,1-6 6 15,1 0-1-15,4-2-10 0,5 0-5 16,-1 0 7-16,5 0-9 0,1-2-3 0,3 0-3 0,-4 1-74 15,4-5 18-15,0 5 5 16,-3 0-8-16,-1-4 21 0,3 4-5 0,-6 1-3 0</inkml:trace>
  <inkml:trace contextRef="#ctx0" brushRef="#br0" timeOffset="-22477.1">24211 8476 670 0,'0'0'192'0,"0"0"-23"16,0 0-64-16,0 0-51 0,0 0-72 0,4 0-174 15,-4 0-358-15</inkml:trace>
  <inkml:trace contextRef="#ctx0" brushRef="#br0" timeOffset="-21060.13">28013 10493 813 0,'10'-3'292'0,"6"1"-13"0,-1 4-30 16,-2 1-19-16,1-2-36 0,-4 5-17 15,6 1-11-15,-4 1-17 0,1 2-24 0,-2-2 1 16,2 6-14-16,-6-3-17 0,4 3 8 0,-5-2-22 16,1 3-9-16,-4-3 13 0,3 2-27 0,-4-5-1 15,-2 4-1-15,0-2-18 0,0-1 11 0,0-2-16 16,0-1 8-16,3 1-10 0,-3-2-8 15,-3-2-5-15,3-4 5 0,3 6-23 0,-3-6 0 16,0 0-5-16,0 0 0 0,0 0 0 0,6-14-6 16,-5 4-12-16,2 1 8 0,0-6 0 15,-3-1 2-15,4-1 3 0,-4-1-8 0,0 1 10 16,0-2 16-16,0 3 12 0,0-2 16 16,0 4-8-16,0-1 16 0,-1 3 9 0,-2-1-4 15,3 5 5-15,-3 0-13 0,0 1 5 0,1 3-5 16,-3 0-5-16,5 4 7 0,0 0-2 0,0 0-5 15,-21 12 7-15,18-3-7 0,-4 0 21 16,0 2-22-16,3 3 6 0,-2 3-5 0,4-2 0 16,-3 0 5-16,5-1-3 0,0 1 1 0,0 1-8 15,0 0-11-15,6-1 1 0,-5-3-14 0,7 3 11 16,1-5-13-16,-2 3 5 0,0-6 3 16,7 2-13-16,-4-5 8 0,0 1 2 0,4-3-17 15,-1-2-4-15,1-1 4 0,-4-1 4 0,3-3-5 16,1-2 1-16,-4-3 7 0,3-1-11 15,-5 0 1-15,-1 1 13 0,0-1-1 0,-1 2 3 16,2 0 6-16,-2 2 7 0,-2 0-8 0,-1 0 0 16,2 3-7-16,-3 0 4 0,-2 4-12 0,0 0 13 15,0 0-13-15,0 0 12 0,0 0 1 16,3 15-8-16,-6-7 18 0,3 0-15 0,0 0 2 16,0 1-8-16,0 1-2 0,0-2 10 0,3 2 3 15,1 1-3-15,-1-1-8 0,1-3 3 0,-1 2 3 16,4-2 5-16,-1-2-8 0,2 1 2 15,-1-4-4-15,2 2 7 0,1-3-5 0,-2-2 13 16,5-3-16-16,0 3 0 0,-5-6 3 0,2 4 8 16,0-5 2-16,1-2-5 0,-1-1-10 15,-3 0 3-15,0-6 9 0,-1 3-4 0,-5 3 0 16,-1 0-6-16,0-3 6 0,-1 5 4 0,-5-2-12 16,-1 3-3-16,-3 2-2 0,0 0-15 15,-1 1-6-15,-2 3-18 0,-2 0-7 0,-1 4-39 16,-2 3-20-16,2-3-39 0,1 5-53 0,2-2-128 15,-1 1-459-15,4 1 16 0,3-1 102 0,1-4 44 16,2 4 61-16</inkml:trace>
  <inkml:trace contextRef="#ctx0" brushRef="#br0" timeOffset="-20659.68">28635 10511 903 0,'13'-2'302'0,"-2"1"-20"0,-1 2-29 0,0 1-30 0,1 2-11 16,-1-1-25-16,0 4-15 0,-1-1-11 16,-1 3-5-16,-4 0-18 0,4-1-15 0,-6 3 0 15,-2-3-13-15,3 6-10 0,-3-3 5 16,0-4-26-16,0 4 6 0,-3 1-14 0,3-5-7 16,0 2-5-16,-1-5-13 0,1 3 3 0,-1 1-8 15,1-2 0-15,-2-2-3 0,4 2 1 0,-2-6-4 16,2 9-12-16,1-7-5 0,4 4 8 15,-3-4-3-15,4 2-5 0,-3-1 0 0,2 0 5 16,2 4-8-16,-4-3 1 0,5 0-6 0,-1 3 0 16,-1-2 13-16,-1 0-15 0,0 3 10 0,2-1 0 15,-4 0 2-15,3-3 18 0,-6 3 6 16,1 0-90-16,2 0 20 0,-5-3 26 0,1 3-15 16,-2 0 30-16,-4 3-17 0,1-3 9 0,-5 1 1 15,1 0-10-15,1 0 4 0,-4-1 16 16,-5 1-10-16,3-4-16 0,2 3-5 0,1-6-5 15,-3 4-15-15,-1-3-21 0,4-2-87 0,3-1-56 16,-4-5-82-16,1 4-220 0,4-6-284 16,2-3 48-16,-3-3 101 0,5-5 45 0,0-2 69 15</inkml:trace>
  <inkml:trace contextRef="#ctx0" brushRef="#br0" timeOffset="-20243.6">28885 10368 714 0,'6'7'330'0,"-1"0"-33"16,-3 2-18-16,1 1-26 0,3 0-7 0,-4 5-26 16,4 2-10-16,-2-2-31 0,2 3-15 0,-2-1-16 15,3-2-12-15,0 3 0 0,2-1-19 16,-2-2-1-16,4-1-14 0,-1-2-7 0,3 3-18 16,2-6-8-16,-2 1 7 0,4-2-6 0,-3-2-14 15,3-4 3-15,-1 2-13 0,-1-4-13 0,1-2 5 16,2-2-9-16,-5-2 1 0,3-2 1 0,-5-3-3 15,-3-3-2-15,-1 1-6 0,-1-6-7 16,-5 1-3-16,-1-1 13 0,-4-5-12 0,-3 0 14 16,-4-8-17-16,-5 6-6 0,2 1 16 0,1 0 5 15,0 8-69-15,1-1 13 0,-4 3 10 16,5 0 3-16,-2 5 7 0,-1 3-3 0,2 4-2 16,-4 2 8-16,3 2 5 0,3 2 0 0,-4 4 5 15,1 1 13-15,1 4 5 0,1 1-21 16,2 1 31-16,-1-1-20 0,6 3 10 0,-2 1-13 15,3 0 5-15,3-1-10 0,0 3 0 0,3-4 3 16,0 1 12-16,4 1-2 0,2-2-3 0,1 0-2 16,2-1-6-16,-1-3-55 0,8-1 2 0,-1 0-47 15,3-3-32-15,-1-1-34 0,3-4-66 16,-2-2-49-16,-4 4-213 0,4-8-258 0,0 4 41 16,-1-2 90-16,-3-4 45 0</inkml:trace>
  <inkml:trace contextRef="#ctx0" brushRef="#br0" timeOffset="-19860.36">29370 10476 808 0,'0'0'190'16,"0"0"-8"-16,0 0-11 0,0 0-17 0,0 0 4 15,0 0-7-15,0 0-2 0,0 0-19 0,0 0 1 16,-11 17-8-16,11-9 2 0,-3 2-5 0,0 3-7 16,3-4-16-16,0 2 6 0,0 3 45 15,0-3 1-15,0 3-11 0,3-3-20 0,-3 2-11 16,3-2-10-16,1 2-20 0,3-3 0 0,-2 0 0 15,0-3-16-15,2 3-2 0,1-3-5 16,-2-1 2-16,4-4-5 0,0 1 6 0,1 1-22 16,-2-4-1-16,2-4-1 0,1 1-2 0,-1 0-6 15,-2-3-7-15,0-3 8 0,1-5 7 16,0 4-10-16,-3-5 0 0,-3-3 3 0,1 3-11 16,-3-4 3-16,-2-4 0 0,0 5-13 0,0 1-77 15,-1 0 24-15,-2 0 17 0,0 3 3 0,-1 2 5 16,-3-1 13-16,3 4-11 0,-5 1 1 0,2 4 9 15,-1 0-1-15,-2 4 1 0,1-2 1 16,-5 4 8-16,4-1-1 0,0 6-2 0,-2-2-3 16,0 4-17-16,1 0-3 0,-1-1-11 0,3 3-38 15,0 1-20-15,4-1-26 0,-1-1-25 16,6 2-80-16,-3-1-107 0,6-2-369 0,0 1-18 16,1-2 85-16,3 0 58 0,-1-1 67 0</inkml:trace>
  <inkml:trace contextRef="#ctx0" brushRef="#br0" timeOffset="-19660.56">30042 10450 941 0,'15'-6'269'0,"2"3"-44"0,-3 0-10 15,-1-2-33-15,1 3-18 0,1-3-33 0,1 3-47 0,-3-4-40 16,1 4-78-16,0-5-160 0,-3 4-467 16,2-2 47-16,-4-2 77 0</inkml:trace>
  <inkml:trace contextRef="#ctx0" brushRef="#br0" timeOffset="-19493.39">30044 10261 826 0,'-8'15'348'0,"5"2"-23"16,0-2-25-16,3 2-16 0,-1-1-48 0,-2 1-16 16,0 3-13-16,3 5-35 0,-4 0-55 0,-6 6-50 15,-1 11-170-15,-9 0-32 0,0-2-600 16,-7 1 31-16,-8-4 108 0,-2 1 74 0</inkml:trace>
  <inkml:trace contextRef="#ctx0" brushRef="#br0" timeOffset="-18759.86">20755 12618 458 0,'0'0'181'0,"0"0"-9"16,0 0-31-16,0 0-3 0,0 0-18 15,0 0 1-15,0 0-19 0,0 0-15 0,0 0 8 16,0 0-1-16,0 0-25 0,0 0-5 0,-6 4-20 16,6-4-3-16,0 0-38 0,0 0-67 0,0 5-159 15,0-1-412-15,0-4 62 0</inkml:trace>
  <inkml:trace contextRef="#ctx0" brushRef="#br0" timeOffset="-18090.7">24564 10499 647 0,'7'0'223'0,"-7"0"-21"16,9 2-15-16,-9-2-26 0,7 0-46 0,-7 0-38 15,8 5-54-15,-5-3-118 0,0-1-475 16,0 3 22-16</inkml:trace>
  <inkml:trace contextRef="#ctx0" brushRef="#br0" timeOffset="-16710.81">30781 10109 693 0,'0'0'279'0,"7"-3"-33"0,-7 3-31 16,0 0 15-16,10 0-40 0,-10 0-26 0,0 0-16 15,14 7-5-15,-6-2-27 0,-2 2-4 0,-1-1-15 16,-3 3-2-16,1 0 64 0,0 0-13 0,-1 1-16 15,-2 0-9-15,-5 5-11 0,2-7-11 0,1 7-4 16,-3-5-13-16,-1 4-23 0,-2-3 2 16,1 1-20-16,1-1-7 0,-1-3-19 0,3 0-20 15,-3-1-13-15,4-3 5 0,0 3-30 0,1-6-44 16,2-1-16-16,-5 6-9 0,5-6-19 16,0 0 8-16,0 0 0 0,0-18-48 0,3 7-24 15,-1 0 1-15,0-3 35 0,1-3 26 16,0-1 59-16,3 0 25 0,-4 1 70 0,4-6 22 15,-2 6 36-15,-1 0 14 0,3 2 9 0,-5 2 34 16,2 0 7-16,4 3-5 0,-6 1-10 0,2 0-15 16,-3 1-13-16,3 2-3 0,-3-2 5 0,0 8-4 15,0 0-6-15,0 0 2 0,0 0-7 16,0 0-10-16,0 0-10 0,-6 22 22 0,5-12-17 16,-2-1-11-16,-1 4-2 0,1-2-66 15,3 0 14-15,0 3-14 0,0 0-1 0,3-3 3 16,-3 5 5-16,7-7-3 0,-6 7 11 0,8-6 0 15,-2 3 2-15,1-2-5 0,2-1 5 0,3-3-2 16,1-1-6-16,3-3-37 0,-3 1-17 16,4-2-24-16,-5-1-4 0,6-2-7 0,-1-5-46 15,0 3-15-15,-5-2-1 0,6-3-12 0,-7-2-31 16,0-1 18-16,-1-3 10 0,-2-1 31 0,-4 0 15 16,1 3 49-16,-2-3 33 0,0 0 44 0,-1 4 38 15,0-1 16-15,-2 0 9 0,2 4 11 16,-3-2-15-16,0 3 7 0,3 0-15 0,-3 6 12 15,0 1 1-15,0 0-10 0,0 0-1 0,0 0-2 16,0 0 7-16,0 0 9 0,4 14-22 16,-4-3 1-16,3-3-8 0,-3 6 0 0,5-3-12 15,-3 6 7-15,2-2-8 0,-1 3 0 0,1-1-2 16,2-2-26-16,-1 3-31 0,-3-1 1 16,7-1-60-16,-7 1-53 0,6-2-87 0,-3 0-267 15,1-3-247-15,-2-2 53 0,3 0 74 0,-3-5 72 16</inkml:trace>
  <inkml:trace contextRef="#ctx0" brushRef="#br0" timeOffset="-16293.28">31267 9958 898 0,'9'-2'264'0,"-4"-3"-29"0,2 5-10 15,-7 0-22-15,21 2-11 0,-10 3-18 0,-1 2-8 16,1-3-25-16,-3 3-8 0,2 3-13 0,-4 1-5 16,2-1-10-16,-5 1-7 0,-2 2 50 0,-1-1-17 15,0 1-16-15,0-1-26 0,0 1-58 16,-2-1 2-16,-3-2 1 0,1 3-6 0,4-3-3 16,-1-3-4-16,0 1 7 0,-1-2-10 0,-1-2 8 15,3 2-1-15,0-6-17 0,3 4-11 0,-3-4 21 16,8 5-23-16,-8-5 15 0,10 0-10 15,-3 2 8-15,-7-2 5 0,17 0-26 0,-10 0 16 16,3 0-3-16,0 1 7 0,1 2 3 0,0 0-4 16,1-2 6-16,-1 5 9 0,-1-4-8 15,3 4-3-15,-3-3-2 0,-1 4 27 0,0-1-12 16,-2-1-5-16,1 2 26 0,-6 1-1 0,7-1 16 16,-8 0-28-16,0 0 20 0,-2 2 3 0,-6 0-11 15,3 0-12-15,-5 0 2 0,-1 1-4 0,-1-2 1 16,1-1-27-16,-4 3 17 0,4-4-58 15,-3-2-18-15,2 1-65 0,1-4-63 0,0-1-151 16,-1 0-515-16,1-1 105 0,0-6 54 0,2-1 54 16,-1-4 73-16</inkml:trace>
  <inkml:trace contextRef="#ctx0" brushRef="#br0" timeOffset="-15877.02">31555 9832 954 0,'0'11'295'0,"0"-1"-50"16,0 3 47-16,3-3-13 0,-3 7-31 15,0-7-20-15,6 5-20 0,-5-1-22 0,5-2-11 16,-2 1-32-16,2-2 0 0,1-3-20 0,0 2-15 16,0-3-9-16,0 1-1 0,5-3-9 0,-1-3-17 15,0-1 10-15,3-1-8 0,-1-1-10 16,1-1-5-16,0-4-5 0,-1-1-11 0,-2-5-2 15,-1-1-5-15,-1-4 2 0,-4 0-20 16,3-2 5-16,-6-3-2 0,-2-2 2 0,-1 5-10 16,-2-6 5-16,-3 1-3 0,2 5-15 0,-3 2 26 15,2 1-14-15,-3 0 16 0,1 7 1 16,0 0-11-16,-3 2-8 0,0 0 18 0,0 7-2 16,-1 0-14-16,-2 2 19 0,1 3 7 0,1 0-4 15,-4 4 12-15,6 1-21 0,-1 1 6 0,2 2-10 16,0-1 2-16,2 2-8 0,2-2 16 0,1 2-18 15,3 0-1-15,0-3 4 0,3 3-4 16,0-3 1-16,1 0-13 0,5 3-28 0,-4-4-21 16,5-2-25-16,0-1-41 0,7 3-44 0,-3-6-84 15,3 0-212-15,1-2-416 0,0-2 101 16,-2-2 66-16,2 2 64 0,-2-8 64 0</inkml:trace>
  <inkml:trace contextRef="#ctx0" brushRef="#br0" timeOffset="-15693.79">31927 9813 944 0,'3'5'238'0,"-3"3"-10"0,2-1-11 0,-1 3-4 16,0 4-24-16,2-2-15 0,-3 2-12 15,3 3-6-15,0-1-31 0,-2 0-2 0,2 1-8 16,-3-1-23-16,6 1 67 0,-5 0-18 0,0-1-18 16,2 0-26-16,0-3-46 0,-1 1-41 15,0 2-66-15,1-6-64 0,0 0-192 0,2 2-451 16,-3-5 64-16,1-2 82 0,4-4 57 0</inkml:trace>
  <inkml:trace contextRef="#ctx0" brushRef="#br0" timeOffset="-15494.82">32177 9841 1062 0,'0'0'376'0,"8"-6"-28"0,-6 4-33 16,4-3-36-16,2 3-26 0,1 1-17 0,0-5-39 16,3 5-5-16,0-2-54 0,0-2-17 0,2 2-52 15,-1-3-41-15,1 4-36 0,-1-4-41 16,-2 4-94-16,2-4-126 0,-4 2-478 0,-1-1 51 0,-3-3 56 16,-2 3 56-16</inkml:trace>
  <inkml:trace contextRef="#ctx0" brushRef="#br0" timeOffset="-15310.98">32245 9613 632 0,'0'0'240'0,"-10"5"-14"0,7 2 78 0,-2 0-20 15,-1 4-17-15,5-3-14 0,-2 6-33 0,0-1-10 16,3 3-28-16,0 1 7 0,0 3-33 0,0-1-18 16,0-1-7-16,0 0-16 0,3 2-20 0,-1-1-5 15,0-1-26-15,-2-2-39 0,3 1-53 16,4 0-80-16,-6-2-140 0,5 2-522 0,1-4 35 15,-1-2 87-15,-2-4 75 0,3-2 38 0</inkml:trace>
  <inkml:trace contextRef="#ctx0" brushRef="#br0" timeOffset="-15027.64">32371 9501 988 0,'0'0'332'0,"18"0"-14"15,-8 2-39-15,3 3-41 0,1-1-5 0,2 3-31 16,2 2-13-16,0 4-12 0,2-3-21 16,-3 5-7-16,-2 0-29 0,-2-2 3 0,-1 4-8 15,-2 0-23-15,-5-1-5 0,0 3-10 0,-4-1-8 16,-2 0 0-16,-1-1-15 0,-1 0-13 15,-2 0-10-15,-1-1-29 0,1-1-10 0,-3-2-27 16,5 0-27-16,-1-4-30 0,-3 0-80 0,5-2-263 16,0-4-371-16,-1 0 94 0,3-3 70 0,0 0 87 15,0 0 9-15</inkml:trace>
  <inkml:trace contextRef="#ctx0" brushRef="#br0" timeOffset="-14776.43">32638 9472 821 0,'0'0'297'0,"0"0"-44"16,0 0 65-16,0 0-14 0,-6 21-60 15,3-13 1-15,-2 6-12 0,2-3-20 0,2 6-14 16,0-2-17-16,-4 3-21 0,5-1-22 0,0 0-9 16,0-1-17-16,0 2-1 0,3-1-12 15,0-2-8-15,1 2-17 0,1-2-4 0,1 1 6 16,0-5-15-16,1-2-6 0,3 4-18 0,1-5-25 15,-1-4-41-15,0 3-31 0,1-7-41 16,2 0-125-16,1 0-195 0,-1 0-427 0,2-7 105 16,-3 3 45-16,-1-4 83 0,0 0 53 0</inkml:trace>
  <inkml:trace contextRef="#ctx0" brushRef="#br0" timeOffset="-14444.68">32875 9665 808 0,'6'1'256'16,"-6"-1"-20"-16,7 3-13 0,-1 2-11 0,0-3-105 15,-2 0 27-15,2 3-19 0,-4 0 8 0,4 0 12 16,-2 2-12-16,-1-1 18 0,2 3-31 0,-3-2 10 16,1 3 1-16,-3-1 55 0,0 1-7 0,0 0-28 15,0 4 2-15,-3-3-2 0,-1 4-31 16,-2-1 16-16,2-3-37 0,-2 6 1 0,-2-7-1 15,4 3-22-15,-2-3 25 0,3 0-10 0,-1-2-15 16,-2 1 2-16,3-1-11 0,3-1-4 16,-3 1-3-16,1-3-10 0,-1-2 13 0,3-3-31 15,0 9 16-15,0-9-16 0,5 7-16 0,-5-7 21 16,11 1-5-16,-11-1-2 0,15-2-16 16,-4-3-2-16,2 4-52 0,1-8-23 0,1 3-40 15,-3 0-39-15,5-5-64 0,-7 1-231 0,8 0-421 16,-5-5 94-16,-2 2 63 0,2-6 83 15,-6 1 46-15</inkml:trace>
  <inkml:trace contextRef="#ctx0" brushRef="#br0" timeOffset="-14044.76">33100 9591 847 0,'0'0'294'16,"0"0"-35"-16,0 0-16 0,0 0-28 0,16 9 2 15,-11-6-19-15,-2 2-22 0,0 2-4 0,0-3-11 16,-1 3-15-16,-1 2-11 0,0-1 1 0,-1 0-8 16,-1 4-28-16,-2-3 2 0,0 1-17 0,0-1-8 15,-2 1 2-15,2-3-5 0,-3 3-18 16,4-4 6-16,-3-2-3 0,5 1-11 0,-3 2 6 16,3-4-8-16,0-3 0 0,-1 8-10 0,1-8 5 15,1 6-10-15,-1-6 7 0,3 3-10 16,-3-3 8-16,10 1-15 0,-4 3-1 0,2-3-2 15,-1 1 0-15,-7-2 0 0,13 1 2 0,-2 5-7 16,-2-5 8-16,0 5-11 0,0-2-8 16,-2 1 16-16,0-2 5 0,-1 4-5 0,1 0 34 15,0 0-24-15,-3 0 20 0,-1-1-17 0,0 4-8 16,-3-1 21-16,-3-3-19 0,0 6 14 16,2-2-11-16,-5-2-10 0,0 2 15 0,-2-2-13 0,1 2 3 15,-1-3 8-15,-2 1-26 0,1-1-23 16,5 1 16-16,-2-5-29 0,0 3-33 0,1-5-69 15,5-1-49-15,-7 0-115 0,7 0-199 16,-6-8-357-16,9 3 91 0,-3-5 60 0,6-3 85 16,-5-3 52-16</inkml:trace>
  <inkml:trace contextRef="#ctx0" brushRef="#br0" timeOffset="-13644.7">33335 9469 890 0,'-3'9'341'0,"2"3"-24"0,-2-2-33 16,0 0-23-16,0 2-15 0,3-1-36 0,0 0-5 16,0 3-11-16,0-4-22 0,3 4-21 15,0-3-3-15,-1-1-25 0,3 0-5 0,-1-1-11 16,2 0-2-16,-2-2-5 0,3-2-5 0,2 1-11 16,1-4-7-16,-2 0-8 0,-1-2-15 0,4 0-3 15,-1-2-12-15,0 0 12 0,2-4-8 16,-4-2-7-16,-1-1-10 0,-1 1-6 0,-2-9-7 15,-4 4-10-15,4-1-1 0,-8-7 1 0,1 3-6 16,1 1 11-16,-6 0-3 0,4 1 8 0,-3 0 2 16,-3 4 6-16,5-1-14 0,-5 4 1 15,0 0 5-15,0 5-1 0,-2 0 27 0,1 2-26 16,1 1-1-16,0 2-1 0,-1 1-4 0,1 2 27 16,0-1-19-16,5 3-10 0,-4 0 16 15,2 1-9-15,1 0-4 0,4 2 7 0,-3-1-4 16,5 0 4-16,0-1 8 0,3 0-5 0,1-3 5 15,2 3-23-15,1-1 3 0,4-2-39 16,-1 1 13-16,3-3-51 0,7 2-34 0,-5-1-74 16,3-3-115-16,-2 0-537 0,1-3 7 0,0 0 90 15,-1 2 87-15,-1-5 56 0,-2 2 61 0</inkml:trace>
  <inkml:trace contextRef="#ctx0" brushRef="#br0" timeOffset="-13410.2">33641 9481 657 0,'6'2'215'0,"0"1"75"0,-2 2-11 0,5-3 0 16,-2 5-31-16,1 0-2 0,-1 1-3 0,2-1-33 16,-5 3-18-16,6 1 10 0,-6-1-31 0,1 5-9 15,-4-7 14-15,0 9-14 0,-2-3-24 16,0-2-15-16,-1 2 7 0,-1 0-4 0,-1 0 2 16,-3 1-34-16,4-5-12 0,1 3-26 0,-3-4 32 15,5 1-40-15,-3 0 11 0,0-3 0 0,6 1-3 16,-3-1 11-16,0-4-29 0,3 2 8 15,3 0 0-15,4-2 6 0,0-1-83 0,1-1 0 16,4 2 16-16,3-3-1 0,-2-3 1 0,5 3 0 16,2-1 10-16,-3 1 2 0,-6 0-12 15</inkml:trace>
  <inkml:trace contextRef="#ctx0" brushRef="#br0" timeOffset="-13347.12">33838 9786 1144 0,'-58'11'-604'0,"-10"0"71"0</inkml:trace>
  <inkml:trace contextRef="#ctx0" brushRef="#br0" timeOffset="-11328.1">28262 11643 491 0,'0'0'225'0,"1"-10"-23"16,2 3-15-16,0 6-10 0,3-6-18 0,-2 4-11 15,3-3-10-15,0 5-2 0,0-6 0 16,0 7-39-16,2 0 3 0,-9 0-8 0,18 0-8 16,-8 0-12-16,1 7 71 0,2-1-20 15,-3 2-13-15,1 1-10 0,-1 3 2 0,0 0-14 16,-1 1-9-16,-4 2-13 0,2-1 6 0,-4 0 7 15,0 1-15-15,-3 2-10 0,3-2-5 0,-6 0-1 16,3 1-4-16,-3-4-3 0,3 2-5 0,-3-3 2 16,3 2-5-16,-1-4-2 0,0-1 5 15,-1-3-3-15,-1 0-17 0,3 0-14 0,0-5-2 16,0 0 3-16,0 0-8 0,0 0-6 0,0 0 1 16,7-21-15-16,-1 7-4 0,-3-1-9 15,2-1-3-15,-2-5 5 0,3 2 13 0,-5-3 3 16,5-3 7-16,-2 4 5 0,-1 0 13 0,3 3 11 15,-5 3 9-15,0-2 9 0,2 5-6 16,0-1 5-16,-3 2 5 0,0 2-20 0,3 1 3 16,-6 3-1-16,3 1 3 0,0 4 3 0,0 0-1 15,0 0 1-15,0 0 5 0,-14 11-8 16,11-3 8-16,1 2-6 0,-3 3-2 0,1-1-7 16,-2 3-6-16,3 0 0 0,-1 1 11 0,0 0 4 15,4 0-15-15,-3-1 6 0,3 0 7 0,0 2-13 16,3-4 3-16,-3 2-6 0,4-3 1 0,3-2-8 15,-1 3 15-15,1-4-15 0,0-1-7 16,4-5-9-16,-1 4-9 0,0-6 7 0,1 1-10 16,-1-2 0-16,3-2 12 0,1 1-9 0,-4-6 4 15,1-1 1-15,-1 1 4 0,0-3-2 16,-1 1-7-16,-4 0 20 0,2 2 7 0,-1-2-2 16,-2 1 8-16,-1 4 2 0,0 0 3 0,3 0-8 15,-6 4 13-15,0 0 0 0,0 0-8 0,0 0 6 16,0 0 1-16,-6 20-6 0,6-7-4 15,-3-2 11-15,0-1 3 0,2 5-11 0,-2-1 5 16,3 2 3-16,0-4-2 0,0 5-4 0,0-3-6 16,4-2 1-16,-1 3 11 0,0-5-10 0,4 4 5 15,-3-6-1-15,3 2-4 0,1-4-13 16,1-4-3-16,-2 3 11 0,3-5-1 0,0-3-7 16,4 1-2-16,-1 0-1 0,-2-4 0 0,-1-4 8 15,3 1 3-15,-5-4-1 0,2 1-9 16,-2-4 9-16,-6-2-2 0,1-1-5 0,1 1 10 15,-4 1-12-15,0-1 7 0,-4 2 7 0,1 0 4 16,1 6-9-16,-3-1-63 0,-5-1 7 0,4 3 3 16,-6 5 5-16,1 0-3 0,-5 3 13 15,0 1 11-15,1 1-4 0,-4 3 4 0,1-1-1 16,4 4-17-16,-3-1-14 0,1-1-19 0,3 2-34 16,1 2-34-16,1 0-27 0,2-2-42 15,5 2-48-15,1-3-458 0,0-3 61 0,6 4 28 16,-3-7 67-16</inkml:trace>
  <inkml:trace contextRef="#ctx0" brushRef="#br0" timeOffset="-10927.48">28854 11622 867 0,'0'9'302'0,"0"-1"-23"15,0 0-36-15,0 3-12 0,0 2-26 16,3-1-19-16,-3 3-17 0,3 1-23 0,0-4 0 16,1 5-23-16,2-2-15 0,-4 0-1 0,4-2-15 15,1 1-7-15,1-5-6 0,-3 3-5 16,3-7-7-16,1 2-8 0,-2 0-11 0,4-6-4 16,-4-1-3-16,3 0-10 0,-10 0-3 0,17-5 0 15,-10 0-5-15,1-3-8 0,-3-1 11 16,0-4-13-16,-2-2-6 0,0 1 6 0,0 0 2 15,-3-1-2-15,0 3 10 0,0-1-2 0,0 1-1 16,0-1 8-16,0 4-20 0,0 1 7 0,0 4 11 16,0 0-8-16,0 4 10 15,0 0-7-15,0 0-11 0,0 0 10 0,0 0 1 0,-3 22-1 16,0-11-7-16,3 2 8 0,0-1-4 16,0 5 1-16,0-2-7 0,3 3 9 0,-3-2-7 0,3 0-3 15,-3 2-10-15,4-1-23 0,-1-1-41 16,0 1-51-16,1-2-59 0,-1-1-164 0,7-3-468 15,-3-1 66-15,0-3 59 0,0-4 72 0,0 0 66 16</inkml:trace>
  <inkml:trace contextRef="#ctx0" brushRef="#br0" timeOffset="-10278.14">29336 11375 849 0,'3'-7'223'0,"0"3"-18"0,-2-2-13 16,5 3-28-16,-3-1-3 0,1 1-18 15,-4 3-23-15,7-5-9 0,-3 2-12 0,-4 3-14 16,6-4-8-16,-6 4-3 0,0 0-8 0,7-3 6 16,-7 3 10-16,0 0 8 0,0 0 12 15,-3 15-35-15,1-6 76 0,-3 2-15 0,-2 2-5 0,0 0-3 16,0 4-10-16,-3 5-23 0,0-4-5 15,3 7-3-15,0-4-4 0,1 0-75 0,2 4-13 16,0-7 15-16,1 2 4 0,3-3-1 0,0 3 0 16,3-5 10-16,4 0-10 0,-3-2 5 15,-1 1-2-15,4-5 2 0,0 0 1 0,3-2-6 16,-3-2-5-16,3-2-8 0,1-3 8 0,-1 0 0 16,0-7-3-16,1 6 9 0,2-6-6 15,-3-3 2-15,1-1 3 0,-2-2-7 0,-2 1-6 16,0-4-2-16,-3 0 7 0,1-3-2 0,-4-2-8 15,-1-3 6-15,-1-1-4 0,-1 4 6 16,-5-3 5-16,4 4 8 0,-1 5 2 0,1-1-5 16,-2 1-2-16,0 5-1 0,1-2 4 0,-6 8-1 15,6-2-8-15,-5 6 6 0,-1 0-8 0,-1 6 15 16,1-2-3-16,0 4 11 0,-1 2-15 16,1 2 10-16,0-2 7 0,3 4-10 0,0-2-12 15,4 2 7-15,2-4-5 0,1 4-5 0,0-3 15 16,1 3-10-16,2-3 10 0,4-1-2 0,0 2-10 15,0-2-9-15,1-3 9 0,0 1-37 16,6-2-35-16,-2 1-26 0,0-4-15 0,-1-1-59 16,2-2-184-16,6 0-436 0,-7-1 98 0,2-3 28 15,-1 4 79-15</inkml:trace>
  <inkml:trace contextRef="#ctx0" brushRef="#br0" timeOffset="-9778.07">29563 11543 811 0,'0'0'274'0,"0"0"-34"15,0 0-22-15,-8 0-26 0,8 0-13 0,0 0 0 16,0 0-28-16,0 0 11 0,0 8 4 0,0-8-18 16,0 7 6-16,0 1-13 0,0-1-82 15,0 3 7-15,0 0-15 0,0 2 1 0,0 1-4 16,0 0-4-16,3-1 4 0,0 3-9 0,0 0-3 16,-2 1 7-16,7-4 1 0,-6 5-8 15,8-5-16-15,-3 1 13 0,0-1-5 0,2-2-10 16,1-2-2-16,-2-1 2 0,2-3 2 0,1 2-10 15,-1-5 13-15,3 0 8 0,-2-1 0 0,2-2-13 16,-2-2-5-16,-1-1-6 0,0-3 11 16,1 0-5-16,-4-6 0 0,1 3-8 0,-6-4-3 15,1-2 24-15,-3-1-16 0,-3-1 0 0,1-4-4 16,-6 1 1-16,4 4 1 0,-5-4 0 0,-2 4-6 16,1 1 1-16,2 5 4 0,-2-1 4 15,0 2 4-15,-1 2-2 0,4 1-13 0,-3 3 7 16,0 2-1-16,-3-1-9 0,6 4-2 0,7 0-3 15,-21 5-25-15,14-3-8 0,-2 3-43 0,1 2-47 16,4-3-43-16,-2 5-49 0,6-4-58 16,-3 3-490-16,6-3 95 0,-3 2 31 0,5-2 49 15</inkml:trace>
  <inkml:trace contextRef="#ctx0" brushRef="#br0" timeOffset="-9578.54">29971 11546 947 0,'15'-5'253'16,"1"-2"-30"-16,1 4-11 0,-3-2-22 0,0 2-22 16,3-2-45-16,-3 2-38 0,4-3-62 0,-2 3-82 15,-3-2-182-15,4 0-422 0,-6 0 67 0,-1-3 56 16</inkml:trace>
  <inkml:trace contextRef="#ctx0" brushRef="#br0" timeOffset="-9411.23">30029 11341 808 0,'1'10'244'0,"2"4"4"0,0 1-31 0,5-2-30 16,0 3-20-16,0 1-19 0,2 5-7 0,4-2-8 15,-4-2-26-15,4 2-37 0,-3 0-50 0,2 0-46 16,-2 0-102-16,-1-3-227 0,4 1-306 16,-4-1 67-16,3-4 52 0</inkml:trace>
  <inkml:trace contextRef="#ctx0" brushRef="#br0" timeOffset="-9127.6">30418 11225 785 0,'8'1'236'16,"-1"6"-21"-16,4 3-10 0,-1-2-19 0,-1 7-17 16,-2-1-5-16,1-1-10 0,-2 2-6 0,-3 2 57 15,1-1-26-15,-4-2-7 0,0-1-11 16,-3 3-13-16,2 1-12 0,-5-2-16 0,3-5-10 15,0 7-22-15,-2-9-7 0,2 6-29 16,0-6-4-16,2 2-17 0,-2-3-8 0,0-1-51 0,3-2-36 16,0-4-46-16,0 0-5 0,0 0-19 15,0 0-34-15,0 0-109 0,3-17-258 0,1 9-161 16,-1-9 79-16,3 2 51 0</inkml:trace>
  <inkml:trace contextRef="#ctx0" brushRef="#br0" timeOffset="-8911.44">30549 11151 575 0,'0'-11'238'0,"0"1"-5"0,-3 2 57 15,3 2-16-15,-3 1-24 0,3 5-22 0,0 0-15 16,0 0-14-16,0 0-14 0,0 0-16 0,-11 15-18 16,10 0 7-16,0-5-4 0,-4 8-11 0,5 2-15 15,-3-1 3-15,3 3-98 0,0-1 8 16,0 0 0-16,3 4 0 0,-3-4 0 0,5 2-13 16,-3 0 3-16,2-5-6 0,1 1 1 0,0-2-1 15,0 1 6-15,0-3-23 0,3 2-8 0,1-5-10 16,-2-1-21-16,3-2-56 0,4-1-46 15,-4-5-44-15,3 1-107 0,1-1-238 0,-1-3-220 16,-1-3 53-16,-2-4 80 0,4 0 61 0</inkml:trace>
  <inkml:trace contextRef="#ctx0" brushRef="#br0" timeOffset="-8711.56">30778 11259 622 0,'0'0'273'0,"-5"17"-6"0,3-9-11 15,2 2 56-15,-3 4-23 0,3 0-30 0,0-2-19 16,0 5-27-16,3 0-3 0,-1 1-29 16,0 2-14-16,-2-1-16 0,3-1-28 0,-3-2-1 15,3 5-24-15,3-4-6 0,-4 0-13 0,1 0-17 16,0-1-39-16,1-2-46 0,-1 0-64 16,-3-3-75-16,5 0-106 0,-3-3-503 0,1-2 16 15,3-2 95-15,-4-1 61 0,-2-3 66 0</inkml:trace>
  <inkml:trace contextRef="#ctx0" brushRef="#br0" timeOffset="-8494.52">30867 11306 793 0,'0'10'312'0,"0"0"-40"16,3 5-19-16,-3-1-12 0,6-1-26 0,-4 3-26 0,1 1-7 15,3 0-16-15,-2-1-20 0,2 1 56 16,-2 3-33-16,3-2-5 0,-3-6-28 0,2 5-24 16,-2-2-60-16,4-5-24 0,-6 2-41 0,7-3-51 15,-4-2-100-15,1-2-248 0,1 0-343 16,0-3 71-16,2-2 70 0,-9 0 66 0</inkml:trace>
  <inkml:trace contextRef="#ctx0" brushRef="#br0" timeOffset="-8278.19">31066 11226 808 0,'-1'18'277'0,"0"-5"-3"0,1-2-18 0,0 4-16 16,1 2-22-16,0 1-8 0,2-2-34 16,-3 5 50-16,6-3-34 0,-5 2 0 0,5-4-23 15,-2 5-16-15,3-1-7 0,-1-2-23 0,-2-3-21 16,2 2-10-16,-2-2-20 0,3-4-18 15,-3-1-21-15,2 1-25 0,-2-3-34 0,5-4-74 16,-5 2-51-16,4-5-89 0,1 1-526 0,-2-4 16 16,0-3 87-16,0 0 70 0,-3-4 52 0</inkml:trace>
  <inkml:trace contextRef="#ctx0" brushRef="#br0" timeOffset="-8028.25">31216 11168 726 0,'0'8'285'0,"0"2"-32"16,0 4 6-16,0 0-27 0,0-2-22 0,3 5-20 15,-2 4-14-15,2-4-14 0,0 0-11 0,2 3-39 16,-3-5 1-16,1 3-3 0,2 0 69 0,-3 2-25 16,2-4-26-16,-1-2-26 0,0 1-17 15,1-1-37-15,-1-1-9 0,1-1-21 0,-1-2-11 16,3 0 1-16,-2-2 0 0,0 0-14 0,-1 1 6 15,1-2-20-15,-1-1-21 0,-3-3-33 0,6 4-95 16,-5-2-515-16,2-3-73 0,-3 1 78 16,0-3 98-16,0 0 49 0</inkml:trace>
  <inkml:trace contextRef="#ctx0" brushRef="#br0" timeOffset="-7128.48">30864 11300 642 0,'0'-7'246'0,"0"7"-24"15,0 0-7-15,-1-7-2 0,1 7 4 16,0 0-7-16,0 0-77 0,0 0 36 0,0 0-36 16,1 22-5-16,-1-12 11 0,0 2-16 0,3 1-8 15,-3-1 66-15,3 1-27 0,-3 3-8 16,3 1-5-16,1 0-11 0,0 1-17 0,1-3 0 15,-3 5-24-15,6-2-2 0,-3-2-2 0,3-3-19 16,1 2-7-16,-2 0 2 0,0-2 3 16,3-1-12-16,0-2-78 0,0 3 18 0,1-8-20 15,1 5 18-15,-4-3 10 0,6-3-15 0,-2-1 4 16,0-2-4-16,-2-1 7 0,3 0-4 0,-1-3-1 16,-2-2 5-16,0 3-12 0,2-6 4 0,-4 1 3 15,-1-3-7-15,0-1 10 0,0-4-18 16,-3 0-1-16,-1-2-1 0,0-5 7 0,-3 4 2 15,-3-2 19-15,3 2-14 0,-3-3 14 16,2 5-6-16,-2-1 0 0,0 6 6 0,-1-3 7 16,3 6 5-16,-2-2 0 0,0 3-2 0,0 3-5 15,1 0 12-15,2 4-5 0,-8 0-5 16,8 0 11-16,0 0-11 0,-11 13 0 0,8-4 8 16,2 1-16-16,-2 1 11 0,0 3 10 0,3 0-11 15,0-2 9-15,0 5-3 0,0-1 5 0,3 1-8 16,-3 3-5-16,3-1 3 0,1-3-8 15,0 1 5-15,1 0-5 0,-3 1 2 0,6-3 1 16,-6-2-1-16,6 2-17 0,-6-2-13 0,5-2-34 16,-4-3-14-16,1 2-19 0,-1-5-66 0,0 2-116 15,1-4-273-15,2-3-208 0,-2 1 59 0,-4-1 67 16,0 0 59-16</inkml:trace>
  <inkml:trace contextRef="#ctx0" brushRef="#br0" timeOffset="-6528.38">31161 11043 862 0,'0'0'305'0,"0"0"-13"15,0 0-24-15,0 0-14 0,3 25-29 0,-2-13-25 16,-1 1 7-16,3 5-20 0,-3 2-13 16,3 0-10-16,-3 1-8 0,4 0-15 0,-4 2-16 15,3 1-20-15,-3-5-3 0,3 4-7 0,1-4-8 16,-2 3-20-16,-1-2-1 0,3-2 1 0,-1 1-6 16,0-2-2-16,-2 0-15 0,5-1 4 15,-2-3-12-15,3 2-67 0,-3-2 6 0,2-1 2 16,1-4 10-16,2-1 0 0,2 0-2 0,-1-4-13 15,3 3 15-15,-2-4 8 0,0 0-13 16,0-4 13-16,2 1-11 0,0-5-2 0,1 3 13 16,-1-3-10-16,0-3-3 0,-2-1 0 0,-4-3-10 15,4-4-5-15,-5-1-1 0,-2-6-7 0,1-1 3 16,-4-1-8-16,-1-6 2 0,-3-1 1 16,-3-2 4-16,-1-14 6 0,-1 12 0 0,-3-9 2 15,1 13 11-15,-1 5 12 0,0-1 5 0,1 8 16 16,-1-1 5-16,1 5 5 0,-3-1-5 15,2 7 10-15,1 0-15 0,-1 1 2 0,-2 8-7 16,1-3 5-16,-1 4 2 0,0 5 19 0,3 0-14 16,-4 2-10-16,4 5 6 0,3 3-1 0,-4 4 3 15,2 0 5-15,5 0-8 0,-2 2-4 0,5 0 1 16,0 2 6-16,2-2 0 0,0 5-8 0,2-7-2 16,3 4 7-16,-2 1-2 0,3-3 3 15,5-2-1-15,-4 2-12 0,-1-8 12 0,3 2-2 16,4-3-3-16,-4-1-2 0,7-3-6 0,-6 1-12 15,6-2-13-15,-2-5-41 0,-2 2-41 16,0-3-79-16,0-3-154 0,4 3-471 0,-4-3 87 16,2-1 49-16,-5-3 94 0,4 3 60 0</inkml:trace>
  <inkml:trace contextRef="#ctx0" brushRef="#br0" timeOffset="-6311.91">31602 11293 829 0,'3'18'320'15,"-1"-3"33"-15,-1 2-7 0,0-2-57 0,6 3-5 16,-2-1-26-16,-3 1-32 0,4 2-16 0,-2 0-21 16,4 1-15-16,-2 0-31 0,1-3-12 0,-1 4-23 15,0-4-32-15,-2-1-40 0,3-2-36 16,-6 3-41-16,5-3-87 0,-3-5-133 0,1 3-527 15,1-5 35-15,-3-4 100 0,1 1 90 0,-3-5 26 16</inkml:trace>
  <inkml:trace contextRef="#ctx0" brushRef="#br0" timeOffset="-6078.74">31876 11168 1021 0,'9'0'284'0,"-9"0"-18"16,18-2-28-16,-5 1-38 0,1 1-21 0,0-4-36 16,3 2-33-16,-1 2-61 0,-1-1-54 0,2 0-74 15,-3-1-206-15,2-2-388 0,-2 3 64 16,-2-5 66-16</inkml:trace>
  <inkml:trace contextRef="#ctx0" brushRef="#br0" timeOffset="-5896.01">31958 10966 888 0,'0'18'353'0,"-3"-1"-31"0,3 1-32 0,0-1-34 15,0-2-16-15,3 2-32 0,2 4-11 16,-3-3-39-16,1 1-48 0,0-2-51 0,4 6-54 16,0-5-89-16,-4 3-249 0,4-4-409 0,-3 0 87 15,2-5 61-15,-2-4 49 0</inkml:trace>
  <inkml:trace contextRef="#ctx0" brushRef="#br0" timeOffset="-4962.3">30457 12418 767 0,'-10'-2'282'0,"10"2"-23"0,0 0-29 0,-8 0-15 15,8 0-26-15,0 0-22 0,0 0-3 0,0 0-19 16,0 0-22-16,0 0-2 0,15-8-14 0,-6 8-15 16,-9 0-2-16,21-3-6 0,-9 3 1 15,0 0-14-15,2 1 6 0,-4 1-13 0,4-1-7 16,-1 5-6-16,1 0-18 0,-2 0 8 0,-1 1-5 16,0 2-3-16,-4 3 5 0,-1-2-7 0,-2 1-15 15,2 0 7-15,-5 2-3 0,-2 1 3 16,-2-2-8-16,0 3-2 0,0 0-3 0,1-5 6 15,-3 1-3-15,1 1-1 0,1-4-4 0,-3 1-3 16,3-3-12-16,3-2 9 0,0-4-40 0,0 0-3 16,0 0-8-16,0 0 0 0,0 0-9 15,3-25-32-15,3 11-12 0,-2-4-11 0,2-2-18 16,1-5-12-16,1-6 7 0,2-1 24 0,1-1 35 16,0 5 34-16,-6-4 27 0,2 7 32 0,1 1 22 15,-2 5 11-15,-3 1 17 0,3 2-15 16,-5 1-2-16,5 5 0 0,-4 1-6 0,-1 2 11 15,0 1 18-15,-1 6-16 0,0 0 18 0,0 0-20 16,0 0 12-16,0 0-7 0,-7 22-2 0,4-12-6 16,3 1-5-16,-1 5-10 0,1-1-1 15,-1 2-14-15,1-1 2 0,1 1 10 0,0 2 6 16,-1 1-11-16,6-2 0 0,-2 0-18 0,2-1-30 16,2-1-34-16,-1 1-33 0,5-3-74 15,0-3-228-15,1-1-364 0,4-1 39 0,-3-3 97 16,-1-6 41-16</inkml:trace>
  <inkml:trace contextRef="#ctx0" brushRef="#br0" timeOffset="-4628.96">31041 12391 586 0,'7'-2'261'15,"-7"2"-18"-15,7-2 49 0,-7 2-21 16,11 0-23-16,-11 0-25 0,13 4-11 0,-7 3-17 0,-2 1-23 15,3 0-11-15,-3 0-8 0,-1 3 4 16,-3-3-27-16,3 6 3 0,-6-3-2 0,0 3-24 16,1-3 1-16,-7 6-3 0,2-3 0 0,1-2-16 15,-1 2-12-15,3 0 5 0,-6-1 25 16,3-5-25-16,4 2-25 0,-4-2-6 0,4 3-3 16,0-7 16-16,1 5-12 0,-4-4-14 0,3-2 3 15,3 3-10-15,0-6 5 0,0 7-3 16,0-7-5-16,0 0-2 0,14 1-9 0,-14-1 14 15,19-6-13-15,-7 5-3 0,4-6-12 0,0 1-11 16,2 0 19-16,0-3-37 0,3-1-92 0,-2 4-2 16,2-6-39-16,0 4-10 0,-4-2-82 15,2-1-84-15,-7 2-366 0,2-3-70 0,-4 4 49 16,0-2 70-16,-4-4 68 0</inkml:trace>
  <inkml:trace contextRef="#ctx0" brushRef="#br0" timeOffset="-4245.29">31298 12268 957 0,'0'0'333'0,"0"0"-36"0,-7 15-18 16,10-7-8-16,-3 2-25 0,2-2-106 16,-2 4-12-16,1 0 3 0,0 2-24 0,2-2-2 15,0 4-13-15,2-4-4 0,-2 2-12 0,3 0 1 16,-2-2-10-16,4 1-3 0,-6-2-5 0,8-4-8 15,-6 1-8-15,3-1 3 0,4-3-5 0,-2 2-10 16,-2-6 2-16,3 0-7 0,1 0-13 0,-1 0 2 16,0-7-2-16,1-1-11 0,-2-1-20 15,-2-2-10-15,0-4 3 0,0-2-3 0,-3 2 12 16,2-3-2-16,-2 1 16 0,-1 2 4 0,0-2 11 16,1 6 10-16,-1-3-13 0,1 6 3 15,-1-2-21-15,0 2 26 0,-3 5-5 0,1-1 8 16,-1 4 2-16,0 0-5 0,0 0 0 0,0 0 5 15,3 15-6-15,-3-6 4 0,5-1-6 0,-4 5-7 16,0-1 7-16,2 2-2 0,-3 3 2 16,5-5-17-16,-3 5 4 0,2 2-22 0,-1-4-36 15,1 1-16-15,-1 0-51 0,0-2-79 0,2-3-138 16,-3 1-413-16,4-3 29 0,2-5 89 0,-2 1 67 16</inkml:trace>
  <inkml:trace contextRef="#ctx0" brushRef="#br0" timeOffset="-3778.45">31766 12090 701 0,'0'8'289'0,"0"0"-12"0,-1 2-29 15,2 0-15-15,-1 4-21 0,0-2-20 0,4 2-8 16,1 0-20-16,-3-3-18 0,6 6-18 15,-3-3-15-15,1-3-13 0,-1 3-6 0,3-3-19 16,-3-3-1-16,0 1 0 0,0-3-2 0,2-1-3 16,0-1-8-16,0-3-10 0,1-1-10 15,-8 0 3-15,13 0-8 0,-4-7-11 0,-2 3 9 16,0-4-16-16,0-5-8 0,-3 2 5 0,2-4-10 16,-4-7-5-16,-1-3-15 0,-1-2 7 0,-3 1-7 15,0 1-6-15,0 0 11 0,-1 0 5 16,-3 1 10-16,3 6 23 0,-2 3-7 0,1-2-3 15,-4 6 5-15,-1 3-8 0,0 1 0 0,-3 0 11 16,2 7 0-16,0 0-16 0,-3 5 16 0,-2 0-11 16,2 5 13-16,3 2-15 0,-2 3 12 15,2-2-7-15,1 2 3 0,1 2-14 0,1-2 11 16,2 3-5-16,2-4-5 0,1 1 15 0,0-4-8 16,3 4 1-16,3-5-4 0,0 0 9 15,1-2-13-15,2 1-3 0,2-1 8 0,2-3 10 16,3-3-11-16,-2-1-7 0,5 1-17 0,-1-4-16 15,1 1-8-15,2-1-31 0,1-3 3 0,-4-3-38 16,5 1-77-16,-3 1-31 0,1-8-136 0,-5 7-417 16,4-1 57-16,-4 0 58 0,-1 1 67 0</inkml:trace>
  <inkml:trace contextRef="#ctx0" brushRef="#br0" timeOffset="-2579.49">32065 12177 706 0,'0'0'256'0,"0"-6"-15"0,-2 1-6 0,2-2-23 16,0 7-20-16,0-8-20 0,0 3-11 16,2-1 11-16,-1 0-24 0,-1 6-20 0,1-8 64 15,2 4-25-15,0-2-16 0,2 4-13 0,-2-4-13 16,-3 6-10-16,10-3-12 0,-4-1-6 0,-6 4-7 16,13 0-14-16,-13 0-6 0,12 0-12 15,-4 4 12-15,-3-1-17 0,3 3 4 0,1-2-19 16,-5 5 8-16,5 3 8 0,-4-3-23 0,1 1 15 15,-2 4-16-15,-4-3-2 0,3 3-4 16,-1-2 37-16,-2 4-99 0,-2-2-1 0,-1-1 16 16,0 1 3-16,-1 3-6 0,-3-3 11 0,5-3-8 15,-3 3 10-15,2-3 10 0,-1-3 8 16,-2 3-2-16,3-2-3 0,3-4 13 0,-2 5-18 16,-4-5 7-16,6 1 6 0,-3-2 12 0,3-4-4 15,0 7 4-15,0-7-4 0,3 4-1 0,-3-4-5 16,14 0 3-16,-14 0 0 0,16-1-21 0,-5 1 29 15,0 0-14-15,3-3-7 0,-1 1-2 16,0-3 9-16,1 4-9 0,-1-5 12 0,2 5 0 16,3-6-2-16,-2 4 5 0,-1-4 5 0,0 6-6 15,-4-5-1-15,3 5 4 0,-1-5-25 0,-3 5 5 16,1-3 7-16,-1 0-2 0,-3 2 3 0,3 2-19 16,-6-2-35-16,4-4-41 0,-6 6-69 15,-2 0-70-15,0 0-465 0,0 0-95 0,0 0 57 16,0 0 91-16,-21-6 80 0,11 5 41 0</inkml:trace>
  <inkml:trace contextRef="#ctx0" brushRef="#br0" timeOffset="1204.21">28710 12197 209 0,'-7'3'54'0,"7"-3"8"0,0 0-32 0,-6 2-2 15,6-2 1-15,0 0-19 0,-4 6-31 0,4-6-35 16,0 0-44-16,-7 0-92 0</inkml:trace>
  <inkml:trace contextRef="#ctx0" brushRef="#br0" timeOffset="6886.99">13159 10611 386 0,'0'0'-202'0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4:50:27.85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2361 12908 486 0,'0'0'184'15,"0"0"3"-15,0 0-36 0,0 0-15 0,0-17-3 16,0 17-10-16,0 0 71 0,0 0-7 16,0 0-18-16,0 0-8 0,0 0-12 0,0 0-21 15,0 0-11-15,0 0-9 0,0 0-8 0,0 0-13 16,0 0 5-16,0 0-15 0,0 0-13 16,0 0-5-16,0 0-3 0,0 0-7 0,0 0-6 15,0 0 8-15,0 0-15 0,13 11-5 0,-10-5-6 16,-3-6 6-16,4 4 2 0,-1-1-15 0,-3-3-5 15,7 7 10-15,-3-4-10 0,-1-1 0 0,-3-2 0 16,6 6-6-16,-2 0 9 0,-1-4-11 16,1 3-13-16,-4-5 18 0,10 5 3 0,-6-1-10 15,-1-1 15-15,-3-3-11 0,6 6 6 16,-2-4-5-16,-4-2 2 0,8 2-8 0,-2 1 9 16,-6-3-9-16,10 2 6 0,-3 1 2 0,-7-3 0 15,14 0 3-15,-8 0-5 0,2 0 7 16,-8 0-4-16,20 0 1 0,-13 0-7 0,3 0-2 15,1 0-6-15,2-1 3 0,-4 1 0 0,6-2 11 16,-5 2-6-16,4-1 0 0,-1 1 0 16,1-1-2-16,0 1-6 0,0-3 6 0,0 1 2 0,3 2-8 15,-1 0 11-15,-5-1-6 0,6 0-2 16,0-1 3-16,-3 2-3 0,3-3-3 0,-3 2-2 16,3 1-5-16,-1 0 18 0,2 0-1 15,-5-2-7-15,4 1-2 0,-3-2 2 0,3 2 2 16,0 1 4-16,-2 0-4 0,1 0 3 0,1-1 3 15,0-1-11-15,0 1 3 0,0 0 5 0,0 1-7 16,-3-3 2-16,3 1 5 0,-1 2-5 16,2 0 13-16,-3 0-6 0,4 0-4 0,-4 0-72 15,1 0 7-15,-1 0 14 0,5 0-1 0,-3 0 1 16,0-1 4-16,0 1-2 0,-1 0 13 0,2 0 5 16,-1 0-1-16,0-1 1 0,-3 1 3 15,2 0-1-15,2 0 13 0,-1 0 0 0,0 0 6 16,0-2 17-16,0 2-7 0,4-3-14 15,-4 3 11-15,1-1-2 0,4 1 15 0,-4 0-8 16,3 0 2-16,-2 0-4 0,3 0-1 0,-1 0-2 16,-1-2 13-16,3 2-8 0,-2 0 1 0,-1 0 14 15,1 0-28-15,-3 0 8 0,1 0-5 16,-1 2 5-16,-2-2 10 0,2 0-7 0,-1 0 0 16,-3 0-6-16,3 0 3 0,-3 0 3 0,6 0-11 15,-7 0 10-15,5 0-4 0,-4-2-3 0,3 2 5 16,-1 0 5-16,2 0-3 0,-2-1-4 15,2 1 4-15,-2 0 6 0,2 0-8 0,0-3 13 16,1 3-8-16,-1-1-5 0,-2 1 0 0,5 0 0 16,0 0 5-16,-4 0 0 0,3 0 3 15,1 0-13-15,-4 0 5 0,4 0 0 0,-1 0-3 16,1 0-4-16,0 1 12 0,2-1-3 0,-2 0-4 16,2 3 4-16,-1-3 3 0,0 0 6 0,-1 1-9 15,3 1-7-15,-2-2 8 0,0 0 9 16,0 0-12-16,2 1 6 0,-4 2-4 0,3-1-4 15,-2-2-4-15,3 1 14 0,-4-1-18 0,1 1 7 16,0-1 8-16,-1 0 3 0,1 0 0 16,0 0 7-16,-1 0-17 0,1 0-4 0,2 0 4 15,-3 0 7-15,1 0-10 0,3 2 2 0,-3-2 3 16,2 0 5-16,1-2 1 0,-3 2-9 16,3 0 3-16,-4 0-3 0,4 0 11 0,-3 0-18 15,2 0 10-15,-2 0 8 0,0 0-8 0,-1 0 7 16,1 0 6-16,0 0-15 0,-1 0-4 0,3-1 4 15,-2 1 17-15,1 0-17 0,1-1 4 16,0-1-4-16,2 2 9 0,-1 0-7 0,-1 0 21 16,-2-3-14-16,3 3-17 0,0 0 10 0,-1-1 5 15,1 1-5-15,0 0-5 0,1 0 3 0,-1 0-1 16,-4 0 1-16,4 0-1 0,0 0 16 16,0 0-18-16,-4 0 7 0,4 0-7 0,0 0-3 15,-3-2 1-15,6 2 4 0,-6 0 3 0,3-1 3 16,0 1 7-16,-1 0-5 0,1-3-15 15,1 3 7-15,-1 0 6 0,3-1-1 0,-4 1-2 16,2 0-2-16,-1 0 2 0,3 0-3 0,-3 0 3 16,2-1 5-16,-1 1-2 0,2 0 2 0,-3 0-7 15,1 0 9-15,2 0-9 0,-4 0 2 16,1 0-3-16,0 1 6 0,0-1-1 0,-1-1-2 16,2 1 3-16,-1 0 2 0,0 0-10 0,-1 0 15 15,1 0-7-15,0 0-1 0,1 0 11 0,-1 0-13 16,2 0 20-16,-2 0-12 0,1 0 2 15,2 0-10-15,-3 0-10 0,1 1 8 0,1-1 4 16,-2 0 6-16,0 0-8 0,1 0 0 0,-1 0 31 16,2 0-29-16,-2 0-4 0,3 0 2 15,-3 1 2-15,1-1-2 0,1 0 0 0,-2 0 0 16,0 0 3-16,1 0 2 0,2-1 2 0,-4 1-4 16,1 0-11-16,0 0 8 0,1 0 8 0,-5 0 7 15,4 0-10-15,-3 0 6 0,3 0-11 0,-5 0-8 16,3 1 3-16,1-1 7 0,-3 0 6 15,1 0-5-15,0 3 4 0,-1-3-2 0,1 0-2 16,3 1 7-16,-7-2-5 0,4 2-5 0,0 1 13 16,2-2 3-16,-3 0-9 15,4 0-4-15,-3 0-1 0,-1 0 6 0,1 0 7 0,0 0-20 16,-2 0 5-16,2 0 3 0,0 1 2 0,-4-1 0 16,0 0 8-16,3 0-8 0,-2 3-2 15,-1-3-9-15,0 0 1 0,1 0 13 0,1-3-16 16,-1 2 3-16,-1 1 15 0,3 0 6 0,-2 0-3 15,-2 0-13-15,2 0-6 0,2 0 4 16,0 0 7-16,-2 0-10 0,2 1 7 0,1-1-7 16,-4 0 0-16,3 0 0 0,1 0 10 0,-4 3-2 15,3-3-11-15,1 0 8 0,-4 2 5 0,3-2 0 16,-2 0 0-16,-4 0-5 0,6 0 0 0,-6 1 8 16,6-1 8-16,-6 0-19 0,3 1 3 15,-1-1-5-15,2 0 10 0,-2 0-5 0,2 0-5 16,-4 0 2-16,3 0 1 0,0 0 2 0,0 0 0 15,0 0 5-15,-3 0-13 0,3 0 13 16,-3 0 3-16,3 0-5 0,-1 0-6 0,2 0 3 16,-4 0-8-16,3 0 21 0,-1 0-8 0,2 0-7 15,-5 0 25-15,2 0-16 0,1-1-7 16,1 1 13-16,-3 0-5 0,3 0 2 0,0 0-15 16,0-1 20-16,1-1-10 0,-1-1-2 0,0 2 0 15,3 1-1-15,-3-2-7 0,0-2 8 0,0 2-6 16,1-2-5-16,-1-1 11 0,0 1 2 0,-1-2 8 15,2 0-6-15,-4-3 1 0,3 5 2 16,-1-3-4-16,-1 0 1 0,-2-1 73 0,4-1 1 16,-4 1-9-16,2 0-8 0,-5-1 5 0,0 1-5 15,1 0-13-15,-1-2-2 0,-1-2-5 16,-1 3-3-16,-1 1-6 0,0-2 4 0,-1 2-6 16,-3 1 5-16,0-3-9 0,-2 2-6 0,3 1-34 15,-8-3-1-15,3 6-70 0,-5-3-62 16,-1 0-201-16,-3 0-515 0,-1 5 48 0,-5-4 111 15,-8-1 38-15,-3-3 59 0</inkml:trace>
  <inkml:trace contextRef="#ctx0" brushRef="#br0" timeOffset="3433.04">7161 13051 570 0,'0'0'277'0,"6"-5"-37"0,-3 0-19 0,-3 5-22 16,4-1-20-16,-4 1-12 0,9-6-16 16,-9 6-26-16,11-1-7 0,-7-1-11 0,-4 2-2 15,9-4-10-15,-9 4-21 0,10-1-2 0,-10 1 0 16,11 0-11-16,-11 0-2 0,10 0-23 0,-10 0 15 15,10 0-15-15,-10 0 5 0,11 5-3 0,-7-3-2 16,2 4 5-16,-2-4 2 0,2 4-4 16,-3-1-24-16,2 1 21 0,-2 2-5 0,1 2-6 15,2 1 6-15,-3 2-13 0,1-4 23 0,2 4-15 16,-2-1-1-16,0 5-7 0,-1-2 10 16,0 0 0-16,1 1-10 0,-1 2 0 0,0 0 8 15,-2 0-1-15,2-3-9 0,4 10 7 0,-6-8-16 16,5 8 17-16,-3-3-12 0,-3 3-4 0,3-2 7 15,1 0-10-15,-1 2 8 0,0-1-2 16,-3-1-4-16,4-3 16 0,0 3-7 0,-1-5-6 16,-3 3-8-16,1-3 4 0,1 0 14 0,-1-1-7 15,2 1 2-15,0-3-10 0,-3 2 3 16,1-1 2-16,1 0-10 0,-2-1 16 0,1-4-4 16,-1 4-7-16,3-5-74 0,-3 4 10 0,3-3 13 15,-3-1 0-15,0 1 3 0,3-1 4 16,-3 1 9-16,0-3-11 0,1 0 5 0,3 1 13 15,-4-2 2-15,0 0-7 0,0-1 18 0,0-1 2 16,0 2 3-16,0-1 5 0,3-3 3 16,-3-3 4-16,0 9 11 0,0-9-15 0,0 6 7 15,0-6-7-15,0 0 7 0,-3 2-5 0,3-2 0 16,0 0 0-16,0 0 3 0,0 0 7 0,-17-8-10 16,13 6 11-16,-3-3-11 0,0 1-5 15,3-2 10-15,-5-2-7 0,2 5 2 0,0-4 0 16,-1 0-2-16,-1 0 7 0,2 3-10 0,0-2 7 15,-4-2-9-15,2 6 4 0,2-4 6 0,-1 1-5 16,-1 0-3-16,2-2 0 0,0 6 0 16,-1-5 5-16,2 5 0 0,-1-4-3 0,1 3-7 15,2-2 10-15,4 4-2 0,-10-6 2 0,6 6-7 16,4 0-9-16,-7-4 4 0,7 4 4 0,-6-4 3 16,6 4-13-16,-3-2 8 0,3 2-15 15,0 0 15-15,-4-5-8 0,4 5 5 0,0 0-2 16,0 0 2-16,0 0 8 0,0 0 0 0,0 0-10 15,14-3 15-15,-14 3 5 0,17-1-7 16,-10 0 5-16,3-2-8 0,4 1 0 0,-4 2 5 16,3-2 0-16,1 0-10 0,-1-2 15 0,2 4-7 15,-2-2-3-15,1-1 5 0,-1-1-3 16,1 2 3-16,0-2 0 0,-1 2 3 0,-2 2-10 16,2-2 2-16,-6 0 2 0,1-2 11 0,1 4 2 15,-9 0-2-15,14-2-16 0,-7 1-4 0,-7 1 9 16,10-4 1-16,-10 4-6 0,10 0 1 15,-10 0 4-15,0 0-4 0,11-3 2 0,-11 3 5 16,0 0 3-16,0 0 2 0,4 5-26 16,-4-5 22-16,0 5-12 0,0-5 4 0,-1 13 10 15,-2-8-6-15,3 2-10 0,-4 1 19 0,1 0-16 16,2 1-6-16,-2-1 14 0,-3 2 7 0,3-2-12 16,-1 4 17-16,1-2-7 0,-1 0-11 0,0-2 6 15,-3 1-1-15,4-1 26 0,-3 2-12 16,2-3-9-16,1 1-1 0,-1-1 1 0,0 0-4 15,1-4 4-15,-1 4 11 0,1-6-18 0,3-1 11 16,-3 10-9-16,0-6 3 0,3-4-20 0,-4 3-52 16,1 3-183-16,3-6-575 0,0 0 109 15,0 0 55-15,0 0 67 0,0 0 64 0</inkml:trace>
  <inkml:trace contextRef="#ctx0" brushRef="#br0" timeOffset="27752.62">2511 14997 629 0,'0'0'187'0,"0"0"-8"16,3-6-18-16,-3 6-12 0,0 0-6 0,0 0-33 15,0 0 6-15,0 0-19 0,0 0-5 0,0 0-13 16,4-1-10-16,-4 1 3 0,0 0-13 16,0 0-13-16,0 0 3 0,0 0-1 0,0 0 1 15,7-2-8-15,-7 2-8 0,6-4 11 0,-6 4-8 16,7-1-1-16,-7 1 4 0,11 0 15 16,-11 0-24-16,9-3 21 0,-2-1-22 0,-7 4 1 15,11-2-2-15,-4 0-2 0,0 0-5 0,2-2 2 16,-1 3 7-16,2-2-9 0,3-1-1 15,-2 2 1-15,2-3-14 0,1 2 11 0,3 0-18 16,0-1 26-16,0-3-11 0,1 6 3 0,2-6-2 16,0 4-6-16,1-4 0 0,0 4 8 0,-1-2-21 15,0 2 6-15,2-3 10 0,-2 3-6 16,3-2 9-16,-2 1-3 0,-1 0-3 0,1 0 0 16,0-2-2-16,-1 3 76 0,1-1-25 0,0-3 5 15,1 6-13-15,2-3 0 0,-3-2 8 16,-1 3-18-16,4-1-7 0,-2-3 1 0,4 3-12 15,-4 0 8-15,1-1-10 0,1-1 9 0,3 0 6 16,-3 2-3-16,1-3-4 0,-2 0-1 16,4 3 2-16,-2-2 4 0,2 1-1 0,0-1-2 15,1 0-3-15,-2 0-5 0,1-1 0 16,1 2 5-16,-3 0-10 0,2-2 5 0,0 3-10 16,0-2 0-16,1 2-6 0,-5-1 1 0,2-1 10 0,-2 5-10 15,-2-3-11-15,-1-1 1 0,1 2-70 16,0-2 5-16,-4 4 6 0,3-5 20 0,-3 5-8 15,4-1 6-15,-4-3 17 0,0 3 6 16,0-1-8-16,0-2 17 0,0 5-7 0,-3-2 3 16,3-4-18-16,-4 6 17 0,-1-3 14 0,1 2-8 15,0-2 2-15,-2 1 8 0,-1 1-3 16,0-1 6-16,-2 1-1 0,1-3-7 0,1 4 0 16,-3 0 8-16,-7 0-3 0,14-2 2 0,-8 0 6 15,1-1-3-15,-7 3 3 0,11-1-1 0,-11 1 6 16,7 0 0-16,-7 0 2 0,7 0 1 0,-7 0 7 15,10-2-3-15,-10 2 3 16,0 0 0-16,0 0 0 0,7-1-17 0,-7 1 14 0,0 0 8 16,0 0-10-16,0 0-13 0,0 0 5 0,0 0 11 15,0 0-3-15,10 0 2 0,-10 0-7 16,0 0-5-16,0 0 5 0,0 0-8 0,0 0 0 16,0 0 8-16,0 0-18 0,0 0 7 0,0 0-38 15,0 0-18-15,0 0-22 0,0 0-45 0,3-1-145 16,-3 1-200-16,0 0-307 0,0 0 87 15,-16 4 41-15,12-4 64 0</inkml:trace>
  <inkml:trace contextRef="#ctx0" brushRef="#br0" timeOffset="79928.61">2327 17102 560 0,'9'-1'225'0,"-9"1"-20"0,0 0-23 16,0 0-18-16,0 0-26 0,0 0-5 0,0 0-20 15,0 0-21-15,10 0 31 0,-10 0-36 0,0 0-8 16,7 1-5-16,-7-1-7 0,0 0-1 15,11 2-17-15,-11-2 10 0,7 1-5 0,-7-1-21 16,10 0 8-16,-10 0 0 0,13 1-5 0,-13-1 7 16,11 0 6-16,-5 0-6 0,-6 0-7 15,15 0 3-15,-6 0-9 0,-9 0 9 0,14 0 4 16,-6-1 1-16,4 1-6 0,-5-1-2 0,4-2-3 16,-1 1-20-16,0 1 25 0,4-1-7 15,-4-2 0-15,4 3-8 0,-1-2-3 0,-2 1 6 16,6-3-3-16,-4 5-13 0,2-2 8 0,1-1 5 15,1 0-8-15,1 0-4 0,-2 0 14 0,5 2-12 16,-4-3 13-16,4 2-13 0,-3-2 4 16,4 2-1-16,-1-3-3 0,0 2 7 0,-1-1-12 15,4 0 15-15,0 1-13 0,0-1 0 0,0 0 1 16,3 0 81-16,-2-2-21 0,2 1 1 16,0 1-11-16,0 0-17 0,1-2 7 0,0 0-5 15,1 1 3-15,-1 3 5 0,0-3-19 0,2-1-4 16,-2 3-5-16,2-2-1 0,-3 0-7 0,4 0 10 15,-3 1-15-15,0 0 8 0,2-2-1 16,1 1-10-16,-4-1 11 0,4 2-3 0,-3 0-5 16,2-2 10-16,1 1-16 0,-3-1-2 0,3 2 8 15,-2 0-5-15,-1-2-11 0,2 2 14 16,-2-1-6-16,0 1 2 0,2-2 1 0,-2 0-3 16,2 4-5-16,-5-2 3 0,5-1 7 0,-3 1-79 15,1 0 0-15,-4-2 0 0,3 4 20 16,0-3 6-16,-2 1 4 0,2 0 1 0,0 0 4 15,-3 1 14-15,3-2 10 0,0 1-3 0,-2-1 0 16,2 3-2-16,0-3-3 0,-2 4 13 16,1-5-11-16,2 4 6 0,-1-2 2 0,1-1-4 0,2 3 7 15,-3-3-1-15,1 2-4 0,-1-1-3 16,-6 2 8-16,6-1 3 0,-3 1-11 0,0-2 15 16,0 2-12-16,-1-1 13 0,1 0-13 0,1-3 20 15,2 4-8-15,-2-1 1 0,-2 1-6 16,4-2-4-16,0 3 2 0,-6-2-1 0,7-1 9 15,-4 4 0-15,2-3-3 0,-2 0 5 16,4 2 0-16,-1-2-8 0,-5 1 1 0,8-1 2 16,-7 1 7-16,4 2-2 0,-2-1 8 0,-1 0-13 15,0-2-5-15,0 1 10 0,2 2-5 0,-1-1-2 16,-1 1-1-16,0-2 3 0,-1 1 5 0,-2 1 0 16,3 0-2-16,0-3-6 0,-4 3-2 15,1 0 5-15,3 0-7 0,-7-1 1 0,4 0 6 16,0-1-2-16,-2 2 7 0,-4 0 0 0,4-1-10 15,-1 1 8-15,-1-1 2 0,0 0-8 16,4-1 11-16,-5 2-11 0,2 0-2 0,3-2 5 16,-4 2-5-16,6-2 8 0,-6 2-1 0,4-2 6 15,0 1-3-15,-1-1-8 0,1 2 3 16,2 0-2-16,-1-1-3 0,-2 1 7 0,4 0 1 16,-1 0-3-16,-2 0 0 0,2 0 8 15,-1 0 2-15,2 0-18 0,-1 0 11 0,-2 0 9 0,3 1-9 16,-3-1-3-16,2 0 10 0,-2 0-17 15,0 2 14-15,1-2-17 0,0 0 10 0,-2 0 3 16,3 1 2-16,-2 1-3 0,0-1 1 0,0 0-3 16,-1-1-13-16,1 2 10 0,0 0 11 0,-1-1-3 15,3 1-2-15,-2 0-3 0,-1-1-5 16,1 0 0-16,0 2-1 0,-1-2 12 0,4 1-6 16,0-1 5-16,0 2-3 0,0-1 6 15,0 0-11-15,0 0 3 0,0 0-10 0,-1 0 10 16,-2-1 3-16,3 2-8 0,-3-2 2 0,2-1-2 15,-2 3 7-15,0-2 1 0,-2 1 5 0,2-2-13 16,-3 0 7-16,-2 0-7 0,2 0 8 16,-2 0-6-16,2 0 6 0,-5 1 7 0,5-1 0 15,-5-1-13-15,4 1-4 0,-3 0 9 0,0 0-7 16,2 0 3-16,-4-2 12 0,4 1-13 0,-6 1 6 16,4-3-11-16,-1 3 8 0,-1 0-5 15,0-1 10-15,-1 0-2 0,2-1-1 0,-2 1-4 16,0 0 2-16,2 0 5 0,-6-1 3 0,3 0 4 15,0 2-4-15,-3-1-18 0,0 0 17 16,3-2-19-16,-3 1 9 0,-7 2 1 0,13-1-1 16,-5-1 8-16,-2-2 0 0,-6 4 0 0,11-2-5 15,-5 0 8-15,-6 2-13 0,11-2 7 0,-5 1-2 16,-6 1-2-16,7-4 4 0,0 2 11 0,-7 2-8 16,7-6 3-16,-3 4 7 0,-4 2-2 15,7-5-13-15,-1 1 0 0,-3 0 8 0,0 1 2 16,1-1 11-16,-4 4-14 0,8-9 1 0,-2 5 0 15,-3 1 15-15,0-3 2 0,1 0-9 16,-1 0-19-16,0-1 29 0,2-1-8 0,-2 1-8 16,1-2-8-16,-1 0-2 0,3-1 3 15,-5 1 0-15,5-1 20 0,-3-1-13 0,1 0-18 16,-3-2 11-16,2 2 17 0,0-1-20 0,-3-2 18 16,1 1-5-16,1-1-11 0,-2 1 16 15,0 0-5-15,0 0 8 0,-2-2-16 0,2 0 8 0,0 1 7 16,-1-3-17-16,-2-1 15 0,3 3-1 15,-3 1-11-15,2-3-4 0,-3-1-4 0,4 0 9 16,-3 0 1-16,-3 2 10 0,5-1-21 0,-2 0 1 16,-3 1 2-16,5-1-3 0,-5 0 3 15,1 1 0-15,2-1 5 0,-3 2-5 0,2-1-2 16,1 0 9-16,-4 2-7 0,4 0 11 0,-4-3-6 16,3 1 2-16,1 0-1 0,-3 0-1 15,2 0 2-15,-2 0-2 0,1 0-7 0,2-2 4 16,-1 2 1-16,-2-2-13 0,2 2 15 0,-2 0-5 15,2-2-5-15,0 1 0 0,-2 2 5 0,2-3-3 16,1 1-2-16,-3 2 8 0,2 0-1 0,-3 0-2 16,3 0 3-16,1 0 4 0,-3 0-12 15,2 1 5-15,-2 0 8 0,2-1-18 0,0 2 7 16,0-1 1-16,-2 3-6 0,2-3 10 0,1 3 6 16,-4-1-8-16,0-1-2 0,1 1-1 15,2 0 6-15,-3-1-6 0,4 3 11 0,-3-2-11 16,1 2-2-16,-2-3 0 0,1 1-3 0,0 1 21 15,2 2-13-15,-3-2 10 0,3 2-12 16,-3-1 2-16,1 0 5 0,0 2-3 0,2-2-7 16,-4 2 8-16,2 1-8 0,-1-3 12 0,1 3-2 15,-2-1-2-15,1 1-8 0,1 1 5 0,-1-1 5 16,1 2-8-16,-2-2 1 0,1 2 7 0,-2 0-10 16,1 0 2-16,-2 2 8 0,3-1-5 15,-3 1-2-15,0 0 2 0,0 0-3 0,0-1-2 16,-1 4 0-16,0-3 3 0,-1 3-6 0,0-1 10 15,-1-2 4-15,-4 2-4 0,3 1-7 16,-3 0 8-16,1 0-1 0,1 0-7 0,-5 0 5 16,3 0 3-16,-4 0-6 0,1 0 6 0,-1 0-6 15,0 0-5-15,1 1 11 0,-3-1-1 16,1 0-2-16,3 0-2 0,-2 0 2 0,-3 0 2 16,4 0-2-16,-4 0 3 0,3 0 2 0,0 3 0 15,-2-3 3-15,2 0-13 0,-3 0 7 0,4 0-7 16,-1 0 8-16,-3 0-13 0,0 0 10 15,4 0 2-15,-4-3-4 0,0 3 7 0,0 0-10 16,-1-1 5-16,2 1 7 0,-1 0-2 0,-3 0 0 16,2 0-7-16,-2 0 2 0,4 0-5 0,-4 0 7 15,2 0-2-15,-2 0-7 0,0 1 12 16,2-1-10-16,-5 0 2 0,6 3-2 0,-6-2 2 16,5-1-2-16,-5 2 13 0,2-1-11 0,1-1 1 15,2 4-1-15,-2-3 1 0,4 1 2 16,-8-2-3-16,7 1-4 0,-7 1-4 0,1-2 9 15,2 4 4-15,-2-4-4 0,2 3 7 0,-3-3-5 16,3 0 5-16,-2 3 5 0,2-2-5 16,-3 0 0-16,1 2 3 0,2-3-5 0,-3 4-1 15,1-1-2-15,-1-3 0 0,1 3-13 0,3 0 8 16,-1-1 5-16,-2 0 5 0,2-2-2 0,-2 4-8 16,5 0 18-16,-5-4-13 0,2 7-5 0,1-6 10 15,-1 1 2-15,0 2-12 0,2-1-2 16,-4 0 4-16,2 1-5 0,0-3 3 0,-3 6 8 15,1-4-16-15,-1 0 10 0,0 1 11 0,1-1-13 16,-1-1 5-16,0 1-8 0,0 1 3 16,0 0 5-16,1 2 0 0,-1-3 0 0,0 2 0 15,0-2-8-15,0 2 14 0,1 0-14 0,-1-1-7 16,1-1 20-16,2 2-3 0,-3-2-7 0,1 2 10 16,2 0-5-16,0-1 3 0,-2-1-1 0,2 0-4 15,1-1 17-15,-1 1-15 0,2 1-8 16,-2-1 6-16,1-2 4 0,-1 1-4 15,-2 2-3-15,2-1 5 0,1 0-8 0,-1-1 3 0,-2 1 0 16,2 1 5-16,0-1 10 0,-2 0-10 16,-1 1 0-16,4-1 0 0,-3 1-2 0,-1 0-6 15,3 0 3-15,-2-1-3 0,-1 0 6 0,3 2-4 16,1-3 4-16,-3 2 7 0,2 0-10 16,1-4 10-16,2 7-13 0,-1-4 8 0,2-3-5 15,0 4 3-15,2-1-6 0,-2-3 16 0,1 3-8 16,0-2-3-16,1 2 6 0,-2-2-3 15,1-1-3-15,-1 4 0 0,0-3 6 0,0 1-3 16,0-1 3-16,0 1-1 0,0 1-12 0,-3-1 5 16,2 0 2-16,2 1 1 0,0-1-6 0,1 1 0 15,-2-3 11-15,1 5-11 0,-1-3 8 0,3-1 8 16,1 1-11-16,-1 2-2 0,1-1 0 16,0-3 3-16,2 3-6 0,0-2 0 0,2 0 3 15,-1 1-3-15,3-1 1 0,-3-1 17 0,0 0-10 16,3 0-8-16,-2 4 16 0,2-3-11 15,3 1 3-15,-6-2 0 0,4 1-2 0,0 1 7 16,1-2-10-16,-1 3 2 0,2-2-2 0,-2 0-8 16,3 0 3-16,-4 0-8 0,1 2 8 15,2-1-8-15,-2 1 10 0,0-3-4 0,1 5-1 16,-1-3 3-16,2 1 2 0,-2 1 0 0,0-3-10 16,2 4 18-16,-2-1-13 0,2-3 1 0,-2 4 12 15,3-2-8-15,-2 2 3 0,0-3 2 0,2 0-4 16,-2 3-1-16,2-2-2 0,0 1 5 15,0-1 7-15,0 0-4 0,0 0-6 0,-1-1 8 16,4 0 10-16,-2 2-7 0,1-3-8 0,1 2 15 16,-2-3-15-16,2 5 2 0,3-3 6 0,-6 1-3 15,6-3 5-15,-3 4-8 0,4-3-4 16,-4 1-1-16,3-2-2 0,-2 3 15 0,2-1 0 16,4-2 8-16,-6 3-6 0,2-3 4 0,1 5-17 15,-4-3 1-15,4 1 0 0,2 1-5 0,-5-1 7 16,3 1-2-16,2 0 18 0,-2 3-18 15,-1 0 2-15,1-1-2 0,0 3-2 0,-1-3 4 16,1 5 13-16,0-2-12 0,2 1-3 0,-2 0 5 16,0 3-5-16,0-2 5 0,2 0 2 15,-2 1-2-15,3 1-2 0,-3 1-11 0,2-3 20 16,-1 4 9-16,1 0-19 0,1-4 3 0,0 3 0 16,0 3-2-16,0-4 4 0,0 2-4 0,1 1-1 15,1 0 1-15,2 0 4 0,-4-2-7 16,3 3 5-16,0-1 3 0,-2-1-11 0,5 0 21 15,-5 1-11-15,5-2-7 0,-2 3 5 0,-1-3 3 16,-2-2 2-16,5 4-5 0,-3-2-3 0,1-1-2 16,-1 3 13-16,1-1-6 0,-1-3 6 0,1 1-3 15,0 1-18-15,2 1 13 0,-3-1-5 16,0 0 10-16,1-2 0 0,-1 1-2 0,1-2-3 16,0 0-3-16,2 0 9 0,-5 0-1 0,2 0 10 15,0-1-10-15,0 0-7 0,1 0 2 16,-1-2 10-16,0 2-13 0,1-1-4 0,-3 0 1 15,2 0-1-15,0-2-6 0,0 5 13 0,0-4 0 16,1 1 13-16,-1 0-23 0,-2-1 12 16,2 2 6-16,0 0-1 0,1-1-14 0,-1 3 2 0,1-4 2 15,-4 3 6-15,3-3-6 0,0 3 16 16,-2 1-3-16,1-3-12 0,2 1-9 0,-1 2 14 16,-2-2-8-16,2-1 10 0,1 0 3 0,-1 1-8 15,-2 0 10-15,1-1-18 0,2 1 6 0,-1-1 4 16,-2 0 1-16,1 0 2 0,2 0-5 15,-1 1 2-15,-3-2 1 0,3 2-6 0,1 0-15 16,0-1 13-16,-1 1-5 0,-2 0 15 0,2 0 0 16,0-1-2-16,0 2 5 0,0-1-6 15,1 0-4-15,-1-2-1 0,-2 2 0 0,3-2 14 16,-1 3-9-16,0-1-7 0,0-1 18 0,0 0-28 16,1 0 12-16,-1-1 13 0,0 1 1 15,1-1-24-15,-4 0 26 0,4 0-6 0,-1-1-12 16,1-1 0-16,-1 2 5 0,-3-1 0 0,3 0-3 15,1 0 6-15,-1-2 5 0,0 2-11 0,-2 0 8 16,2-1-7-16,1-1 7 0,-1 1-5 0,0 0 2 16,1-2-4-16,-4 1 4 0,4-1-12 0,-2 2 10 15,2 0-2-15,-1-2 7 0,0 1-5 16,-2-1 7-16,3 2-7 0,-1-2-2 0,0 0-6 16,-2 1 16-16,2-1-11 0,0-2 1 0,0 4 7 15,0-2 0-15,1 0-10 0,-1 0 15 0,1-1-7 16,0 1-6-16,2 2 0 0,-2-3 6 15,2 1-3-15,-3-1 10 0,5 0-7 0,-5 2 4 16,4-3-9-16,-3 3-6 0,5-2-25 0,2 1-121 16,-1-1-414-16,1 1-236 0,6 1 70 15,-7-1 91-15,1-1 75 0,-2 2 54 0</inkml:trace>
  <inkml:trace contextRef="#ctx0" brushRef="#br0" timeOffset="86295.52">2063 14289 624 0,'4'6'256'16,"-1"-2"-15"-16,3 0-1 0,-2 1-30 0,-3-4-20 16,2 5-1-16,-3-6-28 0,6 7-10 15,-3-5-13-15,1 2-4 0,-4-4-73 0,4 5-7 16,-2-1-3-16,-2-4-13 0,4 4-2 0,0 0 0 16,-4-4-8-16,4 4 16 0,-4-4 7 15,3 4-15-15,-3-4 0 0,3 5-3 0,-3-5 15 16,3 1-17-16,-3-1-13 0,0 0 8 0,0 0-8 15,0 0 23-15,4 6-3 0,-4-6 3 0,0 0-8 16,0 0-7-16,6 1 5 0,-6-1-6 16,0 0-7-16,0 0 8 0,0 0-3 0,0 0 15 15,3 4-10-15,-3-4 13 0,0 0-18 16,0 0-2-16,0 0 68 0,0 0-2 0,0 0-15 16,0 0 0-16,0 0-16 0,0 0 5 0,1-12-9 15,-1 12-11-15,0 0 0 0,-3-7-3 0,3 7-2 16,-1-6-11-16,1 6-7 0,-3-8 13 0,3 4-8 15,0 4 8-15,-6-7-8 0,5 3 2 16,1 4-4-16,-3-6-3 0,3 6-5 0,-3-7-1 16,3 7 1-16,0 0-10 0,-3-4 7 15,3 4-2-15,0 0 2 0,-1-6-5 0,1 6-8 16,0 0 3-16,0 0-2 0,0 0-3 0,0 0 10 16,0 0-10-16,0 0 5 0,0 0 5 0,10 15-3 15,-10-15-2-15,4 7-2 0,-1-4 4 16,0 3-2-16,0-3 0 0,2 4 0 0,-2-2 6 15,0-1-1-15,1 2-5 0,-1-3 2 0,-2 4-7 16,2-2 3-16,0-2 9 0,0 0-4 16,0 2-1-16,-3-5-9 0,5 6 7 0,-2-3 10 15,-3-3-18-15,4 5 8 0,-4-5 10 0,3 3 8 16,-3-3-13-16,3 3-5 0,-3-3 11 16,0 0-6-16,0 0-3 0,0 0 1 0,13-10-11 15,-8 6 13-15,1-3-2 0,-2-3 0 0,5-2 2 16,-2-1-8-16,4-2 1 0,-1-6 9 15,0 3-7-15,4-1-2 0,-1-4-65 0,4-2 1 16,-3 2 14-16,3-4-1 0,0 2 12 0,1 0 2 16,2 2 3-16,-3 0 1 0,4 1 4 0,-5-1 3 15,2 2 7-15,-1 2 1 0,-4 4 7 0,1-1-2 16,0 0 7-16,-4 3-13 0,1 2 6 16,-1-2 20-16,0 5-15 0,-3-2 5 0,0 2-11 15,-1 1 6-15,1-1 8 0,0 5 2 16,-4-4-13-16,1 4 3 0,0-3 7 0,-1 3-5 15,0-2-10-15,-3 5-7 0,3-4-16 0,-2 1-51 16,-1 3-39-16,0 0-30 0,0 0-62 0,0 0-140 16,0 0-403-16,0 0 104 0,-18 14 27 15,9-9 56-15</inkml:trace>
  <inkml:trace contextRef="#ctx0" brushRef="#br0" timeOffset="105178.7">1346 16133 716 0,'0'0'220'0,"2"-7"-20"15,-2 7-21-15,0 0-15 0,0-5-16 0,0 5-14 16,0 0 4-16,4-5-23 0,-4 5-13 16,0 0-9-16,0 0-1 0,0-6-26 0,0 6 3 15,0 0-10-15,0 0-5 0,0 0-8 0,0 0-15 16,0 0 15-16,0 0-8 0,0 0 3 0,0 0-13 15,0 0 0-15,0-6 6 0,0 6-1 0,0 0-7 16,0 0-1-16,0 0 11 0,0 0 5 16,0 0-5-16,0 0 15 0,0 0-2 0,0 0-6 15,0 0 8-15,0 0 65 0,0 0-11 16,0 0-8-16,0 0 0 0,0 0-12 0,-18 12-21 16,18-12 5-16,-3 5-8 0,-1-3 0 0,4-2 3 15,-3 7-20-15,-3-6 2 0,3 4-2 16,3-5 2-16,-8 6-13 0,5 0-2 0,0-3-8 15,-1 1 0-15,1-1-3 0,0 1 3 0,-1 0-7 16,1 0-1-16,3-4-2 0,-8 6 10 16,5-2-5-16,0-1-11 0,3-3 6 0,-4 7 8 0,1-5-6 15,-1 4-5-15,4-6-7 0,-3 7 10 16,0-2-1-16,-1-2-12 0,0 4 0 16,1-3-2-16,-1 3 7 0,1-1 10 0,0 3-10 15,0-1 1-15,-1 0-4 0,1 1 6 0,0 1 5 16,-4-1-13-16,3 0 5 0,0 2-21 0,1-1 21 15,0 0 8-15,-3 1-8 0,5-1 1 16,-6 4-1-16,0 0-8 0,1-1 8 0,2 3 0 16,-3 2 0-16,-3 1 1 0,3 1 14 0,-2-2-23 15,1 4 14-15,-3-4-1 0,1 1-15 0,1 0 2 16,1 0 8-16,-1-4-5 0,5 0-5 16,-3-1 10-16,-1 0-2 0,2 0 10 0,0 0-13 15,2-4 2-15,1 0-7 0,-3 0 0 0,5-2 3 16,-3 0-4-16,1-3 19 0,0 2-15 15,2-1-6-15,-2-1-5 0,3-2 11 0,0-3-4 16,-3 8 9-16,3-8-11 0,0 6-2 0,0-6-10 16,0 0 17-16,6 4-5 0,-6-4 6 0,7 2 7 15,-7-2-2-15,0 0-6 0,24-7 8 16,-10 2 0-16,0-3-2 0,6-1-1 0,0-3 14 16,4 0-24-16,0-3 3 0,1-2 2 0,2 0-4 15,8-8 4-15,-5 5-7 0,-5 1-8 0,1 0 3 16,1 0-6-16,-3 0-7 0,0-1 5 15,0 1-3-15,-4 0 8 0,1 0-12 0,-7 3 14 16,3 3-7-16,-4-3 5 0,-2 4 3 0,-4-1 10 16,0 2-8-16,-1 0-5 0,-2 1 3 15,-3 0-6-15,-1 1-17 0,-1 1 10 0,-3 0 0 16,-3 0-6-16,-2 1 11 0,-1 2-15 0,-5 0 12 16,-1 1 8-16,-2 2-2 0,-3 0 12 0,-1 1-5 15,0 1 11-15,-5-1-6 0,3 2 8 16,-3-2-2-16,3 2-1 0,-6-1 3 15,5 0 5-15,1 1-10 0,-3 1 5 0,3-1 8 0,1 0 5 16,1-1-1-16,1 3-4 0,-2-2-8 16,6 1 0-16,-1-2 3 0,2 0 4 0,2 1 4 15,1-1-9-15,-1 2 11 0,4-1-3 0,2-1 0 16,8 0-7-16,-17 0 2 0,17 0-8 16,-13 2-4-16,7-2-3 0,6 0-3 0,-9 4 8 15,7-1 0-15,2 2 7 0,2 2-7 0,3 1 10 16,-1 3-13-16,5 3 14 0,4 4-1 15,5 6 5-15,0-1-13 0,12 10 8 0,-4-1 13 16,6 3-7-16,2-1-4 0,-2 1 4 0,2 1-6 16,-1-1 0-16,-1 2-5 0,1 0 2 0,1-1 9 15,-2-1-9-15,1 1 11 0,-5-2-3 16,3 0-7-16,-1-3-3 0,-6-6 2 0,-7-4 1 16,4-2-3-16,-4-2 2 0,-4-2 4 0,1-1-1 15,-4-3-16-15,1-1 14 0,-4-2 23 0,3 2 20 16,-3-3 5-16,-1-3-8 0,-3-1-7 15,-3-3 3-15,0 0-4 0,7-10 4 16,-7 1-6-16,-3-6-7 0,-4-8 4 0,-5-4-76 0,1-4-7 16,-6-13 22-16,-1-1-8 0,-2-2 24 15,-1-3-8-15,0-5 8 0,2 2-11 0,1-1 3 16,-3 2 10-16,2-1-5 0,1 2 6 0,-2 2-1 16,6 3-10-16,-4 1 10 0,5 3 0 15,0 5 8-15,2 7-5 0,1 1 2 0,1 1 11 16,1 3-14-16,1 1 9 0,0 3-8 0,0-1 2 15,0 1 18-15,1 3-25 0,2 2-11 16,-3 3-10-16,4 1-12 0,0 2-16 0,-4 0-31 16,6 2-18-16,-2 1-66 0,0 1-84 0,0 5-37 15,3 1-468-15,0 0 87 0,0 0 57 0,-1 15 55 16</inkml:trace>
  <inkml:trace contextRef="#ctx0" brushRef="#br0" timeOffset="127506.94">8062 16010 639 0,'0'0'279'15,"-10"0"-15"-15,10 0-31 0,0 0-15 16,0 0-29-16,-7 1-10 0,7-1-23 0,0 0-7 16,0 0-8-16,0 0-1 0,0 0-4 15,0 0-77-15,0 0-5 0,0 0-6 0,0 0 3 16,0 0-2-16,0 0 0 0,0 0-8 0,0 0 20 15,0 0 1-15,17 6-11 0,-17-6 56 0,21-2 8 16,-4-1-12-16,1 1-1 0,4-2-5 0,6-3-4 16,6 0-14-16,4 0-10 0,0-2 0 15,12-2-7-15,2 0-83 0,0-2 8 0,-2 2 1 16,-8 1 6-16,-5 2-6 0,-3 0 1 16,0 0-1-16,-6 4-11 0,-1-1 0 0,-6 3-26 15,-4-2-5-15,0 3-2 0,-3 0-26 0,-3 1-10 16,-2 0-41-16,-2 1-47 0,-4 0-150 15,1 1-366-15,-4-2 0 0,0 0 71 0,0 0 44 16</inkml:trace>
  <inkml:trace contextRef="#ctx0" brushRef="#br0" timeOffset="127758.62">8561 15758 744 0,'4'-7'231'0,"2"2"2"0,2 0-31 0,2 1 3 16,0 0-16-16,4 2-12 0,-1 2-19 0,1 2-7 16,0 2-10-16,3 0-8 0,-3 4-28 15,3 1-2-15,-4-1 2 0,0 6-18 0,-2-3-5 16,0 4 7-16,-2 2-25 0,-5-2-8 16,0 3 1-16,-4-1-6 0,-3 2 64 0,-2 2-15 15,-4 2-23-15,-1-3-29 0,-2 5-2 0,-4 0-46 16,-1 0-56-16,6-7-41 0,-6 4-100 15,4-5-464-15,3-4-91 0,-1-1 89 0,1-2 66 16,3-3 57-16</inkml:trace>
  <inkml:trace contextRef="#ctx0" brushRef="#br0" timeOffset="128390.61">9656 15341 550 0,'3'10'312'15,"0"-3"-7"-15,-3 1-21 0,1 2-13 0,2 2-33 16,0 1-23-16,1 2-18 0,-1 2-17 0,0 1-4 16,0 2-17-16,0 0-29 0,2 1-2 0,-2 0-12 15,0 2-22-15,-2-3-22 0,2 0-49 0,0-1-49 16,0-3-53-16,-2 1-103 0,2 0-330 15,-3-6-227-15,0 0 71 0,-3-7 74 0,2 3 51 16</inkml:trace>
  <inkml:trace contextRef="#ctx0" brushRef="#br0" timeOffset="128506.74">9471 15224 437 0,'0'0'174'0,"-4"-4"-23"0,4 4-56 15,0 0-118-15,0 0-264 0,0 0-250 16</inkml:trace>
  <inkml:trace contextRef="#ctx0" brushRef="#br0" timeOffset="128923.44">9928 15433 1087 0,'1'8'318'0,"3"-1"-34"0,-1 3-26 0,1-2-20 15,-1 2-28-15,3 4-28 0,-5-3-8 16,2 0-18-16,3 1-10 0,-6 1-28 0,5-2-8 16,-2-1-2-16,0 3-19 0,-3-3-2 0,3-1-5 15,-2-1 0-15,-1-1 0 0,3-1-23 16,-3-1-5-16,0-5-1 0,0 0-17 0,0 0-13 15,0 0-2-15,0 0 2 0,-4-25-13 0,4 14-2 16,0-8 7-16,0-1-18 0,1 0 16 0,2-3 3 16,0-1-6-16,4 4-3 0,-1-3 4 15,-1 5 1-15,1 3-4 0,1 0 0 0,-1-2 2 16,1 7-5-16,1 2 3 0,-2 0 7 0,1 1-7 16,4 5 0-16,-4 0 4 0,2 2-4 15,1 2 10-15,1 3 2 0,2 4-22 0,-3 1 12 16,1 1-2-16,2 4-11 0,-2 2 3 0,0 1 3 15,1-1-26-15,-1 4-26 0,-4-2-23 0,3-1-48 16,-2 3-41-16,1 0-82 0,1-3-269 16,-3-3-271-16,4-1 91 0,-4-3 65 0,2-3 46 15</inkml:trace>
  <inkml:trace contextRef="#ctx0" brushRef="#br0" timeOffset="130290.4">10424 15323 926 0,'11'15'302'0,"-11"-7"-15"0,3 1-24 15,0 1-22-15,1-1-21 0,-1 3-10 0,1 1-31 16,3 1-12-16,0-1-11 0,-1 2-23 0,1 0 0 16,1-1-28-16,2-1-5 0,-1 0-11 0,1-1-2 15,1-4-17-15,-1 5-12 0,-3-6-12 16,0-2 18-16,0 2-20 0,0-4 10 0,-4-3-26 15,-3 0 0-15,0 0-2 0,18-10-8 16,-12 2-1-16,-3-2-1 0,1-5 2 0,-1 3-3 0,0-4-5 16,1-1-2-16,0 2 5 0,2-3 5 15,-2 1-8-15,3 2-15 0,2-3 28 0,2 3-3 16,-1-2-4-16,4 0-6 0,0 2 3 0,3 0 0 16,0 2-6-16,1 1 3 0,1-1 3 15,2 4-5-15,0 0-8 0,-4 2 0 0,3 2-10 16,-6-2 7-16,3 5 3 0,-4 1 0 0,1 1-2 15,-3 3-1-15,-1 1 11 0,0 0-3 16,-3 3 18-16,-1 6 10 0,-2-1-17 0,3 5-11 16,-7-1 10-16,1 1-7 0,-2 4 10 15,1 0 0-15,-4-3 2 0,4 4 3 0,0-4-5 16,0 2 5-16,0-1-15 0,4-1 2 0,-4-1-2 16,4-2-8-16,2-4 0 0,1 4-6 15,-1-6 9-15,2-3 2 0,2-3-7 0,-3-1-4 0,3-2-4 16,4-3 0-16,-4-4 0 0,4-1-3 15,-4-2 0-15,0-5 5 0,-3-2-79 0,3 0 16 16,-6 1 14-16,2-9-1 0,-5 8 12 0,1-4 5 16,-2 0 10-16,0 3 8 0,-3-1 10 15,0 2 0-15,0 1-2 0,-4 0 2 0,0 2 21 16,-3 3-16-16,3 3 11 0,-3 1-3 0,-1 0-6 16,-2 6 9-16,-1 1 5 0,1 1-8 15,2-1 0-15,-3 7 2 0,4-1 1 0,0 2 2 16,-1 1-8-16,2 0 9 0,2 1-9 0,4-1-5 15,-2 0 6-15,2-1 2 0,3 5-5 0,0-5 2 16,3 0 6-16,2-2-1 0,1-1 6 0,1 0-3 16,3-3-8-16,1 0 1 0,-1-2-6 15,3-2-12-15,4 0-11 0,-3-4-13 0,3-1-27 16,1 0-11-16,-2-4-26 0,2-3 6 16,-2 4-23-16,-2-5-14 0,0-2 14 0,-4 1 20 15,0-5-10-15,-3 0 15 0,-3-4 23 0,2 0-5 16,-6 0 34-16,0-1-27 0,0-6 19 15,0 4 0-15,-3-6-1 0,0 4 34 0,2 5 21 16,-5-1 30-16,2 1 10 0,1 1 6 0,0 9-6 16,-4-3 11-16,6 5-8 0,-2 1-15 0,0 3 14 15,0 5 7-15,2 0-19 0,1 4 28 0,0 0 18 16,0 0-2-16,-6 17 5 0,6-3-6 16,3 2 14-16,0 4-1 0,1 5-15 0,-1 0-15 15,4 4 18-15,3 0-21 0,0 4 3 0,5 9-6 16,-2 0-2-16,0-5-15 0,5 1-13 15,-1 5 15-15,3-4-4 0,1-3 1 0,-4-6-17 16,3-3 0-16,-5-4-3 0,4 0 0 0,-1-4-22 16,-2-2-9-16,2-3-5 0,-5-5-2 15,1-1 5-15,0-5-25 0,0-1-9 0,-1-5-14 16,1-4-50-16,-4-3-4 0,0-5-31 0,-3-2 7 16,1-3 21-16,1-4 0 0,-5 0 57 0,2-1 2 15,-5 2 35-15,2-2 50 0,1 5 30 0,-4-2 10 16,3 5-2-16,-3 1 2 0,3-1 13 15,-3 6 0-15,0-3-7 0,0 6-14 0,0-2-2 16,1 3-7-16,2 0 2 0,0 6 7 0,-3 1-7 16,7-2-7-16,-7 2 19 0,0 0-9 15,17 10-6-15,-10-2-2 0,-1 1 5 0,1 3-8 16,4 1-4-16,-4 0-4 0,3-1 8 16,0 4-10-16,0-2-5 0,0 4 11 0,2-1-14 0,0 0-7 15,-1-1-1-15,3-1-2 0,-1-3-7 16,-2 0-3-16,2-3 2 0,-3-1 6 0,1-4-8 15,-1 3 2-15,4-4-5 0,-4-3-25 0,0-3 2 16,1 1-4-16,-4-4-6 0,3-1 5 0,-1-3 0 16,-1-5 8-16,-2 5-11 0,1-5 9 15,-4-2-9-15,1 2 9 0,-1-3 4 0,-3 1-7 16,0-1 10-16,0 1 7 0,0-1 19 0,0 2 7 16,-3 0-12-16,3 1 19 0,-3 0-4 15,2 4 3-15,-2-3 4 0,0 4-7 0,3 0 5 16,-3-1 2-16,2 0 11 0,1 3-3 15,-3 2 3-15,0-2 7 0,3 1-12 0,-3 0 15 16,-1 0-8-16,3 0-2 0,1 4-6 0,0 3 19 16,-3-9-13-16,0 3-11 0,3 6-10 0,-3-8 24 15,3 8-1-15,-1-4-10 0,1 4-18 0,-3-7 21 16,3 7-16-16,-3-6 0 0,3 6 5 0,-4-7 1 16,4 7-6-16,-3-3 11 0,3 3-4 15,-3-5-6-15,3 5-9 0,-4-4 8 0,4 4 3 16,0 0-15-16,-4-6-1 0,4 6-43 15,0-3-23-15,0 3-31 0,0 0-36 0,0 0-32 16,0 0-147-16,0 0-451 0,0 0 52 0,0 13 74 16,0-13 69-16</inkml:trace>
  <inkml:trace contextRef="#ctx0" brushRef="#br0" timeOffset="130907.12">12055 15166 783 0,'4'-4'330'0,"0"-2"-31"16,2-1-25-16,-3-1-33 0,1 0-21 15,-1-2-28-15,0 0-3 0,0-2-35 0,-2 2-11 16,3-1 1-16,-4 1-9 0,0-2-12 0,-4 3 5 16,3 1-15-16,1 0-18 0,-3 1-1 0,0 3-7 15,3 4-5-15,-4-6-18 0,4 6 5 16,0 0-10-16,-13 13-15 0,3-5-1 0,6 2 14 15,-3 1-16-15,1 4-3 0,2 0 0 16,1 2-7-16,-1 0 20 0,1 1-25 0,3 0 7 16,0 3-79-16,3-4 13 0,1 2-1 0,3 0-1 15,-1-2 6-15,1-2 19 0,4 2-15 16,-1-2-1-16,3-5 6 0,2-2 12 0,4 2-2 16,-1-5-3-16,3-3-3 0,-1-2 16 0,4 0-10 15,3-7 15-15,0 2 3 0,-2-5-8 0,-2-3 0 16,1-4 13-16,0-2-16 0,-3-2-7 15,-5-4 2-15,-1 0-15 0,-5-4 5 0,0 0 0 16,-7 2 1-16,4 2 9 0,-7-1-7 0,0 4 2 16,0 2 8-16,-3 3 2 0,3 0-10 0,-4 1 8 15,1 4 3-15,-4 2 4 0,4 2 3 16,-1 4-12-16,-2 1-1 0,-2 1 5 0,8 2 3 16,0 0-7-16,-10 7-6 0,7 0 10 0,3 2-7 15,3 2 13-15,0 2-8 0,4 0 2 16,4 4 0-16,2 3 1 0,1-1-1 0,-3-1 6 15,6 7-3-15,-1-3 8 0,2-1-1 0,-5 1 1 16,2 1 15-16,-2-6-8 0,-3 3 8 0,1-5-12 16,-5-1 12-16,-2 0-3 0,2 1 21 15,-3-2 15-15,-3-2-20 0,0-3 15 0,-3 2-28 16,0-2 8-16,-4-1-5 0,-3-4 7 0,-1 2 3 16,-2-5-8-16,-4-1 3 0,-3-5-8 0,-4-2-8 15,0 0-10-15,2-2-7 0,-5-5 12 16,4 5-13-16,2-2 1 0,0-1-32 0,2 2-9 15,1 0-34-15,5 1-5 0,-1 2-97 0,3 1-133 16,-3 2-525-16,4 0 87 0,0 1 51 0,-1 0 77 16,-2 4 59-16</inkml:trace>
  <inkml:trace contextRef="#ctx0" brushRef="#br0" timeOffset="132289.67">13576 14916 742 0,'-17'0'261'0,"10"4"-28"0,-3 0-13 0,4 3-13 15,-5 3-15-15,1 0-10 0,3 5-10 16,-3 3-14-16,3 3-22 0,0 0-18 0,1 1-88 16,1 1 11-16,2-3-5 0,0 2-10 0,3-2 4 15,3 2-1-15,0 2 4 0,2-5-23 0,4-1 77 16,-2 4 0-16,0-4-5 0,7-1-15 15,-4-7-1-15,1 2-12 0,2-6 0 0,0 1-6 16,2-2-7-16,-2-3 0 0,4-4-15 0,-4 0-6 16,2-3-4-16,1-3 2 0,-2 1-3 15,0-3 0-15,-3 2-4 0,-1-3 6 0,0 3 9 16,-1-1-5-16,-1 2 2 0,-1 2 2 0,-1-2-12 16,-2 4 2-16,-1 1 3 0,-3 2-5 15,11-1-5-15,-11 1 12 0,0 0-4 0,13 6-11 16,-6 1 15-16,0 0-25 0,0 1 15 0,-1-1 8 15,1 0-18-15,0 2 0 0,1 0 0 0,4-1 10 16,-2-1 1-16,-2-1-4 0,5 1-4 0,-3 0-3 16,4-6 0-16,0 6 5 0,-3-6 10 15,2-1-7-15,1-1 0 0,-1-1-1 0,-3-3-1 16,4 2-1-16,-7-2 0 0,3-5 5 0,-2 2-13 16,-5-2-4-16,0-4-14 0,-3 3 3 15,-3-6 0-15,0 2 3 0,-5 0 5 0,1-2 5 16,-3 5 0-16,0-2-3 0,-3 3 18 15,2-2-5-15,-3 5-2 0,-2 1-1 0,1 3-7 16,2 2 16-16,-4-2-14 0,3 4 23 0,0 0-14 0,1 5-1 16,-1-2 10-16,4 2-15 0,0-1 3 15,3 1-1-15,-3-2 14 0,6 5-11 0,1-2 2 16,-1-3-4-16,4 4 7 0,0-7 3 16,4 8-21-16,2-5 13 0,1 0-2 0,4-2-6 15,2-1 8-15,1-1-2 0,0-2 5 0,3-2-16 16,3-1 5-16,1-1 3 0,0-4-2 15,-1-3-11-15,4 3-2 0,-3-5-6 0,-2 1 6 16,2-3-11-16,-3 3 1 0,-5-2 12 0,1 0-13 16,-1 1 11-16,-3 3 2 0,-2-1-7 15,-1 3 7-15,2-1-13 0,-5 3 3 0,2 1-7 16,-1 0 1-16,1 4 4 0,1-1 9 0,-1 2-7 16,-6 3 8-16,15 0 5 0,-8 3 7 0,6 2-2 15,-2 3 0-15,2 2 2 0,1 1 14 0,2 2 12 16,-1 0-5-16,1 4 0 0,-1-2-8 15,1 2 15-15,-2-1-7 0,0 1 8 0,-4 0-8 16,1-1 20-16,-1 0 1 0,-4-2 12 0,1-2 8 16,-3 3-3-16,-1-5 13 0,-6 5-2 15,3-5-26-15,-8 5 15 0,2-5-10 0,-4 3 0 16,3-4-2-16,-7 1 22 0,1-3-17 0,-2-1-3 16,-1-1-18-16,2-1 10 0,0-3-7 15,-3 1-3-15,4-2-7 0,-2 0-14 0,2 0-14 16,-1-3-34-16,4-1-23 0,0 0-10 0,-1-2-47 15,5-2-37-15,2 1-45 0,1-3-124 16,3 0-446-16,6-3 20 0,-5-4 72 0,9-1 70 16,-3-1 53-16</inkml:trace>
  <inkml:trace contextRef="#ctx0" brushRef="#br0" timeOffset="132523.29">14509 14606 634 0,'1'8'325'0,"5"2"-25"16,-3 0-16-16,2 7-20 0,1 2-24 15,4 2-17-15,-3 2-21 0,1 4-23 0,1 2-15 16,1-1-13-16,1 3-10 0,-1-2-23 0,0-4-6 16,1 4-14-16,-1 0-6 0,0-4-10 15,1-1-8-15,-1-5-23 0,0 3-20 0,1-2-31 16,-2-5-41-16,-5 2-49 0,3-2-91 0,-4-4-150 15,0 0-434-15,1-5 38 0,-4-1 90 0,0-5 104 16</inkml:trace>
  <inkml:trace contextRef="#ctx0" brushRef="#br0" timeOffset="132740.42">14331 15065 798 0,'-6'-2'312'0,"-1"-2"-35"0,7 4-26 15,-6-1-23-15,6 1-24 0,0-7-19 16,0 7-19-16,6-6-18 0,4 1-14 0,-3-2-24 16,7 3 0-16,-1-4-16 0,2 0-4 0,4 1 61 15,-1-3-18-15,3-2-13 0,2 4-7 16,1-2-29-16,0-1-17 0,4-3-49 0,-1 3-10 16,1-3-31-16,-5 6-41 0,-2-2-46 0,0 0-82 15,-2 3-287-15,-5-1-281 0,0 1 74 16,-3-1 71-16,-5 1 78 0</inkml:trace>
  <inkml:trace contextRef="#ctx0" brushRef="#br0" timeOffset="133474.03">14790 14512 624 0,'0'0'259'0,"0"0"66"0,14 9-16 16,-7 0-35-16,2 2-28 0,-2 3-28 0,4 4-6 15,2 0-23-15,-2 5-17 0,2 2-13 0,1 0-24 16,0 1-19-16,2-1 1 0,-1 0-2 0,1 0-17 16,-2 0-11-16,3 0-16 0,0-2 4 15,-3-3-9-15,3 1-4 0,-3-5-19 0,3-2-10 16,-4 0-10-16,2-4 6 0,-2-2-1 15,-2-1-13-15,2-4-15 0,-3-3-5 0,-2 0-15 16,4-5-9-16,-2-1 9 0,-2-1-3 0,-1-2 13 16,0 1 2-16,-1 0 31 0,2 1-3 15,-2 2 9-15,-3 0-4 0,1 1-9 0,-1 0 7 16,-3 4-3-16,4-3 1 0,-4 3-1 0,0 0 3 16,0 0 0-16,10 10 0 0,-6-5-8 0,-1-1 3 15,0 2-10-15,0-2 0 0,1 3-1 0,-1-1 4 16,0-2 1-16,1 1 6 0,3-2-2 15,-3 3-9-15,2-5 9 0,-6-1-3 0,14 0-13 16,-4 0 10-16,0-4 3 0,0-2-11 0,-2-1-9 16,5-2-14-16,-3-2 1 0,-2-2-6 15,2-2 5-15,-1-5-2 0,-1 1-7 0,-1-2-1 16,-1 1 3-16,1 3 2 0,-4 0 19 0,5 1-1 16,-5 3-13-16,1 3 1 0,-1 3 2 0,0 0 0 15,0 6 3-15,-3 1 7 0,0 0 18 16,10 13-5-16,-5-1 13 0,-2 3 3 0,4 9 7 15,3 5 3-15,0 3-6 0,0 15-2 0,7-1-5 16,0 7-2-16,-7-1 17 0,5 0-72 0,-2 5-1 16,1-6 1-16,-1 4 14 0,1-3 4 15,-4-2 1-15,0-3 7 0,-6-9-3 0,3-5 14 16,-7-4-6-16,0-3 1 0,-4-2 1 0,-2-6 12 16,-1 1 11-16,0-5-32 0,-7-4 10 15,1-3 5-15,-2-4 5 0,-1-3-5 0,-2-1 0 16,-1-3 0-16,1-2 10 0,-3-4-5 0,2-2 3 15,4 3 10-15,-1-3 0 0,-2-1-13 16,5-3 5-16,2 4 6 0,4-3-1 0,1-1 0 16,-1-1-7-16,7-2 5 0,0-2-8 0,3 3 0 15,1-6-5-15,5 3 10 0,2-1-7 0,0-3-18 16,6 0-1-16,-1 0-2 0,2 1-38 0,2 4-54 16,-3-1-41-16,-3 4-123 0,3 2-540 15,-7 2 87-15,1 1 33 0,-4 2 90 16,-1 0 54-16</inkml:trace>
  <inkml:trace contextRef="#ctx0" brushRef="#br0" timeOffset="134356.48">16109 14706 790 0,'7'6'228'0,"1"2"-20"0,1 3-29 15,1-1-5-15,1 4-21 0,-1-3-2 16,0 6-30-16,4-1-11 0,-4 1 2 0,0 0-14 16,1 1-14-16,-4-3 8 0,-1-1-17 0,1-3-9 15,1 6-4-15,-5-9-11 0,3 6 5 0,-5-6 3 16,5 1-13-16,-3-1 5 0,-2-4-7 0,-1 2 15 16,0-6-26-16,0 0-10 0,0 0 13 15,0 0-18-15,0 0 5 0,-7-24-11 0,4 16 1 16,3-4 5-16,0-1-10 0,0 0 2 0,3-2 0 15,0 1-7-15,1 4 5 0,-1-1-1 16,0-1-4-16,5 5 20 0,-2 2-26 0,1 0-7 16,0 3 7-16,3 0 9 0,0 2-9 0,0 3 6 15,1-2 79-15,3 7-31 0,0 1 10 16,-1-1-12-16,0 2-3 0,1 1-3 0,0 3 3 16,0 0-17-16,-4-3-1 0,0 4-5 0,-2-2 13 15,1-2-11-15,-2 0-9 0,-1 0 14 0,-1-2-7 16,-2 0 11-16,0-2-4 0,1-3-2 15,-1 2 11-15,-3-2-29 0,0-4 31 0,0 0-15 16,0 0-6-16,0 0-15 0,-7-18 6 0,1 8-4 16,2-5-12-16,0-2 8 0,1-1 2 15,0-1-13-15,2-2 8 0,1 0 5 0,0 0 0 16,1 2-5-16,2-2-7 0,0 3 9 0,1 0-9 16,0 1 7-16,2 2 0 0,1-2-11 15,0 7 11-15,-1-1 3 0,2 0-8 0,2 7 2 16,0-2-10-16,1 5 18 0,2 0 16 0,1 2-16 15,-1 2-5-15,1 4 15 0,3 5-2 0,-3-1 3 16,3 3-1-16,-1-1-10 0,-1 5 3 0,2 1 2 16,-4 1 8-16,1 2-10 0,0-1-8 15,-1 4 5-15,1-3 2 0,-1 2-17 0,-1-5-13 16,-2-1-26-16,3-1-27 0,1-2-27 0,-1-1-35 16,1-5-64-16,0-1-98 0,0-4-404 15,-1-4-10-15,3 0 59 0,-4-4 43 0,1-5 64 16</inkml:trace>
  <inkml:trace contextRef="#ctx0" brushRef="#br0" timeOffset="134689.93">17094 14640 688 0,'-3'-7'259'16,"-1"7"-16"-16,-2-3 41 0,6 3-26 0,-15 0-17 16,15 0 0-16,-16 4-21 0,5 3-21 0,-2 3-22 15,3 1-16-15,-1 1-7 0,1 3-18 16,3 0-6-16,-3-3-20 0,6 5-10 0,-2 1-10 15,2-3-6-15,1 2-15 0,3-3 0 0,0-2-12 16,3 3-22-16,0-5-19 0,1 3 9 0,2-2-12 16,1-4-13-16,1-1-13 0,1-3-10 0,-2-1 5 15,4-2-2-15,-11 0-21 0,20-5 23 16,-12 0 8-16,1-3-6 0,-2 1 4 0,0 2 1 16,1-3 14-16,-2 3 10 0,0 1-3 15,-2-2-13-15,-1 4 11 0,-3 2 5 0,7-5-3 16,-7 5 3-16,0 0-8 0,0 0 10 0,18 8-4 15,-12-3 12-15,0-1-5 0,2 1-8 16,-1-2 3-16,0 5 10 0,2-1-23 0,2 0-21 16,-1-4-22-16,0 5-42 0,1-3-30 0,-1-1-49 15,3-4-140-15,1 0-457 0,-3 0 24 0,3-3 100 16,-1-3 58-16,1-2 47 0</inkml:trace>
  <inkml:trace contextRef="#ctx0" brushRef="#br0" timeOffset="134906.7">17423 14351 852 0,'3'14'264'0,"0"1"30"0,0 1-13 0,1 3-12 16,2 3-28-16,-2 0-36 0,7 9-16 0,-2-5-15 15,-2 5-18-15,4-2 0 0,-1 3-15 0,0-3-28 16,1 0-16-16,-4 0-30 0,5-1-26 15,-4-3-34-15,-1-1-71 0,-1-5-48 0,-2 2-175 16,2-3-466-16,-5-7 49 0,-1-3 67 16,0 1 61-16</inkml:trace>
  <inkml:trace contextRef="#ctx0" brushRef="#br0" timeOffset="135622.82">17333 14687 857 0,'-3'-4'241'0,"3"4"-29"0,3-10-12 15,-3 3-11-15,4 3-30 0,3-2-3 16,2-2-28-16,2 0-23 0,2-1-3 0,2-1-4 16,1-2-27-16,2 1-2 0,2 0-17 0,0-2-1 15,1 1-18-15,-4-1-13 0,4-2-20 16,-4 4-2-16,0-4-39 0,-3 2 10 0,-1-2-22 16,-6 1-17-16,4-3 4 0,-5 1 15 0,-2 3 15 15,2-2-10-15,-3 0 5 0,-2 1 61 0,-1 4-35 16,3 2 25-16,-3-2-12 0,0 2 2 0,0 1 12 15,0 5-14-15,0 2 15 0,0 0-1 0,0 0 4 16,0 0 2-16,0 0 10 0,-3 17 8 16,6-7-3-16,4 5 10 0,-3 1 6 0,2 0 2 15,1 2 0-15,3 0 1 0,-2 5-14 16,2-4 11-16,0 1-8 0,0 0-3 0,0-2 6 16,0 3-1-16,-2-3-17 0,-1-2 12 0,-1-3-7 15,1 4 0-15,-1-3 12 0,-1-5-25 16,1 0 13-16,-2-1-1 0,-1 2 16 0,0-3 13 15,0-3-31-15,-2-1 3 0,-1-3-5 0,0 0-1 16,0 0-9-16,0 0-3 0,6-14 7 16,-6 9-5-16,4-1-7 0,-4-1 2 0,1 3 6 15,2-3-16-15,0 1 0 0,0 4 0 0,-3 2 18 16,4-6-13-16,2 6-5 0,-6 0 10 0,0 0-10 16,21 6 3-16,-11-4-3 0,1 6 7 0,2 1-9 15,0-1 2-15,1 2-3 0,-3 1 1 0,9 0 9 16,-3-1-4-16,1 3-1 0,2-3 11 15,0-1-10-15,1-2-3 0,-3 0 12 0,1-3-9 16,-1 0 5-16,2-1 4 0,-3-2 4 16,1-2-11-16,1-5-10 0,-1 3 13 0,-4-4-1 15,3-1 1-15,-4-3-8 0,1-3-5 0,-4-3-8 16,0 1 8-16,-2-5-8 0,-1 0 3 0,-4 3 2 16,0 1 3-16,-3 1 8 0,3-1-1 15,-3 2 11-15,1 5 2 0,-1-1-2 0,-1 2 8 0,1 3-19 16,-3 0 11-16,0 4 0 0,3 2 2 15,0 0 0-15,0 0 1 0,-14 9-16 0,10-1 7 16,1 2-4-16,3 2 15 0,-3 1 51 16,3 1 5-16,0 1-2 0,3 2-11 0,-3 0-7 15,6 0-15-15,-1 1 4 0,1-2 3 0,-2 0 0 16,3-3-10-16,2 4-3 0,2-2-7 0,-1-2-16 16,5-1-15-16,-2-2-41 0,0-2-23 15,4-1-51-15,1-1-80 0,-1-2-138 0,0-4-507 16,3 0 90-16,-6-5 67 0,2-4 99 0,-5-2 54 15</inkml:trace>
  <inkml:trace contextRef="#ctx0" brushRef="#br0" timeOffset="136189.45">18568 14499 803 0,'10'7'218'0,"-4"-1"20"0,2 2-49 16,-2 0 70-16,4 3-34 0,-3 1 3 15,1 1-28-15,1-1-14 0,-2 3-27 0,4-1-8 16,-4-3-5-16,-1 6-18 0,1-4-20 0,-4-1-4 16,5 1-1-16,-5-1-16 0,0-4 5 0,1 0-18 15,-1 1 6-15,-3-3-14 0,3-4-2 16,-3-2-10-16,0 6 15 0,0-6-18 0,0 0-7 16,0 0-6-16,-7-18-20 0,4 9 3 0,0-3-1 15,0 1-10-15,3-3 0 0,-1 4 11 0,1 1-8 16,0-1-11-16,1 2-12 0,-1-1 15 15,3 3 0-15,0-1 3 0,0 4-5 0,-2-2 4 16,-1 5 1-16,13 0-3 0,-13 0 3 16,14 5 4-16,-7 0-6 0,3 2 9 0,-3 1-10 15,3 2-5-15,0-2 8 0,-3 5 2 0,3-2 5 16,-3-3 6-16,0 5-13 0,-1-3 2 0,-1-1-13 16,1-1 11-16,-2 0 0 0,-1-1 4 15,0-2 9-15,1 2 2 0,-4-3-5 0,3 0 18 16,0 0-8-16,-3-4-8 0,0 0-4 0,0 0 4 15,0 0-5-15,0 0-25 0,-10-21 13 0,7 11-13 16,0-5-3-16,-1-1 5 0,1-1-5 16,0 0-5-16,3 1 3 0,-4-1 10 0,4 2-5 15,4 1-1-15,-4 1 1 0,0 3-3 0,3-1 3 16,0 3 5-16,1 2 8 0,-1 0-14 16,3 3 1-16,-2-1 13 0,4 4-6 0,-8 0 13 15,13 4 3-15,-3-1-3 0,1 3-2 0,-1 0 0 16,0 2 5-16,4 3-16 0,-4-2 8 0,0 1 0 15,4 2 0-15,-4 1-2 0,1-1 2 16,-2 1 0-16,1 0-20 0,-3-1-29 0,4 2-40 16,-4-2-39-16,-1 2-56 0,5-3-34 0,-4 2-119 15,2-2-452-15,1-3 24 0,-2-2 84 0,2-2 75 16,0 1 68-16</inkml:trace>
  <inkml:trace contextRef="#ctx0" brushRef="#br0" timeOffset="136572.92">19238 14579 668 0,'0'-15'199'0,"0"2"-2"16,0 2 6-16,0 1-1 0,0 2 64 15,0 2-13-15,-3-2 6 0,2 6-29 0,-3-3-17 16,4 5-32-16,-6-5-12 0,6 5-10 0,-10 0-23 16,10 0-80-16,-10 5 13 0,2 2 3 0,1-1-16 15,-2 2-15-15,2 1 23 0,-1 1-23 16,-1 2 72-16,5 1-19 0,-3 1-9 0,4-3 2 15,-4 3-18-15,6-3 5 0,1-1-12 0,0 3-9 16,0-4-9-16,1 1-8 0,2-2 12 16,4-1-12-16,-3-1-2 0,2-2-6 0,-2-3 0 15,2 4-5-15,-6-5 8 0,15-2-13 0,-15 2 5 16,13-6-8-16,-7 4 0 0,2-4-2 0,-2 3 10 16,-2-1-10-16,-1 2 0 0,-3 2-6 0,7-6-9 15,0 6 7-15,-7 0-8 0,0 0 16 16,0 0-8-16,14 1-10 0,-11 5 10 0,3-1-2 15,-2-1 5-15,3 5-6 0,-3-3 8 0,2 1 1 16,-2-2-6-16,2 2-23 0,2 1-15 0,-1-1-26 16,-1 1-51-16,1-2-16 0,-1-2-35 15,2 2-46-15,-1-2-85 0,-1-1-236 0,1-2-237 16,4-1 30-16,-4-1 103 0,2-4 46 0,-2 1 72 16</inkml:trace>
  <inkml:trace contextRef="#ctx0" brushRef="#br0" timeOffset="136789.43">19436 14158 796 0,'10'15'245'0,"-6"-5"-7"0,-1 3-20 16,4 3-18-16,-1 2-6 0,1 3-22 0,4 0-11 15,-1 3-13-15,0 1-17 0,1 1-6 0,2 0 54 16,-3 0-10-16,1 1-23 0,-1-2-7 15,0-2-27-15,0 0-25 0,-3 0-36 0,0-3-56 16,-1-2-61-16,-1 0-98 0,-2-4-417 16,0-3-177-16,0 0 88 0,-3-7 78 0,-3 3 52 0</inkml:trace>
  <inkml:trace contextRef="#ctx0" brushRef="#br0" timeOffset="137055.87">19395 14483 606 0,'0'-7'254'0,"0"1"-34"16,3-5-18-16,1 5-20 0,-1-6-8 0,4 4-23 16,6-1-10-16,-2 0-14 0,3-1-6 0,2 1-24 15,-1 0-5-15,4 2-5 0,-1 0 0 0,-1 4-7 16,3-1-1-16,1 4-5 0,-1 0-10 16,1 0 5-16,0 6 70 0,-2-2-1 0,2 3-15 15,0 1-21-15,-1 6 3 0,1-3-8 0,-3-1-10 16,1 4-2-16,-1-1-11 0,-5 0-87 15,1 2 3-15,-1-5 12 0,-3 7-2 0,-2-4-12 16,-1-1-9-16,-1 3-38 0,-2-4-64 0,2 2-63 16,-3-2-109-16,-1-3-496 0,-2-1 82 15,0-4 59-15,0 1 66 0</inkml:trace>
  <inkml:trace contextRef="#ctx0" brushRef="#br0" timeOffset="137922.93">20078 14341 1103 0,'0'0'327'0,"0"0"-35"15,0 0-36-15,-24 10-15 0,18-3-19 0,2 1-17 16,-2 4-92-16,-2-1-6 0,2 1 1 0,2-1-11 16,-2 3-10-16,6 0-2 0,-4-3-19 0,4 4 6 15,0-1 7-15,0-3-17 0,4 6-16 0,-1-4 0 16,3-1-10-16,1 2 5 0,1-3 0 0,2 2-13 15,7-4 2-15,-3-2-4 0,6-3-3 16,-3 2 0-16,4-4 0 0,3-2 0 0,-1 0-2 16,4-2-11-16,-2-4-13 0,2 2 6 0,1-4-13 15,2-5-16-15,-6 2 0 0,0-5-4 16,-1-2-27-16,-2-2-1 0,-4 0-6 0,0 1 17 16,-6-2 14-16,0 6 10 0,-2-2 21 0,-5 4 9 15,-1 0-7-15,0 3-2 0,-3 2 9 16,0 1-4-16,-3 2 12 0,-1 1 3 0,-2 3-2 15,-5 1 1-15,5 3-1 0,-4 1-16 0,0-1 15 16,2 5-10-16,-2-1 6 0,4 1-1 16,-1 0 3-16,-1 0-11 0,2 1 8 0,2 0-4 0,1-2-17 15,0 1 19-15,3-4-3 0,-3 3-5 16,6 0-2-16,-3-2-4 0,3 0 1 0,0 1 13 16,1-4-18-16,-1 5 10 0,3-4 2 0,-1 4 1 15,2-6 10-15,-1 5-6 0,1-1 16 16,3-1-18-16,-3 0-10 0,0 1 8 0,0-4-1 15,4 5 6-15,-2-5 0 0,1 3 5 0,1-2 10 16,2 0-8-16,-3 0 0 0,4-2-4 16,0 0-11-16,0-2 5 0,-1 1 5 0,5-2-15 15,-2-1 10-15,2-3-2 0,-1 4 9 0,6-6-9 16,-2-1-6-16,-1-1 8 0,-2 0-7 0,-1-5 2 16,0 0-18-16,-3-3 0 0,-1-4-20 0,1-3-8 15,-3-5-3-15,-2 3-10 0,-5-4-7 0,-1-1-24 16,-3-2-15-16,0 0 18 0,-6-3-23 15,2 3 20-15,-2 2 24 0,-1 1 17 0,-1 0 29 16,2 7 43-16,-1 5-16 0,1 3 22 0,-2 1-6 16,4 5-6-16,-2 2-1 0,-1 4 12 15,1 4 21-15,6 1 4 0,0 0 16 0,-14 17-15 16,13-7-3-16,-2 6 11 0,3 2-8 0,0 2 5 16,3 7 4-16,-2 1-16 0,5 5-4 15,1-1 8-15,0 3 0 0,3 8-4 0,4-7 1 16,-4-7-12-16,3 2-3 0,-1-2-7 0,1-4 15 15,-3-3-5-15,0-4-16 0,-3 3 1 16,3-7-19-16,-2 1-25 0,-2-5-28 0,1-2-92 16,-4-1-326-16,1-2-368 0,-1-4 113 0,-3-1 45 15,0 0 68-15,-10-14 71 0</inkml:trace>
  <inkml:trace contextRef="#ctx0" brushRef="#br0" timeOffset="139610.33">21712 14166 611 0,'0'-8'290'0,"0"-2"-14"0,-3 2-23 0,0-1-76 0,3 1-11 16,-3 1-15-16,2-1-10 0,-2 5 0 16,-4-1-16-16,3 1-15 0,4 3-5 0,-13 1-5 15,2 5-20-15,1 3 12 0,-3 1-18 0,-1 7 3 16,1 1-11-16,-2 7-20 0,-1 5 11 15,5-3-16-15,1 0-3 0,0 3 8 0,6-4 8 16,1 1-13-16,-1-2-8 0,4-3-5 0,4 3-5 16,3-2 0-16,0-3-12 0,2-2-11 0,5 1 5 15,-3-6-13-15,6 1-2 0,-1-7-13 16,2-3 2-16,-1 1-20 0,3-4-10 0,-6-2 5 16,7 0 8-16,-1-3-3 0,-3 0 18 0,1 0 0 15,-2 1 7-15,-5-1 6 0,2 2-10 0,-2 0 14 16,-4 1-17-16,3 1 5 0,0 0 3 15,-10 0 7-15,17 2-7 0,-10 1 15 0,4 4-10 16,-2-1 0-16,1-4 22 0,-3 8-17 16,8-3-2-16,-3 1-4 0,0-1 9 0,4 1-1 15,-2-2 3-15,0 2 16 0,3-4-29 0,-1 2 8 16,2-3-11-16,-1-3 1 0,0 0-3 0,0-2 3 16,4-3 4-16,-4 1 6 0,0-3-15 15,-3-3 17-15,2 0-2 0,-4-2 0 0,-3-5-3 16,-2 2-7-16,-1-3 12 0,-2 1-4 0,-4-4-1 15,-3-3 6-15,-4 0 12 0,3 0-3 0,-5 2 11 16,-5 2 13-16,4 3 5 0,-5 0-8 0,-1 3 10 16,2 4-30-16,0 3 15 0,-3 3-7 15,3 0 7-15,-3 5-18 0,1 5 0 0,1-1 5 16,-1 3 3-16,2 1-3 0,3 1-5 16,-2 1 8-16,3 1-13 0,3-1 13 0,3-1-29 15,1 0 6-15,0-2-23 0,0 3 5 0,6-5 7 16,0 1-9-16,1-1-14 0,5-4 11 15,-1-2 5-15,2 0 2 0,3 0-15 0,5-2 3 16,2-4-1-16,0-1-2 0,1-3 16 0,4 2 4 16,-3-4-4-16,3-1 22 0,-1 2-12 0,0-2 2 15,0 5 0-15,-1-2-5 0,-2 2 5 0,3 1-2 16,-4 4 18-16,-2 1-16 0,3 2 5 0,-2 1 6 16,-1 1 2-16,-1 4 15 0,3 1 0 15,1 2 1-15,-7 0-29 0,3 2 26 0,0 1-3 16,0 1 16-16,-4 1-9 0,-2-3 6 0,2 3-10 15,-6-3 8-15,1 4-24 0,-2-5 13 16,-2 0 16-16,2-2-11 0,-2 4 6 0,-1-5-3 16,-3-1 20-16,0 1-10 0,0-2-5 15,0-5 8-15,-3 5-3 0,3-5 0 0,0 0-7 16,0 0-6-16,-14-12-10 0,11 3 3 0,-1-5 2 16,-3-1-15-16,4-3-18 0,0 1 8 0,3-3 4 15,-1 0 4-15,2 2 2 0,-1-1-3 0,3 0 3 16,3 2-3-16,-1 3 6 0,1 1-1 15,4 2 1-15,-3 2 2 0,4 2 0 0,-2 5 2 16,2 1 8-16,3-2-5 0,-1 7-5 0,1 0 8 16,0 3 0-16,3 1-3 0,-4 2 10 0,5 3 3 15,-2-1-20-15,-1 1 14 0,-2-3-1 16,1 0-6-16,-4 3 5 0,-3-2-10 0,3-3 15 16,-3 2-2-16,-1-2 36 0,-2-1-13 0,-1 1-6 15,1-2-12-15,-4-3 0 0,0-3 16 0,0 0-19 16,0 0 13-16,-10 1-18 0,10-1 3 15,-7-8 2-15,-1-2-7 0,-1-1 0 0,2-3-13 16,0-3-16-16,0-4 8 0,0 1 13 0,1-4-7 16,5 6-1-16,-5-1 13 0,6 2-13 0,-3 1 14 15,3 0-9-15,0 2-2 0,3 3 0 16,0 2-16-16,0 1 19 0,1 0-1 16,2 3-10-16,-2 3 1 0,7 4 1 0,-2 2 16 0,1 2 1 15,3 3-1-15,-1 1-5 0,2 5-3 16,-1-1 11-16,4 1 0 0,-3 2-8 0,3 1 5 15,-3-3 0-15,3 3 8 0,-1-1-11 0,-1-2-4 16,2 2 9-16,0-4-7 0,-1-1-15 16,-1-4 5-16,-2-1-19 0,5-2 1 0,-5-2-10 15,1-3-13-15,2 0-3 0,-4-3 5 0,1-3-20 16,4-2-5-16,-7-5 0 0,0 1-6 0,1-6 27 16,-4-2 14-16,3 0-7 0,-4-3 3 15,-2-1-3-15,0 5 23 0,2-5 0 0,-2 7 28 16,-1 1 28-16,-3-1 0 0,3 7-2 0,-3 1-5 15,3 3 9-15,-2 2 9 0,2 4 4 0,-3 0 6 16,3 9 5-16,0 3 5 0,2 6-10 16,-2 5 0-16,1 4-1 0,2 5 6 0,0 6-13 15,2 12-2-15,-1 1 2 0,3 0-10 0,-3 2-6 16,3-3-4-16,3 0-3 0,-3-2-8 16,1-1-17-16,-4-10-26 0,3-4-34 0,-2-2-50 15,-2-6-85-15,-2-6-233 0,5-2-267 0,-5-9 27 16,-1 0 89-16,0-6 51 0</inkml:trace>
  <inkml:trace contextRef="#ctx0" brushRef="#br0" timeOffset="139872.74">23315 14239 660 0,'7'-13'220'15,"4"5"-23"-15,-1 4-13 0,3-2-20 16,-2 6 59-16,3 0-29 0,0 1-4 0,2 6-19 15,-1-1 1-15,4 5-31 0,-1-1-3 0,-2 5-25 16,-1 0 12-16,1 2-7 0,-5 1-1 0,2 0-6 16,-9 2-4-16,2-2 8 0,-2 1-12 0,-8-1-14 15,1 2-66-15,-4 0-5 0,0 3 0 16,-5-4-5-16,0-1 0 0,-1 2-1 0,-4-4-1 16,3-2-11-16,-3 0-26 0,4-3-33 0,-1-4-28 15,0 1-64-15,3-8-156 0,2 4-487 16,-1-8 83-16,0 0 66 0,-1-4 69 0</inkml:trace>
  <inkml:trace contextRef="#ctx0" brushRef="#br0" timeOffset="140272.44">23654 14239 693 0,'3'12'231'0,"1"3"-14"0,-1-3-25 16,0 1-18-16,2-3-10 0,1 1-18 0,-2-1-18 16,2 1-5-16,1-3-21 0,3-1-2 0,-3 1-13 15,0-5 3-15,4 3-9 0,-1-5-6 16,0-1-6-16,1-2-15 0,2-4-8 0,0-1-8 16,1-4-17-16,-1-3-4 0,0-3-1 0,-2-1-9 15,-1 0 11-15,1 0-7 0,-4-3 4 0,0 8 8 16,2-2 26-16,-4 0-8 0,1 7-11 15,-5-2 11-15,5 3-25 0,-3 0 22 0,-2 6-10 16,-1 1 8-16,0 0-3 0,0 0 1 16,6 10-17-16,-3 0 27 0,0 1-21 0,-2-1 0 15,0 3-5-15,2-1 5 0,3 4-5 0,-2-3 10 16,2 0-10-16,-2 1 0 0,4-3 5 0,-2 3-10 16,1-5-3-16,2-1-13 0,2-2 6 0,-1-1-11 15,3-1-25-15,-1-2-5 0,4-2-34 16,2-5-33-16,-2 2-23 0,5-6-56 0,0-1-29 15,-4-3-61-15,0-3-143 0,1-2-248 0,1-6 84 16,-4 1 58-16</inkml:trace>
  <inkml:trace contextRef="#ctx0" brushRef="#br0" timeOffset="140438.81">24232 13741 632 0,'-3'-8'199'0,"2"8"1"0,1 0 2 15,0 0-20-15,0 0 82 0,-10 16-13 0,10-6-24 16,0 7-22-16,-3 0-82 0,3 6 5 0,3 2-23 15,0 0 2-15,1 5-12 0,-1-3-13 16,1 6-5-16,2 1-11 0,-2-2-7 0,2 2 3 16,2 0-24-16,-4-2-17 0,7-1-52 0,-3-1-46 15,-4-5-59-15,3-2-171 0,0-3-456 16,-1-3 106-16,-5-2 47 0,2-7 55 0</inkml:trace>
  <inkml:trace contextRef="#ctx0" brushRef="#br0" timeOffset="140922.41">24125 14156 941 0,'0'0'272'15,"1"-9"-37"-15,6 3-22 0,-2 5-16 0,3-6-26 16,2 4-15-16,8-3 54 0,-2-2-33 0,8 4 2 16,1-2-25-16,5-2-24 0,4 1-7 15,0-3-8-15,1 1-7 0,-1-1-16 0,1-1-15 16,-1 1 5-16,-3 2-13 0,-4-1-10 0,-1 1-6 15,-2 0-12-15,-6 3 3 0,-4 0 7 16,0-2 3-16,-4 3-21 0,0 0 21 0,-3 2-11 0,-3 1-9 16,-4 1-1-16,0 0-5 0,0 0 10 15,0 0-4-15,-15 18-1 0,5-8 0 0,2 0-7 16,-5 5-6-16,0-1 11 0,2 1-8 0,1 3 3 16,1-7-3-16,2 6-26 0,-1-1 16 15,5 0-5-15,0-3 12 0,3 0-17 0,-1-3-6 16,2 3 3-16,2-4-2 0,4-1-3 0,0-2-1 15,3-2-1-15,0-4-4 0,1 0 1 16,-1 0-5-16,3-2 7 0,-2-4 8 0,2-1-7 16,1-1 14-16,-1-1-9 0,-3 3-3 0,1 0 10 15,-4 0 2-15,0-1 1 0,3 4 0 16,-6-2 4-16,3 2-9 0,-1 2 5 0,-6 1 5 16,0 0-3-16,15 4-3 0,-9 0-4 0,0-1 2 15,-2 5 3-15,3-1-1 0,0 1 1 16,-3 1 5-16,2-2-3 0,1 2-7 0,-1 0-14 15,-2-2-19-15,6-1-21 0,-6-1-26 0,3 3-13 16,-1-3-56-16,2-3-74 0,-2 1-228 0,1-3-371 16,0-2 79-16,4-1 62 0,-2-3 69 0,-2-1 66 15</inkml:trace>
  <inkml:trace contextRef="#ctx0" brushRef="#br0" timeOffset="141105.71">25029 13703 793 0,'3'12'346'0,"-3"3"-9"0,3 2-45 15,0 2-100-15,1 5-18 0,2 1 0 0,-2 0-33 16,3 0-13-16,-3 1 0 0,2-1-28 16,-2 0-23-16,-1 2-41 0,3 1-57 0,-1-6-122 15,1 3-280-15,-5-3-270 0,2-4 66 0,-3-8 43 16</inkml:trace>
  <inkml:trace contextRef="#ctx0" brushRef="#br0" timeOffset="141372.04">24919 13951 939 0,'14'-10'261'0,"-1"2"-15"0,1 6-24 0,0-3-30 15,2 2-18-15,-1 2-15 0,1 1-16 0,1 0 6 16,4 1-21-16,-4 2-15 0,4 2-14 0,3-2-12 16,-1 6 8-16,1 1-10 0,-3 1-6 0,0 1-18 15,-4 2 1-15,3-1-3 0,-3 2-3 16,2 1 3-16,-7 3-13 0,2-1-3 0,-4 1-4 16,0-1-1-16,1 2 6 0,-5 0-24 0,-2-2-35 15,2-1-31-15,-2 1-64 0,0-3-172 16,-4 2-491-16,3-7 54 0,0 2 92 0,-1-8 64 15,-1 3 48-15</inkml:trace>
  <inkml:trace contextRef="#ctx0" brushRef="#br0" timeOffset="142405.58">25541 13981 724 0,'0'10'271'0,"3"2"-30"15,3 0-16-15,-4-1-15 0,4 4-15 0,-2-1-4 16,2-1-37-16,1 2-3 0,4 0-25 0,-3-4-1 16,0 3-25-16,0-4-11 0,2 0-9 15,-3 0-1-15,2-4-7 0,-1 1-3 0,-2-2-10 16,-2-4 0-16,2 0-6 0,-6-1 1 0,0 0 0 16,11-8-16-16,-10 1-2 0,-1-3-3 0,0-4 1 15,-5 1 63-15,2-5-8 0,-4-5-4 16,1 1-11-16,-1-3 6 0,3 1-9 15,-3 4-78-15,1-3 22 0,2 6-7 0,-2 1 27 0,5-1-19 16,-2 6-1-16,3-3 8 0,0 4-2 16,3 0-3-16,-2 1-6 0,5 2 1 0,-2 1 0 15,5 0 0-15,-1 4 0 0,2 1-13 0,3 0-3 16,-2 2 13-16,2 0 6 0,2 1-11 16,1 6 2-16,1-1-2 0,-3 0 3 0,6 4-10 15,-3 0-4-15,-2 3 12 0,1 0-4 0,-2-3 6 16,0 4 0-16,-1-1-14 0,-6-3 9 0,3 3-13 15,-2-3 25-15,-1 1-10 0,-1 0-2 16,-1-3-1-16,-3 0 1 0,1-1-1 0,0 2 19 16,1-3-8-16,-3 1-11 0,-1-3-7 0,3-2 21 15,-3-3 17-15,0 6-18 0,0-6 3 0,0 0-5 16,0 0 20-16,0 0-15 0,0-22-5 16,3 7-18-16,0-2-3 0,1-1 0 0,2-1-12 15,1-4 7-15,1 0 5 0,-2 4 1 0,4 1-1 16,-3-1 0-16,4 4-2 0,-1 1-10 15,0 4-1-15,0 1 6 0,0 3 10 0,0 1-6 16,-2 3-14-16,2 2 22 0,0 0-4 0,1 7 2 16,-2-1 2-16,2 2-5 0,0 3 1 15,0-1-1-15,-1 5 8 0,-1-5 2 0,1 5-2 0,0-2-5 16,-2-1 8-16,2 2-13 0,0-3 20 0,1 2-8 16,-2-3 6-16,1-1-10 0,-3-2 4 15,1 1-2-15,2-5 13 0,2 3-3 0,0-4-2 16,-2-2 5-16,4-1-6 0,-1-2 4 15,4-3-6-15,-3-2-10 0,3-6-3 0,-3 2 10 16,3-4-9-16,-2-3-19 0,1-3-7 0,0-2 7 16,-1-1-17-16,-2 0 4 0,0 0 22 0,-2 2-4 15,-1 4-5-15,-4 0 16 0,-2 3-3 16,0 0 11-16,0 2-1 0,-4 6-2 0,0-2 3 16,-1 6 7-16,-6 0-8 0,7 4-5 0,-10 0 14 15,10 0-12-15,-15 6 6 0,6-4-10 16,2 8-3-16,1-3 6 0,2 6 4 0,-2-1 1 0,6-2-6 15,-1 5 21-15,2 0-11 0,-1 3 9 16,3-1-6-16,3 1-5 0,-2-1 5 0,3 2 13 16,3 2 2-16,-3-3-7 0,0-3 7 15,-1 2-14-15,1-2 17 0,0 1 0 0,-3-4 5 16,2 3 8-16,-3-3-8 0,-2 0 28 0,-1-1-30 16,-1-3-1-16,-2 1 3 0,-3 1-10 0,3-1 13 15,-5-3-8-15,1 2 16 0,0-1-1 16,-3-3-15-16,-3 0-3 0,3-4 9 0,0 5-11 15,-5-5-39-15,-1-3-20 0,0 1-151 0,-3 0-594 16,-1-4-20-16,-4-5 38 0,-17-12 115 16,1-3 36-16,-3-4 83 0</inkml:trace>
  <inkml:trace contextRef="#ctx0" brushRef="#br0" timeOffset="163936.29">18223 16371 691 0,'0'0'225'0,"0"0"-20"0,0 0-16 15,-1 19-17-15,2-10-16 0,2 3-3 0,-3 0 1 16,3 2-18-16,0 3-8 0,0-1-3 0,-2 1 3 16,2 1-10-16,0 0 48 0,1 1-10 15,3 4-5-15,-3-2-25 0,-1 1-11 0,0-1-5 16,1-1-5-16,2 4-8 0,-3-1-12 0,1-2-9 15,0 3-7-15,-1-4-12 0,-3-2-19 0,3 1-12 16,1-4-24-16,-4 2-27 0,3-5-16 16,1 2-51-16,-1-3-54 0,0-2-36 0,2 0-156 15,1-4-443-15,1-3 80 0,-1-2 79 0,-6 0 56 16</inkml:trace>
  <inkml:trace contextRef="#ctx0" brushRef="#br0" timeOffset="165018.94">18506 16567 803 0,'0'0'259'15,"0"0"-11"-15,0 0-10 0,0 0-23 16,-7 19-31-16,7-13-12 0,0 3-11 0,0 1-12 15,4 2-9-15,-4-2-17 0,3-1-28 0,3 4 2 16,-2-3 1-16,3 2-27 0,0-2 3 0,0 1 3 16,3-3-8-16,0 1-2 0,0-1-24 15,0-2 1-15,1-2 10 0,2 0-3 0,-2-3-15 16,0 1-3-16,2-4-10 0,-3 1 10 0,1-1-7 16,2-3-1-16,-3-1-4 0,-3-1-3 15,0-2-13-15,0-1 10 0,-4-1-10 0,0-2 3 16,-3 0 2-16,0 0-10 0,0-2-2 15,-3-1 12-15,-1 1 8 0,-2 1-8 0,-1 0 11 16,1 3 4-16,-5 0-9 0,4 1-9 0,-3 3-2 16,2 1 11-16,-5 0 7 0,3 3-13 15,0-1 3-15,0 1-5 0,0 2 2 0,-1 0 5 16,11 1-20-16,-14 0 10 0,5 0-7 16,9 0-1-16,-11 0 3 0,11 0-3 0,0 0 11 0,-7 1 2 15,7-1-7-15,0 0-3 0,0 0 0 16,0 0 10-16,0 0-5 0,27-10 6 0,-17 4-9 15,5 0 1-15,1-3-3 0,5 1 7 16,-4-3-4-16,4 3-3 0,-1-1 5 0,-3 2-5 16,0 0-8-16,0 2 1 0,-3 0 4 0,-1 1-5 15,1 2 3-15,-4 0-2 0,-3 2 4 0,-7 0 3 16,18 4 5-16,-9 2 5 0,-2 0 3 16,1 1-10-16,-2 2 2 0,-2 1 3 0,2 0-1 15,-2-1 14-15,3 3-6 0,-3 0-2 0,-1 0-11 16,3 1 16-16,-2-1 5 0,2-1-12 15,2 1-88-15,-2 1 10 0,1-3 19 0,0-1-9 16,0-1 24-16,0 0-13 0,0-2 15 0,3-1 13 16,0 1 0-16,-3-5-5 0,0 1-2 15,-1-2-1-15,-6 0 8 0,15-3 3 0,-12-3 2 16,3 2-2-16,-5-3-11 0,2-3 1 0,-3-1 17 16,0-1 0-16,-3-3-10 0,2-1 11 0,-2 1-1 15,0-1 3-15,-1 1 10 0,-3-1-2 0,1 2 7 16,5-1-13-16,-5 1 8 0,2 3-2 15,1 0 10-15,0-2-16 0,-1 3 21 0,0-1-5 16,1 3 12-16,3 0-12 0,0-1-20 16,0 1 9-16,0 1-7 0,3 1 36 0,1 0-24 15,0 0-9-15,-1 0-3 0,1 2-6 0,2 1-6 16,1 1 9-16,-7 2 8 0,17 2-13 16,-10 1 8-16,-1 1-5 0,5 2-6 0,-4 1 16 15,0 1-12-15,3 2 9 0,0 2 6 0,-3-1-9 16,3 1-4-16,-2 1 18 0,2 1-11 0,-1-1-2 15,-2 0 15-15,4 0-4 0,-1 0-9 0,-3-1 6 16,4 0-11-16,-1 0 5 0,-1-4 14 16,2 3-1-16,-1-4-26 0,0 2 27 0,1-4-11 15,-1-1 7-15,0 2-7 0,1-5 3 16,-1-1 7-16,3-1-10 0,-2-1 3 0,-1-2-3 16,0-1 7-16,4-2-9 0,-7-3 2 0,3-4 0 15,0 3 5-15,-3-4-8 0,0-2-7 16,-1 0-3-16,-1 0-2 0,-2-2 7 0,0 1 16 15,-3 0 0-15,-3 2-3 0,0 0 8 0,-2 1-3 16,-1 0-10-16,-1 1 79 0,-3 2-2 0,-4-1-10 16,4 2-19-16,-4 0 9 0,0 2-9 15,1 2-15-15,-4 1-2 0,3 0 0 0,0 0 0 16,-2 4-3-16,2-1-15 0,3 2 4 0,-6 1 1 16,4 0-7-16,2 1-6 0,-2 3-5 15,3-3-18-15,-1 6-21 0,1 0-35 0,0 0-10 16,6 3-70-16,-3-2-48 0,4 3-75 0,-1 1-470 15,4-1 10-15,0 1 89 0,0-1 65 0,1 2 40 16</inkml:trace>
  <inkml:trace contextRef="#ctx0" brushRef="#br0" timeOffset="165586.16">18588 16873 655 0,'-4'-6'238'0,"4"6"-23"16,0 0-13-16,-6-2-18 0,6 2-12 0,0 0-16 16,0 0-10-16,-4 15-23 0,4-8-8 0,0 2-23 15,0 1-7-15,0 1-21 0,-3 3-23 16,6 1-31-16,-3-1-51 0,3 2-69 0,1 0-72 16,3 0-445-16,0-1 23 0,3-1 41 0</inkml:trace>
  <inkml:trace contextRef="#ctx0" brushRef="#br0" timeOffset="165919.34">19576 16520 852 0,'0'0'279'0,"0"0"-28"16,0 0-29-16,-11 11-17 0,5-4-15 0,2 1-11 15,-2 1-26-15,-1 1-22 0,0 1-31 16,0 1-34-16,0-1-20 0,1 3-53 0,-2-1-78 16,2-2-84-16,5 0-504 0,-2 1 36 0,3-5 51 15</inkml:trace>
  <inkml:trace contextRef="#ctx0" brushRef="#br0" timeOffset="166852.88">19688 16315 821 0,'0'0'233'0,"-9"8"-15"0,8-4-14 0,-2 2-17 15,0 1-20-15,3-1-24 0,0 2-18 16,0 0-20-16,3 1 3 0,-3 0-16 0,3-1-10 15,-2 2 0-15,5-2-16 0,0 1-2 16,-1-3-12-16,2 0-11 0,-1 0-8 0,4-2-20 16,1-1-1-16,-1-3-9 0,-3 0 12 0,7-3-17 15,-4-1-1-15,0 1 6 0,1-4-6 0,-1 0-10 16,-1-1 24-16,-1-2-14 0,-2-2 16 0,-2 0 0 16,-1 0 2-16,0-1 23 0,-2 1-17 15,-1-2 7-15,-1 2-5 0,-2-1 16 0,0 0 65 16,0 1-6-16,-1 0 2 0,-3 2-16 0,3-1 8 15,1 1-10-15,0 0 8 0,-1 1-21 16,1 0 0-16,0 2-13 0,0-1-10 0,3 2-5 16,-1-2 10-16,2 2-7 0,-1 0-6 15,6 0-9-15,-2 0-1 0,-1 2-8 0,4-1 1 16,3 0 2-16,0 1-11 0,-3 4 4 0,4 0-70 16,-1 0 3-16,0 0-11 0,4 4 14 0,-4 1-3 15,0 0 15-15,4 1 5 0,-1 3 0 0,-2 1-2 16,-1 1 10-16,0-1 15 0,1 1-4 0,-1 2 1 15,-3-1-1-15,2 1-1 0,2-2-3 16,-4 0 11-16,3 1 0 0,-2-1 5 0,1 0-8 16,-2-2 3-16,0-1-10 0,0 0 15 0,0 0 3 15,-1-2-3-15,1-1 0 0,0 0 2 16,0-2 1-16,0-3-1 0,-1 1 1 0,1-2 4 16,-7 1-1-16,11-6-6 0,-4 4 0 0,-1-7 0 15,-2 2 0-15,2 0-3 0,-1-4 16 16,-2 3-18-16,0-3 7 0,0 0-4 0,-3 1 7 15,1-1-3-15,2 1 6 0,-3 0-8 0,0-2-3 16,0 4 1-16,0-1 10 0,0-2-14 0,0 3 14 16,0 0-3-16,0-1 0 0,0 1 1 15,0 1-4-15,0 0 3 0,3-1-10 0,0 1-3 16,0 0 11-16,1 2-3 0,-1 0-3 0,2 0-2 16,4 0 5-16,-5 3 0 0,3-1-5 0,6 0-8 15,-6 3 8-15,3 0 0 0,1 1 3 16,2 1-4-16,-3 2 1 0,4-1-18 0,-4 2 13 15,4 2 10-15,0-1 5 0,-1 1-18 0,1 1 13 16,-1-1-7-16,-1 1 7 0,0 1-5 16,0-3 10-16,-3-1 2 0,1 2-7 0,0 0 8 15,-2-1-18-15,-1-3 23 0,2 2-8 0,-5-3-5 16,4-2-3-16,-8 0 6 0,13 4 10 16,-13-4-13-16,10-4 0 0,-3 2 0 0,-3-4 2 15,-1 0 6-15,0-1-13 0,0-5 15 0,-2 1-13 16,-1 0-2-16,-1-4 5 0,-2 0 3 15,-3-1-1-15,-2-1 1 0,1-1 2 0,-3-1 3 0,0 4 12 16,-4-1-17-16,-2 2 4 0,-2 0-9 16,2 3-3-16,-2 1 15 0,1 2-10 0,0 1 10 15,-1 5-23-15,2-1 1 0,-1 1-1 0,3 2-26 16,-3 2-19-16,3 3-42 0,0 2-36 16,4 0-71-16,-3 2-113 0,9-1-405 0,0 3 21 15,1-4 93-15,6 1 71 0</inkml:trace>
  <inkml:trace contextRef="#ctx0" brushRef="#br0" timeOffset="167068.66">20933 16090 1003 0,'10'2'310'0,"0"-2"-42"0,1 4-14 0,2 1-37 16,2 0-17-16,1 0-16 0,-2 1-22 0,3 0-19 16,0 1-33-16,0-1-54 0,0 0-38 0,-3 1-66 15,3 0-91-15,-4 0-554 0,2 0 2 16,-2-4 99-16,-3 0 52 0</inkml:trace>
  <inkml:trace contextRef="#ctx0" brushRef="#br0" timeOffset="167235.68">21203 15996 749 0,'-20'5'267'0,"16"0"-9"0,-6 4-38 16,3-1-7-16,0 4 40 0,1 1-22 0,-5 2-24 16,1 3-25-16,3-1-31 0,-4 2-28 15,1 5-54-15,1-2-51 0,-2 6-98 0,4-4-421 16,3-1-214-16,-2 0 101 0,6-5 36 0</inkml:trace>
  <inkml:trace contextRef="#ctx0" brushRef="#br0" timeOffset="167652.55">21658 15820 796 0,'0'0'263'0,"0"0"44"0,0 0-23 16,0 0-4-16,6 21-25 0,1-11-32 0,-6 0-10 16,2 2-39-16,3 0-67 0,-2 1-30 0,-1 1-3 15,1 0-17-15,3 2 4 0,-3 3-2 0,2-4-11 16,1 1-32-16,-1 0-21 0,2 2-29 15,-1-2-37-15,-1-2-32 0,1 3-50 0,4-4-78 16,-5 0-457-16,1-1 33 0,0-3 38 16,3-5 71-16</inkml:trace>
  <inkml:trace contextRef="#ctx0" brushRef="#br0" timeOffset="168069.07">21904 15865 775 0,'6'16'228'0,"-2"-9"-23"0,-3 1-3 15,2 2-31-15,-3 1-9 0,6 1 4 0,-2-1-25 16,2 0-13-16,5 4 56 0,-4-2-18 16,3-1-15-16,0 2-10 0,1-3-13 0,2-1-15 15,-2 0-6-15,2-1-17 0,0-3 2 0,2 1-10 16,1-3-3-16,-2 0-12 0,0-3-3 0,0-1-15 15,-1-2-1-15,-2-2 3 0,2-1-15 16,-3-2 8-16,1-2-16 0,-4-5-2 0,-1 1-6 16,-2-2 0-16,-1-3 1 0,-3 0-1 0,0-2-14 15,0 1 19-15,-7-5-4 0,1 5 12 0,-1-3-18 16,3 6 19-16,-6 3-14 0,3 0 8 16,-3 1 5-16,-1-1-12 0,1 8-3 0,0-1-3 15,-1 0 8-15,-2 5-2 0,3 1-14 0,0 0 11 16,-1 3-15-16,-3 2 5 0,1 2-6 15,3 3 3-15,-1 0-5 0,1 2-18 0,3 1-12 16,-3 0-4-16,7 2-37 0,-1 0-11 16,1-1-23-16,6 1-26 0,0 0-17 0,1 0-62 0,7 4-197 15,5-6-384-15,-1 1 107 0,4 1 62 16,2-6 54-16</inkml:trace>
  <inkml:trace contextRef="#ctx0" brushRef="#br0" timeOffset="168918.64">22622 15931 726 0,'-4'7'318'0,"4"1"-31"0,0 0-26 16,0 0-21-16,4 3-12 0,-4-3-28 0,4 3-13 15,2-2-18-15,-1 3-16 0,0-2-15 16,6 2-17-16,-4-2-14 0,3 0-15 0,3-2 6 16,-3-4-19-16,0 3-10 0,-3-2-2 0,4-3-9 15,-4 2 4-15,2-4-11 0,-9 0-15 0,12-4-16 16,-6 2 3-16,-2-4 3 0,-4-2-6 16,0-1 1-16,-1-1 2 0,-2-3-10 0,-3 1 5 15,-2-3 15-15,1 1-10 0,0 1 10 0,-5-1 11 16,4 0-6-16,-2 0 6 0,0 1-11 0,-1 1 3 15,1 1-5-15,4 0-65 0,-1 1-4 16,2 0 12-16,2 2-4 0,-3-3 1 0,6 5 6 16,0-2-5-16,3 1 3 0,0-2-6 0,5 1 5 15,-1 1 1-15,3 0 4 0,1 3 14 16,1-1-14-16,-1-2 13 0,6 5-10 0,-4 2 8 16,2-1 0-16,1 1 13 0,1 1-6 0,0 1-15 15,1 5 5-15,-2-6 8 0,2 7-3 16,-1-1 1-16,0 3-1 0,-3-2 0 0,2 1 11 15,-5 0-8-15,3 0 0 0,-1 2 0 0,-2-2 2 16,-1 0 6-16,0 1-3 0,1-2 5 0,-5 0-10 16,4-1 0-16,-3 0 2 0,1-1 3 0,-2-1-10 15,1 1 10-15,2-1 2 0,-1 1 3 16,-4-5 1-16,5 1-4 0,-2-2-4 0,-7 0-1 16,14 0 6-16,-7-3-14 0,0-3 4 0,-1 1 1 15,-1-2 9-15,1-3-6 0,-3-2-2 0,1-4-7 16,-1 3 9-16,-3-5-7 0,3 2 20 15,-3 1-2-15,0 0-6 0,0 1 3 0,0-1 16 16,0 2-3-16,0-2-11 0,0 5 9 0,0-1 2 16,0 0-11-16,0 1 4 0,0 2-14 15,3 1 3-15,-2 2 8 0,-1-1-11 0,3 2-2 16,1-1-3-16,-4 5 11 0,10-1-8 16,-10 1 5-16,0 0 5 0,17 8-5 0,-7-1-5 15,-3 2 13-15,3-2-11 0,-2 3-5 0,2 0 8 16,0 0 5-16,1 0-5 0,-1 1 3 0,2 0-6 15,0-1 3-15,-2-2 13 0,0 2-10 0,0-3-11 16,0 1 6-16,0-1 19 0,1-1-11 0,-1-2-4 16,0 0 1-16,-2-3-6 0,2 2 8 15,-4-3 0-15,-6 0 0 0,18-4 8 0,-9 0 5 16,-2-3-15-16,0 1 2 0,-3-2 0 0,3-3-2 16,-7 0-1-16,3-3 3 0,-3 0 5 15,-3 0-10-15,0-3 3 0,-5 2-8 0,4 0 0 16,-6 1 0-16,1 1 0 0,-5 4-8 0,0-1-13 15,-3 3-22-15,0 0-16 0,-4 3-57 16,-3 3-50-16,0-2-159 0,-7 8-420 0,0-2 23 16,-6 4 102-16,-1-1 70 0</inkml:trace>
  <inkml:trace contextRef="#ctx0" brushRef="#br0" timeOffset="183734.2">5854 15341 435 0,'0'0'174'0,"0"0"-8"16,0 0-23-16,0 0 21 0,-4-3-13 0,4 3-13 16,0 0-2-16,0 0-16 0,0 0-2 15,-9-1-23-15,9 1 0 0,0 0-6 0,-8-1-17 16,8 1-11-16,0 0-7 0,0 0-3 16,-16 1 8-16,16-1-13 0,0 0-7 0,-14 0 4 15,14 0-2-15,-10 1 3 0,10-1-1 0,-10 2-10 16,10-2-7-16,-12 1 5 0,6-1-1 15,6 0-12-15,-13 4 0 0,9-3 3 0,-6 1-1 16,3-2-4-16,0 3-4 0,-3 0 9 0,0-2-13 16,3 2 17-16,0-3 3 0,-4 3-20 0,4-2 12 15,-2 2 9-15,2-2-12 0,-1-1-1 16,-1 4-3-16,9-4-3 0,-14 3-5 0,7-3 3 16,0 1 2-16,7-1-2 0,-13 2-8 15,7 1 18-15,6-3-11 0,-12 4-12 0,5-4 15 16,1 3-5-16,-1-1 8 0,0 1 3 0,-3-3-16 15,3 7 5-15,-4-4 2 0,1 0-9 0,1 1 10 16,-2 0-11-16,1 0 26 0,3 0-10 16,-3-1-6-16,-1 0 6 0,1 2 8 0,0-3-14 15,-1 5 4-15,2-6-9 0,2 6-2 0,-1-4 13 16,-1 1-10-16,2-1 2 0,3 0-5 16,-6-1-5-16,6 1-1 0,-3 1 12 0,1-1 1 15,2 0-2-15,-2 0-2 0,-1 1 7 16,3-1 6-16,-2-1-6 0,2 1-10 0,1 2-3 0,-3-2-7 15,1 2 15-15,5-5-2 0,-7 4-1 16,1 1 3-16,2-2 0 0,4-3-7 0,-6 7 2 16,-1-4 8-16,6 2-14 0,1-5 12 0,-7 6-9 15,4-2-5-15,0 1 1 0,-1-2 14 16,1 3-9-16,0-3-1 0,0 2 3 0,3-2 8 16,-5 4-8-16,5-1-3 0,-3-2 1 15,0 1 7-15,0-2 0 0,3-3-2 0,-4 10-3 16,4-5 5-16,-3 1 5 0,3-2-8 0,-3 3 9 15,3-7-11-15,-1 8-5 0,-1-2-1 0,2-2 1 16,-1 3 10-16,1-1-2 0,0-6-6 16,-3 9 11-16,3-6-3 0,0 4 0 0,0 0 3 15,3-4-8-15,-3 5 5 0,0-1-2 0,0-1-1 16,0-2-2-16,1 4 0 0,-1-1 3 16,2 0-8-16,-1-1 2 0,2-1 3 0,-3 2 3 15,0 0 10-15,3-4-21 0,-3 5 13 0,1-1-10 16,1-1 2-16,-1-2 3 0,2 4 3 15,-3-1-1-15,3-1-2 0,0-2 6 0,-3 3-1 16,5-1 2-16,-5-1 1 0,3 0 0 0,0 1-3 16,-3-1 0-16,3 1 3 0,-2 0-8 15,2-2 0-15,0 3 12 0,-2-2 6 0,2-1-10 16,0 3-8-16,0-2 3 0,-2 1-6 0,3 0 16 16,-1-3-16-16,0 2 3 0,0 2-5 15,1-3 0-15,-1 2 5 0,0-3-3 0,0 4 6 16,1-2-3-16,0-1 10 0,-1 2-12 0,1-3 15 15,-1 2-13-15,1-1-11 0,-1-1 19 0,3 1 2 16,-5 2 8-16,6-3-18 0,-3 1 10 16,-1-1-2-16,3 2 0 0,-3-1 2 0,1 0-5 15,2-1-2-15,-1 2 2 0,1-3-5 16,-2 3 2-16,2-3 1 0,-3 2-1 0,1 0-7 16,0-1-2-16,3 2 2 0,-4-3-1 0,1 2 12 15,2-2-9-15,-3 2 8 0,-3-4-5 0,7 5 0 16,-2-3 3-16,1 1 7 0,-6-3 3 0,6 5-13 15,-2-3 7-15,-4-2-7 0,7 4-2 16,-4-1 4-16,-3-3 3 0,8 2-7 0,-8-2 7 16,6 4-5-16,-6-4-5 0,10 2 10 15,-10-2-5-15,6 3 3 0,-6-3 12 0,9 3-12 16,-3-2-6-16,-6-1 6 0,7 1 7 0,-7-1 3 16,10 2-16-16,-10-2-71 0,10 2 30 15,-10-2-27-15,10 0 14 0,-3 1 11 0,-7-1 0 0,11 0 10 16,-11 0-5-16,9 0 0 0,-9 0 26 15,8-1-5-15,-8 1-4 0,11 0 12 0,-11 0-1 16,9 1 5-16,-9-1 3 0,10-1-10 16,-10 1-6-16,0 0 1 0,14 0 20 0,-14 0-5 15,10-2-3-15,-10 2 3 0,10-2 25 0,-10 2-27 16,8-1 4-16,-8 1-2 0,10-4 5 16,-4 2-3-16,-6 2-4 0,7-3 9 0,0-1-12 15,-7 4 7-15,10-2 1 0,-6-1 7 0,2 1-5 16,-6 2-3-16,7-5 1 0,-2 1 2 0,1 2 8 15,-6 2-24-15,7-7 19 0,-1 6-19 16,-6 1 24-16,11-6-3 0,-8 2 3 0,1-1-13 16,2 2 2-16,-2-3 3 0,2 4 10 0,-3-2-10 15,2-1 6-15,1 0-19 0,-2 2 36 16,2-3-23-16,-3 2 5 0,1-1 3 0,-1 2-1 16,1-3 1-16,0 2 15 0,-1-1-23 15,1 1-10-15,-1-1 12 0,0 0 6 0,0 2-11 16,-3 3 11-16,7-8-3 0,-3 4-2 0,-3-1 2 15,2 0-2-15,-3 5-16 0,6-6 18 0,-6 1-8 16,3 1 6-16,-2-1-3 0,2 0 2 0,0 0-2 16,0 0 0-16,-3 5 0 0,4-10-10 15,-4 5 20-15,4 2-12 0,-1-4-1 0,-2 2 3 16,2 0 11-16,0 0-14 0,0 0 3 16,-2 0-5-16,1-3 10 0,2 5-2 0,-1-4-9 15,-2 0 4-15,2 3 7 0,1-2 0 0,-1-1-13 16,0-1-4-16,-3 4 17 0,1-2-8 15,2-1 11-15,0-1-8 0,0 3-5 0,-3-1 12 16,1-1-1-16,2 0 1 0,-3-1-2 0,3 1-15 16,-3 1 13-16,0-1-1 0,3 0 8 0,-3-1-2 15,0 1 5-15,0-1 0 0,0 1-8 16,0-3 74-16,0 2-12 0,0 1-3 0,0 1-13 16,0-3-5-16,0 2-13 0,-3-1 8 0,3 0-5 15,-3 1 8-15,3-1-14 0,0 1-7 16,0-1 5-16,-3 1-4 0,2-3-4 0,1 6 6 15,-3-3-8-15,0 0-1 0,0 0 9 0,2-1-21 16,-2 4 23-16,0-4-12 0,3 2-1 0,-5-1 8 16,2 0-8-16,0 2-7 0,0-1 7 0,-1-1-2 15,1 0 5-15,0 4-10 0,-1-4 0 16,1-1 12-16,-1 5-5 0,1-3-12 0,-1 2-8 16,1-1 15-16,0-2-13 0,-1 4 19 15,1-3-14-15,-1 3 4 0,1-2-1 0,-4 0-5 16,3 2-13-16,-2-4 5 0,2 4 16 0,-2 0 2 15,-2-1 3-15,2 0-5 0,2 0-1 16,-2 1-2-16,-1-1-10 0,-1 1 10 0,2-4 0 16,0 7 3-16,2-4-5 0,-3 0 4 0,7 4-4 15,-11-4 2-15,8 1-10 0,3 3 8 0,-10-5-3 16,4 4-6-16,6 1-14 0,-8-4-31 0,1 3-18 16,7 1-31-16,0 0-51 0,-16 6-77 15,5-1-507-15,1 2-7 0,-3 1 79 0,-1 5 62 16,-3-1 60-16</inkml:trace>
  <inkml:trace contextRef="#ctx0" brushRef="#br0" timeOffset="-208499.96">20984 10601 363 0,'-7'0'133'0,"7"0"13"0,-6-1-10 16,6 1 7-16,0 0 0 0,-10-6-4 0,10 6-9 15,0 0 52-15,-8-1 5 0,8 1-26 0,-6 0-2 16,6 0-8-16,0 0-13 0,0 0-8 16,-7-5-17-16,7 5-8 0,0 0-3 0,0 0-20 15,0 0 5-15,0 0-5 0,0 0-13 0,0 0-5 16,-3-5-7-16,3 5-9 0,0 0-4 0,0 0 7 16,0 0-10-16,0 0-8 0,0 0-2 15,0 0 2-15,16-2 1 0,-16 2-17 0,14-5 12 16,-4 5-1-16,0-1 0 0,1 0 5 0,2-1-5 15,2-2-2-15,1 4-11 0,2-2 6 0,1-1-1 16,2-1 3-16,0 3-18 0,-1-1 8 16,4-3 3-16,4 4 9 0,-1-5-17 0,1 5 5 15,-1-2-8-15,1-3 13 0,2 4 0 0,-2 0-3 16,-2-2-79-16,2 0 8 0,2 0 12 16,-2 1-7-16,3-4 20 0,-1 5-7 0,-2-3 20 15,3 1-3-15,2 0-2 0,-1-5 3 0,1 7 5 16,2-4 9-16,3-2-1 0,-1 3-3 15,1-1 4-15,2 0 6 0,-1-1-10 0,2 3 15 16,-1-3 3-16,-1 0-3 0,1 0 0 0,1 3-5 16,0-3 3-16,-3 0 7 0,3 0 64 0,-1 3-2 15,2-3-18-15,-1 0-1 0,0 5 1 0,3-4-3 16,-3-1-17-16,14-1 4 0,-11 4-5 16,-2-2 1-16,2 1-6 0,11-5-3 0,3 1-7 15,-14 6 13-15,-2-2-3 0,1 0 0 0,-5 0-20 16,4-3 7-16,-2 5 1 0,1-4 4 15,-2 0-2-15,18-1-5 0,-12 1-75 0,-2 2 19 16,-4 0 2-16,2-3 0 0,0 3-5 0,0-1 23 16,0 0-5-16,0-1 7 0,-1 4-2 0,-1-4 10 15,1 4-2-15,-2-2 2 0,-1-2 0 16,4 4 3-16,-6-2-10 0,2 1 10 0,0-2-1 16,-6 5 6-16,0-5 3 0,3 5 2 0,4-6 2 15,-7 4-4-15,7-4-6 0,-4 6-10 0,6-6 8 16,-4 4 12-16,4-4 9 15,-2 5-17-15,-1-3 9 0,3 1-8 0,-4 0 2 0,-2-1 3 16,3 0 3-16,-3 3 2 0,-3-3-2 0,3 3-3 16,-3-3 2-16,0 4 8 0,3-4-10 0,-3 0 0 15,-1 3 0-15,1-3 11 0,0 3-6 0,0-4 10 16,3 4-12-16,-1-3 9 0,-5 2-14 16,3-2 4-16,0 3 1 0,0 0-6 0,-1-3 9 15,1 4-4-15,0-2 8 0,0-1-2 0,-1 1 0 16,1 2-6-16,0 0 11 0,0-4-13 0,-1 5 8 15,1-1-11-15,0 0 13 0,0-1-12 16,0-2 15-16,3 4 5 0,-3 0-16 0,3-2 6 16,-3 2-16-16,0-1 6 0,0-1 7 0,0 0-3 15,-1 0-2-15,-2 1 3 0,2 1 4 16,-6 0-4-16,3 0-6 0,0 0 6 0,-2 0-6 16,-1-1 1-16,3 1-1 0,-3 0 3 0,0-1 5 15,3 1 3-15,-3 0-13 0,2-3 10 0,-4 3-2 16,1 0-8-16,-1 3-1 0,1-3 12 0,-3-3-22 15,1 3 16-15,-4 0 3 0,2 0-1 16,-3 3 1-16,0-3 2 0,2 0-5 0,-5 0 3 16,2 0-9-16,1 0 17 0,-2 1-11 15,0-1-3-15,-2 1 6 0,0-1-6 0,-2 0 3 0,0 0 0 16,0 0-2-16,-3 0 7 0,-7 0-10 0,17 0 7 16,-17 0-12-16,11 0-8 0,-8 0-10 15,-3 0-57-15,0 0-73 0,0 0-193 0,0 0-427 16,0 0 33-16,0 0 105 0,-25-7 54 0,15 7 66 15</inkml:trace>
  <inkml:trace contextRef="#ctx0" brushRef="#br0" timeOffset="-206583.46">23384 10749 424 0,'0'0'167'0,"11"-2"-24"0,-5-1 6 15,-6 3-16-15,17-1-5 0,-9 1-16 0,5 0 1 16,-3 0-18-16,4 0 2 0,2 0 0 0,-1-2-5 15,4-1-12-15,-1 1 7 0,6-1 2 16,-3 3 1-16,5-1-18 0,2-5-11 0,2 6 0 16,1-2-9-16,0-4-4 0,0 4 11 0,10-1-15 15,-8-2-1-15,3 3-4 0,1-3 73 16,-3 4-17-16,-3-2-13 0,3-1 0 0,-3 2-11 16,3-1-7-16,0-1-5 0,1 3 5 0,3-2-15 15,-1-1-1-15,-3 4-9 0,6-4 4 16,-1 0 6-16,1 2 2 0,1-5-12 0,-2 5-4 15,2-4 4-15,2 4 2 0,-1-4 7 0,-1 1-9 16,0 0-3-16,3 2 2 0,-3-2-7 0,-3-2 5 16,6 4-8-16,-3-3 3 0,-3 3-83 15,6-2 11-15,-3 1 8 0,4 0 5 0,-1-1 2 16,14-1 6-16,-10 0-11 0,7 2 21 0,3-2-5 16,-7 1 4-16,-7 2 6 0,1 0 3 0,-1-1 7 15,-3 0 0-15,18 0 0 0,-11-1-5 16,-7 0 8-16,4 4-11 0,-5-5 8 0,4 6-2 15,1-4-1-15,-4 0 3 0,1 2 3 0,-2-1 2 16,1-1-10-16,1 2 3 0,-5-4-6 16,4 5 8-16,-1-2 13 0,-1-1-15 0,-2 1 17 15,4-3-12-15,-4 3-3 0,2-2 13 0,-2 3-13 16,2-4 3-16,-3 4 10 0,2-5-8 0,-7 5 5 16,3-2 3-16,0 1-25 0,4-3 12 15,-1 5 3-15,0-4 56 0,2 0-11 0,-2 0-2 16,4 3 16-16,-1 0-26 0,-1-4 0 0,2 6 2 15,-1-5 1-15,-1 1-13 0,4 3 7 0,-5-1-12 16,4-3-11-16,-2 5 8 0,-2-1 0 16,2-2-5-16,-3 0 0 0,-4 2 0 0,1 1-5 15,0-3-3-15,-1 1 3 0,-1 0-11 0,1-1 14 16,0 3-1-16,-1-1-12 0,-1 0 7 0,0-4-5 16,3 5 5-16,-3 0-10 0,0 0-2 15,2-2 14-15,1 2-4 0,-6-2 0 0,7-1-3 16,-4 3 0-16,3-1 0 0,0 1-10 0,0-2 10 15,0 1 0-15,-3-1 8 0,3 0-10 16,0 2-1-16,0-2-7 0,-3 1 18 0,0 1-8 16,0-1-3-16,-1 0 4 0,-2 1 1 0,3-3-7 15,1 1 0-15,-3 2 3 0,-1 0-3 0,2 0-5 16,-2-1 2-16,3 1 1 0,-4-1 2 0,4-1-3 16,-7-1 6-16,3 3-3 0,-3-1 0 15,3 1 7-15,-3 0-4 0,4 0 7 0,-1 0-13 16,0 0 3-16,1-2 11 0,-2 2-4 0,-1 0-1 15,7-1-1-15,-3 2-13 0,2-1 13 0,0-1-7 16,0 1-1-16,2-2 16 0,-5 4-18 16,3-4 10-16,-1 4-5 0,-5-4 5 0,-1 2-3 15,0 0-7-15,-1-2 8 0,1 0-1 0,-3 4 4 16,-4-2-1-16,0-2-16 0,0 2 19 16,0-1-18-16,-3 1 18 0,0 0-3 0,-1 0 7 15,-2 0-4-15,-1-1-5 0,0 0 4 0,0 1 1 16,-1-3 10-16,-9 3-18 0,12-2 5 0,-12 2-5 15,12 0 3-15,-12 0-14 0,5-2-65 16,-5 2-91-16,0 0-212 0,0 0-488 0,0 0 48 16,0 0 104-16,-28-6 81 0,8 6 63 0,-8-7 79 15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5:01:49.0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4938 10343 829 0,'0'0'205'0,"3"-2"-16"0,-3 2 8 16,0 0-15-16,0 0-21 0,4-7 8 0,-4 7-33 16,0 0-8-16,0 0-3 0,0 0-17 15,0 0-19-15,0-3 11 0,0 3-15 0,0 0 27 16,0 0-30-16,0 0-18 0,0 0 5 0,14 9-2 16,-11-6 71-16,3 3-18 0,2-2 3 0,-2 4-15 15,1-1-16-15,0 1-5 0,0 0-18 0,4 2 3 16,-2 3-16-16,1-2 8 0,1 2-3 15,2-1 19-15,-2 1-37 0,-1-1-2 0,0 2 0 16,1-2 3-16,2 3-9 0,-3 0 6 0,1-5-5 16,-1 5-8-16,0-3-2 0,1 1-6 15,-1-3-4-15,3 3 7 0,-5-3 2 0,2 1 11 16,-1-3-13-16,-1-1 5 0,2 3 1 0,-4-3 1 16,4-1-12-16,-2-1 0 0,-1 2 10 15,0-6-5-15,2 6-7 0,2-3-3 0,-4-2 4 16,2-1-11-16,2-1-1 0,0 0-8 0,2-1 8 15,1-1 13-15,7-3-2 0,-4-2-11 0,6-3-3 16,1 1 16-16,7-7 5 0,7-4-18 16,2 0 8-16,2-5 10 0,2 1-20 0,0-2 2 15,5-1-67-15,12-8 1 0,-2-3 0 0,5 1 4 16,1-1 14-16,3 1 4 0,2-1 11 0,1-4 5 16,0 4-10-16,0-3 20 0,2 0 3 0,-2 1 5 15,2-1-8-15,-2-1-10 0,-5 6 7 16,1-2 6-16,-5 5-10 0,-13 7 10 0,-3 1 12 15,-1 1-2-15,-11 6-2 0,-3 3-14 0,-7-2 14 16,-3 9 30-16,0-4-23 0,-1-1 3 16,0 3-26-16,-6 2 30 0,-1-1-9 0,-1 1 2 15,-2 1-13-15,-1 3-9 0,1 0-91 0,-2-1-181 16,-2 2-599-16,-3 1 120 0,-3 2 36 0,0 0 107 16,0 0 98-16,0 0 17 0</inkml:trace>
  <inkml:trace contextRef="#ctx0" brushRef="#br0" timeOffset="26746.42">2275 1253 604 0,'0'0'217'0,"0"-7"-86"0,0 7-21 16,0-5-16-16,0 5 6 0,0-6 0 0,0 6-10 16,3-5 12-16,-3 5-10 0,0-7 8 15,0 7-8-15,0 0-5 0,0-7 13 0,0 7 64 16,0-5-13-16,0 5-10 0,0 0-8 0,0-6-10 16,0 6-13-16,0 0-10 0,0 0 2 0,0-7-7 15,0 7-21-15,0 0-2 0,0 0 12 0,0 0-15 16,0-6-10-16,0 6-8 0,0 0-2 15,0 0-13-15,0 0-3 0,0 0 0 0,0 0 8 16,0 0-20-16,0 0 2 0,-3-4-16 16,3 4-25-16,0 0-17 0,0 0-47 0,0 0-18 15,0 0-8-15,0 0-35 0,0 0-69 0,0 0-113 16,0 0-408-16,-7 8 42 0,7-8 97 0,0 0 52 16</inkml:trace>
  <inkml:trace contextRef="#ctx0" brushRef="#br0" timeOffset="168547.63">2515 12665 780 0,'0'0'256'0,"-1"-7"-23"15,1 7-28-15,0-6-26 0,0 6-28 0,0 0-8 16,0 0-17-16,0 0-21 0,0 0-5 0,0 0 15 15,0 0-15-15,0 0-13 0,0 0 7 16,4 20 1-16,-4-9-10 0,3 3-6 0,0 1-10 16,-2 0 3-16,1 4-1 0,-1-3-22 0,2 3 10 15,0 0 0-15,-2-3-13 0,1 7-10 16,3-4-11-16,-5-1 6 0,3 2 7 0,0 0-7 16,-2-3-3-16,2 2 59 0,-3 0-20 0,0 1-19 15,0-3-37-15,0-3-45 0,3 1-53 16,-3-2-53-16,-3-4-129 0,3 4-497 0,0-5 32 15,0-5 96-15,-3-3 70 0,3 0 54 0</inkml:trace>
  <inkml:trace contextRef="#ctx0" brushRef="#br0" timeOffset="168796.97">2368 12672 767 0,'-1'-6'315'0,"1"6"-18"0,0-7 33 16,0 7-28-16,0 0-40 0,-3-4-19 0,3 4-33 16,0 0-16-16,0-7-22 0,0 7-16 0,7-7-10 15,-1 6-18-15,1-5-3 0,4 3-20 0,-1-2-13 16,4 1-7-16,2-3-1 0,-2 0-15 0,3 0-12 16,1 2 1-16,1-1-1 0,2-1-27 15,1 0-7-15,1 2-53 0,4-1-34 0,0 0-49 16,-3 5-58-16,-3 1-149 0,-1 0-522 0,1 0 104 15,-3 0 50-15,-5 0 68 0,0 0 73 16</inkml:trace>
  <inkml:trace contextRef="#ctx0" brushRef="#br0" timeOffset="169180.3">2767 12909 898 0,'-6'17'317'0,"2"-4"-17"0,0-1-29 16,0 1-28-16,4-2-20 0,0-2-16 15,1 4-27-15,2-2-19 0,1 2-8 0,3-1-14 16,-3 3-4-16,5-5-14 0,2 4-9 16,-4-3-12-16,6-3-18 0,1 2-85 0,-4-3 8 0,3-1 16 15,-1-4-16-15,1 3 23 0,0-3-15 16,-2-2 10-16,2-1 3 0,-2-5-1 0,2 4-2 15,-2-6-7-15,-1-2 7 0,0-3 2 0,-3 2 11 16,3-3-8-16,-3-3-2 0,-4 2-3 16,0-2-3-16,1 4 11 0,-4-2-3 15,0 0-17-15,0 4 9 0,-4-3 8 0,1 0-5 0,-4 3 8 16,1 1-5-16,-5 1-11 0,-2 1 16 16,-1 2-16-16,0 0 3 0,-7 5-3 0,5 1-12 15,-2 0-11-15,-5 5-7 0,6-2-31 0,-1 4-31 16,2 2-5-16,2-1-49 0,3 2-76 15,2 3-87-15,6-3-525 0,2 1 92 0,1 1 59 16,4-3 56-16,3-1 67 0</inkml:trace>
  <inkml:trace contextRef="#ctx0" brushRef="#br0" timeOffset="170263.49">3707 12883 770 0,'0'0'258'16,"0"0"-106"-16,14-3-9 0,-10-1 36 0,2 1-51 15,0-2-8-15,2 1 1 0,-1-2-22 16,0-2-9-16,2-1-13 0,-1 1 10 0,-2 0-5 15,1-2-5-15,-3 0-3 0,2-4-5 0,-3 4 3 16,1-3 58-16,0 3-12 0,-1-1 0 0,-3 1-11 16,1-1-4-16,-1 1 12 0,0 2-23 15,0 2 0-15,-1 1-2 0,1-1-21 0,0 6-3 16,-9-4-7-16,4 1-10 0,5 3-1 0,0 0-14 16,-20 13 4-16,12-5-12 0,-2 3 4 0,1 0-12 15,-2 3 0-15,4 3 0 0,-2-2 0 16,5 2 0-16,-3-1-5 0,3 1 2 0,1 1 11 15,3-1-6-15,0-2 1 0,3 3-11 16,1-1 5-16,0-2 1 0,3 2-6 0,3-5-2 16,3 4-3-16,0-1 5 0,5-1-2 0,-1-3-11 15,1-3-28-15,1 2-15 0,-1-5-43 16,2-3-24-16,0-1-76 0,1 2-75 0,-3-7-74 0,-2 2-384 16,2-4 11-16,-2-3 101 0,-1-1 22 15,-2-5 73-15</inkml:trace>
  <inkml:trace contextRef="#ctx0" brushRef="#br0" timeOffset="170913.32">4100 12751 732 0,'0'-8'309'0,"3"5"-32"0,-3 3-39 16,0-7-28-16,0 7-18 0,0 0 2 0,0 0-22 15,0 0-19-15,0 0-12 0,0 0-10 0,14 19-24 16,-10-9 1-16,0 0-3 0,5 1-18 16,-2 2-3-16,1-1-10 0,1 1-10 0,1-1-2 15,-2 1-3-15,2-1-8 0,0 2 5 0,4-3-10 16,-4 2-2-16,0-1-14 0,1-4-9 15,-4 1-3-15,2-1-8 0,-2-1 13 0,0-4-5 16,0 4-5-16,-3-6 15 0,-4-1-10 16,9 0 5-16,-9 0-13 0,4-8 6 0,0 4 4 15,-4-4-5-15,0-1 6 0,0-4-1 0,-4 4 6 16,4-4 2-16,-1 2-7 0,-1 0 7 0,2-3-10 16,-1 4 7-16,1-1-86 0,1-1 12 0,1 2 0 15,3 0 3-15,-2 1 8 0,1 0 12 16,2-3-2-16,4 2-5 0,1 2 15 0,2-1-2 15,2 1-1-15,4-3 6 0,2 1 5 0,-4 0-1 16,4 1 9-16,3 0-6 0,-4 1-7 16,0 3 4-16,-2-1 9 0,-2-1-8 0,-1 1 7 15,-2 2-2-15,-2-1-8 0,-1 2 11 0,-3 0-14 16,-1-1-9-16,1 4-11 0,-7 0 18 16,0 0 5-16,8 7 3 0,-8-4 2 0,-1 5 1 15,-2 5-4-15,-1-2 19 0,-3 3-18 16,0-1 5-16,1 1-3 0,2 3 10 0,-2 1-2 15,-2-3-7-15,5 2 9 0,-1 0-12 0,1-1-8 0,3-2 3 16,0-3-13-16,1 3 23 0,1-3-13 16,2-1-8-16,0-2 3 0,3-1 8 15,-1 3-1-15,1-3-7 0,-3-6 3 0,5 2-1 16,-1-3-17-16,-8 0-6 0,17-4-4 0,-7-3-3 16,0-1 17-16,0-2-14 0,-3-5 19 0,1-1 6 15,1-3-5-15,-2 0 5 0,-4-4 16 16,5 0 12-16,-5 6 10 0,-2-1 8 0,2 1 8 15,0 3 23-15,0 3 2 0,-3 1-13 0,3 0-32 16,-3 4 14-16,0 0-12 0,0 6 13 0,0 0-8 16,0 0-1-16,0 0-4 0,-3 17 15 15,3-4 1-15,-3-2-1 0,3 1-3 0,0 2-4 16,0 1-1-16,0-1-7 0,3-1 0 0,-3 2 5 16,3 3-11-16,1-3-32 0,-1 0-19 15,1-5-30-15,3 4-44 0,-1-3-28 0,1-1-43 16,0-3-172-16,1 0-333 0,1-4 32 0,-2 0 88 15,3-6 52-15</inkml:trace>
  <inkml:trace contextRef="#ctx0" brushRef="#br0" timeOffset="171513.44">4928 12330 1062 0,'-4'21'294'0,"4"-13"-97"0,-3 8-12 16,3 0-27-16,0 5 6 0,0 4-18 0,0 3-5 16,3-2-24-16,0 9-14 0,1-3-11 15,-1 1 5-15,0 1-17 0,5-3-4 0,-5-4-9 16,1-1-8-16,2 5 2 0,1-7-15 0,4-1 3 16,-4-2-21-16,2-2-2 0,1 0 2 0,1-3-13 15,-1-3-5-15,4-4 1 0,-4 0-6 16,0-2-5-16,1-6-5 0,-1-1-3 0,-3-1-12 15,3-8-14-15,1 1 29 0,-2-7-36 0,1-2 18 16,-2-1 13-16,-2-6-3 0,2 5 8 0,-2 0 23 16,1 0 8-16,-3 6 9 0,2-1 9 15,-5 1-13-15,2 2-19 0,0 1 6 0,-3 6-5 16,3 0-3-16,-3 4 16 0,0 0-13 0,0 0-3 16,0 0-5-16,1 18 13 0,-1-5-13 15,2-1 3-15,-2 1 7 0,4-1-5 0,-4 3-7 16,4 0 5-16,0 1-3 0,-1-4 0 0,3 5-10 15,1-3 2-15,-1-2-12 0,3 2 5 0,0-4-6 16,1-2-9-16,-2 1-11 0,1-1 18 16,1-4 10-16,1-1-7 0,-1-3-18 0,1-2-11 15,0-3-17-15,2 0 17 0,0-7-2 0,-2 1 10 16,-1-6-7-16,-1-5 9 0,2 2 22 16,-7-3 1-16,2 3 9 0,1-1 12 0,-4 2 21 15,-2 3 15-15,3 2 3 0,-1 2 4 0,-3-1-4 16,3 2-16-16,-3 4-7 0,0-1-3 15,0 4 0-15,0 4 0 0,0 0 0 0,0 0 5 0,0 0-7 16,-7 16-6-16,3-6 11 0,4 1-3 16,0 3-6-16,0-2-6 0,0 5 7 0,0-2-11 15,0 6-2-15,0-3 8 0,4 0-26 0,0 0-10 16,-1-1-18-16,1 1-35 0,2-3-19 16,4 6-48-16,-2-7-70 0,2 0-94 0,3-3-410 15,1-3 65-15,-1-1 37 0,1 2 70 0</inkml:trace>
  <inkml:trace contextRef="#ctx0" brushRef="#br0" timeOffset="171896.6">5833 12650 990 0,'-7'-2'294'16,"7"2"-22"-16,-16 3-19 0,5 4-17 0,-2 0-37 15,3 3-7-15,-4-2-15 0,3 6-23 16,1-3-16-16,0 4-15 0,0-1-6 0,3 0-14 16,3 1-21-16,-3-1-6 0,4-3-14 0,3 3-6 15,-3-3 1-15,3-1-24 0,3 1-3 0,0-1-14 16,0-1 17-16,5-3-18 0,-1-2-4 0,-1 1 2 16,1-4-6-16,4-2-4 0,-4-4-3 15,3 1-8-15,4 0 8 0,-4-6-8 0,0 3 8 16,1-1 0-16,-2 0 3 0,-2-1 0 0,0 5-9 15,1 0 6-15,-2-2-7 0,0 5-9 16,1 0 19-16,-7 1-1 0,11 0 1 0,-11 0-3 16,7 2-3-16,-1 4 6 0,-2 0 5 0,2-2-3 15,2 4 8-15,-2-1-13 0,1 0-8 16,0 0-2-16,0 1-18 0,3-4-54 0,0 3-39 16,0-1-53-16,1-2-71 0,-1 0-290 0,0-1-157 15,-2-3 35-15,1-2 45 0,1-3 67 16</inkml:trace>
  <inkml:trace contextRef="#ctx0" brushRef="#br0" timeOffset="172096.79">6227 12364 788 0,'6'13'258'0,"-6"-6"-25"0,0 7 3 0,0 0-21 16,4 5-5-16,-4 1-29 0,1 4-22 0,1 2 5 15,2-1-18-15,-4 5-21 0,3-3-12 0,-3 6-23 16,1-2-9-16,1-2-52 0,-2 1-58 0,4-3-55 16,-4 4-111-16,3-4-514 0,0-2 54 15,-3 0 31-15,0-7 73 0</inkml:trace>
  <inkml:trace contextRef="#ctx0" brushRef="#br0" timeOffset="172566.84">6026 12626 934 0,'-4'-4'374'16,"4"4"-29"-16,-5-6-48 0,5 6-36 0,0 0-18 16,0 0-15-16,0 0-18 0,18-2-23 0,-8 3-21 15,4-1-20-15,0 1-5 0,3-1-26 0,3 0 0 16,-2 5-12-16,3-4-14 0,1 0-9 15,0-1-9-15,2 2-4 0,0-1-8 0,-1-1-8 16,1 0 10-16,0 0-4 0,3 0-9 0,-2-1-17 16,2 1-5-16,-3-2-6 0,3 1 3 15,0-3-2-15,-6 2-11 0,2 0-3 0,1-3 4 16,-3 2-4-16,0-2 1 0,-4 0 0 0,3 0-3 16,-3-3-5-16,-2 1 10 0,1-3-5 0,-2 2 0 15,-1 0 0-15,-2-2-2 0,-4 0 7 16,3-4-7-16,-4 3 10 0,-1-1-11 0,-2 2 11 15,0 3 15-15,-2-3-18 0,-1 2 3 0,0 2-5 16,-1 2 2-16,-2-1-5 0,3 5-5 0,-11-2 8 16,11 2 0-16,-17 6-3 0,4-1 5 15,2 7-5-15,-3 1 3 0,4 6 12 0,-3 0-7 16,2 0-3-16,-2 5-15 0,6 1 18 0,-1-2-13 16,5 2 2-16,-3 0 19 0,6-5-13 15,3 6-6-15,0-2 3 0,2 1 3 0,4-1-18 16,5-6 10-16,3 5-21 0,0 0-9 0,7-4-1 15,-3-4-38-15,6-1-62 0,-4-4-89 16,2-2-133-16,9 1-512 0,1-7 92 0,-4-2 48 0,2-2 78 16,1-4 60-16</inkml:trace>
  <inkml:trace contextRef="#ctx0" brushRef="#br0" timeOffset="172912.4">7891 12258 796 0,'0'0'296'0,"0"0"-32"15,0 0-16-15,0 0-10 0,0 0-28 0,-3 25-2 16,0-10-29-16,2 2 49 0,-1 1-8 0,1 1-41 16,-2 6-7-16,3 3-19 0,-3 0-10 15,2-2-9-15,1 5-24 0,0-5-11 0,1 4-1 16,2-1-11-16,0-3-3 0,-3 0-25 0,4-1-15 16,-1 0-34-16,0-1-41 0,1-4-35 0,-1-2-62 15,1-2-134-15,-1-3-531 0,-2 2 5 16,-1-7 104-16,0-3 54 0,0-1 44 0</inkml:trace>
  <inkml:trace contextRef="#ctx0" brushRef="#br0" timeOffset="173645.46">7707 12664 824 0,'0'0'289'16,"3"-8"-28"-16,4 3-28 0,3 2-10 0,0-4-39 15,2 6-10-15,4-6-20 0,5 4 2 16,6-2-38-16,-3-4-16 0,3 5-18 0,3-3-17 16,-5 0 2-16,5 0-49 0,-5-1-9 0,5-3-6 15,-6 1-10-15,-3-1-13 0,2 1-18 16,-5-5 16-16,-2 3-14 0,2-4 1 0,-8-1 0 16,4 0-6-16,-7-4 24 0,0 8 15 0,-1-5 10 15,-2 3 16-15,3 1 25 0,-4 2-10 0,-3-1 2 16,1 5 9-16,1-1-19 0,-2 1-10 15,0 5 3-15,0 3 2 0,0 0 8 0,0 0-1 16,0 0 9-16,0 0-6 0,-13 22-4 16,12-8-4-16,1 3 1 0,-3 2-5 0,3 2 4 0,0 2-4 15,0 3 10-15,0 0 15 0,0 2 0 16,0-3-2-16,0 1-19 0,0 2-4 0,0-7 2 16,0 1-12-16,0-4-4 0,0-1 4 0,0 0 7 15,0-5-5-15,0 1 18 0,0-5-16 16,3 0 8-16,-3-1-5 0,4-4 0 0,-4-3-7 15,11-1-11-15,-5-8 10 0,4 1-5 0,-2-4 8 16,2-1-5-16,0-4-5 0,4 7-8 16,-7-5 10-16,3 5-13 0,1 0 6 0,-2 3-16 15,1 1 5-15,-3-1 11 0,4 4 0 0,-4 2-6 16,2 2 3-16,5 1 8 0,-4 3-11 0,0-2 3 16,1 5 5-16,2 2 0 0,2-3-2 0,-2 3 2 15,1-1 0-15,-1 3 11 0,5-3-4 16,-5 1-9-16,1-3 2 0,3 1 0 0,0-1 5 15,-3-3-2-15,-1 2-3 0,1-5-10 0,-1 1 20 16,-1-2-4-16,0-2 7 0,-2 1-8 16,2-5 0-16,-2 2 0 0,3-8 8 0,-3 2-20 15,-3-5 14-15,0 2-4 0,0-1-8 0,-4-1 15 16,1 3 70-16,-4-1-26 0,3 3 0 16,-3 2-3-16,-3 1-2 0,-1 4-11 0,4 3-9 15,-13-1 9-15,13 1-10 0,-17 11 8 0,3-1 3 16,4 5-34-16,0-2 13 0,-1-1 0 0,4 6 13 15,-3 2 7-15,3-2-4 0,4-1-14 0,2-1 9 16,5 1-4-16,0 0-12 0,-1-2 11 16,0-2 1-16,4 3-7 0,-3-2 8 0,5-2-3 15,-1 2-7-15,2-4-6 0,0-2-15 0,1 0-23 16,-1-1-54-16,0-3-23 0,1 2-92 16,-1-6-146-16,3 0-555 0,-2 0 51 0,2-3 105 15,-6-2 53-15,3-4 85 0,-3 1 49 0</inkml:trace>
  <inkml:trace contextRef="#ctx0" brushRef="#br0" timeOffset="174199.08">9898 12198 1100 0,'4'10'320'16,"-1"-2"-18"-16,1 7-28 0,2 1-85 16,-2 5-14-16,5 2-32 0,-1 9-10 0,2 3-5 15,0 12-15-15,-2 3-8 0,1 1-11 0,-2 1-9 16,0-2 2-16,-1 0 0 0,2-8-31 15,-5-8-15-15,1 5-5 0,2 10-41 0,-2-6-46 16,2-8-13-16,-2-2-93 0,-3-8-124 0,2 1-390 16,0-1 3-16,0-7 33 0,-6-4 57 0</inkml:trace>
  <inkml:trace contextRef="#ctx0" brushRef="#br0" timeOffset="174496.77">9915 12347 752 0,'7'-14'320'0,"-1"7"-28"16,2-1-26-16,2 4-33 0,-3-2-21 15,2 6-9-15,2 0-9 0,-1 0-33 0,4 1-10 16,0 6-15-16,-1-1-82 0,2 5-18 0,2-1 15 16,-4 5-13-16,0 0 3 0,-2-1-7 0,-1 5 1 15,-3 0 9-15,-1-3-1 0,-1 5 1 16,-2 0-3-16,-3-3 7 0,-3 2 4 0,-2-1-11 15,-1 3-11-15,-1-1-4 0,-3-2 15 0,-4 1-3 16,1-2-12-16,3-2 10 0,-8-4-13 16,4 3 10-16,-2-7-2 0,1-1-13 0,-1-3-18 15,1 0-21-15,2-4-53 0,-3-5-64 0,1 0-100 16,-1-4-182-16,5-2-325 0,4 1 41 0,-2-5 97 16,4 3 57-16</inkml:trace>
  <inkml:trace contextRef="#ctx0" brushRef="#br0" timeOffset="175396.61">10308 12597 749 0,'4'-7'236'0,"-1"-3"-21"15,0-2-33-15,1 2-16 0,-1-5-7 0,1-1-8 16,3 1-8-16,-7-1-12 0,3-3-14 15,1 4 1-15,-4 0 8 0,0 1-16 0,0 2 7 16,0-1-9-16,-3 5-1 0,2-2-12 0,-2 3-8 16,0 0-18-16,-2 3 8 0,2 0-21 0,3 4 1 15,0 0 2-15,-17 8-13 0,10-1 0 16,0 1 5-16,1 3-13 0,-1 3 1 0,1 1-14 16,1 1 9-16,2 1 4 0,-1-1-15 0,4 1 8 15,0 0-8-15,1 0 0 0,5-1 0 16,-1 2 2-16,1-3-4 0,4-4-8 0,0 4 2 15,7-3-17-15,-2 0-14 0,1-5-25 0,5-3-5 16,2-2-33-16,-2-2-59 0,3-2 20 16,0 1-26-16,1-6-60 0,-2-3-86 0,-2-1-47 15,-1-4-14-15,0-2-64 0,-5-1 13 0,-2-3 177 16,1 3 146-16,-4 0 58 0,-4-3 72 0,1 8 37 16,-4 0 22-16,2-2 15 0,-2 5 8 15,0 0-5-15,-2 2-13 0,2 1-15 0,-3 1-8 16,0 6-2-16,0 0-11 0,0 0-5 0,0 0 70 15,0 0-26-15,-3 21-3 0,2-11-15 0,2 4-1 16,-1-2-12-16,0 5-12 0,3 0-1 16,-3-1-5-16,0 1-26 0,0 0 9 0,0 2-1 15,0-5 3-15,0-1-6 0,0-1 3 0,0 1-7 16,-3-5 17-16,2 1 14 0,1-3-6 0,-3-2-10 16,0 2-3-16,-2-3 3 0,5-3-11 0,0 0 6 15,-13-9-10-15,7 5-1 0,2-3 3 16,-3-5-23-16,3 2 16 0,1-2 2 0,-3-1-64 15,2-4-6-15,4 3 19 0,-3 3 0 16,3-3-21-16,3 3 8 0,-3 0 8 0,3-3 15 16,1 6-3-16,2-3-9 0,2 3 4 0,2-1 13 15,0 1-13-15,7 2-2 0,-4-1 5 16,5 3-8-16,-1 0 11 0,3 1 7 0,-2 1-8 16,2-3-7-16,1 5-8 0,3 0 0 0,-4 0-5 15,4 0-18-15,-3 0-31 0,3 0-10 16,-1 0 3-16,-2 0-13 0,3-1 8 0,-4-5 7 15,-2 5-3-15,5-2-9 0,-6-2 32 0,0-2-1 16,0 3 12-16,-2-4-3 0,1 0 8 0,-2-1 8 16,-1-3 5-16,-2 1 7 0,-1-3 3 0,-3 1 16 15,-1-3 4-15,-1 1 11 0,-2-2 18 16,0 2 10-16,-2 3 12 0,-1-1 4 0,0 1 7 16,-1-1 5-16,-2 3-15 0,3 0 2 0,-3 4-8 15,-2-3 4-15,2 8-1 0,3 1-8 16,-10 0 3-16,10 0-7 0,-13 10 2 0,5-2-5 15,2 5-1-15,2 0 9 0,-2 5-16 0,-1 6 11 16,0 1-11-16,3 7-10 0,1 1 5 16,0 6-8-16,0-3 8 0,3 6-5 0,3 9 8 15,-3 4-6-15,3-11-5 0,1-9-2 0,2 5-3 16,-2-5-12-16,3 13-39 0,-1-6-33 0,-5-9-31 16,5 2-46-16,-3-3-377 0,-3-1-273 0,0-6 105 15,0-6 64-15,0-1 81 0</inkml:trace>
  <inkml:trace contextRef="#ctx0" brushRef="#br0" timeOffset="176145.98">11008 12791 936 0,'5'-10'310'16,"1"-5"-21"-16,4 4-43 0,0-3-13 0,2-1-36 15,4-2-8-15,2 4-25 0,5-6-13 0,-2 4-12 16,3 0-19-16,3 1-20 0,-3 3 0 16,-4 1-11-16,1 0-7 0,-4 5-18 0,0-1 0 15,0-1-13-15,-3 6-23 0,-3-1 6 0,-1 2-9 16,0 0 6-16,0 2-3 0,0 2-5 16,-3 0-10-16,0 3 2 0,0 3 8 0,0-2-10 15,-1 1-3-15,1 0-5 0,-1 5 8 0,5-4 15 16,-4 4-30-16,3-3-1 0,1 2-4 15,-1-3 2-15,3 0-3 0,-2-1-5 0,2-1-2 16,1-2-1-16,-4-2 6 0,0 1 0 0,1-3 5 16,-4-2 7-16,0-2-9 0,2 0 1 0,-1-4 6 15,-5-1-7-15,1-4-1 0,-1-2-2 0,-6 1 7 16,3-5-9-16,-4-4-1 0,-6 3 31 16,3 0-13-16,-3-3-3 0,-4 3 6 0,0 0 2 15,-3 4 6-15,0 2-1 0,-3-2 3 0,3 4 0 16,-4 2 5-16,0-2-8 0,5 3-7 15,-2 3 0-15,2 0 15 0,5 1-18 0,-3-1-3 16,4 3-4-16,0 1 4 0,3-2 3 0,7 2 1 16,-13-1-4-16,13 1-2 0,0 0-8 15,0 0 6-15,0 0 4 0,0 0-2 0,0 0 8 16,0 0 10-16,23-7-23 0,-9 6 5 0,-4-4-3 16,8 4 6-16,1-2 5 0,-1-1-8 0,3 1-6 15,-1 2 12-15,4-5-9 0,-3 6 0 16,-2 0 6-16,3 0-6 0,1 0 3 0,-2 0-2 15,2 7-8-15,-2 0 10 0,3 2-3 0,-4-1 3 16,1 3 5-16,0-3-12 0,-4 9 14 0,0-4-12 16,-3-1 8-16,0 3-8 0,-4-4 10 15,0 5-8-15,0-4-2 0,-3 2 2 0,0-3 1 16,-4 0 10-16,0-1-14 0,0 0 4 0,2-1 7 16,-5-2 5-16,0 0 0 0,0-2-7 15,0-1 15-15,0-4-13 0,0 0 5 0,0 0-10 16,0 0 8-16,-18-17 0 0,15 6-3 0,-3-6 5 15,2-5-5-15,-3 1-15 0,3-4 10 16,1-3 2-16,-1 3 6 0,1 3-8 0,3-1 21 16,-3 0-9-16,3 0 4 0,3 2-1 0,-3 0 3 15,3 3-3-15,-2-1-7 0,2 2-5 0,3 3-3 16,-2-3-18-16,0 7-23 0,0 1-16 0,2 2-35 16,-2 1-31-16,2 5-35 0,1-1-101 0,-7 2-209 15,14 2-254-15,-7 1 31 0,2 2 71 16,-1-3 52-16</inkml:trace>
  <inkml:trace contextRef="#ctx0" brushRef="#br0" timeOffset="176697.01">12045 12401 611 0,'3'8'266'0,"4"5"-17"15,-3-2-24-15,3 4-20 0,-4-1-29 0,3 0-2 16,1 1-28-16,-4 2-2 0,5 0-14 0,-5-2-27 15,1 0-1-15,2-2-12 0,-2 2-8 16,-1-1 2-16,-3-3-5 0,3-3-7 0,1 2-8 16,-4-3 13-16,0 0-3 0,1-4-5 0,-1-3-7 15,0 0-16-15,0 0-3 0,0 0-7 16,0 0 8-16,-5-25-19 0,5 13-4 0,0-5-3 16,4-4-6-16,-4 4 4 0,1-1 4 0,2-1-12 15,0 1 7-15,0 2 1 0,1 1 1 16,-1 1-4-16,0 3-8 0,4 1 3 0,-2 2 2 15,1 2-2-15,4 2-5 0,-4 0 4 0,5 4 3 16,-11 0-7-16,17 8 0 0,-3 1 9 0,-4-1-4 16,3 2-3-16,-2 3 0 0,-1-3-2 0,-3 5 7 15,4-3 5-15,-5 3-12 0,1-1 0 16,-1-3 2-16,-2 2-3 0,0-1 3 0,-1-4-2 16,1 2 5-16,-4-3 17 0,0-1 3 0,0-2-2 15,0-4-3-15,0 7 5 0,0-7-2 16,0 0-8-16,0 0 0 0,-7-17-16 0,3 9 6 15,1-8-6-15,2 0-7 0,1-1-5 0,0-3 7 16,0-2-4-16,1 4-3 0,2-2 12 0,4-1-4 16,-3 4 14-16,2 0 1 0,1 2 2 15,0 0-12-15,0 4-6 0,0 1 3 0,3 3-12 16,-3 0 14-16,4 4 1 0,1 1 12 0,-1 2-10 16,0 4 3-16,2 1-3 0,1 1 5 0,-4 5 1 15,4 3-1-15,-1 2-8 0,0 4 3 16,-2-1 3-16,-4 5-8 0,3 0-10 0,-3-1-13 15,0 4-18-15,-3-2-38 0,2 1-60 0,1-1 6 16,0-1-125-16,0-4-485 0,3 4 32 16,0-7 25-16,-2-3 125 0,4-3 29 0</inkml:trace>
  <inkml:trace contextRef="#ctx0" brushRef="#br0" timeOffset="177079.8">12859 12440 1028 0,'-7'-7'382'0,"3"5"-47"0,-3 1-25 0,-2-2-31 15,9 3-36-15,-21 6-15 0,7-2-16 16,-3 0-15-16,4 6-15 0,-2-2-36 0,2 4-5 16,-1 0-13-16,4 1-15 0,0-1-9 0,2 1-6 15,2-1-19-15,2 2 0 0,-2-3-9 0,6 2-9 16,0-4-5-16,0 1-15 0,3-2 5 15,1-1-18-15,2 0-12 0,1-3 2 0,4-4-3 16,-4 2-2-16,-7-2-23 0,23-3 12 0,-13-4-2 16,0 0 8-16,1-3-6 0,2 2-7 0,-6 1 5 15,4 2 18-15,-4-1 0 0,-1-1 8 0,1 1-6 16,0 4-10-16,-3-2 1 0,2-1-6 16,-2 5 5-16,-4 0 5 0,0 0-7 0,0 0 5 15,17 7-3-15,-13-3 0 0,2 2-2 0,-2 2 5 16,2-1-11-16,2 3-22 0,-5-4-16 15,4 2-41-15,-1 0-46 0,-2-1-33 0,2-3-71 16,-1 3-129-16,4-3-502 0,-5 0 106 0,2-2 45 16,-2-2 75-16,-4 0 64 0</inkml:trace>
  <inkml:trace contextRef="#ctx0" brushRef="#br0" timeOffset="177445.27">13125 12473 801 0,'3'10'261'0,"-3"-2"-18"16,3 7-25-16,-3-5-21 0,0 7-8 16,1-3-17-16,-2 1-21 0,1-1-23 0,1 1-8 15,-2-1-10-15,1-3-8 0,0 3 1 0,-3-4 7 16,3 0-16-16,0-2-1 0,-3-2-9 0,3-4-5 16,0-2-7-16,0 0-10 0,0 0-9 0,0 0 1 15,-10-15-10-15,7 1-3 0,3-2-1 16,0-4-6-16,0 0-6 0,3-3-10 0,0-2 7 15,1 1-2-15,2 2 0 0,-3 0-10 0,5 0 8 16,-4 6 9-16,2 3-12 0,1-1 0 16,-1 1-2-16,2 3-11 0,2 5 18 0,0-1 2 15,1 5-19-15,-1 1 14 0,0 1-23 0,4 1 21 16,-4 5-13-16,4 1 1 0,-1 0 4 16,-3 6-5-16,4-1-2 0,-1 2-1 0,-3 3 1 15,1-3-3-15,-1 2-21 0,0-3-15 0,-2-2-25 16,2 4-41-16,-3-2-32 0,3-2-24 0,-3-4-27 15,3 1-104-15,1-1-74 0,-1-4-241 16,0-1-39-16,4-3 39 0,-1 0 54 0</inkml:trace>
  <inkml:trace contextRef="#ctx0" brushRef="#br0" timeOffset="177895.45">13662 12366 698 0,'0'-2'307'16,"0"2"-15"-16,-4-9-38 0,1 5-11 0,3 4-28 15,-7-4-26-15,7 4-12 0,-10 0-6 0,10 0-14 16,-14 8-12-16,7-4 42 0,-3 3-10 0,1 4-16 16,-2 1-12-16,4-1-19 0,0 1-12 15,-1 1-11-15,-1 2-9 0,5 0-9 0,1-2 3 16,0 2-2-16,0 3-21 0,3-4 3 0,0-2-16 16,3 2 0-16,3 1-9 0,-2-5-12 15,5 5 1-15,-1-5 0 0,5-1 2 0,-3-3-4 0,4-4-4 16,-3 4 19-16,6-5-8 0,-1-1-8 15,5-3 6-15,-3-1-19 0,2-2-5 0,1-3 3 16,3-1-12-16,-4-1 6 0,0-3 1 0,2-4-8 16,-3-4-5-16,2 2-18 0,-3-3 16 15,-2-1-1-15,-2 6-4 0,-1 0 4 0,-6 0 11 16,0 4-3-16,-3 2-3 0,0-1 6 0,-4 6-3 16,0-3 3-16,-1 8 5 0,-6-4-6 15,0 6 9-15,7 0-14 0,-20 6 1 0,9 1 4 16,-2-1 1-16,-1 7-8 0,4-1 13 0,0 4-11 15,-1 3-12-15,4 2 8 0,-2-3-1 16,5 6 11-16,1-8 10 0,3 7-13 0,-4-4-10 0,8 0 5 16,-1 1-3-16,1-1 11 0,2-1 2 15,4 3-2-15,-2-8-6 0,2 2-7 0,0-5-10 16,4 3-24-16,-4-4-50 0,3-6-75 0,1 2-64 16,-1-2-312-16,-1-3-343 0,1-1 100 0,-3-6 58 15,1-2 96-15,-1 0 43 0</inkml:trace>
  <inkml:trace contextRef="#ctx0" brushRef="#br0" timeOffset="178695.33">14801 12347 693 0,'0'0'236'0,"6"11"-9"0,-3-4-19 16,-3 0-11-16,0 4-20 0,-3 2-11 0,3-1 5 16,0 3-25-16,-3 3-10 0,6-1-18 15,-6 1-8-15,6-1-8 0,-3 2-7 0,0-4 2 16,3 4-15-16,-2-3-10 0,5-2-3 0,-3 0 3 16,4-2-11-16,-2 0 5 0,4-4-9 15,-2-3-11-15,3 1-3 0,1-2 1 0,-1-2-11 16,0-7 3-16,1 4-3 0,-1-6-7 0,4-3-1 15,-4-4-12-15,-1-4-5 0,-2 0 5 0,1-1-13 16,-5-1-10-16,0 1 10 0,-2 2 2 16,-1-1 11-16,-1 3 12 0,-2-2-14 0,-3 3-6 15,1 3 0-15,-2 3 8 0,-2 1-6 0,-1 3 4 16,-4 0 1-16,4 4-1 0,-5 3-6 0,2-1 15 16,-4 5 60-16,6-3-11 0,-2 5-13 0,2 0 0 15,2 4-4-15,-1-2-4 0,5-3-12 16,2 5 2-16,0-2 1 0,6-3-6 0,0 3-2 15,2-1-3-15,4-1-5 0,1-4 5 0,5 2-5 16,1-1 3-16,2-4-6 0,6-2-9 16,-1 0-6-16,4-4 2 0,1-3-9 0,6-5-6 15,-3 2 18-15,-4-7-5 0,1 2-15 0,-4-3-8 16,0-6 11-16,-4 4-6 0,-3-5-3 0,-3-3-4 16,3 1 0-16,-7-1-4 0,0-1-14 15,-2 7 5-15,-2 0 38 0,-2 3 5 0,-4 1 11 16,3 5-6-16,-3-4-5 0,-3 9 0 0,-1 0-7 15,1 4 15-15,-3 1-5 0,-2 6-3 0,1 2 10 16,0 2-14-16,-2 7 12 0,1 0-3 16,-2 8 5-16,3 1 3 0,1 5-2 0,1 9-13 15,-4 13 20-15,5 2-5 0,1 1 2 0,0 4 32 16,6 1-27-16,-6-1 4 0,6 0 12 0,-3-4-5 16,0 4-23-16,3-1 12 0,-6-1-4 15,6-1-18-15,-3-8-3 0,0-6 10 0,0 2-12 16,-3-9 2-16,3 3-31 0,-3-5-17 15,0-6-24-15,-1-2-61 0,4-6-64 0,-4 0-479 16,0-7-191-16,1-4 102 0,0-4 61 0,3-2 74 16,0 0 52-16</inkml:trace>
  <inkml:trace contextRef="#ctx0" brushRef="#br0" timeOffset="178878.93">14958 13022 977 0,'-3'-6'346'0,"3"-2"-29"16,3 1-35-16,0-1-34 0,1 2-20 0,8-5-31 16,0 1-15-16,4-1-21 0,5-1 5 15,-4 2-25-15,7 2-21 0,-4-1-40 0,1-1-37 16,-1 4-48-16,-5-3-41 0,1 5-95 0,1-2-289 16,-3 1-335-16,0-5 89 0,-1 6 47 0,-6-2 55 15</inkml:trace>
  <inkml:trace contextRef="#ctx0" brushRef="#br0" timeOffset="180245.56">16069 12383 885 0,'0'0'300'0,"0"-7"-32"0,0 7-19 16,0 0-21-16,0 0-29 0,0 0-9 0,0 0-6 15,0-5-10-15,0 5-15 0,0 0-8 16,0 0-18-16,0 0-18 0,0 0-2 0,0 0-19 16,0-5-2-16,0 5-5 0,0 0-5 0,0 0-71 15,0 0 7-15,0 0-6 0,0 0-1 16,0 0-11-16,0 0 15 0,0-8-2 0,0 8 5 15,0 0 2-15,0 0-20 0,0 0 21 0,0 0-21 16,0 0 5-16,0-6 2 0,0 6 11 0,0 0-10 16,0 0 12-16,0 0 1 0,0 0-3 15,0 0-16-15,0 0 1 0,0 0 5 0,0 0 15 16,0 0-21-16,-7 14 11 0,7-4-3 0,0 1-12 16,0 2 7-16,0 2 3 0,3 3-6 15,-3 0-4-15,1 3-9 0,2-2 16 0,0 6-7 16,0 0 10-16,1-1-6 0,2-2-7 0,-2 0-3 15,3 2 16-15,0-5 0 0,-1 0-8 16,1-3 0-16,1-2-8 0,1 0-5 0,-2-3-20 16,0-3-3-16,4 1-7 0,-2-2-27 0,-2-5-9 15,4 1-18-15,-4-3-59 0,-7 0-77 0,16-8-92 16,-8 2-436-16,-1-2 93 0,-4 0 34 0,0-2 63 16</inkml:trace>
  <inkml:trace contextRef="#ctx0" brushRef="#br0" timeOffset="180962.1">16024 12596 780 0,'0'0'336'0,"-10"1"-40"16,10-1-11-16,0 0-29 0,0 0-24 0,0 0-27 15,3-8-20-15,-3 8-9 0,14-12-17 16,-4 8-21-16,4-3-7 0,3-1-21 0,4-4-18 15,-1-1-72-15,1 3 3 0,3-4-2 0,-1-2-1 16,1 4-17-16,-3-3 5 0,0 4-24 16,-5-3-15-16,2 0-15 0,-2 1 8 0,-2-1-3 15,-4-2 0-15,-3 3 10 0,0-2-7 0,0-1 12 16,-3 1 1-16,-1-2-3 0,0 5 15 0,-3-1 23 16,0 2 0-16,0-2 8 0,0 6-13 15,-3-2 6-15,3 5-6 0,0-2 18 0,0 6-16 16,0 0 14-16,0 0-1 0,0 0-2 0,-10 14 3 15,6-3-1-15,4-3-4 0,4 9 4 0,-4 0-17 16,3-1 9-16,0 2-9 0,1 6 17 16,-1-5-4-16,1 4-1 0,2-1-5 0,2-3-4 15,-5-1 11-15,1 0-19 0,2-2 4 0,-3-1 6 16,1-2 5-16,-1-1-3 0,0-4 16 0,2 2 7 16,1-3-18-16,-3-6 6 0,4 2-3 15,-7-3-10-15,0 0 2 0,21-11-5 0,-14 3 3 16,-1 2-3-16,5-4 23 0,-4 4-21 15,-1-1 4-15,4 1-6 0,-2-1-10 0,-1 3 0 16,2 0 10-16,-2 4 0 0,-7 0-10 0,21 8 18 16,-11-1 7-16,1 1-12 0,2 2-3 0,1 4-5 15,0 1 7-15,3-2 4 0,-1 2-6 0,2 3 8 16,-1-3-8-16,3 0 5 0,-3 0 3 16,4-3-6-16,0-2 1 0,-1 3-10 0,3-5 7 15,-5-4 2-15,-1 1 22 0,0-3-24 0,0-2-5 16,3-4 7-16,-2-1-2 0,-4-3 21 0,3-4-11 15,0-1-4-15,-3-4 7 0,-1 2-21 16,-6-3 11-16,3-3-3 0,-6 0-3 0,-1 2 19 16,0-1-11-16,-3 5 3 0,-3-4 12 15,3 9-1-15,-3-5-7 0,0 5-6 0,-2 3 7 16,2-1-6-16,-4 6-1 0,1 2 1 0,6 0-9 16,-15 7 7-16,9 0 6 0,-1 2-4 0,1 0 1 15,2 5-5-15,-2 0 5 0,4 1-1 16,2 2-12-16,0-2 3 0,2 3 2 0,4-1 8 15,1 1-5-15,3-1-8 0,4 2-21 0,-1-4-40 16,2 1-8-16,4-1-29 0,5 0-91 0,-3-5-123 16,7 3-479-16,-2-4 69 0,2-5 41 0,-1 2 64 15,-3-5 77-15</inkml:trace>
  <inkml:trace contextRef="#ctx0" brushRef="#br0" timeOffset="182029.2">18044 12458 813 0,'7'14'292'0,"0"1"-20"0,3-1-27 16,-3 1-17-16,-3 2-26 0,5-2-22 0,-1 3-12 15,-1 3-14-15,-1 0-18 0,1-3-3 16,-1-1-18-16,-1 2-10 0,-2-5-5 0,1 1-18 15,-1-1 0-15,0-3-11 0,0-1 14 0,0-3 2 16,-2 0-28-16,-1-6 20 0,0-1-2 16,0 0-34-16,0 0 9 0,0 0-6 0,-10-20-3 15,3 4 3-15,4-5-5 0,-2-4-15 0,2-1 63 16,-3 1-20-16,5-8 13 0,-2 5 10 16,0-1-28-16,3 2 3 0,0 7-16 0,0-1 11 15,0-2-16-15,3 5 18 0,-3 0-21 0,3 3-2 16,-2-2-10-16,5 6-8 0,-2-1-8 0,3 2-20 15,-3 2-10-15,5 5-39 0,1-3-23 0,-2 5-17 16,-1 1-29-16,2 0 33 0,5 6-53 0,-4-2-11 16,0 5-2-16,1 0 10 0,-1 2 5 15,0 0 11-15,-2 3 10 0,2-2 7 0,-3 4 26 16,2-2 20-16,-1-2 24 0,-1 3 30 0,3-4-5 16,-4 2 21-16,2-5 17 0,-2 2 16 15,-2-2 38-15,2-1 0 0,-2 0 19 0,6-4-17 16,-6 3 14-16,2-5-3 0,1 0 5 0,0-2-15 15,3-2-5-15,-3-1 4 0,3-2-19 16,1 1 2-16,-4-5 5 0,3-1-13 0,-4 0-8 16,2-3 3-16,-2 2-7 0,-2-1 17 0,2 2-25 15,-6-2 25-15,3 2 13 0,-2 3-15 0,-1 0-3 16,0-1 0-16,0 2-5 0,-1 4-15 0,-2-2 5 16,0 4-5-16,-3-1-3 0,6 2-3 0,-10 7 1 15,5-3-8-15,-1 5-10 0,-1 3 10 16,3-1 7-16,-2 4-12 0,-2 0-11 0,5 1 11 15,0-1-5-15,3 1 0 0,-3 3-3 0,3 0 18 16,3-3-18-16,0 2 10 0,5-2 3 16,-2-1-13-16,1-3 3 0,6 2 2 0,1-3-10 15,3-3 5-15,1 1 3 0,2-4 2 0,0-2-5 16,4-3 1-16,0-3-4 0,1-4-4 0,2 0 2 16,0-7-11-16,0 2 4 0,1-5 7 15,-4-4-21-15,0 2-2 0,-4-6 5 0,1 1 5 16,-4 4 1-16,-4-3 1 0,-3 7 6 0,4-3 5 15,-7 2 0-15,3 1-2 0,-3 1 9 16,-3 4-2-16,-1 0 3 0,1 1-13 0,-1 0-3 16,0 2-7-16,-3 2 15 0,0 2 0 0,-3 2-3 15,3 2 11-15,-7-5-3 0,7 5-2 0,-10 5-16 16,3-1 5-16,0-2 3 0,0 4 0 16,-2 1 5-16,4 1-8 0,-1 0 3 0,2 2 5 15,1 0 0-15,0 4 0 0,3-3-10 0,0 3 7 16,3-2 3-16,0 2 3 0,1 3 0 0,2 1-1 15,2-3 8-15,2 2-7 0,-1 2 5 0,3 1-11 16,-2-1 0-16,3-2 16 0,-2 2-13 16,-1 1 5-16,4-1 3 0,-4-2 5 0,0 1-5 15,1 2 4-15,-2-2-1 0,-2-5-4 0,-3 1 4 16,2 3-6-16,1-3 5 0,-6-3-2 16,2 2-8-16,-3-1 12 0,0-4-9 0,-4 3 17 15,-3 1-9-15,1-4 4 0,-1 0-7 0,0-1-1 16,-7-3 11-16,-2 3-2 0,1-4-1 0,2-2 0 15,-5 2 1-15,2-3-16 0,-5-4 5 16,4 1 0-16,-3-4 5 0,2 5 3 0,1-4-18 16,0-2 7-16,1-1 1 0,4 1 2 0,-1 1 3 15,4-1-11-15,1 2-20 0,1-1-8 16,4-2-9-16,0 0-9 0,2 2-30 0,2 0-29 0,2 0-30 16,0-1-6-16,1 2-129 0,-1 1-319 15,4-1-268-15,0 2 97 0,0 0 47 0,2-3 73 16,-1 3 75-16</inkml:trace>
  <inkml:trace contextRef="#ctx0" brushRef="#br0" timeOffset="183579.18">19026 12416 767 0,'0'0'231'16,"-3"-1"-19"-16,3 1-7 0,0 0-23 16,0 0-13-16,0 0 46 0,3 16-18 0,0-8-26 15,0 0-12-15,1 3-8 0,2-3-15 0,-3 6-13 16,2-3-11-16,-2 3-7 0,1-3 0 15,-1 0-18-15,0 2-8 0,0-3-7 0,1-2-5 16,-4 0 2-16,3 2-5 0,-3-3-3 0,3-1 6 16,-3-4 7-16,0-2-2 0,0 9-3 0,0-9-5 15,0 0-13-15,0 0 0 0,0 0-2 16,-6-23-13-16,3 12-3 0,3-3 3 0,-1 2-13 16,1-5-3-16,0 0-4 0,4 0 7 0,-1-4-5 15,0 5-3-15,2 3 3 0,-2-1 0 16,4-2-13-16,-4 8 0 0,3-2 0 0,5 2 0 15,-4 2 0-15,3 2-2 0,0-1-1 0,1 3 6 16,2 1-3-16,4 0-7 16,-3 1 15-16,3 1-16 0,3-1 8 0,-2 1-5 0,3-1 5 15,1 0 3-15,-1 0-6 0,-3-1 1 0,2-3 2 16,-3 2-2-16,0 1 4 0,1-5 6 0,-1 4 0 16,-4-5-5-16,-3 4-6 0,1-4-2 0,-1 0 10 15,-3-3 3-15,-1 2-10 0,-2-2 2 16,-3 1-10-16,-1-4 5 0,0 3 2 0,0 2 3 0,-1-2-10 15,-3 3 5-15,1-1 0 0,-4 5-2 16,4-1-1-16,-4 4 8 0,7 0 0 0,-17 7-7 16,7 1 10-16,0 1 7 0,-1 0-10 0,1 5 0 15,0 4-7-15,3-1-1 0,3-3 8 16,-2 4 0-16,3 0 0 0,3-1-10 0,0-1 10 16,3 1 6-16,0 0-11 0,4-2 7 0,0-4-2 15,3 3 3-15,3-4 5 0,1-2-13 16,0-4 2-16,3-1-2 0,0-3 3 0,1-3 0 15,5-1 4-15,-2-3-7 0,2-3-2 0,-1-5 2 16,2-3 7-16,-4 0-7 0,0-4 0 0,1 1 6 16,-7-3-6-16,3 2-3 0,-4 1-5 15,-3 0 11-15,1 3-6 0,-4 3 14 0,2 3-14 16,-5-1-2-16,4 3 2 0,-5 2-10 0,3 0 3 16,-2 4 3-16,2-1 1 0,-2 5-4 0,-4 0 3 15,11 9 1-15,-2-3 6 0,-2 3 0 16,4 2 0-16,-1 4-5 0,3 2 10 0,-2 1-2 0,2 4-8 15,0 2 5-15,-2-3 8 0,-1 4-6 16,1-2-4-16,-4 1 9 0,0 0-2 0,-4-5 6 16,0 0-9-16,-3 1 1 0,0-8-6 0,-3 4 13 15,0-4-5-15,2-1-2 0,-5-3-3 0,-1 0 8 16,0-6 2-16,3 0-2 0,-2-2 2 16,6 0-2-16,-13-2-1 0,8-5 6 0,2 4-5 15,0-5-6-15,3-1 3 0,0-4 3 0,3 3-10 16,5-5 9-16,1 1-12 0,1-2 3 15,4 0-1-15,-3 0 6 0,6-2 2 0,0 2-8 16,0 0-2-16,0-5 2 0,4 5 9 0,-5 3-12 16,2-4 9-16,-1 3 0 0,-4-1-3 15,1 5 0-15,-3 0-3 0,-2 2 8 0,-2 1-13 16,1 0 1-16,-2 2 2 0,-3 0 5 0,-2 0 0 16,2 3-8-16,-3 2 3 0,0 0 2 0,0 0 3 15,0 0 0-15,-7 16-10 0,4-10 13 16,3 3-11-16,0-1 5 0,3 3-2 0,-3 5 3 15,3 0 7-15,-2 1-3 0,2 2 3 0,3 5 1 16,-2 0-6-16,4-2 10 0,-5 2 3 0,3-2 2 16,-2 1-15-16,-1-5 10 0,0 4 11 0,-3-5-6 15,0-1-2-15,0-4-3 0,-3 3 23 0,0-4-20 16,-1 1 20-16,1-4-35 0,-3 0 30 16,-2-5 0-16,-2 3 5 0,3-6-2 0,-4-2-5 15,2-2 2-15,-1-3-13 0,-1-3-15 0,1 2-5 16,0-3 3-16,3 1-55 0,-1-2 4 15,2-1-68-15,-1-1-53 0,4 3-69 0,0 0-192 16,0 0-415-16,3 1 49 0,3-4 92 0,3 6 66 16,-2-4 80-16</inkml:trace>
  <inkml:trace contextRef="#ctx0" brushRef="#br0" timeOffset="183779.07">20491 12276 952 0,'1'7'292'0,"2"0"-21"16,1 0-13-16,-1 4-27 0,-2-3-21 15,-1 7-31-15,3-3 56 0,-3 3-22 0,0 3-26 16,3-3-18-16,-3 6-16 0,-3-2-40 0,6 0-19 16,-3-3-40-16,0 5-56 0,0-2-60 0,0-2-61 15,0-3-138-15,0 0-522 0,4-1 82 16,-4-5 61-16,3-3 43 0</inkml:trace>
  <inkml:trace contextRef="#ctx0" brushRef="#br0" timeOffset="184628.86">20793 12466 888 0,'0'11'330'0,"0"-1"-10"16,0-4-39-16,0 7-17 0,3-3-44 0,0 0-5 16,0 3-23-16,2-4-20 0,1 1-14 0,-2-2-4 15,3 2-18-15,-1-3-11 0,2 1-20 16,-2-2-8-16,1-2-10 0,-1-3 0 0,-2 2-15 16,-4-3-5-16,14-4-16 0,-11-1 8 0,1-2-11 15,-1-5-2-15,0 1-10 0,0-4 0 0,-3 1-10 16,-3-2 7-16,0-3-2 0,0 1-6 15,-1 2-4-15,-5 3 2 0,1-2 2 0,-2 0 3 16,3 2-4-16,-4 2-7 0,2 0 1 0,2 2-7 16,3 0-11-16,-6 2 18 0,6 0-8 0,-2 0-3 15,5 2-9-15,-5 0-1 0,3 0 11 16,3 5-8-16,0-6-3 0,0 6 14 0,0 0-9 16,6-5 1-16,-6 5 7 0,14 0-15 0,-14 0 2 15,17 5 8-15,-7-2-5 0,1 4 0 16,-1 0-2-16,3 2 12 0,1 1 0 0,-1 0-7 15,-1 4-8-15,1 1 7 0,4-2 1 0,-3 2 2 16,0 3-5-16,-4-3 0 0,0-4-5 0,1 3 10 16,-2 0 0-16,-2-3 0 0,0-1 0 15,0-3 1-15,-3 3 17 0,2-2 7 0,-2-1-27 16,-1-1 22-16,3-4-2 0,-6 3 6 0,4-1 4 16,-4-4 5-16,0 0-7 0,0 0-3 0,0 0 8 15,7-17-16-15,-7 10 9 0,3-3 6 16,-2-5-17-16,2-3 13 0,0 1-16 0,1-1 1 15,2-4-6-15,2 2 3 0,2-3 0 0,0 2-6 16,1 0 1-16,-1 5 0 0,-1-1 2 0,2 5-10 16,-1-1 5-16,0 3-2 0,1 2-8 15,-4 1 5-15,3 1 2 0,0 5 3 0,1 1 5 16,2 1-7-16,-2 5 0 0,2 2-6 0,-3 1 8 16,1 0 0-16,-1 7 11 0,0 0-16 15,1 1 0-15,-2 6-3 0,-2-3-2 0,0 1 15 16,-3 0 3-16,2 2-10 0,-2-5-9 0,-4 3 4 15,3-4-1-15,0 2 11 0,-2-2-8 0,2-2 8 16,-3-4-13-16,3 3 17 0,-3-4-9 16,3 0 2-16,-3-2-2 0,1-1-1 0,3-1-10 15,2-4-43-15,-6-2-43 0,7 0-58 0,-7 0-185 16,10-8-582-16,-7-2 61 0,2-1 118 0,-2-4 75 16,-3-1 63-16,0-1 57 0</inkml:trace>
  <inkml:trace contextRef="#ctx0" brushRef="#br0" timeOffset="186611.5">22137 12373 890 0,'0'0'266'0,"13"4"-25"0,-3 2-16 16,-3-2-28-16,0 5-17 0,0-3-17 15,4 4-24-15,-2 1-14 0,-2-1-5 0,0 0-20 16,4 3 0-16,-5-3 8 0,1 0-16 16,-1 1-5-16,-2-2-3 0,0-3 8 0,-1 4 0 15,1-6 8-15,-1 3-72 0,0-3 3 0,0 2 26 16,-3-6-9-16,4 7 3 0,-4-7 1 16,3 1-14-16,-3-1 3 0,0 0-3 0,0 0-10 15,0 0-2-15,3-19-3 0,-2 9-5 0,3-1-5 16,-1-3 5-16,3 0 0 0,-2-1-3 0,3-2-12 15,-1 2 2-15,2 3 10 0,-1-1-7 0,2 1-8 16,-2-1 5-16,1 3-5 0,1 5 2 16,-2 0 16-16,4 0-28 0,-4 4 13 0,3 1-6 15,0 1 8-15,1 6-7 0,2 0-4 0,1 3 68 16,-4-2-8-16,7 9-1 0,-4-2-6 0,-2 1-9 16,0 0 8-16,2 2-10 0,-3 0-11 15,1-1 4-15,-2-2-6 0,-5-3-3 0,6 2-7 16,-6-4 5-16,-1-2 0 0,1 1-5 0,2 0 10 15,-2-3 0-15,-4 1 0 0,3-6-3 16,-3-1-5-16,0 0 3 0,0 0 3 0,0 0-6 16,9-14-2-16,-9 3-8 0,0 1 8 0,2-6-5 15,-2-3-1-15,3-1-2 0,4-1 6 0,-4-1-11 16,4-3 12-16,0 6-6 0,-3-2-4 16,5 4 1-16,-5 2-1 0,2 4 3 0,-2 1-10 15,3 0 3-15,-3 3 2 0,2 0 7 0,1 6-7 16,-1 1 3-16,-6 0 2 0,14 3 3 0,-10 5-6 15,3-1-4-15,-1 1-3 0,-1 3 7 0,1 3 1 16,0 1-3-16,-2 0 2 0,2-2 6 16,-2 4-13-16,0-3 18 0,3 1-13 0,-4-4-3 15,1 0-2-15,2 1 8 0,-1-3-3 0,-3 1 0 16,5-2 5-16,0-3-5 0,0 0 7 0,2-5-9 16,2 0 7-16,-1 0-8 0,4-5 6 15,-3-2-3-15,9-5 10 0,-3 1-12 0,0-3 7 16,0 2-3-16,0-3-4 0,-3 2 2 0,0-1 7 15,-1 6-4-15,-6-2-8 0,4 2 12 16,-2 2-14-16,-2-1-6 0,0 6 3 0,1 1 7 16,-8 0 3-16,13 4-7 0,-7 0 12 0,2 6-13 15,-1-3 8-15,-1 7-3 0,1-2-4 0,-1 4-1 16,2-2 11-16,-1-1-1 0,-1 1 3 0,1 1-5 16,1 0-2-16,1-3 9 0,-2-2-9 15,0 2 2-15,3-2-10 0,-3-4 10 0,-3-1 2 16,5 0 1-16,-5-3 2 0,6-2-10 0,-10 0 2 15,11-6 1-15,-5 1 4 0,-2-2 1 0,3-2-8 16,-4-4-3-16,-3 1-7 0,0-3 4 16,-3 0 16-16,3-3-10 0,-7 1 0 0,3 2 3 15,-2 1 9-15,-1-1-9 0,3 1 17 0,-6 2-12 16,6-1 15-16,1 5-13 0,-3-1 8 16,2 1-13-16,1 1-3 0,0-1-7 0,2 5 5 15,1-4 15-15,0 7-15 0,1-6 0 0,-1 6 7 16,10-2-12-16,-1 0 0 0,2 2 7 15,-1-1-2-15,4 0 20 0,3-2-10 0,-1 1-12 16,5 2-6-16,0-1 10 0,3-3 1 0,0 1-6 16,3 1-2-16,0-3 18 0,1 2-11 0,-1-2 1 15,1 3-4-15,-1 0 6 0,-2-4-12 0,-2 4 9 16,-2-2-7-16,-4 3-6 0,-1 0 14 16,-1-1-11-16,-5 1 0 0,0 0-7 0,-1 1-6 15,-9 0 19-15,8 2 4 0,-8-2 0 0,0 10 1 16,0-10-3-16,-14 8 2 0,7 6 3 0,-6-3-2 15,2 0 20-15,-2 3-11 0,-1 3 1 16,0 1-6-16,0-3 1 0,1 2 0 0,3 1 2 16,2-3 0-16,-1 2 0 0,2-4-8 0,4-1 14 15,-1 2-14-15,4-3 11 0,0-3 2 16,3 1-5-16,1-1 0 0,2-2-5 0,1-4-2 16,1-2 7-16,1 0 2 0,1-1-1 0,2-5-6 15,1-1 2-15,1-4 1 0,3 0-3 0,0-5 7 16,-4-1 1-16,5-4-16 0,-5-4 1 15,4 0 7-15,-6-3-5 0,2-2-1 0,-2 1 1 16,-1-4-5-16,-1-1 8 0,-1 1-1 0,-1-1 6 16,-1 0-3-16,-2 3 2 0,-1 5-10 0,0 1 14 15,0 2 11-15,-1 7-14 0,-2-1 2 0,0 2-7 16,0 5-4-16,0 3 1 0,0 3 10 16,-2 0 8-16,2 4 3 0,0 0-11 0,-9 21-3 15,5-9 21-15,4 3-20 0,-3 8 2 0,0-1 8 16,3 3 7-16,3 3-12 0,-3-1 2 0,3 0 3 15,1 6-8-15,2-1-5 0,-1 0-10 16,4 0 5-16,-2-3-13 0,3 3-13 0,-2-6-43 16,5 2-36-16,-3-1-41 0,1-8-44 0,-1-1-112 15,0-3-530-15,1-4 82 0,-2 2 43 16,-2-7 62-16,4-1 74 0</inkml:trace>
  <inkml:trace contextRef="#ctx0" brushRef="#br0" timeOffset="187194.93">23989 12530 665 0,'4'-5'266'0,"2"-2"-12"16,2 4-16-16,-2-4-16 0,1 0-86 0,0-3-16 16,2 2-20-16,-1-2-3 0,2-4-7 15,0 2-13-15,-2-2-11 0,1-1 9 0,-2 2 4 16,0-2 11-16,0 1 7 0,-3 2-13 0,2 0 21 16,-2 1 0-16,-1 3 3 0,0 1-26 15,-3-1-3-15,3 5-7 0,-3 3-1 0,0 0-7 16,-9-6-13-16,9 6-4 0,0 0-4 0,-18 17 6 15,13-7-11-15,-6 4 3 0,4 0-15 0,-1-1 7 16,2 8-2-16,-1-3-1 0,2 3-14 16,0-2 9-16,2 0 3 0,0-3-4 0,1 5 1 15,2-2-12-15,0-4 2 0,2 1-2 0,1-2 10 16,0 1-5-16,4-5 10 0,-1 1-18 0,4-5 6 16,4 2-1-16,-1-7-2 0,2 2-5 0,1-3 2 15,2-4-2-15,6-6 61 0,-1 2-16 16,2-9 1-16,2 2-13 0,7-11-13 0,-3-3-7 15,-4-2-6-15,1-1 3 0,-4-5-15 0,0-1-14 16,-1 1 4-16,-2-3-4 0,-3-2 9 16,-2-1-6-16,1-1 11 0,-6 0-14 0,-1 12-47 15,-3 3 40-15,-2 4 10 0,-3 1 5 0,-2 2 3 16,0 4 18-16,0 1-5 0,0 2 5 16,-4 5-10-16,-3 0 7 0,3 2-2 0,-2 3-3 15,-4 8-5-15,10-3 0 0,-21 12 3 0,8 2 10 16,-1 5 10-16,2 5-12 0,-1 2-6 0,0 6 15 15,3 1-2-15,2 1 11 0,-4 9-6 16,2 5-15-16,6-6 17 0,0-6-7 0,1 3 8 16,3 2-18-16,0-4 5 0,7 13 2 0,-3-10-7 15,2-5 8-15,1-3 4 0,2-3 8 0,-1-1-22 16,2-4-4-16,0-5 16 0,-2-1-23 0,2-3 18 16,3 0 5-16,-2-5 0 0,2-1 0 15,4-4-5-15,-6-2 3 0,6-3-8 0,-4 0-6 16,0 0 1-16,-1 0-11 0,-1-2-15 0,-3-2-22 15,0 3-50-15,-1-3-87 0,-4-2-132 16,-3 5-574-16,0 1 61 0,-3-7 90 0,2 4 56 16,-5-2 74-16,2-4 57 0</inkml:trace>
  <inkml:trace contextRef="#ctx0" brushRef="#br0" timeOffset="-106783.48">3044 1757 276 0,'7'-16'23'16,"0"3"-13"-16,3 2-51 0,-3-1-33 0</inkml:trace>
  <inkml:trace contextRef="#ctx0" brushRef="#br0" timeOffset="-104833.79">2603 1563 611 0,'-7'25'272'0,"0"-2"-34"0,-2-2-13 0,5 2-28 15,-4-1-2-15,5 1-29 0,-4 0-23 16,4 2-12-16,-3-2-8 0,2 2-6 0,1-1-27 15,-1-2-3-15,1-1 5 0,2-3-12 0,1-1-16 16,-3-2 0-16,3-2-8 0,0-1-5 16,0 0 5-16,-3-2 3 0,3-3-2 0,0-3-9 15,0-4 6-15,0 2-8 0,0-2 0 0,0 0 0 16,3-21-15-16,-3 8 12 0,0-5-9 16,0-3-6-16,3-8-5 0,-3 0-8 0,1-6 8 15,-1-2 8-15,2-2-16 0,-1 2 1 0,3 0-1 16,-1 1 13-16,1 3-18 0,-1 6 11 0,0 2-1 15,0 5-4-15,-2 0 7 0,2 4-5 16,0 5-3-16,1 0-12 0,3 5 2 0,-3 2-8 16,2 6 11-16,4 0 0 0,-2 4-3 0,2 5 0 15,0 1 13-15,4 3-13 0,-1 5 2 0,5 2 6 16,-2 3-5-16,1 0 0 0,0 1-3 16,0 1 10-16,7 8-23 0,-7-5 1 0,-3-5-39 15,-1 0-13-15,2 0 38 0,-5-3-73 16,-1 1-103-16,-2-5-246 0,-2-2-297 0,-2 0 41 15,0-4 85-15,-3-4 51 0</inkml:trace>
  <inkml:trace contextRef="#ctx0" brushRef="#br0" timeOffset="-104434.5">2538 1821 757 0,'0'0'295'0,"-7"-1"-19"0,7 1-23 0,-6-3-15 15,6 3-28-15,0 0-20 0,0 0-24 0,0 0-15 16,17-11 0-16,-7 7-25 0,6-2-9 16,6 1-1-16,5-3-17 0,7-2-12 0,3 1-10 15,11-5-3-15,-4 3-12 0,5-2-3 0,-2 0 5 16,-5 2-18-16,-8 1-5 0,3 1-5 16,-6-1 5-16,3 1-6 0,-10 3-17 0,0-1 13 15,-4 2-16-15,-2 0 8 0,-2 0-7 0,-4 2 9 16,0 0-22-16,-1 0 15 0,-1 2-5 15,-6 0 10-15,-4 1 0 0,0 0-5 0,10 2-8 16,-10-2-5-16,-3 9-8 0,-1-3 11 0,-2 3-5 16,2 1 20-16,-7 0-21 0,4 4 3 15,-2-1 3-15,2 0 5 0,-1 2 2 0,1-2-10 16,1 1 3-16,2 0-11 0,1-1 9 0,3-1 11 16,-3 1-27-16,6-1 13 0,0-1 4 15,4-1-7-15,0 0 6 0,4 0-6 0,2-4-23 16,4 1-11-16,1-3-27 0,5-1-39 0,-1-1-61 15,2-2-36-15,2-2-64 0,-8-1-195 16,12-3-289-16,-2-6 95 0,-1 0 33 0,-4-3 62 16</inkml:trace>
  <inkml:trace contextRef="#ctx0" brushRef="#br0" timeOffset="-104233.48">3537 1352 773 0,'-1'-6'271'0,"-2"1"-20"16,3 5-21-16,0 0-17 0,0 0 7 0,0 0-28 15,-14 20 53-15,8-8-17 0,2 4-18 0,1 3-21 16,-1 4-17-16,1 2-18 0,3 2 9 16,0 1-37-16,0-1-11 0,0 4-18 0,0-4-2 15,3 7-11-15,0-6-9 0,1 5-19 0,3-1-36 16,-1 0-45-16,-1-7-67 0,1 0-31 16,0-2-133-16,-2 0-525 0,0-4 21 0,-1-4 74 15,0-4 77-15,-3-2 76 0</inkml:trace>
  <inkml:trace contextRef="#ctx0" brushRef="#br0" timeOffset="-103284.66">3369 1746 929 0,'-1'-7'297'0,"1"1"-21"0,0-1-28 0,0 0-30 16,1-1-18-16,6-1-16 0,0-1-23 0,6 0-10 15,1-1-25-15,0-2-14 0,6 1-4 16,4 1-6-16,-4-1-7 0,4 3-13 0,-3 1-6 15,2 0-4-15,1 4-13 0,-3-1-8 16,-4 4 3-16,1 1-13 0,2 3-8 0,-4 1 0 0,2 2-4 16,-5 0-9-16,1 4 1 0,0 0-11 15,-4 2 5-15,-2 1 1 0,1 2-4 0,-2-1-1 16,0 1-4-16,0 0 4 0,-3-1-9 0,2 0 8 16,-2 0 1-16,2-3-6 0,-3 1-13 15,2-2-7-15,1 0-26 0,-2-1 13 0,2-1 17 16,1-1-2-16,0-2 6 0,0-3-3 15,0-1-1-15,2-1 11 0,3-2-10 0,-2-3 5 16,2 0 2-16,0-5-4 0,1-1 7 16,-2-4 0-16,2-2 2 0,-3-1-4 0,1-1 4 15,-1 0 3-15,0 1 8 0,-2 5 10 0,1 0-2 16,-2 2-3-16,-4 1-6 0,4 3 9 0,-3 2-13 16,-1 2 7-16,-3 3-10 0,7-1 21 0,-7 1-11 15,4 9 3-15,-2-2 0 0,-1 3-3 16,2 1 8-16,0-1-18 0,-2 3 8 0,2-1-5 15,1 3 7-15,2-1-7 0,-2 0-6 16,3 0 19-16,2 0-3 0,2-2 0 0,-1 1-8 16,7-2 3-16,-3-2-6 0,3-2 4 0,0-1-9 15,4-1 3-15,-1-1-2 0,1-4 7 16,0-1-7-16,3-2 4 0,-1-3-9 0,4-1-6 16,-6-4 6-16,0-1-14 0,-2-3 6 0,2-3 5 15,-7-1-10-15,3-4 4 0,-7 4 6 0,1 0 18 16,-7 3 7-16,2 1-12 0,-3 1 15 15,0 1-18-15,-3 4 0 0,-2 1-5 0,-2 1 3 16,1 2 10-16,-4 3-18 0,-4 2 5 16,11 0 12-16,-23 4-9 0,9 3-3 0,0-1 0 15,1 2 5-15,2 0-10 0,-2 3 2 0,5-3-2 16,-1 3 5-16,2-1-2 0,0-1-1 0,6 1 6 16,-2-1-11-16,0-2 11 0,3 2 4 15,3-3-14-15,0 0-1 0,2 2 8 0,1-3-5 16,1 1-3-16,0-2 6 0,3 3-1 0,0-2 11 15,0 0-16-15,1 2 16 0,-1-1-6 16,0-1 1-16,1 2-3 0,2-3 5 0,-3 2-5 16,4 1 5-16,-1-2-10 0,2 1 5 0,-2-1 0 15,1-1 0-15,-3-1-10 0,2 0 20 0,1-1-15 16,2 0 2-16,-2-2 14 0,0-3-1 16,0 2-18-16,2-3-2 0,-1-2-13 0,1-1-10 15,-2-2-8-15,-3-1 2 0,1-5-17 0,0-2 10 16,-2 0-10-16,-1-3-6 0,2-3 21 15,-4 0-5-15,-4-5-3 0,0-3 11 0,1 2 10 16,-1-6 2-16,-3-1 13 0,0 1 6 16,0 0-1-16,0 0 21 0,0 7 10 0,-3 0 18 15,3 6 10-15,0 3 5 0,-3 1-4 16,2 2-11-16,1 2-6 0,-2 6 4 0,1 2-21 0,-2 2 15 16,3 4-13-16,0 0 3 0,-7 13-7 0,1-2 4 15,2 4-4-15,3 3-1 0,-2 2 3 16,3 3-3-16,-3 4-10 0,3 1 1 0,0 2 6 15,3-2 1-15,5 6 3 0,-2-1-9 16,-2 1-14-16,5-1-24 0,6 9-51 0,1-8-51 16,-4-4-62-16,1 0-255 0,10 4-341 0,-3-6 74 15,-5-7 57-15,-2-7 74 0</inkml:trace>
  <inkml:trace contextRef="#ctx0" brushRef="#br0" timeOffset="-102650.95">5071 1401 898 0,'0'-5'320'15,"0"5"-41"-15,0 0-18 0,7 15-36 0,-3-6-12 16,2 2-16-16,-2 3-36 0,3 2-2 16,-1 0-21-16,4 3-10 0,-3 1-13 0,4 0-12 15,-4 1 4-15,3-1-15 0,0-1-12 0,0 1-4 16,-3-4-9-16,3-2-8 0,-2 1-3 15,1-3-20-15,-2 0 15 0,-1-5-5 0,2 1-5 16,-1-3 8-16,-1-2-19 0,1-3 14 0,-7 0 0 16,11-3-9-16,-4-2-9 0,-1-3 12 0,1-1-7 15,-3-4 2-15,3-2 3 0,-4-4-10 16,0 0 4-16,1-4 6 0,-1-4-10 0,0 1 5 16,1-1-6-16,3 2 6 0,-4 0 0 15,4 2-16-15,-4 1 11 0,4-1-1 0,-3 3-4 16,6 1-9-16,-6 3-1 0,5 0 7 0,-1 2-11 15,5 1 11-15,-3 1-15 0,4 2 7 0,0 0 0 16,-1 2-17-16,2 1-14 0,1 1-43 16,2 3-33-16,-1 2-57 0,-1 1-89 0,2 3-195 15,-1 1-381-15,0 3 77 0,-1 1 53 0,-1 0 67 16,-5 4 52-16</inkml:trace>
  <inkml:trace contextRef="#ctx0" brushRef="#br0" timeOffset="-102184.65">5721 1525 941 0,'-4'-4'395'0,"4"4"-45"0,-13 0-30 0,13 0-28 15,-14 6-26-15,3-1-25 0,-2 2-26 0,0 4-23 16,2 0-31-16,-3 4 0 0,0 0-2 15,4 0-33-15,0 0-16 0,0 0-13 0,6 0-13 16,-3 0-9-16,4-3-4 0,0 1-12 16,3-2 5-16,0 0-18 0,3-1 8 0,0-1-13 15,1-2-5-15,3 0 0 0,3-3-1 0,0-2-17 16,0-2-2-16,1-2 9 0,2-2-9 0,2-3-14 16,-2 0 8-16,0-4 3 0,1 0-15 0,-3-5 4 15,2-1-2-15,-3-3 10 0,0 1-7 16,1-2 5-16,-4 0-1 0,0 5-9 0,-1 0 15 15,2 3-70-15,-5 1 4 0,0 3 4 16,-2 0-7-16,2 5 15 0,0 0 7 0,-3 4-7 16,0 0 8-16,0 0 8 0,0 0-1 0,0 0 3 15,0 18 2-15,0-11 4 0,0 1-1 0,0 3 7 16,0-1-7-16,0 1 6 0,3 0 7 0,0 1-11 16,1 0 9-16,-1-4-32 0,2 2-7 15,1-2-28-15,1-1-3 0,-1 0-20 0,1-2-44 16,0 0-20-16,1-5-65 0,1 0-63 0,2-3-110 15,-4-1-290-15,3-2 34 0,-1-5 56 16,2 2 46-16</inkml:trace>
  <inkml:trace contextRef="#ctx0" brushRef="#br0" timeOffset="-101617.65">5977 1133 586 0,'0'-10'263'0,"-3"3"-35"15,3 4-31-15,0 3 0 0,0 0-10 16,0 0-13-16,0 0 5 0,0 0-12 0,3 23 63 15,-3-11-28-15,0 3-20 0,0 3-8 0,0 3-15 16,3 4-85-16,-3 0-2 0,0 1 7 16,1 2-12-16,2-1-3 0,0 1-16 0,1-1 6 15,-4 1-8-15,4 0-2 0,-1-2-6 0,3 0 3 16,-2-2-10-16,2 1-8 0,2-4-10 0,-2 1-1 16,1-7-19-16,0 2-4 0,0-4 1 15,3-2-5-15,0-2-13 0,0-2-8 0,-2-4-8 16,2-3 3-16,3-3 13 0,-5-1-5 0,5-6 15 15,-3 2-15-15,1-7 10 0,-1-2 7 16,-1-4 24-16,2-1-13 0,-4 0 2 0,3 0 16 16,-4-1 3-16,2 3 14 0,-1 0 9 15,-1 3 7-15,-2 3-3 0,-1 2-4 0,1 1-11 16,0 3-8-16,-1 2 8 0,0 1-5 0,-3 5 8 16,0 0 5-16,0 0-8 0,0 0-2 0,0 0-6 15,0 22 1-15,0-13-11 0,0 5 5 0,0-1 8 16,0 1 0-16,0 1-2 0,0 0-3 15,0 0-5-15,1 1-1 0,1 0 4 0,-1 0-6 16,2 0-2-16,3 0-8 0,-5-5-5 16,6 1-6-16,-4-2 6 0,4-2-3 0,-3 1-9 15,5-4-1-15,-1-2-13 0,2-3-18 0,-3 0 16 16,2-6 7-16,2 0-17 0,-1-3 2 16,0-2 20-16,4-4-7 0,-4-3-2 0,1 0 12 0,-4-2 5 15,3-1-2-15,-3 3 9 0,3 3 17 16,-3 1 7-16,-1 2 2 0,-2 1-2 0,-1 2-15 15,0 2-1-15,2 2 3 0,-2 3 5 0,-3 2 3 16,0 0 8-16,0 0-6 0,13 14 0 16,-13-8 1-16,3 3-3 0,1 1-1 0,-1 1-1 15,0 1-29-15,-1 1 0 0,4-1-110 16,-3 1-62-16,1 4-176 0,2-5-396 0,1-1 29 16,-2-1 109-16,1-3 56 0,0 1 58 0</inkml:trace>
  <inkml:trace contextRef="#ctx0" brushRef="#br0" timeOffset="-101118.25">6640 1606 893 0,'4'-8'292'0,"0"1"-82"0,2-2 2 16,0-2-51-16,1-2-15 0,1 1 8 16,-2-3-24-16,1 1 6 0,-4 2-3 0,5-2 64 15,-5 1 0-15,0 4-84 0,-3 1-11 0,1 0-7 16,2 1-13-16,-3 3 0 0,0 4-11 0,0 0-1 15,0 0-9-15,0 0-10 0,-21 11 3 16,14-1-3-16,-2 0-12 0,1 2-1 0,1-1-7 16,-2 4-8-16,5 0 13 0,0-2-11 0,0 0 1 15,4 1-8-15,-3 0 2 0,6-2-15 16,1 1 5-16,0-2 3 0,2 1-3 0,1-2-2 16,3-2 0-16,-2-2 2 0,5-1 0 0,-2-2-7 15,2 0 2-15,0-3-8 0,2-2-4 16,-2-2-6-16,-2-1-10 0,5-2 8 0,-6-3-3 15,1 0 7-15,2-2-1 0,-6-3-4 0,4-2-4 16,-5 0 7-16,1 3 0 0,-3-1 6 0,3 1 1 16,-3 0-4-16,2 3 5 0,-3 3-8 15,0 0-10-15,1 3 16 0,-1 1-17 0,0 2 12 16,-3 2 4-16,11 0 11 0,-11 0-14 16,10 9 4-16,-3-1-1 0,0 1 8 0,0 2 8 15,0 0-3-15,-1 3 5 0,1 0 10 0,-2-1-7 16,1 2 31-16,-3 0-21 0,0-1 8 0,-2 0-3 15,-2-3 0-15,1 1 5 0,0 1 13 16,-3-1-5-16,-6 1-15 0,1-2-6 0,1-3 8 16,-3 2 1-16,-1-2-9 0,1 1-5 0,1-2-4 15,-1-2-24-15,-1-2-8 0,4 1-35 0,-3-2-39 16,2-1-63-16,8-1-157 0,-13-6-499 16,10 2 97-16,0-3 29 0,3-1 71 0,3-4 61 15</inkml:trace>
  <inkml:trace contextRef="#ctx0" brushRef="#br0" timeOffset="-100501.27">7450 767 714 0,'0'0'245'0,"0"0"-22"0,0 0-16 15,0 0 1-15,4 14-14 0,-4-3-35 0,0 4 7 16,0 4-22-16,3 6-16 0,-3 1 10 16,0 3-28-16,0 1-10 0,0 5 0 0,0 4 71 15,0 2-25-15,-3 14-13 0,3 3 3 0,-3 3 20 16,2-3-33-16,-2 3 2 0,0 1-15 16,-1 3 13-16,-3 0-23 0,3 1 0 0,-2-1-41 15,-4 12-44-15,2 0 8 0,-2 3 10 0,1 0-7 16,-2 2 5-16,1 1-6 0,0-2-2 15,-1 5-18-15,1-5 52 0,7 2-19 0,-7-2-5 16,-5-1-12-16,6 3 4 0,2-1-27 0,-4 3 10 16,1 2 12-16,3-1-17 0,-3 4-6 0,0-2 1 15,3 7 9-15,-3-4 9 0,-1 5-22 16,1 4 19-16,-4-1 5 0,4-2-2 0,-3-1 7 16,2 0-41-16,1-1 25 0,0 10 19 0,-1-8 0 15,1 6-1-15,-3-6 1 0,2 1-13 0,1 1 58 16,1-1 3-16,1 8-28 0,-2-3-2 15,0 0 38-15,2 0-26 0,1-8-25 0,1 4 33 16,-1 1-105-16,1 1-3 0,1 4 37 0,2-8 7 16,0 1 10-16,6 0-5 0,-6-6-18 15,3 3 18-15,3 0 3 0,-3-1 10 0,0-1-23 16,0-2 0-16,3-1 2 0,-1-1 26 0,1-1-18 16,0 1-2-16,0-4 12 0,-2-16-15 0,-1 2 18 15,6 8-2-15,-2-14 7 0,-1 2-8 0,0 0-5 16,-3-3-5-16,3-5 16 0,-1-3-3 0,0-10-26 15,-2-6 31-15,1-5-18 0,-1-5 3 16,0-3 12-16,0-2-12 0,0-4-18 0,0-3-8 16,-1-1-3-16,1-5-22 0,-2-5-24 0,0-1-38 15,-1-7-28-15,3 1-74 0,-7-21-108 16,1 1-606-16,-1-18 117 0,-1-16 18 0,5-10 121 16,-4-22 76-16,5-10 44 0</inkml:trace>
  <inkml:trace contextRef="#ctx0" brushRef="#br0" timeOffset="-99518.27">7912 1266 1021 0,'0'0'294'16,"-3"-6"-17"-16,3 6-37 0,0 0-30 0,0 0-18 15,0 0-20-15,3 20-3 0,0-9-18 0,-2 4-18 16,5 2-13-16,-3 5-7 0,5 0-24 15,-2 2-2-15,1 1-7 0,0 0-6 0,0 4-10 16,3-5-8-16,-6 1 8 0,5-2-10 0,-5-1-16 16,3-1 6-16,-3-4-6 0,2 0-10 0,-5-5-2 15,2 1 20-15,0-2-28 0,0-3 13 16,0-4-11-16,-3 0 13 0,0-4-7 0,0 0 0 16,0 0-16-16,0 0 8 0,-6-23 5 15,3 7-3-15,0-2-4 0,-1-4 2 0,-2-4-8 16,1-7-3-16,2 0 11 0,-1-4-5 0,-2 1 3 15,3-2-9-15,2 2 24 0,1 2 10 16,0-2-10-16,1 1-3 0,2 8 0 0,0 0-10 0,0 2 10 16,1 2 3-16,3 3-6 0,-6 4 1 15,5 0-3-15,-2 3 0 0,5 3-20 0,-2 2 14 16,1 3-9-16,2 4 13 0,-1 2-19 0,2 2 13 16,-1 3-4-16,-3 0 2 0,4 6 4 15,-5-1 6-15,-2 3-10 0,-1-1 8 0,-3 2-14 16,0 3 9-16,-4-1 7 0,-2 4 0 15,-2 1-13-15,-2 0 11 0,-3 1-11 0,-4-1 3 16,0 1-18-16,3-4-16 0,-3 2-12 0,3-4-52 16,4-2-38-16,-4 1-46 0,4-5-51 0,0-2-66 15,2 0-505-15,2-2 23 0,3-4 51 0,0 0 72 16,3-3 56-16</inkml:trace>
  <inkml:trace contextRef="#ctx0" brushRef="#br0" timeOffset="-99218.24">8183 1436 573 0,'12'10'187'0,"-2"2"-16"0,-2-1 6 15,-1-2-21-15,-1 1-13 0,-3-2-4 0,1 2-9 16,3-2-10-16,-3 1-2 0,-1 0-8 0,0-2 8 16,-3 0 2-16,1-1 8 0,2-1-15 15,-3 1 33-15,3-2-3 0,-3-4-30 0,0 4-3 16,0-4-3-16,0 0-15 0,0 0-5 15,0 0-2-15,-10-20-13 0,7 8 10 0,0-1 53 16,-2-3-12-16,5-3-15 0,-3-1-1 0,3 0-7 16,3-1-3-16,-3 1-5 0,4-1-25 0,-3 3-3 15,2 0-13-15,3 3 13 0,-2-2-13 0,-1 3-7 16,4 1-14-16,0 1-24 0,0 3-47 16,3-1-34-16,4 3-42 0,-4 3-19 0,3 2-56 15,-2 2-43-15,2 0-142 0,1 2-406 16,3 3 46-16,-3 1 53 0,-3 2 83 0,2 4 56 15</inkml:trace>
  <inkml:trace contextRef="#ctx0" brushRef="#br0" timeOffset="-98417.64">8589 1505 675 0,'16'-9'220'16,"-8"7"-17"-16,-1-4 4 0,-1-1-18 15,1-3-2-15,0 2 33 0,0-5-15 0,0-1-13 16,-4 1-15-16,4-2-11 0,0 3 0 15,-6 1-2-15,1 1 0 0,2 1-3 0,-4 0-17 16,0 2-19-16,3 2-2 0,-3 5-26 0,-3-6 6 16,3 6-21-16,0 0-1 0,0 0-86 0,-14 21 10 15,10-11 1-15,1 5-12 0,-3 0 9 0,5 1-11 16,-2 1 19-16,3 1 1 0,0 0-12 16,0-1-2-16,4-1 7 0,2 2-5 0,1-2-5 15,4 1 18-15,2-1-11 0,4-2 1 0,0-2-3 16,4-2-3-16,3-2-2 0,-1-2-13 15,4-4 10-15,-2-2-4 0,5 0 14 0,-2-4-15 16,-1-3 3-16,1-2 0 0,2-4-13 16,-5-2 18-16,-2-3-8 0,-2-1 3 0,-4-3 10 15,0 2-10-15,-7 1 12 0,1 1 3 0,-5 3 13 16,1 0 8-16,-4 4-11 0,-3 1-2 0,0 2 12 16,-3 2-22-16,-1 3 25 0,-5 3-28 0,9 0 10 15,-24 7 3-15,10 2-5 0,0-1-6 16,-3 2-9-16,0 5 7 0,4-2 7 15,-1 2-9-15,4-1-8 0,3 0-6 0,-1-1-4 0,2 1-8 16,3-2-8-16,2 1-28 0,1-3 15 16,1-2 3-16,5 1-5 0,0-2 13 0,3-2-1 15,0-2 1-15,1-3-1 0,4 0 4 16,-4-2 1-16,5-4 16 0,-2-3-10 0,4 1-3 16,-4-7 6-16,1-1 17 0,3-6-7 0,-4 0-13 15,-1-6 10-15,-2 0-3 0,-1-2 8 0,-1-1 16 16,-2-2-8-16,1-4 7 0,-4-1 1 0,1 1 0 15,-1 2 17-15,1-1 3 0,-3 8 18 16,2 3 0-16,0 4 18 0,-3 3-28 0,0 3 2 16,3 5-10-16,-3 3 3 0,0 3 4 15,0 4-9-15,0 0 4 0,0 0-4 0,0 25 4 16,3-11 1-16,-3 3-11 0,1 2-2 0,2 5 10 16,0 2 8-16,1 0-8 0,3 2-15 0,-3 4 15 15,5-3-5-15,1 0-8 0,1 2 0 16,-1-2-7-16,3-3-9 0,2-1 1 0,1-2-2 15,1-2-14-15,1-6 8 0,-4-1-10 0,6-3-7 16,-3-6-11-16,3 1-5 0,1-5 10 0,-4-3-21 16,4-3 9-16,-1-3-1 0,-3-3 1 15,1-3-1-15,-2-3 13 0,-3-1 8 0,-1 3 36 16,-2 0 10-16,0 5 23 0,-3-3-3 0,0 4-12 16,-1 3-9-16,-2 1 4 0,3 2 4 15,-7 3 1-15,0 0 10 0,0 0-16 0,10 12 6 16,-7-5-8-16,-2 2-3 0,2 2-7 0,0 1-41 15,3-1-19-15,-5 2-35 0,3-2-46 0,-1 1-107 16,1-1-382-16,2-1-90 0,-3-3 49 16,1 0 51-16,-4-4 70 0</inkml:trace>
  <inkml:trace contextRef="#ctx0" brushRef="#br0" timeOffset="-98301.55">9556 1136 284 0,'0'0'-72'0</inkml:trace>
  <inkml:trace contextRef="#ctx0" brushRef="#br0" timeOffset="-97851.49">9918 1236 1054 0,'-20'6'369'15,"10"-2"-29"-15,0 3-28 0,-1 1-38 0,1 2-7 16,-3 2-29-16,-2 1-34 0,2 4-9 16,2 0-36-16,1-1 7 0,0 2-23 0,0 1-7 15,6-2-11-15,-2 0-27 0,6-1-6 16,-3 1-3-16,6-1-25 0,0-1 0 0,1 0 5 15,3-3-15-15,3 0-8 0,0-2-7 0,4-2 4 0,2-2-20 16,2-4-7-16,-5 0-39 0,5 0-18 16,2-4-18-16,1-1-8 0,0-4-35 0,1-4-24 15,-1-2-43-15,3-5-35 0,-3 0-24 16,-4-3 26-16,0-3 28 0,-3-3 10 0,0-2 31 16,-1-2 12-16,-6 1 47 0,4-3 59 0,-5 3 43 15,1-2 23-15,-1 7 36 0,-2 0 33 16,-1 7 11-16,1 1-3 0,-3 1 5 0,2 2-10 15,-3 4-18-15,3 2-3 0,-3 3-25 16,0 5 2-16,0 0 1 0,0 0-6 0,0 0 0 0,-3 18-20 16,3-6 2-16,0 0-2 0,0 2-5 15,0 5-3-15,0 1-16 0,0 0-1 0,0 2-14 16,3 3-28-16,-3 1-18 0,3-1-56 0,-3 0-38 16,4 0-108-16,-4-1-542 0,3-3-27 15,-3-2 73-15,3-8 89 0,-6 3 51 0</inkml:trace>
  <inkml:trace contextRef="#ctx0" brushRef="#br0" timeOffset="-97134.43">10059 1370 1016 0,'0'-7'373'16,"3"2"-45"-16,-3 0-34 0,4 0-32 16,2 2-19-16,1-3-21 0,1 2-27 0,2 0-13 15,3 0-29-15,1-2-30 0,3 4 8 16,3-3-26-16,-3 2 5 0,4-2-16 0,-1 1-19 15,-3-2-4-15,4 2 1 0,0 0 0 0,-4-2-19 16,3 1 4-16,1-1 2 0,-5 2-19 16,2-2 9-16,-5 1 5 0,1-1-26 0,0 1 16 0,-7-1-21 15,3 5 35-15,-3-5-4 0,-1 2 5 16,1 2-3-16,-3-3-7 0,-4 5 2 0,7-1-20 16,-7 1 10-16,0 0-21 0,0 0 16 0,-8 13-8 15,-1-5-7-15,5 2-3 0,-5 2 2 16,1 2-79-16,4 1 8 0,-2 1 0 0,2 2 5 15,1 0 5-15,3 1 13 0,0-2-8 16,0-1 8-16,4 2-3 0,5-1-5 0,-2-2-10 16,1 0 13-16,5 0 0 0,1-3-6 0,0-4 6 15,6 1 5-15,-3-4 5 0,4-2 5 0,3 0 2 16,-1-5-9-16,1 1 2 0,3-4 5 0,1-2 15 16,-1 0-7-16,1-6 2 0,-4-1 1 15,-1-2-3-15,-2-3-6 0,-3 0 1 0,-2 1-3 16,-6 0 10-16,4 2 11 0,-7 3 10 15,0 3-13-15,0-1 0 0,-3 3-8 0,-1 2 16 16,-3 1-11-16,0 5 6 0,0 0-3 0,-14 0 10 16,14 0-13-16,-14 12 8 0,4-5 0 15,0 4-15-15,0-1 13 0,3 3-3 0,-1-1 10 16,2 3-13-16,2-2-4 0,1-1-3 0,0 0-13 16,3 1-3-16,0-5-20 0,3 2 5 0,0-2-8 15,1 1 16-15,2-2-16 0,2-2 14 0,-2-2 12 16,1-2 5-16,3-1-8 0,-10 0-5 15,21-3 21-15,-11-3-5 0,1-3 4 16,-1 1 1-16,0-5 0 0,1-1-8 0,-2-5 10 16,1-2-12-16,-2-2 15 0,-2-4-5 0,-2-2 4 15,-1-3-14-15,0-3 15 0,-2-1 0 0,-1 0 15 16,0 3 13-16,0 5 31 0,0 2-11 16,0 5-4-16,0 2-9 0,0 4-4 0,-1 2 0 15,1 3 7-15,-3 5-13 0,3 5 6 0,-6 0 15 16,6 0-10-16,-4 13-3 0,1-1-5 0,0 1-5 15,-1 4-3-15,4 2 0 0,-1 2-2 0,2 6 8 16,3-2-3-16,-1 2-21 0,3 4-17 16,-2 1-27-16,6-1-34 0,1 0-58 0,5 10-201 15,-2-7-505-15,3-8 113 0,-3-2 49 0,-1-5 84 16,-3-7 46-16</inkml:trace>
  <inkml:trace contextRef="#ctx0" brushRef="#br0" timeOffset="-96318.93">11389 1171 1180 0,'6'9'340'16,"-5"-3"-41"-16,2 2-12 0,3 0-44 15,-3 3-20-15,5 1-23 0,-1 1-21 0,-1 2-15 16,4-1-21-16,1 2-23 0,2 2-2 0,-1-2-5 16,1 0-24-16,4-1 1 0,-4 0 5 0,5-3-19 15,-5-2-7-15,1-1 3 0,3-3-8 0,0 0-5 16,-6-2-3-16,2-1-12 0,1-3-6 16,-1 0 11-16,-2-2-18 0,-1-3-1 0,0-1 6 15,1-3-21-15,-4-2 16 0,2-2-3 16,-5-1-7-16,2 0 10 0,-1 0 4 0,1-1-19 15,-2 1 14-15,2 0-12 0,-2 1 5 0,2 2-7 16,2 1 12-16,1 0-28 0,-2 2 8 16,4-1-3-16,-1 4 2 0,3-1 1 0,1 2-5 15,0-1-3-15,6 0-3 0,-3 4 1 0,1-2 2 16,2 2 7-16,-3-1-4 0,0 2 2 0,-3-1-3 16,3 1 4-16,-4 0-4 0,2 0-2 0,-5 0 10 15,0 0-7-15,-10 0-11 0,17 0 8 16,-17 0-13-16,10 0 3 0,-10 0 8 0,3 6-3 15,-3-6 15-15,-6 11-3 0,2-3-12 16,-5-1-2-16,-2 3 19 0,1 1 1 0,0 1-13 16,-4 4 0-16,1-2 5 0,2-1-15 0,4 2 15 15,-3-1-5-15,3-1 0 0,0 0-10 0,0-1 7 16,4 0-2-16,0-2-2 0,2 0-6 16,1-2 3-16,4-1 2 0,-1-1-5 0,1-1 5 15,6 0-20-15,-3-1 10 0,3-3 0 0,-3-1-10 16,-7 0 15-16,23-5-2 0,-12 0 2 15,-1-2-10-15,0-1-56 0,1-2-3 0,-1 0 28 16,0-3 3-16,-3 3 20 0,1 0 21 0,-2 2 2 16,0 1-2-16,-2-1-8 0,2 3 3 15,-5 1 0-15,-1 4 2 0,7-4 0 0,-7 4 0 16,0 0 6-16,0 0-4 0,0 0 4 0,7 14-4 16,-4-7-4-16,-3 0-11 0,3 0-17 15,1-1-11-15,-1 2-30 0,0-1-19 0,1-2-50 16,0 2-34-16,2-3-110 0,-2 1-225 0,2-3-192 15,1 2 40-15,-2-4 70 0,4 0 46 0</inkml:trace>
  <inkml:trace contextRef="#ctx0" brushRef="#br0" timeOffset="-95684.58">12294 853 773 0,'3'-5'266'0,"-2"3"-28"0,-1 2 33 15,0 0-51-15,0 0 11 0,11 17-29 16,-8-7-26-16,0 5 1 0,1 0-23 0,2 3-11 16,-3 6-12-16,1-2-19 0,0 3-12 0,-1 0 10 15,1 0 72-15,2 3-24 0,-3-2-22 16,1 5-10-16,2-3-14 0,-1 2-7 0,1-4-8 16,1 2-4-16,-1-3-17 0,1-1-7 15,4-4-5-15,-4 0-5 0,3 0-20 0,0-5-11 0,0-2-3 16,0-1-4-16,1-5-6 15,2-1-7-15,2-4-3 0,-5 0-20 0,6-5-1 0,-2-3-4 16,0-1 2-16,0-2-10 0,2-5 7 0,-4-4 16 16,1 0-2-16,1-2-11 0,-1-5 7 15,0 0 6-15,-2 0 10 0,-1 3 6 0,0 3 7 16,-2 0 12-16,-2 2 16 0,1 4-17 16,-1 0 9-16,-5 2-5 0,2 3-10 0,4-2-2 0,-6 5 2 15,2 3-8-15,-3 2 8 0,0 0 10 16,0 0-4-16,0 0-6 0,3 17-3 0,-3-9-5 15,0 4-4-15,0 0-4 0,0 0 14 0,0 2-8 16,-3 1 17-16,3 1-7 0,0-1-7 16,0 3-3-16,0-3 12 0,0 1-20 0,3 1 6 15,0 0-1-15,-2-3-8 0,2-1 16 16,0-2-13-16,3 1 3 0,-5-2 7 0,6-1-7 16,0-2 0-16,-1-2-11 0,1-1 16 0,-3-3-13 15,6-1 13-15,-10 0-6 0,17-6-12 16,-9-1 0-16,2-3 3 0,-1-2-14 0,-2-1 9 15,4-4-9-15,-4 1 14 0,2-1-3 16,-5 0 2-16,6 2 16 0,-6 1-8 0,2 2-2 0,-2 2 7 16,-1 0-13-16,0 2 3 0,-2 2-5 0,3 1 10 15,-1 2 0-15,-3 3 0 0,0 0-2 16,0 0 5-16,0 0-6 0,0 0 6 0,3 18 0 16,-3-11 2-16,0 1-3 0,0 3-1 15,0-1-12-15,0 1 12 0,0 2-12 0,0-1-4 0,1-1-31 16,2 2-41-16,0-1-43 0,-3-1-26 15,3-1-102-15,1 0-556 0,2-2-23 0,-1 0 51 16,1-3 87-16,-2-1 62 0,2-3 61 0</inkml:trace>
  <inkml:trace contextRef="#ctx0" brushRef="#br0" timeOffset="-95118.52">13039 1380 1036 0,'5'-4'315'16,"1"-1"-21"-16,-3 0-17 0,1 0-31 15,2 0-6-15,-2-3-22 0,3 1-29 0,-3-1 1 16,2 1-11-16,1-2-18 0,-1 0-20 0,-2-1-6 16,3 0-14-16,-3 2-16 0,-1-3-8 0,0-1 0 15,-3 3-2-15,1-1-13 0,2 3-5 0,-3 1-6 16,0 0-7-16,0 6-2 0,-4-8-14 16,-2 7-2-16,6 1-15 0,0 0 13 0,-24 7-6 15,17-1-10-15,0 3 0 0,-4 1 8 16,5 1-8-16,-1 3-86 0,-1 1 14 0,2-1 6 15,3 3-3-15,-1-3 7 0,4 0 11 0,0 0 5 16,1-2-2-16,2 2 7 0,0-3 3 16,3 2 0-16,2-4 12 0,2 2-4 0,0-4 7 15,4 0-10-15,0-1 10 0,6-1-5 0,-6-4 5 16,3-1-3-16,4-1-2 0,-1-3-2 0,-2 0 4 16,2-2 1-16,0-3 10 0,-2-4-13 0,1-1-10 15,-1-1-1-15,-5-3-22 0,2-1 13 16,-2 1-9-16,1-1 12 0,-4 0-9 0,-3 4 8 15,3 1 8-15,-3 3 2 0,-1 0-23 16,1 3-17-16,-4 2 14 0,2 2-1 0,1 2-4 16,-6 2 6-16,0 0 2 0,11 6 6 0,-5 2 7 15,0-1 7-15,-1 2-1 0,1 3 1 16,-5-2 14-16,5 5 5 0,-3-1 7 0,1-2-7 0,-4 1 7 16,3 1 18-16,0-3 3 0,-6 3 18 15,3-2-5-15,-3-1-16 0,0 0 3 0,-4 2-11 16,-3-1 1-16,-1-2-11 0,1 0 42 0,-3 0-1 15,-1-2-5-15,0-1 3 0,0-2-16 16,-2 1 11-16,5-2-11 0,-2-1 11 0,3 1-24 16,-1-1 11-16,4-2-31 0,-3 1-10 0,10-2-31 15,-17-2-4-15,10 0-122 0,3-1-73 16,1-5-124-16,0 2-511 0,3-2 102 0,3-4 39 16,0-4 79-16,1 0 74 0</inkml:trace>
  <inkml:trace contextRef="#ctx0" brushRef="#br0" timeOffset="-94485.14">13870 461 872 0,'0'0'325'0,"0"0"-17"0,0 0-45 0,7 12-7 16,-7-4-25-16,0 5-6 0,1-1-82 0,-1 8-12 15,0 0-21-15,0 5 5 0,0 2-23 0,0 6-15 16,0 3 5-16,0 2 25 0,-1 1-20 16,-3 0-20-16,4 14 20 0,-3 0-21 0,0-9 11 15,0 9-20-15,2-1 14 0,-5 1-7 0,2 1-5 16,-2-3-15-16,-2 1 20 0,1 2-41 0,1-1 33 16,-1 0-2-16,0 3-13 0,0 3 12 15,0 1-14-15,1 1 15 0,-1-2-11 0,0 2-2 16,0 17 0-16,-3 0-3 0,3 0-12 15,0 1 5-15,0 0-1 0,4-14 19 0,-4 15-31 16,4-12 10-16,0-2-7 0,-2-1-19 0,2-1 11 16,0 1 0-16,-1 0 0 0,1 1 10 0,0 1-13 15,-1 0 5-15,-2 0-12 0,3 0 4 0,-2 15 9 16,2 0-14-16,-3 1 9 0,2 1-1 16,-3-5-13-16,4-13 11 0,-1 15-5 0,1-13-3 15,-1 14 0-15,1-14-3 0,0 0 23 0,3 2-9 16,0-2-14-16,0-2 24 0,0 18-21 15,0-15 15-15,3 16 8 0,-3-14-13 0,0-2 13 16,3 12-7-16,1-2-4 0,-1-11 6 0,4 12-15 16,-3-12 2-16,2 13-8 0,-2 0 9 15,-1-1-1-15,1 0 0 0,3-14-13 0,-1 1 8 16,-5-1 16-16,2-3-1 0,3 2-5 0,-5-1 0 16,5 3-10-16,-6-6 5 0,3 3 3 0,2-5-16 15,-5 1 11-15,3-2 7 0,-3-1-15 16,0 0 13-16,3-4 17 0,-3-10-17 0,0-4-13 15,1-1 10-15,-1 0 0 0,3-3-18 0,-3 3 16 16,0-11-8-16,0 3 7 0,0-4 6 0,0-7-5 16,3 4-1-16,-3-7 6 0,0 1-31 15,3-6-23-15,-6 3-8 0,0-5 3 0,3-1-95 16,-7-4-100-16,-7 0-240 0,4-4-415 0,-8-6 105 16,-2-1 79-16,-10-6 90 0,-18-12 61 15,-8-12 49-15</inkml:trace>
  <inkml:trace contextRef="#ctx0" brushRef="#br0" timeOffset="-93068.21">1957 2476 785 0,'13'-10'261'0,"-6"7"-33"0,-3 1-15 15,6-1-26-15,0-1-19 0,1 2 4 16,3 0-34-16,2-2-7 0,1 2-14 0,4-1-6 16,-1 0-19-16,1 0-3 0,7 1-7 0,2-2-8 15,1 1-7-15,4-2 5 0,5 1-8 16,12-5-8-16,5 2 5 0,5-3-2 0,3 2-10 16,3-4 15-16,4 2-10 0,13-5 2 15,-2 2-23-15,2 1 80 0,-3-1-18 0,3 1-19 16,-13 4 11-16,1-1-7 0,15-1-6 0,-13 2-5 15,14-1-13-15,3 1-4 0,-17 0-19 0,15-1 18 16,1 1-5-16,2-1-71 0,-1 1-9 16,0-2 16-16,4 3 13 0,4-2 5 0,-4 3 5 15,0-1-7-15,-1 0 15 0,0-1-8 0,4 2 0 16,-3 2-5-16,-1-1-3 0,5 2 21 0,-21 0-18 16,3 2 16-16,0-2-6 0,-4 1-8 15,1 2-7-15,3 0 5 0,-3-1 3 0,4 1-8 16,1 0 2-16,-2-1 8 0,1 1-7 0,-2 0 4 15,5 0 11-15,-4 0-5 0,0-2-6 16,0 2 6-16,1-1-3 0,2-1 3 0,11 1-8 16,-15 1-8-16,-2-2 13 0,2 1 0 0,-2-1 3 15,-4 2 2-15,-2 0-5 0,1 0-5 0,-8-2 8 16,3 1-5-16,2 1 9 0,0 0-1 16,-5-2-4-16,9 0 1 0,-4 1-11 0,5-3 29 15,-1 4-18-15,0-1-1 0,4 1-2 0,3-1 8 16,-4-1-20-16,2 1-1 0,-2-2 0 0,0 3 11 15,-2 0-6-15,2 0 1 0,0 0 7 16,1 0-8-16,0-2 21 0,0 4-26 0,0-4 16 16,-1 1 8-16,7-1-4 0,11 2 1 0,3 0-3 15,1 0-2-15,-18 0 7 0,16 0 6 0,-15 0-6 16,-1 0-2-16,-1 2 0 0,-1-2-8 16,2-2-5-16,-1 4 2 0,18-2 19 0,-17 0-21 15,1 1 13-15,-2 1 2 0,-1-2-12 0,-1-2 4 16,-2 1 1-16,-1-3 7 0,-4 3-15 15,2-3 3-15,2-1-6 0,-4 4 1 0,4-2 2 16,1-1 5-16,16-1 10 0,-14-1-2 0,-1 2 5 16,-2 0-3-16,2-2 6 0,17 1-16 0,-16 2 8 15,14-6 10-15,2 4-51 0,4 0 38 0,0-1 18 16,4 1-13-16,0-1 8 0,-4 0-7 16,1 1 7-16,5 2-10 0,5-1 7 0,2-1 3 15,4 4-10-15,1-3 13 0,3 1 2 0,-5 3-8 16,5-3-2-16,0 1 3 0,3 2 4 0,0 0-25 15,0 0 33-15,-6 0-22 0,2 2-4 16,-7-2-14-16,-2-2 17 0,-7 2-10 0,3 0 5 16,-4-3-5-16,0 1 8 0,-22 1-11 0,-2 0 1 15,0-2 9-15,-2 0 1 0,-7 2 7 16,-1-4-17-16,-3 2-1 0,-4 0 8 0,-13 0-2 16,-10-1-8-16,-7 3 20 0,-1-3-12 0,-6 4-11 15,-4-1-12-15,1-2-24 0,-8 0-76 0,1 3-39 16,-10-1-46-16,-4 1-197 0,0 0-494 15,-44-5 113-15,-14-3 46 0,-15-1 77 0,-29-6 73 16,-15 0 50-16</inkml:trace>
  <inkml:trace contextRef="#ctx0" brushRef="#br0" timeOffset="-92118.9">3970 2786 601 0,'-3'-7'256'16,"0"3"-5"-16,-1-2-3 0,0 0-28 0,4 1-15 15,-3 0-23-15,3 5-18 0,-4-7-13 0,4 7-11 16,-3-7 1-16,3 4-28 0,0 3-18 16,0 0 4-16,-6-3-17 0,6 3-2 0,0 0-4 15,0 0-6-15,-4 12-14 0,4-6 8 16,0 1-8-16,3-2-12 0,-2 3 4 0,2-1 1 15,1 1-11-15,2 1 1 0,1-1-3 0,0 0 61 16,3 0-2-16,0 0-19 0,1-2-7 16,2-1-5-16,1-2 6 0,-3 1-27 0,6-3 1 15,-4-1 7-15,4 0-15 0,0 0-8 0,-3-1-3 16,0-2 9-16,3-1-14 0,-4 1 8 0,-3-1-10 16,2-2-2-16,0 0 12 0,-2-2 0 15,1-1-23-15,-4 1 5 0,0 0 8 0,3 1 3 16,-6-1-9-16,2 4-4 0,-3 0-16 0,1 1 3 15,-4 3 5-15,7-4 3 0,-7 4-8 16,0 0 5-16,11 7 5 0,-5 0-3 0,-3 1 9 16,1 2-4-16,2 3 4 0,2 0-6 0,-5 2-5 15,4 1 12-15,-3 0 6 0,2 0-13 16,-3-1-7-16,0 1 4 0,2 2-2 0,-5-5 31 0,0 1 0 16,0 0-34-16,0 0 29 0,-4-1 12 15,3-3 39-15,-5 2-31 0,-1-1 11 0,-3 0-32 16,-1-3 52-16,-5 2-13 0,1-3-3 15,-1 0-4-15,-1-2-24 0,0-2 8 0,-1 0-16 16,-3-1 16-16,5 1-5 0,-4-1-13 0,6-2 3 16,-3 1-6-16,3 1-2 0,3-2-18 15,1 1-28-15,0-1-26 0,-1 2-66 0,2-2-110 16,5-2-65-16,4 2-114 0,0 0-459 0,0 0 36 16,0 0 118-16,0 0 69 0,18-11 56 0,-8 6 52 15</inkml:trace>
  <inkml:trace contextRef="#ctx0" brushRef="#br0" timeOffset="-91918.55">4514 2913 1192 0,'3'6'341'16,"1"1"-34"-16,-1 0-23 0,1 5-10 15,2-1-23-15,-3 3-39 0,1 2-15 0,3 1-10 16,-3 5-20-16,3-2-16 0,2 2-11 0,-5 3-22 15,6 3-26-15,0 2-28 0,-6-5-61 16,3 3-103-16,0 3-174 0,0-1-530 0,-1-2 42 16,-3-3 73-16,-3-4 67 0,-3 0 102 15</inkml:trace>
  <inkml:trace contextRef="#ctx0" brushRef="#br0" timeOffset="-91315.34">4060 3946 706 0,'0'0'279'0,"0"0"-28"16,0 0-11-16,0 0-27 0,0 0-19 0,0 0-12 16,3 17-23-16,0-10-21 0,0 1-5 15,4 0-5-15,-4 1-13 0,5-1-12 0,-2 0-9 16,1 1-12-16,0-1-5 0,1-1-10 0,1 0 4 15,1-3 50-15,1 3-9 0,2-6 16 16,-2 4-41-16,2-5-7 0,1 0-11 0,0-3 5 16,-1 0-18-16,1 0 3 0,0-5 0 0,-1 1-10 15,1 0-1-15,-4-4-9 0,1 3-6 0,-1-5-2 16,0 3 5-16,-3-1-3 0,3 3 0 16,-7 0-15-16,4 0 3 0,-3 2-6 0,2-1-15 15,-5 4 0-15,-1 3 10 0,10 0-7 0,-10 0 15 16,7 7-13-16,-1 1 10 0,-3 2-12 15,5 1 4-15,-5 6 4 0,1-2 4 0,-1 2-5 16,1 1 8-16,-1 3-10 0,0-4 25 0,-3 0-33 16,3 3 46-16,-3-2-8 0,-3 1-9 0,0-2 6 15,-3 0 17-15,2 0 4 0,-3-1-12 16,-1-2-6-16,-4 1 5 0,2-1-66 0,-2-3 0 16,-1 2 5-16,-1-5 1 0,1 0-4 0,-1-2 3 15,0-1-2-15,1 1-3 0,-1-2-29 16,-2-4-24-16,2 4-65 0,3-8-61 0,1 4-72 15,0-3-133-15,6 2-410 0,-3-5 88 16,4 4 50-16,0-4 42 0,3-1 76 0</inkml:trace>
  <inkml:trace contextRef="#ctx0" brushRef="#br0" timeOffset="-91018.75">4552 4096 1021 0,'13'0'302'15,"-2"4"-26"-15,-1 0-30 0,0 3 7 0,-3 0-91 16,3 3-14-16,-3 0-12 0,-4 2-6 16,0-1 1-16,-3 3-1 0,0-3-17 0,-3 4-11 15,0 1-9-15,-4 1-6 0,0-5-3 0,0 3-15 16,-3 0-2-16,3 1-11 0,1-5-2 0,-2 2-8 16,1-3-5-16,4 0 5 0,0-3-5 0,-3 3-3 15,5-4-12-15,1 1 17 0,0-7-4 16,7 5-6-16,0-1 0 0,7-4 3 0,2 0-10 15,5 0 5-15,3-4-19 0,3 1 9 16,0 2 73-16,4-3 1 0,-3 1-26 0,-1 2-20 16,1-4-39-16,-5 4-58 0,-3-1-16 15,-2 2-82-15,-4 2-146 0,0-2-543 0,-4 6 44 16,-4-4 70-16,-1 3 81 0,-5-3 51 0</inkml:trace>
  <inkml:trace contextRef="#ctx0" brushRef="#br0" timeOffset="-90302.72">4137 5209 1008 0,'0'0'340'16,"12"12"-45"-16,-9-5-14 0,0 1-37 15,0 6-6-15,4-3-23 0,-3 6-23 0,6-3-29 16,-3 4-4-16,3 0-18 0,0 0-18 0,-2-3-21 16,1-1 1-16,5 2-9 0,-4-4-7 0,0-2-7 15,2 2-16-15,1-5-6 0,-1-3-4 16,3 2 0-16,-5-5-10 0,4 1-6 0,-1-5-7 15,-3-1-3-15,4 0 2 0,-3-4 9 0,0-2-26 16,-2-3 12-16,-2-2 3 0,0 3-5 16,0-3 3-16,-3 0-13 0,-1 3 12 0,3 0 16 15,-6 1-12-15,3 3-14 0,1-2-10 0,-4 3 13 16,3 3-8-16,-2 0-5 0,-1 4 8 0,0 0 0 16,0 0-13-16,0 0 15 0,14 18-2 15,-8-5 5-15,-3 3-3 0,1 0 1 0,2 4 20 16,-1 3-36-16,1-3 7 0,-3 4 32 0,1-1-16 15,-4 2 5-15,3 0 0 0,-3-1 36 16,0-6-18-16,-3 5-2 0,-1-3-14 0,1 4 57 16,-3-6-53-16,1 4 24 0,-4-2-122 0,2-4 24 15,-3-1 24-15,-1 0 1 0,-2-3 20 16,-1-4 0-16,1 1 10 0,-2-1-9 0,2-2-6 16,-5-2 2-16,1 0-4 0,3-1 9 0,-2 0 1 15,1-3-13-15,2 0 0 0,0 2-13 16,-1-4-13-16,1 2-30 0,2-2-60 0,1 1-55 15,3-2-73-15,0 3-232 0,3-4-381 0,4 4 101 16,-3-3 45-16,3 3 88 0,0 0 40 16</inkml:trace>
  <inkml:trace contextRef="#ctx0" brushRef="#br0" timeOffset="-89902.64">4681 5546 1141 0,'10'-4'382'16,"-2"0"-42"-16,-2 2-35 0,4 1-32 16,-3 0-22-16,1 1-25 0,-8 0-17 0,16 2-24 15,-6 3-21-15,-5 0-3 0,1 2-28 0,1 1 8 16,-4 3-11-16,0 1-12 0,-2 0-23 16,-2 1-6-16,-2 0 6 0,0 1-8 0,-1 3-10 15,-2-3 0-15,2 1-24 0,-3-4 4 16,1 0-16-16,2 1-16 0,0-3-9 0,1 0-14 0,3-2-17 15,-3 0 2-15,3-2-2 0,0 2 12 16,3 0 8-16,0 1-5 0,1-4 5 0,3 3-5 16,3-1 8-16,0 2 0 0,0-1-1 0,1 2-2 15,2-2 8-15,-2 2 10 0,2-3 3 16,-3 4-6-16,0-4 1 0,1 3-6 0,-4 1 11 16,-1-4 22-16,1 3-14 0,-3 1 9 0,0-1 11 15,-1 0-10-15,-6 0-1 0,0 1 1 16,-2 0-9-16,-5 2 1 0,0-3-10 0,-4 0-1 15,-3 0-7-15,0-2-2 0,-3-2-4 0,0 2-52 16,-2-3-55-16,-2-2-84 0,1-1-67 0,-1 0-489 16,-3-1-161-16,2 0 95 0,1 0 97 15,1 0 59-15,-4-1 72 0,2 0 58 0</inkml:trace>
  <inkml:trace contextRef="#ctx0" brushRef="#br0" timeOffset="-89185.57">4360 7128 1246 0,'-3'-3'384'16,"3"3"-44"-16,0 0-35 0,0-8-23 0,0 8-32 16,0 0-19-16,0 0-29 0,0 0-25 0,0 0-6 15,13 17-4-15,-13-15-22 0,4 4-29 16,-1-4-11-16,0 4 5 0,1-2-18 0,3 1-21 16,-3-3 1-16,2 4-5 0,1-5-6 15,3 0-12-15,-2-1-8 0,2 0 7 0,2-1-2 16,0 0-17-16,1-5 6 0,1 4-1 0,-4-4-4 15,3-1-1-15,-2-3-6 0,-1 2-5 0,-3-2 5 16,3 1-6-16,-3 0-4 0,-3 0-2 16,2 2 6-16,-2-2-6 0,3 1 9 0,-4 2-7 15,0 4-8-15,1-4-5 0,-4 6-2 0,6 0-4 16,-6 0 9-16,0 0-8 0,7 13 15 0,-4-4-10 16,-2 1 3-16,6 5-8 0,-4 1-1 15,-2 2 14-15,2-1-10 0,0 3 17 0,-3 1-10 16,0-2 3-16,0 3 4 0,0-4 12 15,0 2-1-15,-4 1 15 0,1-5-2 0,-3 4 7 16,1-5-45-16,-1 2 27 0,-1-2 14 0,0-4-14 16,-4 3 11-16,1-6-28 0,1 1 25 0,-6-1-12 15,2-7 27-15,-1 2 14 0,1 1-19 16,-4-4-15-16,3 0-33 0,-3-1 23 0,3-2-13 16,1 2 5-16,-4-1-4 0,6 1-50 0,-3-3-10 15,4 2 3-15,0 1-18 0,-1 0 0 0,2 1-28 16,9 0-34-16,-14-2-122 0,14 2-37 15,-10-4-68-15,9 4-415 0,1 0-28 0,0 0 51 16,0 0 69-16,0 0 69 0,15-8 70 0</inkml:trace>
  <inkml:trace contextRef="#ctx0" brushRef="#br0" timeOffset="-88769.53">4784 7278 1149 0,'0'0'350'0,"3"8"-27"0,1-1-39 16,-4 1-30-16,1 2-22 0,2 0-22 0,0 2-18 15,0-2-12-15,0 1-19 0,1 2-13 0,-1-1-27 16,1 1-4-16,3-1-14 0,-3 2-27 0,2-4-4 16,-2-2-5-16,2 2-3 0,0-3 0 15,2-2-16-15,-1-2-20 0,-1 1 11 0,4-4-1 16,-10 0 1-16,15-5-6 0,-6-1-7 0,-2 2 2 15,4-6-3-15,-4-2 3 0,-1-5 3 16,1 5-5-16,0-8-1 0,-3 6-60 0,-1-5 9 16,0 5 21-16,-3 0 15 0,3 4 5 0,-2 1 1 15,2-4-3-15,0 6-6 0,-3 3-9 16,1-2 17-16,-1 6-12 0,0 0 17 0,0 0-10 16,7 16 8-16,-7-7-8 0,3 4 6 0,-3 1-6 15,3 5-5-15,-3-2 3 0,1 2 12 16,2 1-4-16,0 3-1 0,0 0-23 0,-2 2 16 15,1-2 0-15,2-5 5 0,-1 2-11 0,-2-2 6 16,3-3 5-16,-1 2-24 0,-3-4-9 0,3-3-11 16,0 0-25-16,1 0-39 0,-4-3-41 15,3-2-173-15,0-2-574 0,-3 4 94 0,0-7 67 16,0 0 72-16,0 0 62 0</inkml:trace>
  <inkml:trace contextRef="#ctx0" brushRef="#br0" timeOffset="-87419.77">8968 2608 1016 0,'0'-8'286'0,"0"4"-30"16,0 4-25-16,0 0-29 0,0 0-5 0,0 0-15 16,0 0-11-16,0 0-25 0,17 17-13 15,-10-10-20-15,0 1 2 0,0 2-18 0,4 0 6 16,-1 0-6-16,3 1-20 0,-2-2-6 16,-1 1-1-16,3-2-86 0,1 0 6 0,0-1-5 15,2-1 7-15,-1 0 8 0,1-2-8 0,-2 0 6 16,0-2-3-16,3 1-3 0,-4-3 5 0,-3-1 1 15,2-1-6-15,-2 0 8 0,2-2 3 16,-4 0 9-16,2-2 9 0,-3-1-1 0,-1-1-9 16,-2 0 4-16,0-3-5 0,-1-1 16 0,0 4-3 15,-2-2-3-15,-1 3 6 0,3-1-6 16,-3 3-12-16,0-1-8 0,0 6 3 0,0 0 7 16,0 0-8-16,0 0 1 0,3 18 5 0,0-5-11 15,-2 0 6-15,2 7 2 0,0-1-3 16,1 4 60-16,0 2-6 0,-1 0 3 0,0 0-5 15,-2 2-8-15,2-1 5 0,0 1-10 0,0-2-13 16,-3 1 8-16,-3-1-13 0,3 2 0 0,-6-4 10 16,2 1-10-16,-2-1-2 0,-2-3-1 15,-2-1 3-15,3-2 16 0,-7-1-9 0,4-3-12 16,-3-3 13-16,-2-2-8 0,2-1 10 16,-1-1 8-16,-5-2 11 0,4-1-11 0,-2-3-6 15,0-3 11-15,-1-1-5 0,-1 2-5 0,4-3 15 16,-1-2-2-16,1 2 5 0,3-2 0 0,2 2-13 15,2-2-11-15,1 1 16 0,1-1-5 0,3 1-5 16,2-1-15-16,1 2 2 0,3-3 0 16,1 0 0-16,3 1-13 0,4-2 5 0,2 0 3 15,4 0-2-15,-3 2 4 0,7-3-12 16,1 2-1-16,2 0-9 0,1-3-21 0,2 3-21 16,-2 2-9-16,5-3-42 0,1 1-15 0,-4 1-21 15,4 0-17-15,0-1-26 0,-5 1-18 16,2 3-5-16,-4-4-11 0,0 1 14 0,-7 1-1 15,0 2 19-15,1-5 32 0,-2 3 6 0,-3-2 33 16,-2 1 33-16,-4 0 34 0,3 0 25 0,-3 1 36 16,0 0 13-16,0 0 41 0,-1-1 12 15,-2 2 9-15,0 0 7 0,-1 1 5 0,1 0-28 16,-4 4-8-16,3-5 0 0,-3 5-2 0,0 0-6 16,0 0-9-16,0 0 2 0,0 19-1 15,0-10 1-15,0 1-2 0,0 4-11 0,0-3-5 16,0 6-11-16,0-4 6 0,0 5 0 0,0-2-3 15,0 2-15-15,-3 0-25 0,3-1-42 16,0 1-41-16,0 1-91 0,0-8-129 0,-3 4-491 16,2-2 25-16,-2-1 105 0,-1-3 67 0,1-2 62 15</inkml:trace>
  <inkml:trace contextRef="#ctx0" brushRef="#br0" timeOffset="-87035.52">9290 2214 824 0,'0'-3'322'16,"0"3"-30"-16,0 0-33 0,0 0-34 16,0 0-10-16,-18 10-21 0,12-3-25 0,2 1-23 15,-2 2-8-15,1 2-4 0,-1-3-14 16,2 2-15-16,1-1-13 0,0 0-5 0,-3 0-8 15,5-1-7-15,-2-1-8 0,-1 0-10 0,1-3 7 16,2 2 6-16,1-2-14 0,-3-2 9 0,3-3 2 16,0 0-10-16,0 0-8 0,0 0-10 0,0 0-6 15,0 0-4-15,0 0 10 0,7-17-8 16,-3 9 0-16,-1-1 0 0,1-2-5 0,2-1 5 16,-2 1-2-16,2-1 2 0,5 2-18 0,-4 0 8 15,-1 3-13-15,4-1 1 0,4 1 11 16,-4 4-11-16,5 2 6 0,1 2-9 0,2 4 2 15,1 3-13-15,2 4-27 0,4 5-32 16,-1 1-51-16,10 13-48 0,-4 2-98 0,1 3-557 16,-6 3 63-16,1 1 85 0,-5 1 71 0,-4-7 62 15</inkml:trace>
  <inkml:trace contextRef="#ctx0" brushRef="#br0" timeOffset="-86336.56">8979 4168 1054 0,'0'0'358'0,"-8"17"-32"0,5-14-32 16,3-3-38-16,3 12-26 0,-3-6-22 16,0-1-19-16,3 2-15 0,2 0-20 0,-2-1-11 15,0-1-10-15,4 1-13 0,0-2 6 0,0 1-29 16,3-2-10-16,1 2-5 0,2-5-8 16,-3 0-17-16,1 0-9 0,3-5-7 0,-1 2-5 15,1-3-3-15,2-1 3 0,-5-3-10 0,3-1 4 16,-4 0-1-16,4-4-4 0,-4-5-7 15,-4 2 3-15,5-1-1 0,-7 2 24 0,2 3-19 16,-2 3 1-16,-1-3 10 0,0 4-19 0,0 2-1 16,1 1-6-16,-4 0 3 0,4 6-5 0,-4 1 4 15,0 0 1-15,0 0-5 0,7 14 0 16,-4-6 4-16,-3 3 1 0,3 3-10 0,0 0-1 16,1 1 1-16,-1 5 2 0,0-2-3 15,-2 1 14-15,3-2-6 0,-1 1 0 0,0 3-10 16,-3-4 13-16,0 2 8 0,0-3-60 0,-3 2 14 15,0-1-11-15,-5-2 41 0,5 2-13 0,-4-3-5 16,1-2 13-16,-1 2 31 0,-4-1-28 16,1-2 2-16,1-2 18 0,-2 1-13 0,4-3 5 15,-3 0 8-15,-1-1-7 0,1-1 12 0,0 0-8 16,-1-3-7-16,1 1-10 0,1-2-21 16,1 2-8-16,-2-2-35 0,10-1-44 0,-13 0-69 15,13 0-16-15,-8-1-145 0,8 1-159 0,-4-4-294 16,4 4 43-16,4-5 90 0,-4 5 68 15,7-10 55-15</inkml:trace>
  <inkml:trace contextRef="#ctx0" brushRef="#br0" timeOffset="-86036.32">9405 4328 803 0,'11'0'289'0,"-4"0"-4"15,3 3-32-15,1 1-25 0,-1 2 18 16,-1-1-49-16,2 2-13 0,-4 1 18 0,0 2-15 15,-1 3 8-15,-2-2-32 0,0 0-4 0,-4 3-5 16,0 0-8-16,0 2-21 0,-4-3-7 0,0 2-11 16,-2 0 8-16,2 1-10 0,-2-3-2 15,2 0 2-15,-3-1-11 0,1 0-4 0,5-4-21 16,-2 0-10-16,0 1-10 0,0-5 2 0,3 3 3 16,-1-2-11-16,1-5 6 0,0 9-13 15,0-9 2-15,7 2-7 0,-7-2 7 0,17-1-17 16,-7 0-1-16,0-5-12 0,2 3-8 15,4-4-39-15,-2 0-45 0,-1-1-39 0,2-2-97 16,-6 1-220-16,2-5-438 0,0 0 41 0,-2-1 92 16,-6-6 87-16,-2 1 59 0,-2-8 72 0</inkml:trace>
  <inkml:trace contextRef="#ctx0" brushRef="#br0" timeOffset="-85686.34">9303 3725 885 0,'-3'6'323'0,"-1"2"-37"0,1 3-27 0,-3-1-36 0,2 1-16 15,0 2-15-15,1 3-18 0,-1-3-10 16,1 2-23-16,-3-2-19 0,5-3-6 0,-2 0-14 16,0 0-5-16,-2-2 11 0,2 1-6 0,3-4 26 15,-3 2-28-15,3-7-8 0,-3 3-7 16,3-3-1-16,0 0-12 0,0 0-3 0,0 0-15 15,3-22 7-15,-3 11 0 0,0-3-9 16,3-4-6-16,0-2-5 0,2-2-8 0,-2 1 21 16,0-4-65-16,1 3 9 0,2 3 4 0,1-1-17 15,-4 7-3-15,5 0 8 0,-5 2-3 0,4 4 8 16,3 1 0-16,1 5 2 0,-1 5-12 0,3-1 10 16,4 5 13-16,-3 3-8 0,6 4-6 15,1 6 9-15,-1-3-16 0,4 6-28 0,-6-2 3 16,2 3-65-16,7 11-81 0,-6-1-115 15,0 1-533-15,-8-3 79 0,-3-3 62 0,-3-5 79 16,-3 0 42-16</inkml:trace>
  <inkml:trace contextRef="#ctx0" brushRef="#br0" timeOffset="-84936.51">8787 5279 749 0,'0'0'269'0,"0"0"-8"0,0 0-38 0,3 22-18 15,1-12-18-15,-4 4-21 0,4-1-10 0,2 3-12 16,-5 2-14-16,5-2-15 0,1 3-2 16,0-4-13-16,0 1-8 0,0-1-8 0,2 0-15 15,2 1-5-15,2-4-5 0,-2 1 5 0,3-5-15 16,-1 1 2-16,4-1-23 0,-3-4 3 15,0 0-8-15,-1-4 0 0,1 0 5 0,-1 0-12 16,-2-6 2-16,0 2 10 0,-1-7-21 0,3 0 9 16,-6-4-1-16,0-1 0 0,-1-2-2 0,-5 2 3 15,2-1 19-15,0 0 6 0,1 6 0 16,-1-3-13-16,-3 3 3 0,1 2-18 0,2 2-5 16,-3 2 17-16,0 5-14 0,0 0 6 0,0 0-4 15,0 0 3-15,3 24 7 0,0-10-8 16,-3 3 3-16,4 2-8 0,-1 0 0 0,0 5 6 15,-3-2 7-15,4 2-3 0,0 1-2 16,-4 0-8-16,3-6 98 0,-3 4-11 0,0-6-33 16,0 3-18-16,0-3-25 0,-3 4 17 0,-1-5-7 15,0-3 7-15,-2 2-12 0,-1-1-8 16,0-2 18-16,-6 1-1 0,3-2 6 0,-1-3-7 0,-3 2-6 16,1-3-10-16,-1 1 12 0,1-2-24 15,-1 0 22-15,3-1-23 0,1 1-21 0,-3-4-24 16,2 0-19-16,1 2-59 0,-1-3-82 15,5 1-79-15,0-2-228 0,6 0-330 0,0 0 100 16,-7-3 59-16,7 3 61 0,0 0 56 0</inkml:trace>
  <inkml:trace contextRef="#ctx0" brushRef="#br0" timeOffset="-84552.58">9207 5684 941 0,'7'-5'262'15,"0"4"-14"-15,4-1-28 0,-2 4-31 0,1-2-7 16,1 0-21-16,-1 6 3 0,0-4-28 16,1 4 76-16,-4-2-12 0,0 3-21 0,-1 1-30 15,-1 4-73-15,-2-3-6 0,-3 1 1 0,0 1 1 16,0-3-16-16,-4 6-12 0,-3-5 9 0,3 0-9 16,1 1 7-16,-4-2-12 0,1-1-9 15,3 1-2-15,-1-2-7 0,3-2-3 0,-2 2-18 16,0-2 5-16,3-4 13 0,0 7-16 0,0-7 16 15,6 6-18-15,-2-4-2 0,-4-2 7 16,10 6-8-16,-6-5-2 0,2 4 18 0,-2-2-16 16,4 0 6-16,2 3-3 0,-1 1 13 0,-2-1-13 15,0 0 13-15,0 1 5 0,0 3-1 16,-4-3-14-16,3 1 28 0,-1 2-18 0,-2-3 25 16,-3 1-5-16,0 2 8 0,-3-2-5 0,-5 4-13 15,2-3-10-15,-4 0 0 0,-5-1-13 16,2 1 2-16,-4-1-17 0,0-1-41 0,0-5-44 0,0 3-100 15,-4-3-274-15,8-4-311 0,-4-2 42 16,-1-2 57-16,1-4 98 0,0-2 63 0</inkml:trace>
  <inkml:trace contextRef="#ctx0" brushRef="#br0" timeOffset="-84186.17">9211 5051 742 0,'-4'19'297'0,"4"-11"-34"0,0-1-9 15,0 1-21-15,-3 2-26 0,3 0-18 0,-3 2-12 16,3-2-26-16,-3 0-15 0,2-1-11 0,-1-2-12 16,1 3-13-16,1-3 23 0,0-1-16 15,-4 1-17-15,4-3-1 0,0-2 3 0,0-2-15 16,0 0-10-16,0 0-8 0,0 0-3 0,0 0-5 15,-3-18-2-15,3 7 4 0,0 0-14 0,0-4-8 16,0-2 10-16,0-1-3 0,3 2 16 16,1-4 2-16,-4 6-18 0,3-1-2 0,1 1 5 15,-1 3-15-15,-3 3-3 0,4 0-8 0,2 2 6 16,-2 3-1-16,3 2 1 0,3 1-6 16,-10 0 11-16,16 4-21 0,-1 4 20 0,-2-2-14 15,1 3-4-15,0 2-2 0,6 2-7 0,-6 4-32 16,6-4-32-16,-9 3-44 0,9 5-92 0,-10-2-246 15,4 3-389-15,-1-4 110 0,-6 0 41 16,1-1 71-16,-5-2 65 0</inkml:trace>
  <inkml:trace contextRef="#ctx0" brushRef="#br0" timeOffset="-83319.8">8900 6919 918 0,'0'0'292'15,"0"0"-26"-15,0 17-28 0,0-7-2 0,3 1-39 16,-3 0-20-16,3 0-13 0,1 3-8 0,-1 0-18 15,1-2-10-15,0 4-31 0,2-2 13 0,-2-3-23 16,3 3-7-16,-1-3-1 0,2-2-18 16,1 0 6-16,-2-1-3 0,4-2-3 0,-1 1-17 15,0-5 12-15,4 0-10 0,-4-2 0 16,3-3-10-16,1 2 0 0,-3-6-13 0,3-1 13 16,-1-1-21-16,1-5 21 0,-1 2-10 0,-3-3-3 15,-2 0 0-15,2 3-13 0,-3-3 13 0,-1 5-8 16,1-1 1-16,-3 1-11 0,2 8-8 15,-5-4 3-15,-1 6 0 0,0 0-7 0,0 0 4 16,10 18 8-16,-7-3 8 0,-3 3-5 0,3 7-1 16,-3 5 11-16,4-3-15 0,-4 12 4 15,1-4-4-15,1 5-3 0,-1-4 3 0,2 4-1 16,-3 0-2-16,0-3 0 0,0 2-2 0,0-2 7 16,-3-1 8-16,0-10-8 0,-2-1-5 15,-1-5 23-15,-1-3 2 0,0-4-15 0,-4-3 29 16,1-1-11-16,-3-3 8 0,-1-4 0 0,1-2 7 15,-2-3-12-15,2-2 66 0,-4-2-23 0,3 3 37 16,0-4-22-16,1 0-20 0,3 0-5 16,-4-1-2-16,4 0-6 0,3-4-2 0,-1 5-6 15,2 0-14-15,3-3 1 0,-1 4-4 0,5-2-8 16,2 0-5-16,0 0-13 0,4 1-12 16,3-1-24-16,0 0-20 0,1 1-44 0,3 0-28 15,2-1-36-15,-1 1-63 0,1 0-45 16,1-1-160-16,-3 2-377 0,6-3 16 0,-2-1 66 15,-4 3 69-15,6-3 65 0</inkml:trace>
  <inkml:trace contextRef="#ctx0" brushRef="#br0" timeOffset="-83003.79">9368 7210 785 0,'6'-3'302'0,"-6"3"-20"0,0 0-6 16,11 8-15-16,-10-4-89 0,5 5-18 15,-3-1-16-15,-2 6-5 0,2-3-20 0,0 3 7 16,0 2-18-16,2-3-20 0,-2 2 13 0,0 2-8 15,0-3-8-15,1-3-7 0,-1 3-3 0,0-4-2 16,1-1-14-16,3 0 19 0,-3-1-13 0,2-1-8 16,-2 0 5-16,2-6-7 0,5 1-21 15,-11-2 11-15,14-3-22 0,-4-4 17 0,3 0-9 16,-3-3-2-16,1-1-2 0,-1-10-1 0,0 3-7 16,0-1 10-16,-5-3 3 0,4 4 12 15,-5 1-20-15,2 2 3 0,-5 4 19 0,5-2-9 16,-2 3-8-16,-4 2 3 0,1 5-3 0,1-1 2 15,-2 4-2-15,0 0 1 0,0 0 1 16,0 17-10-16,0-9 9 0,0 6-7 0,-2-3 6 16,2 4-2-16,-1 2-1 0,1 0-4 0,0 1-21 15,-4-2-39-15,4 1-43 0,-6 0-64 0,5-2-110 16,-2 0-515-16,-4-2 9 0,1-2 57 0,-5-7 78 16,4 2 56-16</inkml:trace>
  <inkml:trace contextRef="#ctx0" brushRef="#br0" timeOffset="-82619.7">9214 6629 1057 0,'0'0'312'16,"0"0"-25"-16,-7 21-37 0,4-12-22 15,3 0-28-15,-6 2-11 0,3 1-20 0,2-3-15 16,-6 1-13-16,4-1-24 0,-1 0-4 0,1-1-3 16,0-1 10-16,2 0 14 0,-2-3-37 15,0 1 13-15,3-5-28 0,-8 1 2 0,8-1-12 16,0 0 0-16,-7-12-1 0,4 4-2 16,3-4-10-16,0 1-18 0,0-3-2 0,0 1 2 15,3-6-6-15,1 2-6 0,-1 1-1 0,1 3 8 16,3-2-11-16,-4 5-10 0,4 1 1 0,-3 2 4 15,6-1-4-15,-3 7 9 0,3-1-12 16,4 4 2-16,-4-1 1 0,3 7 2 0,1-4-11 16,0 6 1-16,0-1 5 0,2 2-5 0,2 0-3 15,-2 3-23-15,2 0-31 0,-4 2-87 0,3-3-114 16,-1 4-618-16,2-3 39 0,-1 1 104 16,-6-6 52-16,1-6 94 0,-1 3 37 0</inkml:trace>
  <inkml:trace contextRef="#ctx0" brushRef="#br0" timeOffset="-81553.04">14561 1126 657 0,'0'0'226'15,"0"0"-4"-15,0 0 1 0,0 0-26 0,0 0-18 16,0 0-17-16,0 0 4 0,0 0-18 16,13-12-35-16,-9 8 23 0,3-3-29 0,-3 0 3 15,2 0-18-15,-2-1-2 0,2-2-23 16,-3 0 4-16,1 0-4 0,3-2-3 0,-6 0-16 0,2-1 6 16,-3 1 0-16,0-1 66 0,-3 1-20 15,2 2 2-15,-2-1 16 0,3 1-8 0,-4 3-18 16,0 3-12-16,-2 1-11 0,-1 2-3 0,7 1 14 15,-17 7-29-15,4 1 0 0,2 3-2 16,-3 3-1-16,1 3-4 0,-1 1-6 0,1 1-10 16,2 2 1-16,1-3 1 0,3 3-12 15,1-1 10-15,2-2-7 0,4 0-13 0,0-2 15 16,0 2-6-16,3-2 4 0,1-1-1 0,2 0 11 16,4 0-23-16,1-3 2 0,2 1 8 0,2-3-5 15,1 0 0-15,2-3-31 0,-1-1-21 0,3-2-32 16,1 1-55-16,-1-5-48 0,-3 2-82 15,3-5-153-15,1 1-413 0,-3-3 44 0,1-2 89 16,-4-1 62-16,-2-2 69 0</inkml:trace>
  <inkml:trace contextRef="#ctx0" brushRef="#br0" timeOffset="-81236.48">14848 1045 440 0,'0'11'166'0,"3"3"-17"15,-3-2-11-15,4 4-13 0,-1 2-12 16,1-1-16-16,-1 2 11 0,1-2-3 0,-4 0-18 16,6 2 2-16,-6-3 3 0,1 1 13 15,2-4 16-15,-3 0-9 0,0-1 9 0,0 0-4 16,0-4 98-16,0 1-12 0,0-3-6 0,0-1-26 16,-3 0-12-16,3-5-13 0,-1 4-13 0,1-4-23 15,0 0 10-15,0 0-10 0,-13-14-15 16,9 5-11-16,1-1 6 0,2-1-18 0,-2-6-3 15,3-1 0-15,-3-1-15 0,3-1 7 0,0-2-2 16,0 0-10-16,0-3-16 0,3 0 0 16,1 1-7-16,-1 2-3 0,1 3 5 0,0 2-33 15,2-1-18-15,1 5-5 0,2-2-21 0,-4 1-69 16,2 4-10-16,2 0-51 0,-2 1-46 16,4 2-90-16,-5 0-151 0,4 4-307 0,1-2 77 15,-1 2 61-15,0-1 62 0</inkml:trace>
  <inkml:trace contextRef="#ctx0" brushRef="#br0" timeOffset="-80386.74">15094 1039 575 0,'4'16'215'0,"-1"-1"6"0,0-3-24 0,1 2-16 16,-1-2-7-16,-2 1-15 0,2-1-15 0,0 1-24 15,0-1-2-15,-2 1-11 0,2-1 1 16,-3 0-9-16,3-1 19 0,-3-1-15 0,0-1 1 15,0-2-70-15,0 2 12 0,3-4 33 0,-3 1 65 16,0-1 1-16,0-5-11 0,-3 6-19 0,3-6 2 16,0 0-22-16,0 0 2 0,0 0 1 15,-13-13-19-15,10 5 0 0,-1-2-12 0,0-2-13 16,1-2 7-16,-1-3-7 0,4-1-11 16,-3 2-12-16,3-3 8 0,0-1-1 0,3 0-7 0,1 1-3 15,3-2-3-15,0 1-12 0,0 1 10 16,6 3-7-16,-2 0-4 0,2 2 4 0,-2 4-9 15,5 1-4-15,-1 3-3 0,-2 4 8 16,0 0-11-16,1 4 8 0,3 0 3 0,0 7-11 16,-4 0-2-16,2 4 5 0,-2 2 5 15,4 3-2-15,-7-1-11 0,1 2 1 0,-1 1 4 16,0 0-5-16,1 0 6 0,-4 1-6 0,0-2-10 16,2 1 18-16,-1-1-15 0,2-1-8 15,-4-2-13-15,1-2-10 0,1-1 5 0,-1-1 8 16,2 0-3-16,1-4 20 0,1 0-4 0,-1-2-1 15,0-3 4-15,4 0 9 0,-4-3-5 0,-3 0 0 16,-7 0 8-16,17-3-5 0,-10-4-13 0,-4 0 13 16,1-1-3-16,-4-2 5 0,0-1 3 15,-1-2-13-15,-5 0 10 0,2 0 14 0,-5-2 1 16,2 0 16-16,-4 2-12 0,4-1 9 0,-2-1 0 16,1 1 16-16,-2 0-15 0,3 1 2 15,1 1-3-15,-2-1 11 0,5 1-3 0,-1 1-12 16,1 1-4-16,0 1-1 0,3 1-9 0,3 0 6 15,-3 1-18-15,4 0 20 0,2 4-15 0,2-1 7 16,-1 3-2-16,3 1 5 0,4 1-2 16,2 4-1-16,-1 2-12 0,4 2 0 0,-1 2 5 15,3 0 7-15,-5 3-12 0,5 2 18 16,-4 3-11-16,3 0 6 0,-2-3-3 0,-5 0 0 16,0 2-3-16,2 0 1 0,-5-1 2 0,1-1-3 15,-2-1-10-15,-2 0 16 0,-1-3-6 0,-2-2 1 16,0 0 7-16,0 0 13 0,-1-2 18 15,0-2 2-15,-3-2-5 0,0 1-7 0,0-5 2 16,0 0-2-16,0 0 2 0,0 0-3 0,0 0-7 16,-18-9 8-16,12 1-3 0,0-2 3 15,-1-3-3-15,3-2-8 0,-3-2 13 0,3-4-5 16,-2-1-5-16,-1-3 5 0,4-3-5 0,3 0 8 16,-3 2 2-16,3 0-31 0,3-1 24 15,-3 6 2-15,0 0-3 0,3 2-15 0,0 0-5 16,-2 2 21-16,5 2-13 0,-2 1-1 15,6 3 6-15,-3 2-5 0,3 3-13 0,0 1 5 0,1 3-31 16,-1 3-28-16,4 0-5 0,2 8-33 16,-5 0-44-16,6 7-48 0,-4 0-188 0,-2 2-457 15,-1 3 25-15,-3-1 108 0,-4 0 79 0,-3-1 41 16,-3 1 84-16</inkml:trace>
  <inkml:trace contextRef="#ctx0" brushRef="#br0" timeOffset="-79420.86">14332 2448 765 0,'0'0'256'0,"0"0"-18"0,0 0-21 0,0 0-19 15,0 0-27-15,0 0 1 0,-1 19-24 0,2-13-7 16,2 2-29-16,1-1-2 0,-1 1-12 0,1 2-14 16,2-3 1-16,-2 1-3 0,2-1-16 15,-2 1-7-15,6-3-18 0,-3 0 5 0,3 0 5 16,1 0 0-16,-1-3-15 0,0 1-8 15,1-3 1-15,-1 0-14 0,3-1-13 0,-2-1 11 16,-1-2-15-16,0 0 12 0,1-2 8 0,-2-2-5 16,1-1-6-16,-2-1 1 0,-1-1 5 15,2 0-11-15,-5-1 1 0,3 2 17 0,-3 1-20 16,2 1 11-16,-2 0-29 0,-1 2-5 0,0 2 25 16,1 2-27-16,-4 2 9 0,0 0 4 0,14 9 4 15,-11-2-2-15,1 4 4 0,2 3 4 16,-3 1 2-16,1 3 8 0,3 3-6 0,-3 0-2 15,2 0 10-15,-2 2 11 0,-1-3 10 16,-3-1-8-16,3-1 2 0,0 0 65 0,-6 0 15 16,0 1-77-16,0-1 0 0,-1 0-10 0,-5-2 15 15,1-3 21-15,-2 2-13 0,0-3-10 0,-4 1 10 16,0-1 2-16,-3-4 1 0,1 1 2 16,1-3-18-16,-1 0 15 0,-2 0-9 0,1-3-1 15,3 0-2-15,1-2-6 0,-4-1 14 0,6-1-16 16,-3-1-23-16,1 1-36 0,3-1-15 0,-1-1-59 15,2-1-57-15,2 1-50 0,3 0-224 16,1 0-332-16,3-1 41 0,0 4 82 0,3-8 77 16,1 2 56-16</inkml:trace>
  <inkml:trace contextRef="#ctx0" brushRef="#br0" timeOffset="-79203.93">14804 2675 944 0,'3'8'353'0,"1"1"-43"15,-4 2-8-15,3 0-31 0,0 2-25 0,-3 1-33 16,3 3-11-16,-2-4-23 0,2 4-23 0,-3-1-5 16,3 1-23-16,-3 0-23 0,4-2 3 15,-4 1-37-15,0-2-27 0,0-1-57 0,0-1-69 16,0 1-100-16,1-1-609 0,2 0 31 0,-3-4 107 15,0 0 57-15,3-3 61 0</inkml:trace>
  <inkml:trace contextRef="#ctx0" brushRef="#br0" timeOffset="-79003.35">14992 2711 1180 0,'3'-3'353'0,"4"-1"-33"16,-1 1-21-16,5 0-40 0,-1 0-11 0,3-1-43 0,2 1-62 15,-2 1-38-15,5-1-56 0,2 1-88 0,-3-1-78 16,0 1-216-16,0-1-394 0,4-1 95 16,-5-2 40-16,2 1 50 0</inkml:trace>
  <inkml:trace contextRef="#ctx0" brushRef="#br0" timeOffset="-78551.03">15337 2445 803 0,'0'-7'277'0,"0"7"-26"0,0 0-39 15,0 0 3-15,0 0-15 0,-3 20-26 0,3-8-5 16,0-3-29-16,0 4-4 0,3-1-18 16,-3 1-26-16,3 3-2 0,0-3 12 0,1 1-25 15,-1 1 0-15,2-2-6 0,1 0-17 0,1-1-3 16,-1-2 0-16,1 0-5 0,4-4-10 15,-5 1 5-15,4-1-18 0,1 0 11 0,-1-4-14 16,0-1-2-16,1-1 2 0,-11 0-4 0,17-5-9 16,-7 1 1-16,0-2 10 0,-3-2 0 0,0-3-18 15,3 0 0-15,-3-1 13 0,-4 2 2 16,1-1-17-16,-1-1 4 0,0 4 6 0,1-2-1 16,0 3-14-16,-1 2 2 0,-2 2 2 0,-1 3 1 15,0 0-1-15,0 0 8 0,6 12 0 16,-3-4 8-16,0 5-18 0,1 2 15 0,-1 1-2 15,-3 2 0-15,3 0 9 0,-2 2-4 16,3-1 79-16,-4 0 1 0,0 4-76 0,0-3-1 16,0 2-3-16,0 0 2 0,-5-4 26 0,2 2-8 15,0 0 6-15,-4-1-16 0,1-3 23 0,-1-1 2 16,-1-3-14-16,-2 4 7 0,1-6 5 0,-2 0 7 16,1 1-27-16,0-5 15 0,-4 1 10 15,4-3-12-15,-5 0-9 0,5 0 6 0,-3-3-21 16,-1-1-9-16,4 0-12 0,0-1-24 0,2 1 4 15,-1-4-94-15,2 0-70 0,0 0-86 16,0-1-205-16,3-1-343 0,4-1 97 0,0 0 46 16,1-4 66-16,5 0 75 0</inkml:trace>
  <inkml:trace contextRef="#ctx0" brushRef="#br0" timeOffset="-78219.77">15689 2679 816 0,'0'10'284'0,"4"3"49"16,-4 1-21-16,-4-1-28 0,4 2-81 0,0 4-9 15,-4-1-17-15,1 1-1 0,0 0-27 0,0 0-11 16,2 1-10-16,-2 5-8 0,0-2-20 0,0 0 3 16,2 0-14-16,-2 2-4 0,-1-6-14 0,1 5-4 15,2-6-3-15,1 0-5 0,-3-3-8 16,0 0-5-16,3-5 8 0,0 2-8 0,-3-1-18 15,3-3 18-15,0-2 23 0,0 2-31 0,-4-3-2 16,4 1 16-16,0-6-14 0,-3 6 3 16,3-6-10-16,0 0-8 0,-3 3 2 0,3-3-7 15,0 0-18-15,0 0 15 0,0 0-15 0,0 0-20 16,0 0-39-16,0 0-13 0,0-15-32 16,0 11-47-16,0 4-24 0,0-7-65 0,0 5-328 15,0-3-205-15,0 5 56 0,3-7 77 0,-3 7 51 16</inkml:trace>
  <inkml:trace contextRef="#ctx0" brushRef="#br0" timeOffset="-77771.31">15484 2114 906 0,'0'0'325'0,"0"0"-26"0,-3-6-15 16,3 6-10-16,0 0-46 0,0 0-21 0,-4 15-15 15,0-8-18-15,4 1-15 0,-3 0-13 0,0 2-18 16,-1-2-8-16,1 1-2 0,0 1-23 15,-1-2-11-15,1-1 3 0,0 1-2 0,-1-3-11 16,3 1-2-16,-2 0-11 0,0 0-2 0,0-2 15 16,3-4-25-16,-1 6 20 0,1-6-5 15,-3 5 10-15,3-5 8 0,0 0-26 0,0 0-4 16,0 0-1-16,-7-16-3 0,7 9 4 0,0 0-24 16,1 1-8-16,-1-1 6 0,0 0 2 0,3 1-2 15,0-1-3-15,0 3-6 0,-3 4 1 0,10-4 3 16,-10 4-3-16,15 5-8 0,-5 2-2 15,0 2 2-15,4 0 5 0,3 7-7 0,-4 1-31 16,5 5-21-16,-1 1-43 0,3 0-92 16,-3 1-154-16,7 11-560 0,-3-3 56 0,-8-7 92 15,1-6 72-15,-4 0 64 0,-6-2 64 0</inkml:trace>
  <inkml:trace contextRef="#ctx0" brushRef="#br0" timeOffset="-76870.51">14407 3763 934 0,'-3'-4'358'0,"0"-2"-17"15,-1 3-42-15,3-2-22 0,1 5-34 0,-3-7-28 16,3 7-11-16,0 0-35 0,0 0 3 15,0 0-26-15,-7 13-21 0,4-4-2 0,3-1-21 16,0 3-7-16,0 2-8 0,-3-1-10 0,6 2 2 16,-3-1-10-16,3 2-15 0,-3 2 5 0,4-2-8 15,2-1 0-15,-1 3-15 0,1-5 3 16,-2 1-16-16,5-1 10 0,-2-2-12 0,1 0 2 16,2-5-13-16,0 0-15 0,0-2 7 0,0 2-2 15,0-5-7-15,1-5 7 0,2 4 5 16,-3-2 2-16,1-4-7 0,-1-1 5 15,0-2-2-15,-2 1 2 0,2-4 3 0,-4 2-11 16,1 0 3-16,1 1 3 0,-2 2 2 0,-2 4-10 16,2-5 0-16,-3 4-8 0,1 2 8 0,3 2 10 15,-7 1-8-15,0 0-4 0,10 9 17 0,-3-3 0 16,-4 5-2-16,5 1 7 0,-2 4-7 16,-2 0 0-16,2 1 17 0,-2 1-7 0,-1 2 3 15,0-2-1-15,-3 1 0 0,0-1 4 0,-3-1-76 16,0 4 19-16,-1-5 5 0,-5 1 20 15,5 0 11-15,-10 0-19 0,4-1 9 0,-4 1 14 16,1-6 1-16,3 0 0 0,-4 0-13 0,3-2 2 16,-3 0 3-16,4-2-5 0,0-3 5 15,-1 3-33-15,1-4-13 0,1 1-39 0,2-3-61 16,-1-1-59-16,8 0-79 0,-10-1-207 0,7 0-259 16,3 1 23-16,0-9 67 0,0 1 58 0,3 0 70 15</inkml:trace>
  <inkml:trace contextRef="#ctx0" brushRef="#br0" timeOffset="-76587.04">14786 4034 665 0,'10'4'210'0,"5"1"-16"16,-5 5-19-16,4 0 1 0,-1 5-12 0,-3-2-3 15,4 2-7-15,-7 4-3 0,-1-3-10 0,2-3-11 16,-5 4 83-16,-3-2-19 0,0-1-2 0,-3-1-15 15,3 3-11-15,-5 0-12 0,-1-2-34 16,3-6 5-16,-1 3 6 0,1-1-16 0,-3 2-20 16,5-3-6-16,-2-2 4 0,-1-2-22 15,4 2 9-15,-3-1-11 0,3-4 2 0,0-2-7 16,0 9 5-16,0-9-22 0,7 1-22 0,-7-1-7 16,14 0-38-16,-1-1-29 0,-2-2-89 0,2-1-82 15,4 0-582-15,0-4-14 0,4-1 63 0,-1-5 72 16,-3 2 75-16,4-11 71 0</inkml:trace>
  <inkml:trace contextRef="#ctx0" brushRef="#br0" timeOffset="-76420.58">15334 3956 880 0,'0'0'323'16,"0"0"-19"-16,0 0-25 0,9-2-31 0,-9 2-27 15,15-1-14-15,-8 1-46 0,6 0-41 16,-3 0-68-16,7 0-68 0,-3 0-94 0,3 0-110 16,1 0-461-16,1 0 34 0,2-3 48 0</inkml:trace>
  <inkml:trace contextRef="#ctx0" brushRef="#br0" timeOffset="-75971.28">15740 3786 675 0,'0'6'256'0,"0"-6"-13"16,3 11-7-16,-3-3-31 0,1-2-26 15,2 3-13-15,0 0-17 0,1-1-14 0,0 0-4 16,-1 0 10-16,1 0-31 0,2 0-13 0,1-4-15 16,0 2 0-16,0 0-3 0,0-4-12 15,2 0-8-15,-1-1-16 0,2-1 3 0,-10 0-13 16,21-3 6-16,-11 1-8 0,-1-4-1 0,-2 0 1 15,1 2-5-15,-1-5 2 0,2 2-8 0,-2-6 1 16,-3 5-6-16,3-2 6 0,-4 0 2 16,1 2-8-16,2 1-12 0,-3 0-9 0,1 3-6 15,0 1-14-15,-4 3 23 0,0 0-7 16,0 0 8-16,10 7 4 0,-7 1 3 0,0 4-10 16,-2 0 15-16,2 2 6 0,-3 4-1 0,3 1 1 15,-3 2 4-15,0 4-5 0,-3-4 3 16,3 8 13-16,-3-4-8 0,-1 1 15 0,1 1 3 15,-1-2 62-15,-6-2 2 0,0 4 15 0,3-2-30 16,-3-3 7-16,-4-4 5 0,4 0-30 0,-4 0 0 16,1-1-3-16,3-4 7 0,-5-1 9 15,5-2-13-15,-4 1-3 0,1-3 0 0,-1-2-5 16,1-1-28-16,0 0-3 0,1-3-20 0,2 0-47 16,-3-1-53-16,6-1-30 0,7 0-132 15,-17-3-324-15,9 2-287 0,2-3 69 0,0 0 82 16,5-2 61-16,-2-1 57 0</inkml:trace>
  <inkml:trace contextRef="#ctx0" brushRef="#br0" timeOffset="-75654.35">16150 4111 844 0,'14'6'236'0,"-4"-2"-26"0,-3 4-21 0,1 0-7 16,-2 0-3-16,-3 0-18 0,1 1-10 0,-4 0 10 16,3 1-20-16,-3 1 46 0,-3 0 5 0,-1-1-23 15,1 2-3-15,-3-2-25 0,2 1 3 16,-4 2-24-16,2-4 0 0,-1 1-5 0,1-2-15 16,2 1-10-16,-3-1 2 0,3-2-18 0,1 1 5 15,0-3-15-15,0 1-10 0,3-1 3 16,0-4-1-16,0 7-15 0,0-7-10 0,6 5 12 15,-6-5-15-15,18 0-7 0,-8-3-24 0,3 1-20 16,1 0-26-16,2-4-25 0,-1-1-64 0,1 2-59 16,-1-2-213-16,5-7-414 0,-6 3 41 15,3-6 94-15,-4-4 57 0,-3 3 69 0</inkml:trace>
  <inkml:trace contextRef="#ctx0" brushRef="#br0" timeOffset="-75304.42">16143 3486 801 0,'-6'7'261'0,"2"4"-18"0,-2 2-33 0,-2 1-31 16,-1 0-7-16,2 2-11 0,3-1-15 0,-6 1-13 15,3-2-26-15,0 1-2 0,1-2-5 0,-1-1-8 16,-1-2-18-16,5-2 11 0,-3 3 7 15,2-5 10-15,1 1-9 0,0-3 1 0,3-4-19 16,-8 1-4-16,8-1-9 0,0 0-3 16,-3-9 68-16,0 1-19 0,3-4-8 0,3 0-5 0,-3-2-6 15,3-3-10-15,1 2-2 0,0-3-8 16,2 5 18-16,-2-3-15 0,2 3-5 0,1 1 2 16,0 3-16-16,0 1-12 0,0 2 3 0,3 4-8 15,0 2-3-15,0 0-2 0,0 2-13 16,1 4 15-16,2 2-28 0,-2 2-13 0,3 1-15 15,-1 3-48-15,-2 3-37 0,5-1-74 16,-5 4-191-16,-4 1-474 0,3-4 45 0,-7 0 91 16,-3-1 61-16,-3 0 61 0</inkml:trace>
  <inkml:trace contextRef="#ctx0" brushRef="#br0" timeOffset="-74502.3">14281 5300 719 0,'0'-7'276'0,"0"7"-22"16,3-7-37-16,-3 7-17 0,0-2-29 0,0 2 3 15,0 0-15-15,0 0-28 0,0 0 2 0,3 17-8 16,-2-9-7-16,2 1-21 0,-3 5-10 15,3-3 3-15,0 3-8 0,-3-3-18 0,4 3-5 16,-1-4-3-16,1 2-2 0,0 1-8 0,2-4 7 16,-2 1-12-16,5-1 3 0,-5-1-11 15,7-1 8-15,-1 0-8 0,0-4 11 0,1-2-13 16,2 0-11-16,1-2 1 0,-1-2 2 0,-3 1-11 16,4-5 9-16,-1-2-11 0,-2-3 13 15,-1 2 0-15,-3-5-7 0,4 2-1 0,-4-3-2 16,-1 2-16-16,-2-2 39 0,2 5 64 0,-3 2-5 15,2-4-13-15,-2 3-3 0,0 6-18 0,-2-2-4 16,-1 6 4-16,6-1-15 0,-6 1 3 16,0 0-6-16,6 18-7 0,-5-4-8 0,2 0 3 15,-3 3-3-15,0 4 11 0,3-2-22 16,-3 3 14-16,0-2 13 0,0 2-11 0,0 4-2 16,-3-1 28-16,-1-1-52 0,-2 1 9 0,0 0 22 15,-1 3 0-15,-1-3 8 0,-2-3-5 16,-3 3-5-16,2-6-10 0,-5-1-13 0,1 1-8 15,2-4 36-15,-5 0-3 0,5-1 0 0,-7-3-4 16,6-1-6-16,0-2-13 0,-2-1-10 0,1-1-7 16,2-4 4-16,-1-2-58 0,1 0-41 15,3-1-57-15,-1-2-48 0,4-3-39 0,0 0-32 16,1-3-170-16,1 1-392 0,5-2 39 0,1 1 118 16,3-2 48-16,2-1 62 0</inkml:trace>
  <inkml:trace contextRef="#ctx0" brushRef="#br0" timeOffset="-74104.37">14687 5545 673 0,'14'0'238'0,"0"1"-31"0,-1-1-5 0,-2 4-25 16,2-1-6-16,-3 1-20 0,4 0 13 16,-7 2 3-16,3 2-9 0,-2-4 6 0,-2 5-8 15,-2 0-20-15,-1 1-16 0,0-1-7 0,-6 0-13 16,0 1-11-16,-1 1 9 0,-2 0-9 0,1-1 44 15,-1-2 3-15,-1 1-21 0,0-2 5 16,1-1-40-16,1 1 7 0,-1-1-8 0,3 0-17 16,-1-2-6-16,4 1-10 0,0-5-3 0,-3 7 4 15,3-7-9-15,3 6 0 0,1-2-22 16,-1 0 12-16,4 1 5 0,3-2-17 0,-3 3-1 16,3 1-10-16,1-3 13 0,-4 3-10 0,2 0 12 15,2 0-12-15,-4 1 15 0,3 1 0 16,-3-2 2-16,-4 0 4 0,5-2 4 0,-2 2 18 15,-6 0-20-15,3 1 23 0,-3 1 4 0,0-5-17 16,-3 4-5-16,-3-1 8 0,-2 0 2 16,1 0-8-16,-3-3 13 0,-4 3-15 0,1-1-8 15,0-4-5-15,-1 3-7 0,0-3-29 0,0 0-23 16,4-2-38-16,-4 0-82 0,4-2-131 0,0 0-519 16,-1-4-57-16,4-1 77 0,1-4 82 15,2 1 64-15,-2-5 59 0</inkml:trace>
  <inkml:trace contextRef="#ctx0" brushRef="#br0" timeOffset="-73920.64">15091 5525 941 0,'7'-5'343'0,"6"2"-35"15,-3-3-29-15,1 4-26 0,3-4-30 16,-1 4-24-16,1-2-30 0,0 2-38 0,3 0-52 15,-1 1-71-15,-1-3-72 0,-2 2-128 0,4 1-522 16,-6 0 76-16,6-5 39 0,-7 3 77 0</inkml:trace>
  <inkml:trace contextRef="#ctx0" brushRef="#br0" timeOffset="-73454.78">15508 5279 1003 0,'-4'7'322'16,"4"-1"-12"-16,0 2-36 0,0-1-21 0,0 2-25 16,4 0-15-16,-4 1-19 0,4 0-22 0,-1-1-21 15,4 0-18-15,-1 0-13 0,1-2-12 0,1 0-1 16,4 0-12-16,-2 0 10 0,5-4-16 16,-2 3-12-16,1-4-5 0,-1-2-18 0,2 0-1 15,-2 0-19-15,-3 0-1 0,4-2 0 0,-4-4-7 16,4 0 5-16,-4 1-19 0,-3-3 9 15,4-1-8-15,-5-5-13 0,1 3 5 0,-1-1 0 16,-2 2 5-16,3-1 3 0,-6 3-3 16,2-1-5-16,0 1 5 0,0 1 1 0,-2 1-11 15,2 3-3-15,-3 3-2 0,0 0 15 0,0 0-5 16,0 0-7-16,6 10-3 0,-3 1 18 0,-2 1-6 16,2 4 9-16,1 1-4 0,-1 1-4 0,1 0 10 15,-1 4 10-15,1-1-20 0,-1 1 15 16,0 2 8-16,0-5-16 0,-3 4 23 0,3-4-25 15,-3 0 2-15,-3 0 42 0,3-1-57 16,-3-2 48-16,-3 0 1 0,2-3 5 0,-3 1 5 16,-3 0-31-16,0-3 28 0,0 0-5 0,-5 1-5 15,2-3 0-15,-4-5-17 0,3 3-11 0,0-1-54 16,1-2-3-16,-1 0-4 0,1-1 2 16,3-2-3-16,-1 4-12 0,1-5-31 0,3 0-33 15,-4 0-72-15,2-5-105 0,2 4-305 0,3-1-217 16,-2-1 77-16,1-2 38 0,2 0 105 0,3 5 33 15</inkml:trace>
  <inkml:trace contextRef="#ctx0" brushRef="#br0" timeOffset="-72771.29">15965 5585 977 0,'5'-3'287'0,"1"-1"-36"0,-2 1-13 16,2 0-36-16,1 1-25 0,1 0-8 0,1 1-21 15,-9 1-10-15,17 0-7 0,-17 0-13 0,17 1-8 16,-10 3-34-16,0-1-6 0,0 0 4 0,-3 4-10 16,2 0-3-16,-2 1 8 0,-4-4-10 15,3 5 5-15,-3-1-15 0,-3 0 5 0,-1 4-8 16,-2-3 2-16,2 1-9 0,-3 0-3 0,3-2-3 15,-2 0-5-15,-1 1-13 0,4-1 16 16,0-1-10-16,-1-1 60 0,0-2 1 0,1 1-23 16,3-1-13-16,-3 2 6 0,3 0-14 0,0-6-2 15,6 9 2-15,-2-6-5 0,0 3 1 16,2 1-1-16,-2-2-7 0,2 2 4 0,1 1-2 16,1 1-2-16,1-1 0 0,-2 0 22 0,-1 1 3 15,-1-1-15-15,1-1-8 0,-5 0 24 0,2 1 17 16,0 1-5-16,-3-2 2 0,0 0-9 15,-7 2 4-15,1-3-23 0,-5 4-12 0,-2-4 0 16,-5 3-3-16,2-2-54 0,-5-1-20 0,0-3-57 16,1 2-68-16,-1-4-439 0,-3-2-286 15,-3-4 85-15,4 1 86 0,1-8 83 0,-5-1 55 16</inkml:trace>
  <inkml:trace contextRef="#ctx0" brushRef="#br0" timeOffset="-72404.57">15792 4972 1200 0,'3'12'343'0,"-3"-12"-18"0,0 9-33 16,-3-1-36-16,3 1-31 0,-3 1-7 0,2-1-29 15,-2 3-20-15,-1-3-15 0,1 1-3 0,-1-2-29 16,4 0 6-16,-3 0-12 0,0-4-1 15,-1 3-5-15,4-2-33 0,0-5 28 0,-6 3 2 16,6-3-15-16,0 0-2 0,0 0-8 0,0 0-21 16,-11-17-4-16,11 10-1 0,3-4-2 0,-3 2-13 15,0-8-6-15,5 0 22 0,-2 1-32 0,3-1 9 16,1 0-9-16,-1 1 6 0,2 2-3 16,-4 3-5-16,2-1 5 0,4 6-15 0,-3-1-5 15,3 5 7-15,0 2 0 0,0 2 1 16,4 0-11-16,-3 8 3 0,6 3 7 0,0-2-5 15,3 4-2-15,-2 4-6 0,-1 3 11 0,0 2-64 16,0 1-41-16,-3 3-105 0,-1 3-377 16,5 7-337-16,-5-6 105 0,-6-2 87 0,0-10 56 15,-7-2 69-15,-4 1 79 0</inkml:trace>
  <inkml:trace contextRef="#ctx0" brushRef="#br0" timeOffset="-71284.56">14608 7176 496 0,'0'0'161'0,"0"6"-2"0,0-6-8 16,0 0-2-16,0 0 9 0,0 0 6 0,0 0 15 15,1 4 44-15,-1-4-16 0,0 0-15 0,0 0-10 16,0 0-11-16,0 0-9 0,0 0-24 15,20-8 23-15,-16 5-12 0,2-1-9 0,-3 0-4 16,5-2-21-16,-5-1 6 0,1 2-6 0,2-4-23 16,-2 1-8-16,-1 0 9 0,4-1 1 15,-3-2-27-15,-1 6 2 0,-3-3-15 0,3 1-3 16,-2 1-8-16,2-1-2 0,0 2 0 0,-3-1-2 16,3 0-9-16,-3 2 6 0,1-2-5 15,-1 6 0-15,3-8-11 0,-3 6 1 0,0 2-9 16,3-9 11-16,-3 5-2 0,0 4 2 0,4-5 26 15,-4 5-14-15,0-6-6 0,0 6-1 0,4-6-3 16,-4 6-7-16,0 0 3 0,0 0-6 0,0 0 8 16,0 0-7-16,0 0-6 0,0 0 5 15,3 15-2-15,-3-6-3 0,0 4-2 0,3-1-3 16,1 2 5-16,-1 3-2 0,0-1-3 16,0 1 3-16,5 2-8 0,-1 2 10 0,-1-2-5 15,4 1 3-15,1 0 5 0,-1-3-6 0,0 0-4 16,4-1 7-16,-4-4-10 0,4 0 8 15,0-2-3-15,3-3-3 0,-3-3-7 0,3 2 8 16,-1-6 2-16,-1 0-5 0,1 0 0 0,-1-6-3 16,-2 2-9-16,4-3 12 0,-4-3-3 0,-3-4 8 15,-2-1-2-15,-1 0-1 0,-1-3-2 0,1-3 0 16,-4 0-7-16,0 2 1 0,-3 2 12 16,0-1-6-16,1 3 0 0,-1 1-3 0,0 3 0 15,0 3 3-15,-1 0 0 0,1 3-2 16,0 5-1-16,0 0-2 0,0 0 5 0,-10 14-5 15,7-3 3-15,0 4 2 0,0 6-3 0,-1 0 11 16,1 4-16-16,-1 1 11 0,1 3-19 0,2-1 16 16,-2 3 5-16,0 2 0 0,0-4-15 15,2 0 13-15,-5 5-6 0,2-9 6 0,1 0-6 16,-4 0 6-16,0-2 2 0,0-5 26 0,-3-1 12 16,0-2-5-16,0-5-20 0,0 0-5 0,-4-3 8 15,4 0-1-15,-5-5-2 0,2 0 8 16,-1-1-21-16,1-2 10 0,0 1-12 0,1-3-6 15,-1-1-2-15,2 0-23 0,1-2-46 16,4 3-31-16,-4-4-3 0,5-1-109 0,-1 1-124 16,3 3-383-16,3-3-121 0,0-2 57 0,3-3 84 15,0 2 72-15,5-1 48 0</inkml:trace>
  <inkml:trace contextRef="#ctx0" brushRef="#br0" timeOffset="-70904.33">15146 7319 870 0,'3'6'315'0,"3"-2"-26"0,-2 3-33 0,-1 1-21 15,1 1-22-15,3-1-24 0,-3-1-12 16,2 3-21-16,-2-3-20 0,2 0-16 0,1 1-5 16,-3-1-7-16,2-3-16 0,-2 2-15 0,2-2 12 15,1 0-33-15,-2-3 8 0,4 1-2 0,-9-2-1 16,14-2-12-16,-3 1-6 0,-2-6 9 15,1 0-14-15,-2 3-5 0,2-9-2 0,-4 4 2 16,1-2-10-16,1-5-5 0,-2 1-2 16,-2 0 14-16,2 4 16 0,-3 1 16 0,-2-1-13 15,2 1-9-15,0 6-1 0,1-2 7 0,-4 6 15 16,0 0-2-16,0 0-2 0,0 0-9 16,0 0 6-16,-4 28 2 0,1-14-2 0,3 4 10 15,-3 0-23-15,3 4-3 0,-1 1 11 0,1 2-16 16,0 1-5-16,-3-1 8 0,3 0-8 0,0-4-7 15,0 1 7-15,0 0-25 0,0-4-42 0,0 0-32 16,3-1-45-16,-3-3-73 0,0-3-121 16,1-3-563-16,5-1 52 0,-6-4 84 0,0-3 48 15,0 0 82-15,0 0 75 0</inkml:trace>
  <inkml:trace contextRef="#ctx0" brushRef="#br0" timeOffset="-70704.72">15565 7242 982 0,'8'-2'374'0,"-8"2"-31"0,13-4-33 0,-6 1-36 16,1 3-23-16,2-4-26 0,3 3-28 0,1-2-51 15,2 3-51-15,-1-4-88 0,-2 2-48 0,4 1-97 16,-3 0-394-16,0-1-157 0,2-4 39 15,-1 0 41-15</inkml:trace>
  <inkml:trace contextRef="#ctx0" brushRef="#br0" timeOffset="-70254.29">15866 6976 844 0,'-3'8'315'0,"0"-2"-113"16,0 4-2-16,-1-1-16 0,4 0-12 0,-3 5-16 15,3-3-20-15,0 5-6 0,0-6-10 0,0 5-12 16,0-5-1-16,3 3-25 0,1-3-10 16,-1 1-3-16,4-4-13 0,-1 1 3 0,2-1-2 15,-2 0-11-15,4-3 7 0,1 1-9 16,-1-4-11-16,0-1-5 0,1-2 3 0,2-3-5 16,-3-2 4-16,4 0-12 0,-1-3 10 0,-2-1-5 15,-1-3-10-15,0 3 8 0,1-5 2 0,-4 1 2 16,0 3 32-16,-1-1-34 0,1 5-3 0,-3 0-4 15,0 1 4-15,2 3-5 0,-3 3-2 16,-3 1 8-16,0 0 15 0,10 12-11 0,-7 0-2 16,2 1 8-16,1 8-11 0,-2-2-9 15,-1 6 78-15,0 0-9 0,1 1-4 0,-1 1-1 16,0 2 1-16,-3-4-7 0,4 1 1 0,-8-1-12 16,4 0 17-16,-3-1-9 0,-3-3-2 0,-1 0 28 15,0-2-25-15,-4-2-1 0,4-3 4 16,-6 2-17-16,-4-5 1 0,7-1-16 0,-7-3 9 15,3 3-1-15,0-3 0 0,-3-2 0 0,3 2-21 16,1-5-4-16,-1 2-6 0,4 0 8 16,-3-1-13-16,2 1-15 0,1-3-59 0,3-1-53 15,0 0-70-15,7 0-62 0,-17 0-239 0,14-1-403 16,3-3 110-16,0 4 77 0,0-10 54 0,0 10 69 16,6-10 49-16</inkml:trace>
  <inkml:trace contextRef="#ctx0" brushRef="#br0" timeOffset="-69838.96">16253 7286 901 0,'0'6'345'0,"0"2"-28"16,0-4-14-16,0 7-19 0,0-1-26 0,3 0-30 15,-3 1-23-15,1 1-16 0,2-1-25 0,-3 3-10 16,3-1-11-16,1-1-5 0,-1-1-7 15,4 2-26-15,-3-3-16 0,2 1-4 0,1-3-3 16,-1-1-8-16,2 0-10 0,-1-3-10 0,-1 0-1 16,4-2-7-16,1-1 13 0,-11-1-28 15,14-3 2-15,-5-2 1 0,2 1-1 0,-4-5-18 16,3-3 1-16,1 0-6 0,-5-4 13 0,1 1 2 16,0-1-71-16,0 4 16 0,-3-3 7 0,2 2 2 15,-2 3 11-15,-1 2 2 0,3 0-5 16,-6 4-2-16,4-3 18 0,-4 5-1 0,0 2-2 15,0 0-2-15,0 0 12 0,0 0-13 0,0 18 11 16,0-9-8-16,0 3-5 0,-3 1 18 0,2 3 2 16,1 1 0-16,-3 0 1 0,0 2 12 15,0-1-13-15,3 3-7 0,-4-4 2 0,4 2 0 16,-3-2-2-16,3 1-28 0,-3-3-24 16,3 0-38-16,0-5-64 0,-1 4-84 0,-2-3-128 15,-1-4-503-15,4 0 109 0,-3-4 63 0,3-3 52 16,0 0 84-16</inkml:trace>
  <inkml:trace contextRef="#ctx0" brushRef="#br0" timeOffset="-69438.46">15993 6416 1105 0,'-17'10'307'16,"11"-2"-22"-16,1 0-35 0,-1 1-29 15,-1 1-27-15,1 4-10 0,2-1-17 0,1 2-19 16,-5-1-12-16,5-3-18 0,0-1-8 0,-1 2-16 16,1-3 4-16,0-1-14 0,0 0 8 0,2-1 6 15,-2-3-19-15,3 2-2 0,0-6-6 0,-4 2-2 16,4-2-2-16,0 0-16 0,0 0-10 15,0 0 3-15,4-16 17 0,0 9-20 0,-1-3-5 16,3 0 5-16,-2 0 2 0,3-3-12 16,0 2-5-16,0 1 4 0,-1-1 6 0,1 3-18 15,0 4-5-15,3-4 5 0,-3 3 0 0,3 2 13 16,1 3-14-16,2 1-9 0,1 5 10 16,-1-3 0-16,1 5-10 0,0 2-6 0,2 3 14 15,-1-1-6-15,-2 2-5 0,1 1-28 0,-4 1-10 16,0 0-57-16,-2 0-89 0,-2-1-44 0,-2 4-312 15,-4-3-310-15,-1-3 93 0,-5 2 92 16,-5-5 73-16,-2 4 45 0</inkml:trace>
  <inkml:trace contextRef="#ctx0" brushRef="#br0" timeOffset="-68505.12">13686 6367 532 0,'0'0'217'0,"0"0"-32"0,0 0-9 0,0 0 1 16,0 0 10-16,0 0 0 0,-1 15-67 15,1-9-2-15,-3 6 17 0,6 4-19 0,-6 2 81 16,3 1-8-16,0 7-12 0,3 4-3 0,-3 4-10 15,5 5-13-15,-2 13-5 0,0 0-1 0,1 2-4 16,-1-2-20-16,3 4 1 0,-2-1-9 0,7 7-5 16,-5-3 4-16,-2 1-12 0,2-1-21 15,-3 2-2-15,-2 2 15 0,-1-2-7 0,0 3-31 16,0-3 20-16,0 3 18 0,3-3-20 0,-6 4-8 16,3-5-75-16,0 3-4 0,0-4 7 15,3-1 6-15,-3 2-14 0,3-3 6 0,-3-6 10 16,4 4-2-16,-4-11 4 0,4-8 13 15,-4 3-12-15,3-3-6 0,0-1 1 0,-2 0 4 16,2-8 4-16,-3-2 9 0,3-5-23 0,0 1-10 16,-3-2 6-16,1-6-9 0,-1-1-17 0,3 1-19 15,-3-7-104-15,0 0-67 0,-3 0-307 0,3-6-340 16,0 0 110-16,0 0 43 0,-11-24 102 16,8 6 47-16</inkml:trace>
  <inkml:trace contextRef="#ctx0" brushRef="#br0" timeOffset="-67305.26">15392 1946 747 0,'0'0'241'0,"0"0"-24"16,16-7-12-16,-16 7-16 0,8-1-27 0,-8 1 4 16,7-5-25-16,-7 5-8 0,9-3 0 15,-2 1-26-15,4 1 9 0,-1 0-11 0,3 0-85 16,2-3 6-16,5 4-8 0,0-2 2 0,4-1 6 16,4 0 2-16,2 1-5 0,1-1 2 15,7-2 4-15,2 2-14 0,5-2-2 0,13-2 10 16,1 2 2-16,2-1-14 0,1-1 9 15,-1 0-12-15,4-3 20 0,0 3-5 0,6-3 0 16,2 0 13-16,12-5-5 0,7 2-1 0,0 1 16 16,1-3-7-16,-1 2 2 0,0-3 0 0,0 5 61 15,-2-1-7-15,5-1-1 0,-2 3-1 16,5 0-9-16,-1 1-15 0,-5 2-12 0,-20 0 6 16,-1 2-24-16,-3 0 10 0,-9 3 2 0,-8-3-8 15,-13 4-7-15,-5 0-3 0,-5-1-2 16,-4 1-10-16,-3-1-21 0,-5 1-26 0,-1 1-41 15,-2 0 1-15,-6 0-16 0,3 1-64 0,-6 4-113 16,-4-3-529-16,-3 4 25 0,-8-1 98 0,1 2 61 16,-8 0 51-16</inkml:trace>
  <inkml:trace contextRef="#ctx0" brushRef="#br0" timeOffset="-66904.93">16312 2517 954 0,'3'-4'313'0,"-3"4"-34"16,3-9-34-16,0 5-19 0,1-2-29 0,3 0-21 15,3 1-17-15,0-2-11 0,3 1-27 16,-1-1-6-16,1 0-13 0,4 1-10 0,-3 1-7 15,3-1 2-15,-1 2-15 0,-4 0-34 16,4 1-43-16,-2-2-51 0,-1 3-60 0,-3 2-58 0,1-1-161 16,-4 2-395-16,0-1 75 0,-1 0 72 15,-6 0 53-15</inkml:trace>
  <inkml:trace contextRef="#ctx0" brushRef="#br0" timeOffset="-66738.89">16451 2620 650 0,'0'0'276'0,"0"5"-20"16,0-5-13-16,0 0-28 0,0 0-23 0,7 6-15 15,0-4-8-15,-7-2-21 0,17 0-12 16,-6 0-3-16,5-2-61 0,-1 0-65 0,5 1-65 16,4-1-224-16,0-3-396 0,3 3 58 0,1-4 65 15</inkml:trace>
  <inkml:trace contextRef="#ctx0" brushRef="#br0" timeOffset="-66288.74">17411 2278 1164 0,'0'0'366'0,"4"-2"-23"16,-4 2-28-16,7-3-44 0,-7 3-22 15,7-3-14-15,-4 0-33 0,4-1-17 0,4 2-24 16,-1-3-13-16,0 1-9 0,1-2-11 0,2 1-11 16,4-1-19-16,-6-1-11 0,2-1-8 15,1-1-15-15,-1-1 8 0,-2 0-11 0,2-1 1 16,-3 0-9-16,-2-2-4 0,2 1-6 16,-4-1 9-16,-2-1-19 0,-1 2 0 0,0 1 26 15,-3 0-26-15,4-1 13 0,-4 4-23 0,-4 0 11 16,4 1-1-16,-3 1-10 0,0 2 0 0,-4 2 5 15,7 2-10-15,-17 2-8 0,7 4 6 0,-4 2-6 16,0 3 3-16,-2 2-6 0,1 3 9 0,-1 0-6 16,2 3-10-16,3 0 8 0,-3 2-11 15,5 1 6-15,2 2 2 0,0-2 8 0,4 1-11 16,3-3 6-16,0 2-8 0,0-1 13 0,3-3-16 16,1 1 6-16,5 1-3 0,-2-2 7 15,7-1 1-15,0-3 10 0,3 0-18 0,3-4 0 16,1 0 8-16,3-2-16 0,0-1-20 0,-4-4-41 15,4 1-29-15,0-4-53 0,-3 0-79 16,2-5-121-16,1 0-519 0,0-2 64 0,-3-1 53 16,-4-5 100-16,1-1 67 0,-2-1 54 0</inkml:trace>
  <inkml:trace contextRef="#ctx0" brushRef="#br0" timeOffset="-66121.63">17976 2175 739 0,'0'0'264'0,"0"0"2"0,0 21-25 15,0-9-16-15,0 3-13 0,0 4-17 0,0 5-11 16,4 2-22-16,-4 2-14 0,6 5-10 0,-2 0-15 16,-1 2-5-16,4-2-21 0,0 2-5 0,0 1-46 15,2-3-46-15,-2 3-71 0,4 8-70 16,-7-5-241-16,5-5-355 0,-2-1 69 0,-3-6 64 16,0-2 59-16</inkml:trace>
  <inkml:trace contextRef="#ctx0" brushRef="#br0" timeOffset="-65638.78">17111 3900 819 0,'0'0'284'0,"0"0"-23"0,0 0-31 16,0 0-25-16,0 0-8 0,23-5-25 16,-12 2-14-16,-1 2-25 0,5-4-35 0,-2 3-34 15,3-3-77-15,-1 2-72 0,-2 2-148 0,1-3-432 16,-1 3 30-16,-2-2 54 0</inkml:trace>
  <inkml:trace contextRef="#ctx0" brushRef="#br0" timeOffset="-65472.21">17166 4054 936 0,'0'0'282'0,"0"0"-31"0,0 0-18 16,14 5-21-16,-14-5-30 0,19-5-39 15,-7 4-79-15,4 1-61 0,-2-3-141 0,6 3-459 16,1-4-40-16,-3 0 89 0</inkml:trace>
  <inkml:trace contextRef="#ctx0" brushRef="#br0" timeOffset="-65071.62">17654 3963 982 0,'0'0'279'0,"0"0"-25"0,14-2-24 15,-14 2-22-15,11-5-29 0,-2 2-13 0,2-4-10 16,2 4-10-16,-2-2-13 0,6-4-7 0,-4 5-16 16,-2-8 13-16,2 5-13 0,-1-3 5 15,0 2-15-15,-2-4 2 0,-2-1-15 0,-1 1 33 16,0-1-40-16,-1-4 76 0,-6 5 21 0,3-2-16 16,-3 3-54-16,-3-2 11 0,3 2-5 15,0 2-11-15,-6 1-10 0,2 3-15 0,-3 2-3 16,-3 2-15-16,-1 1 5 0,-2 4-18 0,-4 1 5 15,3 4-10-15,-3 3-7 0,0 2 4 0,3 3-12 16,-3 1-9-16,7 3 12 0,-3-2-4 0,5-1 6 16,1 3-5-16,1-2-3 0,2-2-3 15,4 1 1-15,0 2-14 0,0-5-4 0,4 0 7 16,2-1-2-16,1-3 17 0,4 2-14 16,2-4-4-16,1 1-12 0,0-3-8 0,6 0-51 15,0-4-56-15,1-2-67 0,-3 3-64 0,2-8-166 16,1 4-471-16,-1-3 48 0,-3-2 88 15,0-2 94-15,-3-3 59 0,3 2 54 0</inkml:trace>
  <inkml:trace contextRef="#ctx0" brushRef="#br0" timeOffset="-64755.59">18044 3910 685 0,'0'0'282'0,"4"-7"-36"16,-4 7-24-16,6-3-19 0,-5-1-19 0,-1 4 21 15,13-1-54-15,-13 1 10 0,0 0 54 16,17 6 10-16,-10-1-25 0,3 2-36 0,-3 1 10 15,3 5 10-15,-6-1-41 0,3 2 16 0,-3 1-3 16,-1 2-53-16,0 0 50 0,-3-1-17 0,0 2-29 16,-3-1-9-16,-1-1 4 0,1 1-5 15,-4-1 1-15,3 0-19 0,-2 0-18 0,2-4 21 16,-2 1-20-16,2-4-11 0,1 0-2 0,-1-1 4 16,4 0-14-16,-3-4 12 0,2 3-20 15,1-1-75-15,0-6 16 0,8 4-13 0,-2 0 13 16,1-4 5-16,7-4-8 0,0 1 13 0,6 1-2 15,0-4 15-15,1-1-8 0,3 4-3 16,0-5 16-16,0 2-7 0,0-1 12 0,-3 3-10 16,-5 0-3-16,2 0-23 0,-2-1-17 0,-1 2-47 15,-5 0-94-15,-1 0-108 0,2 3-305 0,-7 0-235 16,-1-2 62-16,-3 2 66 0,0 0 74 16,0 0 74-16</inkml:trace>
  <inkml:trace contextRef="#ctx0" brushRef="#br0" timeOffset="-64254.63">16616 5611 778 0,'7'-1'312'0,"-1"-2"-28"16,1-1-41-16,4 1-18 0,-1 0-20 0,0 1-28 15,4 0-29-15,-1 1-43 0,4 0-66 0,-7-2-78 16,1 3-99-16,3 3-277 0,-4-2-230 16,0-1 59-16,0 3 64 0</inkml:trace>
  <inkml:trace contextRef="#ctx0" brushRef="#br0" timeOffset="-64086.26">16722 5757 1092 0,'0'0'338'0,"0"0"-33"16,0 0-26-16,3 6-31 0,-3-6-22 0,10 3-35 16,0-2-6-16,0-1-14 0,5 0-17 15,5 0-44-15,1 0-44 0,3 1-78 0,3-2-98 16,-4 2-341-16,8 1-278 0,0-5 50 0,-4-1 52 15,1 1 79-15</inkml:trace>
  <inkml:trace contextRef="#ctx0" brushRef="#br0" timeOffset="-63688.54">17768 5618 1141 0,'0'0'369'0,"6"-7"-31"0,1 5-47 16,0-3-19-16,-3 1-29 0,5-1-36 0,-2-2 3 15,4 3-31-15,-4-4-23 0,3 0-12 16,-1 1-14-16,-1-3-12 0,2 1-16 0,-3-5-2 16,-1 3-23-16,-1-3-5 0,-2-1 2 0,0 2-15 15,0-2 5-15,-3 2 0 0,0 1-5 16,-3 2-8-16,3-4 8 0,-3 6-13 0,0 2-3 15,-2 1-17-15,-1 1 7 0,-1 2-7 0,7 2-3 16,-18 6 5-16,6-1-15 0,2 7 7 0,-1-3-4 16,1 7 2-16,3-3 5 0,0 3-11 15,0 0-14-15,0 2 12 0,4 1 5 0,3-3 1 16,-3-1 7-16,6-1-8 0,0 4 1 0,0-2-1 16,4-1 5-16,1 0-2 0,2-4-5 15,3 3 5-15,4-3-8 0,1 0 6 0,2-1-37 16,1-4-33-16,0 1-71 0,1-2-93 0,-1-4-148 15,0 1-512-15,-4-2 57 0,0-2 89 0,0-2 61 16,-3-1 64-16,-1-3 54 0</inkml:trace>
  <inkml:trace contextRef="#ctx0" brushRef="#br0" timeOffset="-63321.95">18219 5511 1208 0,'0'-4'338'0,"0"4"-26"15,0 0-36-15,7-4-22 0,-7 4-29 0,0 0-25 16,13 7-6-16,-6 0-22 0,0-2-14 0,0 2-27 16,-1 2-13-16,-2 0 20 0,2 3-28 0,-1-3-18 15,-5 2-2-15,3 2 4 0,-3-2-4 16,0 2 2-16,0-1-10 0,-3-2-15 0,-2 2 7 16,2-2-84-16,0 0 4 0,-1-1 1 0,1 3 3 15,3-6-3-15,-3 1 7 0,0 0-12 16,3-1-5-16,0 2 12 0,0-1-12 0,0-3 4 15,3 5-4-15,0-1 13 0,0 0 2 0,1 2-3 16,-1 1-2-16,4-1 7 0,-3-1 1 16,-1 1 17-16,4 0-14 0,-4 3 6 0,1-5-14 15,-1 3-3-15,0-3 38 0,-3 4 5 0,0 0 6 16,0-1-36-16,-6 2 30 0,2-2-15 0,-3 3 5 16,-7-5 8-16,1 7-16 0,-4-5-14 0,0 3-32 15,-7-5-10-15,3 2-38 0,-6 1-49 16,-7 0-77-16,3-4-140 0,0 6-512 0,-3-3 94 15,3 1 44-15,-3-1 92 0,3-2 69 16</inkml:trace>
  <inkml:trace contextRef="#ctx0" brushRef="#br0" timeOffset="-62988.47">17272 7143 1062 0,'0'0'335'16,"3"7"-41"-16,-3-7-22 0,10 0-101 0,-10 0-9 16,18-4-11-16,-5 2-36 0,-2 0-3 15,2 1-9-15,0-4-32 0,2 4-37 0,-2 0-50 16,4-4-53-16,-4 5-77 0,-1 0-102 0,1-1-238 16,-3 2-147-16,1 2 32 0,-5-1 56 15</inkml:trace>
  <inkml:trace contextRef="#ctx0" brushRef="#br0" timeOffset="-62822.1">17422 7274 857 0,'-3'4'289'0,"3"-4"-10"0,-4 5-7 16,4-5-103-16,-3 7-6 0,3-7-24 16,0 0-1-16,0 0-13 0,0 0-28 0,3 4 11 15,-3-4-8-15,0 0-3 0,18-1-23 16,-9 0-17-16,-9 1-22 0,21-1-45 0,-11-4-90 15,4 4-204-15,-1-1-439 0,-1 2 98 0,4-1 39 16,-2-3 61-16</inkml:trace>
  <inkml:trace contextRef="#ctx0" brushRef="#br0" timeOffset="-62372.67">17907 7267 985 0,'8'-7'333'16,"2"0"-29"-16,3-2-14 0,1 1-37 0,-1 0-25 15,2-1-23-15,-2 1-24 0,1 0-19 0,-1-2-6 16,2 1-18-16,-2 0-15 0,-3-5-8 0,1 3-5 16,-2-3-20-16,-2-1-14 0,0-2-12 0,0 3 6 15,0-1-22-15,-4-1 19 0,0 3-42 16,-2 1 55-16,-1 3 4 0,0 0-38 0,-4 2 16 15,1-1-11-15,0 3-8 0,-4 3 6 0,-4 2 0 16,1 2-16-16,-4 2 3 0,-2 5-11 16,1-1 1-16,-1 3-13 0,-2 4 12 0,2 2-14 15,1 1 4-15,2-2 0 0,3 6-10 0,-1-3-2 16,2 3 15-16,5-3-5 0,1-2-3 0,-1 1 3 16,4 3 7-16,0-3-12 0,0-1-3 15,4-1 0-15,-1 0-7 0,0-4 19 0,1 2-1 16,5-4-3-16,-1 1-3 0,-1 0 5 0,3-7 1 15,0 3-9-15,1-1-9 0,2-4 4 0,1 0-9 16,-1-1 1-16,2 2 19 0,1-2-23 16,-2-1 2-16,-1 0-40 0,-2 0-24 0,6 0-35 15,-7 0-47-15,4 0-79 0,-4 0-89 0,0 0-446 16,1 2 0-16,-4-2 38 0,2 1 70 16,2-1 74-16</inkml:trace>
  <inkml:trace contextRef="#ctx0" brushRef="#br0" timeOffset="-61887.52">18328 7274 1277 0,'0'0'350'0,"3"-6"-42"0,-3 6-17 0,0 0-24 16,0 0-9-16,0 0-40 0,0 0-13 0,0 0-42 15,0 0 4-15,0 22-1 0,0-16-28 16,-3 2-20-16,3 3 7 0,0-5-27 0,0 5 7 15,0-2-16-15,0 0-14 0,0-2-14 0,3 2-7 16,-3-1-8-16,3-3 8 0,-2 2-11 0,2 0-5 16,1 0-7-16,0-3 0 0,5 2-13 15,-2-1 0-15,4-3-5 0,-1 2-3 0,0-1-8 16,1-2 14-16,-1-1-9 0,0 0 1 0,1-1-5 16,-1-5-3-16,2 3 5 0,-1-4-3 0,-1-1 1 15,0-2 2-15,1-2-5 0,-1 1 3 16,0 2 2-16,-6 0-3 0,6 1 11 0,-6 0 13 15,2 1-9-15,-2 2 9 0,-1 1-18 0,0-2 2 16,-3 6 10-16,5-3-12 0,-5 3 2 16,0 0 1-16,0 0-9 0,0 0 8 0,-5 24-7 15,2-14 0-15,0 2 14 0,-1 3-9 16,1 2-13-16,0 4 13 0,3-2-8 0,-4 5 7 16,4 1 4-16,-3-1-4 0,0-2-9 0,3-1-1 15,0-2 11-15,0-1 0 0,-4 3 7 0,4-3-20 16,0-4 12-16,0 0-4 0,0-2-6 0,0 1 3 15,0-1-2-15,4-2-6 0,-4 0 6 16,0-3-16-16,0 1 2 0,3-1-7 0,-3-1-10 16,0-2-21-16,0 2-20 0,0-1-62 0,0-1-76 15,0-1-144-15,0 2-529 0,0-2 99 0,3 2 54 16,-3-5 79-16,0 0 54 0,0 0 64 16</inkml:trace>
  <inkml:trace contextRef="#ctx0" brushRef="#br0" timeOffset="59148.67">26621 4006 496 0,'7'-6'169'15,"-7"6"-97"-15,0 0-144 0,11 3-450 16</inkml:trace>
  <inkml:trace contextRef="#ctx0" brushRef="#br0" timeOffset="62613.22">32016 3826 706 0,'0'-5'274'0,"0"5"-54"16,0 0-72-16,3-4-160 0,-3 4-557 0,0 0 24 16</inkml:trace>
  <inkml:trace contextRef="#ctx0" brushRef="#br0" timeOffset="-92796.89">18516 478 721 0,'-4'-5'249'0,"4"5"-24"16,-3-3-13-16,3 3-25 0,0 0-23 0,-6-6-10 16,6 6-19-16,0 0-14 0,0 0-14 0,0 0-2 15,0 0-15-15,0 0-8 0,0 0-6 16,-4 12-1-16,4-7-6 0,0 5-5 0,0-1 5 16,3 2-10-16,-2 4-1 0,-1 1-11 0,3 3-1 15,3 3-3-15,-2 1-2 0,3 2 10 0,0 1-7 16,3 5 17-16,0 1 1 0,4 11-26 15,3-1 2-15,-3-1 0 0,3 1 8 0,0 2-7 16,-1-3-1-16,-1 2 1 0,1-1 9 0,-1 5-2 16,-2-2-5-16,4 1-5 0,-3 3-13 15,0 0 0-15,2-1 13 0,-1 4-8 0,-2-1-7 16,1 0 7-16,-1-1 5 0,-3 2-2 0,4-2-3 16,-4 0-2-16,1 2-11 0,-1-2-2 0,-3 2 7 15,0 2-4-15,3 0-14 0,-3-1 8 16,0 1 6-16,-1 2-14 0,2 4 11 0,-5-2 2 15,4-1-2-15,-1 1-3 0,-2-1 6 0,2-3-6 16,2 0 5-16,-2 0-4 0,-2-2-22 0,3-1 27 16,3-1 2-16,-6-1-8 0,6 0-10 15,0 0 0-15,1 2-5 0,1 0 5 0,-2 0 10 16,-2-1-2-16,2 1-6 0,3-1-9 0,-2 2 17 16,-1 1-8-16,0-2 9 0,4 2-11 15,-1 2 7-15,-2 2-7 0,0-6 8 0,2 2-3 16,-2 2 3-16,2-4 5 0,-2 2 25 0,2 0-33 15,0-2 8-15,-2 3 0 0,5 3 5 16,-4-4-8-16,4 0-2 0,-2 0-3 0,0-2 0 16,3 2 10-16,-4-1-5 0,1 1 1 0,0 4 1 15,-1-1 1-15,1 2-3 0,-1-4-2 0,-2 0-3 16,2-1 3-16,-2 0 2 0,3 0-2 0,-4-1-3 16,4-2 5-16,-4 5-10 0,3-3 3 0,-2 5-3 15,-1-4 5-15,4 3-5 0,-7-6 2 16,6 0 6-16,-2 0-10 0,-1 0-9 15,-4-9 27-15,4 9-16 0,1 0 18 0,-1-3-6 16,-3 2-12-16,1-9 3 0,4 9-3 0,-2-2 5 16,-2-1 3-16,2 2-11 0,0 4 11 0,1-5-18 15,-4 1 15-15,3-4-16 0,0 2 14 16,3 1 12-16,-6 0-7 0,3 0-31 0,-2 0 26 16,2 0-6-16,0-3 18 0,-3-2 11 0,0-8-18 15,0 15-8-15,6 1 69 0,-3 0-62 0,-3 0 4 16,0 0 9-16,4 0-27 0,-4 0 19 15,2 1-14-15,-2 2 76 0,1-3-82 0,1-3 26 0,-5-4-13 16,3 6 8-16,-1 0-21 0,5-1 19 16,-4-1 12-16,2-7-13 0,-1-2 21 0,-4-3-3 15,2 1-8-15,-3 1 6 0,4-2 28 0,-4 1-49 16,8 11-8-16,-7-5 1 0,2-9 7 16,-2 2-13-16,2-3 21 0,-3-4-26 0,2 0 26 15,1-2 7-15,-3-1-17 0,1-1 10 0,-1-2-13 16,0-1-10-16,-2-5-1 0,2 0-22 0,0-3-18 15,-6 0-57-15,3-4-4 0,0-4-78 16,-3-2-148-16,-4-2-593 0,7-1 117 0,-18-17 43 16,-1-6 98-16,-6-19 51 0,-9-18 61 0</inkml:trace>
  <inkml:trace contextRef="#ctx0" brushRef="#br0" timeOffset="-91676.57">19327 692 757 0,'-5'-4'282'0,"2"1"-21"0,3 3-26 0,-6-4-20 15,6 4-18-15,0 0-35 0,-10 0-16 16,10 0-18-16,-7 7-11 0,3-1-7 0,3 1-5 0,-2 0-15 16,0 4-6-16,0-2-7 0,3 1 5 15,-3 2-5-15,6-1-18 0,-3-1-8 0,3 0-13 16,0 0 6-16,1 0-11 0,6-3 3 0,-3 1-5 16,3-1-1-16,1-2 1 0,-1-1 10 0,3-1-15 15,1-2-3-15,-1-1 10 0,2-1-15 16,-2-3-3-16,4-1 11 0,-6-2-3 0,3-1 2 15,-1-2-4-15,-3-2 2 0,1-1 18 16,-1-2-13-16,-4 0-10 0,-2-1 8 0,-1-1-16 16,-3 0 15-16,0-1-12 0,0 3-2 0,-3-2 1 15,-1 2 14-15,1 4-8 0,-3-3-8 16,-1 4-2-16,-1 3-1 0,-2-1 11 0,0 5 0 16,-1 0 5-16,-2 1-7 0,0 4-6 0,-1 0 10 15,-3 2-12-15,0 3-16 0,4 1 1 0,-2 2-14 16,2-2 1-16,2 3-26 0,1-1-6 15,0 0-24-15,3 0-32 0,3-1-74 0,1 0-58 16,0-1-90-16,3-1-298 0,6 0-75 0,-2-2 50 16,3-4 72-16</inkml:trace>
  <inkml:trace contextRef="#ctx0" brushRef="#br0" timeOffset="-91430.91">19682 388 811 0,'0'14'315'0,"-4"-6"-21"15,4 3-20-15,-3 1-21 0,0 6-15 0,0 1-46 16,-1 5-79-16,-3 2-8 0,3 5-21 0,1 4 4 16,3 0-1-16,-3 2-8 0,3 1-2 15,0-1-26-15,0 1 21 0,0 1-24 0,3-3 1 16,0 0-29-16,0 1-4 0,1-3-42 0,0 1-51 15,3-4-58-15,-1-2-96 0,1 1-493 16,0-6 63-16,4-5 29 0,-5-2 67 0</inkml:trace>
  <inkml:trace contextRef="#ctx0" brushRef="#br0" timeOffset="-91063.92">19891 980 924 0,'-7'14'304'16,"2"-2"-25"-16,-1-1-23 0,3-1-31 0,-1 1-25 15,4-1-11-15,0 0-32 0,0 1-1 0,0-2-23 16,3 1-5-16,-2 0-8 0,5-1-7 16,2 0-21-16,-1 0-15 0,2-3-3 0,2 1 3 15,-1-4-13-15,4 0-5 0,-3-2-8 0,5-1-18 16,-2-1 18-16,-1-2-15 0,0-2 15 15,-1-1-10-15,1-3 13 0,-5-1 0 0,1-1-21 16,-2-3 0-16,-1-1 18 0,-5 0-20 16,-1 3 0-16,0-4 2 0,0 2-51 0,-4 2-20 15,1-1 38-15,-4 2-10 0,1 2 7 0,-2 0 6 16,1-1-8-16,-3 4-11 0,-4 0 14 16,4 3-1-16,-3 0-2 0,-1 1 0 0,1 2-5 15,2 0-8-15,1 1-18 0,-3 1-41 0,2 3-5 16,4-1-56-16,-3 0-67 0,4 1-123 0,1 0-442 15,2-1 74-15,3-1 38 0,0-3 77 0</inkml:trace>
  <inkml:trace contextRef="#ctx0" brushRef="#br0" timeOffset="-90647.61">20679 702 1008 0,'2'-6'335'16,"1"1"-15"-16,3-3-46 0,-2 1-13 0,-1 0-20 16,4-2-34-16,-4 1-2 0,4 0-39 0,-6-3 3 15,5 3-20-15,-2-1-11 0,2-1-20 16,-6 0-24-16,4 2 4 0,-4-3-16 0,0 4 2 15,3 0-20-15,-3-1 0 0,-3-1 8 0,3 4-21 16,-4 0 8-16,1 0-3 0,0 1-5 16,3 4-2-16,-11-2-8 0,11 2 13 0,-20 5-18 15,10 1-11-15,-4 3 8 0,4 1 3 0,-4 2-26 16,4 1 13-16,0 1 6 0,2 0-9 16,-2 4 1-16,4-2-3 0,-1-1-13 0,4 3 7 15,3-4-4-15,0 2-3 0,0-2 3 0,3 0 0 16,4 1 10-16,-1-2 2 0,4-1-30 15,4 0 7-15,0-2 11 0,6 0-8 0,1-2-33 16,6-2-13-16,-6-2-36 0,6-2-67 0,0 0-12 16,1-3-41-16,-4-2-233 0,4 0-428 0,-5-4 121 15,1 0 40-15,-3-3 103 0,-5-3 44 0</inkml:trace>
  <inkml:trace contextRef="#ctx0" brushRef="#br0" timeOffset="-90330.94">21070 553 844 0,'0'0'277'15,"0"0"-32"-15,0 0-14 0,0 0-26 16,0 0-8-16,9 22-21 0,-8-11-15 0,3 1-7 16,-1 3-13-16,4 3-23 0,-4-1-19 15,3 2 4-15,-2-1-11 0,4 2-15 0,-2 0 2 16,1-1-10-16,-4-2-10 0,4-1 5 0,0 1-18 16,-3-3 5-16,-1-2-15 0,0-1 44 0,0-3 9 15,-2 1 21-15,2-1 3 0,0-3-16 16,-3-2 5-16,0-3-20 0,0 0-20 0,0 0-11 15,0 0 5-15,-10-13 6 0,7 3-72 16,0-1-19-16,-5-6 4 0,5 0 89 0,-4 2-5 16,4-3 0-16,0 0-16 0,-1 0 8 0,1 2 0 15,3 0-2-15,-3-1-8 0,3 3 10 0,3 1-18 16,-3 0-4-16,3 0-19 0,1 1-2 0,-1 2-42 16,3 1-17-16,5-2-15 0,-4 3-34 0,3 0-39 15,7 1-50-15,-3 0-8 0,0 2-72 16,2 1-112-16,-1-2-415 0,1 3 69 0,-1-1 48 15,1 3 70-15,-2-3 61 0</inkml:trace>
  <inkml:trace contextRef="#ctx0" brushRef="#br0" timeOffset="-89430.85">21435 535 573 0,'4'6'202'0,"-1"3"-5"0,0 2 64 0,1-1-25 0,3 5-14 16,-3-1-17-16,-1 2-10 0,3 1-26 15,-2 1-18-15,2 0-10 0,-1 2-14 0,1 2-11 16,1-2-14-16,-4-1-5 0,1-2-15 0,2-1-5 15,-1-1-5-15,-2-2-6 0,3 2-9 16,-5-5 22-16,2-2 26 0,-3-1 33 0,3-1-18 16,-3 0-7-16,0-6-16 0,0 0 6 0,0 0-9 15,0 0-32-15,0 0 17 0,0 0-28 16,-13-25 16-16,10 13-24 0,-2-3-66 0,2-1 0 16,0-2 13-16,2-1 2 0,-2 0 1 0,0 1-6 15,3 0 3-15,0 1 7 0,0 0 3 0,3 0-5 16,1 0-5-16,-1 1 10 0,5 0-13 15,-2 1 8-15,1 2-10 0,3-1-39 0,1 1-3 16,-1 3-53-16,3-2-7 0,1 3-27 0,-1 0-43 16,2 2 8-16,-2 1-69 0,1 2-39 0,-1 1-7 15,-3 0-47-15,4 1-22 0,-1 2-169 16,-1 2 191-16,-3-2 180 0,1 1 84 0,1 1 67 16,-4-1 51-16,0 2 38 0,-1 0 29 15,2 0 20-15,-2 1 2 0,-2 2 42 0,2 2 4 16,-3 2 1-16,1 0-11 0,-1 0-7 0,-3 5-11 15,5-1 6-15,-5 2-23 0,3 1-9 16,0 2 4-16,0 0-8 0,1-2-21 0,-1 2 13 16,3-1-23-16,-2 1-13 0,4 0 11 0,-2-2-3 15,1-2-26-15,3 0 10 0,0-2 6 0,-3-1-21 16,3-1 11-16,1-2-14 0,-1-1 6 0,0-4 10 16,1 0-2-16,-1-4 4 0,0 2 1 15,1-4-11-15,-1-2 16 0,-1 0-29 0,-1-6 6 16,-1 1 7-16,-1-4-10 0,-2-2 0 0,-4-1 0 15,0-2 3-15,-1-1-5 0,-5 1-16 16,3 3-62-16,-4-2-1 0,0 0 1 0,0 2 55 16,0 1-31-16,-3 0-11 0,3 2 11 0,-3-1 0 15,6 5 22-15,-2-1-19 0,2 1-9 16,-3 1 4-16,4 0 6 0,-1 1 1 0,1 1 3 16,0 0-8-16,3 1 10 0,-1-2-3 0,1 6-5 15,4-10 3-15,-1 5 0 0,1 1 0 0,6-1 0 16,-3 2-3-16,3-2 3 0,4 4 5 15,-1-2 5-15,1 2-15 0,3 1 2 0,1 2-5 16,2 1 8-16,1 2 5 0,2 3 5 0,-2 0 8 16,-1 3-23-16,4-1 0 0,-7 5 2 0,1-1 0 15,2 3 8-15,-6-3-5 0,-1 4 5 16,1-2-13-16,-4 0 11 0,1 2 2 0,-4-3-13 16,2 0 16-16,-5-1-1 0,-1-2-2 15,0 0-2-15,-2-3-3 0,-1 1 7 0,0-2 16 16,4-1 0-16,-4 1 0 0,0-3-3 0,0-5 13 15,0 5 1-15,0-5-12 0,0 0 4 0,0 0-8 16,0 0 2-16,-14-18 0 0,10 7 1 16,1-4-3-16,0-4-8 0,3-1 5 0,-1-5 3 0,2 0-8 15,2-3 10-15,0-1-7 0,1 4 10 16,2-6-13-16,5 1-13 0,-4 2 11 0,3 5 20 16,0 0-8-16,-3 3 8 0,3-1-2 15,0 2-14-15,1 2 1 0,-1 3-10 0,-3 3-1 16,3 0-28-16,0 4-20 0,-3 2-5 0,0 4-49 15,3 0-39-15,-10 1-58 0,7 6-67 16,-7 0-547-16,0 4 48 0,-7 2 56 0,-7 1 70 0,-2 2 56 16</inkml:trace>
  <inkml:trace contextRef="#ctx0" brushRef="#br0" timeOffset="-88047.46">17931 1613 755 0,'0'0'233'0,"3"-6"5"0,-3 6-39 0,4-2-17 16,-4 2-5-16,0 0-8 0,14-3-31 0,-7 3-3 15,-7 0-7-15,17 0-7 0,-10 0-88 16,3-1 3-16,1 1 25 0,-1 0-22 0,3 0 17 15,1-1-7-15,-1 1 12 0,2-2-5 0,4 0 6 16,-1 2-1-16,6-2-7 0,-4 0 5 16,4-1-16-16,4 2 11 0,5-2-3 0,-2-1 6 15,4-2-16-15,6 1-8 0,-3-1 3 0,-1 2 10 16,3-1-13-16,-1 0-15 0,-1 1 77 16,2-1-8-16,-3 0-11 0,-6 2-9 0,8 0 0 15,-8-1-3-15,3-1-13 0,-1 4-5 0,-2-5-72 16,0 5-4-16,0-5 9 0,0 4 6 0,6-3 7 15,-3 0 5-15,3-1 26 0,-2 0 8 16,0 3-13-16,2-2-10 0,-3 0 15 0,3-1 0 16,1 3-8-16,0-1 1 0,-4 2-4 0,4-2 4 15,-1-1 12-15,0 1-15 0,-3 1-6 16,1 2 1-16,0-4 10 0,5 0-10 0,-5 2 10 0,5-2-16 16,-1 1 11-16,-2-2-5 0,3 1 10 15,-2 0-24-15,3-1 19 0,-3 0-3 0,0 3 3 16,3-4-15-16,0 2 9 0,14-4 1 0,-8 3 7 15,-5 1-4-15,2 0 12 0,10-4-21 16,-9 5 19-16,-5-1-8 0,-1-2-1 0,1 3-7 16,1-2 3-16,-2 0-5 0,1 1-1 0,4-1 16 15,11-2-18-15,-7 3 5 0,-7 0 3 16,14-2-13-16,-8 2 7 0,-5 0-2 0,16-1 6 16,-10 1-4-16,7-3-7 0,-4 4 10 0,-10-1-5 15,17-2 3-15,0 1 7 0,-10 0-5 16,-4 3-2-16,15-2-11 0,-2-3 13 0,1 2-5 15,0-1 0-15,-3 0 3 0,4 0 2 0,-1 0-3 16,3 0 1-16,1 1 2 0,-1-1-10 0,-2 1 12 16,2-1 1-16,-3-1-5 0,0 2-1 15,-10 0-2-15,7 0 8 0,3-1 2 0,-11 1-7 16,11 0-11-16,-12 0 11 0,11-3 9 0,-2 1-12 16,3 0-5-16,-3-1 10 0,3 1 1 0,0 0 9 15,0-1-15-15,-4 1 8 0,-2-2-3 16,3 2 23-16,0-1-8 0,-11 1-20 0,11 0 3 15,0 1 15-15,2-4-21 0,1 3 34 0,-3 0-21 16,6-2 0-16,-5 1 16 0,5 0-13 16,1 2 12-16,-1-3 4 0,1 2-22 0,3 1 11 15,-1 1 0-15,-5-1-18 0,5 0 13 0,-5-1-31 16,2 5 31-16,-2-4-3 0,-12 4-5 0,-5-1 3 16,1 0-8-16,-5 2 15 0,-7-2-7 0,1 2 0 15,-6-1-1-15,-2 0 1 0,-3 3-26 16,-3 0-13-16,-5-2-53 0,0 2-13 0,-6 0-42 15,-7 2-83-15,0-2-331 0,-14 7-287 0,-10-2 57 16,-7-3 110-16,-30 1 48 0,-11 0 59 16</inkml:trace>
  <inkml:trace contextRef="#ctx0" brushRef="#br0" timeOffset="-86697.74">19691 2005 478 0,'0'0'200'0,"0"0"-3"16,0 0 5-16,1 5-20 0,-1-5 10 16,0 0-8-16,0 0-74 0,0 0 8 0,0 0-18 15,0 0 15-15,0 0-8 0,0 0-9 0,0 0-9 16,17-8-12-16,-17 8 0 0,4-6-8 0,2 2-2 16,-2 0-3-16,3 1-6 0,-1-2-11 15,-2 0 9-15,2-1-8 0,-2 0-7 0,4-1 26 16,-2-1-3-16,-3 1-13 0,4-1-15 15,-4-2 5-15,4 0-21 0,-3 2 14 0,0-2-1 16,2 1-2-16,-2-1-6 0,-1 1 16 0,0-1-7 16,0-1-14-16,-3 4 21 0,1 0-26 0,-1 0 80 15,3-1-3-15,-3 2-12 0,0 0-6 16,0-1 8-16,0 1-8 0,0 2-13 0,0 4-7 16,-4-10-8-16,4 10-5 0,-3-7 3 0,3 7-9 15,-3-5 12-15,3 5-22 0,-7-3 11 16,7 3-16-16,0 0 1 0,-17 3-6 0,10 1 11 15,-3 1-6-15,3 0-9 0,-7 3 1 0,4-1-9 16,-4 3 17-16,1-1-7 0,-1 3-10 16,0 0 2-16,1 3 10 0,-4-1 1 0,4 1 2 15,1 3-8-15,2-4 5 0,-4 5-5 0,4-2 8 16,1 0-18-16,2 1 18 0,-1-2 0 16,2 0-10-16,2 2 2 0,1-2 11 0,0 2 4 15,3-4-15-15,0-1-10 0,0-1 13 0,3 3 5 16,3 0 5-16,-2-3-18 0,3 1 13 0,3-5-2 15,-3 2-9-15,6-3 24 0,2 1-16 16,-2-3 11-16,7-1-21 0,-2-1 21 0,2-3-16 16,4 2 15-16,-3-4-12 0,2 2-67 0,1-2 6 15,0-1 4-15,-3 1 1 0,-1-3 15 16,1 4-6-16,-5-2 9 0,-1 2-1 0,-2-1-15 16,-2 1 10-16,2-1-45 0,-6 1-24 0,1-1 10 15,1 2-68-15,-9 0-73 0,13-2-58 0,-8-1-146 16,-2 2-359-16,-3 1 88 0,7-4 30 15,-7 4 80-15</inkml:trace>
  <inkml:trace contextRef="#ctx0" brushRef="#br0" timeOffset="-86381.79">20099 1991 921 0,'0'0'330'0,"0"0"-35"0,-3-6-39 0,3 6-29 16,0 0-22-16,0 0-10 0,0 0-11 0,0 0-23 15,10 17-25-15,-7-9 2 0,0 2-20 0,-2 1-3 16,5 3 10-16,2-1-30 0,-5 2-5 16,3 0-16-16,-2 2 8 0,2-1-23 0,-2 1 12 15,4-3-9-15,-2 4-14 0,-2-3 9 0,2 0-19 16,0-1 13-16,-2 0-12 0,3 0 4 0,-6-3-4 15,5 0-3-15,-3 0-11 0,-2-3 6 16,2 0 2-16,0-1-18 0,-3 1 3 0,3-1 0 16,-2-3-15-16,2 0-6 0,1 2-2 0,-4 0-64 15,3-3-41-15,-3-3-54 0,0 5-189 16,3-4-469-16,-3-1 42 0,0 0 119 0,0 0 47 16,10-11 74-16</inkml:trace>
  <inkml:trace contextRef="#ctx0" brushRef="#br0" timeOffset="-85864.99">20748 1455 691 0,'0'-5'297'0,"0"5"-18"15,0-9-29-15,0 9-40 0,1-6 0 0,-1 6-18 16,0-7-28-16,0 7 10 0,0 0-49 0,0 0-12 15,0 0 2-15,0 0-7 0,0 0 4 0,0 0-17 16,0 0 0-16,3 25 23 0,-3-12-42 0,0 6 6 16,0 1 8-16,0 5-8 0,0 3 5 15,0 2-10-15,0 7 12 0,0-1 1 0,0 3-16 16,0 0 3-16,3 0 12 0,-3 2-27 16,3 11 4-16,1 0-63 0,-1 0 2 0,1-2-18 15,-4-9 11-15,3-4 4 0,1 1-12 0,0-1 30 16,-1-1 6-16,3 2-23 0,-2-2 4 0,-1-3 4 15,4 4 17-15,0-6-3 0,-4 1-7 16,1-7 3-16,2 0-6 0,-2 0 16 0,-1-1-11 16,4-6-7-16,-6 2-10 0,5-5 9 0,-3 0 1 15,-2-2-8-15,2-1-23 0,0-2-20 0,-3 0-26 16,-3 2-82-16,0-4-82 0,-7 2-647 16,-4 0 76-16,-8 0 80 0,-4-4 61 0,-12 0 72 15</inkml:trace>
  <inkml:trace contextRef="#ctx0" brushRef="#br0" timeOffset="-82898.7">21169 1638 980 0,'0'-7'422'0,"0"7"-43"0,0 0-41 16,-1-5-41-16,1 5-41 0,0 0-23 0,0 0-28 15,0 0-29-15,0 0-12 0,0 0-13 0,0 0-13 16,11 13-7-16,-7-6-19 0,2 2-9 16,1 0-1-16,0 2-17 0,4-1-14 0,-2 0-4 15,1 0-8-15,1-1-11 0,-1 0 1 0,0 1 5 16,1-2-13-16,2 1-5 0,-2-3 7 16,-1-1-5-16,0 0-9 0,4-1 4 0,-4-3-10 15,0 1-8-15,4-2 1 0,-1-2 2 0,-1 1 12 16,1-3-4-16,-3-2-13 0,4-2 2 0,-1 0 3 15,-2-4 0-15,-1 0-5 0,3-1-13 16,-5-2 10-16,2-2-2 0,-4 0 7 0,1 1-5 16,-4 0 6-16,2 1-80 0,-2 2-3 0,0 3 16 15,1-1 18-15,-1 3-11 0,-3 0-7 16,3 2 10-16,-3 1 15 0,3 1-2 0,-3 4 0 16,0 0 5-16,0 0-3 0,0 0 6 0,7 21 10 15,-3-8 7-15,0 3-15 0,-1 4 0 16,3 2 8-16,-5 3 0 0,5 0 5 0,-2 1 5 15,-1 2-8-15,1 0 8 0,2-3-8 0,-5 0 18 16,2 0-7-16,0-3-3 0,-3-1 0 0,0-1 10 16,0-3-17-16,3-3 35 0,-6 0 0 15,3 0 18-15,0-1-3 0,0-5 62 0,-3 0-25 16,-1 1 17-16,1-3-30 0,-4 2 48 0,0-6-41 16,0 2 0-16,-3-2-25 0,-1 1 25 0,-1-3 5 15,2 1-7-15,-1-2-21 0,-3 1-25 16,3-2 2-16,-2 1 8 0,3 0-23 0,-4-2 5 15,1 3-62-15,2-2 8 0,4 2-12 0,-2-1-32 16,2 0-35-16,-1 1-77 0,8 0-84 16,-10-2-90-16,10 2-157 0,-6 0-362 0,6 0 119 15,0 0 45-15,0 0 65 0,6-11 75 0</inkml:trace>
  <inkml:trace contextRef="#ctx0" brushRef="#br0" timeOffset="-82647.93">21784 1732 1231 0,'0'0'343'0,"14"9"-18"0,-11-2-33 16,0 3-29-16,1 3-25 0,-1 4-12 0,1 1 4 16,-1 2-20-16,4 2-23 0,-3 5-16 0,-1-1-84 15,4 8-7-15,-1 1-6 0,-2 0-3 0,3-2-12 16,0-1 3-16,-1 0-3 0,-2-1-13 0,3 0-13 15,0-4 0-15,-1-1 11 0,-2-2-11 16,2-2-36-16,-2-2-17 0,-1-3-34 0,2-1-56 16,-5-3-54-16,0-4-125 0,3 3-563 0,-6-4 99 15,3-3 60-15,-8-1 78 0,1-4 52 16</inkml:trace>
  <inkml:trace contextRef="#ctx0" brushRef="#br0" timeOffset="-81799.09">19907 3610 901 0,'0'0'307'0,"0"0"-44"0,0 0-91 0,0 0 2 16,0 0-15-16,14-14-14 0,-11 7-14 0,-2 2-6 16,5-3 19-16,-2-1-21 0,-1 2-21 15,4-2 3-15,-6 0-15 0,5-2-1 0,-3 1 1 16,0-1 4-16,-2 1 17 0,-1-4-22 0,0 3-10 16,3-1 11-16,-6 0-5 0,3 0-1 15,-4 2-25-15,1 1 10 0,3 0-13 0,-3 1-17 16,-1 1 4-16,-3 0-4 0,0 3-4 0,1 3 9 15,-1-2-18-15,-4 6-3 0,4-2 0 0,-6 3 2 16,-1 3-4-16,4 3-6 0,-3 1 3 16,2 1 2-16,1 5-2 0,0 1-2 0,-1 3 4 15,5-2-4-15,2 3-9 0,1-2-2 0,0-2 6 16,6 3-6-16,0-3-10 0,1 0 17 0,2 3 6 16,5-4-5-16,2-1 2 0,1-3-7 15,3-1 2-15,4-1 3 0,-1-1-3 0,4-2-4 16,0-1-22-16,0-1-30 0,-1-2-43 0,2 0-57 15,-1-4-41-15,-3 0-90 0,2 0-565 16,-2-5 92-16,-4 2 46 0,0-3 75 0,-3-2 60 16</inkml:trace>
  <inkml:trace contextRef="#ctx0" brushRef="#br0" timeOffset="-81481.95">20256 3567 657 0,'0'0'244'0,"10"0"-22"0,-10 0-7 16,10 4-30-16,-2 2 1 0,2 1-6 16,0 1-12-16,1 1-29 0,-2 3 1 0,-2 1-6 15,3-1 1-15,-3 3-22 0,-3 2 2 0,2-2-18 16,-5 2-10-16,2-1 34 0,-3 2-45 0,-4-1 1 16,1 1 23-16,-3-1-21 0,2-1-4 0,-6 1-4 15,6-2 4-15,-2-1-4 0,2-1-32 16,-2-1 9-16,1-3 1 0,2-1 5 0,0 0 28 15,-1-2-11-15,4 1 1 0,-3-3-23 0,3 0 15 16,0-4-26-16,0 7 16 0,0-7-8 16,7 1 2-16,-7-1-12 0,14-1-13 0,-1-1-2 15,-3-3-8-15,7 1-47 0,-2-2-19 16,4-2-27-16,-1 1-20 0,2-1-38 0,1-4 5 16,3 2-128-16,-7-3-182 0,10-2-348 0,-3-2 64 15,0-1 69-15,-4-1 52 0,-5-6 71 0</inkml:trace>
  <inkml:trace contextRef="#ctx0" brushRef="#br0" timeOffset="-81231.97">20759 3163 926 0,'0'0'325'0,"0"0"-25"0,0 0-44 15,0 0-6-15,-4 15-4 0,7-4-26 16,-3 4-2-16,1 6-31 0,-1 0 2 0,3 4-28 15,0 4 1-15,1 5-27 0,-1 2-14 0,1 3 4 16,-1 11-17-16,4 0-21 0,-4-13 5 16,1 1-18-16,2-2-5 0,2 0 10 0,-2 0-15 15,1-3-7-15,0 1-21 0,3-5-29 0,-3 0-43 16,0-5-43-16,0-4 13 0,4-3-55 16,-5-2-68-16,4-5-231 0,4-2-381 0,-4-2 43 15,-3-6 95-15,3-4 62 0,0 0 66 0</inkml:trace>
  <inkml:trace contextRef="#ctx0" brushRef="#br0" timeOffset="-80748.57">21076 3296 729 0,'0'0'284'0,"0"0"-30"0,0 0-27 0,8 14-12 15,-5-7-33-15,1 1-3 0,2 3-5 0,1-1-35 16,-1 4-4-16,2-3-14 0,2 4-17 15,0-1-9-15,1-3-13 0,2 3 3 0,1-5-14 16,-1 0-7-16,0 1-2 0,2-2-16 0,-2-1-10 16,5-4 5-16,-5 1-1 0,4-3-6 15,-3-2-9-15,0-3-4 0,-1 1-3 0,1-2-8 16,-1-5 13-16,-3 2-2 0,1-3-11 0,-4-5 23 16,0 0-43-16,-1 0 7 0,2 0-2 15,-5-1 20-15,0 2 16 0,1 2-5 0,-4 1-1 16,3 0 6-16,-3 3-10 0,3 1-6 15,-3 0-20-15,0 3 12 0,0 5-14 0,3-4 14 16,-3 4 6-16,0 0-15 0,0 0 12 0,1 22-5 16,-1-10 5-16,3 1-2 0,1 4 0 0,-4 2-6 15,3 0 1-15,-2 4 7 0,5 2 5 0,-3 0-12 16,-2 0 12-16,5 0-12 0,-6-3-6 16,4 2 6-16,-1-3 5 0,1-4 4 0,-4 2 4 15,3-3-3-15,-3-1 27 0,0-3-19 16,0 1 7-16,-3-1 16 0,-1 0 73 0,0-2-9 15,1-2-13-15,-3 1-8 0,2 0-13 0,-2-3-8 16,-2 2 9-16,4-4-6 0,-5 2-16 0,5-3-14 16,-2 1-26-16,-2-1-24 0,8-3-83 15,-10 5-21-15,10-5-80 0,-7-4-122 0,7 4-520 16,-3-8 41-16,3 4 69 0,3-5 69 0,-2-3 64 16</inkml:trace>
  <inkml:trace contextRef="#ctx0" brushRef="#br0" timeOffset="-80414.83">21699 3326 762 0,'10'-5'261'15,"3"4"36"-15,-2 1-74 0,-1 0-3 0,0 1-15 16,1 4-23-16,2 3 10 0,-3 0-49 0,4 1 85 16,-4 3-36-16,1 1-28 0,-4 3-6 15,0 3-9-15,-1 4-11 0,-3-5-20 0,-3 5-16 16,-3-2-17-16,0 4 4 0,0 0 8 15,-1-1-15-15,-2-2 0 0,-2-1-2 0,1 0-19 16,1-5-2-16,2-2 5 0,-2 1 0 0,3-2-10 16,-2-4-1-16,2 0-24 0,3-2 40 15,-3 1-23-15,3-4 20 0,0 2-22 0,3-2 10 0,5-1-8 16,-2-3 5-16,4 0-20 0,8 0-14 16,1-4 27-16,2 0-16 0,7-2 8 0,-1 3-10 15,4-4-1-15,-1 2 6 0,-2 1 0 16,0-3-21-16,-2 1 0 0,-5 3-43 0,0 2-41 15,-5-3-24-15,2 4-60 0,-5 0-32 0,-2 0-38 16,-4 0-199-16,-4 4-413 0,-3-1 39 16,0-3 72-16,-13 7 81 0,-2 0 64 0</inkml:trace>
  <inkml:trace contextRef="#ctx0" brushRef="#br0" timeOffset="-79731.62">20167 5311 632 0,'14'-8'284'0,"-8"2"-31"15,2 1-17-15,2-2-42 0,-4 0-4 0,5-4-21 16,-4 4-18-16,0-3-5 0,2-2 61 0,-1 2-10 15,-5-1-8-15,1-2-22 0,-1 2-6 16,0 0-23-16,0-3-7 0,-3 5-6 0,-3-4-27 16,3 2-6-16,-3 2 0 0,3 1 0 0,-3 1-18 15,0 0-5-15,2 4-2 0,-5 2-11 16,6 1 3-16,-11 0-13 0,11 0 0 0,-17 9-10 16,6-1 2-16,1 3-7 0,0 6 0 0,-1 1-6 15,-1 3-1-15,5-2 1 0,2 3 6 16,-1 0-13-16,3-2 18 0,2-1-6 0,-2 4-14 15,6-4-4-15,1-1-1 0,-4 2 4 0,8-4 13 16,-2-1-5-16,4-1 5 0,-3 0 13 0,7-3-10 16,-1 0-13-16,4-1 2 0,-3-4 6 15,7 1-26-15,-2-2-31 0,2-2-58 0,0-3-44 16,3 0-70-16,-4-3-188 0,4-1-454 0,-3 0 39 16,-1-3 84-16,-2 0 82 0,-2-3 69 15,-2 1 59-15</inkml:trace>
  <inkml:trace contextRef="#ctx0" brushRef="#br0" timeOffset="-79331.73">20636 5268 826 0,'0'0'269'0,"9"-5"38"0,-9 5-35 0,8-2-24 0,-8 2-13 16,0 0-17-16,16 6 7 0,-12-3-30 16,2 3 4-16,-1 3-27 0,1-1-11 0,-2 2-10 15,-4 3-20-15,3-3-16 0,0 5 0 0,-6-3-5 16,3 2-8-16,-3 1-4 0,0-2-19 15,-1 1-5-15,-2-1-15 0,4-1-5 0,-4-3 2 16,3 1-2-16,-1-2-10 0,4-1-1 0,-3 1 1 16,0 0-14-16,2-6-4 0,1 4-13 15,0-6-8-15,1 8 15 0,-1-8-7 0,3 3-10 16,-3-3 2-16,10 4-3 0,-4-2 9 0,-1-1-6 16,2 0 2-16,5 4-4 0,-5-4-1 0,4 3-7 15,-1 0 3-15,0-1 2 0,1 3-13 16,-1 1 5-16,0-2 11 0,-2 2 5 0,1 0 9 15,-2 0-14-15,0 1 7 0,0 1 8 0,-3-1-2 16,-1 0-16-16,0-1 20 0,-3-1-97 16,0 2 47-16,-3 0-1 0,-1-1 26 0,-6 3-16 15,3-3-2-15,0 1 13 0,-3-2-3 0,-1-1 13 16,-2 1 3-16,3-2 7 0,-4-1-10 0,4-2-3 16,-4 4-17-16,4-4-6 0,0-2-61 15,-1 1-51-15,1-5-69 0,3 1-100 0,-3-3-538 16,3-1 90-16,4 0 28 0,0-5 92 0,-1-1 74 15</inkml:trace>
  <inkml:trace contextRef="#ctx0" brushRef="#br0" timeOffset="-78582.2">21165 5021 839 0,'4'7'341'0,"-1"-1"-42"16,1 1-7-16,-1 2-44 0,1 0-23 0,-1-1-15 15,3 3-31-15,-2-3-15 0,2 3-10 0,-1 1-16 16,-2-3-7-16,4 1-3 0,-1 4-23 16,-2-5-21-16,2 1-2 0,-1 0-5 0,-2-2-16 15,0 1 1-15,1 0 7 0,-1-3-10 0,-3 2-19 16,6-2 17-16,-5-1-1 0,2 1 6 15,-3 0-1-15,3-4-7 0,-3 4-8 0,0-6 8 16,4 5-6-16,-4-5 19 0,4 6-21 0,-4-2-13 16,0-4 0-16,3 3-10 0,-3-3 0 0,0 0 6 15,3 6-14-15,-3-6 23 0,0 0 1 16,0 0-3-16,0 0 2 0,0 0-2 0,0 0-5 16,0 0-1-16,0 0-7 0,0 0 8 0,0 0-5 15,0 0-6-15,0 0-10 0,-10-16 3 16,6 8 13-16,1 1-13 0,-1-2 7 0,-2 0 0 15,3-4-7-15,-1 1 3 0,-2-2-16 0,1-4 7 16,-1 1 6-16,2-1-3 0,1-3-5 16,-3 1 3-16,-1-4 8 0,3 0-6 0,0 1 3 15,-2 2-13-15,5 1-6 0,-5 1 14 0,3 2 15 16,0-1-23-16,2 3 3 0,-6 0 4 0,7 5 6 16,-3-2-5-16,2 0-6 0,-2 3 1 0,3 0 5 15,-3 5-3-15,3-3 5 0,-3 0-15 16,3 2 0-16,0 5 5 0,0 0 5 0,0 0-8 15,0 0 6-15,0 0-6 0,-4 22 3 0,4-7 11 16,0 1-4-16,3 3 1 0,-2 6-6 16,2 1 4-16,0 5-1 0,1 3-8 0,3 16 3 15,-3-1 13-15,2 2 2 0,1-1-17 0,-1 2 32 16,2-2-17-16,-2-2-2 0,-2-7 17 16,2-4-13-16,1 1-15 0,1 12 15 0,2-6-35 15,-1-2-31-15,-2-9 12 0,-2 3-14 0,4-1 24 16,-2 0 1-16,0-2 3 0,3-4-6 15,-6-1 16-15,2-3 4 0,-2-3-12 0,2 2 13 16,-2-7 13-16,3-1-8 0,-3 1 10 0,-1-3-5 16,0-2-11-16,1 0 1 0,-1-3-3 0,-3 0 8 15,3-1-2-15,0 0-6 0,-3-1-5 16,0-3 0-16,1 2 5 0,3 0-28 0,-4-6 3 16,0 5-31-16,0-5-80 0,3 0-81 0,-3 0-93 15,0 0-555-15,0-11 98 0,0 3 45 16,-3-5 59-16,3-7 82 0,-4-3 54 0</inkml:trace>
  <inkml:trace contextRef="#ctx0" brushRef="#br0" timeOffset="-78066.12">21473 5136 975 0,'0'0'330'0,"0"23"-41"0,3-14-35 0,-3 2-1 16,4 2-33-16,0 4-23 0,2-1-18 0,-2-3-2 16,2 2-21-16,1 2-10 0,1-2-13 15,1-3-25-15,-2 2-8 0,0-3-3 0,0 1-3 16,0-5-24-16,3-1-9 0,-3 0 31 0,3-2-33 16,-3-2 15-16,3-4-17 0,1-2 9 15,-1-2-12-15,3 0-5 0,-2-6-3 0,-1 0-23 16,0-2 5-16,1-4-5 0,-5-4-5 0,1 2-75 15,0-1 6-15,0 2 8 0,-4 2 15 16,1 1 5-16,-1 0 0 0,0 3 7 0,1 0-20 16,-1 5-5-16,-3-1 8 0,3 5-3 0,0 0 6 15,-3 4 9-15,0 0 1 0,0 0-9 0,12 10 6 16,-9 2 3-16,4-1-3 0,-4 6 25 16,3 5 1-16,2-2 5 0,-1 3-6 0,-1 2 8 15,-2 0 3-15,6 4-18 0,-6-4 15 0,5 3 3 16,-5-6 5-16,-1 2 0 0,1-2-5 15,-4-4 23-15,0 3-29 0,0-3 11 0,0-7 10 16,-1 3 47-16,-2-1-16 0,0-1 30 0,0-1-51 16,-1-1 32-16,-5-2 1 0,-2-1-9 0,4 0-16 15,-6 0 5-15,2-4 5 0,-2 3-12 16,-2-5-16-16,2 0 3 0,-1 1 7 0,1 1-5 16,-1-2-12-16,0-1-29 0,1-1-20 0,2 1-13 15,1-3-49-15,3 1-81 0,-4 1-57 16,2-2-176-16,5-1-454 0,1 1 85 0,0-2 59 15,3 5 79-15,3-11 64 0</inkml:trace>
  <inkml:trace contextRef="#ctx0" brushRef="#br0" timeOffset="-77532.45">22026 5236 975 0,'0'0'366'0,"4"-7"-36"0,3 6-28 0,-3-2-38 15,3-2-29-15,-1 2-12 0,1 2-26 0,0-4-10 16,0 4-28-16,3 0-3 0,-3 1-18 16,4-2-10-16,1-1-8 0,-5 3-20 0,4 3-13 15,-1-1-13-15,0-1-2 0,1 5-8 16,-4-2 0-16,3 2-10 0,-4 2 15 0,5 1-18 15,-4 2 5-15,-1 1-5 0,-2 0-2 0,-1 3-13 16,1-1 7-16,-1 1-4 0,-2-1-6 0,-2 1 21 16,1 0-29-16,-3-2 14 0,-4 1-6 0,7-3-15 15,-4 2-8-15,1-4 16 0,0 1 5 16,3-3-26-16,-4 1-5 0,1 0 36 16,3-4-29-16,-3 1 44 0,3-5-2 0,0 8-5 0,0-8 4 15,3 8-12-15,-3-8-5 0,7 1-6 16,-7-1-2-16,9 1-5 0,-9-1 16 0,11 2-4 15,-4-2-12-15,-3 4-2 0,5-4 7 0,-1 3-11 16,-1-1 9-16,3 2-6 0,0 2 6 0,-3-2-19 16,0 2 21-16,-1 2 8 0,1-1-10 15,0 2 9-15,-3 0-2 0,-1 0-15 0,1 0 10 16,-4 1-15-16,-1 0 5 0,-2 2-59 0,-3-1-13 16,-2 3 46-16,1-3-33 0,-3-2-8 15,0 0 64-15,-4 0-53 0,1-2 51 0,-4 1-6 16,-1-2-2-16,1-4-15 0,-3 4-36 0,0-5-47 15,-1 3-2-15,-3-1-40 0,-4 0-109 16,-3-3-214-16,4 1-456 0,0 2 138 0,3-3 52 16,-6-3 79-16,-1 2 74 0,3-1 49 0</inkml:trace>
  <inkml:trace contextRef="#ctx0" brushRef="#br0" timeOffset="-76648.94">20592 7365 990 0,'0'0'328'0,"0"0"-39"16,-8-5-23-16,8 5-23 0,0 0-23 0,0 0-10 15,0 0-20-15,-4-3-16 0,4 3 15 0,0 0-27 16,0 0-1-16,0 0-5 0,1-7-23 15,-1 7-20-15,3-8-16 0,0 2 0 0,1-1-10 16,0 3-13-16,3-5-2 0,-1-3-8 16,1 1-18-16,3 0 11 0,-3-3-14 0,3 3 18 15,-3-4-17-15,3 1 15 0,-3 1-26 0,0-2-15 16,1-1 26-16,-2-1-1 0,-2 1-20 0,2 0-10 16,-3-1 13-16,1 2 2 0,-4 2-8 15,3-1 13-15,-3 3-4 0,0-1-12 0,0 1-6 16,-3 3 2-16,3 2-13 0,-4 2-6 0,1-2 22 15,-3 5-6-15,6 1 0 0,-21 8 3 0,11-4 0 16,-4 8-5-16,-3 0 2 0,3 6-3 16,1 1 4-16,-5 2-11 0,8 0 7 0,-3 0 4 15,5 1-9-15,1 2-7 0,-2-5 13 0,8 3-6 16,-2-5 3-16,3 1 6 0,3-1-6 16,1 1-3-16,2-2-2 0,1-1 0 0,4-3 16 15,-1 1-19-15,3-4 11 0,2-1-6 0,1 0-4 16,5-3 15-16,-1-1-6 0,0-1-2 0,1-3-25 15,0 1-13-15,-1-2-8 0,4 1-41 16,-3-3-21-16,0 2-50 0,-4-6-60 0,3 1-135 16,-3 3-496-16,0-1 40 0,-3 0 67 0,-3-3 69 15,-1 0 69-15</inkml:trace>
  <inkml:trace contextRef="#ctx0" brushRef="#br0" timeOffset="-76265.85">20947 7182 842 0,'0'0'322'16,"-7"10"-7"-16,4-3-31 0,-1 1-100 15,4 2-7-15,-3-1-18 0,3 1-11 0,0 4-25 16,3-3-8-16,-3 3-7 0,3-3-16 0,1 3-8 16,-1-3-7-16,4 3-5 0,-4-3 7 0,5-3-12 15,1 2-21-15,-2-3 5 0,0 0-2 16,4 0-8-16,-1-4 0 0,3-2-6 0,-2-1-14 15,2 0-3-15,-2-1 5 0,2-2 5 0,-3-5-20 16,4-1 10-16,-4 1-13 0,0-7 18 16,-2-1-18-16,-2 0-10 0,1-4 23 0,-4-2-6 15,1 2 22-15,3 0-14 0,-7 2-17 0,4 0 48 16,-4 4 0-16,3 2-15 0,-3-1 2 0,3 2-2 16,-3 4-13-16,0 3 0 0,0-2 16 0,0 6-14 15,0 0-2-15,0 0-2 0,0 0-3 16,4 24 5-16,-4-13-10 0,3 3-1 0,-3-2-1 15,0 8 1-15,0-3 1 0,3 0-10 16,-3 3-29-16,4-2-30 0,-1 3-29 0,1-2-30 16,0 3-67-16,2-2-91 0,1-4-332 0,-1-2-147 15,2 2 53-15,-1-8 103 0,2-4 48 16</inkml:trace>
  <inkml:trace contextRef="#ctx0" brushRef="#br0" timeOffset="-75998.97">21469 6751 895 0,'0'14'279'16,"0"-1"-33"-16,0 7-23 0,0 1-13 15,1 6-11-15,-1 2-12 0,3 6-13 0,0 5-5 0,1 9 54 16,3 2-36-16,-1-1-8 0,-2 0-18 15,-1-10-2-15,4-4-26 0,-4-1-13 0,5 4-15 16,-5-4-7-16,4-1-6 0,-1 0-3 16,1-2-20-16,-3-6-5 0,3 3-20 0,-1-4-24 15,-2-5-45-15,-1-2-39 0,1-3-46 0,3 0-49 16,-1-6-146-16,-2-1-511 0,3-5 53 16,-1-2 59-16,-6-1 82 0,15-8 54 0</inkml:trace>
  <inkml:trace contextRef="#ctx0" brushRef="#br0" timeOffset="-75182.23">21747 6943 1182 0,'0'0'317'0,"0"-7"-25"0,0 7-23 15,0 0-56-15,-1-2-9 0,1 2-17 0,0 0-23 16,0 0-8-16,0 0-28 0,0 0-10 0,0 0-6 16,0 0 1-16,0 0-23 0,0 0-14 0,0 0 4 15,0 0 2-15,4 16-11 0,-4-12 9 16,3 3-3-16,-3-1 4 0,3 1 1 0,-3-3-20 16,4 4-16-16,-3-1 2 0,-1 1 9 0,3 0 4 15,-3 0-20-15,3 1 3 0,0 1-8 16,-2 3-13-16,2-3 7 0,-3-1 1 0,3 5-8 15,0-3 13-15,-2 3-21 0,2-4-61 16,0 2 8-16,-3 1 15 0,5-2 5 0,-2 2 0 16,0-1-5-16,0-4 8 0,1 6-9 0,-1-5 7 15,3 0 11-15,-2 1 12 0,0-3-6 0,0 0-6 16,2 1 14-16,-2-1-10 0,-1-3 7 16,3 1-5-16,-2-4 5 0,3 1 8 0,0 3 7 0,0-4-12 15,-7-1-8-15,17 0 5 0,-10-4 5 16,3 1-7-16,4 1 2 0,-4-3 0 0,3 1 0 15,-2-3 3-15,2-1-16 0,1-1 11 16,-4 1 2-16,0-6-10 0,1 4-1 0,-4-1 4 16,3-4-3-16,-4-1-3 0,-1-1 3 0,1 0 2 15,-3 1-9-15,-2-2 9 0,2 2 3 16,0 0 5-16,-3 3 11 0,0 1-11 0,0 2 0 16,0-3 2-16,0 5 4 0,0-2-1 0,0 3-8 15,0 0-2-15,0 3-5 0,0-4 3 0,0 2-3 16,0 6 0-16,-3-7-1 0,3 7 14 0,0 0-8 15,0 0 3-15,0 0 2 0,0 0-13 16,0 0 11-16,-10 15 4 0,7-6-2 0,2-1-2 16,-3 5-6-16,4-3 6 0,0 0 0 0,-3 5 2 15,3-3-5-15,0 3 2 0,0 2 1 16,0 4 5-16,3-3-3 0,-3 1-3 0,4 4 6 16,-3-3-8-16,2 5 10 0,0-1-5 0,1 1 11 15,-1-2-9-15,3 2-12 0,-5-1 10 16,2 0 6-16,0-6-6 0,1 1-3 0,-4 3 3 15,3-4 3-15,-2-1 5 0,-1 1-13 0,0-3 13 16,-1 0 7-16,-2-3-10 0,-1 0 18 16,-2-1-2-16,2-1-18 0,-2 0 10 0,-4-2-3 0,2-1-5 15,-2-1 18-15,-3 1-20 0,-1-6 5 16,0 2 5-16,0-3 5 0,-2 1-5 0,-2 2-5 16,2-2-3-16,-2-1-8 0,1-1 9 0,0 1-14 15,3 0-7-15,0-3-29 0,-3 3-12 16,7 0-13-16,0 3-43 0,3-6-95 0,-3 3-103 15,3-1-156-15,3 1-391 0,4 0 117 0,-3-4 29 16,3-3 66-16,0 7 84 0</inkml:trace>
  <inkml:trace contextRef="#ctx0" brushRef="#br0" timeOffset="-74748.96">22161 7233 1197 0,'0'0'361'0,"0"0"-33"16,0 0-29-16,10 9-30 0,-7-1-20 0,0 0-17 16,-3 1-34-16,4 2-9 0,-1 2-7 0,4-3-24 15,-3 4-27-15,-1-3-11 0,3 3-2 0,-2-1-21 16,2-1-5-16,-2-2-7 0,3-2-13 16,-3 1 4-16,3 0-17 0,-1-2 5 0,1-4-7 15,0 3-9-15,0-5 14 0,3-2-4 0,-10 1-1 16,17-6-21-16,-7 3 12 0,-3-6-14 0,4-4-6 15,-1-2-64-15,-1-3-8 0,-1-6 1 16,-1 3 20-16,-1-2-3 0,-2-1 13 16,-1 6-7-16,1 1 40 0,-1 1-7 0,1 2-10 0,-1 2 2 15,1 3 3-15,-4 1-16 0,3 1 0 16,-3 6 8-16,0 1 3 0,0 0 4 0,0 0 1 16,10 19-10-16,-10-5 2 0,6 3 0 0,-5 0 23 15,6 7-11-15,-3 1 1 0,-1 1 5 16,0 6-5-16,4 0 0 0,-4-1-8 0,5 1 5 15,-2 0 11-15,-2 0 2 0,2-3-13 0,-2-4 8 16,2-2-16-16,-6-1-9 0,4-6-14 0,-1-2 13 16,-2-2-25-16,2 1-33 0,-3-1-1 0,-3-4-120 15,3-5-74-15,-4 3-504 0,-3-3-59 16,0-3 68-16,0 0 73 0,-3-4 69 0,-7-4 61 16</inkml:trace>
  <inkml:trace contextRef="#ctx0" brushRef="#br0" timeOffset="-72232.52">22926 13 335 0,'0'0'146'16,"0"0"-26"-16,-1-3-20 0,1 3 0 16,0 0-13-16,0 0 0 0,0 0-10 0,0 0 2 15,0 0-2-15,-13 11-6 0,10-5 16 0,3 5-15 16,-3 2 0-16,2 3 17 0,-2 3-9 15,0 1 2-15,3 2 2 0,-4 5 13 0,4-2-28 16,0 1 3-16,-3 4 7 0,6 0-17 0,-3 5 20 16,4-1-5-16,1 1-6 0,-3 1-9 0,7 11 12 15,-2 2-23-15,4-1-7 0,-1 0 2 16,0 2-3-16,4 0-4 0,0 2-1 0,0-2 13 16,2 0-15-16,-1 0 10 0,-2-2-8 15,4 4 9-15,-3 0-19 0,0 2-5 0,2-2 18 16,-2 3-18-16,-4-1 7 0,3 0 11 0,-1 1 0 15,-2 0-2-15,-1 0-14 0,5 0 1 16,-4 0-3-16,0-1-5 0,-2-2 2 0,2 1 6 16,0-1 7-16,1 1 8 0,-1-2 54 0,0 1-8 15,1 1-20-15,-1 1-6 0,-1-3-5 0,-1 5-10 16,2 0-5-16,0-3-7 0,-3 0 22 0,4-1-23 16,-2-2 6-16,-2-2-4 0,4 1-9 15,-1-4-3-15,-3-7 13 0,6 8-92 0,-2 0 12 16,2-5 8-16,-2-3-7 0,-1-5 22 0,4 11-7 15,2-2 10-15,-6 0 0 0,5 1 0 16,1 0 11-16,-5-6-1 0,2 4-13 0,1-4 14 16,-7-3 9-16,3-2-2 0,4 11 8 0,-4-6-21 15,0-2 23-15,-2 8 1 0,2-4-22 16,0-6 27-16,-4 1-11 0,2-1-10 0,-1 1 10 16,-1 1 0-16,1 0 10 0,-1 3-7 0,2-4 7 15,-2 1 3-15,-2 1 0 0,3 13-10 0,-1-9-13 16,-2-5 10-16,0 2 15 0,2-2-17 0,-2 0 23 15,-1-1-19-15,3 3 11 0,-1-2-13 16,3 14 16-16,-3-7-26 0,2-8 7 0,-1 1 3 16,2 13 3-16,-1-7 10 0,4 5 10 15,-3 1-10-15,3 1-18 0,-1-3 3 0,0 0 25 16,-2-6-21-16,1-6 9 0,-2 0-3 0,1 2-3 16,2-2 0-16,0 13-15 0,-1-10 7 15,-1-2 4-15,-1 0 1 0,0 0 9 0,-1-1-11 16,5 14 2-16,-1-6 4 0,-3-8 4 0,-1 3-7 15,2-3-6-15,1 2 19 0,1 11-26 0,-2-6 10 16,-1-9 0-16,3 15 10 0,1-9-2 0,-5-4 2 16,4-1-4-16,-3 0-1 0,1 1 10 15,4 0-7-15,-5-1 3 0,3-1-19 0,5 14 18 16,-4-9 3-16,-2-5-13 0,1-2 6 0,3 1-4 16,-5 2 3-16,5-3-2 0,-3 3 0 0,5 10 10 15,-2-9-23-15,-2-2 12 0,2 0 4 16,4 9-6-16,-3-5-3 0,-4-5 11 0,1 1-13 15,2-4 15-15,1 5-2 0,-4 0-8 0,6 10 0 16,-5-9-22-16,-1-5 19 0,4 3 13 0,-4-2-7 16,0 1 10-16,-3-4-8 0,4 5-7 15,-1-5 10-15,0 2-16 0,1 2 41 0,-1-4-17 16,0 0-8-16,0-1-6 0,-3-1 11 0,3 2 3 16,1-3-11-16,-4-4 0 0,2 1 8 0,-2-1 5 15,1-2-25-15,-2-3-1 0,1-1 18 16,-1 1-12-16,2-3 5 0,-3-1 5 0,0-2-3 15,1 3-3-15,-2-5 4 0,2 1-9 0,-1 1 8 16,-2-2 1-16,1 0 4 0,2-1-17 16,-3 1 2-16,0-4-16 0,-2 3 6 0,2-3-26 15,0 1-18-15,-3 1-28 0,4-1-20 0,-4-3-98 16,1 6-125-16,-1-6-583 0,0 0 117 0,0 0 82 16,0 0 66-16,-25-8 49 0,11 3 54 15</inkml:trace>
  <inkml:trace contextRef="#ctx0" brushRef="#br0" timeOffset="-64084.15">23626 470 637 0,'0'0'205'0,"-3"-9"-6"0,3 4 80 0,-3 0-23 16,3 0-10-16,0 5-28 0,-3-10-9 0,2 5-9 16,-2 1-23-16,0-2-83 0,0 2-17 0,-2 0 8 15,-1 1-3-15,6 3-21 0,-10-4-5 16,6 3-4-16,4 1-1 0,-20 1-8 0,7 4 1 16,1 1-8-16,-1 3-1 0,-4 1-6 0,0 0 17 15,0 5-5-15,4 1-16 0,-5 1-4 16,5-1-1-16,-1 2-4 0,4 0-9 0,3-3 14 15,-1 1-3-15,2-1-16 0,3 1 3 0,2-3 6 16,1 1-4-16,0-3 9 0,1 3-1 16,2-4-18-16,7 0 8 0,-3-2 3 0,3-2 8 0,1-2-1 15,2 0 5-15,1-4-9 0,0 1-1 16,2-2 5-16,-1-5 6 0,1 4-9 0,2-6 1 16,-5 0 0-16,4 0-8 0,-4-2 3 0,-1 0 7 15,-2-2 1-15,4 1-14 0,-5 0 16 16,-2 1 0-16,0 2 5 0,1 1 0 0,-2 1-8 15,-2 1-12-15,-1 1-23 0,0-1 17 0,-3 5 0 16,0 0-2-16,0 0 13 0,0 0-11 16,7 12 6-16,-4-4-8 0,-3-1 0 0,0 1 15 15,3 2 0-15,1-1-7 0,0 1-8 16,-1 0 2-16,1 0-2 0,2-2 5 0,1 0 5 0,0 2-10 16,6-2-3-16,-3-1 8 0,5-2 0 0,-2 0-2 15,5-3-11-15,1 1 15 0,-4-3-14 16,8-1-1-16,-6-1 3 0,1-1-8 0,1-2 13 15,-1-1 10-15,-1-2-23 0,-3-1 10 0,-1-1 3 16,3-2-5-16,-5-4-8 0,1 0 5 16,-6-1 8-16,1-1-5 0,1-4 7 0,-5 0-2 15,0-3 2-15,-3 0-2 0,-3-3 5 16,3 3-7-16,-2 0 12 0,1 4 0 0,-1 2 10 16,-1 1-15-16,0 5-10 0,3 1-18 0,-3 5 15 15,2 3-2-15,-2 3 2 0,3 1 5 0,0 0 1 16,-3 15 12-16,0-4-8 0,2 2-2 0,1 2 2 15,-3 2 9-15,3 1-9 0,0 0-12 16,3 0 17-16,-2 2-2 0,-1-1-5 0,3-1-5 16,0 0 10-16,-3 0 2 0,4-1-14 0,-4-2 1 15,3-3 1-15,0 0 23 0,-3-2-5 0,5-1 9 16,-4-2-4-16,1-1 8 0,1-2-11 16,0-2 23-16,-3-2-12 0,7 2-6 0,-7-2-10 15,10-7 5-15,-2 2 3 0,-2 2-10 0,1-4-11 16,3 0 11-16,0 3-1 0,-3-2-4 15,3 4-6-15,0-3 11 0,1 4-9 0,-1 1 4 16,0 0-3-16,4 1-5 0,-1 2 12 16,1 1-4-16,-2 5-1 0,-4-3-2 0,6 2-3 0,-7-1-2 15,3 2-3-15,-2 0 3 0,-5 2 7 0,3-2 8 16,-5 0-7-16,2 3 10 0,-3-1 2 16,-3 0 5-16,-4 1 11 0,2 0-11 0,-7-1-10 15,1 0 16-15,-3-1-8 0,1 0 10 0,0-2-8 16,-2-1-15-16,4 1 28 0,-5-2-15 15,6-1 23-15,3-1-26 0,-3 1 23 16,3-1-2-16,1-1 7 0,2 0-27 0,4-3-1 0,0 0 8 16,0 0-11-16,0 0 6 0,0 0 3 15,0 0 7-15,17-16-16 0,-3 7-4 0,3-4 5 16,3 2 4-16,4-5-7 0,0-3 67 16,3 0-8-16,8-8-8 0,-1 2-7 0,-6 5-5 15,-2-1-1-15,5-6-4 0,-4 4-4 0,-6 4-9 16,-3 0 0-16,-2 3 2 0,-1 0 8 0,-5 2 12 15,2 4-38-15,-4 1 19 0,-4 1-4 0,2 0-9 16,1 0-9-16,-4 3 3 0,0 1 6 0,-2 1-1 16,-1 3-7-16,0-3-6 0,0 3-2 15,0 0 3-15,-1 12-11 0,1-6 8 0,0 1 3 16,1 3-8-16,-1 2 10 0,3 1-5 0,4 3-8 16,-3 1 8-16,2 0 0 0,-2 4 0 15,5-1-2-15,-1 2 7 0,-4-2 5 0,2 1-13 16,1 0 6-16,-4 1-3 0,4-4-8 0,-6 0 8 15,2-1 11-15,-3-2-9 0,-3 3 8 0,2-3-7 16,-3 2 7-16,-2-4 18 0,2 0-28 16,-5-1 0-16,2-2 13 0,-4 0-13 0,4-3 13 15,-1 1 2-15,-4-3 3 0,2-1 0 0,0-3 8 16,-1 3-1-16,1-3-7 0,0-2-20 0,-4 1-1 16,4-2-38-16,0 0 10 0,2 0-33 0,-2-1-43 15,4 0-57-15,-1 1-87 0,3-2-110 16,3 2-414-16,1 2-19 0,1-9 67 0,3 7 62 15,3-4 61-15</inkml:trace>
  <inkml:trace contextRef="#ctx0" brushRef="#br0" timeOffset="-63617.06">25356 310 1116 0,'-6'-5'312'0,"6"1"-33"0,0 4-31 0,-7-3-20 16,7 3-28-16,0 0-14 0,-18 5-14 0,9 2-29 15,2 0 1-15,-4 3-19 0,4 1-10 16,-3 1-10-16,1-1-20 0,-2 1-16 0,4 1 0 15,0-1-5-15,1 1-8 0,4-3-17 0,-1 2-4 16,0-1-6-16,0-2-4 0,3 1 3 16,0-3-2-16,3 0-3 0,0 1 0 0,2-4 3 15,1 2-1-15,4-3-4 0,-3 0 2 0,4-3-5 16,-2 0 2-16,2-1 3 0,0-3 0 16,-1 0 5-16,1-2-7 0,-2 0-6 0,-2-3 13 15,-1 1-10-15,-2-3-10 0,-1 1 17 0,1-1-9 16,-5 0 2-16,-2 1-11 0,0 0-7 0,0 1 8 15,-4 1 5-15,-3 1-8 0,-1 2 0 16,1 0 8-16,-4 2-13 0,1 3-8 0,-1-2-17 16,-3 4-32-16,4 1-17 0,2 1-18 0,1 1-31 15,-4 0-53-15,7 1-75 0,2-1-80 16,0 0-78-16,5 2-356 0,0-2 114 0,5-2 50 16,-3 0 61-16</inkml:trace>
  <inkml:trace contextRef="#ctx0" brushRef="#br0" timeOffset="-63384.18">25683 250 1174 0,'0'0'333'0,"0"0"-31"16,0 0-30-16,0 0-17 0,0 0-6 0,-8 20-21 16,4-7-34-16,-3 4-7 0,-3 3-8 15,0 2-2-15,-1 5-21 0,1 0-28 0,-3 5-64 16,-2 10-15-16,-5 1 9 0,7-1-12 0,-1-1 16 15,-3 4-19-15,3-3-9 0,-3 1 14 16,4 0-12-16,2-7 5 0,4-3-8 0,-1-1 6 16,-1-1-19-16,5-1-9 0,-2-3-32 0,3 0-43 15,3-1-28-15,-1-1-138 0,-2-4 2 0,3-2-266 16,4-3-300-16,2-2 80 0,1-6 59 0,0-2 61 16</inkml:trace>
  <inkml:trace contextRef="#ctx0" brushRef="#br0" timeOffset="-63033.88">25698 823 1141 0,'0'0'318'0,"0"0"-32"0,0 0-30 0,0 0-28 16,0 0-10-16,8 13-34 0,-5-8-10 16,0 0-23-16,-3 0-13 0,4 0-5 0,-1 0-18 15,0-2-10-15,3 3-2 0,-1-5 2 0,1 4-23 16,-2-3-6-16,3 1-4 0,2-2-10 15,-9-1 17-15,15-1 3 0,-6 0-39 0,-2-3 32 16,4-1 14-16,-4 0-15 0,-1-1-2 0,-2-2 5 16,6 0-18-16,-6-1-11 0,-4 0 4 15,3-1-42-15,0 1-10 0,-3 2 13 0,-3-2-6 16,3 3 1-16,-3-2 0 0,0 2-11 0,2 1-5 16,-6 2 8-16,0-2 13 0,-2 3 0 15,2-1-18-15,-1 2 10 0,-2 0-15 0,10 1 7 16,-21 2-7-16,11 1-16 0,0-1 6 0,0 1-36 15,0 0-14-15,0 2-32 0,3-3-26 0,0 3-23 16,3-1-49-16,1 1-38 0,3-2-84 16,0 1-326-16,0-4-79 0,7 6 49 0,4-4 71 15,-11-2 42-15</inkml:trace>
  <inkml:trace contextRef="#ctx0" brushRef="#br0" timeOffset="-62617.87">26502 530 1049 0,'4'-7'397'16,"2"4"-44"-16,0-4-48 0,-2 2-26 15,2 0-23-15,-1-2-26 0,2 2-25 0,-1-1-13 16,-2-2-29-16,2 2-19 0,0-2-16 15,-1 0 25-15,0-1-17 0,-3 1-23 0,1 0-13 16,0-1 12-16,-3 1-20 0,0 1-5 0,0 1-2 16,-3-2-24-16,0 4 6 0,2-3-3 0,-5 3-5 15,0 2-16-15,-2 0 3 0,8 2 8 16,-20 5-8-16,6 2-5 0,0 0-3 0,0 3 6 16,-2 1-13-16,2 2-6 0,3 2 3 0,1-1-12 15,0 0-6-15,0 3 3 0,3-2-8 16,0 1 3-16,7-2 4 0,-1 1-4 0,2-1 2 15,-1-3-5-15,4 3 6 0,3-3 4 0,-1 3-5 16,4-3 6-16,4-2-19 0,0-1 3 0,6 0-3 16,1 2-40-16,-4-5-8 0,4-3-90 15,0-1-18-15,-2 1-69 0,2-2-68 0,-4-3-559 16,3 0 30-16,-2-4 57 0,-2 0 100 0,-5-3 49 16,3-5 51-16</inkml:trace>
  <inkml:trace contextRef="#ctx0" brushRef="#br0" timeOffset="-62300.71">26820 411 778 0,'0'0'235'16,"0"0"-15"-16,-3 25-23 0,3-15-17 0,0 2-19 15,-1 1-8-15,-2 4 68 0,3 1-32 0,0 1-10 16,0 0-13-16,0-2-20 0,0 3-5 16,0-3-26-16,0 2-15 0,0 0-8 0,-3-3-12 15,3-4-6-15,-4 1 3 0,8-2 40 0,-8 1 11 16,4-5-5-16,0-1 13 0,0 1 18 0,0-7-19 15,0 6-4-15,0-6-24 0,0 0-2 0,0 0-10 16,0 0-18-16,-7-16 7 0,7 4-22 16,0 2-4-16,-3-5 12 0,3-2-22 0,0-3-9 15,0 0-4-15,0-2-4 0,3-3 13 16,0 0-8-16,1 1-3 0,0 0-10 0,2 1 5 16,-5 5-5-16,5 1-5 0,0 0-8 0,-2 2-10 15,2 1-2-15,-1 3-14 0,2 2-53 16,-1 0-13-16,1 2-33 0,-1 2-44 0,2 1-51 15,-1 2-45-15,3 1-58 0,1 1-84 0,-2 0-406 16,1 1 30-16,1 0 53 0,-1 0 83 0,0 0 61 16</inkml:trace>
  <inkml:trace contextRef="#ctx0" brushRef="#br0" timeOffset="-61467.64">27039 385 499 0,'6'6'202'0,"-3"-1"-13"0,1 4 1 16,0-1-14-16,-1 4 3 0,1-2 19 15,-1 1 24-15,0 1-7 0,1 3-15 0,-1 1-3 16,0 1-15-16,1-2-24 0,0 2-9 0,-1-2-16 15,-3 1-13-15,5 0-12 0,-4-3-16 16,0 0 0-16,-1 1 0 0,0-3-12 0,0 1-6 0,3-2 10 16,-3-1-15-16,0 0 29 0,0-3 25 15,0 0-13-15,0 0-11 0,0-6 29 0,0 6-33 16,0-6 13-16,0 0-26 0,0 0 2 0,0 0-12 16,-4-17-8-16,3 7-23 0,-1-2 12 15,2-3-9-15,-3-1-1 0,3-3-7 0,3-1-5 16,-3 0 2-16,3 1-2 0,-2-2 0 15,2 3-8-15,0-1 2 0,1 0-4 0,5-1-11 16,-4 3 8-16,4 0-15 0,-2 2-6 0,0 3-10 16,4-1 11-16,2 1-1 0,-3-1-7 0,1 4 7 15,2 1-2-15,1 0 10 0,-2 5-18 16,-4 0-2-16,3 3-5 0,2 0 9 0,-3 3-4 16,1 5-3-16,-1 1 16 0,0 2-21 0,-2 3 25 15,1-3-7-15,-5 4-3 0,3 2 1 0,0 0-9 16,-3-1 11-16,2 1 10 0,-1 1-5 15,-3 1 3-15,6 0-3 0,-5-2 5 0,3-1-18 16,1 1 11-16,0-1-21 0,2-3 15 0,-1 0-10 16,2-1 3-16,0-2 15 0,1-1-13 15,-1-3 15-15,0-2-20 0,1 0 8 0,-2-3 8 16,-2-2 9-16,4-2-9 0,-4-2 7 0,-1-1-15 16,1-5 12-16,-4 1-15 0,2-3 6 0,-5-3 4 15,0-1 1-15,-5-2-6 0,2-1 18 16,0 1 8-16,-1 0 3 0,-2 2-9 0,4-1 6 15,-7 1-5-15,5 2 8 0,-2 1-11 0,2 3 5 16,1 0-7-16,0 2-8 0,0 0 10 0,2 2-10 16,-2 0 3-16,3 0-19 0,0 1 1 15,0 1 0-15,3-1-3 0,1 3 5 0,2-2 3 16,1 2 2-16,0 0 0 0,4 1-2 16,-1 0 5-16,1 2-3 0,2 1 3 0,0 0 5 15,1 2-2-15,1 2-1 0,-2 2-2 0,0 1-3 16,4 1-5-16,-3 2 21 0,3 3-13 0,-2 1 5 15,-2 0 0-15,0 1 5 0,0 2 0 16,-2-1-7-16,-1 2-1 0,-3-3 8 0,0 2-2 16,0-1-3-16,-4-2-5 0,4-1 17 0,-4-1 4 15,0-1 2-15,-1-2-13 0,-1 0 26 0,0-2-3 16,-1 0 5-16,4-1 10 0,-4 0 6 16,3-1-54-16,-3-2-8 0,0-4-12 0,0 0 2 15,0 0 15-15,0 0-31 0,0 0 27 0,0 0 7 16,-7-19-6-16,7 6 6 0,4-2 0 15,-4-3 5-15,3-6 0 0,1-2-2 0,2-4-4 16,1-3 1-16,4 1-2 0,-2-1 9 0,1 1-4 16,2 1-4-16,-1 3-11 0,-3 5 17 15,3 2 0-15,-4 5-8 0,-1 3-5 0,-2-2-5 16,4 5-7-16,-6 2-19 0,5 3-2 0,-3 3-41 16,-4 2-18-16,0 0-51 0,0 0-11 0,-4 19-163 15,-7-5-358-15,-8 6-113 0,-15 6 53 0,-8 0 77 16,-20 7 73-16,-12-3 60 0</inkml:trace>
  <inkml:trace contextRef="#ctx0" brushRef="#br0" timeOffset="-60566.21">24321 757 542 0,'0'0'187'0,"0"0"-5"0,0 0-8 15,10 7 2-15,-7-4-19 0,-3-3 4 0,15 4-8 16,-4-2-4-16,-3 1-13 0,7-2 15 16,-2 2-11-16,4-1-32 0,3-1 17 0,1 2 8 15,3-1-23-15,4 1-10 0,4-2 0 0,0 3-31 16,2-2 0-16,4 1-2 0,3 1-8 15,3-1 56-15,-3 2 5 0,4-4-12 0,14 5-14 16,5-3-9-16,-5 1-16 0,2 0 8 0,-7-4-3 16,11 1-7-16,1-1-16 0,2 0 0 0,-3-1 3 15,3 0 17-15,0-2-1 0,1-1-9 16,-1 1 0-16,1-1-9 0,10-1-101 0,-2 0 23 16,16 0-9-16,2 0 27 0,1 0-5 0,-2 0-7 15,-3-3 17-15,-12 5-5 0,16-2-2 16,-2-2 5-16,5 1 0 0,1 0 5 0,2-1 5 15,1 1 0-15,0-2 3 0,4-1-3 0,-4 1 10 16,-2-3-10-16,0 3 0 0,0 0 3 16,0 0-3-16,-1 1-7 0,-6 0 4 0,-1 0 3 15,-13 1 11-15,-4 0-21 0,-1 0 15 0,-7 2-5 16,4 0 5-16,-9-1-10 0,-1 0 0 0,-10 1-2 16,-10 0 12-16,-3 2-8 0,-7 1 1 15,2-3 7-15,-5 3-17 0,-4-1 12 0,-3 1-56 16,-4 0-70-16,-3 1-17 0,-4 1-23 0,-4-1-154 15,-6 3-537-15,0-3 112 0,-19 3 92 16,-3-1 49-16,-13-1 51 0</inkml:trace>
  <inkml:trace contextRef="#ctx0" brushRef="#br0" timeOffset="-59751.86">23576 1217 783 0,'0'0'207'16,"0"-4"-12"-16,0 4-26 0,0 0-18 0,0 0 5 15,0 0 0-15,3 19 64 0,0-6-15 16,1 3-26-16,2 5-2 0,-2 3-21 0,3 6 2 0,3 3-14 16,0 11-9-16,0 6 14 0,1-3-26 15,-1 3-11-15,0-2-7 0,1 2 5 0,2-1-10 16,1 2 0-16,-4-2-8 0,3 0-12 16,0 0-16-16,-2-2 2 0,-1-1 1 0,2 0 4 15,-1-9-17-15,-6-4-13 0,6 1 10 0,-4-2-5 16,3-1-10-16,0-3 10 0,-3-3 11 15,-1-1-29-15,-2-2 2 0,3-3 4 0,0-2-1 16,-3 0 10-16,-1-4-12 0,0-1-5 0,3-4-6 16,-5 4-2-16,2-6-2 0,0 1-29 0,-3 0-23 15,5-2-90-15,-5-3-163 0,0-2-609 16,0 0 40-16,0 0 113 0,3-15 88 0,-3 3 58 16,-3-1 48-16</inkml:trace>
  <inkml:trace contextRef="#ctx0" brushRef="#br0" timeOffset="-59251.05">24167 1575 808 0,'3'-5'351'0,"-2"-1"-26"0,-1 2-23 0,3-1-41 16,0 0-23-16,2-1-18 0,0-2-20 16,-2 2-31-16,2-3 0 0,1 1-23 0,-2 0-90 15,2-1-2-15,-2 1 28 0,-1-2 2 0,0 2-22 16,3-1 2-16,-4-1-11 0,1 0-6 0,-3 0 1 15,3 4 6-15,-3-2 15 0,0 1-36 16,0 0 11-16,0 2-11 0,0-1-18 0,0 6 9 16,-3-7 1-16,3 7 11 0,0 0-18 0,-18 7 2 15,9-1 11-15,-1 6-26 0,-2-1 8 16,-1 6-8-16,-1 0 13 0,1 1-10 0,3 4-1 16,-1-3 1-16,1 5 5 0,4-4 2 0,-2 2-5 15,4-1-10-15,3-1 8 0,-1-2 2 16,2 0 1-16,3 1-1 0,-2-3-2 0,9-1 9 15,-3-1 1-15,0 3-5 0,7-4-3 0,3-1 6 16,0-4-6-16,3 3-5 0,1-4-23 16,0-1-10-16,2-5-44 0,-2 4-25 0,3-4-41 15,0-1-54-15,-4-1-31 0,1-4-97 0,0 1-10 16,1-2-438-16,-1-4 100 0,-3-2 44 0,-2-1 55 16</inkml:trace>
  <inkml:trace contextRef="#ctx0" brushRef="#br0" timeOffset="-59018.15">24571 1553 711 0,'0'-7'259'0,"0"7"4"16,-4-8-17-16,4 5-49 0,0 3-25 0,0 0-9 0,-7-3-6 16,7 3-12-16,0 0-17 0,-7 13 13 15,7-5-15-15,-3 3 2 0,3 2-23 0,-1 1-6 16,1 2-4-16,1 2-10 0,-1 1-9 16,0 0-1-16,3 0-11 0,-3 0 15 0,0 1-23 15,3-2-12-15,0 1 7 0,-2 0-13 0,-1 0 6 16,4-2-1-16,-1-2-7 0,0-1-5 15,-2 0-8-15,-1-1-28 0,3-1-10 0,0-2-34 16,-3 0-15-16,5-1-21 0,-4-2-2 0,0-1-46 16,2-2-64-16,0-1-113 0,2-2-255 15,-5-1-147-15,10-3 90 0,-4-2 62 0</inkml:trace>
  <inkml:trace contextRef="#ctx0" brushRef="#br0" timeOffset="-58701.71">24960 1078 824 0,'0'0'258'0,"0"0"-4"15,-10 23-34-15,10-11-33 0,-4 6 7 0,1 6 11 16,0 1 53-16,2 2-45 0,-2 7 2 15,0 2-28-15,-1 0-18 0,3 3 0 0,0-2-8 16,-1 4-18-16,-1 11 6 0,0-6-29 0,3-5-5 16,0-2 0-16,-3 1-15 0,3 0-5 0,3-1-18 15,-3 0 2-15,3-2-5 0,0 2-22 16,0-4 6-16,-2 1-17 0,3-3 3 0,2-1-8 16,-5-4-16-16,2-3-27 0,0-1-34 0,1-4-13 15,-1-3-69-15,0 1-33 0,1-5-39 0,0-1-107 16,5-2-512-16,-5-4 49 0,3-5 51 15,-7-1 74-15,0 0 49 0</inkml:trace>
  <inkml:trace contextRef="#ctx0" brushRef="#br0" timeOffset="-58201.09">25168 1388 724 0,'0'0'302'0,"0"0"-26"0,0 0-35 16,0 0-11-16,7 15-30 0,-3-7-8 0,0 1-23 16,-1 1-21-16,3-2-17 0,-2 2-6 15,2 2-20-15,2-1-15 0,-1-1 7 0,3 0-15 16,-1 0 0-16,2-1-23 0,2 0 2 0,-1-3-10 16,0-1-7-16,-1 0 0 0,3-2-11 15,-1-2 10-15,-2 1-20 0,2-2 3 0,-3-2 10 16,1 1-18-16,-1-5-3 0,0 1-2 0,-2-1 0 15,2-1 5-15,-4 0-11 0,1 0-4 16,0 1 7-16,-3 0-10 0,2 1-15 0,-2 2 10 16,-1-1-42-16,3 1 24 0,-6 3-5 0,0 0 5 15,0 0 16-15,8 8-6 0,-5-1 3 0,0 1-6 16,-2 2 3-16,-1 1 13 0,3 2 13 0,-3 1 0 16,0-1 15-16,0 5-2 0,0-1 15 0,0-1-18 15,-3 2 23-15,3 1 2 0,-2-1 1 16,-3-1-8-16,1-1 26 0,-6 5-24 0,6-5 29 15,-5-1-8-15,1 0-16 0,-2 0 22 0,0 1 1 16,-4 0 1-16,4-5-24 0,-3 0-14 16,2-2 17-16,-2 1-2 0,2-3-3 0,1-1 0 15,0 1 2-15,-1-1-7 0,4-1-5 0,-3-1-5 16,0-1-3-16,0 2-15 0,3-3-5 0,0 0-8 16,1 1-34-16,6-3-22 0,-14 1-70 15,14-1-42-15,-7 0-88 0,7 0-136 0,0 0-409 16,0-7 46-16,0 7 41 0,13-12 76 0,-2 5 60 15</inkml:trace>
  <inkml:trace contextRef="#ctx0" brushRef="#br0" timeOffset="-57918.66">25839 1502 1277 0,'0'0'361'15,"6"-2"-44"-15,-6 2-25 0,0 0-34 16,0 0-7-16,-3 16-23 0,0-6-31 0,2 2-2 16,-2 1-16-16,3 0-28 0,0 5-8 0,-3-2-10 15,3 3-23-15,-3 2-17 0,3-3-1 0,0 3 5 16,-1-2-18-16,1 1-15 0,0-1 0 16,0-1 18-16,1 0-31 0,-1-1-7 0,0-2 2 15,0-2-8-15,0-1-2 0,3-1-20 0,-3 1-24 16,0-2-5-16,0-1-28 0,0-2-25 0,3-1-32 15,-3-1-58-15,3-1-130 0,-2-2-457 16,5-1-86-16,-6-1 99 0,11-7 67 0,-6-1 87 16,-3-3 44-16</inkml:trace>
  <inkml:trace contextRef="#ctx0" brushRef="#br0" timeOffset="-57401.17">26071 877 1008 0,'-4'-6'333'0,"4"6"-41"0,-3-5-42 16,3 5-27-16,0 0-21 0,0 0-15 15,0 0-13-15,-3 16-7 0,3-2-4 0,0 3-9 16,3 2-11-16,0 6-7 0,1 3 20 0,-1 0-10 16,4 5-18-16,0 16-74 0,0 0-34 0,3-1 14 15,-3 1 12-15,3 1 10 0,1 0 21 0,2 3-21 16,-3-1 0-16,1-2-2 0,2 2-8 16,-3-4 11-16,1 2 1 0,2 0-9 0,-2-1-16 15,-4-9-2-15,3 5-5 0,0 0 17 0,1-9-28 16,-5-3 11-16,1-1-3 0,0 0-8 0,0-2 3 15,-1 1-18-15,-2-5 18 0,2-1-13 16,-2 0-33-16,-1 0-5 0,2-3-77 0,-5-1-97 16,0-1-354-16,-5 3-268 0,-1-6 43 0,-4-2 95 15,0-7 66-15,-8-1 54 0</inkml:trace>
  <inkml:trace contextRef="#ctx0" brushRef="#br0" timeOffset="-56695.64">23999 2911 611 0,'0'0'259'0,"0"0"-19"0,0 0-37 16,0 0 7-16,0 0-21 0,0 0-20 0,-3 16-5 15,6-4-13-15,3 3 10 0,-1 2-15 0,2 6-8 16,2 2-33-16,-2 6 15 0,9 11-15 16,-8-6 13-16,7 7-10 0,-2 3-16 0,-3 0 0 15,4 0 61-15,-1-2-17 0,-2 3-13 0,-1-11-18 16,0-2-8-16,1-2-2 0,-4 2 0 16,4-3-21-16,-3-2-3 0,0 2-1 0,-1-2-40 15,2-6-19-15,-2 0-42 0,1-4-28 0,-2-2-61 16,-3-3-72-16,4-2-85 0,-4-1-306 0,1-5-201 15,3-3 60-15,-6-2 71 0,-1-1 85 16</inkml:trace>
  <inkml:trace contextRef="#ctx0" brushRef="#br0" timeOffset="-56335.11">24426 3210 680 0,'10'-9'233'16,"-2"2"-20"-16,-1-1-31 0,-4 0-6 15,3 0-10-15,-2 1-20 0,-1-2-7 0,-3 1-14 16,4 1-10-16,-4 1-2 0,-4-2 25 0,4-1-20 16,-3 1 66-16,0 2-23 0,3 0-15 15,-4 2-7-15,1 0-19 0,-4 2-15 0,7 2-11 16,-14 0-4-16,4 3-16 0,0 3 13 0,-1 2-18 15,1 2 6-15,0 3 1 0,-1 0-9 0,2 6 0 16,2-2-19-16,0 2 6 0,0 0-11 16,4-1 6-16,-1 1-13 0,1 0 7 0,6 0-2 15,-3-4 0-15,4 3-10 0,2-1-3 0,2-3 0 16,5 1-2-16,-3-1-3 0,8-1-13 16,-5-4-17-16,8 1-39 0,3-3-59 0,0-2-46 15,-4-3-49-15,4-1-107 0,-3-1-407 0,3-2-59 16,-5-3 81-16,-1-3 73 0,-4-1 56 15</inkml:trace>
  <inkml:trace contextRef="#ctx0" brushRef="#br0" timeOffset="-56034.14">24738 3153 980 0,'0'0'304'0,"0"-7"-37"0,3 3-24 16,-3 4-18-16,0-4-35 0,0 4-6 15,8-5-28-15,-8 5 8 0,0 0-23 0,13 6-6 16,-7 0-14-16,1 0-11 0,1 1-5 0,-2 1 5 15,1 1-85-15,1 4-7 0,-6-1 13 16,5 1-6-16,-3 2-4 0,-4-1 7 0,0 3-10 16,0-5 18-16,0 3-29 0,-4 0 19 0,1 1-13 15,-1-5-3-15,2 3 11 0,-3-3-6 0,2-1 3 16,0 2 5-16,3-3 0 0,-1-4-5 16,-2 2 10-16,0 0 3 0,3-1-11 0,0-1-4 15,0-5 9-15,0 7-7 0,0-7 3 0,7 4-4 16,2-4-14-16,-9 0-8 0,15-4-26 15,-5 0-20-15,4 1-18 0,-1-1-10 0,0-2-29 16,4 2-35-16,-3-4-21 0,4 0-82 0,-1-1-64 16,0-3-429-16,3-1 76 0,-3-3 64 0,0 1 46 15</inkml:trace>
  <inkml:trace contextRef="#ctx0" brushRef="#br0" timeOffset="-55784.63">25107 2764 862 0,'0'0'241'0,"0"0"-21"0,0 0-20 15,-7 14-6-15,4-4 59 0,3 4-25 0,-3 4-10 16,2 1-18-16,1 3-14 0,0 5-6 0,0 2-17 16,0 0-14-16,0 8-11 0,0 1-10 15,0-1-5-15,1 1-18 0,-1 2-5 0,3 0-13 16,0 11 5-16,0-7-10 0,1 6-36 15,-1-7-15-15,4-5-14 0,-3-2-17 0,-1-3-12 16,1-1-40-16,-1-4-47 0,3-5-50 0,-2 0-104 16,-1-5-372-16,5-3-135 0,1-4 36 0,-5-5 79 15,3-5 61-15</inkml:trace>
  <inkml:trace contextRef="#ctx0" brushRef="#br0" timeOffset="-55334.96">25327 3100 645 0,'0'6'263'0,"1"1"-30"0,0 0-26 0,-1 1 14 16,7 0-42-16,-3 1-28 0,2-1-3 0,1 2-15 16,4-3-5-16,-2 0-12 0,2 0-12 0,0-3-4 15,2 0-5-15,0-1-11 0,4-2-9 16,-3-1-11-16,3-1-13 0,-3-2 5 0,0-1-20 15,2-3 5-15,-2 1 0 0,-3-6 0 16,3 1-8-16,-4-2-10 0,-1 0-7 0,-1-2 12 16,-4 0-10-16,2 0 7 0,1 0-9 0,-4 2 25 15,0 4-16-15,1-2-15 0,-4 4-17 0,4 1 9 16,-4 2-12-16,0 4 15 0,0 0-7 0,0 0 20 16,0 0-3-16,0 0-10 0,3 25 8 15,-3-14 5-15,0 3-3 0,0 3 18 0,3 2 6 16,-2 0-24-16,-1 2 11 0,0 0 10 15,3 1-6-15,-3-1-2 0,3 0 8 0,-3 2-10 16,-3-4 7-16,3 0 8 0,-3 2 13 0,3-4 51 16,-4-1 0-16,1 1-8 0,-2-5-15 15,-4 1 23-15,2-1-26 0,0 1 1 0,-3-8-27 16,0 6 16-16,0-7-12 0,-1 2-1 0,-2-3-10 16,3 1-7-16,-2-4-32 0,0 0-38 0,1-3-30 15,1 2-67-15,-1-3-38 0,-2-1-203 16,3 1-483-16,3-3 48 0,0 0 77 0,0-1 72 15,5 0 53-15</inkml:trace>
  <inkml:trace contextRef="#ctx0" brushRef="#br0" timeOffset="-55018.43">25816 3192 980 0,'0'0'256'0,"9"4"-13"15,-5 1-23-15,-1 0-33 0,0 2 0 0,1 1-34 16,-4 5-4-16,3-2-1 0,-3 3-12 16,0-2-16-16,-3 1-7 0,-1-1-3 0,1 2-18 15,0 1 3-15,-1-2-8 0,0-1-23 16,0-1-3-16,1-1 14 0,0-2-6 0,0 1 0 16,0-1-3-16,3-1-12 0,0 0 13 0,0-3-14 15,0 2-4-15,0-6-11 0,6 6 14 0,-1-4-4 16,-5-2-9-16,13 0 2 0,0-1-8 15,1-1-2-15,-1-2-8 0,5 1-41 0,1-2-23 16,-1 1-23-16,2-3-26 0,4 0-48 0,-3-2-95 16,3-1-212-16,-4-2-328 0,1 0 69 15,0-2 66-15,-5 1 65 0,-1-6 92 0</inkml:trace>
  <inkml:trace contextRef="#ctx0" brushRef="#br0" timeOffset="-54785.01">26153 2795 839 0,'-4'16'353'15,"5"-7"-97"-15,2 6-2 0,3 2-19 0,2 6 21 16,-1 4-51-16,3 4-18 0,4 12 15 16,2 2-20-16,-1 1-24 0,1 1-4 0,1 2 5 15,-3 1-18-15,5 1-14 0,-7 5-11 0,5-1-16 16,-4-2-16-16,1 0-10 0,-4 0-17 15,-3-6-19-15,0-8-38 0,-3-6-41 0,-1-2-56 16,-3-4-54-16,-7-2-228 0,3 0-451 0,-5-2 104 16,-1-7 47-16,-3-3 80 0,-5-5 62 0</inkml:trace>
  <inkml:trace contextRef="#ctx0" brushRef="#br0" timeOffset="-54151.82">24229 4336 895 0,'0'0'338'0,"0"0"-31"0,0 0-7 15,0 0-26-15,10 14-26 0,-7-3-12 16,3 6-9-16,2 5-30 0,2 6-7 0,0 3-1 16,1 13-30-16,5 3-23 0,-2-2-6 0,-3 2-17 15,2-1 25-15,4 2-25 0,-7 1-19 0,5 1-73 16,-2 1 4-16,4-1 1 0,-4-1-8 15,2 0-8-15,-2-5-10 0,0 0-46 0,1-7-5 16,-1-8-51-16,-1 0-65 0,-2-4-104 0,0-6-221 16,3-2-278-16,-3-7 46 0,-3-5 81 0,1-5 65 15,-8 0 50-15</inkml:trace>
  <inkml:trace contextRef="#ctx0" brushRef="#br0" timeOffset="-53801.97">24683 4897 806 0,'0'-5'315'0,"4"-1"-31"16,-1 2-10-16,1-3-29 0,2-1-27 15,1 0-29-15,3-1-4 0,0 0-24 0,1-4-2 16,0 2-16-16,1-2-23 0,-1 1-10 0,0-2-7 16,2-3-14-16,-4 3 1 0,-1 1-11 15,2-4-2-15,-6 3-13 0,2-3 5 0,1 3-10 16,-6 2-15-16,2-1 9 0,0 2-9 15,-3 3-19-15,0 0 4 0,0 1-6 0,-3 3-3 16,3 4-2-16,-8-3 5 0,8 3 0 0,-16 5-5 16,9 5-8-16,-4 0 3 0,2 4 5 0,-2 2-3 15,0 1 6-15,2 2-6 0,-1 1-2 0,6-2 0 16,0 0 0-16,-2 0-6 0,6 2 3 16,0-2 6-16,3-1-6 0,0 0-7 0,2-1 7 15,4 0 3-15,-2-3-11 0,7 0 19 16,-1 2-14-16,1-5-2 0,6 0-2 0,-2-1-52 15,-1-4-33-15,5-2-56 0,-3 1-64 0,1-2-95 16,1-2-228-16,0-5-268 0,-5 2 76 16,2-2 72-16,0-3 54 0</inkml:trace>
  <inkml:trace contextRef="#ctx0" brushRef="#br0" timeOffset="-53401.5">25189 4716 1100 0,'3'-5'323'15,"-3"5"-11"-15,4-2-25 0,-4 2-13 16,0 0-31-16,0 0-28 0,24 7-16 0,-17-3-27 0,-1 2-16 16,2 2 5-16,-2 0-10 0,-2 3-5 15,-1-1-33-15,0 2-8 0,-3-1 5 0,0 3-26 16,-3-4-7-16,0 5-3 0,-4-2 1 0,3 2-11 16,-6-2-6-16,3-3-4 0,4 0-10 15,-4-1-1-15,0-1 3 0,3 0-23 0,1-2 5 16,0-1-2-16,2 1-11 0,0 0 3 15,1-6-10-15,0 0 0 0,5 8-1 0,-2-7 9 16,5 1-3-16,-8-2-11 0,13 5 3 0,-6-4 3 16,3 1 0-16,-3 2-8 0,3-1 2 0,0-2-2 15,-2 5 5-15,2-2-10 0,-4 1 23 0,1 3-13 16,1-4 3-16,-2 4 12 0,-2-1 8 16,-1 0-15-16,-3 0 8 0,3 1 2 0,-6 1-10 15,0 0-49-15,-4 2 0 0,-4 2 13 0,1-4-3 16,-3 1 11-16,-1 1 2 0,-3 1-7 15,-1-1 2-15,-2-2 8 0,3 4-16 0,0-5-51 16,3-4-5-16,-3 3-23 0,7-2-30 0,0-4-80 16,-1 0-213-16,6-1-414 0,5 0 84 15,-11-7 65-15,11-1 58 0,-1-3 67 0</inkml:trace>
  <inkml:trace contextRef="#ctx0" brushRef="#br0" timeOffset="-53147.85">25493 4346 1110 0,'0'0'349'15,"0"0"-35"-15,7 13-37 0,-4-5-6 0,0 4-25 16,-2 5-13-16,5 5-16 0,-1 5-2 16,1 6-28-16,1 2-5 0,-1 15-28 0,-2-7-11 15,3 10-5-15,0-2-25 0,-1 0-1 0,-2-1-4 16,2 5-21-16,-2-5-13 0,3-7 5 15,-3-9-17-15,-1 1 4 0,4 3-17 0,-4-4-3 16,4 0 0-16,-3-5-53 0,3 1-6 0,-1-3-77 16,-2-5-63-16,2-1-73 0,2-6-124 0,-2-1-508 15,1-6 80-15,0-5 59 0,-1-2 97 0,-6-1 64 16</inkml:trace>
  <inkml:trace contextRef="#ctx0" brushRef="#br0" timeOffset="-52635.13">25808 4459 1116 0,'0'0'348'0,"0"0"-34"0,0 0-19 0,9 11-32 16,-8-5-40-16,2 3-21 0,4 2-5 15,-3 2-17-15,2-2-27 0,-2 3-15 0,3-2-20 16,0 1-10-16,0-2-8 0,2 3-3 0,-5-6-15 15,3 0-8-15,0 1-13 0,0-1-17 0,3-3 10 16,0-1-21-16,-3-2 5 0,3-2-12 16,-10 0-11-16,21-3-2 0,-14-1-8 0,3-1 8 15,2-7-10-15,-4 3-1 0,-1-2-7 0,0-3-3 16,0 0 3-16,-3 0 3 0,-1 3-1 16,0 0 13-16,0 1 6 0,0 0-4 0,-2 2 4 15,2 2-14-15,-3 1-12 0,0 5 8 0,5-3 2 16,-5 3 2-16,0 0 11 0,3 18 2 15,0-5-4-15,0 3 1 0,1 2 17 0,-1 6-4 16,4 1 1-16,-4 1 2 0,4 2-8 0,-3 2-9 16,4 0 22-16,-6-2-5 0,1-2-8 15,0 0-7-15,1-2 21 0,-1 0-17 0,-3-5 7 16,0 3-24-16,0-5-39 0,4 0 37 0,-8-4-9 16,4 0 11-16,-3-1 5 0,-1-2 1 0,-2 0 17 15,2-2-11-15,-2 1-1 0,-5-5 7 0,4 1-11 16,-3 2 3-16,3-4 8 0,-3 3 0 15,3-4-5-15,0 0-8 0,-3 2 11 0,6-3-14 16,-2 2-2-16,2 1-20 0,4-4-6 0,-10 1 0 16,10-1-25-16,-10 3-43 0,10-3-19 15,-4 0-112-15,4 0-118 0,0 0-323 0,0 0-122 16,0 0 51-16,0 0 84 0,0-12 44 0</inkml:trace>
  <inkml:trace contextRef="#ctx0" brushRef="#br0" timeOffset="-51868.51">26295 4736 875 0,'2'-7'361'0,"-2"7"-36"0,3-3-36 16,-3 3-33-16,0 0-23 0,10 0-23 0,-10 0-16 15,8 8-22-15,-2-4-18 0,1 4-21 16,-1-1-8-16,-2 1-17 0,5 2 2 0,-7-2-8 16,4 4-23-16,-2-3-4 0,2 1-4 0,-3 0-4 15,-2-2-21-15,2 2 15 0,1-2-4 0,1-1-11 16,-4 0 0-16,0-1-15 0,2-2 9 16,-3 2-6-16,3-3 14 0,-3-3-17 0,2 7-8 15,-1-1 26-15,-1-6-16 0,1 5 5 0,-1-1-7 16,0-4 23-16,3 6-3 0,-3-6-23 15,0 4-12-15,0-4 17 0,0 0-13 0,6 2 1 16,-6-2 56-16,0 0-8 0,0 0 8 0,0 0 10 16,0 0-21-16,0 0-15 0,0 0-5 0,0 0-2 15,0 0-3-15,0 0-5 0,0 0 0 0,12-9 5 16,-12 9-6-16,3-1-4 0,-3 1-10 16,0 0-6-16,6-3 3 0,-6 3 2 15,0 0-15-15,7-4 6 0,-7 4-4 0,7-1 4 0,-7 1-9 16,0 0 1-16,11 0 2 0,-11 0 2 15,0 0 11-15,10 1-10 0,-10-1 0 0,12 4-8 16,-10-1 5-16,4 3-10 0,-2-4-5 16,2 4-1-16,-2 2 9 0,-1 1-3 0,1-2-1 15,0-1 1-15,-4 6-2 0,0-3 4 0,-1 2 3 16,-2 2 0-16,-4 2-15 0,0-2 15 0,-3 1 7 16,-1 2-4-16,-5 1 2 0,3-2-5 0,-5-1 3 15,3 1-1-15,-4-1 1 0,4-1-6 16,-4-1 8-16,7-1 0 0,-4-1 3 0,2-2 0 15,4 1-11-15,0-1 6 0,2-1 10 0,-1-1-11 16,5-2 1-16,-2 1-6 0,-1-1 16 16,3-1-8-16,4-3-7 0,-7 1 4 15,7-1-4-15,0 0 2 0,0 0 5 0,0 0-10 0,0 0 15 16,0 0-10-16,0 0 0 0,7-15-5 16,-7 15 0-16,9-4-6 0,-7 0 6 0,-2 4 10 15,9-6-12-15,-5 4-4 0,2 0-19 0,-6 2 19 16,11-2-6-16,-4-1 9 0,-2 1-25 0,-5 2 15 15,13-1 2-15,-13 1-12 0,13-1-10 16,-5 1-1-16,-8 0 1 0,12 0-16 0,-12 0 0 16,7 1 8-16,-7-1 0 0,10 1-48 0,-10-1-16 15,4 2-34-15,-4-2-27 0,0 4-139 16,0-4-573-16,-1 5 43 0,1-5 85 0,-9 4 85 16,9-4 63-16,-10 0 85 0</inkml:trace>
  <inkml:trace contextRef="#ctx0" brushRef="#br0" timeOffset="-51251.34">26721 4181 934 0,'3'-3'263'0,"-3"3"-27"16,10-7-31-16,-3 7-6 0,4 0-25 15,-1 5-7-15,3 0 40 0,1 2-5 0,7 5-35 16,-2-1-6-16,3 6-64 0,1 5-2 0,5 6-3 16,3 3 0-16,-3 3-10 0,-2 2 3 0,1 6-11 15,-3-2 0-15,-3 8-15 0,-1-1 5 0,-2 0 8 16,-5 3 2-16,-2-2 28 0,-1 4-38 15,-7-1-10-15,0 4-10 0,-3-10 2 16,-3 10-3-16,-2-3-7 0,-6 3 10 0,3-3-15 0,-5 0 7 16,-1-1 3-16,-3-2-15 0,1-2-11 15,-2-4-25-15,-3-2-62 0,0-1-48 0,-2-5-128 16,6-4-605-16,0-10 83 0,3-3 45 0,1-5 85 16,2-2 62-16</inkml:trace>
  <inkml:trace contextRef="#ctx0" brushRef="#br0" timeOffset="-50368.96">26922 4162 877 0,'-3'-3'379'0,"-1"-3"-61"0,1 3-3 15,3 3-36-15,-6-7-26 0,6 7-41 16,-4-5-17-16,4 5-16 0,0 0-18 0,0 0-10 15,0 0-20-15,-11 12-18 0,11-2-3 0,-3 5 2 16,3 2-4-16,0 7-70 0,0 2-5 16,3 7-4-16,1 3 9 0,3 19 21 0,3-1-18 15,3 1-3-15,-2 1 3 0,3-2 8 16,3-3-18-16,-4 1 4 0,5-4-1 0,1 2-1 16,-1-4-7-16,-2-3-1 0,2-1-2 0,-4-9 0 15,-1-5 13-15,-2 1-10 0,3-4-16 0,-5-4 0 16,0-2 0-16,-4-3 21 0,3-1-8 0,-2-1-18 15,-2-3 16-15,-1-1-6 0,0-1 11 16,3-2-11-16,-2 0 0 0,0 2 3 0,-2-3-5 16,0 0 5-16,-2-2-13 0,3 1-20 0,-3-5-31 15,3 6-26-15,-3-6-97 0,0 3-159 16,0-3-557-16,0 0 99 0,0 0 62 0,0 0 91 16,0 0 47-16</inkml:trace>
  <inkml:trace contextRef="#ctx0" brushRef="#br0" timeOffset="-49768.43">24861 6200 1039 0,'-1'-9'279'16,"-2"3"-21"-16,3 0-4 0,0 6-39 0,-3-4-23 16,3 4-26-16,0 0-7 0,0 0-13 0,0 0 7 15,0 0 3-15,7 21-33 0,-4-7-13 0,5 5 5 16,-2 5-7-16,4 7-16 0,0 1 95 0,4 11-31 16,-4 5-7-16,4-2 2 0,0 2-23 15,0 1-13-15,-4 2-8 0,0 1-9 0,4-2 14 16,-4 0-32-16,0 0-11 0,1-3 5 15,2 1-10-15,-6-11-18 0,5-4-5 0,-7 0-15 16,2-8-26-16,2-1-64 0,-4-3-62 0,2-2-86 16,-1-6-136-16,1 0-518 0,-1-4 50 0,2-6 76 15,-5-3 77-15,-3 0 72 0,7-11 74 16</inkml:trace>
  <inkml:trace contextRef="#ctx0" brushRef="#br0" timeOffset="-49402.36">25288 6734 977 0,'10'-11'371'0,"1"-1"-35"15,-1 2-16-15,0 1-34 0,1-1-27 0,2-3-16 16,-2 3-38-16,2-1-26 0,0-1 0 0,1 1-35 16,-4-3-4-16,1 3-14 0,-1-5-1 0,-3 1-12 15,0 3-16-15,0-3-7 0,-4 5 4 16,0-3 1-16,-3 4-18 0,1 0 5 0,-1 2 0 15,-1 1-26-15,-5 3-2 0,6 3 15 0,-11-3-13 16,11 3-15-16,-20 4-2 0,12 3-1 0,-4 3-2 16,2 0-8-16,-2 3 3 0,1 3-3 15,-2 1 0-15,3 2 0 0,1-1-7 0,2 3-6 16,2 0 3-16,-1 0-3 0,6-4 3 16,0 3 5-16,0 0-13 0,3-2 8 0,1-2 5 15,3 0-15-15,0-3 2 0,3 0 13 0,4-2-5 16,-1-3 10-16,5 0-17 0,1-1-27 0,2-4-4 15,2 0-31-15,-2-3-36 0,2-3-26 16,-1 0-71-16,1 0-65 0,-2-3-112 0,2-2-493 16,-4-1 37-16,-5 1 85 0,3-5 72 0,-7 2 61 15,3 2 61-15</inkml:trace>
  <inkml:trace contextRef="#ctx0" brushRef="#br0" timeOffset="-49052.94">25760 6617 1080 0,'0'-7'291'0,"0"7"-32"0,0 0-26 16,0 0-15-16,0 0 2 0,0 0-21 15,0 0-9-15,0 0-11 0,0 0-10 0,-4 24-26 16,4-17-2-16,0 2-23 0,3 0-6 0,-2 1 6 16,3 3-23-16,-4-3-18 0,3 1-3 15,2-3-5-15,-3 2-5 0,1 1 0 0,4-2-5 16,-1-2 2-16,2-2-22 0,-1 1 4 0,4-4-15 16,-2 3 18-16,-2-4-7 0,3-1-1 15,-10 0-5-15,20-6-10 0,-13 4 11 0,3-6-14 16,-2-1-7-16,-1 1 10 0,2-5 0 0,-2 1-10 15,-4-4 10-15,2 5 15 0,1-3-20 0,-3 5 31 16,-2 0-80-16,2 1 13 0,0 0 5 16,-3 2-20-16,0 3 13 0,0 3 2 0,0 0 18 15,0 0-16-15,0 0 6 0,0 0 0 0,-6 17 15 16,6-6 0-16,-1 2 5 0,-2-1-10 16,3 2 8-16,0 4 2 0,0 0 1 0,0-2-14 15,0 1-7-15,0 4 0 0,0-3-44 0,0-1-15 16,3 0-34-16,-2-1-35 0,2-5-39 0,3 3-99 15,-5-5-108-15,9-1-417 0,-3-4 56 16,-1-2 69-16,1-2 98 0,-7 0 35 0</inkml:trace>
  <inkml:trace contextRef="#ctx0" brushRef="#br0" timeOffset="-48786.03">26174 6168 829 0,'0'0'358'0,"0"0"-12"0,-4 26-19 0,1-10-32 16,3 3-1-16,0 3-30 0,0 6-16 15,0 9-25-15,0 0-72 0,0 19-13 0,3-4-2 16,-1 5-26-16,-2 3 10 0,0-2-12 0,0 2-1 16,0-3-28-16,0 1-4 0,0 0-14 15,0-2 8-15,0-12-15 0,-2-4-3 0,2-3-18 16,-3 1-4-16,3-5-17 0,0-6-19 0,0 0-27 15,3-6-65-15,-3-2-32 0,2-2-10 0,-1-3-66 16,0-2-67-16,5-5-151 0,-2 1-374 0,6-3 111 16,-3-8 40-16,0-1 54 0</inkml:trace>
  <inkml:trace contextRef="#ctx0" brushRef="#br0" timeOffset="-48302.75">26426 6542 1108 0,'0'0'379'0,"0"0"-24"16,0 0-35-16,0 0-38 0,4 15-34 0,-1-11-20 15,0 4-15-15,-1 2-32 0,1-1 1 0,3 3-18 16,-2-3-26-16,2-1 3 0,-2 1-21 16,2-1-17-16,2 0-4 0,2 0-9 0,-1-5 0 15,2 3-14-15,-1-4-17 0,3-2 0 0,-1 0-3 16,1-1-2-16,4-2-13 0,-3-4-10 15,0-1 0-15,-1 0-8 0,1-8-21 0,-1 1 3 16,-1-2 6-16,-3 2 1 0,-2 3-7 0,0-4 6 16,-1 5 14-16,2 0-20 0,-5 1 11 15,3 2-11-15,-5 3-5 0,2 0 8 0,2 4-16 0,-5 1 13 16,0 0 5-16,0 0 0 0,5 17 1 16,-2-7 4-16,0 5 3 0,-1 2-10 0,1 3 17 15,-3 1 1-15,3 5-13 0,-3 2 12 0,3 1 1 16,-2 0-26-16,-1 2 23 0,0 0 0 15,0-3 0-15,0 3 23 0,-1-3-8 0,-2-3-9 16,0 0-17-16,0 0 19 0,1-5-23 16,-4-2 28-16,3-5 30 0,-4 1-48 0,0 2 20 15,-3-7 29-15,0 2-44 0,0 0-84 0,-1-7 15 16,1 3 20-16,0-1 8 0,-1-2-13 0,1 1 19 16,0-3-1-16,3 1 5 0,-3 0-12 0,3-2-3 15,2-1-11-15,5 0-4 0,-16 0-18 16,16 0-49-16,-10-1-34 0,4-2-53 0,2 0-89 15,1 1-223-15,-1-4-346 0,4 0 46 0,0 2 105 16,4-4 67-16,2 0 69 0</inkml:trace>
  <inkml:trace contextRef="#ctx0" brushRef="#br0" timeOffset="-47869.52">26906 6659 998 0,'0'0'317'0,"0"0"-28"0,0 0-27 0,0 0-9 15,0 0-23-15,6 16-20 0,-3-7-15 0,-1-1-37 16,-1 3-17-16,0 1-3 0,2-2-22 16,0 1-1-16,1 3-13 0,3-3-12 0,-3 3-11 15,2-3-10-15,1 1 0 0,-1-3-10 0,-1-1 8 16,5-2-16-16,-1 1 5 0,-2-1-10 15,4-5-5-15,2 0-2 0,1-1-11 0,-3-1 3 16,2-2-8-16,1-4 12 0,-1-1-4 0,4-2-8 16,-7-4 8-16,2-1-18 0,-1-2 12 0,-1-2-4 15,-5 5-6-15,2-3-2 0,-3 6 23 16,-1-3 2-16,1 3 6 0,-1 3-16 0,0 0-13 16,0 0-2-16,-1 3 7 0,-1 1 1 0,-1 4-3 15,0 0 2-15,0 0 11 0,-6 19 2 0,6-5-25 16,-3 2-3-16,0 2 3 0,2 1 5 15,-2 4-1-15,0 2 14 0,3-1-13 0,-3 2 2 16,3 1 13-16,0-2-10 0,0-3-2 0,0-4 7 16,0 5-34-16,0-5-30 0,0-1-15 15,0-2-31-15,3-3-51 0,-3 0-26 0,0-2-41 16,0-6-163-16,6 3-457 0,-5-3 63 0,2-4 50 16,-3 0 57-16,10-12 81 0</inkml:trace>
  <inkml:trace contextRef="#ctx0" brushRef="#br0" timeOffset="-47485.49">27336 5884 911 0,'0'0'361'16,"0"0"-23"-16,0 0-39 0,3 27-7 0,1-10-16 15,-1 8-17-15,2 6 12 0,0 3-40 16,6 15 17-16,5 2-15 0,-6 2-41 0,3 2 18 16,-5 1-52-16,7 0-17 0,-3 4-18 0,-1-5-18 15,3 18 72-15,-4-15-98 0,0 0 18 0,1 0 39 16,-1-4-1-16,1 1-19 0,-2-4-45 16,-2 0-96-16,3-3 12 0,-2-11-2 0,-2-5 71 15,-2-7-33-15,2-2 79 0,0 0-22 0,-2-5-32 16,0-3-22-16,-1-1 5 0,1-1 25 15,-1 3-2-15,-3-7 15 0,4-1-62 0,-4 0-60 16,3-1-1-16,-3-3 13 0,0 2-20 0,3 1-24 16,-6-3-5-16,3-4-27 0,0 5-9 0,-3-3-89 15,3-2 13-15,-10 5-59 0,6-4-102 16,-5 0-462-16,-2 0-4 0,1-1 112 0,-3 0 39 16,-5 0 74-16,0-1 59 0</inkml:trace>
  <inkml:trace contextRef="#ctx0" brushRef="#br0" timeOffset="-45452.95">18331 5979 537 0,'154'-94'133'0,"11"-15"-33"0,60-39-23 0,-3 5-11 16,-3 1-25-16,-1 8-210 0,-9-7 85 15,-41 34-420-15</inkml:trace>
  <inkml:trace contextRef="#ctx0" brushRef="#br0" timeOffset="189720.73">27171 1441 276 0,'21'-15'87'0,"-3"2"-49"15,0 1-38-15,-5 0-274 0</inkml:trace>
  <inkml:trace contextRef="#ctx0" brushRef="#br0" timeOffset="191103.37">28163 785 458 0,'7'29'238'0,"-3"1"-28"0,-1-3 0 0,0-2-6 16,4 7-17-16,-1 0 0 0,-1 3-10 16,1 0-19-16,-2 2-14 0,6 9 60 0,-4 4-27 15,2 0-3-15,0 0-20 0,-3 0-16 0,1-10-10 16,-2 9-3-16,3-6-12 0,-3 8-16 15,-1 3 1-15,2-10 4 0,-3 7-23 0,1-8 11 16,2-3-16-16,-3 12-5 0,5 3 13 16,-3-2-26-16,2-2-15 0,1 1 11 0,2 1-1 15,-1 1-5-15,-1 4-3 0,0-1-15 0,3 0-7 16,0-1 15-16,-3-3 2 0,3 1-17 16,1-1-3-16,-1 0 0 0,0-1 10 0,0-2-10 15,0-2-1-15,0 1-11 0,-2-1 1 0,2-1 9 16,0-1 9-16,1 4-9 0,-4-1 7 0,-1-7-5 15,1 8-11-15,3-4 6 0,-6-4-3 0,3-5-7 16,2 12 25-16,-5 1-15 0,6 0-67 16,-3 0-10-16,-3 2 15 0,-1 2 8 0,3-2 11 15,-1-1-9-15,1 2 6 0,1 0 18 16,-2 1-13-16,0 0 2 0,3 4 13 0,-5-4-7 16,3 1 7-16,-2-1 3 0,2 0-1 0,1-4 1 15,0 1 8-15,-3-1-6 0,2 7-2 0,-2-3 10 16,1 2 2-16,-3-3-2 0,5 1-7 0,-4-3 7 15,1-8 7-15,-4-3-9 0,3 1 4 16,0 13 6-16,-1 4-11 0,0-1 14 0,-2-2-14 16,0-1 3-16,6 1-3 0,-3-2-4 0,-2 1 7 15,6-1-3-15,-3-2 1 0,-4 5 4 16,3-3 8-16,0-1-4 0,-3-6-6 0,3-5 18 16,-3 11-24-16,1-6-1 0,-1-6 2 0,3 13 12 15,-3-10-9-15,3-2-3 0,-3-2 2 0,6 16 11 16,-5-1-3-16,0-10 10 0,2-4-20 15,0-3 3-15,-3 2 4 0,2 1 3 0,-1-3-5 16,0 3 0-16,-1 1 8 0,0 0-8 0,0-3 0 16,3 2 10-16,-6 16-2 0,3-3-11 15,-1-8 8-15,1-7-5 0,-1 1 13 0,1 2-10 16,-2-4-6-16,2 2 8 0,0 3-2 0,0-5-1 16,0 2 1-16,0-1 0 0,0-1-3 0,2-3-3 15,-2 4 3-15,1-3 0 0,0-1 5 16,-2 0-7-16,1-3 9 0,1-4-4 0,-2 4-8 15,1-5 15-15,1 2-13 0,-2-3 1 0,1 0 7 16,-1-3-13-16,1-4-10 0,-2 4-5 0,-1-4-46 16,0 0-64-16,2-1-56 0,-6 1-160 0,4-1-503 15,-4-2 115-15,-3-4 56 0,1-5 62 16,-1-5 68-16</inkml:trace>
  <inkml:trace contextRef="#ctx0" brushRef="#br0" timeOffset="192254.18">28108 216 532 0,'-1'-10'238'0,"1"-1"-77"0,-2 1-5 16,-2 0-7-16,4 2-3 0,0-1 2 15,-3 1 67-15,3 2-36 0,-3 0 6 0,2-1-19 16,-2 2-23-16,3-1-25 0,0 6-8 0,-3-9-15 16,0 4-16-16,3 5-20 0,-1-4-18 0,1 4 23 15,0 0-8-15,0 0-4 0,-14 14-6 0,11-3 0 16,-1 4-3-16,-2 1-4 0,3 4-6 16,0 3 8-16,2 3-10 0,-2 2 10 0,0-2-13 15,3 4 13-15,-4 5 0 0,3-1-11 0,-2 0-4 16,3-3 2-16,0 5-2 0,0-1 4 15,0 0-1-15,-3 0-9 0,3 0-2 0,0-4 5 16,0-1-13-16,3 5 0 0,-3 0 11 0,0-5 5 16,0 1-11-16,3-2-30 0,-2 0-21 15,-1 0-23-15,0-2-69 0,4-2-67 0,-4 1-419 16,3-1-136-16,-3-3 95 0,4-5 61 0,-1-2 56 16</inkml:trace>
  <inkml:trace contextRef="#ctx0" brushRef="#br0" timeOffset="193270.08">28310 721 465 0,'0'0'174'0,"0"0"-15"16,0 0-16-16,0 0-17 0,0-5-13 0,0 5-1 15,0 0 11-15,0 0-15 0,0 0-9 16,10-6-14-16,-10 6-11 0,7-3 3 0,-7 3 2 16,10-2 1-16,-3 0 4 0,1 1-2 15,-8 1-5-15,16-1-16 0,-6 0-5 0,1-3-56 16,2 4 0-16,1 0 18 0,0-1 13 0,0 0-8 16,2 1 62-16,2-2 7 0,1 1-3 0,2 2-12 15,2 1 5-15,-2-1-13 0,2 0-2 16,3 1 2-16,4 1-3 0,-2 1-12 0,3 1 0 15,-1-2 0-15,5 4-16 0,-1 0 6 0,3 1 2 16,2-1-8-16,14 6-10 0,-4-2 5 16,-5-2-2-16,-6 1 2 0,10 3 3 0,-4-1-13 15,-9-1 8-15,-1 0-13 0,13 3 10 0,-13 3 16 16,11 0-24-16,-6-2 1 0,4 3 12 0,-2 0-18 16,3 1 13-16,-2 0-15 0,2 0-3 15,-2-1 3-15,1 1 8 0,-2-2-6 0,4 2-5 16,-1-2 3-16,4 1 2 0,-4-1 6 0,3-2 15 15,-2 2-13-15,1-1 5 0,-9-2 5 16,-3-1-5-16,10 1-2 0,-5 0-6 0,-2-3-2 16,7 6 31-16,6 2-23 0,-4-5-1 0,2 4-2 15,-1-2-2-15,5 0 9 0,-1 1-12 0,0-1 16 16,1-1-11-16,-1 1-8 0,-3-2 8 16,3 1-8-16,-4 0 8 0,-5-4 3 0,-5 0-11 15,-2-1-7-15,2 0 20 0,-3-2-12 16,7 1 7-16,-3-1-5 0,0 0 7 0,3-1 3 0,-3-3 18 15,-1 2-25-15,3-1 17 0,-1-1 8 16,1-2-20-16,-8-1 7 0,2 2-20 0,0-1 10 16,-1 0-8-16,-2 0-7 0,-3 1 10 0,2-2-8 15,-8 2 6-15,2-1-19 0,-4 1-12 16,0 0-29-16,-6-2-38 0,0 4-51 0,-1-1-31 16,-6 1-140-16,0 3-556 0,-4 0 28 0,-4-4 120 15,1-4 72-15,-11 5 80 0,2-6 40 16</inkml:trace>
  <inkml:trace contextRef="#ctx0" brushRef="#br0" timeOffset="214718.43">29808 738 775 0,'3'-3'236'0,"3"-1"-19"0,-2-1-20 16,5-1-23-16,-4-1-20 0,2 1 61 0,-1-1-18 15,1 1-10-15,4-2-34 0,-3 0 4 16,-3 0-17-16,2 1-22 0,3-3 18 0,-6 2-13 0,4-1-13 16,-6 0 5-16,4-1-13 0,-1-1-2 15,-2 3-8-15,-3-2-10 0,3 2-10 0,-1-1 7 16,-2 1-2-16,-2 1-3 0,-1 1-2 16,3 0-13-16,-3 0-11 0,2-1-2 0,-6 4 1 15,4 0 4-15,-1-1-13 0,-5 4 6 0,9 0-14 16,-21 2 4-16,11 2-16 0,-1 0-1 15,-3 4-4-15,1 1 3 0,-1 1 4 0,4 1 1 16,-4 1-14-16,4-1-4 0,3 2-1 0,-3 1 19 16,3-2-16-16,4 2 0 0,1-2-2 0,0 1 9 15,-1-1-12-15,6 1 0 0,0-1 13 0,1 2-8 16,3-2 8-16,3 0-13 0,2-1 3 16,-2 0 4-16,3-2 4 0,0 1-4 0,1-2-4 15,-1 0 2-15,5-2 0 0,-2 2 8 0,-1-3-3 16,-2 1-18-16,1-2-2 0,-1 0-15 15,4-1-37-15,-3 0-4 0,0-2-37 0,-1 1-17 16,0-2-46-16,2-2-88 0,-2 1-79 16,1-1-309-16,-1-1-134 0,-1-1 103 0,0-1 54 15,-2-1 61-15</inkml:trace>
  <inkml:trace contextRef="#ctx0" brushRef="#br0" timeOffset="-214411.26">30217 619 678 0,'0'0'235'0,"2"-6"-9"16,-2 6-101-16,0 0 26 0,0 0-43 0,2 17 14 16,1-8-9-16,-3 3-21 0,4 0-5 0,-2 1 0 15,0 3-18-15,-2-1-2 0,3 3 2 0,2-1-20 16,-4-1 30-16,0 2-20 0,2-2 0 0,0 0-16 16,0-3-9-16,-2 2-4 0,-1-5 4 15,3 4 14-15,-3-4-2 0,4-2 11 0,-4 0 30 16,0-2 28-16,3 2-18 0,-3-2 23 15,2-1-25-15,-2-5 5 0,0 5 2 0,0-5-20 16,0 0 3-16,0 0-9 0,0 0-12 0,-9-21-10 16,9 9 2-16,-3 0-17 0,2-4 7 0,-2-3 5 15,3-1-20-15,0 0 79 0,-3-1-31 16,6 1-5-16,-3-2 6 0,0 2-8 16,4 3-8-16,-4-2-8 0,3 3-8 0,1 0 6 0,-1 1-26 15,0 2 6-15,-2 1-16 0,2 2-11 0,2 0 6 16,-3 2-39-16,1 1-12 0,3 1-13 15,-1 3-16-15,2-2-27 0,-1 4-32 0,-6 1-40 16,18 0-36-16,-9 1-67 0,-2-1-61 16,0 5-203-16,4-3-189 0,-2 4 44 0,0-2 46 15,-4 0 53-15</inkml:trace>
  <inkml:trace contextRef="#ctx0" brushRef="#br0" timeOffset="-214078.8">30475 726 389 0,'3'15'135'0,"0"0"3"0,3 0 3 15,-5-1-10-15,2-3-6 0,2 3-7 0,-3-1-13 16,1 2 0-16,3 0-13 0,-4 1-5 16,1-4 0-16,0 1-18 0,0-1 18 0,0-1-20 15,-2 0-8-15,-1-1-16 0,3-2 11 16,-3 1 7-16,3-3 11 0,0 0 33 0,-2 2 28 16,-1-3 0-16,0-5-5 0,0 8 0 0,0-8-33 15,0 0-8-15,0 0 0 0,0 0-10 0,0 0-11 16,-11-19 1-16,5 7-8 0,3 1-8 15,0-4-13-15,-2-2 21 0,2 1 56 0,0-2-15 16,3 1 8-16,-1-2-14 0,0 1-22 0,1 0 5 16,0 4-82-16,1-3 12 0,0 1-12 15,2 3 5-15,3-2 3 0,-4 3-8 0,4 1-6 16,-1-1-4-16,0 3 0 0,2 0-34 0,2 0 6 16,-1 4-34-16,2 0-49 0,1 0-27 15,-1 2-47-15,3 1-84 0,-2-1-82 0,5 3-333 16,-4 0 26-16,1 2 54 0,0-1 50 0</inkml:trace>
  <inkml:trace contextRef="#ctx0" brushRef="#br0" timeOffset="-213491.19">30831 911 581 0,'-2'17'186'0,"-1"-1"-6"0,6-3-27 15,-3 0 6-15,3-2-21 0,-2 0-15 0,-1 0-10 16,3 0-6-16,2 1-22 0,-2-2 2 0,0 0-13 15,2-3-8-15,0 3 9 0,0-3-11 16,0-2-6-16,4 1-1 0,-4-1 4 0,2-3-7 16,2-1-5-16,-2 1 7 0,-7-2-15 15,14-3-3-15,-10-2 72 0,-1-1-30 0,2-2 12 16,-3-3-13-16,-2-1-10 0,-2-4 3 0,-3-1-26 16,1-5 13-16,-2 0 2 0,-5-1 24 15,5 2-88-15,-4 1 31 0,3-2 6 0,-4 2 7 16,5 2-8-16,-1 1 10 0,2 2 14 0,-3-2 37 15,5 2 6-15,-2 0-23 0,5 2-3 0,-3 2 1 16,6 0-9-16,3 0-15 0,-1 1-5 16,5 0-12-16,0 1 17 0,4 0-18 0,2 4 0 15,-4-1-12-15,4 5-6 0,0 0 6 0,-1 2-19 16,2 0 19-16,0 5-8 0,2 2-3 16,-4 2-10-16,3 2 5 0,-2 2 0 0,1 3 5 15,-3-2-10-15,0 3 13 0,-1 0-8 0,-2 1-2 16,2 0 2-16,-6 0 5 0,4-1-5 0,-4-1 8 15,-4-2-8-15,4 0-7 0,-4-1-4 16,0-1 17-16,3-3-11 0,-4 0-3 0,-2-1 11 16,3-1-11-16,0-1 3 0,-1-1 8 15,-2 1 5-15,0-7 2 0,-2 7 3 0,2-7 0 16,0 0-16-16,0 0 14 0,0 0 4 0,0 0-7 16,-14-21 0-16,11 10 2 0,0-4 3 0,-1-2-8 15,4-1 1-15,-3-1-4 0,3-2 1 16,0-1 15-16,0 0-33 0,0 2 12 0,3-1 9 15,1-1-11-15,-1 2 15 0,4 3-10 0,-3 1-10 16,2-1 5-16,-2 3-5 0,2 1 13 16,-2 3-6-16,3 0-4 0,-3 0 2 0,5 3-6 15,-2-1-22-15,0 4-31 0,4 0-46 0,-1 1-35 16,2 0-116-16,-2 2-236 0,0-1-332 0,-2 2 56 16,3-1 74-16,-1 1 72 0,-3 0 70 15</inkml:trace>
  <inkml:trace contextRef="#ctx0" brushRef="#br0" timeOffset="-213012.46">31524 314 773 0,'10'-9'294'16,"3"2"-23"-16,-2 0-28 0,-1 2-30 0,3 0-11 15,-2 4-5-15,4-1-43 0,0 4-6 16,-1-1-15-16,3 4-12 0,-3 3-16 0,0-1-11 16,-1 3-2-16,-3 1-10 0,1 3 3 0,-4 0-21 15,-1 0 0-15,-3 3 2 0,-3 0-17 16,-1-1-11-16,-7 1 14 0,1 4 63 0,-4-2-13 16,1-1-7-16,-3 1-11 0,-1 0 3 0,1-2-12 15,0 0 1-15,-2-2-12 0,5 0-10 0,1-3-5 16,0 1-1-16,0-2-9 0,5-2-3 15,-3 0-1-15,4-1-6 0,2-1 6 0,1-1-4 16,1-1 0-16,11-1-6 0,-1-2 9 0,7 1-14 16,2-2 1-16,7-1 15 0,4-1-16 15,0-1 8-15,3 1-10 0,6-3-5 0,-7 2 18 16,7 0-26-16,-2-3 13 0,-1 2-64 0,-3 0-6 16,-3-2 29-16,0 3-18 0,-4-1 16 0,-6 0-3 15,3 0 2-15,-7 0 13 0,0 0-18 16,0 2 26-16,-3-1-7 0,-4 0 19 0,1 2-22 15,-1-1-8-15,-2 1 5 0,-8 0 3 0,13-2 4 16,-13 2-12-16,9 2-20 0,-9-2 7 0,3 6-69 16,-3-6-59-16,-6 9-122 0,0-3-567 15,-2 3 95-15,-2-2 52 0,0 1 79 0,-4-1 61 16</inkml:trace>
  <inkml:trace contextRef="#ctx0" brushRef="#br0" timeOffset="-210096.65">28799 1671 1123 0,'3'-4'356'15,"2"-2"-36"-15,-3-2-38 0,7 1-16 0,-4 0-33 16,1 1-18-16,-2-2-26 0,3 0-20 0,3 1-10 16,-3-2-8-16,3-1-23 0,-2 1-5 15,-2-2-29-15,1 3 1 0,1-3-13 0,-3 3-5 16,2-3-6-16,-3 3-17 0,-4-3 23 0,3 3 2 15,1-2-2-15,-4 3-21 0,0 1 8 0,0 0 5 16,0 0-17-16,-4 2-11 0,1 0-8 16,3 4 3-16,-14-2 0 0,4 4-3 0,0-1-8 15,-4 5-7-15,0 0 16 0,-3 3-14 0,3 1 3 16,-6 2 3-16,3 1-1 0,0 2-17 16,3 0 10-16,-3 1 5 0,4 0-13 0,-1 2 8 15,7-4-5-15,0 2-5 0,0-1-1 0,0 0 1 16,7 0 0-16,-3-2 4 0,6 1-9 15,2 0 10-15,1 0-13 0,1 0 5 0,3-3-2 16,3 0-6-16,-2 0-10 0,5-2 0 0,2 1-17 16,1-3-27-16,-4 1-12 0,5-3-33 15,-3-1-11-15,1-3-5 0,1 1-12 0,-4-2-11 16,-2-2 18-16,1 0 21 0,-1-4 5 0,1-1 17 16,-3-3 14-16,-2 2 22 0,2-3 24 0,-4 1 35 15,0-1 21-15,1 1 23 0,-2 2 5 0,-3 0 0 16,4 1 13-16,-4 1-26 0,1 0 5 15,-1 1 3-15,0 1-18 0,3 2-5 0,-5 0-6 16,-1 2-4-16,0 0 5 0,4 9-6 0,-4-2-2 16,3 2 8-16,-1 1-16 0,-1 3 11 15,0-1-5-15,2 1 2 0,-3 4-8 0,3 2 5 16,1-1-7-16,-4 1-8 0,7-2-33 16,-3 2-28-16,2 2-90 0,0-1-87 0,-5 1-210 15,8-2-394-15,-1-4 51 0,-1-3 103 0,0 0 38 16,-1-4 97-16</inkml:trace>
  <inkml:trace contextRef="#ctx0" brushRef="#br0" timeOffset="-209712.44">29244 1395 1039 0,'10'-10'350'16,"-2"2"-25"-16,-3 2-35 0,3 4-19 0,-2-1-33 15,1 3-25-15,-7 0-29 0,17 3-8 16,-10-1-27-16,0 5-8 0,2 1-24 0,-5 1 1 16,6 3-10-16,-6 1-19 0,1 2 9 0,-4 1-19 15,-1-1 3-15,-1 4-16 0,-4-1-7 0,-2 4-2 16,-3-1 7-16,3-3-8 0,-3 3 5 0,-1-3-20 16,4 0 8-16,-2-1-6 0,2-4-7 15,-1 0-8-15,5-1 6 0,-1-2 2 0,-2 0-11 16,3-1-7-16,3-1 3 0,0-2-9 0,6 0 42 15,1-3-21-15,7 2-4 0,-1-2 11 16,2 0-11-16,4-1-4 0,-1-1-9 0,3 1 9 16,-1-1-15-16,-3-1 3 0,0 0 8 15,2-1-1-15,0-1-7 0,-3 1 0 0,-1-1-3 16,1 1 5-16,-2 1 1 0,-3 0-44 0,-1-2-34 16,0 2-63-16,-10 0-80 0,10 0-102 0,-8 2-584 15,-2-2 54-15,0 0 97 0,0 0 57 0,-26 3 76 16,10-3 62-16</inkml:trace>
  <inkml:trace contextRef="#ctx0" brushRef="#br0" timeOffset="-208962.57">28901 3244 1052 0,'8'-5'309'0,"-2"1"-12"15,1-2-20-15,0 2-55 0,3-4-7 0,-3 2-18 16,3-2-87-16,-3 1-15 0,4-1 0 0,-2 1-8 16,-2-3 3-16,1 2-19 0,2-4 3 15,-4 0-7-15,1 2-3 0,0 1 3 0,-3-1-9 16,-1 0-1-16,0 1-11 0,1 1 8 0,-4 0 2 16,3 2-13-16,-3 0 9 0,0-1-11 0,0 7-6 15,-3-10-4-15,1 10 0 0,2 0-3 16,0 0 0-16,-26 7-2 0,13 1-6 0,-1 2 8 15,1 2-15-15,-2 1 10 0,-1 4 0 0,5-2-5 16,-2 3 5-16,3 0-5 0,2 3-5 16,3-3-8-16,0 0 8 0,2-1-8 0,3-1 3 15,0 1 4-15,6 1 4 0,1-1-3 0,4-2-8 16,2 2 2-16,4-2-14 0,0-1-1 16,7-2-38-16,0 1-44 0,0-5-63 0,-3 1-65 15,3-4-194-15,3 1-387 0,-3-5 101 0,-4-1 53 16,-2 0 71-16,3-3 70 0</inkml:trace>
  <inkml:trace contextRef="#ctx0" brushRef="#br0" timeOffset="-208662.24">29414 3217 959 0,'7'-4'285'0,"0"1"-83"0,0 2-21 15,-1-2-1-15,1 1-17 0,-7 2-32 0,16 2 2 16,-6 2 0-16,-2 0-25 0,0 3-21 0,2 0 0 15,-2 3 2-15,-3 2 1 0,3 1-29 0,-5-1 14 16,0-1-6-16,-3 3-10 0,0 0 81 16,-3 1-9-16,-1 2 5 0,-6-2-26 0,3 3-8 15,0-1-7-15,-3 0-26 0,0-1 13 0,0 1-3 16,3-2 8-16,-4-1-31 0,5-3 6 16,2-1-11-16,-2 0-2 0,-2-3-13 0,5 1-1 15,-1-1-6-15,1 1 4 0,3-2 3 0,0-6-3 16,5 4-13-16,-5-4-7 0,13 0-20 0,-3 0-14 15,3-4-48-15,4 0-56 0,1 0-101 16,1-5-475-16,2-2-98 0,-4-1 72 0,1-2 77 16,-1-3 74-16,0-3 39 0</inkml:trace>
  <inkml:trace contextRef="#ctx0" brushRef="#br0" timeOffset="-208246.15">29678 2721 785 0,'8'-2'264'0,"0"-3"-18"0,-1 2-13 16,7 2-18-16,-1 1-28 0,1 3-29 0,0 1-2 16,3 0-17-16,-3 4-19 0,3 1-13 15,-7 1-4-15,0 3-11 0,-2-1-8 0,0 3-20 16,-6 0 8-16,-2-1-13 0,-2 2 5 0,-6-1 23 15,0 0-13-15,-2 5-23 0,-3-3 1 16,-1-1 6-16,3 1 4 0,-6-4 4 0,4 2 50 16,3-5 6-16,-1 2 4 0,4-1-19 0,-2-3-22 15,1 0-11-15,4-2 5 0,-2-1-20 0,2 2-10 16,-2-2 0-16,3 0-8 0,3-5 12 16,0 0-7-16,9 7-15 0,-2-6 5 0,4-2 5 15,3 1-5-15,3-3-13 0,0 2 7 0,10-4 1 16,1 2-8-16,-1-3 3 0,4 0-6 15,0 2-12-15,-1 0 2 0,4-5 0 0,-6 6 8 16,2-3-18-16,-5 0 0 0,1 3 13 0,-8 0-3 16,3-2-20-16,-5 2-10 0,1-1-34 15,-6 4-15-15,-1-1-57 0,2 1-53 0,-7-1-154 16,0 3-506-16,-4 2 25 0,-1-4 113 0,0 0 56 16,-16 8 66-16,2-5 80 0</inkml:trace>
  <inkml:trace contextRef="#ctx0" brushRef="#br0" timeOffset="-207429.22">29404 4538 801 0,'10'-10'271'16,"-3"2"-20"-16,3-1-31 0,-6 1-15 16,2 0-108-16,-2-1 8 0,-1 1 5 0,0-3-18 15,-2 0-2-15,-1 0-19 0,0 0 88 0,3 2-8 16,-3 1 0-16,-3-3 0 0,2 1 3 0,-2 2-16 16,0 1-28-16,3 1-10 0,-4 1-8 0,-2 1 5 15,2-1-10-15,-6 5-10 0,10 0-18 16,-20 6 15-16,6-2-2 0,2 3-6 0,-4 1-12 15,3 6 8-15,-1-3-26 0,0 4 10 0,3 1-13 16,1-2 8-16,-2 5-3 0,8-3-2 16,-2 2-10-16,1-5 2 0,2 3-5 0,3-1 2 15,0-1-2-15,7 3-2 0,-3-5 12 16,3 1-15-16,4-2-3 0,1 0 6 0,-1 0-6 16,2-3 6-16,4-2-16 0,1-1 5 0,1 1-7 15,-1-5-8-15,6 3-21 0,-7-1 0 0,7-3-45 16,-3 0-52-16,-1 1-77 0,1 1-163 15,-5-2-477-15,2-2 93 0,-1 1 68 0,-4-3 50 16,-1 0 55-16</inkml:trace>
  <inkml:trace contextRef="#ctx0" brushRef="#br0" timeOffset="-206963.51">29698 4525 744 0,'3'-7'256'0,"3"2"-23"0,-1 1-36 15,2-2 0-15,2 3-20 0,-1-2 0 0,5 2-13 16,-3-1-21-16,4 2-13 0,-1 2-14 16,2 0-4-16,-2 0-2 0,3 5-18 0,-4-3-15 15,1 5-3-15,4-1 11 0,-5 1-19 0,0 2 9 16,-5 3-27-16,-1-3 27 0,-2 1-22 16,-4 3-7-16,0-1-10 0,-3-2 0 0,1 5 13 15,-6-2-8-15,1-1 2 0,0-2-4 0,-3 2 2 16,3-3-13-16,2-1-3 0,-4 0 3 0,5-2-2 15,-2-1 7-15,3 1-7 0,1 2 10 16,-3-5-21-16,2 0 6 0,3-3 7 0,-1 5-18 16,1-5 8-16,0 0-3 0,0 0-5 0,0 0 1 15,17 0 2-15,-17 0 2 0,16 0-5 16,-8 0-7-16,2 0-1 0,1 0 3 0,-1 0 8 16,0 2-3-16,1 1-2 0,2-2-8 15,-3 2 5-15,1 2 3 0,-1-2 0 0,0 0-8 16,1 2 17-16,-3 1-19 0,-3-1 17 0,2 1-15 15,-3 0 34-15,-1 1-32 0,-6-1 3 0,-1 4 0 16,0-1 11-16,-3 0 25 0,-2 0-13 16,-5 2 5-16,2-2-5 0,-7 4-7 0,4-4 7 15,-1 1-10-15,0-1 0 0,-2-1 0 0,3-1-3 16,-1 0 0-16,0 1 1 0,4-5-11 16,-1 4-23-16,1-4-46 0,-3 1-23 0,8-3-105 15,-7-1-246-15,8 0-422 0,-1-1 113 0,3-5 66 16,1 4 74-16,0-10 59 0</inkml:trace>
  <inkml:trace contextRef="#ctx0" brushRef="#br0" timeOffset="-206530.38">30141 4071 985 0,'12'-8'297'0,"2"-1"-28"0,-1 5-21 0,2 0-28 16,-3 3-18-16,-2 1-17 0,3 1-32 0,-3 3-9 16,1-1-19-16,-3 4-7 0,2 3-11 0,0 1-4 15,-3 3-19-15,-3 1 3 0,-1 1-18 16,0 1-15-16,-6 1 5 0,0 0 48 0,-5 3-2 16,1-1 3-16,-4 1-3 0,-1-3-13 15,1-1-3-15,-2 0-9 0,-1 0-9 0,4-2 1 16,-1-4-16-16,3 3-7 0,0-5-10 0,1-1 7 15,0 0 0-15,3 1 0 0,1-5-21 0,0 1 19 16,3-5-3-16,3 8-21 0,4-6 8 16,3-2-7-16,2 0-1 0,1 0 6 0,3-2 7 15,2 1 6-15,5-6-9 0,1 2-9 0,3 2-8 16,-2-4 17-16,5 0-9 0,-5 3-8 0,7-2 10 16,-6 4-11-16,3-4-1 0,-4 3-1 15,-1-4 5-15,-3 6-2 0,-2-5-3 0,-4 5 1 16,-2 0-14-16,1-4 0 0,-4 5 1 15,0-1 7-15,-10 1-20 0,11 3-37 0,-11-3-37 16,0 5-108-16,0-5-118 0,-15 10-563 0,-1-2 44 16,-1-1 84-16,-3 3 64 0,-4-2 69 15,1 1 74-15</inkml:trace>
  <inkml:trace contextRef="#ctx0" brushRef="#br0" timeOffset="-205662.41">29341 6579 913 0,'0'0'377'16,"8"-8"-40"-16,-8 8-22 0,7-4-33 0,-4-2-24 15,5 4-37-15,0-6-14 0,0 1-28 0,-1 1-7 16,4-3-19-16,-1 1-22 0,3-2-11 15,-2 0-15-15,2 0 5 0,-2-3-15 0,2 2-6 16,-3-3-12-16,1 2-8 0,-1-3-2 0,-3 0-8 16,3 0-6-16,-6 1-9 0,3-1 10 15,-4 2-11-15,0 1 6 0,1 4 5 0,-1-3-21 16,-3-1 3-16,3 5-1 0,-6 3 4 0,3-4-1 16,-4 4-10-16,-2 2 3 0,6 2-10 0,-13 0 4 15,2 5-4-15,1-2-11 0,-4 6 3 16,4-1 2-16,-2 2-5 0,-4 4 18 0,0 2-25 15,4 0 5-15,-1 3 2 0,1-1-10 0,0 3 3 16,4-2-3-16,0 3 2 0,3-4 8 0,-1-2-7 16,6 1 5-16,-3 1-1 0,3-2-4 15,3 0 4-15,0 1-4 0,0-3 10 0,2-1-11 16,3 1 4-16,-3-3 4 0,5 1 8 16,1-1-6-16,-1-3-12 0,0 0 18 0,1-5-12 15,-1 3 1-15,3-4-7 0,4 4 5 0,-4-5 3 16,-1 0-5-16,1 3 2 0,1-4-5 0,-4 2-8 15,0-2-25-15,4-2-49 0,-7 2-72 16,2 0-84-16,-1-2-253 0,-1 2-380 0,-7 0 65 16,10-2 115-16,-10 2 38 0,10-2 59 0,-3 0 90 15</inkml:trace>
  <inkml:trace contextRef="#ctx0" brushRef="#br0" timeOffset="-205197.2">29719 6544 1005 0,'0'0'351'0,"0"0"-41"15,0 0-21-15,6 17-23 0,-6-10-30 0,0 3-8 16,3-2-21-16,-1 6-36 0,-1-3-2 0,0 1-10 16,3 0-10-16,-4 1-16 0,5 0-21 0,-3 1-12 15,1-3 0-15,2 6-16 0,-3-3-9 16,4-3-1-16,-2 1-8 0,0-2 9 0,2-1-14 15,-2-1-15-15,5 0 0 0,-2-4-5 0,1 1 10 16,-1-3-2-16,4-2-8 0,-2 0 0 16,3-2-15-16,-4-4 9 0,8-1-6 0,-5-3-4 15,0 0 1-15,0-5-1 0,1 0-4 0,-3 1-6 16,0-1 6-16,-2-1-3 0,0 1 20 16,-1 4-20-16,1 2-3 0,-3-3-2 0,1 4-5 0,-3 0-1 15,1 4-7-15,2-2 8 0,-5 6 0 16,0 0-6-16,0 0 1 0,0 0 5 0,0 0-1 15,-2 25-2-15,-1-11 11 0,3 3-6 16,-3-1-5-16,3 5-2 0,-2 2 7 0,2 4 3 16,-2 2-8-16,2-4-8 0,0 1 13 0,2-1-10 15,0 2 8-15,1-2-5 0,0-2 2 16,0 2-3-16,-2-2-2 0,2-5-5 0,1-1 0 16,0-1-5-16,-4 0-29 0,3-6-22 0,0 0-26 15,0 0-56-15,-3-3-121 0,2 1-624 16,-2-3 51-16,0-4 94 0,0-1 81 0,0 0 60 0,0 0 75 15</inkml:trace>
  <inkml:trace contextRef="#ctx0" brushRef="#br0" timeOffset="-204513.2">30026 5991 650 0,'0'-12'274'0,"0"6"-8"0,0-4-13 15,0 1-40-15,4 1-1 0,-1-3-23 16,-3 1-9-16,6 2-9 0,-1-2-7 0,-2-1 48 16,4 1-12-16,-1 2-23 0,1 0-16 0,1-1-10 15,1 1-13-15,-2 3-15 0,3-1-18 16,-2 0-8-16,2 4-28 0,2 2 8 0,-1-2-13 15,0 4 0-15,-1 0 5 0,3 4-7 0,-3 2-19 16,0 1 8-16,1 0-20 0,-4 5 0 0,0-1-3 16,0 1-2-16,-4 2-11 0,-2 1 18 15,-2 0 1-15,0-1 1 0,-5 1-12 0,-1 2 13 16,-2-2 5-16,-1 1-10 0,2-3 5 0,-5 2-8 16,3-1 0-16,-1-1-10 0,1-5 25 0,0 3-19 15,4-3-1-15,-2-1 0 0,1 0 15 16,1-2-12-16,2 1-3 0,-3-4 2 0,5 3-30 15,-3-1 15-15,2-2 8 0,3 0 13 16,0-4-21-16,0 0 3 0,10 7 2 0,0-7-2 16,1 2 20-16,6-4-20 0,-1-1 8 0,2 0-19 15,5 2 1-15,3-5 22 0,0 3-27 0,3-3 2 16,-3-1 2-16,4 4 4 0,-2-5-76 16,-4 2 4-16,1 4 58 0,-2-4-12 0,0 3-34 15,-6-3 31-15,1 4 18 0,-2-2 20 0,-2 2-35 16,-1 0-3-16,-1 0 18 0,-3-1 5 0,-2 2-23 15,1-1 20-15,0 1-5 0,-8 1-15 16,10-4-2-16,-10 4-34 0,2-3-10 0,-2 3-31 16,0 0-92-16,-20 7-128 0,9-4-584 0,-2 1 113 15,-5-1 70-15,-3-2 73 0,-2 4 54 16,-8-4 77-16</inkml:trace>
  <inkml:trace contextRef="#ctx0" brushRef="#br0" timeOffset="-190615.02">4145 14534 534 0,'0'0'213'0,"0"0"-21"15,0 0-31-15,0 0-5 0,0 0-15 0,0 0-10 16,0 0-26-16,7 19 10 0,-1-10-18 0,-3 5-12 16,4 1 9-16,-3 2-17 0,4 1 5 15,-2 3-16-15,1 2-9 0,-1-2 9 0,2 4-2 16,-1 0-10-16,2 0 8 0,-5 0-9 0,2 0-12 15,2 0-2-15,-1-1 4 0,-1-2-10 16,-2-1-12-16,2 4 4 0,-1-7 27 0,1-3-32 16,-3 2 3-16,0 1 3 0,1-3-13 0,-1-2 7 15,0-2-5-15,-2 0 1 0,1-3-3 0,-1 3-3 16,3-5-49-16,-4 1-17 0,0 0-146 0,3-6-528 16,-3 5 80-16,0-6 33 0,0 0 72 15</inkml:trace>
  <inkml:trace contextRef="#ctx0" brushRef="#br0" timeOffset="-189965.34">4189 14599 1028 0,'0'0'300'0,"0"-8"-26"16,0 8-41-16,0-7-28 0,0 7-13 0,0 0-21 15,0 0-22-15,0 0-14 0,7-1-15 0,-7 1-2 16,10 8-13-16,-3-1-18 0,0 1 0 0,-1 2-20 16,1 0-6-16,4 1 6 0,-1 0-11 15,-3-1 0-15,4 4-4 0,-1-3-11 0,0 2 5 16,1-1-21-16,-1 0 6 0,-1-2-5 0,2 1-1 15,-1-3 6-15,-3 1-8 0,3-1 0 16,-3-2-8-16,3 1 6 0,-4-3-16 0,3 0 23 16,-3 0-5-16,1-4-2 0,2 0 2 0,-9 0 5 15,18-1-8-15,-11-6-2 0,0 3 0 16,3-4-5-16,-3-1 10 0,2-5-26 0,-2-1 11 16,1-2 10-16,-2-1-8 0,1-4-5 0,0 2 8 15,0-3-10-15,0-1 9 0,-4 4 6 0,4-3-13 16,-1 2 1-16,-2-1-6 0,0 4 2 15,0-3 16-15,-1 3-13 0,3 3 0 0,-5-2 0 16,2 5 3-16,0-2 5 0,-3 4-3 0,3 1 0 16,-2-2-5-16,-1 4-17 0,2 1-1 15,-1-1 3-15,3 5-3 0,-4 2 13 0,0 0-10 16,0 0 5-16,13 10 5 0,-6-2 0 0,-1 5 10 16,2 1-13-16,-1 6 13 0,2 0-12 15,2 3 10-15,-4 4-11 0,3 2-2 0,0-1 2 16,1 0 21-16,-1 2-13 0,-1-3 0 0,2 4 6 15,-1-4-4-15,-3 2-4 0,4-2 5 0,-4-2-6 16,2-1 8-16,-2 0-12 0,1-3 12 0,-1 0-2 16,2 0 2-16,-5-5 0 0,3 0-5 15,-3-2 3-15,2-2 2 0,-2 1 1 0,-1-5-1 16,0 1-3-16,0 0 9 0,1-5 4 16,-4 3-17-16,4-2-19 0,-4-5-53 0,3 3-69 15,-3-3-138-15,0 0-536 0,0 0 24 0,0 0 120 16,-7-16 33-16,7 9 67 0</inkml:trace>
  <inkml:trace contextRef="#ctx0" brushRef="#br0" timeOffset="-187864.82">5167 14616 877 0,'0'-8'333'0,"-3"5"-26"16,0-3-33-16,2 2-15 0,1 4-44 0,-7-11-28 15,7 10-11-15,0 1-12 0,-6-4-21 0,6 4-12 16,0 0-26-16,0 0 0 0,-17 4-5 16,9 3-16-16,2 0-10 0,-1 1-15 0,0 1-5 15,-1-1 0-15,2 3-6 0,-1-3-9 0,4 2-6 16,-4 1 6-16,4-1-6 0,-4-1-10 16,3 1 0-16,1-2 8 0,-1 1-3 0,1-1-5 15,3-1-3-15,-3 0-4 0,0-4-4 0,0 5 4 16,2-4-1-16,1-4 0 0,0 10-12 15,-4-7 12-15,4-3-7 0,0 7 0 0,0-7 5 16,0 6 7-16,0-6-23 0,4 5 11 0,-4-5-16 16,1 5 21-16,-1-5-8 0,0 0 8 0,6 2-10 15,-6-2 12-15,3 4-17 0,-3-4 4 0,0 0 13 16,7 3-7-16,-7-3-10 0,0 0 7 16,0 0 2-16,4 1 4 0,-4-1-11 0,0 0-11 15,0 0 19-15,6 4-5 0,-6-4 2 0,0 0 8 16,0 0-11-16,0 0 3 0,0 0 0 15,0 0-2-15,4 3-3 0,-4-3 5 0,0 0-8 16,0 0 14-16,0 0-9 0,10 0-12 0,-10 0 5 16,0 0 7-16,0 0-2 0,0 0 6 0,13-3-4 15,-13 3 6-15,8-4-3 0,-4 2-13 16,2-3 21-16,0 4-5 0,-2-3-6 0,2-1 6 16,2 2 7-16,-5-3 1 0,1-1-9 0,2 0 4 15,-3-3-1-15,1 6-5 0,-1-7 5 16,2 1-2-16,-2 2-11 0,0-2 8 0,0-1 3 15,-3 0-13-15,0 0 10 0,0 0-5 0,-3-2 0 16,3 3 8-16,-3 0-3 0,3 1-3 16,-4-2-2-16,0 5 11 0,-2-5-16 0,2 6 12 15,1-1-4-15,-3-1-11 0,2 5 3 0,-4-4 10 16,2 6 0-16,6 0-12 0,-16 0-4 16,16 0 6-16,-15 1-2 0,8 5 1 0,-3 1-6 0,-3 2 7 15,5 1 2-15,-1 0 11 0,1 5-24 16,1 2 3-16,-2-2 8 0,2 3 16 15,3 3-14-15,0-2 0 0,1 1 9 0,3 0-6 0,-3 0 0 16,3-2 2-16,3 6 1 0,-3-3-6 16,3-2 13-16,5 3-12 0,-5-4-3 0,4 2 10 15,-1-5 8-15,1 2-13 0,4-3 7 0,-1-2 6 16,0-2 5-16,4 1-10 0,-1-2 5 16,2-4-16-16,4 2 8 0,-1-6 5 0,3 2 6 15,2-6-6-15,4 2 5 0,1-3-4 0,2-2-9 16,2-2 8-16,2-1-2 0,-1-1-3 15,-1-3 3-15,2 2-8 0,-3-3 7 0,-5-3-1 16,2 2 6-16,-3-2-4 0,-2-1 0 0,-2 1-11 16,-4-2 1-16,0 1-4 0,-6 1 14 0,1-2-13 15,-1 1 2-15,-4 1 11 0,-3 5 5 16,2-2-10-16,-3 0 9 0,-3 4-9 0,4 0 2 16,-4 2-2-16,-4 1 2 0,4-1-13 0,-6 6 11 15,2-3-1-15,4 5 1 0,-16 0-6 16,5 5 8-16,-2 3 3 0,-1-1-13 0,0 2 2 15,0 2-7-15,0 2 10 0,1-1 3 0,-1 2 2 16,4-3-3-16,0 6-4 0,3-4-1 0,0-1 16 16,0 1-5-16,4-1-16 0,0-4 10 0,3 5 4 15,0-5 4-15,3 0-13 0,-2-2 6 16,5 1 2-16,1-2 0 0,3-2 3 0,1-3-11 16,2 0 8-16,1 0-5 0,-1 0 8 15,1-3-5-15,-1-1-9 0,0 3 12 0,-1-2-1 16,1-1-8-16,-2 2-5 0,-1 0 8 0,-1 1 0 15,2 0-2-15,-4-3-3 0,-7 4 7 16,14 0-7-16,-4 0 5 0,-10 0-5 0,14 4 8 16,-5-2-6-16,2 0 1 0,-4 0 4 0,-1 3-4 15,4-3-14-15,-2 2-35 0,-1-1-41 0,0-2-54 16,2 5-102-16,-1-2-147 0,2-4-431 16,-4 3 83-16,1-3 62 0,-7 0 65 0,14-6 70 15</inkml:trace>
  <inkml:trace contextRef="#ctx0" brushRef="#br0" timeOffset="-187498">5956 14772 645 0,'0'7'209'16,"4"-2"-6"-16,0 6-22 0,-1-2-17 0,0 1-18 16,-2 0-23-16,2-1 2 0,3 4-7 0,-6-1-18 15,1 0-3-15,1-1-17 0,-1-1-4 16,2 0 4-16,-3-2 4 0,0-1 3 0,0 3 18 15,0-3 77-15,0-2-13 0,0-5-8 0,-3 8-12 16,3-8-11-16,0 0-13 0,0 0-15 16,0 0-20-16,0 0 5 0,-3-24-16 0,2 10-5 15,1 3-12-15,0-3-1 0,1-4-10 0,-1 0-5 16,2 1-76-16,2-1-1 0,-4 2 10 16,4 3 9-16,-1 0-4 0,-2 1-4 0,2 2 7 15,3 3 0-15,-2-1-7 0,2 5 15 0,2-1-11 16,-1 4 6-16,-7 0 0 0,20 7 7 0,-7-3-2 15,1 4-3-15,0 1 3 0,-1 1 8 0,2 2-1 16,1 2 11-16,-1 0-13 0,1-2-2 16,-2 5-6-16,-1 1-5 0,0-3 3 0,2 2-54 15,-2 1-46-15,-2-3-41 0,2 2-121 0,-2-2-475 16,2-1 7-16,-2-3 98 0,2-1 53 16,-3-3 59-16</inkml:trace>
  <inkml:trace contextRef="#ctx0" brushRef="#br0" timeOffset="-187048.45">6838 14448 1028 0,'-3'-7'323'0,"3"7"-34"0,-7-1-35 15,7 1-11-15,0 0-31 0,-17 5-20 0,10-1-28 16,1 3-5-16,-2 1-18 0,-2-2-19 0,3 2-1 16,1 1-21-16,-2 1-13 0,5 1-8 15,-3-3-18-15,5 4-2 0,-2 0-5 0,0-1-21 16,6 0 18-16,0 1-2 0,1-2-5 16,4 4-14-16,2-3 1 0,2 2 0 0,3-2-6 15,-2 2-2-15,4-1 3 0,0 1 0 0,0-1-8 16,0-4-1-16,1 6 1 0,-5-4-7 0,4-2 4 15,-6 2 0-15,0-2 3 0,1 0-5 16,-2 1 5-16,-2-3 13 0,-4 2 4 0,2 0-1 16,-3-1-1-16,-3 1 3 0,0-2-3 0,-3 2-5 15,-4-1 11-15,0 6-1 0,0-5-15 0,-3 2 8 16,-4-1-6-16,1 0-7 0,-1-1 3 16,0 0-3-16,1-1 15 0,2 1-18 0,-2 0-12 15,3-4 12-15,-1 1-2 0,1-2-13 0,3 3-20 16,0-2-21-16,0-1-34 0,4 1-65 15,-3-4-93-15,6 0-100 0,-4 0-222 0,4 0-221 16,0 0 62-16,0 0 66 0,13-7 67 0,-2 3 64 16</inkml:trace>
  <inkml:trace contextRef="#ctx0" brushRef="#br0" timeOffset="-186631.59">7249 14498 1016 0,'0'-7'279'0,"-1"5"-13"16,1 2-10-16,-3-6-39 0,3 6-19 0,-10 0-14 16,10 0-10-16,-14 7-21 0,7-1-12 0,-3 1-10 15,0 2-13-15,-1 1-26 0,1 1 5 0,1 2 46 16,1-1-10-16,1 2-5 0,-2-3-10 16,5 3-15-16,-3-3-19 0,3 1-5 0,1-2 3 15,3 0-18-15,-3-2-7 0,3 0-11 0,3 0-8 16,0-6 3-16,5 5-5 0,-5-4-11 15,4 0 1-15,0-2-5 0,2-1 2 0,-9 0-6 16,18-4 1-16,-11 1-7 0,4 1 1 0,-2-3 6 16,-2 5-18-16,-1 0-2 0,-6 0 2 15,12-1 0-15,-12 1-5 0,10 1 7 0,-1 6-17 16,-1 1 23-16,-4 2 2 0,5 8 3 0,1 4-6 16,1 5 3-16,-4 5 3 0,0 2-8 0,6 13 24 15,-3 4-19-15,-3 3 5 0,-3-4-2 0,2 0-3 16,1 0 6-16,-3-10-11 0,2-1 5 15,-2-3 13-15,2 2-10 0,-2-2-6 0,0-2-7 16,0-2 13-16,2-5-46 0,-3-5-26 16,-2-4-13-16,5-4-40 0,-6-3-129 0,3-3-614 15,0-6 36-15,2-2 102 0,-5 0 67 0,0-17 74 16,0-1 36-16</inkml:trace>
  <inkml:trace contextRef="#ctx0" brushRef="#br0" timeOffset="-185915.27">7461 14545 709 0,'0'0'279'0,"0"0"-18"16,0 0-11-16,0 0-42 0,11 17 53 0,-9-7-13 16,2 1-35-16,-1 3-19 0,1 3-10 0,-1-1-17 15,3 0-21-15,-2 2-13 0,3-2-13 0,-3 1-7 16,2 0-16-16,-3-2-15 0,4 1-5 15,1-3-13-15,-2 0 10 0,-2-3-7 0,2 0-3 16,-2-3-3-16,3 1-10 0,0-5-7 16,-1 2-6-16,1-5 3 0,-7 0 0 0,0 0-3 15,18-9-4-15,-15 1-4 0,3-5-17 0,-2 1 0 16,-1-4 2-16,0-1 3 0,-2-2-10 0,2 0 7 16,-3 1 6-16,4 6-16 0,-4-1 10 15,3 0-2-15,-3 1 0 0,0 3-5 0,0 1-6 16,0 1 6-16,0 4-11 0,0 3 8 0,0 0-5 15,0 0 0-15,0 0 11 0,0 0-4 0,4 18 1 16,-4-9-11-16,3 3 14 0,0 1 1 16,-3 0-1-16,4-1-11 0,2 3 0 0,-2 1 5 15,4-1-5-15,1-3-3 0,1 3 13 16,1-5 1-16,2 4-6 0,1-4 13 0,3-2-11 16,4 2-2-16,3-4 19 0,-4-4-17 0,4-2 1 15,3 0-3-15,1 0-2 0,0-2-6 0,2-4 8 16,4-5-7-16,-6 1 4 0,2-4 1 15,-7-1-14-15,2-3 6 0,-4-6-2 0,-1 3 7 16,-6-3-5-16,3-1-1 0,-7 3 12 0,0 2 1 16,-3-1-2-16,0 4 8 0,-4 4-13 0,1 1 5 15,-1 2 3-15,-6 1 0 0,0 3-3 16,-1 2 2-16,-6 1 4 0,10 3-9 0,-20 7 11 16,6-1 2-16,0 3-4 0,-3 5-4 15,3 0-12-15,-3 3 15 0,3 2 3 0,0 0 3 16,4 0-4-16,1-3-12 0,5 1 0 0,-4 0 0 15,5-4 16-15,3-1 4 0,0 2-7 0,3-3 2 16,-2-3-15-16,6 2 16 0,0-3-4 0,3-1-1 16,-1-4 4-16,3 2-2 0,1-3-3 15,1 0-5-15,-1-1-2 0,1 0 10 0,0 0-3 16,-1-1 0-16,1 0-10 0,-4-3 3 0,4 4 4 16,-1 0 9-16,-2-1-9 0,3 0 1 15,-1-4 2-15,-2 4 1 0,2 1-11 0,-3 0-3 16,4-3-10-16,-4-1-28 0,4 2-25 15,-4 1-47-15,3-1-12 0,-2-3-67 0,-1 4-39 16,-3-2-61-16,1-1-168 0,1 1-341 0,-2-1 53 16,-3-2 70-16,2 0 66 0,2-2 49 0</inkml:trace>
  <inkml:trace contextRef="#ctx0" brushRef="#br0" timeOffset="-185315.44">8421 14549 550 0,'0'-4'235'0,"0"4"-35"15,4-6-5-15,-4 6 2 0,0 0 0 16,0 0-23-16,0 0-5 0,0 0-3 0,4 20 49 15,-1-8-31-15,0 0 6 0,0 4-37 0,-2 1-7 16,5 0-10-16,-3-1-18 0,1 1-1 16,3 1-22-16,-4 2-3 0,4-3-5 0,-4-1-15 15,1 2 0-15,-1-7-11 0,0 4-5 0,2-5 1 16,-5 3 20-16,3-5 25 0,0-4-10 0,-3 3-64 16,1-4-18-16,-1-3 1 0,0 0 1 0,0 0-1 15,0 0 2-15,-1-18 2 0,1 1-13 16,-3 0-4-16,3-2 10 0,-3-3-11 0,3 1 6 15,3-4-1-15,-3 0-2 0,3 4 13 0,-2 1 0 16,2 0-11-16,3 2 3 0,-3 1 6 16,1 4-4-16,3 0 4 0,-3-1-6 0,2 4-3 15,4 2-9-15,-3 1 9 0,4 2-2 0,-1 0 0 16,0 5-2-16,1-1 14 0,2 1-7 16,-2 1 1-16,2-1-4 0,0 0-2 0,-2 5-2 0,2-2-4 15,-1-1 14-15,0 0-3 0,-2 1 3 16,1-1-8-16,-1-2 8 0,-3 0-1 0,4 1-2 15,-4-1-7-15,-7 0 10 0,16-1 2 0,-5-2-8 16,-1-1 6-16,-3-2 2 0,3 0-2 16,-3-2 5-16,-1-2-6 0,1-2 1 0,-3 1 5 15,3-4-8-15,-4 2 10 0,-3-1-12 16,1-1 2-16,2 5 3 0,-6-1 2 0,3-1-2 16,-1 5-8-16,-2 1-5 0,-1 2 7 0,-3 3-2 15,7 1 8-15,-16 6-8 0,5 3 5 0,-2 2-10 16,2 6 5-16,1 1 0 0,0 3 2 15,3 2-2-15,-1-2 3 0,2 4-1 0,3 0 9 16,2 0-6-16,1 0-3 0,1-1-2 0,2 0 3 16,3-4-3-16,2 2 8 0,-1-4-21 0,-1-1-10 15,4-3 46-15,4-3-21 0,-4-1 14 16,5-3 22-16,1 0 16 0,2-6-46 0,-2 4 17 16,2-4-27-16,-2-1 12 0,-1 0-2 0,1-1 2 15,-1 0-3-15,-2-3-22 0,1 2-18 16,-4-3-62-16,-1 4-135 0,-1-2-282 0,-7-3-330 15,1 2 74-15,-2 4 69 0,-6-12 59 0,-2 3 69 16</inkml:trace>
  <inkml:trace contextRef="#ctx0" brushRef="#br0" timeOffset="-184598.56">10414 14224 773 0,'0'9'243'0,"0"-9"-92"0,-3 4 7 16,3-4 1-16,0 4-10 0,0-4-1 0,0 0-15 15,0 0 13-15,3 7-21 0,-3-7 9 0,0 0-4 16,0 0-12-16,0 0-6 0,0 0-1 0,0 0-22 15,18-7-10-15,-15 0 14 0,3 4-22 16,-2-2-7-16,-1-5-2 0,0 2-1 0,-2 1 59 16,2-3-12-16,-6 2-8 0,3-1-11 0,-1 0 1 15,1 0-11-15,-6 0-10 0,3 3-10 16,2-2-5-16,-5 5-3 0,0-1-12 0,-2 0-1 16,1 3-5-16,7 1 13 0,-17 3-28 0,4 1 16 15,3 1-9-15,0 3 1 0,-1 6-8 0,1-3 0 16,3 6-8-16,-1 1 8 0,2 2 2 15,3 0-2-15,2-3 10 0,1 5-12 0,4-1 9 16,2 1-9-16,2-4-14 0,2 6 19 0,0-6-16 16,4 0 2-16,3-3-1 0,0 2-6 15,3-3 18-15,4 1-11 0,0-5-2 0,0 1 3 16,1-3-18-16,-2-1-8 0,1 0-13 0,3-4-30 16,-6 1-70-16,-1-1-61 0,-2-4-141 15,2-1-483-15,-6-2 43 0,3-1 72 0,-4-2 58 16,-6-5 67-16</inkml:trace>
  <inkml:trace contextRef="#ctx0" brushRef="#br0" timeOffset="-184279.42">10722 14191 965 0,'0'0'289'16,"3"24"-38"-16,0-13-8 0,1 4-26 0,3 2-9 15,0 1-27-15,-1 4-12 0,4 0-28 0,-2-1-5 16,-1 2-13-16,3 0-82 0,-4-2-3 0,5 4-10 15,-4-3 0-15,0-1 0 0,-1-1-10 16,2-4 11-16,-5-2 6 0,3 1-4 0,-2-5 13 16,-1-2 99-16,1 4-25 0,-1-7 10 15,1 0-13-15,-4-5-20 0,0 2-3 0,0-2-18 16,0 0-2-16,0 0-6 0,-8-25-2 0,2 8-8 16,3 2-2-16,-1-5 0 0,-2-3-13 15,2-1 8-15,-3 4-8 0,4-3-11 0,2 4 4 16,-2-2-6-16,3 3 2 0,0 1-14 0,0 2 2 15,0 3-21-15,3-3-17 0,-2 3-11 0,2 1-41 16,4 1-15-16,-3 2-31 0,2-1-63 0,1 1-116 16,-1 6-512-16,2-4 33 0,-1 1 93 15,0 0 51-15,-1-2 66 0</inkml:trace>
  <inkml:trace contextRef="#ctx0" brushRef="#br0" timeOffset="-183949.45">11009 14274 657 0,'10'17'300'0,"-6"0"-95"0,2 1-21 0,-2-3-18 16,-1 2-12-16,5 1-13 0,-5-3-13 0,4 8-11 15,-1-4-9-15,-2-1 56 0,2 2-16 16,2 0-2-16,-5-3-23 0,0-2-10 0,1 1-14 16,-1-4-4-16,0-1 0 0,1-1 7 0,-1 1-15 15,-3-5 23-15,4 0-74 0,-1-2 5 16,-3 1-20-16,0-5 4 0,0 0 1 0,0 0-3 15,0 0 2-15,-7-21-2 0,4 10 3 0,0-3-8 16,2 1-8-16,1-6 21 0,-3 1-18 16,3 0 5-16,0-6-3 0,3 6-2 0,-3-2 10 0,3 0-16 15,1 2 4-15,0-1-9 0,3 1-2 16,-4 2 8-16,4 1 2 0,0 1-5 0,4-3-5 16,1 7-15-16,-2-3-11 0,1 4-25 15,0 1-33-15,-2 4-37 0,5-2-42 0,-4 4-29 16,1-3-113-16,2 4-340 0,-3 1-49 0,2 0 80 15,-2 0 43-15</inkml:trace>
  <inkml:trace contextRef="#ctx0" brushRef="#br0" timeOffset="-183282.39">11420 14387 683 0,'3'18'305'0,"0"-1"-39"15,0 0-85-15,-2-3-19 0,5-1-11 0,-3 4-8 16,5-2-17-16,-2 2-19 0,1-1 6 15,0-1-21-15,4 3-13 0,2-2-10 0,-3-5 0 16,1 3-7-16,-1-3-3 0,4-1-3 16,-1-3-5-16,-3 1 8 0,1-3-8 0,-1-2-10 15,0-1 0-15,-2-2 0 0,-8 0-8 0,16-6 1 16,-12 0-1-16,2-3-7 0,-2-5-3 0,-4 4-3 16,-4-6-7-16,-2-3 0 0,2-3 2 0,-6-1 0 15,-1 2 3-15,1-1 3 0,-3 3 12 16,2-4-5-16,1 8 0 0,-3-3-2 0,2 6 10 15,4-1 20-15,-2 2-23 0,5 3-7 16,-4-1 12-16,2 1-7 0,3 0 13 0,-1 2-29 16,1-1-18-16,0 2 19 0,3 0-1 0,0 5 0 15,3-8-2-15,-3 8-2 0,7-7-6 0,-1 5 7 16,1 1 4-16,-7 1-16 0,18 0 5 16,-5 1 5-16,1 3-2 0,-1 1-6 0,2-1 1 15,4 4-3-15,-1 2 5 0,2 1-2 0,-3-1 4 16,4 4-9-16,-5-1 7 0,2 0 0 0,-1 2-2 15,-3 0 2-15,-1-3-13 0,1 3 13 16,-4-5-7-16,-3 4 7 0,1-3-8 0,1 1 6 16,-5-2-6-16,2-1 8 0,-2-1 0 15,3 1 11-15,-4-3 20 0,-2-2 40 0,2 3 9 16,0-4 2-16,-3-3-5 0,0 7-13 0,0-7 10 16,0 0-15-16,0 0 3 0,0 0-11 0,-10-17-5 15,3 7-7-15,3-5-11 0,1 0 0 0,-4-5-5 16,1-5 11-16,-1-5-16 0,0 5 10 15,3-3-10-15,1 2 11 0,3-1-17 0,-3-2 9 16,2 4 5-16,2 0 5 0,2 2-19 0,0 4 1 16,0-2-2-16,1 1-16 0,3 3 18 15,-3 2-8-15,3 1 0 0,-1-1 0 0,1 1-10 16,3 4 16-16,0 1-11 0,0 0-3 16,1 1 4-16,-4 2-14 0,3 2 16 0,4 0-8 15,-4 2 7-15,-3 1-2 0,3-1-7 0,0 2 4 16,-10 0 3-16,14 3-2 0,-7-1-3 0,0 2-5 15,-1 0-36-15,-6 4-56 0,0 1-103 0,0-1-125 16,-3 6-558-16,-3-1 38 0,-1 3 121 16,-4 3 58-16,1-1 65 0,-7 0 76 0</inkml:trace>
  <inkml:trace contextRef="#ctx0" brushRef="#br0" timeOffset="-181016.62">7779 15240 140 0,'0'0'77'16,"6"-3"-3"-16,-6 3-7 0,0 0-21 0,0 0 13 15,0 0 2-15,7-4-30 0,-7 4 28 16,0 0-5-16,0 0 12 0,0 0 8 0,0 0 3 16,0 0-18-16,0 0 2 0,7 0 9 15,-7 0 9-15,0 0-23 0,0 0 3 0,0 0 5 0,0 0 3 16,0 0-3-16,0 0 20 0,0 0-25 15,0 0-5-15,6-2 2 0,-6 2 5 0,0 0-17 16,0 0 5-16,0 0-8 0,0 0-8 16,0 0-10-16,0 0-18 0,0 0-31 0,0 0-79 15,0 0-194-15,0 0-285 0,0 0 14 16</inkml:trace>
  <inkml:trace contextRef="#ctx0" brushRef="#br0" timeOffset="-178133.88">13026 14372 1274 0,'0'0'402'0,"7"-7"-36"16,-1 4-43-16,2-1-34 0,-1 2-31 0,6-1-20 15,4-1-15-15,4 2-23 0,-1-4-21 0,4 6-25 16,4-1-29-16,2-2-35 0,-6 0-62 0,-3 3-74 16,2-1-154-16,-1 1-79 0,-3 1-553 15,-1 2 97-15,-2-1 55 0,-2-2 88 0,-7 0 45 16</inkml:trace>
  <inkml:trace contextRef="#ctx0" brushRef="#br0" timeOffset="-177965.44">13248 14531 949 0,'-7'2'364'0,"7"-2"-3"0,0 0-54 15,0 0 5-15,0 0-46 0,0 0-18 16,18-10-20-16,-5 8-25 0,0-3-22 0,5 5-32 16,3-4-32-16,-1 0-83 0,7 1-39 0,0-1-100 15,-2 0-144-15,5 2-526 0,-5-2 40 0,1 0 72 16,1 0 62-16,-2-3 61 0</inkml:trace>
  <inkml:trace contextRef="#ctx0" brushRef="#br0" timeOffset="-177665.88">14223 13943 1049 0,'0'0'346'0,"0"0"-37"0,0 0-14 15,0 0-42-15,10 22 57 0,-7-11-65 0,0 4-17 16,1 2-20-16,3 6-16 0,0-1-29 0,0 3-9 16,-1 0-13-16,5 5-6 0,-4-1-12 0,2 0-18 15,2-2-7-15,-4 3-4 0,3-2-20 16,-4-3 3-16,2-2-20 0,-1 0-29 0,-1 1-41 15,-2-4-66-15,-1-2-52 0,0 3-248 16,0-3-483-16,-2-1 63 0,-2-4 67 0,-2 0 77 16,0-3 76-16</inkml:trace>
  <inkml:trace contextRef="#ctx0" brushRef="#br0" timeOffset="-177416.7">14055 14666 780 0,'0'0'325'0,"0"0"-25"15,0 0-26-15,0 0-31 0,0 0-10 0,0 0-23 0,0 0-16 16,38-1-17-16,-18 0-16 0,4-4-25 16,4 4-3-16,5-2-18 0,2-1-5 0,5 0-5 15,-1-2-10-15,1 2-8 0,-2 0-18 0,4-3-8 16,-2 4-9-16,-3-4-12 0,1 5-4 0,-7-4-28 15,-4 6-36-15,-3-2-54 0,-3 1-92 16,-7 1-18-16,0-1-95 0,-5 2-496 0,-2 2 105 16,-4-3 20-16,-3 0 61 0</inkml:trace>
  <inkml:trace contextRef="#ctx0" brushRef="#br0" timeOffset="-176833.56">14208 14941 1098 0,'0'0'417'0,"0"0"-54"15,0 0-25-15,0-4-28 0,0 4-34 0,0 0-25 16,0 0-43-16,0 0-11 0,0 0-23 0,4 17-8 15,-4-12 0-15,4 7-32 0,-4 0 4 0,3 1-13 16,-2-1-15-16,2 6-5 0,0-3 3 16,0 2-19-16,0 1-14 0,1-3 9 0,-1 2-30 15,5 4 12-15,-1-2-22 0,2-1 2 0,1 3-3 16,-2-3-14-16,2-2 1 0,0-4 9 16,-3 3-24-16,0-5 11 0,3 3-11 0,-4-5 18 15,5-1-25-15,-1-3 2 0,0-3 3 16,1-1 7-16,-1 0-12 0,0-1 2 0,1-6-2 15,2 0 2-15,-6-3-15 0,4-5 3 0,-1-3-6 16,-4-2 11-16,1-2 4 0,0 1 1 16,-3-2 0-16,2 6-6 0,-5-1 6 0,2 3 2 0,0 1-18 15,-3 3 6-15,3 1 4 0,-3 2 3 16,1 1-5-16,-1 1 6 0,0 6-1 0,0 0 0 16,0 0 5-16,0 0-2 0,-1 22 15 15,1-9-26-15,1 1 8 0,-1 4 3 0,3 0-11 16,-3 4 1-16,4 2 10 0,-1 2 12 0,0-1 1 15,1 1-14-15,2 1-2 0,-2 1 11 16,2-2-16-16,2 2 5 0,-4 5 8 0,5-8-3 16,-5-3-8-16,2 1-9 0,-1-1 14 0,1-7-7 15,-3 0 3-15,1 1 5 0,-1-7-3 0,0 2-3 16,1-2-2-16,-1-2-15 0,-3-2-16 16,4-2-61-16,-4-3-85 0,0 0-148 0,0 0-627 15,0 0 69-15,0 0 90 0,-4-22 89 0,-2 8 51 16,2-2 77-16</inkml:trace>
  <inkml:trace contextRef="#ctx0" brushRef="#br0" timeOffset="-175883.94">15241 13765 606 0,'0'0'248'0,"0"0"-15"16,0 0-15-16,0 0-26 0,0 0-3 0,-9 1-12 16,9-1 10-16,0 0-92 0,0 0 2 15,0 0-3-15,0 0 32 0,0 0-19 0,0 0-7 16,0 0 13-16,30-2-31 0,-20-3-11 0,0 4-4 15,4-1 2-15,-1-1-5 0,2 1-13 16,-2-2-5-16,0 0-7 0,1 2-29 0,-1 0-23 16,-2 0-51-16,0-2-46 0,-2 4-28 0,-1-2-72 15,-8 2-100-15,10-3-355 0,-10 3 56 0,0 0 38 16,0 0 38-16</inkml:trace>
  <inkml:trace contextRef="#ctx0" brushRef="#br0" timeOffset="-175550.49">15303 13733 570 0,'0'0'200'0,"-7"6"10"16,7-6-8-16,-3 4-10 0,-1 1-15 16,4 0-11-16,-1 1-15 0,-2 3 0 0,6 6-79 15,-3-2-1-15,1 3 16 0,3 3 3 0,-4 5 0 16,6 1 22-16,-5 1-9 0,5 7 2 0,-2 0-21 16,5 13 11-16,2 2-8 0,-4 1 10 15,3 0-25-15,-3 1 94 0,3-2-15 0,0-2-15 16,-3 4-16-16,4-2 6 0,2 2-16 0,-6-5-16 15,4 3 1-15,-1-1-11 0,0-2 1 0,0-5 2 16,-3-5-26-16,0-3 14 0,-1 3-6 16,2-2-15-16,-2 0-8 0,1-1 0 0,0-4 13 15,0 0-18-15,3 1 5 0,-3-5-3 0,3-5-12 16,-2 3 2-16,1-5-2 0,1-2 0 0,-2-2 4 16,2-1-17-16,0-2 3 0,4 0 9 15,-4-6-6-15,3 0 4 0,-2-4-10 0,2 0-21 16,2-1-17-16,-2-5-29 0,4 1-30 15,-3-8-52-15,6 2-89 0,-10-6-256 0,8-5-423 16,-5 1 108-16,-3-8 75 0,1 1 66 0,-8-4 58 16,0-4 62-16</inkml:trace>
  <inkml:trace contextRef="#ctx0" brushRef="#br0" timeOffset="-175099.86">15891 14241 1210 0,'3'-4'364'0,"4"0"-34"16,0-3-33-16,3-1-39 0,-3 2-17 16,3-5-29-16,1 1-30 0,2 2 5 0,1-3-33 15,-1-2-14-15,1 3-7 0,-4 0-22 0,0-3-4 16,-3 1-2-16,1-3-15 0,-2 0-16 15,-2 3 0-15,-1-2-18 0,0 3 6 0,-3 1-11 16,-3-1-10-16,0 1 2 0,2 2 11 0,-5-1-10 16,3 1-6-16,-5 6-12 0,2-3 10 15,-1 4-13-15,7 1-5 0,-21 4 17 0,11 0-4 16,-3 4-18-16,2 1 20 0,-2 4-5 0,-1-1-2 16,3 6-1-16,-2-1-9 0,5 4 15 0,-1-2-1 15,2 3 16-15,1-1-20 0,5 2-6 16,1-1-2-16,0-2-13 0,1-3 26 0,5 8-3 15,1-5 3-15,3 0-3 0,4-2-5 0,2-1-2 16,2 1 4-16,3-3 11 0,-1-1-10 16,4-3-8-16,0-1 5 0,0-3-13 0,3 1-13 15,0-2-20-15,0-2-53 0,-3-4-34 0,-2 0-47 16,1 0-101-16,-3-3-200 0,5-4-433 16,-5 3 74-16,-3-5 57 0,0-4 84 0,-3-1 80 0,-8 0 66 15</inkml:trace>
  <inkml:trace contextRef="#ctx0" brushRef="#br0" timeOffset="-174933.46">16393 14183 721 0,'-7'20'246'15,"7"-11"15"-15,0 2-7 0,3 3-32 16,-2 4-22-16,2 0 58 0,0 5-27 0,2-3-21 16,1 5-23-16,-2 0-24 0,5 0-1 0,-2 0-11 15,1 4-21-15,-2-8-17 0,1 4-39 0,0 0-18 16,3-2-68-16,-3-4-55 0,0 2-102 0,2-5-555 15,-1-3-24-15,-1-1 75 0,-1-6 69 16,-5 1 51-16</inkml:trace>
  <inkml:trace contextRef="#ctx0" brushRef="#br0" timeOffset="-174579.46">16462 13741 860 0,'4'-2'281'0,"-1"-4"-17"0,3 4-31 15,-6 2-31-15,10-3-23 0,-10 3-18 0,14 5-15 16,-7 2-10-16,0-1-16 0,-1 4-5 0,2 0-15 16,-5 4-2-16,1 2-6 0,-1 2-10 15,-3-2-8-15,0 1-10 0,0 1 0 0,-3 0-10 16,2-3-8-16,-2 2-3 0,0-1 1 0,0-1-6 15,1-3 0-15,-1-4 3 0,0 4-2 16,3-1 4-16,-3-3 6 0,0 0-13 0,3-5 5 16,0 4-3-16,3-4-7 0,0 1 7 0,3-2 1 15,-6-2-11-15,15 2-3 0,-5-2 1 0,1 0-3 16,2-3-5-16,4 1-8 0,0-3 3 0,4 4-16 16,-4-5-20-16,6 5-23 0,-1-6-30 15,2 5-50-15,-5-1-45 0,6-2-96 0,-4 1-257 16,6-2-196-16,-7 1 37 0,1 1 58 0,-1-2 70 15</inkml:trace>
  <inkml:trace contextRef="#ctx0" brushRef="#br0" timeOffset="-174366.29">17210 13883 898 0,'0'0'346'0,"7"10"-34"16,-4 2-46-16,0-2-13 0,1 3 1 0,4 0-24 15,-5 4-22-15,4 3-24 0,2 1-15 16,-2 1-28-16,4-2 4 0,-4 5-19 0,2 2-11 16,-1-2-23-16,-1 0-15 0,3 3-39 15,-7-6-50-15,5 1-63 0,-2 2-45 0,-3-2-177 16,1-6-486-16,-1 0 51 0,0-3 61 0,-3-3 77 16,0-1 62-16</inkml:trace>
  <inkml:trace contextRef="#ctx0" brushRef="#br0" timeOffset="-174183.55">17183 14258 862 0,'-4'-7'335'16,"4"7"-33"-16,-3-5-23 0,3 5-40 16,4-6-24-16,2 0-3 0,-2 5-33 0,5-6-15 15,2 4-23-15,-1-4 30 0,5 5-38 0,1-4-56 16,5-1-79-16,-5 2-93 0,5 0-307 0,3-3-340 15,-7 5 79-15,7-5 61 0,-3 2 52 0</inkml:trace>
  <inkml:trace contextRef="#ctx0" brushRef="#br0" timeOffset="-173850.48">17808 14062 980 0,'4'-4'292'0,"3"-5"25"0,0 1-25 16,-1 1-21-16,1 1-20 0,0-1-31 0,3-2-33 16,-6 2-5-16,3-2-18 0,-1-3-11 15,2 4-9-15,-5-2-16 0,0 2-6 0,0-2-9 16,-2 2-5-16,-1-1-16 0,3 1-3 0,-3 1-4 16,-3-1 7-16,2 3-10 0,-2 1-8 15,-3 1-5-15,-2 0-10 0,8 3-8 0,-13 3-2 16,-1 2-6-16,4 2 6 0,-3 1-23 0,2 2 2 15,0 3 8-15,-1-1-6 0,1 3-4 16,4 2 10-16,3-2-11 0,-2 3-2 0,3-1 5 0,3-3-7 16,0 4-3-16,6 0-3 0,-2-3 3 15,5 3 3-15,2-1-9 0,-1 1-24 0,7-3-4 16,0 2-66-16,1-4-17 0,-1-1-78 0,3-4-84 16,-3-1-287-16,1 0-292 0,2-4 70 15,-7-3 107-15,1 0 36 0,-3 0 64 0</inkml:trace>
  <inkml:trace contextRef="#ctx0" brushRef="#br0" timeOffset="-173550.38">18133 14074 1003 0,'4'-8'325'0,"-1"7"-8"16,0-6-32-16,0 5-32 0,-3 2-23 0,4-5-25 16,-4 5-13-16,11 0-28 0,-11 0-5 0,0 0-1 15,17 7-37-15,-11-1-6 0,2 1-13 0,-2 0 3 16,1 5-20-16,-4-1 2 0,1 4-11 15,-4 2 6-15,3-2-15 0,-3 3-3 0,0-1-8 16,-3 1 6-16,-1-1-16 0,1 2 0 16,0-1 0-16,-1-5-3 0,-2 2 6 0,5 1-11 15,-2-6 14-15,-1 3-19 0,-2-4-8 0,5 0 16 16,1-2-5-16,-3 1 10 0,3-5 0 0,3 4-17 16,-3-7-9-16,4 5 18 0,3-4-9 15,-7-1-9-15,14-1 3 0,-4-3-18 0,1 2-30 16,1-4-22-16,3-1-57 0,-2-3-91 0,0 2-181 15,2-3-495-15,-2-3 45 0,1-3 109 16,-7-1 64-16,-1-2 59 0,1 0 77 0</inkml:trace>
  <inkml:trace contextRef="#ctx0" brushRef="#br0" timeOffset="-173234.14">18287 13547 916 0,'4'-6'276'16,"2"6"-25"-16,-6 0-44 0,14-1-7 0,-14 1-31 16,17 6-8-16,-3-1-17 0,-4 2-11 0,0 1-10 15,1 6-21-15,-4-3 0 0,2 3-15 16,-5-3 8-16,-1 6-5 0,0-4-16 0,-3-1 0 16,-3 3-7-16,3-1 86 0,-3 0-20 15,0 0-20-15,2-3-5 0,-2 3-3 0,0-5-8 16,0 0-2-16,2-1 15 0,-2 2-36 0,3-3 8 15,-3 0-3-15,3-4-17 0,0 3 4 0,0-6-17 16,3 7 4-16,1-5-6 0,5-2-9 0,-9 0-10 16,18 0-20-16,-5 0-42 0,5 0-12 15,1-2-25-15,-1-1-55 0,3 1-32 0,2-1-83 16,1-4-135-16,1 5-425 0,-2-3 45 0,1 2 83 16,0-2 69-16,0-3 54 0</inkml:trace>
  <inkml:trace contextRef="#ctx0" brushRef="#br0" timeOffset="-173066.77">18947 13673 729 0,'10'5'287'0,"-9"0"58"0,-1 3-12 15,3-1-36-15,0 3-18 0,0 5-23 0,-2 2-26 16,2 1-22-16,3 5-19 0,-2 1-23 16,3-1-2-16,-3 0-13 0,2 2-13 0,-2 0-27 15,2 2-24-15,-3-2-26 0,-2 2-30 0,2-2-67 16,1 0-97-16,-4 1-220 0,0-2-456 15,3-3 43-15,-3-1 88 0,-3-4 59 0,-1-5 63 16</inkml:trace>
  <inkml:trace contextRef="#ctx0" brushRef="#br0" timeOffset="-172883.19">18906 14137 1011 0,'-3'-6'414'16,"3"6"-37"-16,-1-5-34 0,1 5-24 0,1-10-32 15,2 8-36-15,3-4-26 0,1 3-20 0,4-3-31 16,2 0-28-16,2 2-10 0,1-2-49 16,2-1-28-16,1-1-67 0,5 2-79 0,-3-1-213 15,-1-1-493-15,4 1 25 0,-3-3 85 0,0 1 68 16,-4 0 50-16</inkml:trace>
  <inkml:trace contextRef="#ctx0" brushRef="#br0" timeOffset="-172533.84">19422 13923 1123 0,'10'-5'341'0,"-3"3"-1"15,0 1-48-15,3-5-11 0,-3 5-42 16,3-4-12-16,1 1-30 0,-1-2-17 0,3 3-19 16,-2-4-15-16,-1 2-5 0,-3-1-16 0,4 0-20 15,-2-2-3-15,-2 1 1 0,0-3-3 16,0 2-29-16,-4 1 14 0,1-3 4 0,-1 2-15 0,-3 1-12 15,0-3-8-15,0 3-6 0,-3 3 6 16,0-3-10-16,-1 2 9 0,-3 3-17 0,7 2-5 16,-17 0 2-16,3 0 13 0,4 5-18 0,-3 0 8 15,-1 2-15-15,4 3-3 0,-1 2-8 16,0-1 26-16,-1 4-21 0,5-3 6 0,2 3-1 16,-1 1-5-16,3 0 1 0,3-3 7 0,0 0-8 15,0 1-12-15,6-1 9 0,-2 2 11 16,6-5 6-16,0 3-32 0,0-3 21 0,4-2-23 15,-3 1-41-15,3-3 10 0,2-2-51 0,-1 1-23 16,1-2-46-16,-2-3-82 0,-1 0-210 16,1-2-412-16,-3 0 46 0,-1-4 82 0,1-1 56 15,2-1 72-15</inkml:trace>
  <inkml:trace contextRef="#ctx0" brushRef="#br0" timeOffset="-172150.16">19771 13839 624 0,'6'-6'284'16,"-2"4"-33"-16,-1-1 0 0,5-1-28 15,-2 2-19-15,-6 2-17 0,13-6-26 0,-2 6-4 0,-11 0-22 16,14 2 65-16,-8 2-31 0,2-2-57 16,-1 4-9-16,2-2-11 0,-5 3-2 0,2 3-1 15,2-2 1-15,-5 1-3 0,0 4-5 0,-3-3-8 16,0 2-7-16,-3 0 2 0,0-1-3 0,0 4-9 16,-5-3 4-16,4 1-18 0,-2 1-4 15,-1-4 4-15,1-1-7 0,2 0 5 0,0-1-8 16,-2 0-2-16,5-1 0 0,-2-1 0 15,3-2-19-15,0 2 19 0,0-6-5 0,3 8-6 16,-2-5 3-16,5-2-2 0,-2 5-16 0,3-5 10 16,0 5-2-16,3-2-8 0,-4 0 5 0,5-1 3 15,-4 1 2-15,3 0-15 0,1 3 18 0,-5-2 18 16,1 0-23-16,0 3-3 0,3-2 11 16,-3 0 7-16,-4 0-8 0,1 3-7 0,-1 1 10 15,0-1-5-15,-3 1 0 0,0-1 0 16,-3 1 0-16,-4 0 0 0,1 3 2 0,-5-1-2 15,1 1-20-15,-3-4-1 0,-2 2-17 0,-4 2-29 16,4-5-30-16,-1-4-83 0,1 1-181 0,-1-3-545 16,2-2 105-16,1-1 41 0,-2-6 112 15,-1-2 51-15,5-1 70 0</inkml:trace>
  <inkml:trace contextRef="#ctx0" brushRef="#br0" timeOffset="-171833.07">19983 13389 1105 0,'7'2'338'0,"-1"5"-33"0,0 3-21 16,-1-2-15-16,-2 6-36 0,0-3-13 15,-3 6-23-15,0-2-13 0,0 3-15 0,0-1-15 16,-3 1-16-16,0-3 15 0,0 0-9 15,3 0-21-15,0-3-6 0,-5 1-12 0,5-1-2 16,0-4-6-16,0 2-23 0,3-3 23 0,-1 1-15 16,-2-1 0-16,6-2 13 0,-2 0-34 0,5-5 21 15,1 4-30-15,5-2-11 0,2-2 12 0,3 1-9 16,4-2-8-16,7 1-21 0,0-2-18 16,0 4-43-16,6-2-53 0,-3 0-119 0,3 0-348 15,5 1-342-15,-8-1 91 0,0 1 72 0,-6-1 72 16,-1 0 59-16,-3-1 94 0</inkml:trace>
  <inkml:trace contextRef="#ctx0" brushRef="#br0" timeOffset="-171600.24">20670 13655 1036 0,'3'9'412'0,"0"1"-53"0,5 6-21 0,-5 2-31 16,4 0-41-16,-1 4-89 0,1 2-24 0,0 1 1 15,0 0-21-15,-3 1-5 0,-1 0-18 16,3-1-18-16,-5 2-28 0,2-2-38 0,-3-3-34 16,0-4-66-16,0 7-75 0,0-4-155 0,-3-2-475 15,2-1 86-15,-5-2 40 0,2-5 62 16</inkml:trace>
  <inkml:trace contextRef="#ctx0" brushRef="#br0" timeOffset="-171416.82">20495 14066 977 0,'0'0'397'0,"-3"-8"-13"0,3 3-28 16,0 5-26-16,3-10-31 0,1 8-30 0,3-6-20 15,0 5-32-15,2-3-22 0,2-2 2 16,3 4-39-16,3-2-17 0,0-1-23 0,3 1-16 15,1-3-50-15,3 5-52 0,0-3-75 16,-3 0-106-16,3 5-252 0,-1-4-394 0,4-3 49 16,-3 1 74-16,-3 1 72 0,-4 1 56 0</inkml:trace>
  <inkml:trace contextRef="#ctx0" brushRef="#br0" timeOffset="-171034.3">21087 13858 990 0,'10'0'384'0,"-10"0"-15"16,10 0-44-16,-10 0-31 0,14-2-17 0,-7 1-27 16,0-1-9-16,3 0-8 0,0 0-31 0,3 0-18 15,-2-2-17-15,-1 2-39 0,0 0-8 0,4-4 11 16,-4 3 2-16,0-3-5 0,1 3-13 16,-1-2-28-16,-3 1-15 0,0-2 15 0,0-1 10 15,-1-1-23-15,-2 1-10 0,-1 1-8 0,-3-1-9 16,0 1-1-16,0-1-16 0,-3 0 1 0,0 2 7 15,-1 0-17-15,-5 3 2 0,-2-4 0 16,4 6 3-16,-6 0-6 0,2 1 8 0,-2 4-23 16,1-3 11-16,-1 8 2 0,0-2 5 15,-1 5-5-15,1-1-8 0,-1 7 10 0,4 0-22 16,0 0-1-16,2 4 13 0,4-4-10 0,1 1 11 16,0 0-9-16,3-2-2 0,3 5-5 0,0-4 20 15,1 1 14-15,7 0-22 0,-1-2-32 16,0 0 25-16,4-1-13 0,-1-3-20 0,1-3-21 15,0-3-56-15,0 1-31 0,2-1-87 16,-2-6-92-16,-3 0-583 0,2-1 32 0,-2-2 98 16,2-3 103-16,-3-4 58 0,1 2 54 0</inkml:trace>
  <inkml:trace contextRef="#ctx0" brushRef="#br0" timeOffset="-170667.02">21456 13940 844 0,'7'11'359'0,"-7"-4"-22"0,0-1-29 0,0 1-19 0,0 2-36 16,3 2-2-16,-3-1-26 0,3 3-17 16,-2-1-11-16,2 2-31 0,0-1-10 0,1 0-10 15,0 2-18-15,2-3-20 0,-2 3-6 0,-1-5-5 16,4 2-2-16,-1-3 18 0,-1-1-34 16,1 1-5-16,1-3-7 0,-1-2-6 0,1 1 1 15,1-4-16-15,1 0-8 0,-2-1 8 16,-7 0-18-16,17-7-20 0,-10 5 2 0,0-6 1 15,0 0-1-15,0 0 3 0,0-2-13 0,-1-2 2 16,-2 3-4-16,2 1 17 0,-1 0 0 0,-2 2-10 16,0 2 8-16,1-3-5 0,-1 3-8 15,0-2-3-15,-3 6 19 0,0 0-14 0,0 0 11 16,0 0 13-16,7 10-14 0,-4-3 9 0,-3 1-6 16,0 2 6-16,4 3-11 0,-4-1-2 0,0 1 4 15,4-1 1-15,-4 3 10 0,3 2-12 16,-3-2 12-16,3-1 2 0,-3 0-27 0,4-1-42 15,-4-1-81-15,0 1-129 0,-7-1-76 0,7-4-561 16,-3 3 57-16,-1-5 84 0,0-1 66 16,1-3 68-16,3-2 58 0</inkml:trace>
  <inkml:trace contextRef="#ctx0" brushRef="#br0" timeOffset="-170267.24">21716 13262 1036 0,'10'-4'335'0,"1"2"-38"0,-1 1-28 0,3 2-36 15,-2 1-18-15,-1 2-18 0,1 0-28 0,1 2-13 16,-2 2-10-16,2 1-8 0,-3 0-15 0,-2 1-18 15,0 3-10-15,0-1-5 0,-7-2-6 16,3 5-7-16,-6-2 2 0,0 3-5 0,-2 0-2 16,-4-3 5-16,2 4 7 0,0 1-25 0,-4-3-20 15,1 0 4-15,1-3 3 0,1 3 3 16,1-5-11-16,-2 2 16 0,5-3-16 0,-2 0 3 16,1 1-5-16,-1-3-8 0,3 0 13 0,2-1-20 15,1-1-3-15,0 2-3 0,1-4 0 16,5 4 6-16,1-4-11 0,0 0 11 0,0-1-6 15,3 2-15-15,1-2-10 0,2-1-16 0,4-1-38 16,-3-1-49-16,0 1-84 0,3-5-71 0,0 4-493 16,0-6-22-16,0 2 41 0,0-7 92 0,0 4 61 15,-3-3 59-15</inkml:trace>
  <inkml:trace contextRef="#ctx0" brushRef="#br0" timeOffset="-169750.67">22174 13171 1195 0,'3'-5'404'15,"-3"5"-40"-15,7-8-49 0,-4 6-24 0,5-3-45 16,-2 2-8-16,1 1-25 0,3-3-21 0,1 5-21 16,2-2-12-16,-2 0-23 0,2-1 2 15,0 2-23-15,2 1-13 0,-2 0-7 0,1 0-16 16,-1 0-4-16,-2 0-9 0,3 0-4 0,-4 0 2 15,4 0-26-15,-4 0 13 0,0 0-15 16,1 4 0-16,-2-2-11 0,1 0 6 0,-2 3-3 16,-1 0-7-16,2 2 9 0,-5 1-19 0,3 2 2 15,-3 1 2-15,-1 0 0 0,0 5 6 0,1-3-6 16,-1 6-5-16,-3 1 16 16,0-2-18-16,3 7 2 0,1 3 23 0,-4 0-5 0,3-2-20 15,1 5 25-15,-1 2-5 0,-2 1-25 16,2-1 5-16,0 1 2 0,0 1 8 0,1-3-23 15,-1 3 10-15,-3-2 18 0,6 6-10 0,-5-5-1 16,-1-5 6-16,4 8 0 0,-4-3 5 0,0 0-7 16,0 1 7-16,0-4-5 0,0-4-6 15,-4 5-6-15,4 0 14 0,-1 2-10 0,-2-2-12 16,0-4 7-16,0-1 15 0,-1 2-7 0,1-4-8 16,0 0 3-16,-1-2 15 0,-3 0-21 15,3-4-7-15,-2-2 23 0,-1 1-8 0,1-2-10 16,-5-4-17-16,1 6 42 0,-3-5-27 0,2-3 9 15,-6 3-4-15,-4-3 2 0,-3 1 3 16,-7-4-6-16,-6 0-2 0,-1-3 8 0,-7 3-11 0,-19-7 8 16,-1 4-74-16,-13-4-25 0,2 2-157 15,-26-2-430-15,-2-5-251 0,-4 4 108 0,-2-6 94 16,-2 2 83-16,-1-1 48 0,-1-1 66 0</inkml:trace>
  <inkml:trace contextRef="#ctx0" brushRef="#br0" timeOffset="-160901.29">3235 16516 959 0,'0'0'272'15,"0"0"-27"-15,0 0-4 0,0 0-13 0,3 25-8 16,1-14-23-16,0 4-13 0,3 3-35 16,3 2-6-16,-4 1-17 0,4 1-16 0,-2 3 2 0,2 0-17 15,0-2 0-15,-3-2-21 0,3 2-7 16,-3-2-3-16,-1-1-1 0,2-3 7 0,-4-3-12 15,-1-2-11-15,3 0 14 0,-5-2-10 16,5-1 18-16,-3-3 6 0,-3 0-6 0,0-3-5 16,0-3 7-16,0 0-30 0,0 0 10 15,0 0 3-15,0 0-15 0,-7-22-4 0,4 10-4 16,-6-3-10-16,5-1 4 0,-7-6-4 0,2-1 9 16,-1-6-22-16,2-1 10 0,-2-1-3 0,0-3 6 15,4 2-57-15,-2-1 13 0,4 0 2 16,1 1 6-16,3 5 7 0,-3 0 1 0,3 5-1 15,0 0 6-15,3 2-9 0,0 2-1 16,1 2 6-16,2 2-6 0,5 1 4 0,-4 3 0 16,3 4 11-16,4 1-16 0,-4 4 10 0,4 2-7 15,-1 3 5-15,-2 3-10 0,3 2 12 0,-1 5 1 16,1 2-4-16,-4 1-6 0,-3 5 1 16,-1 0 14-16,-1 1-11 0,-2 0 13 0,-3 0 11 15,-4 2-19-15,0 0 1 0,-5-1-9 16,2-1 17-16,-3 4-9 0,-1-6 11 0,1-3-3 15,-3 0-8-15,2-4 8 0,1-3 3 16,0 1-8-16,-1-3 13 0,1-1-5 0,3-2-1 16,-4-2-2-16,5 1 8 0,-1-1 0 0,1-2-5 15,6-2-3-15,-8 3-5 0,8-3 10 16,0 0-15-16,-4 3-5 0,4-3 20 0,0 0-5 16,0 0 3-16,21 6-11 0,-10-5 6 0,6 0 7 15,-1 4-2-15,5 0 12 0,3 0-17 16,0 1 4-16,3 0-7 0,0 1-5 0,5 1 18 15,1 2-18-15,-2-1-16 0,-4 0-30 0,4 0-59 16,-3-2-46-16,-1 2-100 0,-5-4-225 16,4 4-326-16,-8-7 68 0,2 4 89 0,-3-6 56 15,0 0 46-15</inkml:trace>
  <inkml:trace contextRef="#ctx0" brushRef="#br0" timeOffset="-159968.07">3936 16837 862 0,'3'15'254'0,"1"-1"-11"0,0-1-28 15,2-2-8-15,-3 0-12 0,2-2-26 0,4 1-16 16,-5-3-10-16,5 2-17 0,0-3-8 0,0 1 2 16,1-1-7-16,4-3-9 0,-3 0-6 15,2-3-19-15,1-1-5 0,-1-3-5 0,1 0-2 16,-1-2-6-16,-2-3-9 0,0 1-4 15,-2-4-2-15,-2 0-2 0,-3-2-16 0,-1 2 13 0,-3-2 5 16,0 0-18-16,-3-2 11 0,-5 1-4 16,2 0 12-16,-1 1 4 0,-2 0-5 0,-3 3 2 15,3 1-9-15,-5 2 7 0,3 0-23 16,-5 3 10-16,2 1-10 0,0 2 5 0,0 0-2 16,-2 2-6-16,1 0 1 0,2 0-8 15,-1 3 5-15,4-2-3 0,0-1 11 0,-1 2-14 16,4 1-4-16,1-2-5 0,6-1 12 0,-10 3-2 15,10-3-6-15,0 0 6 0,0 0 3 16,0 0-1-16,0 0-12 0,26-9 9 0,-15 4 4 16,6 0-11-16,0-1 5 0,4 1 3 15,-4 1-13-15,3-1 10 0,0 2 3 0,1 0-16 16,1 0-4-16,1 2-1 0,-3 1 8 0,4 1-3 16,-3 5 1-16,-1-3-3 0,4 4 10 0,-3 1-15 15,-1 3 2-15,1-1 26 0,-3 4-21 16,1 0-2-16,-2 0-2 0,0-1 9 0,-2 3 11 15,1-1-21-15,-2-1 6 0,3 0 7 16,-3 0-3-16,-1-2-12 0,2-1 8 0,-2-1 7 16,1-2-8-16,-1-2 11 0,2-1-8 0,-2-1 2 15,0-2-2-15,1-2 11 0,-1-2-6 0,-2-2-10 16,-1 0 5-16,0-3-3 0,-3-1-15 16,-3-2 3-16,0-2-1 0,-4-2-2 0,-1 0-5 15,-2-4 13-15,-8-4 0 0,1 1 0 16,-3-4 2-16,-4 3 8 0,3 2 10 0,0 2-5 15,-2 3 11-15,1 1-3 0,-1 3-1 0,1 4 11 16,-1 0 6-16,-2 5-12 0,1 2-4 0,0 2 8 16,-1 2-9-16,2 2 4 0,-1 3 9 15,3 3-7-15,0-1-7 0,1 4-6 0,3 1 5 16,-1 0 0-16,5-1 3 0,2 0 5 16,1 3-3-16,3-4-15 0,3 2 16 0,1-1-11 15,2-3 8-15,5 1 22 0,-1-3-17 0,6-2-10 16,-1-2 12-16,5-4-7 0,1-2-20 15,3 0-1-15,6-2-10 0,-2-4-15 0,3-5 15 16,0 1-21-16,2-4 1 0,-5-1 5 0,0-3-6 16,-1-1 3-16,-4 0 6 0,-2-2-14 15,-3-2-7-15,1-2 13 0,-5-2 10 0,-4-2 2 16,-3-1-7-16,1-1-6 0,-5 4 16 16,0 0 18-16,-3 1 13 0,0 6 2 0,3 0 10 0,-3 5-4 15,0 0-8-15,0 5-6 0,0 2 8 16,1 3-2-16,-1 5 7 0,0 0-2 0,0 0 8 15,9 18 2-15,-6-2 10 0,1 3 5 16,3 5-9-16,3 4-6 0,0 1 10 0,1 3 0 16,2 10-2-16,2 2-11 0,-2-9 19 15,4 5-27-15,-3-5 4 0,-1-4 2 0,1-2 5 16,-1-1-8-16,-1 1-25 0,1-1-49 0,1-2-41 16,-1-1-258-16,-7-4-75 0,1-4-417 0,-3-6 93 15,-3-3 81-15,-2-4 62 0,-3-1 53 16</inkml:trace>
  <inkml:trace contextRef="#ctx0" brushRef="#br0" timeOffset="-159784.64">4561 16766 1185 0,'-3'-3'338'0,"3"3"-31"16,-9-2-21-16,9 2-9 0,0 0-37 0,-1-5-9 15,1 5-24-15,0 0-20 0,7-7-23 16,-1 6-11-16,4-5-20 0,5 2-15 0,1-3-20 15,5 0-37-15,3 0-35 0,1-2-42 0,6-1-68 16,3 0-83-16,3 1-286 0,11-7-299 0,0 4 40 16,3-3 67-16,-4 2 77 0,1-4 51 15</inkml:trace>
  <inkml:trace contextRef="#ctx0" brushRef="#br0" timeOffset="-159118.89">5810 16556 824 0,'7'17'304'0,"2"-2"-25"0,-5 1-15 16,4-4-29-16,-2 1-35 0,0-1-18 0,1 2-6 0,0-2-22 16,0 2-11-16,0 1-27 0,0-3-6 15,-1 1-28-15,-2-3 7 0,3 1-7 0,-3-1-10 16,2-2 5-16,-3-1-8 0,1-1 2 16,-1 0-9-16,-3-4 2 0,0-2-13 0,0 0 3 15,0 0-8-15,0 0-8 0,0 0-2 0,0-16 0 16,-3 5-5-16,0-3 2 0,2-3-13 15,-2 0 3-15,3 1-2 0,0 0 4 0,0 2-2 16,0 0-10-16,0 1 3 0,3 3-6 0,-2 0-10 16,5 2 2-16,-3 2 4 0,2 3 1 0,2-1-7 15,2 4-5-15,-9 0 5 0,18 9 8 16,-11-2-8-16,6 2 5 0,1 3 0 0,-4-1-2 16,4 1 2-16,-4 1-5 0,3 3 7 15,-2-5-14-15,-5 3 7 0,2 1 2 0,1-3-7 16,-4 1 18-16,1-3-13 0,-2 0 8 0,-1-3-6 15,3 1 6-15,-5-1 7 0,2-3 1 0,0 2 1 16,-3-6-11-16,0 0 17 0,0 0-11 16,0 0-12-16,0 0 11 0,-13-18-6 0,9 5 2 15,-2 1-4-15,2-6 0 0,0 1 2 0,1-5 0 16,-1 3 2-16,2-2-7 0,2 3 8 16,0 1-3-16,2-1-7 0,2 3-1 0,-1 2 1 15,1 3-6-15,0 1 8 0,3 3 0 0,-1 2 2 16,4 1 11-16,1 3-20 0,2 3 12 15,1 3-5-15,-1 2 13 0,5 3 2 0,-1 3-5 16,0 1-10-16,0 0 10 0,0 5-5 0,-3 3-10 16,0-4 10-16,2 6-10 0,-2 0-25 0,-3 0-19 15,-1-3-43-15,1 0-82 0,-2 0-72 16,-2-2-163-16,4-2-390 0,-5-3 90 0,1-3 54 16,0-5 71-16,3 2 69 0</inkml:trace>
  <inkml:trace contextRef="#ctx0" brushRef="#br0" timeOffset="-158501.68">6510 16804 821 0,'5'-14'323'0,"4"1"-37"0,-2 2-25 0,-1-1-12 16,-2 0-24-16,0 1-20 0,0 1-18 16,2-3-11-16,-3 3-7 0,0-2-20 0,-2 0-16 15,2 3 2-15,0 0-17 0,-3 1-5 0,0 0-11 16,3 1-17-16,-6 1-6 0,3 6-2 15,-3-7-8-15,3 7-10 0,-7-3 10 0,7 3-20 16,0 0-1-16,-13 10 11 0,5-4-5 16,5 2-11-16,-3 0-4 0,2 3-3 0,1 2-1 15,0-3 9-15,2 3-3 0,-1 1-13 0,2-1 10 16,3 1-2-16,0 3 3 0,3-4-16 0,1 3 7 16,4-1 6-16,-1 0 8 0,6 1-21 15,-1-4 5-15,2-1-10 0,3-2 13 0,1-3-83 16,2 0 17-16,-2-3-17 0,3-2 22 15,0-1-1-15,-1-3-5 0,2-1 8 0,-1-3 7 16,3 0 3-16,-3-1-2 0,-4-4 10 16,1-1-3-16,-4-2-7 0,0-1-1 0,-3-3 1 15,-4 0 4-15,-3-2 9 0,-1 0-11 0,-2-1 10 16,0 3-2-16,-4 0 2 0,0 2 3 0,0-1-5 16,-4 7 2-16,1-3 11 0,2 5-11 15,-5 3 8-15,-1 0-5 0,0 5 7 0,0-2-17 16,7 3 5-16,-20 9 10 0,6-2-8 15,1 2 8-15,3 4 0 0,-1-1-3 0,1 2 16 16,3 1 8-16,1 1-29 0,-2-1 8 0,5 0 5 16,-1-1 3-16,4 1-8 0,0-1-3 0,0-1 6 15,1-1 2-15,2-2 3 0,3-1-11 0,2-2 1 16,-2-2 2-16,1-1 2 0,3-1 3 16,1-3 5-16,-1 0 6 0,0 0-9 0,1 0-9 15,-1-3 4-15,0 0-2 0,1 1 3 16,-2 0-16-16,1 0 11 0,-2 1 2 0,-1-1 2 15,0 0-12-15,2 2 13 0,-9 0-11 0,15 0 5 16,-6 0 3-16,-9 0-7 0,18 0-24 16,-11 2-13-16,2 0-32 0,2-2-29 0,-1 0-64 15,-3 1-57-15,3-4-132 0,1 3-428 0,-11 0 64 16,20-2 67-16,-10 0 74 0,0-3 69 16</inkml:trace>
  <inkml:trace contextRef="#ctx0" brushRef="#br0" timeOffset="-158152.36">7260 16655 785 0,'3'6'292'0,"0"0"-5"15,3 3-31-15,-2 0-16 0,-1 1-17 0,5 0-18 16,-5 1-16-16,1-1-7 0,2 1-39 0,-3 0-10 16,0-3-10-16,1 2-5 0,-1-2-10 15,1-1-6-15,-3 0 36 0,2 1-5 16,0-5-10-16,-3 3-15 0,0-6 12 0,0 0-38 15,0 0-5-15,0 0-3 0,0 0 8 0,0 0-28 16,3-18 2-16,-3 8-7 0,-3-1-14 0,3-4-4 16,0-3 0-16,0 1-11 0,0-1 6 0,0 0-13 15,0 1 20-15,3 2-15 0,-3 3 0 16,4 0-11-16,-1 3-4 0,0 0 5 0,1 5 7 16,3 1 6-16,-7 3-6 0,14 6 0 15,-4 0 3-15,3 3 5 0,-2 2-7 0,3 4 4 16,2 1-12-16,-2 2 17 0,0 0-12 15,3 5-8-15,-4-2-74 0,1 0 0 0,0 3-31 0,-1-5-38 16,-2 4-87-16,2-4-640 0,-3-1 51 16,1-4 102-16,-7-3 52 0,2-4 68 0,1-4 68 15</inkml:trace>
  <inkml:trace contextRef="#ctx0" brushRef="#br0" timeOffset="-157418.89">8575 16341 877 0,'-7'-3'279'0,"0"2"-25"16,-3 0-31-16,10 1-21 0,-20 2-5 15,10 0-31-15,-4 0-12 0,3 4-16 0,2 0-10 16,-6 1-31-16,5 2-12 0,-4 1 7 0,1 1-5 16,3 0-10-16,-1 0-8 0,2 2-8 0,2-1 14 15,-1 1-35-15,1-1-1 0,4 1-1 16,0-2-12-16,0 0 5 0,3-1-1 0,3-1 16 16,0 3-20-16,4-3-6 0,0 1-2 15,3-2-2-15,0 3 14 0,8-1-19 0,-2 0 1 16,5 1 9-16,3-1-8 0,-4-1 2 0,4 3-7 15,0-1-3-15,-3 0-8 0,2-1 19 16,-2 2-9-16,0-4-1 0,-4 3 1 0,-3-2 1 16,-1 0-3-16,-2 1 8 0,-4-3 0 0,-1 3-1 15,-3-1 6-15,-2 1 0 0,-1-1-8 16,-4 0 14-16,-2 2 6 0,-1-1-32 0,-4 1 7 16,-2 0 13-16,-4-1-5 0,0 0-11 0,-1 1 16 15,2-3-13-15,-2 2 3 0,1-3-3 0,3 1-28 16,-3-2-8-16,4-2-28 0,3 0-74 15,-1-1-69-15,7-2-136 0,4-1-79 0,-12-1-285 16,12 1 42-16,0-8 69 0,6-1 38 0</inkml:trace>
  <inkml:trace contextRef="#ctx0" brushRef="#br0" timeOffset="-157051.37">8829 16420 709 0,'0'0'284'0,"-18"11"-31"0,8 0-7 16,3 2-21-16,-4 2-15 0,-2 3-23 0,2 0-28 16,1 5-3-16,0-3-16 0,-1 2-22 15,5-1 5-15,-1 3-26 0,1-3 1 0,2-2-14 16,1-2-2-16,3 2-18 0,0-3 0 0,3-1-21 16,1-2 11-16,2-3-28 0,-2-2-11 0,5-2-2 15,2-1 0-15,-1-4-21 0,0-1 8 16,1-3 3-16,2 0-3 0,-2-2 12 0,-1-2-4 15,0 0-8-15,1-1 8 0,-4 1 10 16,3-2 2-16,-4 4 8 0,2-1-15 0,-2 2 10 16,-2 0-2-16,2 4 4 0,-6 0-4 0,0 0 4 15,18 8 3-15,-11 2-10 0,2 3 18 0,2 4-8 16,0 4-7-16,2 4-6 0,1 4 1 16,-1 1-4-16,2 10-6 0,1 2 14 0,1 1 0 15,-6-7-7-15,-2-3 8 0,2-2-26 16,-1-1-6-16,0 1-30 0,-2-3-38 0,1-6-62 15,-2-1-135-15,-3-5-489 0,6-2 50 16,-7-4 75-16,1-4 67 0,-1-4 43 0</inkml:trace>
  <inkml:trace contextRef="#ctx0" brushRef="#br0" timeOffset="-156302.34">9091 16448 980 0,'0'0'299'0,"11"14"-35"0,-8-5-26 16,0 1-5-16,1 4-36 0,2 1-18 15,1-1-25-15,-3 4-8 0,6 1-3 0,-3 0-30 16,3-1-6-16,-2 0-10 0,1 1-9 0,1-3 4 16,-3-1-21-16,1-2-12 0,1 0-18 15,1-3-8-15,-2-1 3 0,-1-3-13 0,-1 0-10 16,1-5-5-16,-1-1-18 0,-6 0-3 15,12-7 3-15,-6 1-11 0,-2-3 3 0,-1-3 10 0,0-5-9 16,-3-1-9-16,0-2 8 0,-3-5 21 16,3 1-14-16,-3 0 22 0,2 4 12 0,-2 1 18 15,3 2 7-15,0 3-7 0,-3 2-8 16,3-1-2-16,0 7-3 0,0 0 8 0,3 3-10 16,-3 3 7-16,0 0 8 0,0 0-13 0,13 15 8 15,-5-2-21-15,-2-1 16 0,1 4-3 16,3 2-5-16,1 2-5 0,-1 0-10 0,4 0 10 15,-4 0-5-15,3 0 2 0,-2 0 3 0,2 0 2 16,2-1-9-16,-5-2 12 0,3-2-8 16,-2-1-2-16,5 0 0 0,-5-3 10 0,2-2-6 15,1-3-1-15,0-3-6 0,-1-1-10 16,2-4-8-16,4-1-20 0,-1-3 0 0,2-3-13 16,4-5-8-16,0 1-4 0,3-5-1 0,-3-3 3 15,7-8 7-15,-7 1 1 0,-7 3 12 0,0-2 5 16,-3 1-2-16,-3 0-2 0,-2 1 22 15,-2 1-2-15,-4 0 12 0,-2 4 24 0,2 0 2 16,-3 2 8-16,-3 5-3 0,2-1 0 0,-5 3-15 16,2 0 13-16,-5 4-16 0,1 3 6 15,-5 2 15-15,3 3-3 0,-4 3-13 0,0 4 6 16,-3 5-6-16,1 2-7 0,1 0 10 0,2 4-2 16,2 0-6-16,1 0-10 0,3 2 0 15,1-4 3-15,1 0 10 0,2-1 8 0,3-1-14 16,0-2-1-16,3-1 1 0,2-1 14 15,2-2-13-15,2-2-8 0,1-2 3 0,1 1-1 16,-1-3-7-16,3-2 3 0,-2 2 2 0,-1-2 8 16,1 1 5-16,-4 0-8 0,3-1 8 0,-3 0-26 15,3 0 18-15,-3 2-2 0,0-2-5 16,2 3-1-16,-1-2-2 0,2 1 0 0,0 1 10 16,1-1 1-16,-1 1 1 0,-1-1-12 15,2-1-10-15,0 2-13 0,2-2-36 0,1-2-10 16,-1 0-43-16,1 0-55 0,-1-2-61 15,-1 1-94-15,-2-3-131 0,3-1-297 0,-3-1 89 0,0-1 45 16,-3-1 63-16</inkml:trace>
  <inkml:trace contextRef="#ctx0" brushRef="#br0" timeOffset="-155785.99">10007 16298 993 0,'0'0'271'0,"0"0"-10"15,0 0-15-15,0 0-13 0,10 14-16 0,-3-3-7 16,1 3-23-16,-2 5-23 0,1 1-21 15,4 2 1-15,-1-3-24 0,-3 5-5 0,2 0-5 16,2-2-31-16,-4 1 9 0,-1-2-1 16,1-1-11-16,-2-4-17 0,1 0 8 0,-3-1-8 15,1-5 25-15,-1-1 13 0,0 3-12 0,0-8-6 16,-3 0-12-16,0-4-11 0,0 0 0 16,0 0 8-16,0 0-15 0,-13-20-8 0,7 7-5 15,1-4-8-15,-1-4-2 0,2 1 4 0,1-3 1 16,0 5-11-16,3-2 11 0,0 2-8 15,0 0 0-15,3 2-7 0,0 4-1 0,1 1-2 16,-1 0-3-16,2 3 10 0,4 2-2 16,-2 1-7-16,3 1 4 0,-2 1-10 0,5 3 5 15,-3-2-10-15,4 4-2 0,-1-2 9 0,1 0 4 16,0 0-14-16,3 0 18 0,-4 0 11 16,1 0-26-16,0-2 10 0,3-2 1 0,0 3-9 15,-3-4 8-15,2-1-5 0,-1-1 13 16,-2-1-10-16,0-1-8 0,1 1 8 0,-4-4-1 15,-3 0 4-15,1-1-80 0,-5 1-1 0,0 0 12 16,0-2 14-16,-3 2-7 0,0-1 15 0,-3 2-5 16,3 1 3-16,-3 0 10 0,0 5 7 15,0-1-10-15,-2 5 6 0,5 1 7 0,0 0 0 16,-17 8 3-16,11 2-3 0,-2 3 2 16,2 3 9-16,2 2-1 0,-2 3-5 0,6 4 21 0,0-3-1 15,0 2-4-15,3 1-3 0,1-1-3 16,5 0 1-16,-1-3-1 0,2 0 19 0,7 0-19 15,0-2-5-15,1-3-7 0,4-1-31 0,-4-5-38 16,6-1-73-16,0 1-106 0,-1-2-582 16,2-3 80-16,-4-3 79 0,3-3 56 0,-4 0 80 15</inkml:trace>
  <inkml:trace contextRef="#ctx0" brushRef="#br0" timeOffset="-155352.23">11355 16308 1205 0,'3'-2'384'0,"3"0"-41"0,-2-4-28 15,2 3-44-15,-2-2-33 0,4 0-25 0,-2-1-11 16,1 0-18-16,-4 0-22 0,3 1-24 16,-5-2 5-16,3 0-33 0,-4 0-15 0,0-1-8 15,0 2-8-15,-4-1-15 0,3 3 0 16,-2 0-2-16,-3 2 4 0,-1 0-9 0,7 2-14 16,-14 4 3-16,4 1 3 0,0 2-3 0,3 5 5 15,-4 0 5-15,2 3-10 0,-1 3 6 0,2 5-6 16,2-3 2-16,5 1 9 0,-2-1-14 0,3 1-4 15,3 3-9-15,4-3 9 0,1 2-6 16,1-4 5-16,5 0 1 0,3 0-11 16,4-1-3-16,5-5-2 0,-1 1-7 0,5-4-11 0,1-3-20 15,-3-3-29-15,3-2-35 0,-1-2-39 16,1-3-51-16,-4-3-138 0,1-8-144 0,-4 4-411 16,-4-5 66-16,-3-1 66 0,-3-7 83 15,-3 2 63-15,-2-2 54 0</inkml:trace>
  <inkml:trace contextRef="#ctx0" brushRef="#br0" timeOffset="-154152.72">11808 16204 834 0,'1'-5'251'0,"-1"5"-31"0,0 0-15 0,0 0-6 16,0 0-14-16,10 16-24 0,-10-5-10 0,4 1 8 15,2 5-34-15,-2 1 1 0,2 1-16 16,2 4-16-16,-2-1-2 0,-2 1-7 0,-1-2-16 16,1-1-8-16,-1-1-2 0,0-1 13 0,1-1-13 15,-4-5 2-15,0 2 1 0,1-3 20 0,-1-1 5 16,0-1 0-16,-1-3-3 0,-3-2-4 15,4-4-22-15,-6 2 4 0,6-2-6 0,-11-8-5 16,5-1-2-16,-2-2-8 0,2-4 0 0,-4-4-5 16,3-2 0-16,-4-2-8 0,5 2-3 15,2-1-4-15,1 0 4 0,-3 0 6 0,5 4-10 16,1 1-14-16,0-1 9 0,1 2-6 16,5 1-13-16,-3 0 3 0,1 7 3 0,2-5-26 15,2 2-21-15,-2 4-20 0,4 1-15 0,-3 1-26 16,4 0-33-16,-4 3-11 0,2 1 16 0,2 1 3 15,-11 0 14-15,17 3-1 0,-7 1 7 16,1 1 15-16,-4 0 13 0,2 1 10 0,2 2 21 16,-4-1 26-16,0 2 7 0,3 1 20 0,0 1 26 15,0 2 16-15,-3 0 2 0,4 1 28 16,-1 3 0-16,0 2-12 0,1 2 2 0,-1-1 10 16,0 3-18-16,0-2 8 0,0 0-2 0,0 1-8 15,1 0-16-15,-4-2 5 0,0 1 4 16,2-2-6-16,-1-1-16 0,-2-3 14 0,-2-1-9 15,2-1-2-15,-2-2 1 0,-1-3 11 16,1 3 17-16,-4-5-6 0,1 0-13 0,-1-4 3 16,0-2-5-16,0 0-3 0,0 0-4 0,0 0-6 15,-12-16 10-15,3 3-10 0,5-3-3 0,1-3-4 16,-5-3 2-16,2-2-16 0,2 1 11 16,1-2 2-16,0 1 8 0,3 5-10 0,0-1-13 15,0 1 8-15,3 1 0 0,1 0-1 16,2 1-7-16,1 2 8 0,3 2-5 0,-3-1-11 15,3 4 0-15,1 1 1 0,2 2 14 16,-2 0-7-16,2 5 3 0,-3-1-1 0,4 5-12 16,0 0 13-16,-3 2-11 0,5 1 23 0,-1 4-22 15,-2-1-11-15,0 2 7 0,4 2-9 0,-6 1-8 16,3 2 7-16,-1 1 1 0,1-3 10 16,-1 3-19-16,1 0 6 0,-4 0 18 0,0-2-10 15,1-1 5-15,-1 1-8 0,-3 0-5 0,3-3 0 16,1 3 5-16,-1-3 5 0,4 0 10 15,-4 2-7-15,0-3 10 0,1-1-18 0,2 0 0 16,-3-1 6-16,1-1 6 0,-2 0 9 0,1-2-8 16,-2 0 5-16,2-3-13 0,0 4 18 0,-3-6-7 15,3 0-6-15,0 0 16 0,-10 0-13 16,18-2-6-16,-8-2 22 0,-4 0-1 0,5-3 0 16,-4 2-5-16,0-4-7 0,-4-2-4 0,0 0 12 15,0-3-4-15,-6-1-4 0,3-3 9 16,-3 0-7-16,-1 0 8 0,-2 2 0 0,-1 0 2 15,-3 1 5-15,3 2-2 0,-6 1 2 0,2 1 8 16,-2 2-12-16,-2 0 4 0,2 2 11 16,-4 1-16-16,6 0 5 0,-2 5-5 0,2-2 6 15,-2 0-1-15,2-1-10 0,5 3 3 16,-4 0 2-16,3-1-2 0,7 2 0 0,-8-3 2 16,8 3-8-16,0 0 9 0,0 0-4 0,0 0 9 15,0 0-11-15,0 0 0 0,21-7-3 16,-11 7 1-16,4 0-8 0,-3 0 15 0,6 0-12 15,-1 6 9-15,2-3-4 0,-1 2-8 0,7 2 12 16,-3 3-2-16,3 0 11 0,-1 5-11 16,4 0-18-16,-3 2 16 0,1 1 4 0,-4 0-4 15,-2 1 15-15,-1 1-23 0,-2-2 10 0,-2-1-5 16,-4-1-8-16,0 2 8 0,-2-1-2 0,-1-3-1 16,-1 1 11-16,-2-2-6 0,-1 0 1 15,0-3-1-15,1 1 4 0,-4-2-1 0,1 0 20 16,-1-3-20-16,0-1 16 0,0 0-6 0,0-5 3 15,0 0-8-15,0 0-5 0,0 0 19 16,-15-11-17-16,9 1 3 0,-1-4-4 0,0-6 19 16,0-3-15-16,3-2-7 0,-5-3 0 15,2-2 14-15,0 0-4 0,3 5-15 0,1 0 4 16,0 5 8-16,2 0-7 0,1 1 0 0,-3 3-6 16,3 1 18-16,0 1-20 0,3 0-5 0,-2 3 7 15,2 1 1-15,3 1 4 16,-2 1-7-16,3 0-10 0,0 3-3 0,-1 0-36 0,4 0-5 15,1 3-25-15,-1 0-21 0,0 1-46 16,4 2-51-16,0 1-80 0,0-1-186 0,3 0-308 16,3 4 54-16,-2-1 80 0,2-2 81 0,0 2 26 15</inkml:trace>
  <inkml:trace contextRef="#ctx0" brushRef="#br0" timeOffset="-153952.55">13867 16310 1034 0,'11'-6'350'16,"-2"0"-48"-16,1 0-25 0,1 2-19 0,-1-1-20 16,0 2-28-16,1-1-41 0,2 1-33 15,1-3-39-15,0 4-82 0,-1-1-109 0,1 2-265 16,-1 0-365-16,-1-1 66 0,1 0 67 0,-3 2 66 15</inkml:trace>
  <inkml:trace contextRef="#ctx0" brushRef="#br0" timeOffset="-153686.11">14014 16517 890 0,'0'6'392'16,"-3"-2"-34"-16,3-4-15 0,0 0-25 0,0 8-52 15,0-8-20-15,0 0-16 0,6 3-12 16,-6-3-47-16,15-1-20 0,-5-1-5 0,6-2-10 16,1 3-31-16,4-5-6 0,-4 2 1 0,7-1-5 15,-3-2-3-15,2 1-25 0,1 0-3 16,-3 1 15-16,-4 0-12 0,3 0-19 0,-2 0-4 16,-5 2-11-16,1-3 3 0,-1 4-5 0,-3-2-6 15,1 1-4-15,-4 1-9 0,0 1-9 0,-7 1-24 16,0 0-81-16,0 0-95 0,0 0-131 15,0 0-539-15,-31 8 73 0,10-4 100 0,-5 3 47 16,-2-1 68-16,-13 1 73 0</inkml:trace>
  <inkml:trace contextRef="#ctx0" brushRef="#br0" timeOffset="-145719.96">18410 16417 844 0,'-17'-2'305'0,"17"2"-42"0,0 0-30 15,0 0-25-15,0 0-14 0,0 0-15 16,0 0-22-16,0 0-9 0,11-13-15 0,-5 9-13 16,1 1-12-16,0-2-13 0,3-4-8 15,-3 4-5-15,3-4-6 0,0 2 4 0,1-4-27 16,2 2-4-16,-2-2 0 0,-1-1 2 0,0 1-2 15,-3 0-6-15,0-3-5 0,0 4-4 16,-1-5-11-16,-2 7 15 0,-1-5-7 0,0 1-3 16,-3 0 3-16,0 3-6 0,-3-2 11 0,3 1-2 15,-3 2-9-15,-1 1-2 0,1 1-5 0,-3 1 15 16,2 1-22-16,-4 2 4 0,-1 1-5 16,9 1 3-16,-21 8-5 0,8-2 12 0,3 5-7 15,-1 1 2-15,-2 5 6 0,3-2 2 16,-1 8-13-16,1-1 5 0,3 2 1 0,-1 0-9 15,2 1-1-15,2-2 6 0,1 2-4 0,3-3 0 16,3-1-8-16,-2 1 15 0,5-3-5 0,5 1 1 16,-1-2-6-16,3-2 0 0,2-1 0 15,5-3 5-15,3-2 3 0,-2-2-11 0,4-1 6 16,2-3 0-16,-7-2-44 0,4-1-23 16,0-2-33-16,0-2-46 0,3 0-159 0,-3-4-338 15,0-3-120-15,-3 2 46 0,-5-3 79 16,-1-2 65-16</inkml:trace>
  <inkml:trace contextRef="#ctx0" brushRef="#br0" timeOffset="-145520.11">18865 16285 803 0,'0'0'279'0,"4"17"-18"15,-1-7-17-15,0 2-12 0,1 2-14 0,2 4-21 16,1 2-18-16,0 0-17 0,0 1-9 0,0 2-15 15,2-2-15-15,-1 1-18 0,-1 1-18 16,3-2 10-16,-4 0-12 0,5 1-11 0,-7-1-33 16,5-4-36-16,-5-1-71 0,3 0-90 15,-4-4-208-15,1-1-378 0,-1-1 66 0,0-6 54 16,-3 0 72-16</inkml:trace>
  <inkml:trace contextRef="#ctx0" brushRef="#br0" timeOffset="-145153.62">18789 15806 1062 0,'4'-7'353'15,"2"3"-33"-15,-1 0-33 0,4 3-31 16,-9 1-39-16,14 1 3 0,-6 4-35 0,2 0-22 15,2 5-24-15,-1 2-6 0,-1 1-8 16,-3 0-15-16,0 4-12 0,0-2-11 0,-4 5-13 16,-2-1 5-16,-1 1-12 0,0 0-3 15,0 0-8-15,-1-2 5 0,-2 1-9 0,0-1-1 0,-4-2-5 16,6-1 8-16,-2-2 2 0,0-1-5 16,3-2-5-16,-3 0-5 0,3-4 15 0,-1 3-9 15,2-4-4-15,-1 0-10 0,0-5-4 0,6 6 11 16,1-6-14-16,3 3-3 0,-10-3-15 15,20-3-18-15,-8 2-31 0,4-3-23 0,5 0-26 16,-1 1-28-16,0-3-48 0,4-1-90 16,1 3-82-16,-1-3-463 0,-1 2 46 0,5-4 64 15,-4 2 84-15,0 1 57 0</inkml:trace>
  <inkml:trace contextRef="#ctx0" brushRef="#br0" timeOffset="-144987.24">19500 16011 921 0,'7'9'256'0,"1"1"18"16,2 2-41-16,-1 2-23 0,2 4-21 0,-1 0-15 16,3 3-18-16,-1 3-15 0,4 1-21 15,-2 0 19-15,0 1-50 0,-3-1-20 0,2 2-46 16,0-1-71-16,1-1-103 0,-7-3-246 0,3-2-294 16,-3-1 43-16,0-4 75 0</inkml:trace>
  <inkml:trace contextRef="#ctx0" brushRef="#br0" timeOffset="-144803.75">19568 16315 1005 0,'1'-7'320'0,"-1"7"-28"0,10-7-36 15,-3 2-23-15,3 0-20 0,4 0-34 16,3-1-33-16,3 0-54 0,2-1-79 0,1 1-131 15,7 0-361-15,-5-1-207 0,5 0 64 0,-5-1 72 16</inkml:trace>
  <inkml:trace contextRef="#ctx0" brushRef="#br0" timeOffset="-144470.27">20310 16106 785 0,'18'-10'318'0,"-8"0"-19"0,4 0-22 0,-4 1-39 16,1 2-23-16,-1-2-21 0,0 0-25 0,-1 2-8 15,-1-2-2-15,-1 0-39 0,-1-2 1 16,-2 3-14-16,-1-2-12 0,0 2 5 0,-3 1-11 16,4 0 4-16,-8 2-12 0,4 5-6 0,-3-7 4 15,-3 4-12-15,6 3-9 0,0 0 9 16,-22 10-3-16,9-4 5 0,3 6-15 0,-4-1 12 15,1 5-4-15,2 1-19 0,-2 2 1 0,6 0-8 16,0 1 10-16,0 0-13 0,1 0-2 16,5-1 7-16,1 1-17 0,0-1 2 0,4-2-5 15,2 0 2-15,2 1 1 0,5 0-4 0,1-1-4 16,0-3-10-16,6-2-19 0,-3 0-30 16,4-3-51-16,0-1-90 0,2-2-145 0,-2-2-518 15,0-4 69-15,1 0 67 0,-1-2 89 0,-3-4 49 16</inkml:trace>
  <inkml:trace contextRef="#ctx0" brushRef="#br0" timeOffset="-144153.32">20762 16111 1095 0,'3'-5'340'0,"1"0"-27"0,-1 2-29 16,5-3-36-16,-2 5-20 0,1-2-18 15,-7 3-23-15,17 0-18 0,-7 2-18 0,0 0-5 16,-2 4-21-16,2 2-15 0,0 2-5 0,-4 3-20 15,-1 0-4-15,1 1-11 0,-3 4-1 0,-3 0 2 16,0 2-9-16,-6 1 2 0,2 2-8 16,-3 0-2-16,0-1 0 0,0 0-13 0,-2-3-11 15,1 0 11-15,2-3-8 0,-1-2 8 16,3 0-12-16,1-3 9 0,-4-3 13 0,7-1-18 16,-1-1 3-16,1-1-2 0,0-5-1 0,8 3-5 15,-8-3-2-15,14-4-14 0,0 0 9 0,-1-2-13 16,5-1 12-16,1 0 0 0,-1 0 4 0,2-2-19 15,1-1-10-15,-1 2 2 0,-6 1-2 16,3-2-18-16,-4 0-44 0,-2 2-71 0,-1-2-108 16,-7 5-286-16,-2-3-331 0,-1 2 77 15,-4-4 100-15,-2 0 57 0,-6 0 58 0</inkml:trace>
  <inkml:trace contextRef="#ctx0" brushRef="#br0" timeOffset="-143786.68">20656 15566 1131 0,'7'-10'379'0,"3"2"-59"0,1 1-13 0,-1 6-31 15,3-1-30-15,-2 1-23 0,2 2-26 16,1 2-23-16,0 1-13 0,-1 0-15 0,4 3-10 15,-4 0-6-15,-1 3-22 0,1-1-1 0,-2 0-7 16,-2 6-15-16,-2-1-4 0,-3-1 1 0,-1 2-2 16,0 0-14-16,1-2-9 0,-4 2 7 0,0-1 2 15,-4-3 1-15,4 2-19 0,-3-4 14 16,3 1-6-16,0-2-5 0,-3 1-20 0,3-3 5 16,0-1-3-16,0 2 0 0,0 0 3 0,0-2-5 15,0-5-5-15,3 6 4 0,0-1-4 16,5-3 10-16,-2 1-29 0,4-2-7 0,-3 0-38 15,7 1-36-15,-1-1-39 0,2-1-58 0,1 0-101 16,-2 0-173-16,6 0-405 0,1 0 51 16,0 0 67-16,-1 0 80 0,0-3 68 0,1 1 59 15</inkml:trace>
  <inkml:trace contextRef="#ctx0" brushRef="#br0" timeOffset="-143587.44">21552 15765 1049 0,'7'15'297'0,"-4"3"-16"15,4-3-30-15,-4 2-18 0,4-1-31 0,0 0-17 16,-4 1-19-16,4 2-20 0,-1 4-18 0,-1-2-8 16,1 0-43-16,-5 2-23 0,2-3-34 15,0-2-86-15,0 4-108 0,0 2-574 0,-2-4 60 16,-1 0 68-16,0-4 57 0</inkml:trace>
  <inkml:trace contextRef="#ctx0" brushRef="#br0" timeOffset="-143403.77">21490 16121 1126 0,'-3'-6'333'0,"3"6"-31"15,0-10-39-15,0 4-12 0,3 2-15 16,1-3-37-16,2 0-20 0,4 2-7 0,1-4-21 15,5 3-21-15,-1-1-22 0,5-2-34 0,4 1-43 16,0 1-44-16,0-2-97 0,3 3-102 16,1-1-503-16,-1 0 6 0,0 2 57 0,0-3 76 15,-2 1 64-15</inkml:trace>
  <inkml:trace contextRef="#ctx0" brushRef="#br0" timeOffset="-143054">22297 15940 1162 0,'6'-4'348'0,"-2"-1"-33"16,-1 3-42-16,5-4-19 0,-1-1-21 0,2 1-28 15,-2 0-13-15,4-3-26 0,-1 0-18 16,-3 2 1-16,3-2-31 0,-3-3 10 0,0 5-31 16,2-3 5-16,-4 0-17 0,-2-1-14 0,1-1-7 15,-1 2-7-15,-3-2-1 0,0 2-2 16,-3 0-13-16,-1 5 2 0,-3-1-17 0,0 0-1 15,0 5 1-15,7 1 10 0,-20 1 0 16,3 6-8-16,-1 2-3 0,-1 2 6 0,1 4-3 16,-3 2-10-16,4 4 8 0,-3-1 2 15,7 4 0-15,1-5 3 0,3 4-8 0,5-1 5 0,1-3-2 16,3 1-6-16,3 2 6 0,1-3-8 16,5 4 5-16,3-3-5 0,-2-1-13 0,3-3 10 15,4-1-5-15,1-2-17 0,1-1-9 16,2-5-17-16,-4-1-16 0,4 0-38 0,-1-5-74 15,-3-1-80-15,-2 0-276 0,4-4-325 0,-4-1 72 16,1-1 74-16,-2-3 68 0,-1 1 76 0</inkml:trace>
  <inkml:trace contextRef="#ctx0" brushRef="#br0" timeOffset="-142619.46">22632 15901 977 0,'5'-5'341'0,"-3"1"-47"0,4 2-25 16,-6 2-29-16,11-3-17 0,-1 2-15 0,-10 1-42 16,18 2-5-16,-8 1-12 0,0 1-19 0,1 0-7 15,0 2 2-15,-3 1-7 0,-1 1-8 16,1 1-20-16,-2 0 5 0,1 1-1 0,-4 2-9 16,-3-1 2-16,3 1-16 0,-3 0 1 0,-3-1-21 15,0 0 13-15,0 3-20 0,-1-3 10 16,-2 1-8-16,5-4 5 0,-2 3-20 0,-1-4 2 15,1-1 13-15,2 0-18 0,1 0-13 16,-3-3 1-16,3-3-6 0,3 7 3 0,-3-7 0 0,4 4 2 16,4-1-5-16,-2-2-10 0,-6-1-2 15,13 1 4-15,-5 2 8 0,-1-3-17 0,3 3 14 16,-1-3-4-16,2 3 5 0,-1 1-3 16,-3-1 5-16,4 1-7 0,-1 1 2 0,-1 1-3 15,-1 1 6-15,2-1 2 0,-6 3-2 0,2 0 2 16,-2-1 8-16,-4 3 0 0,3 1 13 15,-6-1-3-15,2-1 3 0,-5 4-3 0,3-4-13 16,-7 2 8-16,-1 1-18 0,1-2 77 0,-3 0 0 16,1-1-8-16,-4-1-35 0,-1-1-16 0,0-2-18 15,0 0-33-15,3-2-80 0,-3-1-127 16,-1-3-682-16,2-3 39 0,1-2 92 0,-1-4 77 16,-2-5 72-16,2-1 74 0</inkml:trace>
  <inkml:trace contextRef="#ctx0" brushRef="#br0" timeOffset="-142303.9">22749 15323 1128 0,'13'-3'320'0,"1"-1"-28"15,-1 8-33-15,1-3-24 0,-2 4-22 0,-1 2-27 16,1 1-4-16,-2 2-13 0,2 2-13 15,-4 1-18-15,-1 2-12 0,-4 2-3 0,1-1-16 16,-4 1 1-16,0 3-14 0,0 0 17 0,-1-3-37 16,-5 1 0-16,3-1-10 0,2 1-3 0,-2-3-7 15,-1 0 0-15,1-5-11 0,3 3 1 0,-1-4 7 16,1-1-7-16,1 0-1 0,-1-4 1 16,7 3-11-16,-3-6 8 0,6 4-21 0,0-3 1 15,7-2-19-15,0 0-37 0,3 0-6 16,5-2-3-16,5 1-30 0,1-3-62 0,3 1-112 15,4-2-256-15,3 3-323 0,0 0 92 0,-4-3 67 16,1 2 64-16,-7-2 85 0</inkml:trace>
  <inkml:trace contextRef="#ctx0" brushRef="#br0" timeOffset="-142087.48">23633 15513 954 0,'0'10'364'0,"3"0"-32"0,-1 3-40 15,-2 3-23-15,3 2-21 0,0 1-25 0,0 5-16 16,-2 1-15-16,2 0-30 0,0 0-11 0,0 1-18 16,-3 1-54-16,3-2-28 0,-3 3-66 15,0-2-123-15,-3-1-303 0,0-1-303 0,0-5 45 16,-1-1 74-16,-2-3 83 0</inkml:trace>
  <inkml:trace contextRef="#ctx0" brushRef="#br0" timeOffset="-141887.46">23500 15936 1308 0,'0'0'437'16,"4"-10"-43"-16,-1 7-33 0,0-3-38 0,5 0-42 15,2 1-17-15,0 0-28 0,7-1-29 0,-1 1-20 16,2-2-31-16,0 3-44 0,2-2-60 16,4 0-80-16,-3 1-126 0,-1-2-299 0,4 0-371 15,0 0 79-15,-5-1 77 0,-4-1 53 0,-2 1 73 16</inkml:trace>
  <inkml:trace contextRef="#ctx0" brushRef="#br0" timeOffset="-141520.13">23960 15731 821 0,'5'-1'320'0,"2"-3"-31"15,0 4-17-15,0-3-29 0,3 0-20 16,1-1-26-16,-1 0-5 0,0-2-39 0,1 4 3 16,1-4-25-16,-2-1-6 0,1 2-12 15,-4-1-16-15,0-1 3 0,2-1-15 0,-5-1 2 16,4 1-18-16,-5-2 2 0,0 2 4 0,0-1-6 15,-3 0-21-15,0 3 11 0,-3-1-3 16,0-1-9-16,-1 7-4 0,-6-2-10 0,3 2 26 16,-3 1-33-16,-1 2-3 0,-2 1 20 0,0 4-12 15,-2 1 13-15,-1 6-6 0,2-1-5 0,1 5 29 16,2-3-26-16,0 6 22 0,2-2-19 16,-2 4-16-16,7-3 10 0,1-3-10 0,0 5 8 15,0-4 0-15,6 2-16 0,0-4 3 16,0 3 2-16,4-1-7 0,1-1-3 0,2 0-4 15,0-4 6-15,4 1-32 0,-4-5-13 0,7 2-3 16,-4-4-49-16,2 2-40 0,-2-4-54 16,4 0-123-16,-3-1-420 0,-1-4-74 0,-2 0 64 15,2-4 71-15,3-2 70 0,-8-3 51 0</inkml:trace>
  <inkml:trace contextRef="#ctx0" brushRef="#br0" timeOffset="-141154.62">24316 15761 939 0,'1'5'320'0,"0"3"-23"0,2-1-23 16,0 3-16-16,1 0-27 0,-1 1-19 15,3 0-23-15,-2 3-25 0,4-3-2 0,-2 2-24 16,1-1-21-16,-1-2-4 0,5 2-8 0,-7-3-10 16,6-1-16-16,-4 0-12 0,5-4-11 15,-1 2-2-15,-3-3-16 0,3 0-2 0,0-3-8 16,-3 0 0-16,-7 0-15 0,17-5-8 0,-10-2-12 15,0 0-6-15,-1-2 2 0,1-3 6 0,1 1-2 16,-2-1 7-16,-2 1 10 0,2 0 10 16,-2 2-14-16,-1 4 6 0,1-1-14 0,1 1 17 15,-3 2 3-15,-2 3 8 0,0 0 20 0,0 0-8 16,0 0 1-16,6 10 7 0,-3-1-11 16,-3 3 9-16,1-1-1 0,-1 0-7 0,0 3 8 15,0 0-8-15,0-1-6 0,0 1-1 0,3 1-4 16,-3-1 1-16,0 2-6 0,0-1 3 15,3-2 0-15,-3-1-23 0,0-2-13 0,0 2-25 16,0-2-34-16,0-2-68 0,3 1-73 16,-6-1-171-16,6-2-432 0,-3 0 48 0,0-1 61 15,0-5 93-15,0 0 76 0</inkml:trace>
  <inkml:trace contextRef="#ctx0" brushRef="#br0" timeOffset="-140621.13">24482 15251 975 0,'3'-10'371'0,"5"2"-28"16,-3-1-26-16,-1 1-38 0,3 5-25 0,0-2-26 15,-1 5-34-15,1-2-15 0,4 2-15 16,-11 0-10-16,19 2-21 0,-8 3-16 0,-1 2-1 16,0 2-14-16,-2 2 13 0,-1 0-28 15,-4 4 3-15,0 2-11 0,0-2-7 0,-3 3-3 0,-3-1-15 16,-3 1-3-16,2 4-2 0,-3-4-16 16,-3 3 5-16,6-4 6 0,-5-1-6 0,5 0-20 15,-3-3 5-15,6-1 3 0,-2 0 4 0,0-2 4 16,3-2-16-16,0 2 2 0,0-3 13 15,3 0-12-15,5-1-16 0,-1-1 8 16,6-1-3-16,-2-1-2 0,5 0-11 0,0-2 6 16,-4-1-19-16,5 1-4 0,-1-1-13 0,-1-1-31 15,-5 0-26-15,0-2-107 0,1 3-115 0,-8-3-566 16,-3-1 84-16,0 4 75 0,-17-3 79 16,-4-4 46-16,-10 4 64 0</inkml:trace>
  <inkml:trace contextRef="#ctx0" brushRef="#br0" timeOffset="-139804.41">17330 16273 895 0,'0'-6'251'0,"0"6"-13"16,0 0-28-16,0 0-8 0,0 0-5 16,0 0-5-16,0 0-2 0,0 0-16 0,3 28-8 15,-2-13-7-15,5 2-18 0,-3 5-8 0,1 2-15 16,2 1-6-16,-1 0-12 0,1 4-5 16,1 0-8-16,-1-2-10 0,-2 5-1 0,3-2-12 15,0 1-23-15,0-5-30 0,-1 3-29 16,1 2-39-16,0-6-53 0,-3-1-94 0,2-2-214 15,-2 0-355-15,2-4 64 0,-3-4 77 16,-2-3 59-16</inkml:trace>
  <inkml:trace contextRef="#ctx0" brushRef="#br0" timeOffset="-139587.2">17258 16916 921 0,'-10'0'279'0,"10"0"-33"0,0 0-26 0,0 0-13 16,0 0-15-16,0 0-15 0,24-11-26 0,-14 7-10 15,7-1-11-15,0-1-4 0,7-3-16 16,0 1-13-16,0 0-8 0,3-1-7 0,0 1-10 16,4 1 10-16,0 1-44 0,-4 1-76 0,-3-1-64 15,0 5-154-15,-7-5-456 0,1 6 31 16,-5 0 51-16,-2 0 62 0</inkml:trace>
  <inkml:trace contextRef="#ctx0" brushRef="#br0" timeOffset="-139188.08">17429 17081 977 0,'0'7'302'0,"0"0"-35"15,0 2-29-15,0-1-16 0,3 3-12 0,-2-1-23 16,2 2-28-16,0-2-8 0,0 1-18 16,1 0-5-16,0-1-13 0,2 1 0 0,-2-3-33 15,2 1-3-15,-2-1-2 0,-1-2 0 0,5 0-26 16,-2-3-2-16,1 1 10 0,-1-3-13 16,1 1 5-16,-7-2 5 0,15-3-20 0,-9-1-8 15,4-1 6-15,-3-2-6 0,-3-2 8 0,2-2-1 16,-2 3-9-16,2-4 2 0,-2 0 11 15,3 3-24-15,-4-1 5 0,1 1 1 0,-1 0 7 16,0 3-15-16,-2 1-5 0,2 2 2 16,-3 3 10-16,0 0 11 0,17 6-8 0,-10 1 3 15,0 5-3-15,-1 2 7 0,5 4-7 0,-1 0 0 16,0 4-5-16,1-1 3 0,2 4-8 0,-2 1 5 16,2 0-1-16,0-1 12 0,-1 0-11 15,-2-2-3-15,3-1-10 0,-3 0-28 0,0-2-10 16,1-2-36-16,-4-3-36 0,3-1-105 0,0-4-97 15,-3-1-541-15,3-3 103 0,-3-2 65 16,-4-5 65-16,-3 1 70 0</inkml:trace>
  <inkml:trace contextRef="#ctx0" brushRef="#br0" timeOffset="-138369.97">17675 15999 691 0,'0'0'297'0,"4"-4"-29"0,-4 4-40 15,3-5-8-15,3 2-38 0,2-1-13 0,-1 2-8 16,2-3-23-16,1 2-10 0,1-3-20 16,3 5-11-16,-3-4-5 0,2 2-12 0,0 0-11 15,-2-1-3-15,-1 2-50 0,-3 1-24 16,3-2-33-16,-3 0-33 0,-7 3-16 0,10-1-30 16,-10 1 23-16,6-1-21 0,-6 1 5 0,0 0 34 15,0 0 5-15,0 0-8 0,0 0 36 0,-26-2 10 16,26 2 8-16,-14 0 7 0,4-1 26 15,10 1-23-15,-18 3 39 0,9-3-11 0,-1 0 18 16,2 2 21-16,1-2 5 0,-2 3 7 16,2 0 3-16,-1-2-10 0,2 4 10 0,2-3-8 15,-2 5 16-15,2 0-3 0,-3-1 5 0,7 4 13 16,-4 0-10-16,4 2 5 0,0 3 2 0,0 0-14 16,0 3 9-16,4 0 0 0,0 6-7 15,-1 1 2-15,1 0 3 0,2 6 7 0,-2 0-4 16,5 1-24-16,-1 3 11 0,2 11-6 0,0-2 11 15,4 0-19-15,-1 1 9 0,2-2 4 16,1 0-7-16,2 3-2 0,-2 1-19 0,2-2 21 16,3 1-16-16,-1-1-2 0,1 0-5 15,3 0 3-15,-4-1-4 0,4-3 4 0,-4 1-6 16,0-1 3-16,1-3-5 0,0-1-6 0,-5-6-15 16,2-4 19-16,-2-1-1 0,-1 1-10 0,1-2 2 15,-1 0 1-15,-2-2 2 0,4 1 0 16,-4-5 5-16,-2 2-8 0,2-3 3 0,-2-1-7 15,-1-3-3-15,0 0-11 0,-3-3 14 0,4 0 22 16,-4-3-18-16,3-2-9 0,-4-1-22 16,5 0 27-16,2-4-14 0,-2-1 1 0,2-2-24 15,1-2-7-15,7-3-66 0,-1-2-83 0,8-8-194 16,12-5-510-16,-2-6 90 0,7-4 75 16,9-14 83-16,1-4 42 0,3-4 79 0</inkml:trace>
  <inkml:trace contextRef="#ctx0" brushRef="#br0" timeOffset="-137271.5">24649 14988 852 0,'10'-5'279'0,"0"5"-26"0,3-3-27 16,-1-1-37-16,4 2-7 0,2-1-16 15,-2 2-10-15,5-3-25 0,-3 3-11 0,3-2-15 16,-5-1-5-16,3 4-13 0,-4-2 5 0,-2 0-36 16,3-1 19-16,-5 3 1 0,1-2 1 15,-3 1 8-15,-2 1-19 0,0-1-7 0,-7 1-3 16,14-1-2-16,-14 1-8 0,10 5 5 0,-4 0 16 16,-5 1-16-16,6 3-5 0,-7 3 8 15,5 3-8-15,-3 3 3 0,1 4-11 0,0 3 18 16,1 2-7-16,-1 5 10 0,4 2 2 15,-3 1-12-15,6 15 10 0,-1 0-16 0,2 0-4 16,-4 0-3-16,7 0 15 0,-1 4-26 0,-2-1 27 16,3-2-9-16,4 1-12 0,-5-2-6 0,0 0 4 15,0 4-9-15,1-3 3 0,-4 1 69 16,1-2-18-16,-4-3 8 0,3 2-18 0,-7-11 18 16,3-4-23-16,-5 1 3 0,-1-5-9 15,0-4 11-15,-4 3-25 0,4-2 2 0,-3-1-6 16,-1-1 1-16,-5-1 5 0,2-2 13 0,0-2-23 15,-4-2-3-15,-2 1-10 0,-7-4-16 0,-1-2-9 16,-4-2-42-16,-12 0-115 0,-21-2-307 0,-4-3-473 16,-9-2 86-16,-28-8 85 0,-7-2 56 15,-10-7 85-15,-12-4 61 0,-39-6 65 0</inkml:trace>
  <inkml:trace contextRef="#ctx0" brushRef="#br0" timeOffset="-135054.26">15983 15570 698 0,'0'-8'236'0,"0"1"-34"0,0 1 8 16,0-2-26-16,0 8-12 0,-3-8 2 0,3 4-49 0,0 4 6 15,0-8-24-15,0 8-4 0,0 0-4 16,0 0 4-16,0 0 2 0,0 0-11 0,0 0-1 16,0 0-11-16,10 24-13 0,-4-11 7 15,2 3 1-15,-2 6 8 0,5 5-14 0,2 1 1 16,-2 2 2-16,6 12 1 0,0 0-9 15,3 1 11-15,-3 3-11 0,4-1-7 0,-3 4 3 16,1-1 4-16,2 4-4 0,0 1-11 0,2 12 3 16,1 0-3-16,1 2 8 0,-5-13-31 0,3 10 13 15,5-1-3-15,-7-11 3 0,6 15-15 16,-3-2 10-16,-1 2-16 0,1-2 8 0,-3 2 3 16,2-2-8-16,-2-11 5 0,-3 0 0 0,2-1 0 15,4 0 6-15,-3-2-19 0,0 0 18 16,-1 1-22-16,4 1 4 0,-3-2-12 0,-1 1 12 15,4-1-2-15,-3 1-6 0,1-1 9 0,-4-2-9 16,3-1 6-16,-5-1-8 0,5 2 3 16,-3-2 2-16,-2-4 3 0,-1 2 10 0,-2-8-13 15,-6-6-2-15,6-1 7 0,-3-1-2 0,-3-4 0 16,-3-4-10-16,6 0 4 0,-6-3-4 0,2-3 4 16,-3-1 29-16,-2-2-15 0,2-2-1 15,0-4-4-15,-3-2-1 0,0-4-5 0,0 0 6 16,0 0-9-16,0 0-2 0,-27-15 3 15,17 4 2-15,-4-5-10 0,-6 0 3 0,2-2 7 16,-2-1-13-16,-4-1 6 0,0 0 2 0,0 1-2 16,-2-2 2-16,1 3 3 0,-2 3-3 0,-1-2-5 15,1 2 5-15,-1 1-3 0,-2 1-7 0,5 4 15 16,2 0-15-16,-1 1 3 0,-3 1 15 16,9 2-21-16,-2 2 8 0,0-2-8 0,3 3 1 15,0 0-4-15,3 2 1 0,0-1-5 16,1 2-24-16,-1-1-43 0,7 0-43 0,7 0-70 15,-17 0-84-15,17 0-604 0,0 0 90 0,-1-4 81 16,1 4 67-16,12-15 59 0,1 0 64 16</inkml:trace>
  <inkml:trace contextRef="#ctx0" brushRef="#br0" timeOffset="-133537.77">15873 15566 729 0,'0'0'274'0,"0"0"-44"15,24-5-12-15,-17 2-26 0,7 3-18 0,-1-3-5 16,5-1-8-16,-1 1-15 0,6 1-3 16,-1-3-17-16,5 2-14 0,1-2 9 0,2 1-21 15,7-2-1-15,-2-1-17 0,2-1-10 0,5 1-6 16,8-3-7-16,2 2 0 0,3-2-8 16,-1 0-2-16,1 2-3 0,0-2 0 0,0 1-15 15,3-1 10-15,-4 0-8 0,1 2-7 0,3-2 2 16,-3 2 3-16,3-1 2 0,-3-1-10 15,2 2-13-15,1 0 13 0,1-1-2 0,-1-1-14 16,3 0-7-16,1 0 13 0,0 2 13 0,2 1-11 16,1-3 0-16,0 2-9 0,-4 1 6 15,1-3 9-15,-1 2-11 0,-2 1 5 0,-1-3-4 16,-3 3 1-16,-8 3 9 0,11-3-8 0,-3 0-8 16,4-1 8-16,-1 1-3 0,0 1 8 15,0-1 2-15,1 0-9 0,-2 0 9 0,1-1-5 16,0 4-12-16,-9 0 7 0,-5-3-2 0,14 2 2 15,-10 0-2-15,-4-2 10 0,1 6-8 16,12-6 3-16,1 1-8 0,-2-1-3 0,2 2 14 16,0-2 2-16,0 2-11 0,0-1-4 0,-4-1 5 15,4 3-3-15,-9-1 2 0,-5 1 1 0,1 0 2 16,13-3 8-16,-8 4-18 0,-8-2-5 16,2 0 5-16,-3 0 5 0,4 1-5 0,10-3-2 15,-1-1 2-15,-6 2 7 0,-7 2 1 16,0 0 10-16,0-3-10 0,0 2-3 0,1 0 13 15,1-2-6-15,-2 4 14 0,1-2-18 0,-1-1-3 16,-1 1 15-16,2-2-4 0,-1 0-16 16,-1 1 10-16,2-1-2 0,-4 2-1 0,16-7 4 15,-10 4-9-15,-3 1 3 0,-2-1 0 0,1 1 0 16,1 3-5-16,0-3-2 0,-3 0 2 16,3 0-3-16,-4-1 14 0,4 4-6 0,-3-3-5 15,-1 1-5-15,-2-2 10 0,3 4 5 0,-1-3-2 16,-3 0-6-16,0 0 1 0,1 0 4 0,-1-3 1 15,0 6-3-15,-4 0-2 0,1 0 7 16,-3-3-7-16,2 1-1 0,1-1 6 0,-3 4 2 16,2-2-2-16,-2 0 10 0,-1 0-13 0,4 1 2 15,-3 0-7-15,2-3 8 0,-2 3 2 16,3-2-5-16,2 4 8 0,2-4 13 0,-1 2-8 16,3-2-8-16,0-1-13 0,-1 5 14 15,-3-3-1-15,-1 4-7 0,-2-3 81 0,4-1-12 16,-3 2-13-16,3-2 2 0,-3 3-10 15,0-3 3-15,0 4-18 0,2-2 7 0,-2-1-12 0,0 2 2 16,0 0-10-16,0 0 0 0,2-2 8 16,-1 3-13-16,1 0 2 0,-2-4 3 0,3 4-12 15,5-1 2-15,1 0-1 0,1-1 1 16,-3 0 8-16,3 1-14 0,0-3 16 0,0 5-10 16,0-1-3-16,-3 0-7 0,2-4-3 0,2 4 8 15,-1 1-3-15,2-2-5 0,-1 1 0 0,2 0 7 16,1-2 4-16,-1 3-6 0,4 0-8 0,-3 0 6 15,3-2 7-15,-1 1-7 0,2 1-1 16,1 0-2-16,12-1-5 0,4 1 5 16,-12 0 10-16,7 0 8 0,-6 1-8 0,7-1-2 15,-5 0 5-15,-12 1-16 0,3-1 6 0,17-1-3 16,-1 2 2-16,-9-1-7 0,-7 0 16 16,14 0 1-16,-5 2-1 0,-11-2-17 0,-2 3 22 0,1-3-11 15,-3 1 8-15,-9-1-8 0,1 0-10 0,-4 0-6 16,-5 1 17-16,-1 1-14 0,-5-2-10 15,-4 0-41-15,-2 0-82 0,-2-2-191 0,-5 1-631 16,-6 1 88-16,0 0 99 0,-20-9 72 16,-8 0 82-16,-22-4 59 0,-15-3 54 0</inkml:trace>
  <inkml:trace contextRef="#ctx0" brushRef="#br0" timeOffset="-111590.36">23537 13666 783 0,'0'0'327'0,"0"0"-9"0,0 0-52 16,0 0-7-16,0 0-14 0,0 0-35 0,0 0-26 15,0 0-20-15,0 0-15 0,0 0-19 0,28-8-17 16,-14 8 15-16,-1-3-21 0,5-1-9 16,-1 1-9-16,4-2-4 0,-2 3-6 0,6-5-7 15,2 4-21-15,0-2 16 0,-2 2-9 0,2-4-19 16,-4 6 2-16,1-5-13 0,-3 5-31 16,0-4-43-16,-4 3-41 0,0 2-41 0,-4 0-71 0,2 0-73 15,-6 2-416-15,-2 0-42 0,0 1 83 16,-7-3 48-16,3 6 71 0</inkml:trace>
  <inkml:trace contextRef="#ctx0" brushRef="#br0" timeOffset="-111340.27">23771 13781 913 0,'0'0'395'0,"0"0"-27"0,-7 2-25 0,7-2-26 16,0 0-35-16,0 0-26 0,0 0-8 15,0 0-38-15,0 0-28 0,26-10-13 0,-12 8-13 16,0-3-13-16,3 1-10 0,1-2-17 16,2 1-14-16,4-3-15 0,0 4 5 0,3-2-5 15,-4-1-10-15,-1 3-16 0,2-2 9 0,-3 4-40 16,-2-4-4-16,2 4-18 0,-5-1-31 0,-1-1-41 16,-2 2-29-16,1-2-29 0,-4 2-53 15,0 2-160-15,1-4-515 0,-4 0 65 0,1-1 78 16,-3-2 72-16,-2-2 64 0</inkml:trace>
  <inkml:trace contextRef="#ctx0" brushRef="#br0" timeOffset="-109807.49">25373 13237 837 0,'-6'-4'353'0,"-2"-3"-15"16,2 3-34-16,-1-2-15 0,1 5-22 0,2-2-34 15,-4-1-29-15,8 4-17 0,0 0-13 0,-22 8-30 16,11-3-11-16,4 1-8 0,-3 6-12 16,-1-1-16-16,4 3-5 0,-2-1-18 0,2 3 6 15,2 7-26-15,-4-5 2 0,6 6-7 0,-1-4 2 16,4 0 2-16,0 0-19 0,0 2 2 15,4-4 7-15,2 4-20 0,2-1 10 0,-2-4-7 16,7 2 5-16,-1-3-1 0,1-3-9 0,0 4 10 16,1-9-16-16,3 2 16 0,0-3-11 15,1 0-12-15,2-6-3 0,1 1 3 0,-1 1 7 16,0-8-10-16,1 4 5 0,0-6 11 0,-1-1-11 16,1-2 5-16,1-4-17 0,-7 3 17 0,2-4 3 15,-3-1-13-15,0 5 0 0,-4 0 6 16,0 0-1-16,1 1-5 0,-2 2-8 0,-5 1 11 15,3 3-26-15,-1-2-7 0,-1 6 17 16,-5 0-7-16,11 0 20 0,-11 0-21 0,8 7 11 16,-1 1-2-16,1 0-9 0,-2 0 24 0,1 3-11 15,2 2 6-15,-1-1 7 0,2-2-7 0,0 3 2 16,1-3 8-16,2 2-13 0,1 0 5 16,-3-4 0-16,2 2-13 0,1-3 11 0,-4-4-3 15,4 4-5-15,-1-6 10 0,-3 1-16 0,4-2 6 16,-2-2 13-16,0-1-8 0,-2-4 10 15,-3 0 0-15,3-1-7 0,-2-3-6 0,-2-3 3 16,1 0-2-16,-4-5 17 0,-3 2-22 16,0-3 17-16,-3-2-2 0,-1 0-8 0,-5-7 10 15,1 5-26-15,-2 5 27 0,-3-6-14 0,-1 3 3 16,1 5 3-16,-2 0 2 0,2 4-3 0,-4 0 3 16,0 6 3-16,1 2-3 0,-2 0 8 15,3 5-18-15,-1 0 18 0,-5 5-6 0,4 0-12 16,3 2 21-16,-3 3-9 0,4 3 1 0,0-3-5 15,2 7-3-15,4-2 2 0,0 1 8 16,4 0-2-16,0-5-5 0,3 6-1 0,6-2-2 16,-2-1 10-16,5 0-2 0,-2-1-13 0,7-4 23 15,-1 1-8-15,2-3-5 0,3-1 3 0,-2-1 0 16,1-5-1-16,3 0-4 0,1 0-3 16,-1-5 2-16,4-2 6 0,0-2-11 0,-3-5 16 15,2 6-20-15,-5-9 4 0,3 1-17 16,-5-1 22-16,1-2-7 0,-6-2 8 0,-2 3-16 15,-1-2 10-15,-4 2-12 0,-1-1-1 0,0 3 11 16,2 3-5-16,-4 0-3 0,0 2 3 16,-1-2-15-16,3 7 7 0,-3 0 7 0,0 0 1 15,0 6 0-15,0 0 5 0,0 0-3 0,0 0 0 16,0 0-2-16,14 18-8 0,-4-5 13 0,-3-2 3 16,4 3-9-16,2 4 6 0,1-1 3 15,1-1-1-15,1 7 3 0,1-3-8 0,0 4 8 16,0-4 8-16,-3 0-8 0,-1-2 13 0,1-1-13 15,-4 1 0-15,-3-3 18 0,1 2 0 16,-6-4 5-16,2-1 2 0,-4-2 14 0,0 3 7 16,-4-3-8-16,2 0 8 0,-6-3-7 0,1 1-11 15,0-2 3-15,-4-2-6 0,1 3 14 0,-2-6-9 16,-3 2-9-16,2 0-3 0,2-3-6 16,-2 0-12-16,-1-1 3 0,3-1-39 0,-1-2-15 15,1-1-31-15,4 0-61 0,0-2-34 16,1-1-56-16,2-4-97 0,0-1-279 0,1 1-205 15,6-6 92-15,1-2 59 0,-1 2 69 0,-2-6 62 16</inkml:trace>
  <inkml:trace contextRef="#ctx0" brushRef="#br0" timeOffset="-109557.9">26372 12989 801 0,'0'0'279'0,"17"4"-21"16,-12 4-9-16,0-1 4 0,1 8-18 15,2 1-27-15,-1 3-14 0,2 6-17 0,0 0-8 16,0 6-18-16,-2-4-8 0,3 5-15 0,1 1-5 16,-1-5-21-16,0 4 14 0,1 0-24 0,2-2-10 15,-3 0-3-15,1-1-18 0,-1 0-4 0,4-4-1 16,-4 0 6-16,0-2-19 0,1-4 8 16,1-4-10-16,-3-1-5 0,0-1-8 0,1-5 18 15,3 0-18-15,-2-2-22 0,-1-5-47 16,0 1-52-16,4-5-60 0,-2-3-121 0,-1-1-532 15,1-2 58-15,-3-7 70 0,-5 3 48 0,3-3 67 16</inkml:trace>
  <inkml:trace contextRef="#ctx0" brushRef="#br0" timeOffset="-109340.68">26310 13330 959 0,'-7'1'315'15,"0"1"-15"-15,7-2-37 0,-13 0-12 0,13 0-23 16,-7 1-28-16,7-1-6 0,0 0-35 16,-3 5-21-16,3-5-7 0,0 0-1 0,0 0-20 0,24 0-5 15,-8-2-10-15,-1-1-29 0,7 2-7 16,-1-5-20-16,7 4-42 0,1-2-38 0,0-1-48 16,9-2-78-16,0 3-101 0,-1-3-421 15,1 0-15-15,-1-1 54 0,1-2 66 0,13-4 60 16</inkml:trace>
  <inkml:trace contextRef="#ctx0" brushRef="#br0" timeOffset="-109007.43">27729 12751 1167 0,'-4'-3'340'16,"-2"1"-30"-16,-1-1-23 0,7 3-31 0,0 0-29 15,-17 7-12-15,10-1-23 0,3 3-23 16,-5 2 8-16,1 4-31 0,4 2-8 0,-2 5-7 16,0 3-1-16,2 1-2 0,1 8-13 15,-1 1-10-15,4 2-8 0,4 2-20 0,-4 1 10 16,3 10-20-16,1 2 5 0,2 1 2 0,1-3-15 15,-1-3-16-15,-1-6 16 0,1-4-21 0,-2-2 8 16,2-1-7-16,1 1-14 0,-4-2-12 0,5 0-100 16,-5 4 16-16,3-7-32 0,-5-1-35 15,2-2-90-15,0-4-153 0,0-2-461 0,-2-7 63 16,-1-3 83-16,0-3 51 0,0-3 67 16</inkml:trace>
  <inkml:trace contextRef="#ctx0" brushRef="#br0" timeOffset="-108408.08">27516 13583 929 0,'-3'-3'394'0,"-3"-1"-26"0,6 4-22 15,-4-5-49-15,4 5-13 0,-3-5-28 16,0 1-23-16,3 4-21 0,0-7-32 0,3 2-6 16,0-2-13-16,1 3-25 0,5-2-14 0,-1-4-9 15,5 2-13-15,-3-2-21 0,5-2 1 16,5 2-9-16,-3-7 3 0,4 6-22 0,3-5-1 15,-1-2 5-15,4 2-10 0,-2-5-2 0,-1 3-3 16,0 2-8-16,-1-3-5 0,1 2-7 16,-3-1 4-16,-4 3 1 0,0 0 7 0,0 4-12 15,-3-3 7-15,-4 6-5 0,-3 1-3 0,5-1-2 16,-7 2 5-16,2 0 0 0,-1 1-10 16,-1 4 0-16,-5 1-8 0,6-2 3 0,-6 2-3 15,4 10 15-15,-4-3-12 0,0 3 5 0,0-1-6 16,3 7-1-16,-3-2-1 0,0 3 7 15,0 0-1-15,3 1 4 0,2 3-10 0,-3 0 5 16,1-1 11-16,4 2-6 0,-3-4-7 0,3 1-8 16,2-3 0-16,-1-3-15 0,-1 4 22 15,2-4-14-15,1-1-4 0,1-4-1 0,-1-2 1 16,0-2-4-16,1 0 20 0,-1-4-20 0,0-2 7 16,4-1-12-16,-4-6 12 0,1 1-15 15,-1-7 0-15,0-2 5 0,-3-1-13 0,3-7 23 16,-6 0-2-16,3 0 5 0,-4 0-13 0,0 0 3 15,3 0 15-15,-5 6 8 0,0-2-1 0,-1 5 3 16,0 4 13-16,0-2-7 0,3 4-14 16,-3 2-7-16,0 1 10 0,0 3 16 0,0 4-3 15,0 0-11-15,0 0-1 0,0 0 6 16,0 19 1-16,0-9-8 0,0 4 0 0,3-2-2 16,-1 2 10-16,0 3-16 0,1-2 16 0,0 2-3 15,1-1-7-15,2 0-3 0,2-1 13 0,-2-1-3 16,-2 1 0-16,5-1-25 0,-1-3-6 15,-4-1-25-15,5-3-51 0,-2 1-26 0,0-2-48 16,3-2-83-16,-3-4-178 0,0 0-441 0,3-1 59 16,-1-6 74-16,-4 1 82 0,2-5 62 15,-1 0 68-15</inkml:trace>
  <inkml:trace contextRef="#ctx0" brushRef="#br0" timeOffset="-108041.72">28447 13126 744 0,'0'0'282'0,"5"22"-3"0,-4-12-18 16,0 5-28-16,2 2-3 0,0-1-38 0,0 3-20 16,-2-3-13-16,2 7-19 0,0-4-9 0,0 0 7 15,-1 1-25-15,-2-1-16 0,3-1 3 16,-3 1-13-16,0-1-13 0,3-6 3 0,-3 2-8 16,0-3 13-16,0-1 0 0,0 0 5 0,0-4-10 15,0 1-1-15,0-7-12 0,0 0-10 0,0 0-3 16,0 0 1-16,0 0-6 0,-3-20-8 15,3 7-10-15,0-4 0 0,0-6 8 0,0-4 56 16,3 2-7-16,-3 2-11 0,3 3-7 0,-2 2-1 16,2-3-10-16,0 3-10 0,0 8-5 15,0-5-10-15,-2 7 13 0,8 0-26 0,-7-1 7 16,6 9-7-16,-3-1 26 0,-5 1-32 16,20 1 6-16,-10 6 0 0,-1 1-10 0,0 1-3 15,1 1 0-15,0-1 0 0,1 4 21 0,-1-2-34 16,0 2-25-16,1-1-5 0,-1 1-34 0,-1-1-41 15,-1 1-35-15,2-1-26 0,-3-4-75 0,3 1-119 16,0-1-451-16,-3-4 53 0,3 0 80 16,1 2 57-16,2-3 63 0</inkml:trace>
  <inkml:trace contextRef="#ctx0" brushRef="#br0" timeOffset="-107574.1">28925 13230 913 0,'-3'-9'359'0,"3"2"-14"15,0-1-12-15,-3 2-18 0,-1-1-28 0,1 4-29 16,-1-4-25-16,-3 7-13 0,7 0-5 0,-16-2-18 16,6 4-7-16,-2 4-32 0,-1-2-68 15,-1 5-18-15,1 3-6 0,-3 0-2 0,1 3-2 16,5 2-9-16,-4 1 1 0,7-1 8 16,-3 5-11-16,3-4-8 0,4 0-4 0,1-3-11 0,2 6 5 15,1-2-5-15,0-2 11 0,5 1-16 16,-1-3-8-16,1 0 3 0,4-3-10 15,0 1 4-15,4-3-12 0,1-1-7 0,1-6-4 0,0 2-17 16,-1-3-8-16,1-4 6 0,2 0-4 16,2-4 1-16,0-3-5 0,-2-6-8 0,-1 5-11 15,6-9 14-15,-5-2-16 0,-4-4-2 16,3-1-1-16,-4-6-2 0,-6 0 13 0,4-17-5 16,-1 3 10-16,-2-2 7 0,-6 5 8 0,-2 5-2 15,0 2 5-15,0 7 23 0,0 0 23 0,0 4 7 16,0 0 11-16,0 8-5 0,0-1 2 15,-1 3 8-15,1 5-25 0,-1 3-1 0,-1 0 11 16,2 7 4-16,0 0 4 0,0 0-4 0,0 0 6 16,3 31 10-16,2-15-13 0,-2 5-10 15,4 3-2-15,-4 2-1 0,4 5-2 0,1 1 3 16,-2-1-1-16,1 0-2 0,2 0-5 0,-5 0-5 16,4-5-24-16,-2 0-17 0,-1-1-28 15,-3-2-52-15,1-4-58 0,0-1-78 0,-1-3-148 16,-2-3-401-16,-2-1 58 0,-1-7 54 0,-1 0 82 15,-2-1 61-15</inkml:trace>
  <inkml:trace contextRef="#ctx0" brushRef="#br0" timeOffset="-107258.3">28967 13241 916 0,'-4'-7'338'16,"4"7"-36"-16,-4-4-21 0,1 0-17 0,3 4-36 15,3-10-21-15,0 6-20 0,-2 0-18 0,6-3-26 16,0 2-10-16,1-2-10 0,2 1-13 0,3-2-12 15,0-1-4-15,6 1-22 0,0-3-3 16,1 1 3-16,1-1-13 0,0 1 0 0,-1 0-11 16,4 0-12-16,-3-3 10 0,1 3-18 15,-1 1-2-15,-3 0 12 0,2-3-5 0,-3 3-7 16,-3 2-8-16,3 2 2 0,-7-1 1 0,4 2-13 16,-2 0-1-16,-4 4 11 0,0-2-13 15,2 2 13-15,-2 2 0 0,-3-1 0 0,3 6 5 16,-2 0 18-16,1 3-18 0,-4-2 5 0,4 7 0 15,-4 0 57-15,3 1-13 0,-4 2-6 0,-2-1 1 16,3 1-14-16,0 0-6 0,-3 0-27 16,2 2 6-16,0-2-44 0,-2-1-46 0,0 0-57 15,3 1-91-15,-3-4-223 0,0-3-433 16,3 3 75-16,1-4 94 0,-1-4 59 0,4-1 51 16</inkml:trace>
  <inkml:trace contextRef="#ctx0" brushRef="#br0" timeOffset="-106607.41">29678 13189 811 0,'0'12'343'0,"-3"2"-31"0,6-3-33 15,-3 0-23-15,0-2-20 0,3 0-26 0,0 1-18 16,0-2-26-16,1 0-23 0,1 0-5 0,-3-1-15 15,7-2-33-15,-7 0-13 0,4-3-13 0,1-2-5 16,-7 0-24-16,0 0-1 0,17-2-4 0,-13-3 4 16,2-5-6-16,-2 2 5 0,-1-4-10 15,0-1 10-15,-3-4-10 0,4-1 21 0,-4 0 0 16,0-3 7-16,0 3 25 0,0 3-1 16,0-2-14-16,0 5 6 0,-1-2-1 0,-2-1-7 15,3 5-5-15,-3-5-3 0,3 5-2 0,0 0-6 16,0 1-4-16,0 0-9 0,0 1 1 15,3 0 0-15,0 2-8 0,2-2 8 0,-2 1-8 16,3 4-8-16,-2 0 0 0,3-1 3 0,-7 4-8 16,17 0-10-16,-7 6 16 0,0-4-11 15,1 7-3-15,-1-1 6 0,0 2-3 0,1 5 3 0,-2-2 7 16,1 3-2-16,-2-1-13 0,-1 1-8 16,-1 0 11-16,-2 2-8 0,-1-2-3 0,4 0 6 15,-6 1 4-15,2-2 3 0,-3 2-5 16,3-7 3-16,-3 5 2 0,0-7 5 0,2 3-7 15,-2-4 2-15,0 0 18 0,0 2 5 0,0-7-7 16,0-2 4-16,0 0-4 0,0 0-11 16,0 0 3-16,-2-18 2 0,2 7-20 0,2-7 2 0,-1-4-17 15,3-3 17-15,2 0 3 0,5-3-2 16,-1 0-11-16,0 9 5 0,1-5-5 0,2 6-4 16,-1 3 9-16,1-2 10 0,-3 9-14 0,4-2 1 15,-4 2 6-15,3 8 0 0,-2-3 15 16,2 6-10-16,1-2 3 0,-1 6 0 0,0 4 4 15,-1 1-4-15,1 4-6 0,1 1 6 16,-4 2-6-16,0 4 16 0,1-4-5 0,-4 4-11 16,-1-2 11-16,0 3-1 0,-2-2 9 0,2 1-19 15,-4-4 6-15,1 0-31 0,-6 2-41 0,3-1-36 16,-4-4-52-16,-3 1-78 0,3-2-379 0,-6-4-188 16,-1 1 27-16,-2-7 86 0,-3-1 72 15,1-6 57-15</inkml:trace>
  <inkml:trace contextRef="#ctx0" brushRef="#br0" timeOffset="-106407.43">29376 12658 1343 0,'-3'-3'407'0,"0"0"-46"0,3 3-38 15,-3-2-34-15,3 2-54 0,-4-3-60 16,4 3-73-16,0 0-56 0,0 0-82 0,0 0-161 16,0 0-568-16,0 0 76 0,0 0 80 0,0 0 48 15</inkml:trace>
  <inkml:trace contextRef="#ctx0" brushRef="#br0" timeOffset="-105324.63">31231 12698 665 0,'-2'-14'236'0,"-4"3"2"16,3 2-6-16,2 1-24 0,-2-1 2 0,-4 1-8 15,6 0-2-15,-5 3-31 0,2-3-1 16,-2 5-17-16,2-3-7 0,-3 5-24 0,0-2 0 15,-2 0 3-15,9 3-23 0,-15 6-13 0,7 1-10 16,0 0 7-16,-2 5-17 0,4 5 5 16,-2 0-6-16,4 6 1 0,1 1-16 0,0 2-2 15,3-1-1-15,0 2-2 0,3 3-5 0,3 5 3 16,1-2-11-16,-3 1 5 0,7-1-17 16,0 14-16-16,0-11-13 0,-3-2-48 0,-1-1-69 15,0-1-60-15,5 0-135 0,-7-3-465 16,2-3 37-16,-4-3 72 0,3-7 88 0,-6-1 55 15</inkml:trace>
  <inkml:trace contextRef="#ctx0" brushRef="#br0" timeOffset="-104608.35">30987 13131 931 0,'0'-8'400'0,"0"1"-52"16,3-1-28-16,3 1-34 0,-1-3-14 0,5 0-16 15,3-3-34-15,1 3-17 0,3-7-23 16,7 3-21-16,3 1-7 0,-2-3-24 0,7 1-12 16,-3 3-11-16,-1-1-17 0,4 2-13 0,-6 1-6 15,-3 3-1-15,1 2-6 0,-3 1-26 0,-2-1 0 16,-4 5 1-16,1 0-3 0,-2 2-8 16,-3 2 8-16,3 0-6 0,-4 3 6 0,0 0-8 15,1 3-15-15,-2-2 2 0,-2 0 6 0,4 3 5 16,-4 1-11-16,3-1-5 0,-1-3 3 15,2 2-5-15,-1 2-11 0,0-3 13 0,3 0-7 16,-2-1 2-16,2 1-15 0,-1-3 5 16,1-1 0-16,1 2-8 0,-4-6 10 0,4 4-5 0,-4-4 3 15,-3-1-7-15,3 0-6 0,-10 0 10 16,10-7-18-16,-9 1-4 0,-1 0 9 0,-1-3 3 16,-5-2 13-16,2 0-3 0,-6-3 14 15,0 2 4-15,0-2 3 0,-4-3 20 0,4 2-2 16,-4 2-6-16,4-1 11 0,0 0-3 0,-1 2 3 15,1-3 0-15,3 2-10 0,0-1 4 0,0 0 6 16,3 5-15-16,1-2-3 0,3-2 5 16,0 3 2-16,2 2 3 0,0 1-23 0,7-3 11 15,-1 3-3-15,-1 3-3 0,6-1-5 0,1 3-2 16,0 1 2-16,6 1-5 0,1 3 7 16,-1 2-7-16,6-1 3 0,-1 8-3 0,3 0 8 15,0-2-11-15,-1 5-7 0,-1 2 10 0,-3-1 0 16,-2 1 0-16,-2-3-3 0,-4 1 1 0,-3-1-1 15,1 1-7-15,-3-1 12 0,-3-3 1 16,1 4 0-16,-5-5-1 0,0 4 13 0,-2-4-9 16,-1-2 4-16,0 2-5 0,0-3 20 0,-2-1-4 15,-3-1-3-15,2-1 0 0,-5-1 2 16,8-3 6-16,-13 0-8 0,13 0-5 0,-15-11-8 16,6 4 23-16,-1-7-3 0,3 0-14 0,-1-7-1 15,-1 1 13-15,7-8-13 0,0 3-5 0,2-2 3 16,2 2-5-16,0-2 7 0,1 0 10 15,6 2-9-15,-1 0-11 0,-1-4-6 0,3 10 14 16,1-4-10-16,2 4 9 0,0 2 1 0,1-1-8 16,0 2 5-16,0 3-2 0,1 1-24 15,-3-1-15-15,1 6-38 0,-2 2-59 0,0 0-54 16,-2 4-59-16,-2 2-166 0,0 1-504 16,-7-2 89-16,4 8 64 0,-7-1 95 0,-2 0 77 15,-8 3 46-15</inkml:trace>
  <inkml:trace contextRef="#ctx0" brushRef="#br0" timeOffset="-102292.25">27069 14266 816 0,'-6'-10'328'0,"2"0"-24"0,-3 1-14 15,3 2-40-15,-2 1-4 0,3 0-21 0,-1 4-20 16,-2-2-31-16,6 4-25 0,-11-4-9 0,11 4-19 16,-12 7-1-16,1 0-25 0,3 2 15 0,-2 1-28 15,0 7 0-15,-1-1-23 0,1 1 7 16,3 1-4-16,-3 3-16 0,6-4 0 0,-2 1-5 15,4-2-6-15,-3 1 9 0,5-3-34 16,0-2-5-16,0 1 0 0,5-2 1 0,-3-1-6 16,1-2 0-16,4-1-8 0,4-4 3 0,-2 2 7 15,1-3-12-15,1-4-10 0,2-1 14 0,-1-1-1 16,1-4-3-16,0 0-6 0,-2-1 9 16,-1 0 12-16,0-3-8 0,1 0-12 0,-5 1 20 15,4-3-3-15,-2 6 1 0,-5 1-6 16,4 1-25-16,-4 1 3 0,3 2-1 0,-6 3 6 15,0 0 4-15,18 9 3 0,-11 1 3 0,3 0 8 16,4 11-6-16,-1 4 3 0,3 3 2 16,2 12 3-16,0-4-7 0,3 6 4 0,-5 1 16 15,2-3-18-15,-2 2 5 0,-2-4 10 0,-7-4-13 16,3-2 19-16,-3-3-11 0,0 3 10 16,-3-7-12-16,-4 0-1 0,3-7 6 0,-6 3 7 15,2-4-2-15,-6-5 0 0,4 2 7 0,-7-6 6 16,0-1-13-16,-1-5 5 0,-2-1-5 15,1-4-3-15,-7-2 5 0,-2-6-5 0,4-2 8 16,-3-2 3-16,2-2 7 0,2 3-8 0,1-5 9 16,2 2-6-16,0-1 7 0,2 3-12 0,1-3 8 15,3 0-11-15,1 1-5 0,2 0 3 16,4-2 13-16,0 2-11 0,7-2-5 0,0-2-2 16,3-1 2-16,4-3-5 0,4 4 8 15,1-1-5-15,1 2-11 0,4 1 3 0,0 1-2 16,0 6-1-16,-1-1 6 0,-2 4-13 15,2 1 4-15,-4 6 9 0,1-4-18 0,-2 6-8 0,1 0 18 16,-1 4-13-16,0 0 0 0,1 1 5 16,-4 2 3-16,1-1-3 0,-2 5 0 0,-1-2 0 15,-1-1 3-15,0 2 10 0,-1 1-13 16,-1-3 8-16,-3 2 3 0,-3-3 2 0,2 1 5 16,0 2-13-16,-5-3 18 0,2 0-5 0,3-1 3 15,-5-1-5-15,-1-1 14 0,0-4-14 0,0 0 7 16,0 0 11-16,0 0-1 0,0 0-15 15,-17-10-2-15,11-1 2 0,-1 0 0 0,3-4-5 16,-6-2 10-16,6 2-4 0,-3-7-6 16,1 1-13-16,0-4 13 0,1 1-5 0,5 2 7 15,-3 1 3-15,3 1 3 0,3 0 5 0,2 0-6 16,1-2-1-16,1 4-1 0,2 0-10 0,2 3-1 16,0-2-1-16,1 4 4 0,3 1 8 0,-2 4-10 15,5-2 10-15,-2 3-10 0,2 3 0 16,3 0-10-16,-1 4 7 0,2 0-15 0,0 0 13 15,0 4-13-15,0 0 5 0,3 1-18 16,2 0 5-16,-3 2-10 0,-1 0-7 0,1-1 14 16,-6-1-7-16,2-1 8 0,-3 0 10 15,-3 2-8-15,3-5-2 0,-7 4 2 0,4-3 11 16,-4-1 15-16,0-1-3 0,-10 0 3 0,18-2 0 16,-10 0 0-16,-3-2 5 0,3 0 7 0,-2-2 4 15,-3-1 4-15,-2-1 16 0,-1 1-21 16,0 1 8-16,0-1-5 0,0 1 12 0,-4-1-9 15,4 7-1-15,-6-7 3 0,1 4-10 16,5 3 4-16,-13 1-1 0,3 3 7 0,-1 1-3 16,1 5-5-16,0 3 11 0,-4 1-11 0,1 0 0 15,-1 5 0-15,4-1 3 0,0 1-10 16,-1-1 10-16,6-3-8 0,-3 3 2 0,7-3-7 16,-5 0 8-16,3-3 5 0,3 2 7 0,0-3-25 15,0-3 3-15,3 2-1 0,3-3-2 0,-2 0 5 16,3-6-5-16,-1 4 5 0,2-4 0 15,5-2-10-15,-3-4-8 0,4 3 10 0,-1-6 3 16,2-2-5-16,-2-3-11 0,4 0 8 16,-5-4 3-16,1-2-10 0,0 1 20 0,0 3-16 0,-2-2 14 15,-1 6 4-15,0 0-17 0,-2 2 12 16,-2 1-25-16,4 3-5 0,-4-1 18 0,2 5 2 16,-8 1 3-16,14 7 2 0,-1-2 3 15,-4 3 0-15,-1 1 10 0,6 3-21 0,-2-2 39 16,0 7-35-16,2-3 17 0,2 1 0 15,-1 0-10-15,-2-2 0 0,4 1 10 0,0-3-10 16,0 2 5-16,-3-4 2 0,6 1-4 0,-2-4 7 16,-1-1-8-16,3 2 8 0,-3-7-18 0,4 0 3 15,-4 0 8-15,3-2 2 0,-2-3-5 16,-2 0-8-16,-1-4 0 0,-3 0 13 0,0-3-10 16,-4-3-3-16,-3 1-5 0,2-3 13 0,-4-2 5 15,-3 2 8-15,0 4 2 0,0-2-8 16,0 0 9-16,-3 7 4 0,-1-4-10 0,1 5 0 15,-1 1 5-15,-5 3-4 0,1-1 6 0,8 4-1 16,-16 5-6-16,5-2 13 0,1 4 0 0,0 3 5 16,-1 3-26-16,1-1 11 0,3 3 10 15,-1-1-11-15,-1-3-12 0,5 6 10 0,-2-3 0 16,3-2 1-16,3 2-1 0,0-4 2 16,0 3 1-16,0-1-8 0,3-4 23 0,3-1-28 15,-2 0 8-15,3-4 2 0,0 1-5 0,0-4-5 16,2 0-1-16,-9 0-6 0,21-4-1 15,-9-3-8-15,0-3 16 0,-2 2-10 0,3-4-8 16,-3-3 0-16,-2-2-5 0,2-6-6 0,-3 4 1 16,-3-6 7-16,1 0 1 0,-3-1 2 15,-2-4-13-15,0 4 16 0,-1-5 4 0,1 3 3 16,-6-5 1-16,3 1 12 0,3 5 12 0,-1 3-4 16,-6 0 2-16,4 6 8 0,3 1-5 0,-3 2-10 15,2 5-3-15,-2 3 5 0,3-1 0 16,0 8 0-16,0 0-3 0,0 0 9 0,0 0-1 15,-6 25 18-15,9-8-13 0,-3 3-7 0,3 5 2 16,1 3-2-16,2 3 0 0,2-2 2 16,1 6-7-16,-2-3 14 0,4-1-14 0,-1-4 23 15,-3 4-26-15,7-4 2 0,-4 0 3 16,3-6 6-16,-2-2-11 0,2-1 2 0,-3-1 1 16,1-3-8-16,2-3 5 0,-2-4-13 0,-1 0-3 15,3-6 4-15,0-1-4 0,-2-1-17 16,0-6 5-16,3 0-3 0,-1-4 0 0,1-7-7 15,-1-1 7-15,-6-3 3 0,4-1 8 0,-5-2 14 16,-2 1-9-16,3 2 13 0,-4 1 19 16,1 6 12-16,-1-2 4 0,0 4-5 0,-2 0-13 15,2 4-4-15,-3 1 1 0,3 6 1 0,-3 2 3 16,0 0-1-16,0 0-5 0,0 0 6 16,18 17 9-16,-12-7-12 0,1 2 7 0,0 1-12 15,3 4 10-15,-3-4-13 0,3 0 3 0,0 4 2 16,1 2-2-16,-4-6-29 0,3 0-27 0,0-1-37 15,-3 0-56-15,3-2-153 0,-3-1-476 16,0-3 32-16,0-3 65 0,-4-2 64 0,-3-1 77 16</inkml:trace>
  <inkml:trace contextRef="#ctx0" brushRef="#br0" timeOffset="-101791.4">29390 14164 854 0,'0'-21'259'0,"0"2"-13"0,-3 3-29 0,2 1-2 16,0 5-10-16,-1-2 5 0,-1 3-3 0,0 0-22 16,1 3-16-16,-3 0-34 0,-2 5-12 15,7 1 18-15,-12 1-23 0,3 6-8 0,-4 3-18 16,3 4 13-16,0 5-11 0,-2 6 4 15,0 2-11-15,5 3-13 0,-1 0-7 0,5-2 9 16,0-1-27-16,3-2 5 0,3 4-8 0,4-4-8 16,0-3-2-16,0 2 2 0,3-2 8 15,1-4-7-15,2-1 7 0,1-4-3 0,1-1 9 16,1-5-11-16,0-3 69 0,2-2 0 0,2-2-13 16,0-5-5-16,-2-2-10 0,2-1 8 15,1-4-3-15,-1-1-28 0,-6-4-6 0,-1 2 1 16,1-3-23-16,-10 1-13 0,2 2-41 0,-6 1-54 15,-3 1-100-15,-4 1-260 0,-7 1-490 16,-3 1 75-16,-16-1 84 0,-22-3 77 0,-7 4 61 0,-9 0 74 16</inkml:trace>
  <inkml:trace contextRef="#ctx0" brushRef="#br0" timeOffset="-98659.19">29578 14166 729 0,'0'0'200'16,"0"0"-11"-16,0 0-7 0,0 0-13 0,0 0-13 16,-3 25-15-16,3-13-11 0,0 1-2 15,0 4-18-15,3 5-2 0,1-4-6 0,0 6-10 16,-1-1 6-16,0-2-6 0,3 4-5 0,-2 0-28 16,1-2 12-16,-3-3-9 0,2 4-11 0,2-6-5 15,-5-3 3-15,2 2-8 0,0-2-3 16,1-4-7-16,-1 1 10 0,-3-2 35 0,3-2-1 15,-3 0-16-15,5-4-6 0,-3 1 4 0,-2-5 2 16,0 0-1-16,0 0-19 0,0 0-3 16,0 0-3-16,1-23-2 0,-2 12-1 0,1-3 6 0,-2-4-13 15,2-2 0-15,-2-3-10 0,4-4 2 16,0-2-4-16,-1 3 9 0,2 0-7 0,4-1 2 16,-1 4 1-16,-2 0-6 0,2 3 0 15,2 4-12-15,1 1-1 0,-2 1 3 0,0 4 23 16,1 2-33-16,2 3 15 0,-1 3-15 0,-1 2 7 15,-8 0 1-15,23 7-11 0,-12-1-3 16,-1 2 11-16,3 3-2 0,1-3 9 0,0 7-4 16,0-3 2-16,2 3 2 0,-1 1-2 0,3-1 0 15,-2-3-5-15,0 2 10 0,-1-3-13 16,1 2-7-16,0-5-13 0,-4 1-13 0,5-3 3 16,-7-2-16-16,6 0 21 0,-4-3-8 0,0-1-8 15,0-1-15-15,1-3 5 0,1-4 5 16,-4-1-12-16,0-3 12 0,1-2 8 0,-1-3 13 15,-2-5 10-15,-2 3 2 0,0-5-25 0,-5-1 28 16,2 0-10-16,-3-1 13 0,0-2 7 16,0-1 13-16,0 10 13 0,3-4-3 0,-6 4 31 15,3 2 11-15,0 3-24 0,0 1-2 0,0 3-11 16,0 7 3-16,3 0 11 0,-3 3 17 16,0 0-15-16,7 14 2 0,-1-1-2 0,-1 1-3 15,3 6 5-15,0 3 6 0,-1 2-16 0,4 3 8 16,-4 1-10-16,4 1 4 0,0 2-12 0,-6-4-2 15,5 2-16-15,-3-5-13 0,0-1-56 16,0 0-34-16,-1 0-112 0,-2-7-565 0,-1-1 55 16,2-4 62-16,-4-4 54 0,-2-1 59 0</inkml:trace>
  <inkml:trace contextRef="#ctx0" brushRef="#br0" timeOffset="-98425.64">29963 14183 872 0,'0'0'315'0,"-5"-3"-10"16,5 3-39-16,0 0-10 0,7-9-28 0,3 4-26 15,4-3-25-15,5 1-11 0,3-1-10 16,2-1-15-16,8 1-23 0,-3-3-11 0,7-3-15 16,-2 4-2-16,2 0-8 0,-2 0-8 0,4-2-10 15,-2 4-8-15,-4-2-2 0,-4 6-46 0,-4 0-47 16,-4 1-86-16,-1 1-11 0,-7 2-51 15,-3 5-204-15,-4-4-362 0,-2 6 62 0,-6 0 69 16,-5 3 62-16</inkml:trace>
  <inkml:trace contextRef="#ctx0" brushRef="#br0" timeOffset="-97792.07">28467 15515 798 0,'-4'-2'325'15,"-5"1"-20"-15,9 1-34 0,-14 4-28 0,10 3-25 16,-2 0-18-16,-1 4-14 0,2 3-22 0,-4 1-20 15,8 2-14-15,-2 1-7 0,0 0-3 16,3 0-17-16,3 3-11 0,0-2-23 0,-2-2 10 16,8 1-15-16,-4-3 3 0,1 0-21 15,-2-3 5-15,7 0-13 0,-2-2 3 0,0-3-15 16,-1-3 10-16,3 0 0 0,-1-4-11 0,4-4-12 16,-2 0-5-16,0-4-6 0,1-5-4 0,-2-4-6 15,-1-1 0-15,1-5-15 0,0-4 5 16,-6-3 1-16,2-5-4 0,-6 0 1 0,-1-5-11 15,-1 5 13-15,0-5 13 0,-5 0 0 16,3 4-3-16,1 1 5 0,-3 3 24 0,2 5-3 16,0 4 28-16,-1 5-18 0,1 1-5 0,-1 3-10 15,4 5-5-15,-1 2-3 0,0 3 13 0,1 4-11 16,0 0 6-16,0 0 2 0,0 0 3 0,6 22-15 16,-3-7 17-16,4 2-25 0,-1 5 16 15,1-1-1-15,1 4 0 0,2 4-2 0,3-3-3 16,-2 1 15-16,2 2-20 0,-3-3-23 15,4 1-2-15,-4-4-47 0,4 0-53 0,-4-3-62 16,0-3-138-16,1 0-464 0,-4-3 52 16,1-6 69-16,-3 0 90 0,3-5 53 0</inkml:trace>
  <inkml:trace contextRef="#ctx0" brushRef="#br0" timeOffset="-97234.95">28836 15590 581 0,'4'-7'248'0,"3"0"-28"15,-1-3-8-15,-2 2-12 0,6-2-26 0,-2-2-10 16,1-1-18-16,-2-2-5 0,0 2-11 0,4-3-25 16,-5 0 3-16,1 1 12 0,0 0-28 0,0-2 18 15,-4 7 13-15,0-1-10 0,-2 2 12 16,2-1-15-16,-3 0-13 0,0 6-10 0,0 0 0 16,0 4-12-16,0 0-6 0,0 0 0 0,0 0-15 15,-18 12-3-15,12-3-5 0,-1 3-5 16,1 2 0-16,2 1 2 0,-3 2-7 0,6 1 0 15,0 0 2-15,1 0-9 0,0 2-1 0,1-2-13 16,3 1 3-16,2-1 3 0,-4-1-19 0,7-2 16 16,-2 0-5-16,4-2 5 0,-4-2 2 15,6 0-2-15,1-4-3 0,1-4-7 0,-2-3 0 16,3 0 12-16,2-2-12 0,-2-3 5 16,5-5-13-16,-4 0-5 0,3-5 5 0,-2-2-11 15,-1-3 1-15,0-3-10 0,-2 0-11 0,-6-2 5 16,-2 3-2-16,0-1 0 0,2 1 8 0,-5 5-1 15,0 1 11-15,1-1 7 0,-4 7 6 16,0 0-36-16,2 1 12 0,0 2 6 0,0 3-8 16,-2 1 7-16,-1 3-7 0,10 0 11 15,-10 0 4-15,13 10 5 0,-4-3-2 0,-1 4 8 16,3 1 2-16,2 5 13 0,-2 1-26 16,-1-1 6-16,-3 1 14 0,3 0-17 0,-1 4 18 0,-4-4-5 15,-2-1 2-15,-1 1 8 0,-1 1 10 16,-2-2-8-16,-4 1 9 0,2-3 4 0,-4-2 8 15,0 2-18-15,0-2 18 0,-3-1-16 16,-1-2-7-16,1-2 5 0,-3-1 11 0,-1-1-11 16,3-4-8-16,-2 0-5 0,-1 1 11 15,1-2-24-15,-1-1-10 0,4-1-7 0,-1-2-44 16,1 3-15-16,5-2-62 0,-3-3-54 0,8 5-102 16,-11-5-197-16,11 0-286 0,0 5 83 0,8-10 57 15,-2 3 72-15</inkml:trace>
  <inkml:trace contextRef="#ctx0" brushRef="#br0" timeOffset="-96942.23">29598 15323 867 0,'0'0'361'0,"-12"-3"-15"0,12 3-39 0,-11 1-23 16,4 2-18-16,2 3-18 0,-3 1-27 15,0 4-17-15,1-1-17 0,-2 3-18 0,5 2-18 16,-2 0-10-16,3 0-18 0,-2 2-16 0,5 1 6 16,0-3-11-16,0 6-30 0,0-4 7 0,5-5 1 15,-2 5-21-15,0-2 5 0,3-1-13 16,1-2 8-16,0-3-13 0,2-1 0 0,1-1-8 16,0 0-7-16,2-4-36 0,1-3-34 0,-2 0-50 15,6 0-75-15,0-3-115 0,0-3-561 16,-2-2 32-16,1-4 73 0,0-2 85 0,-5 0 43 15,-4 1 80-15</inkml:trace>
  <inkml:trace contextRef="#ctx0" brushRef="#br0" timeOffset="-96259.26">29831 15408 642 0,'4'0'218'0,"-4"0"-6"16,6-4 0-16,-6 4-30 0,7-6-8 0,-3 4-5 15,3-3-13-15,0 4-10 0,2-6-23 16,0 4 8-16,-3-3-14 0,4-2-9 0,-1 5-6 15,0-2 1-15,-3-2 4 0,1 1-4 0,-1-2 7 16,-2 1-3-16,-1-2-10 0,0 1-4 0,-3 0-9 16,0 1-7-16,-3-1 15 0,3 1-15 15,-4 0-11-15,1 4 11 0,-3-4-26 0,-1 7 0 16,1-1-2-16,6 1 13 0,-18 5-16 16,8-2-11-16,-1 5-17 0,1 2 18 0,3 3-10 15,-4-1-1-15,5 5 9 0,-1-2 2 0,4 3-21 16,0-1 13-16,2-1-7 0,2 1-9 15,-1 0-4-15,6 1-3 0,1-3 8 0,0 2 2 16,5-2-10-16,0-1 3 0,5-2 2 0,-2-3-15 16,1-1-13-16,4-1-18 0,0-1-33 0,2-4-28 15,-1-2-16-15,-2-1-27 0,2-3-24 16,-1 1 8-16,1-5-44 0,-1-2-33 0,-3-4-10 16,-1-1-21-16,-4 0 31 0,-2-5 46 0,2 2 49 15,-4 1 56-15,-4 1 67 0,4 2 43 16,-5 0 34-16,3 3-21 0,-2 1 10 0,-4 5-5 15,3 2 2-15,0-1 4 0,-3 4 12 0,0 0-11 16,0 0 9-16,5 12-8 0,-4 1-6 16,0-2-7-16,-1 0 18 0,3 4-36 0,-3 2 13 15,0-1 7-15,4 1-9 0,-4 0-11 16,0-2 2-16,2-2 6 0,-2 0-8 0,0 0 5 16,-2-2 18-16,2-1 29 0,0-3 9 0,0-1-7 15,-4-1 7-15,4-5-17 0,0 5-1 0,0-5-7 16,0 0 3-16,0 0-1 0,-3-19-15 15,6 8 0-15,-3-4-7 0,4-5-9 0,-2 3 6 16,0-1-8-16,1-5-2 0,4 3 2 16,-1 3 8-16,-2 0-16 0,3 1 6 0,-1 2-8 15,-2 2-3-15,3 4 3 0,1-1 5 0,-2 4-7 16,1 1 2-16,2 4 10 0,-9 0-16 0,15 5-4 16,-5 5-3-16,0 1 11 0,4 0-9 15,-5 2-2-15,2 2-2 0,0 4 15 0,1-3-8 16,-2 2-7-16,2 1 2 0,-2-2-5 0,2 1 8 15,-1-3-8-15,-1 0-16 0,-3-2-2 16,4-2-46-16,-1 0-23 0,0-2-28 0,1-1-33 16,-2-3-50-16,1-2-124 0,0-3-180 15,-2 0-227-15,2-7 76 0,1 3 36 0,-1-7 49 16</inkml:trace>
  <inkml:trace contextRef="#ctx0" brushRef="#br0" timeOffset="-95974.94">30710 14891 844 0,'0'0'277'0,"0"0"-11"0,0 0-26 0,0 0-1 15,3 17-9-15,-3-3-23 0,3 1-7 0,0 4-11 16,-1 4-15-16,6-1-7 0,-6 3-32 16,4 0 9-16,1 7-16 0,4-6-11 0,-2 6 1 15,0-2-8-15,-1 0-12 0,3 2-17 16,-1-4-9-16,0-1-8 0,1 0 0 0,-1-2-5 15,1-3-10-15,-1-1 4 0,0-5 4 0,-1 1-14 16,2-2-4-16,-4-5-16 0,3 0 18 0,1-3-8 16,2 1 0-16,-3-8-10 0,4 4 10 15,2-8-4-15,-1 4-24 0,-2-8-5 16,5 1-39-16,-2-3-27 0,-1 0-60 0,1-5-71 0,1 0-107 16,-6-3-526-16,1 1 55 0,-7-1 78 15,-2 0 58-15,-3-4 63 0</inkml:trace>
  <inkml:trace contextRef="#ctx0" brushRef="#br0" timeOffset="-95692.64">30580 15181 762 0,'-5'2'318'0,"-3"2"-21"0,0 0-29 16,5-4-7-16,3 0-22 0,-4 5-32 15,4-5-13-15,0 0-4 0,0 0-24 0,0 0-15 16,0 0-18-16,24-5 0 0,-10 2-17 0,7-4-11 15,3-1 2-15,5-3-15 0,0 0-10 0,7-3 0 16,9-2-10-16,1-4-1 0,-2 2-9 16,1 0 2-16,-1-1-13 0,1-1 0 0,-1 2-12 15,3 1 9-15,-2 2-2 0,-5 2-2 0,-6 1-13 16,1 1-8-16,0-3-3 0,-1 4-5 16,3 0 6-16,-3 0-13 0,-3 1-1 0,0 2-14 15,-1-1-32-15,-5 2-45 0,-5-1-96 0,0 6-65 16,-2-2-318-16,-5-1-244 0,3 2 68 15,-6-1 78-15,-2 2 55 0,-4-3 81 0</inkml:trace>
  <inkml:trace contextRef="#ctx0" brushRef="#br0" timeOffset="-20017.98">22003 17306 788 0,'0'-4'225'0,"0"4"-5"0,-4-4-25 0,4 4-11 16,0-6-28-16,0 6-18 0,0 0 3 16,0 0-13-16,0 0 5 0,0 0-7 0,0 0-11 15,4 19-13-15,0-10 3 0,-1 2-10 0,0 0 2 16,-2 3-15-16,2 3-8 0,0 0-2 15,3 1-8-15,-5 1-20 0,2 0 2 0,4 5-5 16,-3-2-3-16,-1 0-12 0,1 1-14 0,-1 0-47 16,3-2-70-16,-2-1-85 0,-1-3-153 0,5 1-389 15,-2-5 69-15,-2-1 80 0,-1-2 45 16</inkml:trace>
  <inkml:trace contextRef="#ctx0" brushRef="#br0" timeOffset="-19568.02">22044 17385 711 0,'0'0'269'16,"13"8"-29"-16,-9-3-19 0,3-2-14 0,-3 2-28 15,5 2-15-15,-2 0-13 0,0-1-10 16,4 1-21-16,-1 0-23 0,0 1-2 0,0-2-8 15,0 0-15-15,-3 0 5 0,1-1-8 0,2 0-26 16,-1 0 11-16,-2-3 2 0,-2 2-10 16,4-3 8-16,-2 0-16 0,-7-1 6 0,14-2-11 15,-10-2 0-15,5 0-4 0,-5-2-22 16,2-4 16-16,-2 1-15 0,3-3-11 0,-3-1-4 16,-1-4 20-16,0 0-6 0,1-1-7 0,-1 1-10 15,0-1 5-15,1 0 13 0,0 2 15 16,-1 0-5-16,-3 3-8 0,3 1-13 0,0 1-7 15,-2 3 2-15,2 1 8 0,0 2 13 0,1 0 5 16,-4 5-13-16,0 0 13 0,14 9 18 16,-11-1-21-16,4 0 21 0,2 6-15 0,-1-1 2 15,-1 5-8-15,3 2-7 0,0 0 4 0,1 2 9 16,-1 5-3-16,0 0-13 0,1 1 10 16,-2 0-7-16,1 1-3 0,-2 0 10 0,2-2-35 15,-3-4-11-15,3 1-56 0,0-2-48 16,0-1-57-16,1-3-133 0,-1 1-390 0,3-6 37 15,1-1 56-15,-3-5 59 0</inkml:trace>
  <inkml:trace contextRef="#ctx0" brushRef="#br0" timeOffset="-18367.88">22704 17473 849 0,'0'7'261'0,"0"-1"-10"15,0 3-18-15,0 1-28 0,0 1-3 0,0 0-41 16,3 1-17-16,0 3 2 0,1-3-23 0,0 2-16 16,2-1-20-16,-2 0 0 0,2-1-2 15,5 1-9-15,-4-5-9 0,0 1-8 0,2-3 0 16,2-2-3-16,-1 0-15 0,-3-3 10 16,4-2-15-16,-1-1-8 0,-1-4 3 0,-2-3-18 15,-2-1 5-15,-2-2-8 0,0-3-15 0,-3 0-3 16,0-2 8-16,-6-1 18 0,1 1-21 15,2 0 11-15,-4 1 20 0,4 1 11 0,-4 2-14 16,1 0-9-16,-2 1 4 0,2 3 8 16,2 0-12-16,-2 2 7 0,2 0 2 0,1 0-20 0,-2 2 6 15,4 0 9-15,1 5 3 0,-2-5-20 16,2 5 9-16,0 0-6 0,8-6-4 0,-1 4 19 16,3 0-9-16,4-1-4 0,-1 1-11 15,5-1 27-15,3 0-24 0,1-1 15 0,1 1 5 16,-1-3-15-16,1 2 1 0,-2 1-9 15,0-2 0-15,-1 2 14 0,-2 0-24 0,-5 2-5 16,4-1 5-16,-6 1 6 0,-2 2-6 0,2 1 10 16,-4-1 1-16,0 5-6 0,-4-1 13 15,0 2-5-15,-3 2-13 0,0 1 18 0,-3 2 3 16,-4 2-13-16,4 1 10 0,-4 0-5 0,1 1-5 16,-2 0 7-16,2 2-7 0,-1-2 23 15,4 0-20-15,-1-1 12 0,1 2-15 16,-1-5 5-16,3 1 0 0,-2-1-8 0,6-1 16 0,-2-2-16 15,6 1 18-15,0-4-7 0,0-2-3 16,2-1-13-16,2-3 3 0,-1-1-5 0,4-3-8 16,-1-4-1-16,1-1-4 0,-3-1-10 15,2-6-21-15,1-1 3 0,-4-3-16 0,-3-1 3 16,-1-4 8-16,2-6 7 0,-5-1-3 0,-3-2 29 16,3-1-72-16,-2 0 29 0,-1 3 9 0,-1-1 32 15,-2 3 27-15,0 3 29 0,0 2 17 16,3 1 8-16,-5 5 3 0,2 2 2 0,0 1-2 15,0 3-13-15,-1 3 8 0,1 5-11 16,0 1-2-16,3 4 8 0,0 0-24 0,0 0 6 16,-15 21-1-16,12-5-2 0,3 0 8 0,0 4-8 15,0 1 0-15,0 4 10 0,3 2 1 16,1-2-19-16,3 4 21 0,3 1-16 0,-3-1 3 16,4-1-2-16,-1 0 4 0,0-2-7 15,4-1 5-15,-1 0-7 0,1-4-3 0,-1-2 4 16,-2-2-1-16,3 0-3 0,2-4-8 0,-1-1 5 15,-2-5 13-15,4-1-8 0,-4-1-4 0,2-5-4 16,-5-2-12-16,3-1-3 0,1-3-4 16,-1-3 14-16,1 0-4 0,-4-1 2 0,0-1-11 15,1 0 11-15,-4-2-5 0,0 1 3 16,-1 2-3-16,-1 0-1 0,1-1 4 0,-3 2 7 16,-3 0-8-16,3 1 14 0,-3 2-19 0,0 1 5 15,0-1 1-15,0 6 22 0,-6-7-22 0,6 7 12 16,-6-1-30-16,6 1 14 0,-15 7 4 15,9-2 12-15,-1 2-18 0,2 2 19 0,-4 0-6 16,5 2-3-16,-2-1 1 0,2 4-6 16,1 1-7-16,0-2 18 0,3 1 0 0,0 0-1 15,3-1 14-15,1 2-21 0,5-2 2 0,-2-1 8 16,4-2-10-16,2 2 16 0,2-5-11 16,1 1 3-16,2-3-6 0,1-2 8 0,2 0 19 15,0-3-27-15,-1-3 3 0,7-3-7 0,-3 0-9 16,-3-2-14-16,2-3-6 0,-5-2-12 15,0-1-9-15,-2-4-14 0,-3 0 10 0,-2-4 2 16,-4 0-5-16,3-3 5 0,-3 0 8 16,-3-1 8-16,-1 1 17 0,0-2 3 0,0 2 16 15,-3 4 17-15,0 2 13 0,-3 2 0 0,3 2-7 16,0 2 10-16,-3 1-6 0,0 3-2 0,2 3-10 16,-2 2 8-16,3 4 12 0,0 0-23 15,0 0 8-15,-14 12 10 0,14-4-7 0,0 3-11 16,0 2 13-16,0 0-13 0,3 3-12 15,1 0 4-15,-1 2 8 0,4 0-2 0,0 3 23 16,0-1-18-16,0 2-6 0,3-3-14 0,-3 3 19 16,3-2-27-16,-2-3-18 0,1 4-34 15,1-5-38-15,-3-1-79 0,1-2-126 0,-2 0-261 16,1-4-161-16,0-2 69 0,-1-3 90 16,2-2 30-16</inkml:trace>
  <inkml:trace contextRef="#ctx0" brushRef="#br0" timeOffset="-17434.73">24229 17335 872 0,'0'0'284'0,"3"-5"-28"0,-3 5 0 16,3-7-43-16,1 4-21 0,-1-1-23 16,0-1-13-16,1 0-26 0,-1 0-4 0,1-1-6 0,0-1-15 15,-1 0-20-15,0-1-1 0,0 1 1 16,-1-3-24-16,-2 2-2 0,0-2 2 0,0 1-15 16,-2 0-2-16,2 0 25 0,-3 0-33 15,3 3 0-15,-3 0 0 0,3 1-11 0,0 5 3 16,-3-5-7-16,3 5 2 0,0 0 5 0,0 0-10 15,-4 19 5-15,4-6-10 0,3 1 7 16,-2 2-4-16,2 2 1 0,0 1-6 0,3 3-6 16,-2 1 10-16,3 1-15 0,0 1 18 0,0 0-8 15,-4 0-15-15,4 0 15 0,-1 0-4 16,-1 0 1-16,-2-2-4 0,3-1 7 0,-5-4-7 16,2 0-6-16,-3-4 6 0,0-2 4 15,0 0-7-15,-3-2 11 0,-1-2-1 0,1-2-8 16,0-2 1-16,-5-1 12 0,5 0-5 0,-4-2 16 15,7-1 2-15,-13-1 8 0,13 1 25 16,-14-2-4-16,7 1 53 0,7 1 2 0,-7-2 6 16,7 2-21-16,-10-3 3 0,10 3-10 15,-7-1-3-15,7 1-28 0,0 0 2 0,0 0-20 16,0 0 8-16,0 0 7 0,14-9-10 16,-4 7-18-16,7-3 6 0,3 2-1 0,1 0-25 15,4-3-19-15,1 2-47 0,3 2-40 0,-3-1-68 16,5-3-190-16,1 3-542 0,-6-2 68 0,1 0 88 15,-2-2 64-15,-1-1 74 0,-5-1 56 0</inkml:trace>
  <inkml:trace contextRef="#ctx0" brushRef="#br0" timeOffset="-16135.61">25416 17160 901 0,'-8'-11'296'0,"1"4"-22"16,1 2-23-16,-2 1-20 0,-2 2-32 15,3 2-20-15,7 0-17 0,-24 6 1 0,11-1-35 16,-4 5-10-16,-1 1-5 0,5 3-11 0,-5 0-7 16,5 1-11-16,0 0-20 0,-1 1 0 0,7-2-5 15,0 0 3-15,-1 1-11 0,2-2-15 16,6 0 5-16,0-1-23 0,3-1-1 0,1 0 4 15,6-2 5-15,0 0-21 0,3-1-26 16,-1-1-12-16,-2-4 0 0,4 0-6 0,-1-1 11 16,-3-2 8-16,4-1-14 0,-4-3-12 0,1 1 18 15,-4-4 0-15,2 1 7 0,-2-2-4 0,-3 2 27 16,3 0 6-16,-2 1 10 0,-3 0 8 16,1 1-6-16,0-1 6 0,-3 5 7 0,4-5-7 15,-4 5-19-15,0 0 1 0,10 0-5 16,-10 0 7-16,0 0 3 0,10 8-1 0,-6-2 4 15,-1-3-9-15,4 2-2 0,0 0-2 0,0 0-6 16,0-1 6-16,-1 0-6 0,5 1 3 16,-4-3 0-16,2 1-10 0,-2-2-18 0,4-1-10 15,-1-1 7-15,0 0 0 0,4-2-7 0,0-3 5 16,3 1-6-16,-4-3 6 0,2 1 7 16,-2 0 3-16,4-1 0 0,-3 2 13 0,0-1-3 15,-1 3-10-15,0-1 3 0,-2 4 2 0,2-1 0 16,-2 2 10-16,2 2 11 0,-1-2-19 15,-3 3 14-15,1 1-6 0,0-3-2 0,1 4 5 16,-1 0 5-16,0-1 7 0,-2-1-4 16,-2 1-3-16,1 0 3 0,-1-2 25 0,-2 1 2 15,3 1 19-15,-7-4 7 0,7 2-12 0,-7-2-1 16,7 3-9-16,-7-3 7 0,0 0-3 0,0 0-5 16,9-10 1-16,-8 5-24 0,2-1 10 15,-3 0 14-15,4-1-14 0,1-2-12 0,-3 2-3 16,1-1 8-16,4 1-3 0,-4 0-5 15,4 1 3-15,0 1-8 0,0 3 0 0,1-2 5 16,-3 4 0-16,6-1 0 0,-11 1-13 16,17 0 16-16,-3 1 0 0,-1-1-11 0,1 0 11 15,2 0-11-15,2 2 1 0,-2-2 2 0,2-2 2 16,2 2-4-16,-2-1-1 0,3-3 1 0,0-1-6 16,-2 1 8-16,-1-2-15 0,-2 0 12 15,-1-1-7-15,-2-1-3 0,0-1 18 16,-2-1-23-16,-1 0 13 0,-4 0-3 0,-2-1 19 15,0 1-19-15,-1 1 21 0,-1 0-3 0,-2 2-7 16,-2 0 12-16,-1 0-5 0,-1 3-2 0,4 4 2 16,-10-1-5-16,10 1 3 0,-13 5 7 0,5 0-7 15,1 1-8-15,0 2 2 0,1-1-9 16,0 3-1-16,-2 0 18 0,5-1 1 0,-1 1-6 16,4 1 5-16,0-2-28 0,0 0 13 0,3-1-8 15,-2 0 5-15,5-1 3 0,-1 0 8 16,1-2 5-16,1-2-19 0,1-2-7 0,-3 1 11 15,-5-2-11-15,18-3-10 0,-9-3-1 16,-1 1-19-16,-1-3 9 0,-1-3-22 0,-2-1 7 16,2-1 8-16,-3-4-20 0,-3-3-9 15,-3 1 50-15,0-6-31 0,-4-6 7 0,0 2 16 16,-3 0-8-16,0-2 20 0,0 2 1 0,3 6 32 16,-1 0 24-16,-1 4 21 0,5 2 2 0,-5 2-11 15,4 4 3-15,-1 2-17 0,2 4 7 16,-2 2-6-16,6 3-19 0,0 0 14 0,-10 10-6 15,9-2 1-15,-1 3 8 0,2 2-22 16,2 5 7-16,-1 0-13 0,7 3 2 0,-3 3-7 16,5 0-41-16,1 2-41 0,2 1-71 0,4 0-141 15,0-1-336-15,4-1-56 0,0-4 61 0,-2-2 52 16</inkml:trace>
  <inkml:trace contextRef="#ctx0" brushRef="#br0" timeOffset="-15484.68">27264 16870 709 0,'6'17'281'0,"-2"0"-20"16,-3-1-28-16,2-3-23 0,3 2-13 0,-5-1-23 15,5 1-25-15,-2 0-6 0,-1 1-20 0,0-1-5 16,4 0-16-16,-6-1-12 0,2-1-9 0,2-2-1 16,-3-1-16-16,1 0-5 0,0-2 5 15,0-2-13-15,-3-1 5 0,0-5-12 0,0 0 7 16,0 0-13-16,0 0-10 0,0 0 16 0,-6-25-21 15,3 9 0-15,-1-2 3 0,-2-5-6 16,4 0-10-16,-7-1 3 0,6 1 5 0,-1 1 8 16,1 2-3-16,0 4 7 0,2-1 4 15,-2 3-6-15,3 3 0 0,-3 2-15 0,6 1 5 16,-3 2-5-16,3 2 7 0,-3 4-5 0,7-1 6 16,-7 1 4-16,14 7-9 0,-10 0-9 0,6 0 1 15,-1 4 0-15,-1-1 17 0,5 0-19 16,-3 1 11-16,1-1 4 0,-1 2-19 0,0-2 16 15,1-2-10-15,-1 2 7 0,-3-3 1 16,4-1-3-16,-2-1-16 0,-2-1 13 0,0-1 8 16,0-3-10-16,-7 0-13 0,17-7 12 0,-9 2-7 15,-2-2-5-15,1-5-10 0,-1-1 12 0,1-3 1 16,-1-5-11-16,2 2 13 0,-3-5 0 0,-3 1-3 16,4-2-4-16,-2 1 2 0,-1 2-13 15,4 0 15-15,-3 4-12 0,-1 1 10 0,0 2-8 16,-2 5 3-16,2 0-13 0,0 5 12 15,0 3 1-15,-3 2 8 0,0 0-3 0,0 0 2 16,11 18 0-16,-8-6-2 0,-2 1 5 0,2 5 5 16,0 2-5-16,-3 3 0 0,4 2 3 15,-1 0-3-15,-3 0-3 0,6 0-15 0,-2 1-20 16,0-1-44-16,3-1-51 0,1-1-64 0,-3 0-113 16,6-3-153-16,-4-4-254 0,6-2 47 0,-2-3 76 15,-1-4 82-15</inkml:trace>
  <inkml:trace contextRef="#ctx0" brushRef="#br0" timeOffset="-14785.04">27890 16952 716 0,'0'8'272'0,"0"-2"-34"0,0 1-29 16,0 1-11-16,3 3-17 0,0 1-22 0,-2-3-13 15,2 2-21-15,0 0-2 0,4 2-2 16,0-5-34-16,0 2-29 0,-1 0-9 0,3-3-44 15,-4 1-5-15,3-1-18 0,-2-4 3 0,1 0-34 16,-1-3 8-16,-6 0-41 0,0 0 13 16,7-9 5-16,-7 2 5 0,0-1 6 0,-3-5 19 0,1 2 55 15,-3-3 30-15,-1 2 16 0,-1-3 17 16,4-1 11-16,-5 3 10 0,5 0-13 0,-1 1 15 16,1 0-9-16,0 3-9 0,3 0-9 15,0-1-11-15,3 1-5 0,3 1-16 0,1 0 1 16,4-2-6-16,4 3 1 0,1 1 0 0,8-1-21 15,-1 1 5-15,3 0-5 0,0 1 5 16,3 1-5-16,0 1 13 0,-1-1-16 0,-1 2-25 16,-4 1-8-16,-2-1-2 0,3 0-3 0,-3 1-2 15,-4 1-9-15,-3-1-1 0,-1 1 9 16,0 0-7-16,-5 0 13 0,1 1 10 0,-9-1 2 16,7 6 3-16,-7-1 8 0,0-5-6 15,-7 13 11-15,-2-6 2 0,1 2 3 0,1 1 0 16,-3 0-7-16,0 1 1 0,-3 0-4 0,3 0-3 15,3 1 21-15,-1 1-11 0,1-1-10 0,1-2 8 16,3 1-5-16,0 0-16 0,3-1-2 16,0-1 5-16,3 0-18 0,0 0 5 0,4-3-3 15,-1 0 11-15,2-1-11 0,-1-3 1 16,-1-2-8-16,-6 0 15 0,18-2-18 0,-8-4 11 16,0-3 12-16,1-1 0 0,-2-5 1 0,1-1-16 15,-3-7-5-15,4 2-1 0,-4-8-9 0,2-1 12 16,-5-2 3-16,0-2 0 0,1-2 8 15,-3-1 2-15,1-1-5 0,-3 1 13 0,3 0 26 16,-6 7 12-16,3 1 21 0,0 3 5 16,-3 5 7-16,3 1-7 0,-1 1-10 0,0 5-21 15,-1 4 3-15,-1 3 15 0,-1 3-8 0,4 4 3 16,0 0-18-16,0 0 0 0,-7 17-5 0,7-4 0 16,0 2 5-16,3 1-3 0,-1 3-9 15,0 5 12-15,5-1-11 0,-3 2 1 0,5 0 3 16,-2 4-6-16,7 1 0 0,-2-2-10 15,-1 0-10-15,1-2-23 0,0-1-26 0,0 0-49 16,-2-3-53-16,0-2-123 0,3-1-100 16,-2-5-348-16,-1-2 59 0,0-3 63 0,-3-5 55 15</inkml:trace>
  <inkml:trace contextRef="#ctx0" brushRef="#br0" timeOffset="-14301.68">28669 16896 614 0,'3'-6'258'0,"0"-1"-4"16,-2 1-26-16,2 0-16 0,2-2-25 0,-3 0-5 15,5-1-21-15,-3 0-18 0,-1 1-10 0,3-4-10 16,-5 3-20-16,5-1-9 0,1-2-4 16,-6 0-6-16,2 3 1 0,0-2 10 0,-1-1-11 15,-2 5 3-15,-2-2-10 0,4 0-6 0,-4 4-1 16,-1-1-1-16,0 4-10 0,3 2-11 16,0 0-9-16,0 0-4 0,-21 8-1 0,14 0 12 15,0 2-5-15,-3 2-8 0,3 2-2 16,4 3-13-16,-4-2 5 0,3 2-13 0,4 1 8 15,0-1 0-15,0 1-5 0,0 0-8 0,8-2 5 16,-2 0-13-16,0-1 32 0,4-1-22 0,1 0 6 16,0-3 0-16,2 0-3 0,-2-3 3 15,5-3 7-15,-2-1-12 0,0-3 2 0,0-2-5 16,2-2-23-16,-1-4 13 0,1-2 0 16,1-6-2-16,-3-1-29 0,4-7 5 0,-5-2-5 15,1-2 0-15,-4-3 3 0,0-4 13 0,4-11-9 16,-7-1 6-16,2-1-7 0,-4 7-14 15,1 5-40-15,-2 1 27 0,-1 0 16 0,0 5 29 16,-1 1 22-16,-1 3 8 0,0 4 10 0,-1 5-13 16,0 1 8-16,0 3-12 0,0 5 14 15,0 2-4-15,0 5-19 0,0 0 8 0,0 0 6 16,0 0 9-16,0 33-7 0,0-16-2 16,0 2-19-16,3 6 11 0,2 2-1 0,-2 1-1 15,3 2 14-15,1 3-2 0,-1 1-18 0,-2 0-3 16,6 1-38-16,-1-1-20 0,-1-3-41 0,3 3-152 15,-1-4-160-15,3 0-319 0,-2-5 47 16,2-5 93-16,-1-3 35 0</inkml:trace>
  <inkml:trace contextRef="#ctx0" brushRef="#br0" timeOffset="-13885.7">29555 16523 831 0,'0'0'361'0,"13"3"-18"0,-3 1-18 0,1 1-43 16,-2 1-26-16,1 4-8 0,1 0-28 0,-1 2-15 16,-3 1-31-16,1 0-15 0,0 3-21 15,-6 0-23-15,1 1 8 0,-3-2-5 0,-3 2-18 16,1 1-18-16,-3-1 5 0,-1-1-13 15,-2 1-8-15,1-4-17 0,-1 0 5 0,-1-1-11 16,5-2-2-16,-2-1 5 0,4-2-2 0,-3 2 10 16,2-3-8-16,0-2 13 0,3 1-11 0,0-5-9 15,0 0 2-15,0 0-16 0,16 0 1 16,-2-5 2-16,3 1 10 0,3 0-2 0,5-3-10 16,9-1-1-16,0 1 1 0,0-2 12 0,6 2-22 15,-5-2 4-15,7 0-15 0,-5 3 18 16,0 0 0-16,-1-1-17 0,-7 1-6 0,-2 1 2 15,-2-1 6-15,-1 4 7 0,-4-3-25 16,-3 4 5-16,-3-2 2 0,-2 0-10 0,-4 2-12 16,-4 1-52-16,-4 0-95 0,0 0-311 0,0 0-423 15,-31 10 86-15,6-7 88 0,-8-2 75 0,-8 0 73 16,-3-2 49-16</inkml:trace>
  <inkml:trace contextRef="#ctx0" brushRef="#br0" timeOffset="-3802.54">22284 18491 1057 0,'6'19'332'0,"-3"-3"-40"16,-2-1-20-16,-1-2-27 0,3-1-27 0,0-1-21 15,-3 1-13-15,4 1-23 0,-4-2-15 16,3 0-10-16,0 0-11 0,-3-2-17 0,4-2-11 16,-3-2 1-16,-1 1-17 0,0-6-9 0,0 0-8 15,0 0 3-15,0 0-14 0,0 0 9 16,-15-16-26-16,8 1 2 0,-6-3 8 0,3-3-5 16,-1-7-10-16,-3 0-6 0,4-2 6 0,0-2 10 15,-1 0-5-15,2 0 0 0,5 1 2 16,1 1 3-16,0 4-8 0,3-1 1 0,0 2-9 15,6 2 9-15,-2 2 6 0,2 0-19 16,1 7-3-16,4 1-3 0,-1 1 8 0,4 1-18 16,-1 4 11-16,-3 4-3 0,4-1-8 0,-1 3 5 15,-1 2 3-15,-2 2-8 0,3 0 13 0,-3 4-8 16,-3-1-5-16,-3 3-2 0,2 0-3 0,-3 1 7 16,-3 2-12-16,-3 0 5 0,-3 4 16 15,2-3-6-15,-6 0-20 0,2 0 7 0,-4-1 0 16,-3 0 9-16,2 0-12 0,0-4 9 15,-2 3-6-15,-1-4 11 0,2-1-10 0,1 0 2 0,2 0-6 16,4 0 6-16,-3-2 18 0,4 1-25 16,-2-1-9-16,4 0 21 0,1 1-2 0,0 0 2 15,3 0-7-15,3 1-1 0,1 0 0 16,6 1 11-16,-3 0 0 0,6 2-6 0,2-1 14 16,1-1-11-16,1 1 5 0,3 0-12 0,1 0 14 15,3-1-14-15,0 0-11 0,-3 0-15 16,6 1-39-16,-3-1-48 0,0-1-18 0,0 0-51 15,-4-2-16-15,-2 0-66 0,1 0-128 16,-4-1-177-16,1 0-182 0,-1-2 80 0,-5-1 46 16,0-1 95-16</inkml:trace>
  <inkml:trace contextRef="#ctx0" brushRef="#br0" timeOffset="-3252.55">22656 18363 665 0,'0'0'230'0,"0"0"-15"0,17 14-28 0,-11-5-15 16,-1 3-21-16,1 0 5 0,4 1-33 0,-3 2-3 16,1 2-20-16,-2-2-5 0,1 1 4 15,3 3-14-15,-3-3-16 0,0-1-8 0,0 1 11 16,-1-2-16-16,0 0 11 0,-1-3-16 0,-2-1 6 16,1 0 12-16,-4-4 13 0,3 0-18 15,-3-2 5-15,0-4-16 0,0 0 11 0,0 0-12 16,0 0-9-16,-7-17 3 0,4 5-18 0,-3-6 16 15,1-4-13-15,-2-1-11 0,1-1 1 16,2-1-4-16,-3 1 4 0,4 0 5 0,3 6-1 16,-1-1 6-16,-2 4 7 0,3 2-15 15,0 0-5-15,0 1 3 0,0 5-6 0,4 1-2 16,-1 2 2-16,4 3 6 0,-7 1 12 0,0 0-23 16,22 7 0-16,-13-2-7 0,1 4 15 0,0 0-8 15,4 2 3-15,-4-1 2 0,5 1-10 16,-5 1 6-16,2-3-16 0,0 1 2 0,-2-2 6 15,-1 2-3-15,-1-3 5 0,-1 0 2 16,2-2 4-16,-5-2-9 0,2-2 6 0,-6-1-13 16,11-1 12-16,-7-4-9 0,-1 1-1 0,0-5 1 15,0-3 2-15,-2 0 2 0,-1-3-7 16,3-2 3-16,0 1-1 0,-3-1 0 0,5 2 3 16,-2 1 6-16,0 1-9 0,-3 3-5 0,4-1 6 15,-1 3-8-15,0 3 7 0,1 1 6 16,2 2 7-16,-6 2-8 0,14 6 19 0,-4-1-16 15,-3 3 3-15,4 4-6 0,-2 1 1 0,1 4 2 16,1 0 5-16,-4 2-7 0,3 1 2 16,-2 2-16-16,1 0-9 0,-2-1-34 0,0 4-33 15,1-2-54-15,-2-1-12 0,1 0-67 0,-1-1-538 16,1-5 34-16,1-2 84 0,-2-3 77 16,-2-2 35-16</inkml:trace>
  <inkml:trace contextRef="#ctx0" brushRef="#br0" timeOffset="-2869.19">23384 18273 885 0,'0'-7'343'0,"-3"3"-33"0,3-2-26 0,0 6-18 16,-7-4-35-16,7 4-29 0,-10 0-13 15,10 0-17-15,-11 4-19 0,1 2-25 0,4-1 3 16,-1 2-16-16,-1 0-15 0,1 3-8 0,1-2-18 15,-1 1-5-15,0 3-17 0,3-3 1 0,-2 0 1 16,3 1-5-16,3 0-16 0,0 2 3 16,0-1-13-16,3-1-5 0,0 1 2 0,1-1-10 15,-1 1 6-15,7 1 4 0,-3-1-4 16,3-1-4-16,-2 3-12 0,5-2 13 0,-3-2 10 16,1 1-12-16,2 1-6 0,-3 0 0 0,1-2 8 15,-1 0-8-15,-3 0 10 0,4-1 3 0,-5-1-5 16,1 3 10-16,-1-3 0 0,-2 1 0 15,-4 0-5-15,0 0-3 0,0 0 11 0,-4 1 66 16,-3 0-3-16,-2-1-12 0,2 0-13 16,-4 0-2-16,1-2-24 0,-1 0-25 0,2-1-28 15,-1-2-34-15,0 0-56 0,2-2-56 0,-2-2-121 16,3-2-506-16,-3-2-6 0,3-3 57 16,0-5 87-16,1-4 66 0,2 2 47 0</inkml:trace>
  <inkml:trace contextRef="#ctx0" brushRef="#br0" timeOffset="-2519.61">23592 18273 783 0,'18'8'284'0,"-5"4"-5"0,2 0-23 16,-2 0-8-16,0 1-41 0,1 3-27 0,0 0-9 16,0 2-7-16,-4 1-21 0,4 1-2 15,-1-2-28-15,-3 1-8 0,1 1-11 0,-1-1-9 16,0-2 2-16,-4 0-23 0,2-5-13 15,-2 1 0-15,-2-4-12 0,2-1 20 0,-2-2-19 0,-1-2 7 16,-3-4-27-16,0 0 18 0,0 0-7 16,0 0-18-16,-3-26 18 0,0 9-11 0,-1-4 1 15,-2-2-9-15,-1-2-4 0,3-2 0 16,-3 1 30-16,3-4 3 0,1 2 0 0,0 1 5 16,0 0-5-16,3 0-5 0,3 4-3 15,0-2 3-15,0 2 5 0,1 2-8 0,4 0-7 16,-2 5 12-16,1-1-2 0,0 4-21 0,5 1 9 15,-4 2-7-15,-1 1-1 0,4 3-24 0,-1-1-17 16,-1 6-39-16,-2-2-31 0,1 4-49 16,-8-1-63-16,16 5-95 0,-12 0-453 0,5 2 31 15,-7 1 40-15,1 0 83 0,-3-1 63 16</inkml:trace>
  <inkml:trace contextRef="#ctx0" brushRef="#br0" timeOffset="-2335.82">23856 18346 803 0,'0'0'313'0,"0"0"-42"16,0 0-18-16,0 0-27 0,0 0-22 0,23-13-12 15,-15 10-28-15,2-3-5 0,0 2-34 0,1-2 11 16,2 0-26-16,0 3-15 0,1-3-34 16,-4 3-51-16,1-1-33 0,-1 1-74 0,0 2-46 15,-2 1-60-15,1-1 1 0,-9 1-95 16,7 4-94-16,-3 1-193 0,-1-2 54 0,-3 4 34 15</inkml:trace>
  <inkml:trace contextRef="#ctx0" brushRef="#br0" timeOffset="-2103.09">23938 18501 442 0,'-4'12'215'15,"-2"-2"11"-15,5-2-4 0,-2-1 6 0,3 1-8 16,-3-2-10-16,3-2 3 0,3 2-4 16,-3-6-9-16,0 9-10 0,4-6-1 0,-1 0-25 15,-3-3-8-15,10 4-2 0,-2-4-11 16,3 0-20-16,1-1 0 0,2-2-11 0,2-1-2 15,-1 0-18-15,1-2-7 0,5 1 2 0,-3-1 64 16,-2 2-3-16,2-3-20 0,1 1-15 0,-4 1-26 16,-2 1 3-16,-2 1-6 0,-1-1-5 15,0 1-15-15,1-1-15 0,-5 2-13 0,1-2-36 16,-7 4-38-16,7-1-57 0,-7 1-77 0,0 0-171 16,0 0-558-16,0 0 67 0,0 0 109 15,0 0 62-15,0 0 57 0,0 0 66 0</inkml:trace>
  <inkml:trace contextRef="#ctx0" brushRef="#br0" timeOffset="-719.68">28484 17458 1123 0,'4'15'333'0,"-1"-8"-28"16,0 0-32-16,-1 4-14 0,0 2-24 0,1 0-32 15,4 2-11-15,-3 2-29 0,-1 0-9 16,1-1-8-16,2 1-31 0,-2 0-5 0,3-1-15 16,-4 1 0-16,1 0-6 0,-1-3-12 15,-3 0-16-15,5-3-9 0,-4 0-1 0,0 1-8 16,2-5 6-16,0 2 2 0,-1-4-2 0,-2 2-18 15,0-7 7-15,0 0-15 0,-5 4 5 0,5-4 3 16,0 0-13-16,-7-16-11 0,1 4 11 16,-1-4 0-16,0-2-5 0,0-6-3 0,3 1-5 15,-5-5 13-15,5 2 5 0,-3-2-20 16,7 1 25-16,-2 1-20 0,2 1 5 0,1 3-1 16,0 1 6-16,-1 1 18 0,3 1-21 0,4 2 14 15,-6 3-17-15,7 0-1 0,-3 5-4 0,2 1 4 16,3 2-6-16,0 4 2 0,-3 2 6 15,4 2-5-15,-1 1-8 0,0 2 2 0,1 4 4 16,-1 0 1-16,0 2 6 0,-4 0-10 16,1 1 9-16,-6 1-1 0,2 1-4 0,-3 0-2 15,-3 2-2-15,2 0 2 0,-6-1 10 16,4 0-9-16,-4 0-4 0,1-3 1 0,-1-1-3 0,-1 1 10 16,2-3-5-16,-1 0 23 0,1-2-25 15,-1-1-1-15,1 0 3 0,-2 1 13 0,6-2-10 16,-3-2 5-16,2 1 0 0,-1 0-21 15,4-4-5-15,-3 8 11 0,-1-6-9 0,4-2 9 16,4 11 9-16,1-5-14 0,-3 0-9 16,7 0 14-16,-2-2-1 0,4 3 1 0,-1-1-1 15,8 0-2-15,-5 0 3 0,7 1 12 0,-3-1-26 16,1 0-37-16,0 0-27 0,-2 1-55 0,4-2-47 16,-1 0-84-16,-6-1-192 0,8-2-369 15,-5-1 72-15,0 0 69 0,-1-1 66 0,-2-2 60 16</inkml:trace>
  <inkml:trace contextRef="#ctx0" brushRef="#br0" timeOffset="-136.32">28941 17548 575 0,'5'14'221'0,"-2"-6"-19"15,-1 1-23-15,0 0-18 0,1 2-7 0,0 1-11 16,1 0-15-16,0 0-15 0,-1 1 12 0,1-3-38 15,-1 3 10-15,0-3-20 0,2 0-5 0,-4 0-16 16,0-1 3-16,2-2-3 0,0-1-4 16,1 1 1-16,-3-2-4 0,-1-5 5 0,0 4-16 15,0-4 18-15,0 0-9 0,0 0-6 16,0 0-8-16,0 0-10 0,-5-16 0 0,2 5 5 16,0 0-10-16,-1-4 8 0,1-1-9 0,-3-3 12 15,6 1-17-15,-1-1 6 0,-2 3 10 16,3-1-2-16,0 3 0 0,-3 1-3 0,6 0 5 15,-3 3-8-15,0 2 1 0,0-1-6 0,4 5-5 16,-1 0 3-16,-3 4 8 0,10-1-9 16,-10 1 9-16,14 6-18 0,-7 0 12 0,3 1-10 15,2 2 3-15,-1 1 4 0,-1 1-12 16,2-2-7-16,-1 1 22 0,-1 0-17 0,-1 0 4 0,-2-2 1 16,3-1 4-16,-2-1 9 0,-2 0-11 15,0-2 0-15,-2 2 3 0,3-5 7 0,-4 3-18 16,-3-4 11-16,14 0 2 0,-14 0-4 15,10-5-1-15,-5-1 2 0,0-1-2 0,-1-2-7 16,0-1-1-16,-1 0 14 0,0-2-9 16,1-3-4-16,-1 0 17 0,0 2-5 0,0 0-2 15,0 1 2-15,-2 2-5 0,3-1-5 0,-1 3-2 16,-1 0 2-16,-1 0 10 0,0 3 0 16,-1 5-5-16,6-3-10 0,-6 3 20 0,0 0-7 15,14 7 25-15,-7 1-20 0,0 1-5 0,1 3-11 16,-3 1 11-16,6 0 2 0,-4 1 6 15,-1 3-9-15,4 1-12 0,-2-1 15 0,2 1-22 16,-4-2-1-16,1-2-20 0,3 3-49 0,-3-3-41 16,0-2-102-16,0 0-83 0,0-2-35 15,0-1-373-15,3-3 78 0,0-3 47 0,-3 0 61 16</inkml:trace>
  <inkml:trace contextRef="#ctx0" brushRef="#br0" timeOffset="246.38">29531 17436 701 0,'-7'-5'256'0,"7"5"-21"0,-11 0-17 0,11 0-26 0,0 0-5 16,-13 5-26-16,10-1-13 0,-1 1-14 16,-3-1-17-16,5 2-17 0,0 0-8 0,-1 1 0 15,0 1-5-15,3-1-12 0,3 1-14 16,-3-1 3-16,5 3 0 0,-3 0-18 0,5 2-2 15,-3-3 2-15,5 4-8 0,-2-1-7 0,1 1-6 16,1 1 14-16,-2-1-16 0,0 0-5 16,3 0 5-16,-6-1 0 0,3 1 2 0,-4-2-7 15,3 0 13-15,-5 0 8 0,2-1-6 0,-3 0-5 16,0-1 10-16,-3 1 8 0,2-1-10 16,-5 0 3-16,2-2-9 0,-2 1-1 0,-1-1-9 15,-3-1 0-15,0 0 11 0,0-4-8 16,-1 3-7-16,1-3 12 0,0 1-15 0,-1-2 7 15,-2 0 13-15,6-1-28 0,-4-1-5 0,11 1 0 16,-24-3-25-16,19 2-37 0,-3-1-4 16,-2-3-75-16,7 0-46 0,0-1-25 0,-2-1-67 15,5 0-62-15,0-3-127 0,3 0-172 0,2-2 33 16,1-1 60-16</inkml:trace>
  <inkml:trace contextRef="#ctx0" brushRef="#br0" timeOffset="846">29608 17506 558 0,'5'5'253'0,"0"0"-23"0,-3 3 13 16,4 3-38-16,-2 0-13 0,2 3-20 15,2-1-16-15,-2 1-15 0,-2 3-1 0,4-3-19 16,-6 3-6-16,4-3-2 0,-1 1-21 0,1 0-16 16,0-2 1-16,-2 0-10 0,-1-4 2 0,1 1-3 15,-4 1-12-15,3-4 0 0,3 0 5 16,-4 0 15-16,-2-3-12 0,3-1-9 0,-3-3 6 15,0 0 0-15,0 0-15 0,0 0-11 16,0 0 5-16,-5-20 1 0,-1 8 4 0,2-3-15 16,-2-3 3-16,2-3-16 0,-2-1 8 15,0-2-2-15,1-1-1 0,-1 0 16 0,4 0 0 16,-3 0-10-16,2 2 2 0,3 2 28 0,-1 2-12 16,0-1-1-16,1 2-4 0,0 0 7 15,0 4-23-15,0-1 12 0,1 5-1 0,-1-3 4 16,1 2-7-16,-1 0-11 0,3 3 6 15,0 1-8-15,-1 0-3 0,0 2-5 0,1 0 11 0,4 1-8 16,-7 4-13-16,7-4-18 0,-7 4-13 16,10 1-12-16,-10-1-11 0,10 6-23 0,-2-3-33 15,-2 2-26-15,-2 0-25 0,2 1-18 16,0 1-21-16,-1-1-20 0,0 3-49 0,-3-1-25 16,-2-1-3-16,3 0 8 0,-3 2 33 0,0-1 43 15,0-1 42-15,-3 2 40 0,2 0 55 16,-2-1 22-16,-4 0 41 0,6 1 18 0,-2-2 26 15,-3-1 51-15,3 1-13 0,2-1 8 0,-5-1-6 16,3 2 6-16,2-4-18 0,0 2 23 16,-5-1 0-16,6-4 5 0,0 7-16 0,0-7 34 15,-3 6-5-15,3-6-10 0,0 0 7 16,0 7 5-16,0-7-20 0,7 3 5 0,-7-3 3 16,10 2 7-16,-10-2-15 0,13-2 0 0,-13 2-8 15,18-2-5-15,-8 1-15 0,4-2 15 16,-4 0-20-16,0 2-3 0,4-4-10 0,-4 3-8 15,0 0 3-15,-2 1-44 0,1 0-49 0,-2 0-19 16,-7 1-47-16,0 0-41 0,0 0-67 16,14 3-68-16,-14-3-106 0,-7 9-230 0,0-2 56 15,1 0 37-15</inkml:trace>
  <inkml:trace contextRef="#ctx0" brushRef="#br0" timeOffset="1080.24">29605 17799 389 0,'-7'12'199'16,"4"-2"-2"-16,-3-1 0 0,3-3-10 15,2 0-5-15,-2 0 10 0,3-2 0 0,0-4-3 16,-4 6-2-16,4-6 5 0,4 5 8 16,-4-5-36-16,0 0 2 0,10 3-23 0,-10-3-4 0,17-4 7 15,-6 0-26-15,2 1-15 0,1-3-5 16,1 2 7-16,1-3-10 0,2 0-15 0,-2 0-10 16,0 3-8-16,-1-3 0 0,1 2 0 15,0 1-13-15,-5-1-2 0,0 2-13 0,-1-1 5 16,-3 0-29-16,0 2-14 0,-4-1-8 0,-3 3-42 15,8-2-60-15,-8 2-75 0,0 0-205 16,0 0-422-16,-24 6 87 0,9-1 64 0,-3-1 72 16,-5 2 64-16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5:05:25.5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7522 6573 673 0,'0'0'210'16,"11"-5"-31"-16,-11 5-21 0,0 0-4 0,7-1-11 16,-7 1-20-16,9-4-8 0,-9 4-15 0,7-3-10 15,0 2-11-15,-7 1-5 0,8-5 1 16,-2 4-6-16,-6 1-10 0,10 0 5 0,-10 0-8 16,14-3 59-16,-10 1-2 0,-4 2-6 0,12-2-4 15,-4-1-16-15,-1 2 2 0,-7 1 1 0,13 0 10 16,-9-1-11-16,6-2-2 0,-3 1-7 0,3 2-14 15,1-1-2-15,-1 0-10 0,3 1-8 16,1-2 3-16,0-2 4 0,3 4 4 0,0-3-19 16,4 1-2-16,3 0 5 0,-1-1-15 0,4 2 12 15,1-5-5-15,2 6 3 0,1-2-8 16,0-3-7-16,0 4-1 0,2-2-4 0,-1-1 12 16,2 1-8-16,0 1 3 0,-3-3-2 0,10 3-3 15,-3-4 5-15,-1 3-11 0,4-3-4 0,-3 4-3 16,2-4 8-16,-6 2-3 0,-3 0 0 15,0 1 3-15,-3-1 8 0,2 0-11 0,-5 0 8 16,2 1 8-16,0 0 4 0,-3-1-20 0,-3 2 16 16,2 1-5-16,-1-3-4 0,1 1-9 0,-3 2 0 15,1 0 7-15,-4-4 13 0,4 3-17 16,-7 2 6-16,2-5-9 0,-1 4 10 0,-2-1-8 16,0 1 3-16,1 1 5 0,-4-2-13 0,-3 0 5 15,4 2 1-15,-5-2-6 0,4 1-33 16,-6 0 7-16,4 1-30 0,-8 0-21 0,9 0-20 15,-9 0-31-15,4 2-56 0,-4-2-41 0,0 0-128 16,-13 9-479-16,4-3 82 0,-4-4 57 0,-7 4 78 16,-3 2 34-16</inkml:trace>
  <inkml:trace contextRef="#ctx0" brushRef="#br0" timeOffset="466.72">7676 6778 698 0,'0'0'272'15,"0"0"-24"-15,0 0-15 0,0 0-23 0,0 0-21 16,0 0-20-16,0 0-8 0,0 0-17 0,0 0 9 15,18-10-9-15,-5 8-29 0,4-3-15 16,3 1 12-16,4-3-7 0,1 1-10 0,9-2-11 16,3 0-4-16,14-2-14 0,4 1 6 0,0 0 2 15,3-5 6-15,7 6-24 0,0-3 67 0,0-2-18 16,3 3-3-16,0 0-20 0,0-1 0 16,1-1-3-16,-3 4-15 0,1-3 5 0,-2 1-12 15,-3-3 12-15,-4 5-23 0,-3-2 0 0,-11 3 5 16,-6-1 0-16,-3 4-15 0,-5-3-8 15,-3 3 8-15,-7 0-5 0,1 0 7 0,-1 2 13 16,-6 0-22-16,0-3-65 0,0 4 28 0,-1-2-12 16,-2 1-19-16,-1-2 21 0,-3 3 13 0,-1 0-8 15,2 0 16-15,-1-4 12 0,-1 5-17 16,1 0 20-16,-4-1-11 0,-3 1 6 0,11-1-44 16,-11 1-4-16,6 0-78 0,-6 0-107 0,7 0-714 15,-7 0 120-15,0 0 56 0,0 0 110 0,0 0 42 16,0 0 53-16</inkml:trace>
  <inkml:trace contextRef="#ctx0" brushRef="#br0" timeOffset="25963.45">1813 11332 721 0,'0'-6'218'0,"0"6"-26"15,3-4-10-15,-3 4-24 0,0 0-19 0,4-4-24 16,-4 4 5-16,0 0-2 0,0 0 0 0,0 0-14 16,6 18-9-16,-6-6 61 0,1-1-10 0,2 5-10 15,-3 2-3-15,0-3-31 0,0 7-9 16,0-4-12-16,0 2 6 0,0 1-20 0,0-2 5 16,0-1-3-16,0 6-15 0,0-6-3 0,0 0-3 15,-3 4-4-15,3-5-6 0,0-2 1 16,-1-4-16-16,-1 4 10 0,4-5-7 0,-2 0 2 15,0 0 0-15,-2-5-2 0,2 2-14 0,0-7-1 16,2 7 6-16,-2-7-19 0,0 0-11 16,0 0 13-16,4-18-2 0,-4 7-19 0,0-2 1 15,0-2 7-15,0-3 5 0,0-4-5 0,0-5 1 16,0 0 1-16,-3-4 14 0,2 4-3 0,1-3-5 16,-2 2 7-16,2-1 11 0,0 8 0 15,0-4 7-15,0 3-2 0,-1 5 0 16,2 1 5-16,-2 4-20 0,2-1 4 0,-1 2 4 0,2 2-4 15,2 4-1-15,0 2-4 0,0-1 3 16,-4 4 0-16,16 7 3 0,-9-2 7 0,7 4-2 16,-4 2 8-16,7 4-9 0,-4 2 6 0,5 1-2 15,-4 3-9-15,6-2-7 0,-3 3 8 16,-3-2-5-16,-1-2 7 0,-1 0-20 0,0 2-16 16,-1-1-25-16,2-1-41 0,-3 0-62 0,-3-3-79 15,0 2-261-15,0-2-256 0,0-1 36 16,-7-3 77-16,3-3 68 0</inkml:trace>
  <inkml:trace contextRef="#ctx0" brushRef="#br0" timeOffset="26597.53">1773 11573 972 0,'0'0'315'0,"0"0"-85"0,-11-2-22 0,11 2-32 15,0 0-25-15,0 0-2 0,0 0-14 0,-3-3-1 16,3 3-29-16,0 0-6 0,17-10-4 16,-7 3-13-16,3-1-3 0,2-2-10 0,5 2 3 15,0-3-18-15,4-2 2 0,1-2-12 0,2 1 15 16,1 0-18-16,2-1-6 0,-4-2-9 16,2 5 2-16,-1-2-7 0,1-2-1 0,-1 4-7 15,-6 1-21-15,-1 1 16 0,-3 2-11 0,-3 4-7 16,3-4 0-16,-7 3 7 0,1-2-2 15,-1 6 0-15,-3-2 2 0,-1-1 3 0,-2 2 8 16,-4 2-8-16,0 0-5 0,0 0 8 0,-1 10 9 16,-5-3-9-16,-1 1 12 0,-2 2-4 0,-2 3 1 15,-2-1 6-15,-1 3-2 0,3 2-4 16,-2 0 9-16,-1-2 5 0,4 0 2 0,0-2-21 16,-1 2 1-16,4-1 15 0,1-3-15 0,0 3 2 15,5-3 0-15,1-3 6 0,3 4 4 16,1-3-12-16,2-5 10 0,4 3-18 0,2-2-3 15,1-3 8-15,4 0-12 0,-1-2-14 0,5-2-10 16,-4-3-5-16,4 3-20 0,0-5-31 16,3-1-33-16,-1 3-36 0,-2-7-49 0,-3 3-56 15,1-5-51-15,-4 1 7 0,1-2-61 0,-5 0 54 16,-1-3 79-16,-4-2 120 0,1-2-7 0,-4 4 69 16,-3-4 45-16,0 2-1 0,0-2 89 0,0 4-29 15,-3 1 24-15,0 1 10 0,2 0 39 16,1 5 61-16,-2-3-36 0,1 6-3 0,-2 0-17 15,3 1-6-15,0 7-7 0,-3-3-11 0,3 3 1 16,0 0 7-16,0 0-10 0,0 22-16 16,0-11 6-16,0 3-13 0,3 0-15 0,-3 6-6 15,3-2 1-15,1 0-11 0,-1 4 5 0,5-1 0 16,-2 0-12-16,1-2-6 0,-1 4-22 16,-2-4-34-16,3-1-49 0,-3 3-89 0,2-4-271 15,-2-1-288-15,2-2 29 0,-2 1 85 0,-1-7 45 16</inkml:trace>
  <inkml:trace contextRef="#ctx0" brushRef="#br0" timeOffset="27531.58">2360 11498 739 0,'-3'-5'320'0,"3"-2"-5"0,0 1-39 0,3-2-14 16,1 0-40-16,0-5-83 0,5 3-12 15,2-1-9-15,-1-1-15 0,3 0-9 0,1-1 1 16,3-4-18-16,-2 9-18 0,1-2 5 0,1 2-8 16,-3 1-7-16,6 0-1 0,-6 4 9 15,3 1-24-15,-1 2 0 0,-1 1-5 0,2 0-5 16,-4 6-5-16,1-4 8 0,0 5 10 0,-1 0-18 16,-2 1 5-16,-1 3-13 0,-3-2 8 15,0 0-11-15,3-2 4 0,-6 2 7 0,2 2-11 16,-2-2 4-16,2 0-4 0,-3-2-2 0,2 2-7 15,-2-3 4-15,0-1-9 0,1-1 19 0,-1 2-12 16,1-7-2-16,2 5 12 0,-1-3-15 16,-5-2 5-16,0 0-5 0,19-7-5 0,-8 3 22 15,-5-4-9-15,2-2-11 0,1-3-2 0,-1-2 10 16,-2 2 8-16,1-2-3 0,-1 0-5 16,1-1-8-16,-2 4 16 0,1-1-11 0,-3 5 1 15,1 0 2-15,-1-2-5 0,0 3 17 0,1 4-14 16,-1-2-16-16,-3 5 15 0,7 0 3 0,-7 0 8 15,0 0-8-15,8 13 0 0,-5-8 3 16,0 3 17-16,1 3-22 0,-1-1 12 0,4 1-15 16,-3-1 10-16,2 2 0 0,0-1-2 0,1 2 2 15,1-2-8-15,2-1 6 0,0 3 9 0,1-4-4 16,2-1 7-16,0-1-12 0,1-3 5 16,3 2 2-16,-3-3 5 0,2-3-4 0,-1 0-17 15,1 0 24-15,2-4-15 0,-2-2 30 16,2-1-33-16,-5-3 13 0,1-1-13 0,-1-3-3 15,-2-4 1-15,-3 0-8 0,1-3 10 0,-5 5-6 16,3-1 6-16,-4-1-5 0,-3 3 8 0,0 3 5 16,0-1-3-16,-3 2-5 0,0 2 0 15,-1 1 0-15,0 1 0 0,-3 0 7 0,1 7-7 16,-1 0-2-16,7 0-1 0,-20 5 8 0,13 0 13 16,-4 2-15-16,1 1 2 0,0 0-5 0,0 2 3 15,3 3-1-15,0-2 3 0,1 2-5 16,2-1 8-16,-1-4-8 0,2 5 0 0,3-4 5 15,0 1-5-15,0 0 5 0,0-3 3 0,0 1-3 16,5-1 5-16,-2-3-7 0,3 3 10 16,1 0-6-16,0 0-7 0,1-4 3 0,1 4-6 15,1-6 1-15,0 6 9 0,2-7-14 0,0 1 12 16,0 4 5-16,1-5-18 0,1 0 11 0,-1-3-8 16,1 0-3-16,0 3-5 0,-1-7 3 15,4 3 5-15,-6-2 2 0,2-2 1 0,-3 0-14 16,1-3-14-16,0-2 7 0,-2-2-11 0,-3 1-1 15,1-3 14-15,-2-2 3 0,-2-3-5 0,0 1 5 16,-3-4 5-16,0 0-12 0,-3 0 22 16,-2 0-7-16,3 0 2 0,-2 1 3 0,1 6-8 15,-1 0 21-15,1 3 2 0,0 3 19 16,0-1-24-16,0 3 5 0,2 3-13 0,-2 3 8 16,3 4 1-16,0 0 6 0,0 0-9 0,-11 11 17 15,8-1-7-15,2 4 0 0,1 1 5 0,0 6 5 16,4-5-18-16,-1 8 0 0,5 0 0 15,-5 0 8-15,4 0-5 0,2-3-3 0,-1 4-26 16,3-3-7-16,1-2-54 0,-2 3-71 0,4-6-52 16,0 1-143-16,0-1-415 0,-1-2 90 0,1-5 43 15,-3 2 93-15</inkml:trace>
  <inkml:trace contextRef="#ctx0" brushRef="#br0" timeOffset="28180.71">3737 11293 652 0,'8'15'246'0,"-4"0"-23"16,5-2-13-16,-2 1-21 0,-1-5-25 16,3 5-13-16,0-4-23 0,1 1 0 0,4 3-21 15,-4-4 70-15,4 2-21 0,-3-3-15 0,1-1-6 16,0 0-17-16,-3-4-8 0,1 5-20 15,-2-9-3-15,-1 4-5 0,-1-3-3 0,-6-1-12 16,0 0-3-16,14-5-3 0,-10-4-20 0,-1 1 13 16,-3 0-8-16,0-2-5 0,0-1-21 0,3-3 19 15,-3 3-19-15,1-3 8 0,2 3-5 16,0-3-2-16,0 4-3 0,1-2-13 0,2 2 8 16,2-1-6-16,2-3-7 0,-1 6 16 0,3-2-3 15,1 0-6-15,1 2 3 0,0-1-2 16,-1 0-3-16,4 1-2 0,0 0-1 0,0 0 1 15,-3 3 2-15,-1-5-18 0,-2 7 18 0,3-2-7 16,-7-1 4-16,2 5 4 0,2-1-4 16,-7 1 1-16,-4 1 4 0,10 3 11 0,-7 2 3 15,0 2-8-15,-3 2-47 0,-3 0-9 0,3 1-3 16,-3 4 15-16,2-3 0 0,-5 4 1 0,3-2 14 16,-1 2 3-16,1-1 1 0,3-3 6 0,-4 3 6 15,3-3-10-15,1 2 3 0,0-2 14 16,1-3-4-16,3 2-16 0,-1-2 18 0,0 0-23 15,4-1 3-15,-3-4 10 0,5 3-6 16,-1-5-6-16,-1-1 1 0,-7 0-2 0,20-4-5 16,-10 0-5-16,0-5 2 0,-3 1 14 0,4-2 1 15,-5-5-6-15,1 0-1 0,-1-2 0 16,2-1-8-16,-5 0 26 0,1 3-2 0,-1-2 9 16,0 6 9-16,1-3 1 0,-1 4-1 0,-3 0-8 15,3 2-1-15,-3 3 3 0,1 1-2 0,-1 4 7 16,0 0-2-16,0 0 0 0,0 0 5 0,0 0-5 15,4 16 5-15,-4-10-11 0,0 2 4 16,0 4-6-16,0-2 0 0,3 0 0 0,0 0-2 16,-2 1-1-16,2 0 3 0,3-1-5 0,-3-2-28 15,4-1-8-15,-2 3-43 0,1-3-21 16,1-2-46-16,-1-2-61 0,1-2-90 0,0 1-412 16,0 1 36-16,-7-3 58 0,13-6 78 0</inkml:trace>
  <inkml:trace contextRef="#ctx0" brushRef="#br0" timeOffset="28599.9">4442 10972 839 0,'0'0'302'0,"3"22"-43"0,-3-8-1 16,1 0-7-16,1 3-26 0,3 1-10 0,-2 1-23 15,1 3-10-15,2 2-10 0,0-3-24 16,1 4-2-16,1-3-21 0,-1-1-10 0,2 1-15 15,2 0-5-15,-1-2-11 0,3-2-12 0,2 0-3 16,-2 1-5-16,1-6 3 0,3 2-16 16,-3-4-2-16,2 1-6 0,-1-4-7 0,1-4-82 15,-1 3 5-15,-2-6 5 0,1-1-13 0,-1-1 3 16,-3-6-10-16,4 0-5 0,-4-3 17 16,0-1-25-16,-2-4 10 0,-2-5 16 0,-2-2-3 15,-1 4 10-15,0-3 36 0,0 3-23 0,-2 0 18 16,2 3 40-16,-3 3-17 0,0-1 13 0,0 0-16 15,0 1-4-15,0 3-6 0,0 1 15 16,0 5-10-16,0 3 3 0,0-5 3 0,0 5-1 16,0 0 0-16,0 0 6 0,-4 15-13 0,2-5 15 15,2-2-8-15,0 7 0 0,0 0 11 16,2-3-3-16,-2 6 13 0,4-3-16 0,-4 3-4 16,4 2 17-16,0-3-15 0,2 0 7 0,-2 0-7 15,2-1-48-15,1 3-22 0,3-5-32 16,-2-2-75-16,1 2-102 0,2-3-491 0,-1-1 32 15,0-3 37-15,1-2 63 0,-5-2 83 0</inkml:trace>
  <inkml:trace contextRef="#ctx0" brushRef="#br0" timeOffset="29214.13">5002 11293 793 0,'1'-3'294'0,"-1"3"-38"15,7-7-12-15,-7 7-6 0,3-7-52 16,1 4-17-16,2-2-23 0,-3 2 3 0,4-4-26 16,0 0-13-16,-3 0-8 0,2 3-2 0,1-3-11 15,-4 0 1-15,1 0-26 0,3 3-5 0,-3-4-5 16,-1 2 5-16,0-2-11 0,-2 4-7 16,1-3-8-16,-1 1 8 0,2-2 13 0,-3 1-26 15,0 2 6-15,0-1-14 0,0-1 59 0,-3 0 6 16,2 2-8-16,-1 0-8 0,1-3 5 0,1 8-20 15,0-9-1-15,-3 6-4 0,3 3-5 16,0-8-3-16,-3 3-8 0,3 5-8 0,0-4-9 16,0 4-6-16,-3-6-13 0,3 6-12 0,-1-7 2 15,1 7-17-15,0 0 7 0,0 0-29 16,0 0-14-16,0-4-3 0,0 4 0 0,0 0-24 16,-3-4-11-16,3 4-22 0,0 0-27 0,0 0-32 15,0 0-22-15,0 0-8 0,0 0-23 0,0 0 28 16,0 0-72-16,0 0 55 0,0 0 4 15,0 0 72-15,-4 0 56 0,4 0 18 0,0 0 49 16,0 0 23-16,0 0 18 0,0 0 43 0,0 0 16 16,0 0 15-16,0-10 2 0,0 10 22 0,0 0-14 15,0 0 10-15,0 0-7 0,0 0-3 16,0 0 1-16,0 0 14 0,0 0-9 0,0 0 2 16,0 0-11-16,-7 14-2 0,4-10-7 0,-1 9 10 15,1-4 2-15,0 4-7 0,3 2-19 16,-3 2 9-16,0 4-4 0,2-3 1 0,1 1-18 15,-4 3-8-15,4-2 5 0,-3 2-9 0,3-3 65 16,0 3-22-16,-3-2-1 0,2-3-4 16,-2 4-13-16,0-4-11 0,0 0-5 0,-1 0 11 15,1-2-13-15,-4-2-3 0,3 2-8 0,-3-5-2 16,4 3 0-16,-4-4 0 0,1-1-18 0,-2-1-36 16,-2-4-15-16,4 0-33 0,-5 0-49 0,1-6-52 15,0 0-70-15,-1 0-163 0,1-4-421 0,3 0 91 16,-3-1 39-16,3-2 77 0,0 1 72 15</inkml:trace>
  <inkml:trace contextRef="#ctx0" brushRef="#br0" timeOffset="29847.8">5214 11376 875 0,'12'-1'325'0,"-9"-5"-43"0,-3 6-26 0,7-5-26 16,-1-2-25-16,-3 0-13 0,0 0-29 0,2-3-14 15,-2-1-11-15,-3-3-23 0,3 0-28 16,-3 1 3-16,-3-3 2 0,3-2-18 0,-3 1 6 16,-1 1-16-16,0 0-62 0,1 1 16 0,-1 5 10 15,1-2-5-15,0 2 0 0,-3 2-10 0,2 5 5 16,-4 2 8-16,8 1-1 0,0 0 11 15,-20 5-13-15,13 2-13 0,-3 6 16 0,3-1 2 16,1 2-7-16,-2 2 4 0,2 0-7 0,3 1 15 16,2-1-7-16,-2-3 2 0,6 3-10 15,-3 1 5-15,1-2-7 0,5-1 1 0,-3-1-6 16,5-1 17-16,-1-1-3 0,3-1-14 0,1-4 14 16,2 1-17-16,0-3 10 0,1-4-8 15,2 1-10-15,-2-2 5 0,3 1-2 0,1-7-1 16,-1 1 11-16,-4-5-10 0,5 0 9 0,-5-4-9 15,1-2-6-15,0 0-9 0,-7-1 4 0,2-4 16 16,-1 4-11-16,-4 0 1 0,2 1-4 16,-6 2-4-16,3 0 18 0,0 4 0 0,-3 0-26 15,1 2-5-15,-1 2 2 0,0 2 11 0,0 5-3 16,0-7 3-16,0 7-3 0,0 0 8 0,0 0 2 16,0 0 3-16,6 25-2 0,-1-14-6 15,1 1-2-15,-2 5 10 0,5 0-8 0,-2-1 6 16,0 5-1-16,0-1 3 0,3-2 10 0,-6-3 6 15,6 3-4-15,-3 0-1 0,-4-3-1 16,1 2 13-16,2-2-5 0,-3-5-5 0,-3 5 12 16,0-5 14-16,0 3 22 0,0-2-15 0,-3-3-15 15,-3 2 12-15,2-2-17 0,-5-1 7 16,1 1 3-16,1-2-5 0,-3-2-11 0,3 1-20 16,-6-3 5-16,5-1-5 0,2 1-40 0,6-2-30 15,-21-3-45-15,14 3-3 0,-2-7-61 0,1 3-97 16,1-2-200-16,4-2-295 0,0 0 47 0,3 1 107 15,0-5 64-15</inkml:trace>
  <inkml:trace contextRef="#ctx0" brushRef="#br0" timeOffset="30666.37">5851 10730 929 0,'0'0'238'0,"0"0"-21"16,3 17-20-16,-3-13-10 0,0 6-5 0,3 4-21 16,-3-3-10-16,0 4 46 0,4 2 0 15,-1 5-12-15,-3-1-19 0,7 2-15 0,-3 4-18 16,-1 2 5-16,1 0-10 0,2 3-17 15,0 1-1-15,2 1-11 0,-1 3-4 0,-4-3-18 0,4 0 13 16,-1 0-19-16,2 0-4 0,-1 0 2 16,2-1 8-16,-2 2-11 0,4-2 3 0,-5 0-12 15,1 4-6-15,-3 0 13 0,7 6-31 0,-2-1 8 16,-5-9-5-16,3 2-8 0,0 1 13 16,-3 0 31-16,5 12-37 0,1-3-1 0,-2-5 12 15,-5-1-21-15,3 7 6 0,1 4-5 0,0-10-6 16,-4-4 8-16,1 3-20 0,3-4 18 15,0 15 9-15,-4-10-24 0,1 10-11 0,2 0 48 16,-2-8-7-16,-1-2-25 0,1 13 7 0,-4 1-8 16,6-4 3-16,-5-7-10 0,2-4 2 0,0 0 18 15,0 11-13-15,-2 1-4 0,6 2-4 0,-7-10-9 16,3-4 12-16,0 14-13 0,1-2 19 0,-1-8-6 16,-2 10-25-16,5 0-6 0,-6-10-9 15,6 8 19-15,-6-4-4 0,1 3 23 0,3-5 27 16,-1-6-42-16,-3 12 20 0,3-3 12 0,-2 4-17 15,2 0 2-15,0 1-102 0,0-1 30 16,0-9 32-16,1 13-29 0,-1-4 10 0,0 2 29 16,2 1-16-16,-5 1-18 0,3-4-10 0,1 5 57 15,2-4 19-15,1 1-4 0,0-1 23 16,-3-3-24-16,2 6-17 0,1-6 8 0,-4 1-11 16,1 0 26-16,3-1-26 0,0 0 10 0,-1 6 8 15,-2-4-2-15,2-2-1 0,2 0 19 0,-2 0-21 16,1 2 10-16,3-4-46 0,-6 2 31 15,3 0 15-15,0-1-10 0,-1 1 24 0,1-10-24 16,-1 9 23-16,5 5-41 0,-4-4-16 0,0 0 42 16,3 0 41-16,0 0-8 0,-3-1-29 0,-1-8 24 15,3 4-43-15,0-5-11 0,-2-5 25 16,4 12 1-16,-2 0-3 0,-1-9-28 0,1-4 41 16,-1 0 13-16,2 0-47 0,-1 10 52 0,3-8-10 15,-3-5-21-15,1-1-5 0,-2 0 2 0,2 1 37 16,-4-1-34-16,4-1 0 0,-2-2 23 0,-4-4-2 15,2-2-8-15,0 3-16 0,-2-5-14 16,0 0-1-16,0 0-31 0,-1-4-33 0,0-1 3 16,-3-3 13-16,0 0-16 0,0-2-36 0,0-2-61 15,0-2-77-15,0-5-199 0,0 0-397 16,-6-16 28-16,2-1 110 0,0-9 51 0,0-11 66 16</inkml:trace>
  <inkml:trace contextRef="#ctx0" brushRef="#br0" timeOffset="31696.86">6172 10986 524 0,'0'0'256'16,"4"-5"-25"-16,-4 5-22 0,3-5-19 15,-3 5-1-15,0 0-7 0,10 10 10 0,-4-3-41 16,1 7-5-16,4-2-8 0,-4 10-15 0,3-2-8 15,1 2-5-15,2 3-12 0,-3 6-6 0,1-4-13 16,-4 0-10-16,3-1-5 0,0-1-13 0,-3-1-7 16,-1-1 17-16,1 0-12 0,-3-6 5 15,3 0-18-15,-4-1 4 0,1-4-11 0,-1 2 6 16,3-4-1-16,-5-2-1 0,2 0-15 0,0-5-3 16,-3 1 11-16,0-4-6 0,0 0-7 15,0 0 5-15,-10-15-10 0,4 5-1 0,-1-5 1 16,-4-7 2-16,1-5-7 0,0-1 10 0,-7-13-3 15,7 2-2-15,-5-3-70 0,6 8-2 16,2 2 13-16,1 3 10 0,1 1 0 0,2 1 3 16,0 2 20-16,3 6 2 0,0-3-1 0,3 4 4 15,0-1 0-15,1 3 5 0,3 0-5 0,-3 0 16 16,5 1-6-16,-2 5 6 0,4 1 0 0,-2 3 2 16,1-3-16-16,2 8 1 0,-2 0 0 15,2 1 13-15,-1 2-3 0,0 4-6 0,3 1-6 16,-5 2 17-16,-1 3-10 0,2 1 20 15,-3-1-5-15,-4 3 0 0,0 3 19 0,-3-1-9 16,0-2 18-16,0 3-20 0,-6 3 11 0,2-3-14 16,1-2 3-16,-5 1-3 0,2 0 3 15,-1-2 5-15,1-2-31 0,-2 0-12 0,1-1-21 16,1-4-5-16,-1-1-28 0,1 0-108 0,1-4-156 16,-1-3-404-16,6 0 74 0,-7 0 38 0,7 0 87 15</inkml:trace>
  <inkml:trace contextRef="#ctx0" brushRef="#br0" timeOffset="32746.22">6558 11205 660 0,'7'13'230'0,"-4"-5"-17"0,1 2-14 15,3 1-12-15,-7-3-18 0,3-2-2 0,-3 1-101 16,1 0 6-16,2-2 33 0,-3-2-28 0,0 4 51 15,0-7 40-15,3 7-6 0,-3-7-14 16,0 0-7-16,0 0-31 0,0 0-8 0,0 0-2 16,0 0-5-16,-10-17-5 0,3 5-14 15,6 0-9-15,-2-1-3 0,0-4-8 0,3-1-2 16,0 3 5-16,0-5-87 0,0 4-1 0,3 0-6 16,0 0 6-16,2 0 4 0,-2 4-1 0,4 1 1 15,-1 0-1-15,1 2-2 0,-1 1 13 0,5 1 4 16,-1 0-1-16,0 6-1 0,1-6 10 15,2 4-10-15,-1 2 8 0,1 0-10 0,1-4 17 16,2 5-7-16,-6-2 8 0,5 0-8 0,-2-2 2 16,1 4 3-16,-1-4 18 0,1-2-23 15,-4 4-5-15,0-3 0 0,1 1 7 0,-1 0-10 16,0-3 11-16,-2 1-1 0,-2 0-2 0,-2-2 0 16,2 0 2-16,-6 1 1 0,3-1-14 15,-3 4 9-15,0-3-4 0,0 1-1 0,0 6 12 16,-3-8-8-16,3 8 5 0,-3-3 3 0,3 3-5 15,0 0 5-15,0 0-5 0,-21 11-3 16,14-3 1-16,1 5 4 0,2-2 8 0,-3 6-5 16,1-2 0-16,5 1 8 0,-2 0 5 0,3 1-11 15,0 0 6-15,3-1-8 0,0 1 3 0,5-5 7 16,2 5-5-16,0-4 23 0,5-1-25 0,1 1 7 16,5-4-5-16,3-5-5 0,-1 3-2 15,1-3 2-15,0-3 2 0,4-2-10 0,3-3-2 16,-1 1-5-16,1-2 17 0,0-5-17 0,0 2-11 15,-4-2-4-15,0-4 7 0,-7 4 23 16,1-5-28-16,-7-2-1 0,3 1-4 0,-7 3 7 16,1-2 11-16,-5 1-5 0,1-1 12 0,-4 5 13 15,-3 0-10-15,0 1 0 0,0 2 7 0,-3 0 1 16,0 3-6-16,-4-1 14 0,0 4-4 0,7 1 4 16,-21 3 14-16,12 2-20 0,-5 1-7 15,1 2-6-15,1-2 8 0,2 5-3 0,-3 0 6 16,3-1 7-16,2 2-23 0,2 1 13 0,-1-5 16 15,3 2-19-15,1 1 14 0,0-1-22 16,2-2 9-16,2-4-1 0,2 3-2 0,4-1 10 16,-3-4-7-16,2 3-6 0,1-4-2 15,3-2-8-15,1-4-18 0,2 4 18 0,1-6 3 16,-1 0-3-16,2-3-5 0,-5 1 2 0,3-5 8 16,-2-3-2-16,-1 3 5 0,0-7 0 0,-2 3-3 15,-2-5-5-15,0-1 5 0,-5-1-5 0,2-1-2 16,-3 1 4-16,0-2 19 0,0 0-6 15,-3 2 14-15,3 4 24 0,-1 0 4 16,1 0 12-16,0 6-5 0,-3 3-18 0,3-1-2 0,-3 3 5 16,3 6-3-16,-3 0 0 0,3 4 8 15,0 0-18-15,0 0 12 0,-4 25-2 0,0-13 1 16,4 1-6-16,0 3-16 0,4 6 16 0,-4-2-7 16,3 1-3-16,4 1-1 0,-4 2-1 15,4 1 1-15,0-3-9 0,4-1 2 0,-1 1 8 16,4-4 0-16,-4 3-6 0,3-3 6 0,4-3-10 15,-3-2 4-15,0-5-4 0,2-1-16 0,-1 0-7 16,-2-4 9-16,4-3-30 0,-6-2 3 16,6-5-18-16,-4 3 12 0,-3-7 8 0,1 0 16 15,-1 0-16-15,-3-3 8 0,3 3 5 0,-6 0 18 16,2 1 2-16,-2 2-7 0,2 1 15 0,-5 3-10 16,2 3 2-16,-3 1 11 0,0 0 10 15,0 0 0-15,10 12-18 0,-6-5 8 0,-4 1-6 16,0 3 8-16,3 3-4 0,0-3 6 0,-3 3-7 15,4-3-28-15,-4 3-25 0,3-3-62 16,0 2-131-16,2-2-427 0,-2-3 2 0,0-1 50 16,-2-1 42-16</inkml:trace>
  <inkml:trace contextRef="#ctx0" brushRef="#br0" timeOffset="33329.58">7894 10851 967 0,'-6'5'251'15,"-1"0"-21"-15,0 2-25 0,0 1 59 0,0 5-39 16,-2-1-18-16,2 2-12 0,0 1-29 0,3-2-15 16,-2 3-5-16,5 1-5 0,-2-2-23 15,3 0-1-15,0-3-22 0,0 3 0 0,4 0-21 16,2 1 5-16,1-4-4 0,3-2-6 0,0 1-3 15,4-2-12-15,0-1-13 0,3-4-5 0,0-3-16 16,4 3-27-16,-5-4-14 0,5-4-27 16,0 3-11-16,-4-3-51 0,4-5-34 0,-1-3-30 15,0-1-38-15,-5-2-57 0,1-3-220 0,-2-3 26 16,-1-4 66-16,-2 4 149 0,-4-8 79 16,-1 0 48-16,-2 1 42 0,2 2 74 0,-2 1 28 15,0 0 46-15,-4 6 39 0,3 0 40 0,-2 3 26 16,1 1-23-16,-1 0-30 0,2 7-6 15,-3 0-8-15,0 1-4 0,0 7 7 0,0-3-3 16,0 3 6-16,0 0-6 0,0 0-17 0,3 23-3 16,0-11-18-16,-2 0 33 0,2 1-50 0,0 2 14 15,1 3-4-15,3-1 50 0,-4 1-4 16,1 4-19-16,3 0-32 0,-1-1-24 0,1 0-38 16,0 0-64-16,-3-6-67 0,2 3-187 15,-3-3-421-15,1 0 37 0,-1-5 77 0,-3-1 80 16</inkml:trace>
  <inkml:trace contextRef="#ctx0" brushRef="#br0" timeOffset="34096.53">8096 10955 847 0,'-2'-6'299'0,"2"6"-30"16,6-8-21-16,0 3-28 0,1 2-10 0,4 0-18 15,2-1-36-15,1 0-2 0,3 0-29 0,1-3-12 16,2 4 2-16,7-4-15 0,-3 3-13 15,3-2 0-15,-5-2-8 0,5 1-12 0,-1 0 0 16,-2 3-14-16,0-3 1 0,1 0-8 0,-8-1 3 16,3 5-8-16,-6-4 5 0,3 0 0 0,-4-1-3 15,-2 4 14-15,-4-3-14 0,2 1 8 0,-1-2-71 16,-1 4-6-16,-4-2 11 0,0 3-18 16,-3 3 12-16,1-5 1 0,-1 5-6 0,0 0 19 15,0 0 9-15,0 0-10 0,-18 8 3 0,11-1 5 16,-2 2-5-16,5-1 21 0,-3 3-22 15,0 3 78-15,3-3-8 0,1 4-10 0,3 1-16 16,-3-1 3-16,6-3 0 0,0 5-5 0,4-3 2 16,1-2-2-16,2 3-13 0,0 0 3 15,4-6-6-15,2 1 11 0,2-2-3 0,3 0-7 16,-2 1 4-16,2-8-12 0,0 4 13 0,2-5-19 16,-1-2-4-16,2-1-1 0,3 0 14 0,0-5-14 15,-4 1-2-15,2-3 3 0,-1-1-8 0,-3-1 0 16,-2-5 5-16,-4 2 2 0,-2-2-4 15,1 3 2-15,-4 0 5 0,-6-1 18 0,2 4-3 16,-3-3-9-16,-2 6 4 0,-2 1-7 0,-2 2 2 16,0 0 13-16,-7-2 0 0,-1 6-23 15,-2 1 2-15,0 1 9 0,1 5-6 0,-4-1 13 16,-1-1 5-16,3 5-16 0,0-1-7 0,1-1 16 16,-1 3-6-16,4 2 0 0,0-2 3 15,6 0 2-15,-3-2-7 0,3 2-3 0,-2-2 0 16,6-1-5-16,0 3 5 0,0-4-17 0,3-4 9 15,0 4 1-15,1-5-1 0,4 2 8 0,1-3-25 16,-2 0 9-16,0-3-7 0,7 1 11 16,-4-3-9-16,0-3-1 0,4-2-12 0,-4 1 11 15,1-6-20-15,2-1-8 0,-6-1 5 0,3-2-2 16,-3-5 7-16,-4 0-10 0,-2-2 15 0,-1-1 5 16,0-3-10-16,-1 1 11 0,-2-3 10 0,0 3-3 15,-1 2 33-15,-3 2 16 0,4 9 7 16,2-2-17-16,-5 1 17 0,3 3-18 0,0 4 9 15,2 2-6-15,-2 6-3 0,-4 0 1 0,7 2-4 16,0 0 7-16,-7 12-9 0,3-2 13 16,4 4 0-16,0 2-15 0,0 1 23 0,1 0-16 15,2 8 11-15,3-2-5 0,2-3-11 0,-2 5-5 16,4 0 11-16,1 4-1 0,3-4-4 0,-1 0-9 16,4 2-32-16,-3-2-45 0,3-1-32 15,-3-4-64-15,0 1-267 0,2-3-424 0,-2-3 78 16,0-2 53-16,-3-5 91 0,-1-1 61 15</inkml:trace>
  <inkml:trace contextRef="#ctx0" brushRef="#br0" timeOffset="34796.51">9358 10726 709 0,'4'5'304'0,"5"0"-12"0,-1 2-57 0,-1 1-17 15,2 5-16-15,2-5-17 0,-1 2-14 0,3 1-20 16,-2-3-13-16,0 6-15 0,5-4-8 0,-2-2-23 16,-4 2-10-16,4-2-13 0,-1-1 1 0,-2 0-14 15,3-4-5-15,-5 1-10 0,1-1-3 16,-2-2-4-16,-1-1-1 0,-7 0-7 0,13-8 4 15,-6 1-4-15,-3 1-16 0,-1-6 16 16,0 1-11-16,-3-3 0 0,1 2-4 0,-1-1 9 16,3-4 16-16,-3 6-10 0,3-3-3 0,-3 1 18 15,0 1-11-15,0 2-4 0,3 0 2 16,-2-2-7-16,6 2-1 0,-4 2 1 0,4 0-9 16,0 1-1-16,3 2-6 0,4-2 5 0,-1 1 10 15,4-1-12-15,-3 3 10 0,4-2-13 16,2 2 5-16,-3 0 3 0,0-1 0 0,0 0 2 15,0-2-10-15,-4 7 6 0,2-4-11 0,-2 0 10 16,-3 1 3-16,1-1-13 0,-4 1 5 0,2 3-8 16,-9 0 16-16,11-1-18 0,-11 1 18 0,4 6-6 15,-4-6 6-15,-7 13 8 0,3-6-14 0,-6 4-2 16,3 3 3-16,-4 0 8 0,-2 0-1 16,3 1-2-16,-4 2-6 0,7-2-2 0,0 1 8 15,1-2 0-15,-1-1-3 0,3 4 1 16,1-4-6-16,3-1-13 0,0 0 0 0,0-1-12 15,3-2 4-15,0-1 6 0,2 0-13 0,-2-2 16 16,4-2-24-16,2 1-8 0,-2-4 1 0,1 0-6 16,-8-1 6-16,16-3-3 0,-9-2-5 0,4-2 5 15,-5-3-5-15,1 1 13 0,4-6 7 16,-5 3-7-16,1-2 7 0,0 0 31 0,-1 2 1 16,-1-1 9-16,-2 5 16 0,1-2 7 0,-1 3-7 15,0 3-16-15,0-2 3 0,0 4 13 16,-3 2-8-16,0 0 7 0,0 0-9 0,0 0 12 15,7 11-7-15,-4-5-3 0,-1 0 0 0,1 0-10 16,0 2-1-16,0-1 4 0,1 1-1 16,-1 1-5-16,4-1-25 0,-4-1-13 0,4 1-41 15,0 0-23-15,0-6-24 0,0 5-101 0,3-6-193 16,-6 4-368-16,5-4 87 0,1-1 33 16,-10 0 77-16</inkml:trace>
  <inkml:trace contextRef="#ctx0" brushRef="#br0" timeOffset="35446.44">10152 10357 831 0,'0'11'269'0,"3"2"-23"0,-3 0 5 15,0 8-21-15,3-3-25 0,0 2-11 0,-2 3-22 16,5 2-6-16,-3 0-33 0,4-2-5 0,0 0 5 15,-3-2-10-15,3 2-13 0,2-5-7 0,-1 4-3 16,2-3-8-16,-3-3-23 0,2-2-3 16,2-1-14-16,-1 0-6 0,0-3-5 0,1-2-3 15,-1-2-17-15,4-3-24 0,-4-2-10 16,0-1-12-16,-2-1-6 0,2-1-8 0,-1-4 4 16,1-4-1-16,-5-4 0 0,2 1 0 0,-1-6 0 15,-3 1 11-15,1 0-3 0,-1 0 35 16,0 0 3-16,-3 2 3 0,4 1 31 0,-4 0-1 15,0 7-12-15,1-2-11 0,-1 3 4 0,0 6 9 16,0 1 5-16,0 0 11 0,0 0 10 0,0 0-13 16,-8 15-10-16,8-8 7 0,-3 3 3 15,3 1-20-15,0 1 15 0,0 1-13 0,0-1-2 16,0 1-14-16,3 0-1 0,0-1 6 0,1 0 1 16,0 1 0-16,-1-5 3 0,4 4-16 0,-1-3 3 15,-2 0 2-15,4-2 0 0,1-1 0 16,1 1-10-16,-3-3-23 0,7-1 8 0,-4-3-6 15,4 0-2-15,-1-1 0 0,-3-5 5 0,4 4-2 16,-3-4-8-16,3-5 10 0,-1-2-8 16,-3 2 1-16,1-4-1 0,-1-3 8 0,0 0 8 15,-3 4-8-15,0-3 21 0,-1 2 2 0,-2 1 18 16,2 0 2-16,-4 3 11 0,4 0-13 16,-3 1 8-16,-3 2-3 0,4-2-2 0,-4 3-11 15,3 0 3-15,-3 4-8 0,3-2 16 0,-3 5-8 16,0-5-6-16,0 5-4 0,0 0 2 0,0 0-7 15,0 0 10-15,0 0 0 0,-6 20-6 0,3-12 9 16,2 2-14-16,1 3 16 0,0-2 8 16,0 3-16-16,0-3-5 0,0 3 10 0,0-2-2 15,1 2 5-15,-1 2-26 0,3-4 1 0,-3 3-24 16,3-1-51-16,0-3-38 0,0 3-85 16,-3-3-138-16,4-1-489 0,-1 1 103 0,2-2 40 15,-2-4 57-15,0 2 84 0</inkml:trace>
  <inkml:trace contextRef="#ctx0" brushRef="#br0" timeOffset="36096.44">10862 10699 1062 0,'7'-6'343'0,"0"-1"-26"0,2 3-40 15,-1-2-21-15,-1-2-16 0,0 3-17 0,2-2-26 16,-1-2-15-16,-2 0-21 0,-2-3-10 0,2 4-18 16,-2-3-13-16,-1-2 8 0,-3 2-43 15,4 3 7-15,-4-1 10 0,0 1-7 0,0 1-21 16,0 0-5-16,-4 4-15 0,4 3 10 0,-10-5-20 16,10 5-11-16,-13 5 28 0,5 1-7 15,-2 2 0-15,0 0-34 0,0 4 11 0,3-3-8 16,0 7-95-16,1-3 32 0,2 0-9 0,1 1 31 15,3-3 5-15,-4 4-30 0,8-1 20 16,-1-1 82-16,-2-1-21 0,5 1 8 0,1-1-5 16,2-1 13-16,2-1-26 0,-1-2 15 0,5 1-4 15,-2-2 9-15,4-6-2 0,-6 4-12 0,5-5-9 16,1 0 9-16,1-1-14 0,-1-3-7 16,3-3 5-16,-3 2-5 0,0-4 5 0,0-3-8 15,0-5 5-15,-3-1-12 0,-3 1 2 0,2-6 2 16,1-4-1-16,-7 4-1 0,0 2-8 0,-1 4 3 15,1-2-2-15,-6 2 7 0,2 4-3 0,0 0-4 16,0 3-1-16,-2 2-5 0,-1 1-4 16,0 2 12-16,0 5 0 0,0 0-3 0,0 0 6 15,0 0-6-15,0 0 13 0,0 25 3 16,3-13-13-16,-3 1 3 0,3 4-3 0,0 2-13 16,-3 0 3-16,4-1-62 0,-1 5 39 0,-3-1-18 15,4 2 12-15,-4-4 3 0,0-1-2 0,1 3 7 16,-1-5-2-16,0 0 20 0,-1 1 69 15,-3-3 52-15,1-4-67 0,3 2 54 0,-7-1-57 16,0-1 21-16,1-2 23 0,-2-4-31 0,-2 2 16 16,0-2-32-16,-1-3 19 0,1 1-10 0,-3 0-9 15,2-1 1-15,-2-2-5 0,3 0 20 0,-1-1-15 16,-2 0-10-16,-1-4-3 0,4 4-36 0,-3-1-18 16,-1-3-56-16,3 4-56 0,-3-5-3 15,-2 5-100-15,1-6-622 0,-1 4-53 0,-5 0 138 16,1-1 43-16,-1 0 113 0,-6 0 53 0,-1-3 50 15</inkml:trace>
  <inkml:trace contextRef="#ctx0" brushRef="#br0" timeOffset="38029.69">1157 12283 668 0,'0'0'279'0,"0"0"-31"15,3-7-8-15,-3 7-37 0,7 0-6 16,-7 0-8-16,11 0-30 0,-1-1-75 0,-3-1-4 16,3 2-16-16,4-1 2 0,-1 1-4 15,1-1 4-15,3-4-12 0,3 5 77 0,-2-2-6 16,5-3-20-16,5 2-8 0,-1-2 0 0,1 1-22 15,9-3-11-15,-2 0 0 0,5 0 5 0,-2-1-8 16,16-2-17-16,-9 3-1 0,11-3-2 16,-10 3 3-16,-5 3-16 0,1-4 10 15,-2 2-10-15,-2-1-2 0,1 4-5 0,-2-3-9 16,0-1 9-16,-2 4 2 0,-1-4 0 0,-1 4-10 16,1-4-3-16,2 0 3 0,1 0 5 0,-3 3-13 15,3-3 15-15,-2 0 6 0,6-1 5 0,-3 1-14 16,19-3 12-16,-2 2-11 0,3 0 5 15,-3-1-13-15,0 1 18 0,-8 1-13 0,-6-1-7 16,0 4 0-16,-3-2 17 0,3-1-4 16,-6 3 9-16,2-2-14 0,0 1 9 0,0 2-4 15,2-4-6-15,-2 3 3 0,1-2-5 0,-1 1 0 16,2 0-3-16,1 0 10 0,1-3 19 0,-3 1-16 16,17-3-8-16,2 2-7 0,-2-1 28 0,-11 5 0 15,-2-3-3-15,15-1 8 0,-11 1-23 16,-3 0 23-16,-1 4-18 0,-2-4-85 0,1 2 14 15,-2 2 7-15,1-4 0 0,-2 2-3 0,2 0 16 16,2 0 10-16,-4 2-2 0,2-4-11 16,2 2 5-16,-1-1 19 0,2 0-6 0,16-2-13 15,-11 4 67-15,10-3 5 0,-3 0 6 0,-8 0-1 16,-6 2-13-16,15-2 16 0,-5 1-16 16,7-1-4-16,-11-1-6 0,-5 6 15 0,-1-5-15 15,3 4 6-15,11-5-14 0,-4 3 6 0,-10 2 4 16,4-4-14-16,13 4-3 0,-11-2-3 0,-5 1 3 15,3 1 5-15,-1-1-13 0,13-4 15 16,-8 3-12-16,-8 1 0 0,3 0 4 0,11-5 16 16,-4 6-33-16,4-3 21 0,6-1 14 0,-13 3-24 15,10-4 11-15,0 3-11 0,-10 0-12 0,-4 2 27 16,15-7-24-16,-11 8 19 0,-4-3-14 16,0 2 9-16,-2 1-4 0,2-1-9 0,14-6 2 15,-10 8 30-15,-7-6 4 0,0 6-4 0,1-3-25 16,16-2-7-16,-11 0-3 0,-2 5 2 15,-1-6-7-15,-3 4 5 0,3 1 10 0,0-3 3 16,1 3-1-16,-1-4 9 0,18 4-19 0,-11-3 13 16,-7 2 6-16,-1-2-11 0,1 5 5 0,0-3 0 15,0-3-2-15,0 5 2 0,1-6 8 16,10 6 8-16,-4-3-8 0,-6 1-3 0,-1 1-17 0,4 1 12 16,10-6-5-16,-7 7-5 0,-6-3 2 15,-1-1 4-15,0 4 9 0,1-3-13 0,-4 1 1 16,4-1-3-16,-4 3 3 0,2-3-3 0,2-3 2 15,-4 5 6-15,4-1-13 0,-1-3 7 16,-3 5-9-16,4-3 19 0,-4 1-24 0,3-1 19 16,-3 0-14-16,0-3 1 0,1 5 22 0,1-1-14 15,-2-3-2-15,1 4-7 0,-2-2-4 16,1-1 11-16,1 4 8 0,-1-2-21 0,-1 1 26 16,2-3-5-16,-4 2 2 0,5 1-2 0,-1-1-8 15,-1 1-8-15,4-3 8 0,-4 4 3 16,2 0 15-16,3 0-8 0,-2-1-10 0,4 1 13 15,-1 0 4-15,14-2-4 0,-6 2-8 0,-11-1 1 16,19-2 14-16,-9 3-7 0,-9-1-3 0,-1 1 5 16,4 0 1-16,-4 0-14 0,1 0 11 0,-1 0-3 15,-3 0-5-15,4 0 3 0,-4 0-13 0,1 0 8 16,1 0 4-16,-2 0-4 0,4 0 10 16,-1 0-11-16,-2 0 3 0,-1-2-10 0,3 1 13 15,0 0 2-15,-3 1 16 0,3-3-8 16,-2 3 5-16,-2-2-21 0,1 1-15 0,1 1 13 15,-2-1-2-15,-8-1-6 0,1 2 11 0,1-4 7 16,0 4-10-16,-2 0 20 0,3 0-14 0,-2 0 1 16,1 0 24-16,-2 0-11 0,1 0 3 0,1 0-28 15,0 0-7-15,-3 0 47 0,3 0-42 16,0 0 27-16,0 0 1 0,-3 4-42 0,4-2 24 16,-1-1 20-16,-3 0-18 0,0 1-5 0,0 2-5 15,-1-1 7-15,-2-3 3 0,-1 4-7 0,0-1 15 16,-3-2-11-16,-3 3-2 0,-1-1 3 15,1-3 2-15,-1 3 0 0,-6 0-7 0,3-1-4 16,-4 1-42-16,-2 0-85 0,-1 0-3 0,0-2-66 16,-3 3-154-16,-3-3-609 0,-4-1 61 15,0 0 111-15,0 0 76 0,-35-13 80 0,9 4 48 16,-20-7 82-16</inkml:trace>
  <inkml:trace contextRef="#ctx0" brushRef="#br0" timeOffset="49744.34">2692 12468 1174 0,'0'0'346'0,"0"0"-31"15,0 0-26-15,0 0-28 0,0 0-30 0,0 15-27 16,4-7-7-16,-1-1-25 0,0 1-16 0,1 0-15 16,2 0-16-16,-2-3 1 0,2 2-29 0,2 0 5 15,-1 2-10-15,2-3-15 0,-2 0 0 16,4-2-10-16,-1-4-9 0,0 5 12 0,1-5-17 16,2-5-4-16,1 5-11 0,-1-7 14 0,0 0-12 15,2 1 12-15,-2-6-11 0,1 3 5 0,-4-2-13 16,1-3-5-16,-4 1-15 0,0-1 5 0,2-1 13 15,-6 3-19-15,2-1-4 0,-1 6 7 16,2-3 1-16,-3 2 4 0,-3 0-10 0,3-1-2 16,-2 7 5-16,2-4-16 0,0 6 11 15,-3 0 7-15,0 0-12 0,0 0 2 0,8 8 10 16,-2 1-17-16,-3-1 12 0,1 5 0 0,2 3-12 16,1-1 7-16,1 5 3 0,1-1-11 15,-2 6 11-15,3-2-18 0,-2 0 17 0,-2-1 3 16,1 2 3-16,-1 1 0 0,2-3-10 0,-4-1-1 15,2-4-4-15,-6 5 12 0,3-6-2 0,-3 1 9 16,1-6 35-16,-2 5-19 0,-1-4 5 0,1 1 42 16,-2-5-42-16,-4 2-5 0,-3 2 34 15,2-8-1-15,-5 5-27 0,3-4-19 0,-1-2 47 16,-3 2-47-16,1-3 19 0,0-1 2 0,-4 4-18 16,4-4-10-16,1-1-13 0,2 1-16 0,0-1-20 15,0 0-25-15,3-1-42 0,0 0-30 16,1-1-51-16,6 2-54 0,-3-4-123 0,3 4-340 15,10-7-139-15,-1 3 54 0,5-2 93 0,-3-2 66 16,6 1 51-16</inkml:trace>
  <inkml:trace contextRef="#ctx0" brushRef="#br0" timeOffset="50028.36">3321 12597 1151 0,'3'-6'346'0,"-3"6"-18"16,0 0-16-16,7-1-36 0,-7 1-15 0,0 0 18 15,3 15-25-15,-2-5-39 0,2 1-3 16,1 4-30-16,-1 8-13 0,1-4-8 0,2 6-10 16,0-2-23-16,1 2 13 0,-2 0-44 0,1 0-23 15,4 2 31-15,-3-4-10 0,-1-2 8 16,2 3-4-16,-1-3-22 0,2-2-5 0,-2 5-11 16,1-6 6-16,-5-4-19 0,3 1-9 0,1-1-11 15,-4-3 23-15,1-2-12 0,-4-3-27 0,4 0 11 16,-1 2 3-16,-2-2 0 0,2-2-16 15,-3-4-18-15,3 4-51 0,-3-4-5 0,0 0-51 16,0 0-33-16,0 0-62 0,0 0-238 0,-10-14-469 16,6 12 50-16,1-4 106 0,0-1 81 0,2-1 63 15,-2-1 59-15</inkml:trace>
  <inkml:trace contextRef="#ctx0" brushRef="#br0" timeOffset="50761.67">3115 13608 975 0,'0'0'353'0,"0"0"-23"0,0 0-41 16,0 0-30-16,0 0-18 0,-9-2-21 0,9 2-16 16,3 10-4-16,-3-1-33 0,3-1-16 0,0 0-80 15,1 2-4-15,-1-3-8 0,5 3 2 0,-2 2-2 16,-2-2-21-16,2-2 8 0,4 2 6 15,-2-2-6-15,2-1-23 0,-3 0 2 0,6-4 1 16,1 3-11-16,0-4-7 0,-1-2-8 0,0 0 0 16,2-2-8-16,1-4-5 0,-1-1 1 15,-2-3 4-15,1 2 8 0,-4-4-15 0,-3-3 15 16,0 0-8-16,0 0 8 0,-4-3 8 0,0 3 2 16,0 5 18-16,-2-5-5 0,2 5 5 15,0 2-7-15,-3-1 4 0,0 1-20 0,1 3 6 16,1 2 1-16,-2 3 9 0,0 0-8 0,0 0 12 15,0 0-20-15,11 16 1 0,-7-6 9 16,2 5 0-16,-2 0 1 0,-1 2 7 0,4 1-3 16,0 5-7-16,0-4 0 0,-3 4 20 0,2-3-15 15,-3 3-3-15,1-6 6 0,0 7 45 0,-1-6 26 16,0-4-10-16,-3 1-28 0,0-3 5 0,0-2 8 16,0-1 9-16,-3 4-7 0,3-5 3 15,-3 0 5-15,-1-2-16 0,0-1-7 0,-2-1-13 16,2 0-15-16,-2-2-6 0,6-2-17 0,-10 3-26 15,10-3-16-15,-8 0-96 0,8 0-37 16,0 0-92-16,-10-5-99 0,7 4-479 0,3 1 13 16,0-7 109-16,0 7 42 0,3-5 64 0,0 3 71 15</inkml:trace>
  <inkml:trace contextRef="#ctx0" brushRef="#br0" timeOffset="51110.74">3625 13828 1018 0,'10'-2'338'0,"0"2"-20"16,1 2-27-16,2 0-30 0,-3-1-104 0,2 2 6 16,1 4-1-16,1 3-42 0,-4-2 41 15,0 5-28-15,0-2 11 0,-3 5-24 0,-3 1-13 16,2 0 4-16,-6-1-27 0,0 1 8 0,0 0-18 16,0 1-2-16,-6-3 2 0,5 3-20 0,-5 1 15 15,2-1-5-15,1-2-28 0,-5-2 7 0,5-1-12 16,3-3 0-16,-3-1-13 0,-1 1 7 15,2-2-7-15,2-1-5 0,0 1 26 0,0-3-9 16,6 0 6-16,-3 0-15 0,8-3 9 0,-1 2-14 16,3-2 9-16,1-2-7 0,6 0 0 15,1-5 0-15,0 4 5 0,3-2 18 16,0-3-10-16,6 0 5 0,-5 3-19 0,2-3-11 0,0 5 1 16,-6-2 9-16,-1-1-21 0,-3 1-6 15,-3 2-42-15,0 1-29 0,-1 1 5 0,-6 2-90 16,0-1-25-16,-6 3-207 0,1 1-461 0,-5 1 123 15,-4 0 20-15,-3 2 93 0,-3 2 53 0</inkml:trace>
  <inkml:trace contextRef="#ctx0" brushRef="#br0" timeOffset="51843.66">3214 14851 1139 0,'0'0'314'0,"0"-6"-42"16,0 6-37-16,0 0-12 0,0 0-29 0,0 0-12 15,0 0-13-15,0 0-23 0,0 0-8 0,11 17-12 16,-7-8-9-16,2 0-17 0,1 2-8 0,-3-1-7 16,6 2-6-16,0-1-15 0,-3-2-5 0,4 5 3 15,-1-3-11-15,0-3 0 0,3 0-18 16,-2 1-5-16,-1-4-2 0,4-2-6 0,-1 2-9 16,-2-4 1-16,2-1-9 0,0-1 7 0,-2-4 0 15,-1 1-7-15,0-3 10 0,-2-3-8 16,1-2 8-16,-2-1-3 0,-3 1-7 0,3-5-1 15,-4 9-4-15,1-3 12 0,-1 1 10 0,0 2-9 16,-2-1 1-16,2 2-24 0,0 2 17 0,0 2-13 16,-3 3 8-16,5-4-3 0,-5 4 9 15,0 0-1-15,13 14-3 0,-10-7-4 0,1 4 7 16,2 3 5-16,2-2-2 0,-5 5-3 0,1-2 5 16,2 2 8-16,-3 4 10 0,0-4-10 0,1 0 15 15,-4 1-10-15,0 0 18 0,0-1-30 16,0 1 19-16,-4-1 14 0,1-2-26 0,0 2 15 15,-1-5 0-15,-2 1-5 0,0-5 11 16,1 5 9-16,-2-8-4 0,1 2 46 0,2 1-44 16,-2-2 15-16,-2-3-20 0,5 4-5 0,-4-6 7 15,1 3 3-15,-1-3-10 0,-3 1 10 0,10-2-15 16,-14 0-8-16,14 0 5 0,-14 0-15 0,14 0-23 16,-16-2-31-16,16 2-8 0,-12 0-30 15,6-1-13-15,6 1-62 0,-13-4-89 0,9 3-215 16,4 1-418-16,-6-2 88 0,6 2 53 0,-4-5 80 15,4 5 64-15</inkml:trace>
  <inkml:trace contextRef="#ctx0" brushRef="#br0" timeOffset="52260.94">3827 14947 1000 0,'6'-6'423'0,"2"2"-37"15,-2 0-53-15,1 2-31 0,-1 1-20 0,2 0-32 16,-8 1-29-16,17 0-24 0,-10 2-31 0,3 0-2 16,0 2-21-16,-3 0-7 0,4 6-31 15,-5-3 0-15,-2 1-5 0,-1 2-3 0,0 1-10 16,-2 1-3-16,-1-2-17 0,-1 4-11 0,-2-3-5 16,0 2-10-16,-1-2-7 0,1 2 12 0,-4-3-13 15,6 0-7-15,-2-2 2 0,0 1 0 16,0-4-23-16,2 2 5 0,-1-1 13 0,2-1-20 15,0-5 5-15,6 9 2 0,0-8 5 0,-1 5 11 16,4-2-8-16,1 1 0 0,1-3-8 16,-1 3 21-16,1-2-11 0,3 2 13 0,-4 0 16 15,3-1-87-15,-2-1 4 0,-1 4-2 16,0-6 8-16,0 6-8 0,-3-1 21 0,0-2 20 16,-1 1 8-16,-5 2-8 0,2-1 0 0,-3 1 16 15,-4 1-3-15,1 2-8 0,-7 1 3 0,0 0-6 16,-4-1 4-16,-6-2-6 0,-1 2-21 15,-3 1-4-15,-3-7-19 0,-7 9-60 0,3-4-58 16,0-1-58-16,-3 1-199 0,3 2-482 0,0 2 108 16,-2-1 48-16,1 3 74 0,2-1 67 0,3-1 75 15</inkml:trace>
  <inkml:trace contextRef="#ctx0" brushRef="#br0" timeOffset="52961.83">3259 16229 1000 0,'0'0'315'0,"0"0"-15"0,0 0-55 0,0 0 1 16,10 19-41-16,-9-9-13 0,5 2-10 0,1-1-13 16,0 4-34-16,-3-1-2 0,2-1-23 15,4-1 0-15,-2 1-12 0,-1 0-11 0,3-1-13 16,0-2 0-16,0-1-5 0,0 1-2 0,1-4-13 16,-1-1-8-16,0-1 0 0,0 0 2 0,0-4-9 15,1-1-3-15,3-4-11 0,-4 0 9 0,0-4-6 16,4-1-10-16,-4-2 0 0,-4-2-3 15,5-2 0-15,-7 0 3 0,2-1-15 0,-2 0 12 16,2 1 0-16,-1 0 1 0,1 4 2 0,-6-1 0 16,3 2-3-16,-2 3-2 0,1 0 2 15,2-1-2-15,-4 5-13 0,3-3 2 0,-3 3-7 16,0 4 18-16,4-4-5 0,-4 4 10 0,0 0-8 16,10 12-10-16,-6-3 5 0,-1 3 8 15,0 1 2-15,4 2 1 0,-4 3-4 0,4 1 4 16,-3 2 7-16,0 2 10 0,2-1-2 0,-2 0-8 15,2 0 10-15,1 0-12 0,0 2-11 0,-3-4 0 16,2 0 3-16,-2-3 5 0,2 0 5 16,-1-2-18-16,1-3 5 0,-3 1 11 0,1-3 4 15,-1-1-22-15,0-2 12 0,-2 2 3 0,2-3-13 16,0 0 5-16,0-2-7 0,-3 1-26 16,4-1-13-16,-4-2-28 0,0-2-28 0,4 3-31 15,-4-3-89-15,0 0-175 0,0 0-440 0,0 0 26 16,4-9 118-16,-2 4 45 0,-2 5 80 15</inkml:trace>
  <inkml:trace contextRef="#ctx0" brushRef="#br0" timeOffset="53244.51">3813 16320 819 0,'1'-5'340'0,"-1"5"-25"0,2-9-39 0,-1 7-9 16,-1 2-32-16,0 0-28 0,0-8-22 15,0 8-34-15,3-5 10 0,-3 5-20 0,0 0-18 16,0-6-13-16,0 6-3 0,0 0-12 16,0 0-21-16,0 0-15 0,0 0 2 0,0-5-35 15,0 5-6-15,0 0-37 0,0 0 11 0,0 0-52 16,0 0 19-16,0 0-61 0,0 0-7 15,-18 8-39-15,15-4-54 0,-3 2-71 0,2 1-131 16,-3 0-281-16,4 1 61 0,-5 2 30 0</inkml:trace>
  <inkml:trace contextRef="#ctx0" brushRef="#br0" timeOffset="53744.7">3642 16538 975 0,'0'0'325'16,"0"0"-26"-16,-7 3-30 0,7-3-18 0,0 8-23 15,0-1-21-15,3 3-12 0,1 0-24 16,-4 1-12-16,3 1-11 0,-3 1-15 0,3 4-2 15,-1-1-24-15,1 0-76 0,-3 0 2 0,3 2 8 16,-3-2-7-16,0 3-11 0,0-1 15 16,0-1-5-16,-3-1-10 0,-2-1-5 0,3-1 13 15,1-1 25-15,-2-5 1 0,-3 3-24 0,2-4-5 16,-2 0 21-16,2-1-6 0,-4-2-4 16,2-4-6-16,6 0 8 0,-21-4-21 0,14-2 19 15,-3 4-14-15,-2-6 42 0,1-2 30 0,3 1 21 16,-1-1-18-16,1-1 15 0,1 1-31 0,1-3-27 15,2 1-4-15,1-3 4 0,0 1-16 0,0-2 7 16,6 0 1-16,-3-3-16 0,4 1-7 16,2-1 10-16,4-4 10 0,-2 4-21 0,2-2-12 15,2 3 5-15,3-3-3 0,-2 2 6 16,4 2 2-16,-3 0-8 0,3 1-10 0,0 0 6 16,0 4-9-16,0-2-9 0,-2 2 1 0,1 0-29 15,-5 5-32-15,2-2-30 0,-3 3-67 0,1 1-18 16,-5 0-51-16,1 1-105 0,-3 4-327 15,3 0-190-15,-7 0 118 0,0 0 46 0,0 0 61 16,0 0 75-16</inkml:trace>
  <inkml:trace contextRef="#ctx0" brushRef="#br0" timeOffset="54176.97">3857 16304 1008 0,'0'0'353'16,"0"0"-53"-16,0 0-8 0,0 0-54 0,12 13-3 16,-6-1-30-16,0 1-13 0,-2 1-10 0,3 6-19 15,3-1-17-15,-3-1-10 0,3 0-34 16,-3 2 8-16,3-4-5 0,0 3-15 0,0-6-13 16,-2 1-11-16,-1 0 3 0,2-3-20 0,-2-1-5 15,1-2-1-15,-1-1 3 0,2-3-15 0,-2 0-6 16,1-2 6-16,2-5-3 0,0-1-23 15,3-6 11-15,-6 0-1 0,3-5-15 0,-2-4 3 16,-2-2-1-16,1 0 11 0,-1-3-5 0,-2 2 2 16,-1 4 0-16,1 3 11 0,-3-2-6 15,1 5 0-15,2 1-7 0,-4 1-18 0,3 2 12 16,-3 2 6-16,1 2-5 0,-1 4-1 0,0 0 24 16,0 0 2-16,0 0-15 0,3 25-6 15,0-12-4-15,0 5 12 0,-2-1 8 0,1 3-15 16,2 1 28-16,3 2-16 0,-6-2-4 0,2 3-24 15,0-5 13-15,1 3 16 0,2-5-16 16,-6 0 5-16,3-2 5 0,-2-4 1 0,2 0 2 16,1 2-13-16,-4-3 0 0,3-2-13 0,-3 0 3 15,0-2-15-15,0-2-126 0,0-4-167 16,0 7-590-16,-3-7 94 0,3 0 90 0,0 0 58 16,0 0 68-16,-11-17 78 0</inkml:trace>
  <inkml:trace contextRef="#ctx0" brushRef="#br0" timeOffset="56247.12">6869 12001 901 0,'0'-5'330'0,"0"5"-28"16,-3-6-28-16,3 6-34 0,0 0-22 15,0-7-29-15,0 7-17 0,0 0-24 0,0 0-15 16,0 0-12-16,0 0-6 0,0 0-18 0,-3 18 3 15,6-8-8-15,-3 1-15 0,3 0-8 16,0-3 5-16,1 6-10 0,2-3-2 0,-1 3-16 16,1-3-3-16,4 0-4 0,0 3-11 0,1-4 2 15,-1 0-4-15,0 1-5 0,4-2 2 16,-4-1 7-16,4-1-2 0,-4-3-5 0,3-2 6 16,-1 1-14-16,0-2 5 0,0-1-12 0,1-1 8 15,-3-3-9-15,1 0 9 0,-2-2-6 16,1-2 0-16,-2 1 8 0,-1-3 2 0,-1 2-9 15,-2-3-1-15,2-2 0 0,-3 1-2 0,2-2 5 16,-5 3 2-16,0-2 5 0,3 2-9 0,-3-1 4 16,0 2-12-16,0 2 9 0,0 4-17 15,3-2 3-15,-3-1-3 0,0 7 2 0,0 0 0 16,0 0 1-16,0 0-8 0,10 15 10 0,-6-5-3 16,2 5 8-16,-1 0-5 0,2 5 0 15,2 0-7-15,-2 0 9 0,1 3-7 0,1-4 10 16,-2 4 3-16,0-2-1 0,0 2-1 0,0-2 17 15,-4-1-5-15,0-2 5 0,1 0-52 0,-4 1-14 16,-3-4 22-16,2 0 14 0,-5 0 4 16,-1 2 6-16,-3-4-3 0,2-1 13 0,-1 1-6 15,-5-3 9-15,1-1-6 0,1-1-15 0,-1-1 38 16,-4-4-2-16,4 3-8 0,2-4-5 16,-3 0 7-16,1 1 9 0,2-2-24 0,-2 0 8 15,3 1-3-15,-1-4-7 0,1 2-6 0,10 0-12 16,-13 0-31-16,13 0-46 0,-14-1-33 0,14 1-62 15,-7-4-74-15,4 2-66 0,3 2-180 16,0 0-281-16,7-8 91 0,-1 5 55 0,2-2 53 16</inkml:trace>
  <inkml:trace contextRef="#ctx0" brushRef="#br0" timeOffset="56460.81">7379 12348 634 0,'3'10'351'0,"-2"-2"-28"16,5 3-24-16,-3 3-35 0,-2-3-24 0,1 3-17 15,2 3-21-15,-1-3-25 0,0 1-6 0,-2 0-22 16,3-1-26-16,-1 3-18 0,0-3-31 0,-2-3-46 16,-1 3-43-16,3-3-80 0,-3-3-128 15,0 1-499-15,3-3 21 0,-3-4 76 0,0-2 67 16</inkml:trace>
  <inkml:trace contextRef="#ctx0" brushRef="#br0" timeOffset="56893.77">6971 11668 698 0,'0'0'246'0,"0"0"-28"0,0 0-16 0,4 23-15 15,0-13-13-15,-4 3-23 0,3-2-8 16,-2 3-10-16,2-2-2 0,0 4-37 0,0 0-1 16,0-3-17-16,1-1 1 0,-4 1-8 0,3-1 6 15,0-4-17-15,-1 2-6 0,-2-2-9 16,3-1 16-16,0 3 5 0,-3-3 8 0,0-4-11 15,0-3-12-15,0 5-6 0,0-5 1 0,0 0 4 16,0 0 1-16,0 0-13 0,0 0 2 16,-8-20-10-16,5 8-2 0,3 3 0 0,-3-5 2 15,0-1-8-15,2-1-2 0,1 0 0 0,-2 0 0 16,2 1-8-16,0 0 13 0,2 5-5 0,-1-5-5 16,2 5-3-16,0-1-2 0,0 0 2 15,5 5-2-15,-4-2-13 0,5 4 5 0,1 1 5 16,-2 2 0-16,5 2-3 0,1 2 4 0,3 1 9 15,4 7-18-15,-4-1-12 0,6 5-18 16,-1 7-39-16,1-1-79 0,-2 1-82 0,6 13-440 16,0-2-34-16,-3 6 42 0,-7-8 69 0,-3-1 45 15</inkml:trace>
  <inkml:trace contextRef="#ctx0" brushRef="#br0" timeOffset="57631.79">7164 13216 1103 0,'0'0'348'16,"0"0"-46"-16,0 0-26 0,0 0-17 0,-5 17-36 0,7-9-21 15,-2 2-18-15,3-2-20 0,0 5-5 16,0-2-21-16,4-1-15 0,-4 2-16 0,4-1-4 15,1 0-1-15,2 1-18 0,-1-3-7 0,2-1 0 16,-1 0-18-16,0-6-5 0,1 5-8 16,-1-5-8-16,3-1-15 0,-2-1 3 0,-1-3-11 15,3-2 11-15,-2 2-21 0,-1-6-5 0,0-1 18 16,-2-3 5-16,1 2-10 0,-2-3-3 16,-4-3-5-16,1 2 8 0,3 3-3 0,-4-1 26 15,-2 3-23-15,2 0-8 0,0 0 13 0,-2 4-6 16,1-1-14-16,-1 5 4 0,-1 2-4 15,0 0 12-15,0 0 3 0,9 10-3 0,-4 0 6 16,-2 4-1-16,0 2 5 0,1 1 1 0,2 6-8 16,-3-3-3-16,1 5 23 0,0 0-15 0,3 2-10 15,-4 2 30-15,0-4-20 0,-2 0 5 0,2-6 31 16,-3 6-57-16,0-7 37 0,-3 4 4 16,2-5-5-16,-2 1-10 0,0-3 13 0,-4 0 2 15,3-3-20-15,-3-4 18 0,1 2-20 16,-1-3-11-16,-4-1 0 0,2-4-23 0,1 3-28 15,-2-4-67-15,3-1-20 0,0-1-46 0,1-2-85 16,-1 1-79-16,0 0-468 0,3-4 28 16,1 4 86-16,3-3 70 0,0 5 56 0</inkml:trace>
  <inkml:trace contextRef="#ctx0" brushRef="#br0" timeOffset="57960.74">7618 13522 1118 0,'10'0'328'0,"0"3"-42"0,-3 0-7 16,4 2-33-16,-4-1-10 0,2 0-21 0,-5 6-34 15,2-2 11-15,-1 1 11 0,-2 4-37 0,0-3-20 16,-3 2-8-16,0 0-2 0,-3-1-13 16,0 2-1-16,-1-2 4 0,0 1-13 0,1 0-19 15,-1-3-7-15,1 4-5 0,-3-3-8 0,2-1 6 16,1-1-19-16,3 0-7 0,-5-2-5 15,2-2-11-15,3 3 13 0,0-7-5 0,-3 8 3 16,3-8-13-16,3 3-8 0,-3-3 8 0,0 0-11 16,12-1 1-16,-12 1-3 0,16-7 3 15,-5 3 7-15,2-3-18 0,0 0-5 0,1-4 3 16,-3 3-18-16,6-5-33 0,-4 2-54 0,-2-3-65 16,-1 2-198-16,0-1-546 0,-4-4 46 0,-6 4 94 15,1-5 78-15,-2-1 76 0,-8 0 62 16</inkml:trace>
  <inkml:trace contextRef="#ctx0" brushRef="#br0" timeOffset="58327.06">7321 12918 734 0,'0'0'292'0,"0"0"-28"0,0 0-37 16,0 0-14-16,0 0-24 0,-4 16-7 16,4-9-31-16,0 2 5 0,0-3-28 0,0 0-13 15,0 0-12-15,0 2-9 0,0-1-14 16,0-1-6-16,0-6 0 0,0 9-5 0,0-6 8 16,0-3-3-16,-4 7-15 0,4-7 0 0,0 0-8 15,0 0 6-15,0 0-9 0,-13-12-2 0,10 5-7 16,-1-2-6-16,1-5 0 0,0 3-2 15,-2-5-5-15,2-1 7 0,0 1-2 0,0 0-16 16,3 2 28-16,0-3-27 0,0 6 7 0,3 0 0 16,-3 0-10-16,6 1 2 0,-1 2-10 15,1 1 0-15,1 4 13 0,0 2-8 0,3 0-4 16,1 3-4-16,1 1 6 0,3 4-1 0,1 0-24 16,-2 1-37-16,3 2-49 0,1 4-68 15,-2 3-234-15,2 0-398 0,-1-1 81 0,-4 1 62 16,1-1 58-16</inkml:trace>
  <inkml:trace contextRef="#ctx0" brushRef="#br0" timeOffset="59159.74">6879 14683 1026 0,'0'0'338'0,"0"0"-13"16,0 0-38-16,0 0-8 0,8 16-52 16,-2-7-14-16,-2-1-6 0,5 2-28 0,2 3-12 15,-1-3-14-15,0 3-14 0,4-2-9 0,0 0-10 16,0 2-20-16,-1-2-15 0,0-3-1 0,2 2-7 15,1-3-3-15,-2 0-15 0,0-2-8 0,0-2-2 16,-1 0 0-16,-2-3-9 0,2-2 1 16,-3 0-7-16,1-4-6 0,-1 2-5 0,-3-2-8 15,-1-3 6-15,-1-1 9 0,1-1-7 0,-6-1-2 16,1-4-18-16,-1 1 20 0,0 4-8 16,0-3 0-16,0 4 21 0,0-1-26 0,0 3 8 15,0-1-10-15,0 3-3 0,2 0-2 16,-2 6 4-16,0 0 4 0,0 0-4 0,0 0-4 15,14 15 2-15,-6-5 10 0,1 5-4 0,-2 1-1 16,-1 3-8-16,5 3 3 0,-4-1 6 16,3 1 7-16,-4 3-3 0,2-1 5 0,-4 0-12 0,-1 0 13 15,3-3 7-15,-5-3 25 0,-1 4-4 16,0-2-36-16,-1-5-5 0,-5 3 17 0,0-1 14 16,-2-2 2-16,1-1 7 0,-3-4 6 15,-4 1-16-15,1-4-7 0,-1 0-8 0,-3-6 3 16,1 4-1-16,1-4-17 0,-3-2-5 0,-1 0-19 15,1-3-2-15,1 0 5 0,0-2-48 0,1-1-57 16,1-1-12-16,2 1-85 0,2 2-77 0,1-4-92 16,4 2-287-16,2 0-150 0,4-1 112 15,0 1 33-15,1-1 67 0,5-1 81 0</inkml:trace>
  <inkml:trace contextRef="#ctx0" brushRef="#br0" timeOffset="59543.82">7433 14849 918 0,'8'-2'333'16,"1"1"-38"-16,-9 1-73 0,11 0-35 0,-5 2-15 15,1 1-3-15,0 1-3 0,-4-1-25 16,4 5-1-16,-4 0-12 0,-3 1-5 0,1-1-7 16,-1 2-14-16,-1 1-10 0,1 0 0 0,-3-1-7 15,-3 3 4-15,2-1-20 0,1-4-5 16,-1 2-18-16,1-2 3 0,-1 3 10 0,1-5-8 15,3-1-12-15,-4 1-1 0,4-2 0 0,-3 1-10 16,3-5-4-16,0 8 19 0,0-8-38 0,0 0 21 16,3 4-21-16,-3-4 5 0,4 1 13 15,3 3-18-15,-7-4-2 0,10 3-1 0,-3-3 11 16,-1 4-3-16,2-2 8 0,2 2-7 0,-4 0-1 16,2-1-3-16,2 5-7 0,-3-3 18 15,3 3 69-15,-4-4-23 0,-1 4 18 0,1 0-7 16,-5 1 6-16,1-2-4 0,-2 1-8 0,0 0-2 15,-3 1-1-15,0-1 6 0,-5 2-31 16,2-2 5-16,-4 2-15 0,0-3-23 0,-5 1-26 16,2 0-36-16,-7-3-25 0,6-1-116 0,-10-4-225 15,4 0-437-15,-1-4 30 0,0-4 100 0,-6-5 64 16,0-4 74-16,-11-11 57 0</inkml:trace>
  <inkml:trace contextRef="#ctx0" brushRef="#br0" timeOffset="59893.85">7156 14346 847 0,'3'10'281'0,"-1"0"-30"16,1 4-18-16,0-3-26 0,-3 1-25 0,3 1-8 15,-3 1-20-15,1-3-19 0,1 1-7 16,-1 0-20-16,-1-3-3 0,0 0-18 0,3-1 77 15,-3-1-11-15,0-2-12 0,3 0-8 0,-3-5-5 16,0 0-28-16,0 0 0 0,0 0-11 16,0 0-12-16,-7-21-13 0,4 8 8 0,3-3-18 15,-3-1 2-15,0-2 13 0,2-2-7 0,-1 3-6 16,0 1 13-16,4 2-20 0,-2 1-8 16,3 0-8-16,0 5-8 0,0-2 9 0,4 5 4 15,-1 0-5-15,1 5-4 0,4 2-9 0,-1-1-5 16,4 7 6-16,0 1-6 0,-1 2 1 0,4 4-4 15,1 1-7-15,-2 2-38 0,-2 1-31 16,3 3-84-16,-2 4-93 0,1 2-611 0,1 1 22 16,-7-1 86-16,3 2 68 0,-5 0 67 0,-1 1 58 15</inkml:trace>
  <inkml:trace contextRef="#ctx0" brushRef="#br0" timeOffset="60643.79">7150 15958 837 0,'0'0'325'0,"0"0"-34"0,0 0-14 16,0 0-34-16,3 21-20 0,3-14-24 0,-2-1-14 16,0 3-29-16,3 1-8 0,2-1-10 15,-2-3-7-15,4 5-29 0,-1-3-9 0,0-2-6 16,1-1-18-16,-1 0 2 0,4-3-14 0,-4 1-11 15,6-3 0-15,-5-1-8 0,2-2-17 16,-1-1-3-16,1 1 5 0,-4-4-3 16,2-1 1-16,-1-2-9 0,-3 0 22 0,0-2-11 0,0 2-10 15,-3 3 4-15,-1-3 4 0,1 3-11 16,-1 0-5-16,0 2 0 0,0 1 1 0,-3 4 9 16,8-3-7-16,-8 3 9 0,0 0-11 0,6 8 14 15,-2-1-15-15,-1-1 5 0,0 5-4 0,0 0 6 16,1 2-9-16,-1 2 7 0,-2 1-5 15,3 2 18-15,-1-2 3 0,-3 6-8 0,0-4 13 16,3 1-19-16,-6 1 6 0,3-1-8 16,-3 3 44-16,-2-3 3 0,2-3-6 0,-3 4-10 15,2-4-36-15,-2-2 38 0,-1 3-2 0,-4-4-10 16,1-1 23-16,0-2-16 0,-4-1 6 0,4 3-1 16,-4-6-27-16,4-1 17 0,0 0 5 15,-4-2-10-15,4 0-2 0,0 0 0 0,2-1-14 16,-2-2-12-16,1 0-5 0,9 0-20 0,-12 0-14 15,12 0-45-15,-13 0-11 0,13 0-58 0,-7-4-70 16,7 4-8-16,0-4-68 0,0 4-95 16,7-7-389-16,0 4 58 0,-1-2 60 0,5-1 89 15,-4 2 53-15</inkml:trace>
  <inkml:trace contextRef="#ctx0" brushRef="#br0" timeOffset="61010.27">7516 16227 609 0,'6'6'294'0,"-3"-1"39"0,-2 2 0 0,6 0-44 16,-4 2-33-16,-3 0-5 0,4 1-18 15,2 0-26-15,-2-1-23 0,2 2-7 0,-3-1-16 16,2 0-15-16,1 0-15 0,-2-2-14 0,2 0-7 16,1-2-15-16,0-1-8 0,0 1-8 15,-1-5-9-15,2 1-9 0,-8-2-15 0,14-3-2 16,-5-3 4-16,1 2-15 0,-2-4 3 0,-2-5 0 15,1 2-5-15,-3-4-29 0,2 1 21 0,-3-1 13 16,2 1 8-16,1-3-13 0,-5 6-6 16,2-1-4-16,0 3 14 0,0 0-4 0,-2 2-8 15,2 3 13-15,0-2-23 0,0 4 10 16,-3 2 2-16,0 0 4 0,0 0 4 0,8 14-5 16,-5-7 3-16,0 3-21 0,1 0 13 0,-1 2 10 15,0 1-10-15,-2 4 0 0,1-1 0 0,-2 0 0 16,0-1-17-16,0 1-9 0,0 0-38 15,-3 0-36-15,3 1-25 0,-3-3-103 0,0-3-97 16,-1 0-537-16,1-3-1 0,-3-2 98 0,1-5 79 16,5-1 66-16,0 0 65 0</inkml:trace>
  <inkml:trace contextRef="#ctx0" brushRef="#br0" timeOffset="61376.77">7389 15670 737 0,'0'0'297'0,"3"17"-23"0,-3-8-8 15,0 1-3-15,1 0-30 0,1 5-33 0,-1-1-18 16,2-1-18-16,-3 2-11 0,3 2-17 16,-3-3-13-16,0-2-8 0,3 2-15 0,-3-3 2 15,0-1-15-15,0-3 33 0,0 1-25 0,0-1-8 16,0-7-5-16,0 6-15 0,0-6-11 0,0 0-2 15,0 0-3-15,-12-23 8 0,11 8-16 16,-2-3 3-16,-3-6-10 0,2-1 0 0,0 2-5 16,1-2-8-16,2 0 7 0,1 5-9 0,-3 2 12 15,6 3-20-15,-3 0 0 0,1 2-8 16,2 1 13-16,4 3-13 0,0 1 0 0,0 3 8 16,3 1-3-16,4 3-2 0,-1 1 15 15,5 2-16-15,2 5 4 0,-3 1-4 0,4 0-1 16,6 2-14-16,1 5-18 0,-2 3-58 0,1-1-78 15,-2 0-232-15,9 11-471 0,-7-8 102 0,-6 0 88 16,-7-5 60-16,-1-2 62 0</inkml:trace>
  <inkml:trace contextRef="#ctx0" brushRef="#br0" timeOffset="64559.65">11303 10083 304 0,'0'0'72'16,"0"0"25"-16,0 0 26 0,0 0-36 16,0 0-8-16,0 0-7 0,0 0 18 0,0 0-39 15,0 0 28-15,0 0 11 0,0 0-14 16,-13 10 12-16,8-4-4 0,5-2-28 0,-3 2 19 16,0 3-4-16,3-1 3 0,-4 4-4 0,2 0-1 15,1-1 5-15,1 4-5 0,0-1-10 0,-3-1 2 16,3 8 14-16,0-2-1 0,0-1-8 15,0 3-17-15,0-2-6 0,3 6 14 0,-3 0-6 16,0 0-8-16,1 0-4 0,-1 0 2 0,2 2 0 16,-1 1 10-16,2-2-18 0,-3 0 11 15,3 0-3-15,-3 3 56 0,3-1 13 0,-3-1-2 16,1-1-14-16,3 5-12 0,-4-1-2 16,0-2-9-16,0 4-17 0,0 3-3 0,0 1 8 15,3 3-10-15,-3-3-6 0,0 4-4 0,0-1 4 16,0-3-7-16,0 6-8 0,0-4 5 0,0-1-10 15,0 2 8-15,0-3-8 0,0 3 0 16,-3-3-2-16,3 2 7 0,0-1-8 0,0 1 1 16,0-1-16-16,0-4 0 0,0 6 13 0,0-3 0 15,-4-3 5-15,8 6-10 0,-8-4 5 16,4 0 0-16,-1 2-8 0,1-3 3 0,0 3 7 16,-3-2 3-16,3 1-13 0,-3 0 6 0,3-3 2 15,-4 1-1-15,2-1 7 0,1-5 1 0,-2 4-7 16,0-2 5-16,-1-2-10 0,1-2 7 15,-1 5 3-15,1 0-79 0,-1 1 0 0,1-1 10 16,-1 1 23-16,4-2 2 0,-3-3 6 0,0 7-3 16,-1-1-3-16,2-2 11 0,1 2-8 0,-3 3 8 15,1-3-5-15,-1 1 22 0,4-4-2 16,-3 2-2-16,0-1-8 0,0 3 7 0,-1 1 9 16,4-6 2-16,0 1-19 0,-3 1 24 0,-1 1 3 15,4 0-11-15,-4 2 5 0,4-3-4 16,-3 3 4-16,3 1-15 0,-3-2 10 0,3-4-12 15,-1 0 7-15,-1 1 2 0,2 0-7 0,-1 3 21 16,-2 1-3-16,3-2-8 0,0-2 3 0,-3-2 0 16,3 3-3-16,-3-4-5 0,3 4 10 15,-1 3-2-15,1-6-3 0,0 4 8 0,0-2-10 16,0-1 0-16,0-1-1 0,0 2 11 0,0 2-5 16,1-4 0-16,-1 5-13 0,-1 0 2 0,-2 1 14 15,3 1-14-15,0-5 19 0,-3 1-21 16,3 2 10-16,-4 1 5 0,3 0 3 0,-2 0-10 15,3 0 10-15,-3-1-21 0,0 0 9 0,2 1 17 16,-2-8-13-16,0 5-8 0,3-1 24 16,-6 1-26-16,5-2 26 0,-2-1-1 0,-1 5-12 15,0 0-8-15,1 1 13 0,-3-2 8 0,2 0-19 16,1 0-2-16,-1-2-5 0,1 2 6 0,-4 3-4 16,4-3 13-16,-1 1-25 0,4 2 28 15,-3-2-13-15,-1 3 18 0,1-5-7 0,3 1-6 16,-3 1-15-16,3-3 7 0,-3-2-12 0,3 3 5 15,0-3 0-15,-1 9 13 0,1-8-8 16,-4 2 2-16,1 1 8 0,3-3-10 0,0 3 16 16,-3-4-6-16,2 4-10 0,-2-2 18 0,0 3 2 15,0 1-9-15,2-6-4 0,1 4 24 0,-3 1-29 16,0 0 6-16,3-6-10 0,-3 5-1 16,3-6 24-16,-4 4 4 0,3-3-20 0,2 1 11 15,-2 0-11-15,1-1-3 0,0-2 11 0,0 2-5 16,0-2-11-16,1-2-10 0,-1-3 11 15,0 2 10-15,0-4-3 0,0-3 7 0,0 0-9 16,0-3-13-16,-1 1 10 0,2-3-13 0,-2-1-10 16,1-1-8-16,0-2-15 0,1 0-23 0,-1-6-54 15,-1 3-36-15,1-3-43 0,0 0-77 0,0 0-606 16,0 0 104-16,-9-12 39 0,9 3 79 16,-1-2 59-16</inkml:trace>
  <inkml:trace contextRef="#ctx0" brushRef="#br0" timeOffset="65626.63">12174 10908 831 0,'4'-2'302'0,"0"-3"-2"16,0-2-42-16,2 3-17 0,1-4-18 15,2 1-13-15,-1 0-34 0,2-3-9 0,-3 2-6 16,4-2-15-16,-2 0-18 0,-2-2-10 0,0 1-21 16,0 1 0-16,0-4-7 0,-3 3-6 0,-1-3-7 15,0 3-11-15,0-3 4 0,-3 0-17 16,0 2 11-16,-3-2 3 0,0 3 10 0,0 1-31 16,2-1 13-16,-5 1-18 0,2 3 0 0,-3 3-3 15,0 0 3-15,0 2-13 0,7 2 10 0,-20 7-2 16,10 1-10-16,-5 0-1 0,2 4 9 15,-4 3 12-15,4 2-26 0,0 4 1 0,1 0-78 16,-1 4 17-16,6-2 4 0,-3 0-5 16,3 2-3-16,1 0 19 0,5-3 7 0,-2 0-8 15,6 1 13-15,-3-3 16 0,4 5-13 0,2-4-3 16,1 0-3-16,1-6 16 0,5 3-17 16,-3-3 4-16,4-5 10 0,2 0-5 0,-1-2 3 15,1-1 13-15,5-3-13 0,-3-2-18 0,2-1-21 16,4-3-22-16,-4-3-31 0,4-2-16 0,0-1-25 15,-3-2-34-15,3-1-81 0,-1-4-54 0,1-4-41 16,-3-1-149-16,0 2-140 0,-5-6 22 16,-1 4 60-16</inkml:trace>
  <inkml:trace contextRef="#ctx0" brushRef="#br0" timeOffset="65979.35">12619 10643 726 0,'0'-10'259'0,"0"3"-6"15,0 5-35-15,0 2-29 0,0-6-20 0,0 6-18 16,0 0 16-16,0 0-16 0,0 0-3 0,4 18 8 15,-1-7-28-15,0 0-79 0,-2 5 5 16,5-4-11-16,-3 3 6 0,2 3-3 0,-2 1-3 16,3-2 1-16,-2 0-11 0,-1 1 1 15,1 0 1-15,-1-1-1 0,0 1-4 0,1-3 1 16,0 1-10-16,-1-6 9 0,-3 3 1 0,3-3 10 16,-3-1-10-16,4-1 81 0,-4-2 16 15,0-2-15-15,0 2-24 0,0-6 14 0,0 0-19 16,0 0-12-16,0 0-3 0,0 0-5 0,-7-16-2 15,4 6-9-15,-1-3-2 0,0-4-15 0,1 1 5 16,0-1-2-16,2-3 2 0,-2-2-13 0,0 4 5 16,3-4-2-16,0 4-8 0,-3-1 0 15,3 0-15-15,3 0 12 0,-3 6-15 0,0-2 8 16,3 0-13-16,0 0 0 0,1 4-26 16,3-1-25-16,-3 0-5 0,2 4-21 0,-2-1-28 15,5 1-38-15,-5 4-19 0,7-2-27 0,-4 1-52 16,2 2-30-16,2 2-67 0,-4 0-92 15,3 2-266-15,1-1 18 0,-2 1 76 0,-2-1 52 16</inkml:trace>
  <inkml:trace contextRef="#ctx0" brushRef="#br0" timeOffset="66292.7">12896 10663 473 0,'4'17'197'0,"2"-3"-5"0,-3 0-20 15,-2 2-14-15,2-4 57 0,0 3-2 16,1 0-26-16,-3 0-13 0,5 3-18 0,-6-2-13 15,3 0-12-15,1 0-11 0,-4-2-5 0,3 0-15 16,0-3-15-16,-2 2-9 0,2-4-4 0,-3 1-8 16,3-2 5-16,-3 0 51 0,0 1-68 15,0-5 6-15,0-4-19 0,0 4 4 0,0-4-2 16,0 0-7-16,0 0 4 0,0 0 3 0,-13-19-8 16,9 9 0-16,1-3-7 0,0-2 0 15,-1-3-11-15,0 0 18 0,1 1-10 0,0-5 16 16,2 3-24-16,-2-5 11 0,3 5 10 0,0-2-16 15,0 3-2-15,3-1 13 0,-2 0-13 16,2 2-6-16,-3 3-12 0,7-2-2 0,-3 1-42 16,2 5-7-16,-2 1-31 0,2 0-10 0,1 2-33 15,0 0-37-15,3 3-63 0,-3 0-56 0,4 2-119 16,-1 1-171-16,0-1-99 0,1 0 81 0,-1 2 59 16</inkml:trace>
  <inkml:trace contextRef="#ctx0" brushRef="#br0" timeOffset="66926.44">13173 10643 706 0,'3'8'253'0,"-3"4"-22"0,0 0-14 0,1-3-14 15,2 6-29-15,-3-6-11 0,3 5-12 16,0-3-7-16,1 5-90 0,2-4-8 0,-1 3 0 16,2-2-8-16,2-2 6 0,-2-2-6 0,1 4 3 15,1-5-3-15,1-4 16 0,1 5-21 16,-4-5 1-16,3 0 7 0,-3-4-26 0,4 4 39 15,-2-3-21-15,-9-1-7 0,13-5 7 0,-8 3 0 16,1-4 3-16,-6-1-10 0,1 1-9 16,-2-6 19-16,-2 2-13 0,-3-4-5 0,-2 2-7 15,1-5 17-15,-6-1-5 0,2 2 7 0,1 1 11 16,-3-1-7-16,-1-1 30 0,4 3-5 0,-1 3-8 16,4 0-21-16,-3-2 27 0,4 5-6 15,-2 0-13-15,1-2 3 0,4 3 0 0,0-1-2 16,0 1-14-16,3 1 1 0,3 0-8 15,3 0 5-15,1-1-10 0,1 3-3 0,5-2 8 16,1 6-21-16,-1 0 21 0,1 0-26 0,3 4 14 16,1-1-1-16,2 7 0 0,1-2-13 15,-2 4 16-15,2 1-16 0,-3 1 11 0,1 1 2 16,2 4-3-16,0-2 16 0,-4-1-20 0,3 3 7 16,-6-2-10-16,0-1 10 0,-1 1-8 0,1 0 6 15,-4-1 2-15,-3 1-8 0,1-4 11 16,1-1-3-16,-5 1-2 0,2-3 2 0,-2-2 115 15,2 1-40-15,-6-1-60 0,5-6-28 0,-5 5 19 16,0-4 9-16,0-3-15 0,0 0 16 16,0 0-9-16,0 0-1 0,0 0 12 0,-14-12-11 15,10 3 6-15,1-1 0 0,-1-5 0 0,-2 0 0 16,3-3-8-16,-2-6 11 0,2-1-16 0,0 0 8 16,-1 0 5-16,4-2-5 0,0-3-6 15,0 5 14-15,1 0-21 0,2 4 10 0,0-3 3 16,5 1-3-16,-5 8 3 0,3-2-16 0,1 4 6 15,-3 1-3-15,5 4-5 0,2-1 0 0,-1 7 12 16,0-2-7-16,1 4-7 0,2 4-6 16,-2-2-33-16,2 7-23 0,-2-1-29 0,3 4-60 15,-5 1-114-15,-2 4-114 0,-2-2-433 0,-2 2 107 16,-3 1 36-16,-5-3 82 0,-1 3 39 16</inkml:trace>
  <inkml:trace contextRef="#ctx0" brushRef="#br0" timeOffset="67776.09">11713 11300 473 0,'-7'1'143'0,"-2"4"8"0,2-4 8 0,-1 0-5 15,1 0 4-15,1 1-9 0,-1 2-1 16,-3-3-15-16,10-1-5 0,-14 2-2 0,7-2-16 16,0 4-3-16,0-3-14 0,-2 2-9 0,2-3-20 15,-1 4 23-15,2-2-20 0,-1 0 9 0,0 3 4 16,1-3-19-16,1 0-5 0,-4 2-2 15,5-1 0-15,-3-2 0 0,1 4 12 0,6-5-15 16,-8 3 11-16,8-3 4 0,-9 6-22 16,8-3 7-16,1-3 0 0,-6 1 13 0,6-1-69 15,0 0 21-15,0 0 4 0,10 7-7 0,-4-3 10 16,5-2 0-16,2-2 5 0,2 1 13 0,4-1-10 16,2 1-1-16,3-1 11 0,7 0-5 15,0 0 15-15,6 0 37 0,4-2 29 0,21-4-25 16,3 3-22-16,10-2 17 0,0 1-26 0,17-3 11 15,1 0 4-15,2 0-22 0,-3-3-3 16,-16 3 1-16,17 3-11 0,2-3 5 0,1-1-5 16,3 2 0-16,0-2-6 0,-3-1-12 0,0 5 11 15,-1-4-16-15,-20 4 5 0,4-3 0 16,11-3-8-16,-13 6 8 0,-1-2-13 0,-1-2 1 16,-4 5-6-16,2-4 15 0,-5 2-5 15,-3-2 1-15,-7 2-8 0,-11 0 7 0,-5 2-5 16,-5-2 5-16,-6 5-4 0,-3-3 2 0,-4-1-6 15,-7 2-4-15,6 1-11 0,-9 0-30 0,0 1-47 16,-4 0 11-16,1 1-31 0,-5-1-41 0,-2 3-182 16,-4 2-542-16,0-5 51 0,-14 9 82 15,0-8 56-15,-10 5 80 0,-6-2 55 0</inkml:trace>
  <inkml:trace contextRef="#ctx0" brushRef="#br0" timeOffset="70492.77">11860 11664 639 0,'-3'-6'259'16,"3"6"-29"-16,0 0-25 0,-3-7-18 0,3 7 2 16,0 0-35-16,0 0-11 0,0 0-12 0,6 21 45 15,-6-13 1-15,3 1-26 0,-3 2-13 16,1-3-15-16,2 5-5 0,0-1-8 0,1 1-18 15,-3-1-7-15,5-2-6 0,-3 3-15 0,1-2 3 16,-1-2-6-16,3 5 3 0,-2-4-13 16,3-2-5-16,0 0-7 0,0 1-4 0,-1-1-6 15,2-2-4-15,-2-4 8 0,4 4-4 0,-3-3 4 16,1-2-8-16,-1-1-1 0,2 0-4 16,-9 0 0-16,14-3-17 0,-7-2 23 0,0 2-16 15,-1-4 10-15,-2 0-12 0,3-3 2 0,-4 2-2 16,1-3-13-16,-1 0 13 0,0 1-19 15,1 0 14-15,-1 0 7 0,-3 1-7 0,3 2 2 16,1 0-10-16,-4 0-8 0,4 2-8 0,-1 2 1 16,-3 3 10-16,7-3-1 0,-7 3 9 0,0 0 2 15,13 10-5-15,-9-4 12 0,6 3-4 16,-6-1-8-16,6 3 2 0,-4 3 6 0,2-1 5 16,2 2-11-16,-4 0 3 0,5 0 5 0,-7 0-10 15,2-2 15-15,-2 4-12 0,2-2 12 16,-6-5-2-16,3 5 15 0,-6-1-5 0,3-3-8 15,-3 3 20-15,-1-4-1 0,-2 1 12 0,-5-1 5 16,1 1-13-16,-3-2 13 0,-1 0-13 0,1-2 18 16,-2-2 6-16,-4 1-16 0,4 0-8 15,-2-4 0-15,-3 0 3 0,6 3-5 0,-6-3 5 16,5-1 5-16,-1-1-11 0,2 0-14 0,0 1 12 16,1-1-10-16,-1 0-5 0,7 0-19 15,-3 0-29-15,0 3-47 0,10-3-69 0,-14-3-16 16,14 3-9-16,-6 3-42 0,6-3-122 0,0 0-426 15,0 0 1-15,0 0 92 0,0 0 58 16,23-7 65-16</inkml:trace>
  <inkml:trace contextRef="#ctx0" brushRef="#br0" timeOffset="70708.87">12297 11930 934 0,'0'0'310'0,"1"10"-95"16,2-3-8-16,-3 2-31 0,0 1-9 16,4 4 7-16,-4-3-15 0,3 6-16 0,-3 0 13 15,0-1-36-15,0 1-25 0,0 1-3 0,0-3 8 16,0 3-13-16,0 0-20 0,0-4 9 0,-3 4-35 16,3-1-25-16,0-2-26 0,0-1-21 15,0-3-79-15,0 4-118 0,3-5-274 0,-3 1-209 16,4 1 50-16,-1-8 75 0</inkml:trace>
  <inkml:trace contextRef="#ctx0" brushRef="#br0" timeOffset="70959.14">12571 11991 1000 0,'7'-1'400'0,"-7"1"-55"16,11-4-43-16,-2 2-5 0,-2 1-33 0,7-1-34 15,-3-3-22-15,3 5-16 0,2-3-18 16,-1 1-34-16,1-3-24 0,2 4-73 0,1-3-22 16,-1 1-103-16,-2 1-131 0,-1-3-171 0,5 5-384 15,-6-5 52-15,3 0 88 0,-4-3 53 0</inkml:trace>
  <inkml:trace contextRef="#ctx0" brushRef="#br0" timeOffset="71425.57">12913 11705 875 0,'0'0'264'15,"0"0"-19"-15,0 0-17 0,0 0-31 0,-4 18 3 16,4-11-16-16,1-1-25 0,-1 1-18 0,3 5-21 15,4-3-10-15,-3 0-5 0,-1 1 2 0,4-1-17 16,0 0-5-16,3-1-11 0,-3 1-8 16,3-1-7-16,0-1 0 0,1-1-8 0,2-4-5 15,-2 3 0-15,2-3-15 0,-3 0-3 0,4-1-7 16,-4-2-3-16,4-1-6 0,-4-3-4 16,0 3 0-16,-3-3-8 0,4 0-3 0,-5-1 8 15,1-3-5-15,0 4 11 0,0 2-14 0,0-4 11 16,-4 2-1-16,1 0-17 0,2 0 8 0,-3 2-14 15,-3 3-2-15,0 0 16 0,14 1-14 16,-14-1 9-16,7 8-1 0,-4 0 8 0,1 0 13 16,-1 0-8-16,0 6-10 0,2-3 7 0,-2 6 14 15,0-2-19-15,1 2 3 0,-4-1 8 16,3 0 2-16,-3 2 3 0,0 0 13 0,0-3 2 16,-3 2 2-16,0-1-7 0,-1 0 3 0,-2-2 12 15,-2 1-12-15,1 0 7 0,-3-4-2 0,-4 3 5 16,4-4 20-16,-3 0-10 0,-4 1-5 15,6-2 0-15,-6-1-5 0,4-4-5 0,-2 1-3 16,2-2-8-16,-1 2 6 0,4-3-11 16,-3-1 8-16,2 1-25 0,1 1-1 0,0-2-28 15,-1-1-22-15,11 0-47 0,-13 0-31 0,6 0-137 16,0 0-362-16,7 0-130 0,-4-6 48 0,4 6 65 16,0 0 78-16</inkml:trace>
  <inkml:trace contextRef="#ctx0" brushRef="#br0" timeOffset="71675.63">13460 11883 993 0,'0'7'353'0,"0"0"-8"0,0 4-25 0,0-1-28 16,0 5-31-16,0-1-30 0,0 3-24 0,0 0-7 15,3 3-13-15,-3-5-26 0,1 8-13 0,2-4-20 16,-3-1-13-16,3-1-12 0,-3 4-19 16,0-4-27-16,3-1-19 0,-3-2-74 0,0 1-28 15,0-2-43-15,0-1-144 0,-3-2-399 16,3 0-123-16,-3-5 64 0,-1 2 64 0,-2-7 69 16</inkml:trace>
  <inkml:trace contextRef="#ctx0" brushRef="#br0" timeOffset="72059.2">13207 11483 790 0,'0'0'282'15,"0"0"-36"-15,0 0-6 0,-11 18-40 0,11-11-16 16,-3 3-20-16,3-2-13 0,0 5 3 0,0-2-37 15,-3-3 1-15,3 6-15 0,0-3-16 0,-3-1-11 16,2-3-1-16,1 1-1 0,0 0-2 16,-3-2-14-16,3-2 78 0,0 3-8 0,-3-1-10 15,3-6-18-15,0 0-21 0,0 0 3 0,0 0-3 16,0 0-7-16,-7-13-6 0,7 5-12 16,0-2-5-16,3 0 12 0,-2-2-22 0,2 1-6 15,0 0 0-15,1-2 6 0,2 3-6 0,-1 0 8 16,1 1 2-16,1 2-2 0,-1 0-5 15,1 4-8-15,4-1-2 0,2 4-8 0,-2 5 0 16,5-2 2-16,-1 6 11 0,4-1-11 0,2 7 3 16,-4-1-20-16,4 3-13 0,0 4-34 0,-5 1-40 15,2 2-60-15,-2-2-147 0,-1 6-559 0,-2-2 31 16,-2 2 117-16,-2-5 50 0,-8 0 96 16,2-4 37-16</inkml:trace>
  <inkml:trace contextRef="#ctx0" brushRef="#br0" timeOffset="73741.44">11744 12573 629 0,'0'0'272'16,"0"0"-32"-16,0 0-17 0,-7 8-29 0,7-2-14 15,0-6-17-15,3 13-12 0,-2-5-12 0,2 0-17 16,4 1-4-16,-3-1-26 0,2 0 3 0,1 2-10 16,-1-3-11-16,2 1-8 0,2-1 1 0,-3-3-19 15,2 2 11-15,2-5-7 0,-1 5-1 16,0-5-5-16,1-1-8 0,-1-1 8 0,0 0 16 15,1-5-32-15,-4 4 9 0,3-3-8 0,0-3-8 16,-3 2 2-16,0-4-2 0,-1 1-2 16,-2-1 7-16,3-1-15 0,-3-2-3 0,-1 5 77 15,3-3-8-15,-6 1-12 0,4 3 2 0,-1 0-20 16,-3-1-1-16,3 2-15 0,-2 4 6 16,-1 2-8-16,0 0 7 0,0 0-2 0,0 0-3 15,10 18-2-15,-9-5 5 0,2 2-6 0,0 1-9 16,0 2 2-16,-3-1 8 0,3 2-11 15,-3-1-5-15,0 4-2 0,0-2 18 0,0-3-5 16,0 4 7-16,-6-2 3 0,3-2-8 0,-1-1 13 16,-6 1-18-16,3-2 18 0,-3-1-8 0,0-1 23 15,-4 1-27-15,0-5-4 0,0 1 24 16,1-2-11-16,-1-2-17 0,0-1 12 0,0 1-10 16,1-6-8-16,0 4 1 0,-1-2-27 0,4-1-24 15,-1-1-29-15,1-3-52 0,0 0-35 0,4 2-61 16,1-2-67-16,2-1-179 0,3-1-359 15,0 5 83-15,3-12 45 0,2 9 77 0,1-5 59 16</inkml:trace>
  <inkml:trace contextRef="#ctx0" brushRef="#br0" timeOffset="74025.56">12267 12730 895 0,'17'7'290'0,"-7"-1"-19"0,1 2-30 15,-4 0-14-15,-1 1-19 0,-5 4-24 16,2-3 3-16,-3 1-21 0,0 2-10 0,-4-2 6 16,-2 4-91-16,-1 2-25 0,-1-3 26 15,-1 1-10-15,-1-1 9 0,-4 1-4 0,3 2 15 16,-3-3 30-16,1-3 3 0,3 3-2 0,-1-3-13 16,1-3-11-16,1 2-9 0,1-3-8 0,1 1 4 15,1-2-7-15,2-1-7 0,-2 1-1 0,3-2-15 16,2 0 13-16,1-4-15 0,0 0-19 15,13 0 6-15,-13 0 2 0,21 0-22 0,-4-2-19 16,4-4-46-16,0 3-2 0,5-4-70 0,1 0-58 16,-2-1-248-16,6-2-426 0,2-1 93 15,-8-3 84-15,2-1 66 0,-3-3 75 0</inkml:trace>
  <inkml:trace contextRef="#ctx0" brushRef="#br0" timeOffset="74241.28">12681 12726 1046 0,'0'0'292'0,"0"0"-33"16,0 0-19-16,0 0-17 0,10 0-21 16,0-1-30-16,4-1-16 0,-1 1-33 0,1-3-26 15,3 2-33-15,0 2-59 0,0-1-41 0,4-2-92 16,-3-1-28-16,1 1-115 0,-4 0-192 15,4-1-180-15,-4-3 75 0,1 0 61 0</inkml:trace>
  <inkml:trace contextRef="#ctx0" brushRef="#br0" timeOffset="74674.82">13033 12526 680 0,'0'0'254'0,"0"-8"-26"16,0 8-19-16,0 0 12 0,0 0-104 15,0 0 6-15,-3 23-8 0,3-14 1 0,3-1-22 16,-3 2-7-16,3 3-2 0,0-3-1 0,0 4-7 15,2-3 0-15,1 3-13 0,-2-3 5 16,2 0-13-16,5 2 8 0,-4-3-18 0,3-2 8 16,-3 0-3-16,7-2-7 0,-1-2-8 0,1 1-6 15,-1-3 4-15,2-1-4 0,-2-1-1 0,0-1-1 16,1 1 8-16,-1-6-13 0,-2 2 0 16,0-3-8-16,-1-1 8 0,3 1-13 0,-6-3 6 15,0-1-6-15,0-3 3 0,0 6 12 0,-3 0-2 16,2-1 0-16,-3 1-10 0,0 1 5 15,1 2-18-15,-1 0-3 0,-3 5 9 0,0 0-1 16,0 0 0-16,0 0 18 0,8 14 18 0,-8-5-16 16,0 2-22-16,0 1 15 0,0 2 7 0,0 1-2 15,0 2 13-15,0 1 0 0,-5-1-13 16,5 2 31-16,-3-4-16 0,0 4-7 0,-1-6-10 16,-2 4 32-16,0-2-7 0,-1 0-17 15,-4-3 63-15,-3 3 10 0,4-2 26 0,-4-1-31 16,1-4-20-16,-4 3 15 0,2-4-5 0,-1 0-18 15,-1 2 6-15,3-3-22 0,-4-3-4 0,5 2-3 16,0-3-10-16,-1-2-5 0,4 2-6 16,-4 1-32-16,4-2-45 0,0-1-106 0,2 0-29 15,8 0-51-15,-16-4-172 0,12 2-447 0,1 2 84 16,0-2 61-16,3 2 47 0,3-8 76 0</inkml:trace>
  <inkml:trace contextRef="#ctx0" brushRef="#br0" timeOffset="74977.25">13518 12815 688 0,'7'1'264'0,"4"4"-13"16,-5-1-24-16,4 1-17 0,-6-1-13 0,2 3-10 16,-1 3-5-16,-2-3-11 0,0 6 6 0,-3-4-28 15,0 2-9-15,-3-1-9 0,-2 5 7 16,-4-4-33-16,2 3 0 0,0 0 10 0,-4-3 36 15,-1 3-25-15,5-3 17 0,-4 0-15 0,1 2-28 16,3-3 2-16,-2-2-7 0,1 0 0 16,4-1-21-16,-2 0 10 0,2-3-17 0,1 2 15 15,0-5-34-15,3-1 19 0,0 9-3 0,0-9-15 16,0 0-11-16,20-2-2 0,-20 2-8 0,20-7-10 16,-9 5-3-16,3-4 13 0,2-1-38 15,-1-1-44-15,1-1-25 0,1 0-36 0,-3-1-87 16,-3-3-144-16,2 2-509 0,-3-4 49 0,1-3 81 15,-5 1 65-15,-5-3 71 0,-2-5 80 16</inkml:trace>
  <inkml:trace contextRef="#ctx0" brushRef="#br0" timeOffset="75341.17">13454 12375 770 0,'-4'6'317'0,"1"0"-15"16,-2 0-25-16,-1 3-34 0,3 1-25 0,-1-1-14 16,-2 0-27-16,2 1-16 0,1-2-5 15,-5 2-12-15,5-2-1 0,0-1-20 0,-1 0-23 16,1-3 18-16,0 2-3 0,0-5-13 16,3-1 3-16,-7 6-13 0,7-6-5 0,0 0-2 0,0 0-14 15,-8-13-7-15,8 9-10 0,0-4-13 16,0 0 13-16,0-4-11 0,1 1-9 0,2 0-1 15,1-3-2-15,0 4-6 0,-1-3 3 16,3 3 3-16,-2 2 0 0,2-1-3 0,2 1-5 16,2 1 8-16,-4 4 2 0,4-2-13 0,1 5-2 15,2 0-2-15,-3 4 7 0,4 0-10 0,0 3 2 16,0 1-2-16,2 6-11 0,-1 2-45 0,1 0-52 16,-2 5-59-16,0 4-119 0,3 1-585 15,-7 6 36-15,-3-2 95 0,0-4 70 0,-7 2 58 16,-4-2 53-16</inkml:trace>
  <inkml:trace contextRef="#ctx0" brushRef="#br0" timeOffset="76791">11590 15726 972 0,'0'0'325'0,"0"0"-25"0,3-3-37 0,-3 3-22 16,0 0-23-16,0 0 2 0,8 10-28 15,-5-2-8-15,0-1-15 0,1 1-5 0,2 2-21 16,-2 0-23-16,-1-3-12 0,4 6-11 0,-3-3-7 16,2-1-11-16,4 2 0 0,-2 0-7 0,-1 0-5 15,2-3-19-15,1-1 9 0,1 1-9 0,3 0 1 16,0-6-6-16,-4 3-7 0,3-3-2 15,1 1-4-15,-1-3-7 0,2 0-5 0,-5-3-2 16,4 1-4-16,-4-3 11 0,3-3-20 16,-2 0 7-16,-4-3 8 0,2-2-13 0,-2-2 8 15,-2 1-8-15,1 0 8 0,-3-3 5 0,1 2-16 16,-1 4 9-16,0-3 4 0,0 4-2 16,1 2-6-16,-4 1-22 0,4-1 10 0,-1 5 5 15,-3 3-3-15,0-4 1 0,0 4 2 0,0 0 5 16,4 15-2-16,-1-5 4 0,0 5-4 0,-3 0 4 15,1 2 6-15,2 1-10 0,-3-1 5 16,3 6 2-16,-3-3-18 0,3 2 29 0,-3-3-19 16,-3 4 6-16,3 0-80 0,-3-3 23 15,-1 3 6-15,1 0 7 0,-4-3 8 0,0-2 0 16,0 1 12-16,-3-6 24 0,-4 4-10 0,4-2-4 16,-3-5 1-16,-1 0 5 0,-3-1 0 0,3-3 5 15,-3-1 11-15,0-2-16 0,1 2 8 16,1-4-3-16,2-1 5 0,-5-1 3 0,5 1-18 15,-4-3 17-15,4 0-7 0,1-3-10 0,-1 4-7 16,3-2-19-16,-1-1-23 0,1 0-36 16,4 2-35-16,2-3-52 0,-3 4-66 0,7 2-69 15,0-9-128-15,0 4-326 0,7 2 91 0,0-3 65 16,0 1 37-16</inkml:trace>
  <inkml:trace contextRef="#ctx0" brushRef="#br0" timeOffset="77208.55">11980 15988 701 0,'6'4'299'0,"-2"3"-40"16,-1 0-19-16,1 0-12 0,0 1-36 0,2 1 3 16,-5-2-16-16,5 2-105 0,1 0-7 0,0-2 4 15,-4 1-17-15,4-2 8 0,-3-1-14 0,2 2-9 16,1-3 9-16,0 2 11 0,0-5-18 15,0 1-2-15,2-2-9 0,-9 0 3 0,18-3 3 16,-11 0-5-16,4-2 0 0,-2-2-6 16,1 0-17-16,-3-3 18 0,4-2-6 0,-4-1-5 15,2-2 29-15,-5 1-18 0,4 0 15 0,-2 2 10 16,-2 0 2-16,2 3 4 0,-3 0 7 16,0 1-5-16,2 1-11 0,-5 2-9 0,3 0 12 15,-3 5-15-15,0 0 15 0,0 0-10 0,0 0-3 16,7 18-7-16,-4-7 15 0,-3 2-13 0,0 1-5 15,3 3 19-15,-3 2-14 0,4-1-23 16,-4 1 5-16,0 1 16 0,3 1-8 0,-3 1 0 16,0-3-2-16,3 6-8 0,-3-5 4 0,1-1 6 15,3 1-10-15,-4-4 0 0,0 2-16 16,3-5-17-16,-3 1-23 0,0-2-34 0,0 0-38 16,0-3-62-16,0-2-117 0,3-1-518 0,-3-2 88 15,0-4 45-15,0 0 78 0,0 0 51 0</inkml:trace>
  <inkml:trace contextRef="#ctx0" brushRef="#br0" timeOffset="77458.35">12475 16026 1003 0,'7'-3'358'0,"-7"3"-38"0,14-2-13 15,-7 1-22-15,0-2-22 0,3 3-27 16,4 0-39-16,-1-1-8 0,1 0-2 0,3-2-15 16,0 1-34-16,4 0-8 0,-4-1-15 0,3-1-7 15,-3 1-13-15,4 0 5 0,-4-1-16 16,0 0-10-16,1 0-28 0,-2 1-20 0,1-1-44 16,-7 1-5-16,1-3-72 0,-1 5-74 0,0-4-120 15,-3 2-512-15,0 1 30 0,0-3 78 0,-4 2 78 16,1-3 50-16</inkml:trace>
  <inkml:trace contextRef="#ctx0" brushRef="#br0" timeOffset="77957.95">12906 15808 995 0,'3'7'315'16,"-2"-2"-18"-16,2-1-28 0,0 3-85 0,1-1-20 15,3 2-13-15,-3-2-8 0,2 4-25 16,1-4-5-16,0 3-3 0,3-4-18 0,0 2 10 16,-3 0-20-16,7-1 5 0,-1-2-15 0,1-1-21 15,-3 0 0-15,6-2 3 0,-4 0-11 16,1-2-14-16,0-1-6 0,-1-2-11 0,4-1-1 16,-4-4-1-16,-2 3-13 0,-1-4-2 0,0-3 0 15,-2-1 0-15,-1 1 5 0,-1-2-5 0,-2 0-5 16,-1 0 2-16,3 5 23 0,-4-1 1 15,1-1-11-15,0 5 10 0,0 1-20 0,-3 2 13 16,0 4 5-16,0 0 2 0,0 0-5 16,0 0-5-16,7 14 5 0,-7-3 1 0,3 2 2 15,0-1-1-15,-2 8 6 0,2-1 0 0,1 0 5 16,-1 2-2-16,-2 0-1 0,-1 4 6 0,0-3-16 16,0 1-2-16,-1 1 17 0,1-3 6 15,-3 2-8-15,-1-4 3 0,0-1 17 0,-2 3 1 16,0-3 12-16,-1-3-25 0,-1 0 12 0,-2-2 16 15,0-1-3-15,-1-1-12 0,-2-3 22 16,3-1 52-16,-4-3-21 0,4-2-20 0,-4 1 5 16,1-3-13-16,0 0-5 0,1-3-5 0,-1 1-8 15,2-2-2-15,-2-1-21 0,0 0 0 16,2-1-30-16,1-1-11 0,3 0-31 0,-4 0-40 16,5 0-24-16,2 0-40 0,1 1-47 0,3-2-76 15,3 2-115-15,-2-1-413 0,5 0 21 0,1 2 89 16,0-1 72-16,3-3 44 0</inkml:trace>
  <inkml:trace contextRef="#ctx0" brushRef="#br0" timeOffset="78510.03">13368 15956 783 0,'0'0'322'0,"0"0"-30"0,0 0-18 15,0 0-18-15,-4 11-21 0,1-7-12 0,3 1-10 16,0 2-14-16,0 0-22 0,-3 1 2 0,3 0-36 16,0 1-4-16,0-1-6 0,0 0-90 15,0 1-2-15,3-1 3 0,0 0-1 0,-2 1-12 16,5-1 5-16,-3 0-6 0,5-1 11 16,-4 0-2-16,5-1-26 0,-2-2 12 0,0-1-4 15,4 0-11-15,-1-2-8 0,-1 0 11 0,5-3-5 16,-4-1 15-16,0 1-10 0,1-5-8 0,-1 0 5 15,0 1-15-15,1-4 18 0,-1-3-3 16,-3 1-12-16,3-2 14 0,-3 1 1 0,0 1-15 16,-4 1 17-16,3 2-2 0,-1 2-8 0,-2-2 0 15,0 6-13-15,-2-3 19 0,-1 6-9 16,6-2 13-16,-6 2 1 0,0 0 2 0,0 0-8 16,-3 18 0-16,3-9-5 0,-3 5 13 0,2-3-13 15,-2 7 11-15,0-2-4 0,0 3 6 16,1-2 0-16,-1 2-23 0,0 1 13 0,0 0-6 15,-4 1-19-15,4 0-12 0,-1 2-60 0,-2-3-21 16,1 3-92-16,-4-3-113 0,2-2-323 0,0 0-96 16,0-7 40-16,-3-1 82 0,3-5 49 15</inkml:trace>
  <inkml:trace contextRef="#ctx0" brushRef="#br0" timeOffset="78957.94">13214 15286 913 0,'0'9'254'0,"0"4"-32"0,0-1-1 16,0 1-29-16,3 2-21 0,-3-2-12 0,0 2-18 15,0 0 2-15,0 0-23 0,0-1-10 16,0-1-15-16,0-5-5 0,0 6-9 0,0-6-1 16,0 0 2-16,0 0 38 0,0-4-30 0,0 1-11 15,0-5 0-15,0 0-12 0,0 0-6 16,0 0 3-16,0 0-5 0,-6-15-13 0,6 3 0 16,0-1-2-16,0-2-8 0,3-2-6 0,0 5 19 15,0-2-16-15,1-2 8 0,0 4-10 16,-1 1 10-16,1 1-21 0,-1 2 6 0,1 1 12 15,2 5-17-15,5 1 10 0,-11 1-21 0,17 3 5 16,-3 4 11-16,-1 1-6 0,3 5-4 16,2-1-4-16,0 5-1 0,1-2 9 0,2 3-5 15,0 4-9-15,-1 1 1 0,7 7 3 0,-3-5-22 16,-7 0-27-16,4 0-32 0,-4 4-60 0,-3-1-99 16,0-2-305-16,-1 1-264 0,0 1 75 15,-5-6 76-15,-5-2 82 0,-3-4 49 0</inkml:trace>
  <inkml:trace contextRef="#ctx0" brushRef="#br0" timeOffset="-23323.64">4893 7643 550 0,'0'0'187'16,"-10"0"-11"-16,10 0 3 0,0 0-20 0,0 0 5 16,-7-3 2-16,7 3-17 0,0 0-19 15,0 0 16-15,-7-4-7 0,7 4 19 0,0 0 3 16,0 0-89-16,0 0 18 0,0 0-8 0,0 0-13 15,-6-1-3-15,6 1 1 0,0 0-8 16,0 0-3-16,0 0-7 0,0 0-3 0,0 0-5 16,0 0-5-16,13-7 2 0,-13 7 5 0,11-3-2 15,-4-1 8-15,3 1 66 0,3 1-15 16,1-3-33-16,3 1 9 0,0-2-17 0,4 1 3 16,3 0-16-16,3-1 13 0,4-1-8 0,3 3-10 15,0-3 0-15,1 0-11 0,5 0 6 16,-3 3-13-16,2-3 6 0,-2 0 1 0,1 0-12 15,2 0 0-15,-2 3 10 0,0-5-15 16,-1 4 5-16,1-2 2 0,0 1-20 0,-1-1 13 16,1-1 3-16,-1 1-83 0,1 0 23 0,3 0 9 15,0 2-6-15,0-2-3 0,14-3 11 0,-10 3 0 16,-5-1-1-16,1 1 6 0,14 0 5 16,-10-3 3-16,-4 3 12 0,-1 4 0 0,2-5-12 15,-5 2 7-15,4 2 11 0,-3-3-4 0,4 2-4 16,-2 2 0-16,-2-4 0 0,3 5-1 0,0-4 4 15,-1 4-3-15,-2-3 7 0,3 2-5 16,0-3 1-16,-3 4-1 0,6 0 5 0,-6-3 3 16,3 2-7-16,0-1 12 0,0 1-15 15,-1-3 15-15,2 4 5 0,-1 0-8 0,-4-5 9 16,4 3-16-16,-3 1 7 0,0 1-2 0,-1-4 16 16,-3 5-4-16,-3-5-7 0,7 3-7 0,-4 2 2 15,4-5 15-15,0 4-7 0,2-4-6 0,2 3 1 16,-2-2 12-16,1-1-15 0,-2 5 8 0,1-2 7 15,1-3-7-15,4 4-3 0,-5-4-5 16,1 5 8-16,1 0-3 0,-1-5 0 0,-1 3 3 16,2 3 12-16,-4-6-7 0,2 4-8 15,2 1 0-15,-8 0 16 0,6-4-19 0,-8 4 9 16,8-1-4-16,-6-2-7 0,1 4 0 0,-4-3 0 16,0 3 8-16,3-1 5 0,-4-2-3 0,1 1-7 15,0 1-3-15,-3 0 10 0,2-1 5 0,-3 2 6 16,0-4-26-16,4 4 7 0,-4-1 6 15,4 0-1-15,-3-1 4 0,2-1-1 0,-2 2 13 16,0-1-8-16,2 1-2 0,1 0-8 0,-3-2 23 16,2 1-10-16,1 1-7 0,-1-1 9 15,1 1-10-15,0-3 8 0,0 4-15 0,0-1 12 16,3 0-12-16,-4 1 17 0,2-5-22 0,1 4 14 16,1 1-7-16,0-2 19 0,-2 1-22 15,5 0 3-15,4-2-5 0,-7 3-2 0,4-3 4 16,-1 3 19-16,-3-1-24 0,0 0 3 0,-2 1 10 15,-1-1-7-15,0 1 12 0,0-4-15 16,-5 4-5-16,-2 0 21 0,0-1-14 0,-6 1 11 16,2-1-3-16,-3 1 0 0,-4 0 1 0,1 0 1 15,-4 0-22-15,0-2-62 0,-3 4-48 0,-2-2-151 16,-5 0-597-16,0 0 95 0,-18 2 41 16,-6-2 92-16,-10 0 51 0</inkml:trace>
  <inkml:trace contextRef="#ctx0" brushRef="#br0" timeOffset="-22092.29">2555 8093 450 0,'0'0'197'0,"0"0"-41"16,-3 6 6-16,3-6-11 0,0 0 0 16,0 0-34-16,0 0 37 0,6 4-6 0,-6-4-20 15,0 0 82-15,7 5-15 0,-1-3-26 0,2-1 7 16,-8-1-25-16,14 4-5 0,0-3-5 0,2-1-21 16,5-1-2-16,3 1-8 0,4-4-15 15,3 1 0-15,2 2-6 0,5-5-10 0,3 5-2 16,1-5-18-16,1 5 10 0,15-6-66 15,4 2-1-15,-3-1-12 0,2-1 10 0,0 0-13 16,-2 4 13-16,2-5 5 0,0 1-17 0,-3 4 22 16,-10-4-8-16,-7 2-2 0,1 2 11 15,-2-3-4-15,-5 3 19 0,-2-2-6 0,-5 2 27 16,-1 1-35-16,-6-3 1 0,-1 4 28 0,-3-3 5 16,0 2 5-16,-3 1-38 0,-1 1 8 0,-2-2-14 15,-1 2 34-15,0-1-10 0,-2-3-3 0,-1 4 3 16,-7 0-6-16,13-1-4 0,-7-1 12 15,-6 2-17-15,11 0-16 0,-11 0-23 0,0 0-31 16,11 2-51-16,-11-2-41 0,2 5-43 0,-1-2-108 16,-1 0-538-16,-3 2 106 0,2 2 40 15,-5 0 72-15,-1-4 72 0</inkml:trace>
  <inkml:trace contextRef="#ctx0" brushRef="#br0" timeOffset="-10558.13">7450 9185 504 0,'0'0'212'0,"0"0"-17"16,-3-7-16-16,3 7-18 0,0 0-17 16,-3-3 7-16,3 3-13 0,-3-6-5 0,3 6-8 15,0 0-20-15,-5-3 0 0,5 3-18 16,-3-4-5-16,3 4-18 0,0 0 3 0,-10-4-6 16,10 4-5-16,-10-1-15 0,10 1 13 0,-11-1-10 15,11 1-1-15,-10-3-12 0,10 3 5 0,-13 0-3 16,13 0-5-16,-17 0 0 0,10 0 3 15,0 3-5-15,-4-3-6 0,1 1-2 0,1-1 0 16,-2 1 5-16,0-1 5 0,2 2-10 0,-5-1-5 16,3 0 5-16,-3 2-13 0,4-2 10 15,-3 1-10-15,-1-2 0 0,4 0 8 0,-4 4-2 16,4-2-9-16,-3-1 8 0,2 0 3 0,-2 1-8 16,1 2 5-16,2-3-12 0,-2 2 2 0,0 1-3 15,0-1 6-15,1-3-1 0,0 4 4 16,-2-1 6-16,2-2-17 0,1 1-74 0,0 3 20 15,-1-3-2-15,-1 0 15 0,2 4-6 16,2-6 17-16,-2 6-6 0,0-5 0 0,3 0 2 16,-4 4-7-16,5-3 23 0,-4 0 8 0,2 0-16 15,-1 4 11-15,2-6 4 0,-3 4 3 16,2-1 1-16,1-2 4 0,-2 5 16 0,2-5-19 16,-1 3 6-16,2 0 8 0,-1-2-13 0,0-1-6 15,0 4 19-15,0-4 7 0,1 0-10 0,-1 4-5 16,1-3 2-16,6-2-17 0,-12 4 28 15,6 0-11-15,2-2 0 0,4-2 19 0,-9 6-16 16,4-5 0-16,-1 0-3 0,6-1 11 16,-10 6-3-16,4-5 10 0,6-1-33 0,-9 7 13 15,6-4 10-15,-3-3-12 0,2 6-1 0,-2-5 3 16,6-1 8-16,-10 7-1 0,2-6 16 0,2 2-21 16,2 1-4-16,4-4 20 0,-10 3-26 0,3 1 18 15,0-1-13-15,7-3 3 0,-10 3-3 16,4 1 11-16,1-3-6 0,-1 2 1 0,-1 1 2 15,7-4-16-15,-10 3 11 0,7-2 5 16,-5 4 5-16,8-5-12 0,-9 2 4 0,5 3 3 16,4-5-7-16,-10 2 7 0,10-2 2 0,-8 4 26 15,2 0-41-15,-1-2 19 0,7-2-1 0,-10 4 0 16,7-2-10-16,-5-1 5 0,8-1 10 0,-10 3-15 16,4 0 7-16,6-3-12 0,-8 4 0 15,1-2 12-15,7-2-9 0,-9 4 12 0,5-2 5 16,4-2-2-16,-11 1-3 0,5 2-13 15,6-3 11-15,-10 3 7 0,4-2-7 0,6-1-8 16,-11 6 5-16,7-5 5 0,-2 1-13 0,6-2 18 16,-7 5-17-16,0-2 1 0,7-3-1 15,-11 1 9-15,8 2-2 0,-4 0 13 0,7-3 2 16,-10 3-7-16,7 1-23 0,-5-3 12 0,2 1 13 16,2 3-20-16,4-5 0 0,-9 3 15 0,1-2 10 15,5 4-17-15,3-5 7 0,-10 2-23 16,3 3 10-16,7-5 39 0,-10 2-31 0,6 2 5 15,-2-1 23-15,6-3-48 0,-7 3 20 0,3 1-10 16,-2-1 7-16,6-3 3 0,-8 3-2 16,2 2 2-16,2-3 7 0,4-2 3 0,-9 6 11 15,5-4-31-15,4-2 5 0,-8 7-6 0,2-6 11 16,2 4-7-16,1-3-4 0,-3 1 6 16,2 2 5-16,4-5 5 0,-7 6 1 0,3-3-14 15,1-2 0-15,-3 4-10 0,6-5 16 0,-7 5-9 16,4 0 17-16,-1-3-1 0,4-2-16 0,-4 8 9 15,-2-3 7-15,5-3-13 0,-2 3 19 16,0 0-24-16,-1-1 0 0,4 0 10 0,-3 2 9 16,0-2-9-16,-2 1 0 0,2-2 42 15,3 4-39-15,-3-1-10 0,3-2 7 0,-4 3 8 16,2 0 3-16,2-1-6 0,-1-2-4 0,1 4-6 16,0-2 8-16,0-2-5 0,-3 3 8 0,6 1-1 15,-3-2 1-15,0 1-11 0,0-2 8 16,1 2 13-16,-1 1-13 0,2-1 5 0,-1 0-2 15,2 0-14-15,-3-1 6 0,3 2 8 0,0-1 4 16,-3 1-4-16,5 1 10 0,-2 0-8 16,0-2 5-16,1 5-7 0,-1-3-6 0,0 0 3 15,0 0 5-15,1 1-2 0,-1-2-3 16,2 2 10-16,1-2-7 0,-3 0 4 0,1 1-9 16,-1-1 2-16,0 0 7 0,1 1-4 0,3-1 7 15,-4 0-20-15,1 1 15 0,-1-1-15 0,1-1 15 16,-1 0-5-16,3 0 8 0,-2-3-6 15,0 3-22-15,-1 1 30 0,1-5-5 0,-1 4-2 16,1 0 9-16,-1 0-14 0,3-4-6 0,-5 5 8 16,6-2 5-16,-4 0-2 0,1-1-3 15,-1 2-5-15,3-4 7 0,-2 3 3 0,-1 3 3 16,1-3-16-16,3-4-2 0,-3 5 23 0,2 1-5 16,0-2-16-16,1-2-2 0,-2 3 7 0,1 1 6 15,-2 0-6-15,2-4 3 0,0 1-5 0,-2 3 31 16,3-2-19-16,0-2 6 0,-4 3-5 15,4-2-11-15,-3 0-4 0,3 1 12 0,-3-4-10 16,2 5 2-16,-3-2 0 0,4 0 11 0,-1 1-21 16,-1-4 11-16,1 4-1 0,-2-2 13 15,2 3-7-15,1-3 10 0,-1 0-13 0,-1 2-3 16,1-2 1-16,1 1-9 0,-3-2 14 16,2 3-11-16,2-3 6 0,-2 2 2 0,1 0 15 15,-1 0 0-15,2-4-15 0,-2 4 3 0,2-3-8 16,1 3 2-16,-5-3 11 0,6-1-5 0,-3 5-6 15,0-3 0-15,0-3 3 0,3 4 6 16,-3-1-12-16,-1-2 12 0,1-1-1 0,4 5-10 16,-5-4 5-16,1 0 0 0,0 0 5 0,4 1 5 15,-5 0-7-15,4 0 2 0,-2-1 10 16,2 1 67-16,-10-2 0 0,16 0-11 0,-5 0-9 16,-4 0-11-16,3 0-5 0,1 1-2 0,-2-1-1 15,2 0 1-15,-1 0-6 0,0 0-5 0,1 0-4 16,-1-1-19-16,3 1 18 0,-3 0 0 15,1 0 0-15,-1 0-2 0,0 0-16 0,4 0 8 16,-4 0-3-16,0-2-2 0,1 1-5 0,-1-1 15 16,0 0 3-16,1 2-19 0,-1-2 19 15,4 1-26-15,-7 1 7 0,6-1 16 0,-2 0-12 16,-4 1-1-16,3-3-2 0,1 1 4 0,1 2 1 16,-5 0 0-16,3 0-10 0,1 0 7 15,-1 0-5-15,-3-1-2 0,4 0-1 0,-2 1 6 16,1-2-6-16,1-1 9 0,-4 2-14 0,3 1-7 15,-2 0 15-15,-8 0-5 0,19 0-5 0,-12-2 10 16,4 2-3-16,-11 0 4 0,16-3 1 16,-9 3 3-16,-7 0-7 0,17-2-13 0,-10 2 7 15,4-2-15-15,-11 2 21 0,16-1 2 0,-9 1-13 16,4 0 16-16,-1 0-3 0,-10 0-5 16,17-1 8-16,-10 0 2 0,3 1-7 0,-3-3 4 15,3 1-2-15,-10 2 6 0,17 0-4 16,-10 0-9-16,-7 0-3 0,14-1 2 0,-8 0 13 15,-6 1-15-15,11-2 13 0,-4-1-11 0,-7 3 1 16,13 0 4-16,-6-1 3 0,-7 1-7 0,14 0-3 16,-10-3 7-16,-4 3-2 0,13-2-2 15,-6 0-1-15,0-1 6 0,-7 3-3 0,13-1-5 16,-9 0 7-16,-4 1-7 0,14-5 8 0,-8 5-6 16,-6 0-5-16,10-2 11 0,-6 0 0 0,-4 2 7 15,11-4-15-15,-5 4 2 0,-6 0 3 16,10-3-2-16,-10 3 12 0,11-6-5 0,-8 5-10 15,-3 1 7-15,10-5 3 0,-7 3-2 16,-3 2 5-16,7-2-8 0,-2-4 5 0,1 6 0 16,-6 0-10-16,10-7 10 0,-7 4 0 0,0 1 3 15,-3 2-6-15,11-6-2 0,-10 3 0 0,2-1-10 16,-3 4 18-16,7-9-3 0,-4 7 5 0,0-2-15 16,0 1 18-16,-3 3-8 0,4-7 0 15,0 2 0-15,-1 0-2 0,0 3-3 0,-2-3 7 16,-1 5 1-16,6-8-8 0,-3 3 0 15,1 0-8-15,-4 0 11 0,3 3 7 0,-3 2-12 16,8-8 9-16,-8 3-17 0,3 0 5 0,0 0 7 16,-3 5 11-16,4-6-13 0,-1 2-7 0,0-1 12 15,-3 0-8-15,3-2 3 0,-2 5 0 16,2-4-5-16,0 3 13 0,-3 3-1 0,0-9-4 16,4 4 0-16,-3-2 4 0,2 4 3 0,-3 3-7 15,3-8-6-15,-3 1 9 0,0 7-12 0,3-8 12 16,-2 5-9-16,-1 3 13 0,3-9-10 15,-3 4 3-15,0 5-8 0,0-8 5 0,3 1-3 16,-3 3 6-16,0-2 7 0,3 2-18 16,-3 4 13-16,0-11-5 0,0 8 0 0,0-4 3 15,0 7-6-15,1-8 11 0,-1 3-5 0,2 0 4 16,-2-2-7-16,0 7-2 0,1-8-3 16,-1 5 2-16,3-4-2 0,-3 7 5 0,0-7 0 15,0 7 2-15,-3-8 6 0,3 1-3 0,0 7-10 16,0-10-3-16,0 8 8 0,0-4-2 0,0 6 2 15,-1-11 5-15,1 5 3 0,0 6-13 16,0-8 5-16,-2 1 2 0,2 3 3 0,0-2 0 16,2-2-12-16,-2 8 9 0,-2-10-4 0,2 3-1 15,0 3 13-15,-1-2-7 0,1-2-6 0,0 1-2 16,0 7 5-16,0-8 3 0,0 0-1 16,-3 1-4-16,3 3-1 0,0-2 8 0,0 6-5 15,-3-12 8-15,3 6 0 0,0-1 5 0,0 2-16 16,0-1 0-16,-3 0 11 0,2-2 0 0,1 8-1 15,0-10-19-15,-3 3 7 0,3 3 2 16,-3-2 11-16,3 0-1 0,0-1 1 0,0 7-8 16,-3-10 0-16,3 5 0 0,-1-1 0 15,1 0 5-15,0-1 3 0,0 3-6 0,0 4-7 16,-4-12 3-16,4 9 4 0,0-4-2 0,0 2 3 16,0 0-1-16,0 5-4 0,-3-9-8 15,3 3 12-15,0-1 1 0,-3 3 4 0,2-2-81 16,-1-1 13-16,1 3 2 0,1-3 10 0,0 0-2 15,-3 0 15-15,3 3-7 0,-3-3 12 16,2 0 0-16,-1 0 6 0,1 3 9 0,1-3-4 0,-3-1-11 16,3 2 8-16,-3 2 3 0,3-3 7 15,0 0 3-15,-5 3 2 0,5-2-2 0,-3 0 10 16,3 6-8-16,-3-10-2 0,3 3 17 16,0 4-7-16,-3-4 5 0,2 0-12 0,1 3 2 15,0 4 10-15,-3-11-18 0,3 7 8 0,0-2 2 16,0 6-4-16,-3-10 19 0,3 4-6 0,-4 2-9 15,2-2 0-15,1 0 6 0,1 6-3 0,0-8-3 16,-3 3 1-16,-1 0-1 0,3 1 14 16,1 4-9-16,-3-10-10 0,3 6 8 0,-3-1-2 15,3 5 2-15,-3-9-10 0,3 8 15 0,0 1-3 16,-4-10 1-16,4 8-8 0,-3-4 10 16,3 6-5-16,-3-7 2 0,3 7 4 0,-4-7-9 15,1 4 6-15,3 3 4 0,-4-7 1 0,4 7 5 16,-4-7 0-16,1 6-13 0,3 1 10 15,-3-8 3-15,-1 5 4 0,4 3-17 0,-3-7-2 16,3 7 4-16,-6-7 9 0,6 7 7 0,-4-3-11 16,0-2 6-16,4 5-10 0,-3-4 7 0,0-1-2 15,3 5-6-15,-4-4 3 0,4 4-2 16,-6-4-1-16,6 4 4 0,-4-3 1 0,4 3 6 16,-7-5-10-16,7 5-3 0,-7-2 5 0,7 2 0 15,-7-5-10-15,7 5 7 0,-10-2-9 0,10 2 14 16,-11 0-4-16,11 0 10 0,-12-1-11 15,12 1-12-15,-10-3 12 0,6 0-4 0,4 3-1 16,-14-1 3-16,14 1 5 0,-14 0 1 0,7 0-17 16,7 0 19-16,-17 0-18 0,7 0 7 15,0 0 11-15,0 0-13 0,0 0-3 0,-4 1-20 16,1 4-13-16,1-3-31 0,-1 0-48 0,-7 3-41 16,6-3-95-16,-3 4-479 0,0 0 49 0,0-3 72 15,3 0 61-15</inkml:trace>
  <inkml:trace contextRef="#ctx0" brushRef="#br0" timeOffset="-9807.58">7044 8868 637 0,'3'-6'194'0,"4"2"-22"16,-1-1-8-16,1 1-3 0,-2-2-10 0,4-1-20 15,-5 2 14-15,2-2 40 0,1-1-9 0,0 0-17 16,0 0-28-16,-4-1 4 0,4 1-9 0,-4-1-14 16,0 0-14-16,2 0-1 0,-2-3-15 15,-3 3-8-15,3-1 0 0,-3 0-5 0,0-4-20 16,0 6 15-16,-3-2 0 0,0 1-23 0,-1-3 8 16,1 3 7-16,2 0-10 0,-5 2 10 0,2 1-5 15,1 0-25-15,-3-1 2 0,2 4 8 16,-3-2-18-16,3 3 10 0,-2 0-10 0,6 2 3 15,-13-3-4-15,13 3 4 0,-15 5-1 16,5 2-7-16,1-4 3 0,0 5-6 0,0 1-8 16,-1 0-2-16,-1 5-10 0,4-3 15 0,-3 5 3 15,0 0-3-15,3 2 3 0,0-1 2 16,4 0-2-16,-4 2 4 0,3-1-4 0,1-1-3 16,3-2 5-16,-3 3 1 0,3-5-6 0,0 2 2 15,3 0 9-15,0 1-11 0,1-5 5 0,3 3 6 16,-4-5-11-16,4 1 10 0,3-2 3 15,0-1 2-15,4 1-7 0,0-5-3 0,-1 2 13 16,2-4-10-16,1 0 3 0,2-2-1 0,-2 1 0 16,5 0-7-16,-4-6 2 0,3 5-15 15,-2-5-3-15,-1 2-20 0,0-3-13 0,-1-1-23 16,-1 2-48-16,-2 0-24 0,1-1-92 0,-4 1-138 16,0-1-399-16,-2 3 33 0,-1-2 59 15,2 4 84-15,-6-4 41 0</inkml:trace>
  <inkml:trace contextRef="#ctx0" brushRef="#br0" timeOffset="-9360.87">7368 8997 865 0,'3'6'299'0,"-3"-6"-84"16,0 0-43-16,0 0-16 0,0 0-10 15,0 0-11-15,0 0-9 0,21-10 9 0,-18 7-22 16,1-4-18-16,2 0-3 0,-1 0-2 0,1 0-9 16,-2-2-11-16,2-1 1 0,-3 0 1 15,1 1 64-15,-1-4-29 0,1-1-2 0,-3 0-10 16,2 0 2-16,-3 2 5 0,3-2-20 0,-3 2-18 16,0 0 11-16,0 1-22 0,0 3 4 0,0 1-6 15,0-3 3-15,0 3-3 0,0 0-5 16,0 4-23-16,0 3 2 0,-3-8 6 0,3 8-18 15,0 0 10-15,0 0-8 0,0 0-2 0,-11 14 2 16,8-8 9-16,0 3-14 0,2 3 0 16,-5-3 5-16,6 5 3 0,-4-3-2 0,1 5-11 15,3-4 0-15,-3 2 8 0,3-3 5 0,3 3-16 16,-3-3 14-16,3 3 9 0,-3-4-20 0,4 4-12 16,-1-5 24-16,0 1-11 0,1-2 4 15,2 1-10-15,-1-1 10 0,1-1 0 0,1-4-5 16,0 2 8-16,3-1-10 0,0 0-13 0,-3-2 2 15,3-2-36-15,-2 0-38 0,-8 0-51 16,16-6-130-16,-9 2-551 0,3-3 23 0,-3 3 74 16,-4-3 75-16,1-5 73 0</inkml:trace>
  <inkml:trace contextRef="#ctx0" brushRef="#br0" timeOffset="-9210.85">7484 8465 588 0,'0'-7'223'0,"0"7"-46"0,0-8-70 0,0 8-104 16,1-6-231-16,2 5-330 0</inkml:trace>
  <inkml:trace contextRef="#ctx0" brushRef="#br0" timeOffset="12636.8">6373 6534 255 0,'0'0'103'0,"0"0"-19"0,0 0-4 16,-2-6 4-16,2 6 13 0,0 0-17 0,0 0-3 15,0 0-1-15,0 0 11 0,0 0-10 16,0 0-10-16,0 0 2 0,0 0 8 0,0 0-1 16,0 0 6-16,-4-7 8 0,4 7-24 15,0 0-7-15,0 0 3 0,0 0-8 0,0 0 4 16,0 0-4-16,0 0 13 0,0 0-14 0,0 0 9 16,0 0-3-16,0 0-11 0,0 0-7 0,0 0 18 15,0 0-18-15,0 0 10 0,0 0-2 16,0 0-16-16,0 0 11 0,0 0 15 0,0 0 58 15,0 0 1-15,0 0-15 0,0 0-6 0,0 0-8 16,0 0 1-16,0 0-6 0,10-3-2 16,-10 3-10-16,0 0 2 0,7-1-7 0,-7 1-8 15,10-4-6-15,-10 4 11 0,7-2-15 0,0 0-8 16,-7 2 3-16,10-2-11 0,-3-2 5 0,0 2-5 16,0 1 6-16,2 1-6 0,-1-4-7 15,2 1-11-15,-3 2 3 0,2-3 0 0,2 2 5 16,-1 2 3-16,-3-1-16 0,4 0 3 0,-4 1 5 15,2-2-6-15,2-1-4 0,-1 2 2 16,-3-1-71-16,4 1 7 0,-1 1 8 0,-1-2 0 16,-1 0 20-16,5 0-7 0,-6 1 13 0,3 0-9 15,-2 1 1-15,2-1 0 0,0-2 8 16,0 1 4-16,0 2 6 0,0-1 7 0,-2 1-12 16,2-1 18-16,3 1-19 0,-2 0 9 0,-1-2-4 15,3-1 4-15,-2 2-9 0,-1 1 4 16,0-2 1-16,1 2 14 0,-1-1-11 0,3 1-2 15,-2 0 7-15,-1-2-2 0,1 0-5 0,-1 2 10 16,-1-2 0-16,1 1 3 0,1 1-3 0,-1-1 2 16,-3 1 8-16,4-1-10 0,-1 1 6 0,0-5-4 15,0 5-2-15,0-1 8 0,0 0-11 16,-2 1 11-16,2-2-11 0,0 2 11 0,1-3-11 16,-4 2 9-16,3 1 9 0,1-2-15 15,-2 1 13-15,1 1-3 0,0-2-15 0,-2 0 5 16,1 0-5-16,-2 1 10 0,4 0 0 0,-4 1-2 15,2 0-1-15,-9 0 8 0,18-4-10 16,-11 2 3-16,3 2-1 0,-4-1-2 0,5 0 6 16,-4-1-9-16,0-1 8 0,-7 3-5 0,17-1 10 15,-10-1-10-15,-7 2-5 0,17-1 5 0,-10 1 0 16,3-2 3-16,-4 0 2 0,5 0-10 0,-4 1 7 16,0 0 14-16,2 0-16 0,-9 1 2 15,15-3 3-15,-8 1-12 0,2 2 2 0,-1-1 5 16,-1 0 5-16,2 1-3 0,-9 0-4 0,15-5-9 15,-9 4 11-15,-6 1 0 0,13 0 11 16,-13 0-1-16,14 0-7 0,-7-2 2 0,-7 2-3 16,10-1 1-16,-10 1 12 0,11-2-15 0,-11 2-2 15,10 0-19-15,-4-2 16 0,-6 2 10 0,0 0-10 16,15-2 0-16,-15 2 13 0,7 0-1 16,-7 0 3-16,9-1-7 0,-9 1-13 0,0 0 10 15,7-1 0-15,-7 1 0 0,0 0 2 0,0 0 1 16,0 0 2-16,0 0-5 0,14 0-3 15,-14 0-17-15,0 0-44 0,0 0-90 0,1-1-163 16,-1 1-482-16,0 0 95 0,0 0 47 0,0 0 60 16,0 0 57-16</inkml:trace>
  <inkml:trace contextRef="#ctx0" brushRef="#br0" timeOffset="14520.05">4199 6544 532 0,'0'0'174'0,"0"0"-5"16,0 0-23-16,0 0 0 0,0 0-16 15,0 0-9-15,0 0-4 0,0 0 6 0,17-8 0 16,-17 8-5-16,0 0-11 0,0 0 1 0,0 0-3 16,7 0-8-16,-7 0-13 0,7-2-2 0,-7 2 3 15,0 0-8-15,8 0-11 0,-8 0 8 16,9-2-20-16,-9 2 0 0,10-4 0 0,-10 4-3 15,11 0 5-15,-11 0-10 0,10-2-2 0,-10 2-11 16,10-1-5-16,-10 1-2 0,14 0 5 16,-14 0-1-16,10 0-12 0,-3 0 0 0,-7 0 8 15,14-2-6-15,-8 0-7 0,-6 2-8 16,14 0 18-16,-6-2 0 0,1 1-15 0,-9 1 12 16,17-1-7-16,-9 1 0 0,2 0 2 0,0 0 11 15,0-1-18-15,0-2 4 0,0 3 1 0,4-2 0 16,-4 2 2-16,0-1-12 0,1 1 10 0,-1-1-3 15,0 1 5-15,1 0-22 0,2-2 9 16,-2 2 1-16,-1 0 4 0,0-3-2 0,1 3 6 16,-1 0-6-16,0 0-3 0,4-1 14 15,-4 1-16-15,0 0 10 0,1 0-10 0,-1 0 3 16,0 0-3-16,1-2 2 0,2 2 3 0,-4 0 3 16,3-1 2-16,-2 1-2 0,0 0-3 0,1-2 10 15,1 0-10-15,-1 2 3 0,-1 0 0 16,0-2-1-16,1 2 6 0,-4-1 3 0,6 0-16 15,-6 1 2-15,3-1 8 0,0-2 1 0,0 3-4 16,1-2 1-16,-11 2-8 0,17 0 13 16,-6 0-3-16,-1 0-10 0,0 0 5 0,-10 0 5 15,18-1-10-15,-9 1-2 0,2-1 2 0,-4 1 10 16,-7 0 3-16,19 0-5 0,-8 0-14 16,-1 0 14-16,-3 0-10 0,4 0 7 0,-11 0-3 15,20 0 3-15,-10-2-2 0,0 2 7 0,-2 0-2 16,5 0-6-16,-3-3 6 0,0 3-10 15,1 0 2-15,-1 0 0 0,0 0 5 0,1 0-8 16,-1-1 6-16,0 1 4 0,-10 0 1 0,17 0-13 16,-7 0 13-16,1 0-6 0,-11 0 6 0,14 0-8 15,-4 0 0-15,0 0 0 0,0 0 2 16,-10 0-4-16,14 1-8 0,-4-2 12 0,-3 2 3 16,-7-1-5-16,17 0 0 0,-10 0 3 0,3 0 4 15,-10 0 6-15,17 0-13 0,-9-1-2 16,1 1 2-16,-9 0-3 0,17 0-7 0,-9 0 0 15,1 0 5-15,2 0 2 0,-11 0 13 16,16 0-7-16,-9 0 7 0,4 0-5 0,-11 0-13 0,17 0 8 16,-9 0 11-16,1 0-16 0,-9 0 10 15,17 0-5-15,-6 0-3 0,-5-2-2 0,4 2 5 16,-10 0 3-16,15 0 4 0,-6 0 4 0,-2-1-1 16,-7 1-8-16,17 0 1 0,-10 0-11 15,-7 0 1-15,15 0 7 0,-6 0-11 0,-9 0 14 16,13 0-1-16,-13 0-2 0,15 0 11 0,-8-2-14 15,2 0 8-15,-9 2-5 0,14 0 8 16,-7 0 2-16,-7 0 8 0,13-2-10 0,-5 2-19 16,-8 0 24-16,16-1-2 0,-9 0-4 0,-7 1-14 15,14 0 9-15,-7 0 13 0,-7 0-15 0,14-1 0 16,-7-2 11-16,-7 3-4 0,13-2-4 16,-6 2-3-16,-7 0 5 0,14 0 3 0,-8 0-3 15,-6 0-3-15,10 0-7 0,-10 0 23 0,11-1-13 16,-11 1 0-16,10-1-5 0,-10 1 3 15,0 0-8-15,10 0 10 0,-10 0-23 0,0 0-25 16,0 0-39-16,0 0-57 0,0 0-83 0,8 1-408 16,-8-1-140-16,0 0 66 0,-24 3 71 0,6 0 55 15</inkml:trace>
  <inkml:trace contextRef="#ctx0" brushRef="#br0" timeOffset="15803.71">2699 6628 545 0,'0'0'187'0,"0"0"-31"15,0 0-3-15,0 0-12 0,0 0-13 16,0 0-15-16,0 0-3 0,0 0-5 0,0 0-13 16,0 0 3-16,0 0-11 0,0 0 8 0,0 0-15 15,0 0-3-15,0 0 6 0,0-11-11 0,0 11 10 16,7 0-7-16,-7 0-6 0,10-1-7 15,-4-2-5-15,-6 3-3 0,15-2-5 0,-6 1-2 16,2 1 7-16,-4-1-3 0,6 1-1 0,-2-2-7 16,2-1-1-16,-2 2-11 0,3 1 5 15,-2-2-2-15,3 1-10 0,-2 1 12 0,0 0-8 16,-1-2 1-16,1 0 0 0,1 0-11 0,-1 1-74 16,1 1 16-16,-1-1 14 0,-2 1 4 15,3-1-1-15,-1 1-5 0,1-5 29 0,-1 5-16 16,-1 0 21-16,0-2-6 0,1 2-5 0,2-2 11 15,-5 2 7-15,4-3 3 0,-1 2 69 16,0 1-8-16,2-2-12 0,1 1-6 0,-4 1 5 16,4-2-10-16,2-2-4 0,-1 3 6 0,0 0-9 15,3 0-6-15,-3-2 1 0,4 1 7 16,-1 1-16-16,0 0 1 0,1-4-3 0,0 4 8 16,-4-1-18-16,4 1 15 0,-2-3-12 0,-1 2 9 15,0 1-4-15,1 0 5 0,-5 0-18 0,3-2-1 16,0 1 11-16,-3 1-5 0,3 0-5 15,-3-1-3-15,3-1 11 0,-4 2-1 0,1-1-9 16,0 1 12-16,3 1-13 0,-4 0 5 0,1-4 3 16,0 2-10-16,-1 1 7 0,1 0-10 15,-1 1 13-15,2-1-8 0,-2-2-7 0,1 1 5 16,-1 2-1-16,-1-1 1 0,0 0 12 0,-1 1-14 16,0 0 14-16,1-2-12 0,-4-1 5 0,2 3 2 15,0-1-7-15,-10 1-1 0,13 0 6 16,-5-2 8-16,-1 1-16 0,-7 1-5 0,13 0 7 15,-13 0 4-15,7 0 4 0,-7 0-2 0,10-2 23 16,-10 2-26-16,7-2 8 0,-7 2-5 16,0 0-1-16,10 0 1 0,-10 0-5 0,0 0-26 15,0 0-26-15,0 0-40 0,11 2-80 0,-5 0-468 16,-2-1-215-16,-4-1 91 0,10 2 94 16,-10-2 68-16,7-7 69 0</inkml:trace>
  <inkml:trace contextRef="#ctx0" brushRef="#br0" timeOffset="25135.79">4872 6584 92 0,'0'0'30'16,"0"0"-1"-16,0 0-1 0,0 0-3 15,0 0-9-15,0 0-27 0,0 0 32 0,0 0-3 16,0 0-11-16,0 0 19 0,0 0-11 16,0 0-32-16,0 0 34 0,8 0-4 0,-8 0-13 15,0 0 16-15,0 0-37 0,0 0 24 16,0 0 20-16,0 0-8 0,0 0-10 0,0 0 11 16,0 0-4-16,0 0-4 0,0 0-21 0,0 0 8 15,0 0 15-15,0 0-7 0,0 0-21 0,0 0 23 16,0 0 13-16,0 0-26 0,0 0-10 0,0 0 16 15,0 0 10-15,0 0-37 0,0 0 9 16,0 0-18-16,0 0 14 0,0 0-40 0,13 2 0 16,-13-2-23-16</inkml:trace>
  <inkml:trace contextRef="#ctx0" brushRef="#br0" timeOffset="85361.36">18365 6551 417 0,'0'0'123'0,"0"0"-6"0,0 0-1 16,0 0-4-16,0 0-2 0,0 0 13 0,0 0-21 15,0 0-9-15,0 0 4 0,0 0-5 0,0 0 5 16,0 0 67-16,0 0-8 0,0 0-5 0,0 0-12 16,0 0-6-16,15 3-13 0,-15-3-5 0,6 3-13 15,-6-3 9-15,10 2-4 0,-10-2-15 16,11 0-12-16,-11 0-1 0,10 0-2 0,-10 0-36 15,17 0 25-15,-10 0 6 0,-7 0-11 0,17 0-4 16,-6 0-70-16,-1 0 0 0,-1 0-2 16,6 0 15-16,-5 0 12 0,4 0-9 0,-1 1-6 15,4-1 14-15,-3 0 7 0,-1 0-8 0,4 0 3 16,-3 1 2-16,3-2-2 0,-3 2-5 16,0-2 9-16,2 2-11 0,-1-1 1 0,1 0 14 15,1 0-11-15,-3 2-2 0,3-2 10 0,-3 0-18 16,3 3 12-16,-3-3-12 0,3 0 21 0,0 1-16 15,-3-1 3-15,3 0-3 0,-3 0 5 16,3 1 3-16,-4 0-6 0,1-1 4 0,0 2-6 16,2 0 13-16,-2 0-5 0,0-2-3 0,0 0-3 15,-1 1 9-15,1-1-11 0,0 0-5 0,0 2 13 16,-1-2-3-16,-3 0-5 0,4 1-5 16,-1-1-8-16,-1 0 24 0,1 3-11 0,-3-1-13 15,1-2 11-15,2 0 7 0,-3 1 0 0,1-1-10 16,-1 1 16-16,3-1-11 0,-3 0-3 15,0 2 3-15,1-2 1 0,-1 0-6 0,0 0 0 16,1 3 0-16,-4-3-3 0,3 1 11 0,-1-1 7 16,-1 0-10-16,2 1-5 0,-10-1-5 0,14 1 8 15,-4-1-9-15,-10 0 17 0,14 2 1 16,-8-2-1-16,-6 0-1 0,11 2-13 0,-4-2 8 16,-7 0-5-16,9 2 3 0,-5-2-3 0,-4 0 10 15,0 0-5-15,11 0-10 0,-11 0-5 0,0 0-46 16,3 0-24-16,-3 0-40 0,0 0-128 15,0 0-553-15,0 0 66 0,0 0 57 0,-27 0 74 16,17-2 51-16</inkml:trace>
  <inkml:trace contextRef="#ctx0" brushRef="#br0" timeOffset="87011.31">15962 6571 435 0,'0'0'174'0,"0"0"-34"0,0 0 1 16,0 0 3-16,14-2-24 0,-14 2-15 16,10 0-3-16,-10 0-4 0,14-2-11 0,-7 2-3 15,-7 0 8-15,14-1-5 0,-4-2-2 0,-10 3-11 16,14-2 0-16,-5 2 59 0,2 0-7 0,-1-1-11 15,0 0-15-15,-10 1-8 0,21 0-10 16,-11-2 5-16,4 2-3 0,-1-3-7 0,2 2-16 16,-2 1 1-16,4-2-6 0,-3 2-12 0,0-1 4 15,-1 1-2-15,1 0-74 0,3-2 3 16,-4-2-9-16,5 4 24 0,-5-1-10 0,4 1-1 16,-3-1 3-16,3 1 8 0,-4 0-8 0,2-1 10 15,1 1-7-15,-2 0 7 0,0-3 8 0,3 3 0 16,-4-2 3-16,2 2-3 0,1 0 8 0,-2 0-3 15,0-1-3-15,3 0 21 0,-3 1-18 16,0 0 8-16,2 0-2 0,-2 0-1 0,3 0-3 16,-3-2 6-16,0 2-8 0,3 0 6 15,-4-3 4-15,2 3-5 0,1 0 6 0,1 0-4 16,-3 0-4-16,3 0 7 0,0-1-4 0,0 1 1 16,-3 0-1-16,3 0-1 0,-3 0 8 0,3 0-5 15,-1 0 2-15,-1 0-7 0,1 0-6 16,-1 0 16-16,-2-2-10 0,4 2-6 0,-3 0 3 15,0 0 6-15,-1 0-1 0,0-1 3 0,4 1-11 16,-6 0 24-16,6 0-21 0,-4-2 5 16,1 2 11-16,0 0-6 0,0-2 0 0,-1 2-9 15,1-2-1-15,-3 2 8 0,2 0-11 0,1-1 3 16,-1 1 3-16,-2 0-6 0,2 0 9 16,0 0-16-16,-1 0 5 0,0 0 0 0,0-1 10 0,-3 1-10 15,5 0 2-15,-3 0 1 0,-1 0-3 16,0 0 2-16,4 1 9 0,-4-1-6 0,1 0 0 15,-2 1 18-15,1-1-15 0,0-1-3 0,-2 2 2 16,2-1 4-16,0 0-19 0,-2 2 16 16,4-2 2-16,-12 0-8 0,18 0 6 0,-8 2-10 15,-3-2-1-15,3 0-2 0,1 0 15 0,-2-2-2 16,1 4-3-16,-10-2-8 0,18-2 6 16,-11 4 7-16,3-2-10 0,0 0 8 0,-10 0-8 15,17 0 15-15,-9 0-2 0,1 0 0 0,-9 0-11 16,18 0 9-16,-11 0-1 0,-1 2-2 0,4-2-8 15,-10 0 2-15,15 0-2 0,-6 0 0 16,-9 0 10-16,15 0-5 0,-9 0 1 0,-6 0-6 16,14 0 5-16,-4 0 2 0,-10 0-4 0,14 0-3 15,-5 0 8-15,-9 0-3 0,15 0-10 16,-9 0 10-16,-6 0 2 0,14 0 4 0,-4 0-11 16,-10 0 5-16,11 0 2 0,-11 0 11 0,14-2-18 15,-14 2 3-15,13 0 12 0,-13 0-7 0,10 0 2 16,-10 0 0-16,11 0-2 0,-11 0-13 0,9-2 2 15,-9 2-7-15,0 0-26 0,10 0-28 16,-10 0-69-16,1 2-46 0,-1-2-97 0,0 0-505 16,0 0 90-16,-11 5 43 0,-2-1 62 0</inkml:trace>
  <inkml:trace contextRef="#ctx0" brushRef="#br0" timeOffset="88344.89">13764 6625 284 0,'0'0'107'0,"11"0"6"16,-1-2-6-16,-10 2-4 0,13-2 9 0,-6 2-17 15,4-2-21-15,-4 1 0 0,3 0 34 0,-1 1-41 16,-9 0 4-16,18-1-22 0,-8 1 10 16,-2-3 2-16,2 3-17 0,-1-2-3 0,2 2 5 15,2 0-3-15,-3 0-2 0,2-1 3 0,1 1-3 16,1-1 20-16,-1 1-23 0,0 0-4 15,2 0-1-15,1 0-18 0,-2-2 19 0,3-1-6 16,0 3 8-16,-3-1-16 0,3 1 13 0,1-2-10 16,1 1-5-16,-4 1-2 0,5-2 9 15,0 0-14-15,-2 0 29 0,-1 1-11 0,3 0-6 16,0 1-3-16,-2-1 6 0,3-4-11 0,-2 5 6 16,-1-1-14-16,-1 0 24 0,3-1-34 0,-2-1 14 15,-2 2-11-15,5-2 79 0,0 3 3 16,-4-2 0-16,3 0-11 0,-3 0-9 0,4 0-8 15,-3 2-3-15,1-4 0 0,-1 2 5 16,2 1-2-16,-3 0 0 0,1-1-5 0,2-1-6 16,0 2-22-16,-3-1 14 0,1 1-7 0,-1 1 13 15,0-4-7-15,3 2-4 0,-3 1-14 0,1 1-1 16,2-1 8-16,-3 1-10 0,1-1 5 0,1-2 0 16,-1 1 2-16,-2 2 3 0,2-1-10 15,-1 1 5-15,0-1 10 0,0 1 3 0,0-5-16 16,1 5 13-16,-2-1-7 0,-2 1-6 0,3-2 11 15,-3 1-1-15,0 1-7 0,3-2 0 16,-4-2 5-16,2 4-10 0,-2-1 0 0,4 0 7 16,-7 1-4-16,3-1-3 0,1-2-1 0,-3 1 1 15,-1 2-8-15,0-1 3 0,0 1 12 0,-10 0-20 16,14-1 8-16,-7 1-8 0,-7 0 10 16,10 0-15-16,-10 0-20 0,11-2-34 0,-11 2-15 15,0 0-24-15,0 0-60 0,10 2-57 0,-10-2-226 16,0 0-296-16,0 0 23 0,-24 4 100 15,11-4 38-15</inkml:trace>
  <inkml:trace contextRef="#ctx0" brushRef="#br0" timeOffset="89230.69">12199 6578 547 0,'0'0'162'0,"0"0"-1"16,0 0-31-16,0 0 1 0,0 0-8 15,0 0-18-15,0 0 2 0,14 8-20 0,-14-8 3 16,10 5-13-16,-4-4 2 0,-6-1-20 0,11 0 2 16,-1 0 11-16,0 0 12 0,4 0-20 15,0 0 6-15,3 0-12 0,3-4-9 0,1 2 0 16,0 0 10-16,9 0-11 0,-3-4 8 0,4 1 67 15,7 1-7-15,-4-3-24 0,3 0 2 0,1 0-1 16,-4-1-14-16,4 2-7 0,-4-1-16 16,1-1 5-16,-1 1-2 0,-4 1-23 0,-2 2 13 15,2-3 2-15,-5 0-8 0,-2 5-7 16,1-4-3-16,-6 4 1 0,1-1-11 0,-1-1 7 16,-5 2-4-16,1 1-8 0,-3-4 10 0,1 4-30 15,-1 0-37-15,-4 1-25 0,-7 0-105 0,18 0-622 16,-12 0 49-16,-6 0 71 0,0 0 62 15,0 0 61-15</inkml:trace>
  <inkml:trace contextRef="#ctx0" brushRef="#br0" timeOffset="174601.51">13699 10168 839 0,'0'0'261'0,"11"-2"-13"16,-2 1-27-16,2-3-14 0,-1 1-18 0,0 3-17 15,4-2-3-15,-3-1-11 0,3 1-35 16,-1 1 8-16,1-2-26 0,-1-1 18 0,2 4-23 16,1-5 15-16,2 0-13 0,-2 3-20 0,2-3 13 15,1 5-8-15,2-4-16 0,0 0 19 0,2 1-6 16,1-3-17-16,1 4-3 0,2-4 8 0,1 4-13 16,-1-3-8-16,1 4 0 0,2-2-5 15,1 1 5-15,3-3-25 0,-3 5 10 0,3-1-21 16,0-3 13-16,0 2 16 0,3 2-29 15,5-2 3-15,-1 0-3 0,-1-2 24 0,-5 4-1 16,3-2-12-16,-4 1-3 0,3 1-3 0,-3-2 1 16,1 2 2-16,5-2-3 0,2 2-10 15,-5 0 11-15,4-2-3 0,1 1 0 0,-2 1-3 16,1 0-7-16,1-1-6 0,-2 0 19 0,1 1-19 16,-2-5 1-16,4 5 10 0,-2 0-8 0,1 0-5 15,-8-1-3-15,7 0 11 0,-7 1-5 0,3-2 7 16,-2 2-10-16,-1-3 2 0,0 3 6 15,1-1-11-15,2 1 1 0,0 0 7 0,5 0-8 16,2 0 9-16,-3 0-1 0,4 0 2 0,-1 0 1 16,1 0-8-16,-1-2 3 0,4 2 4 0,-7-1-2 15,4 1-7-15,-1 0-1 0,-1-2-4 16,-1 2 2-16,-1 0-1 0,0-2 1 0,-6 0 5 16,2 2 11-16,-3 0-9 0,3 0 3 0,-2-1 18 15,-1 1-15-15,4 0 2 0,3 0-7 16,3 0 17-16,-2-1-20 0,1 0 8 0,-2-2 2 15,1 1-12-15,-2 2 14 0,1 0-7 0,-2-1 13 16,4 0-20-16,-5-4 9 0,4 4-7 0,-2 1-10 16,1 0 5-16,-2-2 3 0,-2 1 4 15,4-1-4-15,-1 2 9 0,2-2-4 0,-1 0-1 16,-1 1 9-16,2 1-14 0,-1 0 6 0,0 0-11 16,3 0 0-16,0 0 11 0,1 0-1 0,-1-1-2 15,-3 1 0-15,4-1 0 0,-4 2-5 16,1-2 10-16,1 1 3 0,1-3-11 0,-2 1 3 15,2 2-5-15,-2 0 8 0,5 0 7 0,1-1-18 16,17 0 8-16,-3-1 0 0,-1-2 3 0,-6 4-8 16,-8 0 0-16,-1 0 7 0,1 0-2 15,4 0 5-15,-6 0-2 0,6 0-3 0,-4 0 0 16,2 0 3-16,-1 0-6 0,-1 0 8 16,2-2-7-16,-2 2 12 0,18 0-13 0,-13-1 6 0,-4 1-6 15,2 0 6-15,-1 0 2 0,-2 0 8 16,4 0-11-16,11-2-4 0,-10 0 7 0,-8 2 0 15,1-2-8-15,-2 1-4 0,-2 0 14 0,1 0 1 16,-8-2-10-16,0 1-1 0,-3 2 8 16,3-1-10-16,-6-2 8 0,2-1-6 0,-5 4 18 15,-2-2-2-15,-2-1-8 0,2-1 0 0,-6 3 8 16,4 0-15-16,-4-5 2 0,-6 6 10 16,2-1-2-16,-2 0 4 0,-1-1-35 0,-1-2-51 15,-4 2-74-15,-5-1-277 0,0 3-502 0,-8-6 126 16,-2 0 54-16,-11-4 86 0,-20-9 62 0,-13-2 92 15</inkml:trace>
  <inkml:trace contextRef="#ctx0" brushRef="#br0" timeOffset="177934.56">17289 8699 586 0,'0'0'240'0,"0"0"-20"16,0 0-17-16,0-6-22 0,0 6 6 16,0-7-20-16,0 7-1 0,0 0-10 0,0 0-20 15,-1-8-13-15,1 8 0 0,-3-3-8 0,3 3-23 16,0 0 5-16,-7-6-12 0,7 6-11 15,-6-1 0-15,6 1-13 0,-7-2 3 0,7 2-7 16,-10-5-6-16,6 4-2 0,4 1 4 0,-13-2-7 16,9 0-12-16,-3-1-14 0,7 3 13 0,-16-2 3 15,9 2-10-15,-1-1-6 0,-2 1 1 16,0-1 2-16,0 1 2 0,0-2-4 0,0 2-3 16,-2 0-10-16,-1-3 4 0,-1 3 22 0,1-1-14 15,0 1 3-15,-2 0-5 0,2 1 3 16,-4-1-6-16,4 0-2 0,1 3 0 0,-1-3 7 15,-4 2-2-15,4-2-3 0,-2 1-10 0,-1-1 18 16,3 1-17-16,-2-1-1 0,-1 2 7 0,2 1-1 16,0-1-9-16,-3-2 3 0,-1 3 0 15,-1 2 6-15,1-3-6 0,1-1-10 0,0 5 10 16,0-6 3-16,3 1-3 0,-2 5 2 0,1-5-7 16,2 2 5-16,-1 2 6 0,1-3-6 15,-2-1-5-15,2 5 13 0,0-6-8 0,2 1 5 16,-2 4-87-16,2-3 36 0,-2 1-10 0,3 1 10 15,-5-1 5-15,6-2-2 0,-3 4 5 16,-1-3 7-16,3 0 13 0,-4 3-5 0,4-3-10 16,0 0 13-16,-1 4-8 0,-2-6 7 0,3 6-4 15,-1-4-1-15,1 3 9 0,-1-3-4 0,-2 1 3 16,3 2 11-16,-1-3-8 0,2 2 2 16,-2-1 0-16,1-2 13 0,-3 5-20 0,6-3 15 15,-4-1 3-15,1 2-9 0,3-2 6 0,-2 2-7 16,1-1 9-16,1-2 6 0,0 4-8 0,-2-3 0 15,1 2-10-15,1 0 5 0,-2-2-6 16,2 4 24-16,-1-4-15 0,-1 3-3 0,2-1 10 16,0 1 0-16,-1-2 5 0,-1 1-7 15,2 0-3-15,0 1-8 0,-3-1-2 0,6 1 12 16,-2-2 3-16,-1 1-7 0,-1 0 2 0,2 1-3 0,-1-1 8 16,0 2-17-16,1-3 9 0,-2 3 6 15,1 0 4-15,1-4-4 0,-1 5-6 16,0-4 6-16,3 3-6 0,-2-4 13 0,2 4-4 15,-2-2-1-15,2 1-8 0,-3-2 19 0,1 3-16 16,2 0-6-16,1-4-9 0,-1 5 10 0,-2-3 13 16,2 2-3-16,0 1 2 0,-2-2-9 15,2 1-3-15,1 1 0 0,-3 1 5 0,5-1-8 16,-5 0 10-16,1-1-9 0,2 2 2 0,0-1 7 16,3 0-2-16,-3 1 3 0,2 0-11 15,-2-2 11-15,0 0 4 0,3 1-4 0,-3 1-6 16,3-1-2-16,0 0 13 0,-1 1 5 0,1-1-8 15,-3-3-8-15,3 5 16 0,0-1-10 0,-3-1 2 16,3 0 23-16,0 1-26 0,-4-1 9 0,4-3-14 16,-3 6 1-16,3-3 4 0,-1 1 3 15,1-1 8-15,0 3-13 0,-3-3 5 0,3 1-15 16,0 2 18-16,0-3-3 0,0 1 5 16,0 2 0-16,0-2-10 0,3 2-2 0,-3 1 9 15,1-1-7-15,-1 1-2 0,3-3-3 0,1 2 10 16,-4 1-5-16,3-1-3 0,-3 1 3 15,3-3-5-15,-2 2 5 0,2 3-8 0,-3-4 6 16,3 1 2-16,0 3 2 0,-2-3 6 0,2-1-3 16,0 2-5-16,-3-3 3 0,3 4-1 0,2-2-2 15,-2-1 0-15,0 1 5 0,1-2-7 0,-1 2-1 16,0 0 26-16,1 1-15 0,2-3-11 16,-1 3 14-16,1-3-11 0,-3-1 10 0,4 3-10 15,-4-2-3-15,4-1 1 0,-3 3 4 0,3-3 1 16,-1-1-3-16,-2-1-3 0,2 2 1 15,2 1 7-15,-4-2 5 0,5-2-2 0,-2 3-8 16,0 0 8-16,0-4 2 0,3 4-5 0,-3-1-3 16,3 0-2-16,-3-2-2 0,3 2 7 0,-3-2 5 15,4 3 3-15,-1-3 0 0,0 0-13 16,0 2 10-16,0-3-2 0,0 2-13 0,4-2 5 16,-7 3 2-16,3-4-2 0,1 3 0 0,-1-3 5 15,0 1 6-15,1 2-4 0,-1-3-7 0,0-1-10 16,4 4 23-16,-4-3-5 0,0-2-6 15,1 5-7-15,2-4 18 0,1 0-13 0,-4-1 10 16,3 2-2-16,-2-2-11 0,2 1-5 16,1 1 11-16,-3 0 7 0,2-2-10 0,1 0 3 15,-1 0-3-15,1 0 5 0,-3 0-3 0,3 1 4 16,-1-1 4-16,0 0-5 0,1 0-2 0,-4 0-6 16,1 2 8-16,-1-2 5 0,0 0-5 0,1 0-5 15,2-2 11-15,-3 2-6 0,1 0-5 16,-1 0 7-16,3 0 1 0,-2-1-8 0,-1 1 5 15,4 0 0-15,-1-2 1 0,-3 2-4 0,4-2 6 16,-3 2-3-16,3-1-5 0,-4-1 8 16,3 2 2-16,1 0-10 0,-1-1 10 0,1 0 5 15,-3 1-10-15,2-3 3 0,-2 1-3 0,2 2 3 16,-2 0-13-16,2-2 13 0,-3 0-1 16,4-1 6-16,-4 2-5 0,0 1-1 0,4-3-2 15,-4-1 11-15,0 1 2 0,4 1-13 0,-4-3-5 16,4 4 8-16,-4-5-3 0,0 5-5 0,4-4-3 15,-4 2 1-15,0 0 12 0,1-3-8 16,-1 5-4-16,0-5 12 0,1 5-13 0,-1-2 21 16,0-4-25-16,-2 6 9 0,2-5 9 15,-1 4-14-15,2-4 16 0,-4 3 2 0,0-2-17 0,2 1 9 16,2-1-4-16,-4-2-3 0,0 6 5 16,-1-4-3-16,5 0 4 0,-4-2-9 0,-1 5-12 15,5-4 15-15,-4 3 7 0,0-4-4 0,-1 5-8 16,1-3 0-16,0 1 5 0,0 0-3 15,-1-1 11-15,-2 0-3 0,4 3 0 0,-2-3-8 16,-2-2 24-16,2 4-16 0,-2-3 8 0,2-1-3 16,2 3 5-16,-2-2-20 0,-2-2 5 15,2 4 8-15,-2-3-5 0,2 1-1 0,-1-4 6 0,1 3-16 16,-3 0 8-16,1 0 8 0,2 1-6 16,-2-3-12-16,-1 2 15 0,4-1 0 0,-3 1 3 15,-1 0-3-15,1-3 3 0,2 3 15 0,-3-1-10 16,1 1-13-16,0-1-3 0,2 2 11 15,-5 0-6-15,5-2 3 0,-3 3-5 0,1 1 6 16,-1-2 1-16,0-2-2 0,2 1 3 0,-2 3-5 16,3-2-6-16,-2-2 3 0,-1 4 15 15,1-3-15-15,-1 1 11 0,0-1-19 0,1 2 11 16,0-1-1-16,-1-1 13 0,0 0-12 0,1 3 7 16,-1-3-5-16,0 0 1 0,0 4-4 0,-2-4 3 15,2 0 0-15,1 0 3 0,-1 3-3 16,-2-4 0-16,2 1 3 0,0 0 5 0,-3 0-13 15,3-1 10-15,-3 2 8 0,1-1-13 0,-1-1 3 16,3 1-11-16,-3 0 8 0,3-3 0 0,-3 3 3 16,3-1-8-16,-3 0-3 0,1-1 1 15,-1 1 7-15,3 0 3 0,-3-1-8 0,0 1 2 16,4 0-4-16,-4-2 9 0,0 3-4 16,0-5-6-16,0 0 3 0,0 3-12 0,0-1 27 15,0 0-15-15,-4-2-13 0,4 2 16 0,-3-1-6 16,2 1 13-16,-2-2-7 0,0 2-3 15,3 0 3-15,-4-2-9 0,1 2 9 0,3 0 5 16,-3 1-19-16,0-3 9 0,-1 1-1 0,0 3 6 16,4-3-8-16,-3 3 5 0,-1-4-8 0,1 3 8 15,0 0 3-15,-1 1-3 0,-2-2-8 0,2 2 8 16,-3-2 2-16,3 2-7 0,-2-1 3 16,-1 0-1-16,-2 1-4 0,1 0 7 0,1-1 5 15,0 1-8-15,-3 0 1 0,3 0-1 0,0 0 6 16,-2 1-6-16,1 1 11 0,1 1-8 15,-3-2 0-15,4 1-3 0,-2 3-2 0,1-2 5 16,-2 1-5-16,2-2 7 0,-1 4-2 0,2-3-2 16,2 4 2-16,-2-2 2 0,-1-2-12 0,1 2 20 15,1-1-10-15,-1 1 6 0,6 3-9 16,-10-3-2-16,6-1 0 0,-3 2 15 0,3-2-5 16,4 4-2-16,-10-4-8 0,1 3 2 0,5-3 8 15,-3 2 0-15,7 2-10 0,-14-2 8 16,5 0-6-16,1-1 6 0,-2 3 4 0,10 0-7 15,-18-1 0-15,9 1 0 0,-1 0-2 0,0 0-3 16,-4 0 0-16,4 0 5 0,-5 0-3 0,2 0-2 16,-1 0-8-16,1 0-13 0,-5 0-43 15,5 0-36-15,-5 1-51 0,-1 4-64 0,4-5-92 16,-5 1-530-16,0 0 102 0,2 4 64 0,-2-4 64 16,0 0 49-16</inkml:trace>
  <inkml:trace contextRef="#ctx0" brushRef="#br0" timeOffset="178517.66">16205 8486 726 0,'0'0'256'0,"0"0"-15"0,0 0-23 15,0 0-26-15,0 0-16 0,11-17-9 16,-8 16-11-16,1-5-18 0,2 2-8 0,-3-3-19 15,4 5 6-15,-4-4-12 0,5-2 8 16,-2 1 76-16,-2 0-38 0,-1 1-12 0,1-1-6 16,-1-1-3-16,0 1 6 0,1-3-16 0,-3 2-5 15,2 1-15-15,-3-3-8 0,0 2-5 0,0 1-23 16,0-3 3-16,0 3-1 0,-3-1-4 16,2 2-11-16,-3 1-5 0,1-2-5 0,0 3-8 15,-1 1 3-15,4 3-15 0,-13-2 7 0,13 2 0 16,-14 2-10-16,7 5 2 0,-3-1-2 15,2 0-7-15,-4 7 9 0,5-2-5 0,-4 3 1 16,4-2 2-16,-3 4-18 0,4 0 15 0,2 1 3 16,0-2 0-16,-2 2-3 0,5-2-7 15,-2 2-3-15,6-2 15 0,-3-4-12 0,1 6 2 16,2-4-2-16,0-1 7 0,5 1 16 0,-2-3-15 16,1-1-24-16,0-1 18 0,7 2 8 15,-4-4-15-15,0-4 4 0,4 4 11 0,-4-3-13 0,1-1-18 16,2 1-4-16,-3-2-24 0,1-2-49 15,-1 1-20-15,-1-4-67 0,2 1-68 0,-1 1-487 16,-3-4-108-16,4-1 64 0,-4 0 75 0,-1-3 66 16,-2 2 57-16</inkml:trace>
  <inkml:trace contextRef="#ctx0" brushRef="#br0" timeOffset="178900.55">16376 8385 783 0,'1'8'335'0,"2"-2"-33"15,0-2-33-15,3 5-23 0,-2 3-21 0,2-3-28 16,-1 1-15-16,2 3-26 0,2-1-13 16,-2-2-5-16,1 3-20 0,1-3-13 0,-5 0-13 15,2 0 0-15,2 0-2 0,-5-1-21 16,1-5-7-16,2 3-4 0,-2 0-6 0,-1 0 12 15,0-4-18-15,-3 3 7 0,0-6 1 0,3 2 0 16,-3-2-3-16,0 0-12 0,0 0 9 0,0 0-7 16,0 0-8-16,0 0 11 0,0 0-6 0,-13-15-2 15,10 10 3-15,0-7-6 0,-1 3 5 16,-3-2-10-16,3-5 1 0,-2 1-12 0,3-2 1 16,-1 1 5-16,-2-1 3 0,5 0-6 0,-2 1 1 15,-1 0 2-15,4 4-3 0,-3-2 6 16,3 2-5-16,0-1-4 0,0 2-9 0,0 0-10 15,0 2-19-15,3 0-33 0,-3 2-20 16,4 2-21-16,0-3-79 0,-1 3-77 0,3 2-404 0,-2-1-156 16,2 1 68-16,2 3 75 0,-8 0 59 15,10-6 72-15</inkml:trace>
  <inkml:trace contextRef="#ctx0" brushRef="#br0" timeOffset="179252.57">16660 8440 834 0,'7'10'258'0,"-1"0"-14"15,-1-1-29-15,1 0-18 0,-3-1-18 16,1-1-18-16,-1 0-17 0,0-4-14 16,1 4-7-16,-1-1-8 0,-3-3-7 0,4 3-90 0,-4-6 15 15,4 7 15-15,-4-4 14 0,0-3 15 16,0 0-1-16,0 0-17 0,0 0 0 0,0 0 5 15,0 0 72-15,0 0-3 0,-18-14-10 0,12 8-21 16,2-3 1-16,1-3-4 0,-5 0-19 16,5-2-6-16,-1-3 3 0,-2 2-16 0,3-2 1 15,3 5-3-15,-1-2-18 0,2-3 2 16,-1 3-7-16,0 2 0 0,3-2-11 0,0 3 9 0,0-2-6 16,-2 2-3-16,5 3-9 0,-1-3 4 0,1 0-4 15,1 5-22-15,2-2-24 0,-1 1-24 16,-1 0 0-16,3 4-33 0,-3-2-41 0,3 3-33 15,-3 0-57-15,0 2-163 0,-1-3-405 16,2 3 54-16,-2 0 54 0,-6 0 86 0,0 0 52 16</inkml:trace>
  <inkml:trace contextRef="#ctx0" brushRef="#br0" timeOffset="179901.45">16866 8282 901 0,'3'8'276'15,"0"-2"-7"-15,-3 4-29 0,3-1-25 0,1 1-15 16,-1-2-21-16,0 2-10 0,1 0-20 16,3 3-11-16,0-4-5 0,-1-1-13 0,1 2-7 15,1-2-21-15,1 3 0 0,-2-4-2 0,3 0-13 16,1 0-13-16,-1 0 5 0,0-4 2 0,1 0-14 16,-2 1-6-16,1-3 5 0,-2-1 8 15,2 0-18-15,-10 0-10 0,16-1-3 0,-11 0 11 16,2-5-11-16,-4 3-2 0,0-4-3 0,0-1 0 15,-3 1-5-15,-3-4 3 0,0 0-3 16,-1 0-5-16,-5 0 2 0,-2-5-15 0,1 2 0 16,0 1 8-16,-4-2 8 0,4 0 7 0,-1 4-77 15,1-3 8-15,0 3 13 0,2-3 3 16,-1 6 9-16,5 0 1 0,-2-1 12 0,-1 1-15 16,4 1 13-16,-2 3-10 0,5-3 12 15,0 1-7-15,0 6 0 0,8-8 7 0,-1 4 6 0,-1-2 4 16,4 5-19-16,-2 1 4 0,2 0 8 15,3 0-10-15,1 1-6 0,-1-1 19 0,5 7-8 16,-2-4 10-16,-1 5-8 0,1-1 3 16,2 3-2-16,2 4-1 0,-6-4 8 0,6 4-15 15,-6-2 8-15,3 2 7 0,-3-2-10 0,-3 1 10 16,2-3-10-16,-3 4 10 0,1-5-5 0,-2 1-11 16,-2 0 9-16,0-1 2 0,0-2 0 15,-3 0-3-15,2 2 1 0,-2-3 9 0,-1-3 4 16,0 3-6-16,0-5-8 0,-3-1 11 0,0 0-11 15,0 0 3-15,0 0 3 0,0 0 5 16,0 0-3-16,0 0 5 0,0 0-2 0,-13-18-6 16,7 10 8-16,5-2-17 0,-6-4 9 0,1-1 80 15,2-2-15-15,1 1 10 0,-1-1-24 16,1-1 4-16,0 0 4 0,3 0-5 0,0-3-17 16,0 3-1-16,0 1-7 0,3 2 0 0,-3 3-13 15,3-2 10-15,-2 3-5 0,2-2-3 0,3 3-10 16,-2 3 8-16,-1 3-10 0,5-3-8 15,1 0-15-15,-2 6-19 0,0 1-30 0,-7 0-15 16,17 1-28-16,-10 4-62 0,4-1-69 0,-1 4-574 16,0 2 3-16,0 3 95 0,-3-3 51 15,0 7 72-15</inkml:trace>
  <inkml:trace contextRef="#ctx0" brushRef="#br0" timeOffset="-204650.65">24016 12246 639 0,'-3'-5'290'0,"0"-2"48"16,3 7-8-16,-3-7-36 0,3 7-10 0,0-6-33 16,-2 1-18-16,2 5-8 0,-1-7-28 0,1 7-17 15,0 0-17-15,-5-1-17 0,5 1-13 0,0 0 0 16,0 0-17-16,3 18-17 0,-3-11-14 15,2 6 17-15,-2-1-15 0,1 6-5 0,1-3-13 16,-2 5 3-16,0 2-13 0,0 0 2 16,3 3-7-16,-3 0 0 0,3 1-16 0,0-1 11 15,-2 2-16-15,5-4-17 0,-3 2-16 0,1-4-34 16,-1 2-22-16,2-7-8 0,1 1-26 0,-1-2-9 16,-3-5-4-16,4-2 26 0,-2 1-2 0,-1-7-5 15,0 2 7-15,-3-4 0 0,0 0 13 0,8-15 10 16,-8 7 0-16,0-4 3 0,0-7 18 15,-3 0 13-15,2-5 4 0,-3 2 8 0,1-1 11 16,0-1 10-16,3 2 15 0,-1 4 13 16,1-2 0-16,-3 4 10 0,3 0 0 0,-3 1 0 15,3 5-22-15,0 1 4 0,3 0-15 16,-3 2 5-16,4 0 0 0,-1 7 5 0,-3 0 3 16,8-1-11-16,-8 1 6 0,13 3 10 0,-5 4-26 15,1-2 3-15,-2 1 2 0,3 1 3 0,-3 1-3 16,6 0 6-16,-2 4-13 0,0-3 7 15,-1 0-7-15,2-2 12 0,-1-1-12 0,0 1 12 16,-1 0-7-16,4-5 2 0,-4 2-4 0,3-1 9 16,1-3-7-16,-1-2 2 0,2 0-7 15,1-4 7-15,1-1-7 0,-3-1 2 0,6-5 8 0,-6 1-10 16,4-5 2-16,-5 0-5 0,4-6 3 16,-3-2-3-16,0 3 3 0,-1-3-6 0,1 0-4 15,-1 5 2-15,-6-1 2 0,4 2 1 0,-4 5-1 16,-1 0-7-16,-2 4-3 0,3 3 6 15,-1-1 4-15,-5 8-2 0,-1 0 3 0,0 0 12 16,10 8-4-16,-7-1 4 0,0 3 0 0,1 5 11 16,-4 1-13-16,4 3-11 0,-4-1 6 15,0 4 5-15,0 3-13 0,0 2 7 0,0-1 6 16,0 0-5-16,0 3 0 0,3-2-16 0,0 2-30 16,-2-2-16-16,5-1-13 0,0-2-50 0,1-4-45 15,1 4-78-15,-1-10-152 0,6 3-435 16,-2-6 62-16,2-3 89 0,-3-4 72 0,1-4 56 15</inkml:trace>
  <inkml:trace contextRef="#ctx0" brushRef="#br0" timeOffset="-204251.14">25029 12266 965 0,'3'25'309'15,"-6"-2"6"-15,3-4-59 0,0 3-10 0,0-1-31 16,0 1-18-16,0 5-33 0,0-1 7 16,0-1-35-16,3 4 0 0,-3-4-19 0,3-3-4 15,-3-1-16-15,0-3-5 0,0-1-5 16,4-2-7-16,-4-4 4 0,0-2-10 0,3-1-17 16,0-3-14-16,-3-5-4 0,0 0-11 0,0 0-8 15,11-22-10-15,-6 6 1 0,-3-4-11 0,4-5 2 16,-2-2-2-16,2-10 3 0,-2 3-1 15,3-2-2-15,-3-1 8 0,7-7 0 0,-6 4 20 16,3 12 5-16,-2 4-12 0,-2 1 4 0,2 6 1 16,1 0 5-16,-4 9-19 0,5-2 6 15,-2 8 5-15,1-1 13 0,-7 3-5 0,21 5-6 16,-12 5-14-16,1-2 2 0,-2 8 10 0,5 0-8 16,0 1 0-16,-2 1 3 0,3 7-15 0,0 0 20 15,-1 0-26-15,1 0-12 0,-3 1-21 0,2 3-28 16,1-2-46-16,-4-2-69 0,1 0-180 15,-3 0-455-15,-3-3 24 0,-2-4 119 0,-3-1 69 16,0-6 60-16</inkml:trace>
  <inkml:trace contextRef="#ctx0" brushRef="#br0" timeOffset="-204067.07">25063 12465 934 0,'0'0'333'0,"0"0"-34"0,0 0-28 0,10-7-20 16,0 4-41-16,1 0-105 0,2 1-46 0,8-2-67 15,1-1-35-15,0 1-83 0,2 0-109 0,3-4-444 16,-3-1 88-16,4 1 38 0</inkml:trace>
  <inkml:trace contextRef="#ctx0" brushRef="#br0" timeOffset="-203700.32">25702 12106 1021 0,'3'10'256'0,"-2"4"-44"16,2-3-17-16,-3 7-24 0,6 0 14 0,-5 2-34 16,5-1 61-16,0 6-23 0,-1-2-17 0,2-1-18 15,-1 1-9-15,1 1-24 0,0-2-16 0,0-1-5 16,-1-1 4-16,-2-4-16 0,2-2 4 15,-2 0-23-15,-1-3 0 0,1 0-8 0,-3-5 3 16,2 1 0-16,-3-5-5 0,0-2-10 0,0 0-8 16,0 0 5-16,0 0-28 0,-4-25 18 15,-3 12 10-15,4-4-8 0,-1-3 8 0,-2 1-18 16,-1-6 3-16,0 0 10 0,0 0 8 0,4 0-3 16,2 1 2-16,-2-1-20 0,0 2 26 0,0 3-3 15,3 1 3-15,0-1-15 0,3 2-9 16,0 0 6-16,1 3-5 0,2-2 0 0,5 5-14 15,-4-2 9-15,6 3-13 0,-2 0 7 16,2 1-7-16,4 2-3 0,-3 4-25 0,0-2-21 16,-1 3-15-16,1-1-39 0,0 3-50 0,-1 1-27 15,-2 1-48-15,2-1-123 0,-3 7-504 0,-2-1 44 16,1-2 83-16,-5 4 63 0,-1-3 63 16</inkml:trace>
  <inkml:trace contextRef="#ctx0" brushRef="#br0" timeOffset="-203501.08">25832 12226 895 0,'-4'4'443'0,"4"-4"-67"0,0 0-17 15,-7 3-57-15,7-3-26 0,0 0-17 0,0 0-34 16,0 0-18-16,0 0-20 0,0 0-28 16,0 0-16-16,31-7-10 0,-20 7-28 0,-2-1-51 15,2-1-26-15,0 1-40 0,0 1-52 16,1 0-41-16,-1 1-13 0,-1 1-90 0,0-1-58 15,-3 0-235-15,-1 5-229 0,-2-3 54 0,-1 2 52 16,0 1 58-16</inkml:trace>
  <inkml:trace contextRef="#ctx0" brushRef="#br0" timeOffset="-203317.16">25866 12402 624 0,'-4'6'220'0,"-2"1"5"0,2-6 11 0,1 5-21 0,3-6 3 15,-4 4 43-15,4-4-18 0,-3 7-10 16,3-7-29-16,-3 1-14 0,3-1 12 0,0 0-18 15,6 7-35-15,-2-5-3 0,-4-2-11 0,13 5-19 16,-6-3-86-16,3-1 1 0,1-1-5 16,-1 0-3-16,8 0-10 0,-5 0-39 0,7 0-30 15,0-1-42-15,3 1-68 0,-1-4-182 0,2 1-435 16,0 1 81-16,6-2 55 0,-5-2 76 16,5-2 49-16</inkml:trace>
  <inkml:trace contextRef="#ctx0" brushRef="#br0" timeOffset="-203101.08">26823 12208 1146 0,'7'-6'379'15,"2"4"-31"-15,2-2-36 0,0-1-20 0,3 3-31 16,2-4-23-16,2 6-28 0,2-3-41 15,0-1-41-15,1 1-59 0,-1 1-74 0,1-1-69 0,0 3-197 16,-2 0-505-16,-4 0 52 0,-2-2 91 16,1 2 73-16,-7 0 58 0</inkml:trace>
  <inkml:trace contextRef="#ctx0" brushRef="#br0" timeOffset="-202934.68">26884 12441 965 0,'0'0'284'0,"0"0"-8"0,0 0-30 0,0 0-29 15,0 0-14-15,18 0-37 0,-18 0-41 16,20-1-27-16,-6 0-50 0,3-1-55 0,4-1-75 16,0 2-208-16,5 1-411 0,-2 0 77 0,4-2 37 15</inkml:trace>
  <inkml:trace contextRef="#ctx0" brushRef="#br0" timeOffset="-202650.06">27681 12083 903 0,'4'23'341'0,"-4"-13"-52"15,3 0-8-15,0 4-20 0,0 1-38 0,1 1-26 16,3 4-15-16,-3 3-16 0,4-3-25 0,-3 4-8 16,-2 1-20-16,4 0-11 0,1 0-69 15,-2 1-30-15,1 5-67 0,-1-5-59 0,2 1-133 16,-1 3-437-16,2-5 22 0,-2-2 31 0,4-3 61 15</inkml:trace>
  <inkml:trace contextRef="#ctx0" brushRef="#br0" timeOffset="-202234.7">28054 12311 691 0,'0'10'284'16,"0"-4"-5"-16,3 7 30 0,0-3-32 0,1-1-39 16,-1 4-18-16,5-2-30 0,-2 4-6 15,4-1-10-15,4-1-21 0,0 1-12 0,3-2-26 16,0 1-10-16,3-4-2 0,-3-1-21 0,1-5 5 16,2 4-13-16,-3-7-2 0,1 0 2 15,-2-1-20-15,2-5-1 0,-5 2 4 0,4-5-16 16,-4-3-6-16,-1-1 1 0,0-6-2 0,-3 0-1 15,-4-2 0-15,-1-2 0 0,-1-1 8 16,-4-1-5-16,-5 0 18 0,3 1 5 0,1 1-31 16,-6 5 21-16,-2-1-3 0,-4 3-3 0,0 2-4 15,-6 4-6-15,3 2 10 0,-1 1-17 16,-3 4 2-16,2 2-5 0,-2 4 23 0,0-2-20 16,1 6-6-16,1 1 1 0,-3 3-8 0,5 3 7 15,3 1-10-15,0 1 6 0,3 3-27 0,1-1 14 16,1 6-31-16,5-2-46 0,4-1-26 15,0 4-18-15,4 0-48 0,4 0-70 0,0 4-291 16,7-1-320-16,1-5 107 0,5-2 64 0,0-1 85 16,-1-9 48-16</inkml:trace>
  <inkml:trace contextRef="#ctx0" brushRef="#br0" timeOffset="-201349.72">28967 12248 880 0,'-5'7'394'0,"-4"2"-41"0,2-1-35 0,3 3-29 16,-2-1-30-16,-1 5-9 0,3 0-35 0,-2 1-20 15,6 0-13-15,-1 0-36 0,2 0-16 0,-1 2-9 16,3-2-22-16,0-3-12 0,4 3-23 15,0-2-5-15,-3-3-10 0,5-2 2 0,-2 0 0 16,1-1-5-16,-1-3-2 0,2-3-8 0,-2-2-11 16,-7 0 19-16,18-3-3 0,-9-2-8 15,-2-4 3-15,0-1-11 0,-3-5 9 0,2 1-14 16,-2-4-4-16,-4 0 4 0,0 2 11 0,0-3-1 16,-3-3 11-16,2 3 6 0,-5 0-19 15,3-1 51-15,-1 0-35 0,0 0-14 0,-2 5-4 16,2-4 10-16,4 6 23 0,-3 0-18 0,3 1-3 15,0-1-15-15,3 2-8 0,1-2 13 16,2 4-7-16,5-1-3 0,5 3 2 0,-1-1-4 16,3 5 2-16,1-1-16 0,2 1 6 0,-1 3-16 15,1 0 8-15,0 3 3 0,1 2-1 0,-4 0-7 16,0 0-8-16,0 2 6 0,-2 1 9 0,-3 2 11 16,5 3-21-16,-5-2 6 0,-3 0 4 15,4 1-7-15,-4-2 10 0,1 4 3 0,-2-3-11 16,0 3-12-16,-1-3 13 0,0-1 2 15,-2 3-3-15,1-3-15 0,-2 0 13 0,0-3-8 16,2 1 3-16,-3-1-8 0,2 1 0 0,-2-3 8 16,2 0-8-16,-2-3 10 0,5 3 3 0,-4-2 0 15,1-3 0-15,-6 0 10 0,0 0-8 16,22-8 1-16,-16 5-1 0,1-4 3 0,3-5 0 16,-6-1 0-16,3-4 0 0,-1-1 5 0,1-3-2 15,2 2 0-15,-4-6 7 0,1 3 3 0,1 2-1 16,0-3 4-16,1 5 2 0,-2 1 5 15,1 0-5-15,-1 2-11 0,2 3 4 0,-1-2 4 16,-1 3-7-16,1-2-3 0,3 5 0 0,-3 1 5 16,0 2 3-16,3 0-11 0,-2 4-7 15,3 1 23-15,-3 0-20 0,3 1-6 0,-1 6 5 16,0 0 3-16,4 1 13 0,-2 2 3 0,-1 3-29 16,2-1 8-16,-2 3 0 0,1 2 10 0,1-2 5 15,4-2-2-15,-4 3-1 0,-2 1-4 16,6-2-6-16,-4 0 14 0,2-5-17 15,-2 5 12-15,1-5-14 0,-1 0 21 0,3-3-6 0,-4 1 4 16,1 1-1-16,4-3-13 0,-4-4 6 0,2 1-1 16,-2 0-4-16,3-3 7 0,-4-3 21 15,2 0-14-15,-1-3-19 0,1 0 4 0,-1-4 11 16,-3-1 12-16,3-6-12 0,-3-1 0 16,-2-6-3-16,-4 1 10 0,3 2 6 0,-2-1-29 15,-5-1 8-15,0 4-8 0,-2 0-5 0,-4-2 11 16,-2 4 12-16,-2-1-5 0,-7 1 5 15,0 2-10-15,-7 5 8 0,-5 0-3 0,-3 5-23 16,1 2-2-16,-5 5-60 0,-24 3-111 0,5 1-104 16,4 9-639-16,-4 7 58 0,-1-2 83 0,-1 2 94 15,-4-4 59-15,2 0 75 0</inkml:trace>
  <inkml:trace contextRef="#ctx0" brushRef="#br0" timeOffset="-200348.47">24454 13583 941 0,'-3'8'315'15,"2"2"-38"-15,-2 1-11 0,0 0-23 0,3 0-25 16,0 3-16-16,0-3-13 0,3 3-15 15,0 2-20-15,1-2-29 0,2-1-2 0,-2 1-15 16,7-3-8-16,-4 3-8 0,2-3-8 16,2-3-4-16,-4 1-14 0,3-3-7 0,0-4 0 15,4 3 5-15,-4-3-18 0,1-2 10 0,2-1 1 16,0-3-9-16,-2 1-9 0,-1-4 2 0,0 2-16 16,4-7 6-16,-4 4-6 0,-3-4 1 0,1-1-8 15,1-4 2-15,-5 2 1 0,2 1 5 16,-2 1-1-16,3 3-4 0,-4-3-6 15,1 3-5-15,2 2-7 0,-2 3-1 0,5 2-9 0,-1 0 12 16,-1 2 15-16,-7 1-17 0,24 5 4 16,-11 2 1-16,5 1 13 0,-2 4-14 0,2 1 1 15,2 1 0-15,-6-1-3 0,4 2 2 0,-5 1 9 16,4 1-1-16,-4 0 3 0,-6-3-10 16,4 4-47-16,-8-3 19 0,1 1-3 0,-1-4 10 15,-6 6-13-15,-1-3 19 0,-4 0 14 16,-1-3-9-16,-4 3 7 0,-5-1-8 0,2-3 6 15,-5-3 10-15,0 2 2 0,-3-3-12 0,7 0-16 16,-7-6-8-16,3 1-48 0,1-4-97 0,-1 1-87 16,-3-5-408-16,4-2-114 0,-4-2 37 0,0-7 65 15,0-1 82-15,-7-12 35 0</inkml:trace>
  <inkml:trace contextRef="#ctx0" brushRef="#br0" timeOffset="-199733.92">25513 13180 947 0,'8'28'286'15,"-5"1"-17"-15,4 0-26 0,-1 1-10 0,-2 1-31 16,6 6-20-16,-6-4-23 0,3 3-6 15,2-3-20-15,-1 2-2 0,-4-3-26 0,5 0-10 16,-5-6 7-16,-1-1-25 0,0 0-5 0,1-8-8 16,0 1-6-16,-1-3 6 0,-3-3 13 0,4-1-23 15,-4-3 20-15,0-4-7 0,0 1-14 16,0-5-1-16,0 0-9 0,0 0-4 0,0 0-11 16,3-23 2-16,-3 8-1 0,6 0-4 0,-2-5-2 15,4 2-13-15,1-4 6 16,1 4-11-16,0-1 0 0,1 2 0 0,2 0-7 0,2 3 7 15,-2 4 2-15,1 3-4 0,-1-1 7 0,1 5-2 16,3 3-3-16,-4 0-8 0,5 3 3 16,-1 4 3-16,-3 0-3 0,-1 2 5 0,1 1 3 15,-4 2-3-15,1 1 10 0,-4-1-12 0,-1 1 12 16,-3-1 1-16,-6 1-1 0,0 2 3 0,0 1 7 16,-8-4-14-16,1 5 1 0,-2-2 9 15,-7 2-3-15,2-4-16 0,-3-1 6 0,-1 1 20 16,4-3-15-16,-4 0 5 0,4-3-5 0,4 1 5 15,3-2-23-15,-1-2-13 0,1 2-82 0,3-2-44 16,1-4-81-16,1 2-105 0,5-2-389 16,0 0-29-16,0 0 32 0,21-6 109 0,-7 0 67 15</inkml:trace>
  <inkml:trace contextRef="#ctx0" brushRef="#br0" timeOffset="-198984.24">26256 13400 1233 0,'-8'-3'377'16,"8"3"-24"-16,-16 1-41 0,5 2-33 15,1 4-18-15,-3 0-25 0,2 3-26 0,-2-1-18 16,2 5-16-16,-3 3-12 0,1-2-23 0,4-4-8 16,0 6-18-16,0-3 3 0,5 1-31 0,-3-1 2 15,4-1-25-15,-1-2 16 0,7-2-21 0,-2 3-1 16,2-3-17-16,5-2-2 0,3-3-8 15,-3 2-8-15,3-3-8 0,2-2-2 0,-3-1-8 16,4-1-3-16,-3-2 9 0,3-3-4 0,-1 5 6 16,1-5-3-16,-4 5 1 0,3-2-1 0,-2-1-20 15,-1 3 10-15,0 1 0 0,1 0 0 16,4 1 0-16,-2 3 0 0,3-1 12 0,1 4-1 16,-3-1-6-16,7-1-8 0,-1 2 1 0,4 1 7 15,3-2 10-15,0 0-5 0,-2-1 6 16,2 2-14-16,1-6 3 0,-2 4 6 0,1-4-6 15,-2-1-3-15,-1-1 6 0,5-4-3 0,-3 3-5 16,-3-4 10-16,4-1-10 0,-3-3 11 16,-2 2 9-16,-1-4 1 0,-5-1-14 0,4-4 14 15,-6 1-6-15,-4-1 0 0,4-4 3 0,-7 0-5 16,-1-2-5-16,2 3 10 0,-8 3-3 16,3 2-23-16,-3 0 14 0,-3 5-4 0,-1 2 1 15,-3 0 2-15,2 4-3 0,-6 1 11 0,11 3 0 16,-25 8 5-16,8 0-13 0,0 5 5 0,0 2-2 15,4 1-8-15,-2 3 8 0,2 0 2 16,3-2 3-16,2 3-8 0,-1-1-3 0,5-2 9 16,1-1-1-16,3-3 3 0,0 2-16 0,0-2 0 15,3-1 16-15,1-4-8 0,5 2-2 16,-5-3-3-16,7-3 2 0,-2 0-9 0,2-4 4 16,0 0-7-16,1-1-3 0,0-5 8 0,1-2 13 15,0-2-8-15,4-5-10 0,-6-3-3 0,0-1 2 16,2-11 1-16,-7 4-10 0,2-6 2 0,-5-3-3 15,1 2 3-15,-1-7 11 0,-3 3-14 16,0-1 3-16,-3 3 13 0,3 10-5 0,0-2 15 16,-1 4 0-16,-2 6-12 0,3 1-9 0,-3 5 9 15,3 5 9-15,-4 0 1 0,4 6 4 16,0 0 6-16,0 0-10 0,-4 25 10 0,1-11-3 16,3 9-3-16,3-4 11 0,0 6-7 0,-2 6-1 15,3 2-3-15,2 1-1 0,-2 0 6 0,3 1-1 16,4-2-9-16,-2 0-9 0,4-2-19 15,2 11-43-15,1-13-21 0,-1 0-63 0,-2-3-52 16,7-2-105-16,-3-5-496 0,7 4-29 16,0-9 78-16,-4-2 55 0,4-4 75 0,1-3 95 15</inkml:trace>
  <inkml:trace contextRef="#ctx0" brushRef="#br0" timeOffset="-198734.75">27982 13191 1082 0,'7'14'348'0,"-7"-7"-43"15,0 3-8-15,3 1-21 0,-3 4-43 0,3 2-20 0,-2 1-14 16,-1 0-22-16,3 3-18 0,-3-2-36 15,6 6-13-15,-5 0-54 0,2 0-25 0,1 0-62 16,-1-1-128-16,-1-5-181 0,0 5-410 0,1-6 46 16,2-3 82-16,-3-1 59 0</inkml:trace>
  <inkml:trace contextRef="#ctx0" brushRef="#br0" timeOffset="-198584.97">27921 13101 824 0,'-4'-4'325'0,"4"4"-59"0,0 0-46 16,0 0-69-16,0 0-59 0,0 0-156 0,13 11-547 15,-3-4 17-15,1-4 51 0</inkml:trace>
  <inkml:trace contextRef="#ctx0" brushRef="#br0" timeOffset="-198118.65">28423 12908 1277 0,'0'-7'379'0,"-3"2"-26"0,3 5-31 16,-4-5-37-16,4 5-27 0,0 0-2 0,-14 11-49 16,8-1-4-16,-1 3-11 0,-4 5 0 0,8 5-57 15,-4 2 9-15,3 10-75 0,-2-2-23 0,0 4 0 16,6 0-3-16,0 1 32 0,-1 3-9 15,2 12-12-15,2-2 0 0,3-1-16 0,-2-7-7 16,-1-4 10-16,4 10 0 0,2-12-13 0,-7 0-3 16,4-3-14-16,-2-2-1 0,-1-4-10 15,3-2-5-15,-3-1-21 0,2 0-25 0,-5-2-85 16,0-4-63-16,0-3 22 0,0-1-15 0,0-6-95 16,0-2-53-16,-4-4-44 0,2-3 54 15,2 0 110-15,0 0 107 0,-18-11 87 0,11 5 62 16,-1-2 46-16,2-2 44 0,-1 2 40 0,1-1 3 15,-2 0 5-15,2 1 8 0,2-3 12 0,-2 4 14 16,2-2-11-16,-2 2-46 0,5-2-52 0,-3 3 76 16,1-1-50-16,3-2-5 0,0 1-7 15,0 1-8-15,0 1-5 0,7-1-13 0,-3-2-5 16,6 2-18-16,-3-5-6 0,7 3 1 16,-1 1-7-16,3-2-4 0,-4 3-7 0,1 1-2 15,4-1-4-15,-4 0-4 0,0 1-21 0,-2 1-10 16,0 0-25-16,-4-2-39 0,0 6-36 0,1-5-49 15,-6 5-89-15,7-2-176 0,-7 1-482 16,1 0 64-16,-3 2 87 0,0-10 82 0,0 10 74 16,-5-8 49-16</inkml:trace>
  <inkml:trace contextRef="#ctx0" brushRef="#br0" timeOffset="-197268.06">29509 13300 890 0,'0'0'338'15,"-9"-4"-36"-15,2 1-28 0,7 3-21 0,-14 3-32 16,4 2-17-16,0 0-17 0,-1 1-5 0,-2 3-21 16,2 1-23-16,-2 0-7 0,3 4-11 15,-4-1-20-15,4 3-8 0,-4 1-10 0,7-3-15 16,3 1-3-16,-5-4-3 0,7 4 3 0,-3-5-13 16,5 2-10-16,0-3-2 0,0-3 4 15,3 2-4-15,1-1 4 0,2-6-2 0,-2 4-15 16,6-4 7-16,2-1-10 0,-2-3 5 0,2-1-5 15,-2-1-7-15,0-1 9 0,3-1-7 0,-3-3 0 16,1 1-8-16,-3 0-2 0,2-2 0 16,-3 3 2-16,1 2 5 0,-2 0-5 0,1 1-10 15,-4 1 6-15,3 0 1 0,-6 4-2 0,7-2-5 16,-7 2-7-16,11 6 14 0,-6-2-4 16,-3 3-3-16,4 1-21 0,-2 1-14 0,2-1-37 15,2 0-54-15,2 2-19 0,0 3-45 0,1-5-91 16,1 3-329-16,-1-4-155 0,6 0 77 15,-4-3 63-15,2 0 54 0</inkml:trace>
  <inkml:trace contextRef="#ctx0" brushRef="#br0" timeOffset="-196851.09">29927 13248 870 0,'-6'-7'358'0,"-5"6"-38"16,1-2-20-16,3 3-24 0,7 0-23 0,-17 4-17 15,10 2 2-15,-3 2-43 0,-1 2-16 0,4 1-3 16,-2 3-25-16,1-2-12 0,4 4-19 16,-2-1-2-16,3 3-8 0,0-3-21 0,3 3 9 15,3 1-29-15,0-1 7 0,4-2-6 0,4 2-4 16,-1-2-4-16,7-3-14 0,0 3-2 16,3-7-15-16,2 4-21 0,1-5-43 0,1-1-26 0,0-3-13 15,3-4-25-15,-4 2-33 0,0-4-4 16,1 1-47-16,-2-6-16 0,1-1 17 0,-3-3 4 15,-1-3 20-15,-4-3-11 0,-2-1 34 16,-3-6 26-16,2-1 25 0,-4-4 28 0,-4-2 18 16,2-3 26-16,-6 1 15 0,2-4 13 0,-4 6 36 15,-1 1 25-15,3 3 23 0,-3 2 1 16,1 1-1-16,-4 5 8 0,3 0-12 0,3 7-16 16,-1 2 12-16,-2 2-12 0,0 2-13 0,3 6 0 15,0 0-2-15,0 0-16 0,0 0 5 0,-6 27 3 16,6-12-15-16,0 3-8 0,3 3-6 0,-3 4 1 15,3 0-5-15,3 3-14 0,-2-2-9 16,2 6-52-16,-4 1-27 0,6-2-68 0,-3 0-127 16,-2-1-546-16,4-4 62 0,-3-2 85 0,1 1 71 15,-3-10 61-15</inkml:trace>
  <inkml:trace contextRef="#ctx0" brushRef="#br0" timeOffset="-195900.87">30101 13346 1118 0,'4'-7'264'0,"0"-2"-19"16,2 0-24-16,4-3-17 0,4 4-22 15,-1-3-5-15,5 1-29 0,2-4-2 0,1 6-38 16,3-3-11-16,-4 3 5 0,4 2 54 16,3-1-20-16,-6 4-16 0,-4 1-4 0,4 2-19 15,0 2-10-15,0 1-13 0,-2 4-15 0,-3-1 8 16,-1 2-14-16,3 3-7 0,-2-3-5 0,-3 7-5 15,-2-5 10-15,-1 5-7 0,6 0 2 16,-6-2-13-16,-2 3 5 0,0-1-10 0,2-4-10 16,-1 4 15-16,-2-3-5 0,1 1 3 0,0-3-14 15,-3-2-4-15,2 1 5 0,3-1 2 0,-1-1-15 16,-1-3 8-16,-1-1 7 0,4-2-17 16,-1-2 2-16,0-5-5 0,2 3 12 0,-2-5-9 15,0 0-3-15,-4-6 5 0,1 0-3 0,2-2-5 16,-5-2 21-16,2-1-21 0,-1 1 6 15,-2 3 10-15,3-2 10 0,-5 4-8 0,5 0-10 16,-4 3 5-16,0 2 5 0,1 1-5 0,0 5 3 16,1-2 2-16,-4 4 0 0,0 0 1 0,13 12-4 15,-9-8-9-15,3 5 7 0,3 4 3 0,0-2-3 16,0 2 2-16,1-1-4 0,1 1-6 16,2-1 21-16,-3 2-10 0,0-3 10 0,6-3-16 15,-1 5 6-15,2-2-13 0,-1-5 8 0,4-2 4 16,1 1-4-16,0-2-6 0,1-4-2 15,-1-1 15-15,5-5-15 0,1 3 10 0,-1-5-7 16,4-3 2-16,-4-3-3 0,-1 1 13 0,-4-7-2 16,1 1-8-16,-6-4 10 0,-3 0-10 15,-2 2 11-15,-1 2 9 0,-6-3 13 0,-2 6 1 16,1-1-16-16,-4 3 2 0,3 4 3 0,-6 1 8 16,-1 0-8-16,-2 6-8 0,-2-1 6 0,1 3-9 15,7 2 17-15,-19 6 6 0,6 2-19 16,1 1-3-16,4 0 5 0,-4 1-11 15,5 4 9-15,0-2 4 0,-1 2-10 0,2 0 8 0,3-1-10 16,3-1 2-16,0 1 5 0,0-1-2 0,3-2-2 16,3 1 6-16,-1-3-9 0,2 2 0 15,2-2-1-15,-2-1 6 0,4 3-2 0,-4-3-6 16,3 0 5-16,1-1-15 0,-2-1 10 0,1-1-10 16,-3-1 0-16,4 3 7 0,2-5-4 15,-2 0 14-15,-1-1 1 0,3 0-13 0,3 0-2 16,-4-1 2-16,2-2 0 0,5-1 15 0,-4-1-10 15,2-2 16-15,5-2-27 0,-3-2 9 16,-2 1-16-16,4-5 13 0,-1 3-10 0,-3-9-5 16,2 1-11-16,-4-3-2 0,-1-2-5 0,-1-3 7 15,-3-3-5-15,-2 2 3 0,-1-7 0 0,-4 1 5 16,0-5 5-16,-3-14 3 0,-3-2 7 16,0 5-2-16,-1 0 2 0,-2 8 8 0,4 6-2 15,-7 8 27-15,7 1-7 0,-3 6 8 0,-1 1-16 16,4 8 8-16,-3 1-16 0,1 8 6 0,0 1 0 15,4 3-6-15,-8 14 26 0,3 1-12 0,2 6 12 16,2 7-15-16,1 0 5 0,0 10-3 16,1 0 3-16,2 12-8 0,4 5 16 0,2-3-11 15,1 0-7-15,-2 1 2 0,5-2 0 0,2-2 1 16,-2-2-11-16,4 1-8 0,-3-2-18 16,3-2-40-16,-10-9-55 0,3-1-117 0,-10-6-251 15,0 0-422-15,-2-4 120 0,-8-3 64 0,-5-4 87 16,-9-2 49-16,-4-7 54 0</inkml:trace>
  <inkml:trace contextRef="#ctx0" brushRef="#br0" timeOffset="-194868.2">23801 14791 734 0,'0'0'305'0,"0"0"-39"0,10 18-28 16,-6-6-28-16,2 1-16 0,1 4-2 16,0 3-38-16,3 0-6 0,-2 1-2 0,2 0-30 15,0 2-9-15,1-3-2 0,2 1-13 0,0-2-2 16,-2-1-11-16,2 2-17 0,2-4 9 0,-2-3-7 16,-3-1-2-16,4-1-11 0,-1-4 5 15,-2 1-10-15,2-5-13 0,-3-1-2 0,1-2 0 16,-1-2-6-16,0-2 4 0,1-3-6 15,-1-5-8-15,-1 1 3 0,-1-5-3 0,-1-3-7 16,0-2 12-16,3 3 1 0,-3-2-11 0,3 0-5 16,-3 2 3-16,7 1 5 0,-4-1-3 15,3 3-18-15,5-2 13 0,2 6 3 0,4-6-10 0,3 3 14 16,1-1-9-16,2 3 0 0,4-2-9 16,-3 3 6-16,3-3-2 0,-3 4 4 0,3 1 6 15,-6-1-5-15,-4 1-6 0,-3 4 8 16,-2-2-15-16,-4 4 5 0,-2-1-5 0,-2 0 10 15,-2 3-18-15,-5 0-3 0,-4 1 6 0,0 0 7 16,0 0 8-16,-10 14 8 0,-1-1 0 16,-2-2 2-16,-5 5 10 0,2 5-7 0,-2 0-3 15,0 1 11-15,-1 2-16 0,2-3 13 0,0 4 2 16,4-7-27-16,2 3 14 0,1-2-9 0,3-2 14 16,4 1 17-16,-1-4-24 0,3 0-3 15,1-3 6-15,1 0-5 0,3-3-14 0,2-1 9 16,-2 3-6-16,6-5 0 0,0-3-7 0,0-2 2 15,2 0 0-15,1-3 6 0,-3-4-3 16,7 0 4-16,-7-4-6 0,0-3-4 0,1-1 19 16,-1-3-11-16,0 1 16 0,-4 0-18 0,2 1 25 15,-5-1-5-15,4 7 11 0,-4-5 9 16,1 7-19-16,-1 1-6 0,0 1 0 0,3 2 3 16,-4 1-16-16,-2 3 10 0,0 0 6 0,13 8 5 15,-10-3-16-15,1 3 6 0,3 4 5 0,0 0-6 16,1 2-12-16,-3 1-13 0,2-1-23 0,3 1-46 15,-3 2-62-15,3-2-48 0,1 0-75 16,-4-2-145-16,3-1-320 0,0-2 86 0,-3 0 50 16,0-5 48-16</inkml:trace>
  <inkml:trace contextRef="#ctx0" brushRef="#br0" timeOffset="-194468.87">24793 14662 918 0,'3'-6'264'16,"-3"1"-36"-16,3 0-16 0,-3-1-25 0,5 0-10 15,-3 2-18-15,2 0-6 0,-1-1-27 0,1 0 14 16,-4 5 4-16,6-7 7 0,-3 6-72 16,-3 1-38-16,4-7 28 0,-4 7 3 0,3-4-6 15,-3 4 16-15,3-6-18 0,-3 6-13 0,0 0-7 16,4-1 2-16,-4 1-18 0,0 0 11 0,0 0 2 15,0 0-1-15,4 14-9 0,-4-10-15 16,3 4 7-16,-3 2-6 0,2-2 9 0,-2 5-5 16,1-2-1-16,0 5 6 0,-1 1 17 0,3 0-2 15,0 8-15-15,0-2 22 0,-2 2-14 16,2 2-9-16,4-2 8 0,-3 1-12 0,2 6 5 16,-2-7 4-16,5 0-2 0,-1 0-7 15,-1 0-3-15,0-3 7 0,-1-2-7 0,1 2-7 16,4-3 12-16,-5-3-16 0,1 0 9 0,4-2 2 15,-5-1 2-15,1 0-20 0,0-3 15 0,-1-1-25 16,5-1-5-16,-4-2-11 0,3-2-71 0,1 0-8 16,-2-3-49-16,-2-1-125 0,4 0-273 15,-1-5-224-15,0 2 80 0,-3-4 79 0,4-3 54 16</inkml:trace>
  <inkml:trace contextRef="#ctx0" brushRef="#br0" timeOffset="-194064.79">25144 14776 908 0,'-3'15'359'15,"0"-7"-29"-15,6 1-33 0,-3 6-16 16,0 0-27-16,3 2-32 0,1 1-14 0,-1 0-19 16,1 0-20-16,2 6-13 0,1-3-23 0,0-2-7 15,1-1-14-15,3-1 4 0,-3-2-19 16,0-1-10-16,2-2 0 0,0-3-10 0,1-1-13 15,2 2 2-15,-3-5-22 0,1-3 2 0,2-2 5 16,-3 0-15-16,4-3-11 0,-4-4 9 0,1-1-11 16,-1-3-8-16,0-5 3 0,1-1-5 15,-3-5 2-15,0-1 3 0,-4 3-8 0,2-3 3 16,2 2 0-16,-5 0 2 0,4 6-5 0,-4-2 3 16,0 7-10-16,0-1-6 0,-2 4 1 0,2 0 25 15,1 5-18-15,-4 2 10 0,0 0 11 16,0 0-26-16,0 0 18 0,10 12 2 0,-7 0-12 15,-2 0 12-15,2 0-7 0,0 1 0 16,1 5 0-16,-1-3 0 0,1 2 4 0,3 1-9 16,-4 2 5-16,4-3-10 0,-1 3-21 0,2 1-26 15,2-3-17-15,0 1-72 0,1-2-88 0,-1-1-188 16,3 1-461-16,1-7 79 0,-1-2 82 16,-2-1 74-16,-1-3 67 0,0-4 68 0</inkml:trace>
  <inkml:trace contextRef="#ctx0" brushRef="#br0" timeOffset="-193518.05">25849 14983 821 0,'7'-7'325'0,"-1"-3"-25"0,1 3-34 16,-3 2-25-16,6-4-21 0,-3-2-23 0,0 6-21 15,2-4-4-15,-2-2-29 0,-2 3 1 0,1 2-16 16,-2-5-13-16,2 6 0 0,-6-3-25 15,4 0 17-15,-4 3 41 0,3-2-2 0,-3 3-25 16,0 4-6-16,-3-6-5 0,3 6-20 16,0 0-16-16,-17 7 5 0,9 1 0 15,0 2-22-15,-3 0 12 0,4 5-15 0,-4 0 12 0,4 0-7 16,1 1-10-16,4 1-11 0,-3 0-5 16,5 0 6-16,0-4 2 0,0 2-8 0,6 2-10 15,1-3-2-15,0-3 9 0,4 2 6 0,2-3-5 16,0-3-11-16,5 0 6 0,1-4-11 0,-1 0-7 15,0-3 5-15,1-3-11 0,4 0-4 0,-4-4 7 16,1-1 8-16,1-6-16 0,-3 2-10 16,-2-8-7-16,-2 2 2 0,-1-2-5 0,-3-3-13 15,-2-1 3-15,-2-2 25 0,-2 1-20 0,-1 3 10 16,0 2-5-16,-2 1 8 0,-1 3 4 16,3 3-19-16,0 0-24 0,-3 2 10 0,5 6-4 15,-2-1 12-15,0 5 3 0,-3 1 4 0,0 0 6 16,20 8 8-16,-9 1 7 0,-1 1-4 15,4 7 9-15,2 0 0 0,-1 8 11 0,3 0 23 16,-5 1-16-16,3 3 16 0,0-1-5 0,-4 1 7 16,-2-2-5-16,2 0 5 0,-7-2-15 0,0 0 8 15,-4-1 12-15,-2-2 1 0,-4-1 1 16,0 3-4-16,-7-5-18 0,1 2-2 0,-2-3 12 16,-1-3 2-16,-2-2-17 0,3-3-10 0,-2-1-36 15,-2-3-6-15,6-6-94 0,-6-2-159 16,7 1-619-16,0-6 66 0,1-1 77 0,4-4 72 0,2-1 66 15,6-4 70-15</inkml:trace>
  <inkml:trace contextRef="#ctx0" brushRef="#br0" timeOffset="-193034.93">27390 14908 1113 0,'-3'-7'333'0,"0"2"-44"16,3-1-18-16,0-1-38 0,0-2-5 16,3 1-33-16,-3-2-19 0,6-1-15 0,-2-1-12 15,0 0-29-15,3-3 3 0,-1 0-15 16,1 0 55-16,1 1-12 0,1 1-10 0,-2 1 3 15,0 1-24-15,0 0-18 0,0 2-10 0,0 1-15 16,2 1-3-16,-1-1-10 0,-1 6-2 0,-1-3-3 16,1 5-6-16,1 0-6 0,-8 0 1 15,21 7-15-15,-13-3-7 0,3 0-5 0,-4 4-1 16,3 1 6-16,1-1-11 0,-1 0 0 0,-1 1 3 16,-1-1 3-16,2 0-6 0,-3-1 3 0,2-1-3 15,-4-2 6-15,2 2 35 0,-1-2-56 16,0-1 13-16,-2-1-8 0,-4-2 31 0,14 0-16 15,-14 0-9-15,14-5-4 0,-8 2 21 0,5-4-12 16,-4 0-3-16,2 2 10 0,-5-4-5 16,7-3-6-16,-3 0-4 0,-3-1 7 0,2 0-4 15,0 1 4-15,-3 0-7 0,-1 0-31 0,3 4-23 16,-2 2-21-16,-1 0-74 0,-3 0-28 16,0 2-10-16,0 4-79 0,0 0-93 0,-3-6-496 15,3 6 30-15,0 0 75 0,-13 10 79 0,6-2 79 16,2-1 21-16</inkml:trace>
  <inkml:trace contextRef="#ctx0" brushRef="#br0" timeOffset="-192652.28">27605 15037 1105 0,'0'0'328'0,"0"0"-23"16,-9-11-29-16,9 11-28 0,3-10-20 0,-3 2-23 15,3 4-23-15,1-4-6 0,-1-1-86 16,1 2-19-16,1-1-12 0,-3 1 23 0,4 0-18 16,-2 3-7-16,-1-1-6 0,0 2 0 15,1-2-10-15,-4 5 5 0,11 0-5 0,-11 0 0 16,0 0-5-16,16 5-11 0,-9-2-2 0,-3 2 11 16,3-1-4-16,2 1-12 0,-2 2 5 15,1-3 11-15,2 2-19 0,0-3-5 0,1 1 13 16,0 0 3-16,-1-4-13 0,-1 4-1 0,1-4 14 15,3-4-13-15,0 4-6 0,-2-3 11 0,1-2-7 16,1 1 12-16,0-4 7 0,1-1-4 16,1 1 0-16,-2-5-14 0,-3 3 17 0,4-5-4 15,-4 4-7-15,0-6 3 0,0 2-11 0,-6 0-3 16,3-2-1-16,-1 2-9 0,0-2 6 16,-5 6-42-16,2-3-22 0,-3 6-39 0,0-2-64 15,0 2-148-15,0 1-512 0,-3 1 84 0,3 1 46 16,3-2 80-16,-3 7 46 0</inkml:trace>
  <inkml:trace contextRef="#ctx0" brushRef="#br0" timeOffset="-191984.85">28392 14426 934 0,'0'0'327'15,"0"0"-27"-15,0 0-100 0,4 19 2 0,-1-8-10 16,0 3-21-16,2 0 3 0,-3 7 59 0,7 2-23 16,-4 0-28-16,1 5-16 0,1 1-10 15,1 0-7-15,1 0-13 0,-5 3-19 0,3 0-9 16,2-3-16-16,-4 3-36 0,1-1-25 0,-2-5-31 15,2 0-36-15,-2-1-18 0,3-2-61 16,-3 0-54-16,4-3-89 0,-3-2-190 0,1-5-312 16,-2-1 68-16,5-4 70 0,-4 2 75 0</inkml:trace>
  <inkml:trace contextRef="#ctx0" brushRef="#br0" timeOffset="-191218.21">28775 14833 783 0,'3'8'343'16,"-3"0"-44"-16,7 1-30 0,-6 4 2 15,5-1-45-15,-3-4-14 0,1 7-10 0,4-5-25 16,-2 3-26-16,1-2-13 0,2 0-7 0,-2-3 2 16,1-1-8-16,2 3-15 0,0-3-5 0,1-3-25 15,-2 0-4-15,1-4-1 0,-3 4-1 16,4-8-13-16,-11 4-12 0,17-4 0 0,-7-2 2 15,-3-2 0-15,0-2-5 0,-1-2-8 0,-3-5 3 16,-2-1-7-16,3 1 17 0,-4-2-28 16,-4-5-67-16,0 1-7 0,1-2 10 0,-2 1 100 15,-3 4 0-15,1 1 5 0,-1 3-8 0,-1 1-15 16,2-1 3-16,-4 5 7 0,1 0-18 16,0 5 0-16,-4 0-4 0,1 1 1 0,3 4-2 15,-4 1-7-15,3 4 2 0,-1 0-8 0,-3 6-4 16,5-3-4-16,-4 7 9 0,4-3-9 0,4 4 11 15,-2-1-10-15,4 3-6 0,1-5 6 16,0 5 2-16,3-2 1 0,5-4-9 0,-3 6 11 16,4-3 2-16,2-3-4 0,1 1-14 0,1-2 6 15,2 0 2-15,1-3 5 0,1-2-5 0,3-2 13 16,3 0-5-16,-3-3-8 0,4-2 8 16,6-1-1-16,0-2 1 0,4-3-5 0,0-3 5 15,3-2-18-15,7-5 12 0,0-3-2 16,-6-3-12-16,2-1-6 0,-10 1 5 0,-2 3 11 15,-5 3-1-15,1-1 4 0,-5 2-1 0,2 3 0 16,-5 3 2-16,-2 1-7 0,-1 3-12 0,0 1 9 16,-3 4 3-16,-1 2 3 0,-6 0 2 0,9 9-5 15,-8 0 0-15,0 0 10 0,2 4-10 0,-3 1-10 16,3 1 7-16,-1 2 13 0,0 4 6 16,-1-3-6-16,-1 1 11 0,3-2-19 0,0 1-2 15,1 2 10-15,-1-4 1 0,5 1-4 16,-3-5 6-16,2 5-10 0,0-4 7 0,0-3-8 15,3 0 3-15,1-3-10 0,2-1-2 0,-2-4 7 16,2 0-5-16,4-2-6 0,-3-3-1 16,3-4 12-16,-3 0-8 0,6-4-2 0,-6-4 10 15,5-1 5-15,-7-2-13 0,5-5 0 0,-7 2 1 16,0 0 7-16,-2 0-5 0,-2 2 7 0,-1 2 3 16,-3 3-2-16,-2-1-6 0,0 1 1 0,-4 3 17 15,-2-3-5-15,-2 6 3 0,-2-3 2 16,-3 4-9-16,-1 0-1 0,1 0 0 0,-5 4 2 15,-2 1 4-15,3 2-14 0,-7 0-2 0,1 5 5 16,-5-1-61-16,3 3-24 0,-8 2-94 16,2 3-113-16,-11 6-619 0,5-3 66 0,-4 6 100 15,4-7 70-15,6 0 65 0,-4-3 81 0</inkml:trace>
  <inkml:trace contextRef="#ctx0" brushRef="#br0" timeOffset="-180220.11">23090 16361 849 0,'-3'5'307'16,"0"2"-20"-16,1 1-26 0,2 3-18 0,0 2-40 16,2-1-11-16,1 2-16 0,0 3-4 15,4-4-29-15,0 2-23 0,3 0-4 0,-3-1-11 16,3-2-13-16,4 0-23 0,-4-3-10 0,0 1-13 15,4-2 0-15,-4-3 13 0,0 0-26 0,1-4 13 16,-1 3-5-16,-3-4-5 0,4-1-5 16,-2-2 7-16,-2-1 8 0,0-1-26 0,3-2 6 15,-6-2-18-15,2 0 12 0,-2-1 3 0,2-7-10 16,-2 3 10-16,0 1-10 0,-1-3-3 16,1 4-2-16,-1 1 2 0,0 1-5 0,0 0-5 15,1 2-5-15,-1 2 5 0,1 2-3 0,3 1 3 16,-7 3 0-16,13 2 6 0,-3 3-9 0,-2 1 8 15,5 2-7-15,-3 2 9 0,4 0-2 16,-4 1-10-16,5 1 16 0,-3-1-9 0,-1 2-2 16,0-2 0-16,-1 2 5 0,-1-1-2 0,2-2 20 15,-4-1-13-15,0 4 21 0,-1-5 5 16,-6 0-13-16,3 1 36 0,-3-1-47 0,-3 0 106 16,0 0-39-16,-1 0 24 0,-5 0-11 0,2-2 0 15,-1-1-10-15,-2 1-15 0,1-1-11 16,-2-1-2-16,4 1 7 0,-3-1-10 0,4-3-5 15,-2 3-2-15,1-3-21 0,1 1-8 0,6-2-10 16,-10 3-53-16,10-3-55 0,-11-1-86 0,4-2-144 16,1 1-563-16,2-2 59 0,-4-1 103 0,2-4 66 15,-1 2 46-15,-3-5 76 0</inkml:trace>
  <inkml:trace contextRef="#ctx0" brushRef="#br0" timeOffset="-180070.22">23138 16067 596 0,'0'0'220'0,"7"-6"-36"15,-3 1-53-15,5 5-31 0,-9 0-57 0,21 0-107 16,-7 2-471-16,6 2 46 0</inkml:trace>
  <inkml:trace contextRef="#ctx0" brushRef="#br0" timeOffset="-178537.06">24618 16110 965 0,'-3'-5'409'0,"-1"1"-35"0,-2 1-36 16,-1 0-26-16,7 3-46 0,-15-3-10 0,3 6-20 16,0 0-24-16,-1 3-28 0,-4 0-15 15,3 1-18-15,-3 2-5 0,1 0-20 0,-2 2-11 16,4-1-13-16,-3 4-12 0,4-4-6 0,3 1-20 16,4 0 5-16,-5-1-20 0,10-1 2 15,-2 0-12-15,0-2-21 0,6 1-8 0,0-2-13 0,4-1-10 16,-1-1-17-16,2-1-11 0,2 0-3 15,3-2 21-15,0 2-5 0,-2-2-8 0,1-1 13 16,-2 2 3-16,2-1-1 0,0 2 8 16,-2 1-7-16,0 1 10 0,3 1 5 0,-2 4 20 15,3 4-18-15,-1 3 16 0,0 2 0 0,5 5 15 16,1 1-2-16,-7 1-8 0,5 2 15 16,-1 0 3-16,-1 2 2 0,-5-1 3 0,3 2-20 15,-5-2 12-15,1 0-13 0,-5-2 3 0,-1-4 3 16,0 0 5-16,-6-4-6 0,3 0-9 0,-6-3 12 15,2-1-3-15,-2-1-4 0,-2-3 4 0,1-4 1 16,-2-4 10-16,-2 0-11 0,1-4 4 16,-3-3-9-16,2-4 6 0,-3-2-8 0,6-2 5 15,-5-4 5-15,4-3-5 0,2-1-3 0,-1-3-12 16,8-2 2-16,0 0-2 0,4-2 5 16,3-4 2-16,0 2-5 0,3-1-10 0,4 3 5 15,2 2-2-15,-1 1 5 0,1 0 4 0,-1 8-6 16,-2-1 1-16,1 4-9 0,-1 1 4 15,-3 2-9-15,1 3 7 0,2 2-3 0,-2 2-7 16,-1 3 15-16,-3 1 10 0,7 4-25 16,-4-1 10-16,0 5 5 0,1 0-2 0,-1 2-6 15,3 0 3-15,-2 2-8 0,7 0 3 0,-5 1 8 16,3 0 5-16,2-1 2 0,-2 1-5 0,2-3-2 16,-2 0-16-16,5-1 15 0,-7-4-4 0,0 3 2 15,-1-4 5-15,-2 0 5 0,-1-3 3 16,0-2-11-16,-3 0 9 0,-7 0-9 0,7-7 6 15,-4 2-3-15,-3-4-8 0,-3-2 1 0,-1-3 4 16,-2-1 1-16,-5-4-13 0,1 1 12 16,-4-2 19-16,4-1-16 0,-3 3 15 0,2 0-20 15,1 3 6-15,0 0 6 0,2 3-7 0,2-1 3 16,2 3-8-16,-2 2 5 0,2-1 11 0,-2 2-9 16,6 0-2-16,0 1-17 0,3 0 17 0,2-1 2 15,3 1-14-15,-1 1 12 0,4-1-10 16,2 4 10-16,1-4-5 0,3 3-3 0,0 0-4 15,0 2 7-15,1 0 5 0,1 2-8 16,2 0 3-16,0 2-15 0,-1 1 12 0,4 3-2 16,-3 0-5-16,0 3 5 0,-2-2-3 0,-1 3-2 15,-1 2 20-15,0-1-10 0,-4 1-8 16,2-1 8-16,-5 2 3 0,0-3 0 0,3 3-9 16,-6-3 1-16,3 3-2 0,1-3 12 0,-1 2 2 15,-3-2-12-15,3-1 0 0,-3 0 0 0,3-4 8 16,-3 3-11-16,2-4-2 0,-1 0 5 0,2-1-13 15,1-2 2-15,-1-2-2 0,-3 0 0 16,-7 0-5-16,20-5 13 0,-13-1 10 0,0-1-15 16,0-1-6-16,-5-3 6 0,-1-3-5 0,0 0 4 15,-2-3-4-15,-2-1 2 0,-4 3 8 16,4-1 15-16,-1 1 0 0,-2 0 10 0,2 1-5 16,1 3 1-16,0 1-9 0,2 0 11 15,-6 1 13-15,4-1-3 0,3 4-16 0,-1 0 9 16,0-1-11-16,1 1 0 0,2 1-3 0,1-1-12 15,4 2 15-15,0 0 6 0,0-2-6 0,6 2 0 16,-2 1-13-16,2-1 13 0,2-1-2 0,-2 3-13 16,4-1 22-16,-3 2-12 0,3-2 0 15,-4 1-10-15,2-1 8 0,1 2 7 0,-2-2-13 16,-4 1 8-16,5 2 8 0,-6-1-13 0,1 0-1 16,0 1 4-16,-10 0-3 0,16 0-16 15,-16 0 11-15,11 1 5 0,-7 0 2 0,-4-1-12 16,0 10 20-16,0-3-2 0,-3 0 9 15,2 1-17-15,-5 3 16 0,1 2-17 0,-3 1 30 16,0 1-9-16,-2 0-5 0,4 0 0 0,-1 0-10 16,1 1 5-16,1-1 13 0,-1-1-15 0,2 3 2 15,4-4-7-15,0-1 17 0,0 0-5 0,3-1 0 16,-2-1-5-16,2-3 1 0,5 0-1 0,-2-3 5 16,4 1-7-16,-3-4-6 0,3 0 13 15,4-3-7-15,-4-1 15 0,7-3 0 0,-4-2-26 16,2-2 18-16,-2-1-5 0,4-1 0 15,-3-5 0-15,0-3-7 0,-1 2 2 0,0-7 2 16,1 0-7-16,-7-3-5 0,3-1-13 0,-3-2 8 16,-6-1 5-16,2-2-11 0,-6-1 11 15,-1-1 2-15,-3 0 0 0,3 3 1 0,-5 1 4 0,2 1 3 16,-1 6 5-16,2 4-7 0,-1 1-6 16,-3 7 3-16,2 1 0 0,-1 7 7 0,-1 0-7 15,-1 9 5-15,1-1 18 0,0 7-13 0,3 3 6 16,-1 2 9-16,2 5 3 0,0 4-5 15,6 2-10-15,0 3-6 0,3 2 16 0,3 4-20 16,1 0 4-16,7 10 1 0,0 0 9 16,6 0 6-16,-2-4-10 0,1-1 7 0,-4-7-2 15,2-6-13-15,0-1 3 0,3-2-8 0,-1 0-3 16,0-4-5-16,-2-3-30 0,3-2-78 0,-3-2-71 16,0-4-209-16,1-2-523 0,-2-3 53 0,-1-4 114 15,2-4 68-15,-3-2 70 0,2-4 89 16</inkml:trace>
  <inkml:trace contextRef="#ctx0" brushRef="#br0" timeOffset="-178269.85">26817 15963 1118 0,'0'0'381'16,"0"0"-27"-16,0 0-19 0,-15 18-33 15,12-9-23-15,0 2-36 0,2 3-5 0,0 0-30 16,-1 2-4-16,2 1-32 0,0 2-21 0,2-2-13 16,-1 2-7-16,-1 0-29 0,1 0-61 15,-1-1-31-15,3-1-40 0,0-5-78 0,0 3-86 0,-2-1-211 16,3-4-396-16,-1-2 69 0,1-1 33 15,-1-3 87-15,-3-4 52 0</inkml:trace>
  <inkml:trace contextRef="#ctx0" brushRef="#br0" timeOffset="-178153.17">26775 15905 711 0,'0'0'223'0,"0"0"-59"16,0 0-93-16,0 0-165 0,0 0-439 0,27 8 19 15</inkml:trace>
  <inkml:trace contextRef="#ctx0" brushRef="#br0" timeOffset="-177886.85">27155 15838 1187 0,'-3'-8'310'0,"3"1"-23"15,-1-1-14-15,-3 1-29 0,1 0-24 0,0 4-23 16,3 3-5-16,-11 0-16 0,11 0-24 15,-17 7 9-15,7 4-15 0,3 3-23 0,-2 5-13 16,4 3 12-16,-4 8-6 0,-1 2 37 0,3 2-7 16,1 16-5-16,1 0-21 0,-1 7-23 15,5-1 14-15,-2 0-6 0,6 0-18 0,-3 1-13 16,0-2 0-16,1-11-7 0,-1-5-44 0,0-3-11 16,3 2-37-16,0-4-39 0,-3-6-74 15,0-2-47-15,-3-2-58 0,0-1-192 0,2-11-415 16,-2-3 44-16,0-3 110 0,-1-6 51 0,4 0 66 15,-11-8 70-15</inkml:trace>
  <inkml:trace contextRef="#ctx0" brushRef="#br0" timeOffset="-177736.39">26953 16604 842 0,'-7'-17'343'16,"1"3"-5"-16,-1-1-77 0,7 5-11 0,-4-1-17 15,0 1-5-15,4 0 15 0,-3-1-28 0,3 3-33 16,0 0-3-16,3-2-23 0,1-3-15 0,3 2-13 16,0 1-5-16,3-3-26 0,7 0 1 15,-3-1-16-15,6 0-6 0,-3 2-14 0,7-3 2 16,-3 1-16-16,3 3-7 0,-4-2-13 15,4 1-35-15,-3-1-19 0,-1 2-115 0,1-1-58 16,2 0-354-16,-1 1-269 0,-3 0 82 0,-1-4 90 16,2 0 64-16,-3-2 69 0</inkml:trace>
  <inkml:trace contextRef="#ctx0" brushRef="#br0" timeOffset="-177003.19">28351 15916 1149 0,'-7'-6'379'0,"2"1"-49"0,-3 1-10 0,-2 1-26 15,2 3-51-15,-2 0-2 0,0 1-36 0,-4 5-21 16,1 0-7-16,-3 0-19 0,1 6-14 16,-2 0-6-16,3 3-20 0,-3 0-8 0,4 2-16 15,2 1-9-15,1-4-11 0,0 4 5 16,6-2-2-16,-3-3-23 0,4 1-5 0,3 1-14 0,3-5-14 16,1 4-13-16,3-4-8 0,1-3-13 15,4 2 23-15,2-4-33 0,-1 0-20 0,5-5 4 16,-2 0 19-16,2-1-9 0,-1-3 4 0,0-2 7 15,2-2 5-15,-4 1 11 0,-1-3 7 16,-1 0 8-16,1 1 12 0,-4-1 6 0,-3 2 10 16,0 1 0-16,4 1-11 0,-5-1 11 15,-2 4-25-15,2-1-9 0,-6 4 27 0,11 0 2 16,-11 0-26-16,6 5 3 0,-6-5-3 0,4 10 0 16,-1-2-10-16,-1 0-13 0,0 1-10 0,1 0-33 15,3 1-16-15,-1-2-45 0,1 0-4 0,-2 3-66 16,5-4-46-16,1 0-130 0,1 0-438 15,1 0 46-15,-1-4 97 0,0-2 44 0,0 1 58 16</inkml:trace>
  <inkml:trace contextRef="#ctx0" brushRef="#br0" timeOffset="-176603.57">28747 16001 1049 0,'-18'3'315'16,"8"-1"-82"-16,-3 2-18 0,-3 2 0 0,2 1-10 15,0 3-16-15,-3 2-18 0,3-1-25 16,0 4-10-16,1 1 0 0,-1 1-6 0,7 2-15 16,-2-1-12-16,5-1-11 0,1 1 5 0,3 1-15 15,3-2-18-15,1 1-2 0,5 0-9 16,1-1-7-16,5-1-25 0,1-2-21 0,8-3-21 16,-3-1-27-16,5-3-19 0,0-3-38 0,0-2-25 15,5-4-52-15,-2-2-54 0,0-2-2 16,2-5-38-16,0 0-18 0,0-4-19 0,-4-2 11 15,-6-5-53-15,0-2 50 0,-5-1 187 0,-6-5 116 16,1-2 63-16,-4-6 41 0,-4 2 29 0,-3-5 35 16,0 0 3-16,0 2 31 0,0 0-11 15,-4 4 31-15,-2 3-10 0,6 4 16 0,-3 6-6 16,1 4-41-16,0 5-13 0,-2 2-12 0,1 5-13 16,0 5-3-16,3 1-13 0,0 0 3 15,-4 16-18-15,4-4-28 0,3 6 0 0,-2 2-2 16,-1 4-16-16,6 2 0 0,1 4-8 0,-3 0-28 15,3 4-36-15,2-1-53 0,2 0-75 16,1 9-99-16,-1-7-543 0,1-3-3 0,-2-5 95 16,-4-4 69-16,2-7 54 0,-5 1 66 0</inkml:trace>
  <inkml:trace contextRef="#ctx0" brushRef="#br0" timeOffset="-175553.8">28932 16067 931 0,'4'-7'359'16,"-1"-2"-22"-16,1 0-37 0,5-2-18 0,2 1-37 16,6-3-17-16,4 0-26 0,8-1-23 15,-4-1-17-15,6 0-11 0,-1 4-21 0,1 0-17 16,-3-1-8-16,-1 5-13 0,-3 1-2 0,3 0-9 16,-5 4-17-16,-1 1-7 0,-2 2-11 15,2 1-10-15,-4 4 2 0,0-2 3 0,-1 5-18 16,-4 0 8-16,4 1 5 0,-6 0-13 0,4 0-8 15,-7 1-18-15,3 2 24 0,0-1-3 16,-1 1-80-16,-1-1 14 0,0 1 2 0,-1-2 15 16,-1-1 8-16,1 1-10 0,1-2-1 0,-2-1-7 15,4-1 1-15,-3-1 4 0,3 0 0 0,0-5-8 16,0 1 9-16,1-2-9 0,-1-2-5 16,0-2 8-16,1-3 21 0,-1-2-11 0,0-3 6 15,1 0 4-15,-1-3-10 0,0-2 24 16,0-1-11-16,-3 3 23 0,-1-1-18 0,1 3 36 15,-3 0-7-15,3 3-4 0,-4 1-1 0,-2 1 1 16,2 3-1-16,0 1-9 0,1 2 16 0,-4 2-3 16,0 0-2-16,0 0 8 0,13 10-8 15,-9-1 2-15,1-2 3 0,-3 3 0 0,4 0-3 16,-2 1-7-16,5 3-1 0,-1 0-1 0,-1-1-6 16,2 2 10-16,2-2 8 0,-1-1-21 0,2 0 19 15,0-1-4-15,-1-1 4 0,2-1-14 16,4-1 6-16,-3-5-6 0,3 2 4 0,1 1-9 15,1-5-2-15,-1 1 0 0,-1-5-11 16,6 2 6-16,-2-4 0 0,-1 0 0 0,1-4-16 16,0 0 11-16,-1-1-1 0,1-5-4 0,0-1 7 15,-5 0 3-15,2 1-8 0,0-1 13 0,-5-3 2 16,0 5-4-16,1 0 12 0,-7 2 15 0,3 0-4 16,0 3 14-16,-3 0-7 0,-1 1-7 15,-2 2-6-15,-1 0 3 0,-1 1 2 0,-2 5-5 16,-5-7 3-16,5 7 5 0,-10 0 8 0,0 0-6 15,10 0-17-15,-24 7 22 0,9-2-15 16,2 0 8-16,-4 2-7 0,4 1-4 0,-2-1 11 16,4 3-2-16,-1-2-1 0,1 3-12 15,1-2 7-15,1 1-5 0,1 0 13 0,5-1-5 16,-1-1-3-16,1 0-8 0,3 1-2 0,3-3 0 16,0 0-10-16,1 0 5 0,3-3-13 0,0 2 8 15,0-1-8-15,2-3-8 0,-1 0 8 16,-1 0 8-16,3-1 3 0,-10 0-4 0,17 0 9 15,-10 2-1-15,-7-2-5 0,13-2-9 0,-5 4 1 16,-8-2 6-16,0 0-8 0,13 0 15 0,-7 2 6 16,-6-2-8-16,10 4 7 0,-8-1-9 15,6-1 12-15,-6 3-13 0,4-1 8 0,-2-1 5 16,3 1 0-16,-1 2-12 0,-2-5 2 0,3 1 5 16,-1 2 0-16,-2-3 15 0,6 1-15 15,-10-2-3-15,14 2 3 0,-3-4 8 0,-2 0-5 16,2 1 2-16,2-3-8 0,-2-1 16 0,2 0-8 15,1-1-10-15,-1-3 3 0,1 0-14 0,0-2-15 16,3-3 6-16,-3-2-42 0,3 0 11 16,-4-3-18-16,2-5-6 0,-2-2-7 0,-3-2 11 15,1-2 17-15,-1-2-8 0,-4 1 3 0,2-3 39 16,-5-1-21-16,2 0 25 0,-5 2 11 16,0 6 20-16,0 2 23 0,-2 5 13 0,2-1 13 15,-3 7-10-15,3 3-16 0,0 2 6 0,-3 4-9 16,0 2 11-16,3 3 5 0,0 0 3 0,-5 23-3 15,2-6-2-15,3 8 7 0,0 3-13 16,3 7-7-16,2 2-11 0,1 12 6 0,1 0 7 16,1 1 3-16,-3 0-13 0,6-3-5 0,2 0-8 15,0-4-15-15,1 1-31 0,0-1-30 16,5-4-26-16,-7-7-34 0,5-3-132 0,-1-4-352 16,2-4-127-16,-1-4 51 0,-3-5 87 0,5-6 59 15</inkml:trace>
  <inkml:trace contextRef="#ctx0" brushRef="#br0" timeOffset="-174853.96">31216 15824 1231 0,'3'7'363'0,"-2"3"-17"0,-1 0-54 15,3 2-24-15,3 1-12 0,-3 3-13 0,4 0-38 16,1 0-23-16,2 2-90 0,0 1 3 0,1-4-3 16,2 1-18-16,4 0-12 0,-4-1-1 15,1-2-20-15,0-3-10 0,1-1-8 0,-3-3-10 16,-2-2-1-16,1-2 6 0,1 1-18 16,-4-6 11-16,2 2 1 0,-2-4-7 15,-1-1-5-15,-1-3 3 0,1-4 2 0,0 0 3 0,-3-3-6 16,-1-1 3-16,2 0-2 0,-3-2 12 15,4 4 1-15,-2 0-1 0,-1 0-15 0,1 4 21 16,3 1-27-16,-1 1 9 0,1 0 10 0,4 4-3 16,-1-1-2-16,3 1-3 0,4 0 0 0,0 1 0 15,1 2-7-15,5-2 4 0,-3 1-4 16,1 0 14-16,2-1-4 0,-5 2-3 0,3 1 3 16,3-2-8-16,-7-1 0 0,3 1-8 0,-5 1 6 15,-2-3 2-15,0 4 7 0,-2-3-7 0,-1 1 0 16,-4 0-5-16,-2-1 10 0,-4 4 3 0,0 0-3 15,0 0-2-15,0 0 12 0,0 0-7 16,-23 7 12-16,12-4-7 0,-2 4-13 0,2 1 13 16,-3 5-11-16,1-2 11 0,2 0 0 0,-2 3-5 15,6-3-1-15,-3 4-12 0,8-1 15 16,-3-2-2-16,5 1 2 0,0-2-7 0,3 2-6 16,0-4-7-16,1 1 5 0,7 0 2 0,-1-2-15 15,0-1-5-15,1-1-5 0,2-4-8 16,1 2-5-16,1-3 6 0,-2-1-4 0,0-3 21 15,0 1 11-15,4-6-32 0,-4 1 14 0,-1-3-11 16,-2 2 0-16,0-5 23 0,2 1-7 0,-7-1 30 16,2 1 0-16,2 1 13 0,-4 0-7 0,-2 2 1 15,0 4-1-15,-2-1-11 0,2 4 3 16,-3 2 2-16,0 0 0 0,0 0 8 0,0 0-15 16,0 0 9-16,0 0-1 0,6 13 1 0,-4-6 4 15,0 0-9-15,-2 2 6 0,7-3-5 16,-3 3 0-16,-1-2-13 0,3 1-6 0,-2-2-9 15,3 1-31-15,0 0-24 0,0-2-63 0,3-1-85 16,-2 1-135-16,3-3-415 0,-3 0 79 16,2-2 47-16,1-2 66 0,-1-3 56 0</inkml:trace>
  <inkml:trace contextRef="#ctx0" brushRef="#br0" timeOffset="-174603.88">32177 15386 1141 0,'-2'22'382'15,"-3"-1"-24"-15,5 4-30 0,-4-3-39 16,4 6-33-16,0 1-16 0,0 0-22 0,0 7-13 16,4-3-26-16,1 2-13 0,-3 0-22 0,4 0-1 15,1-1-28-15,-1-3-7 0,2 1-21 0,-1-3 0 16,2 0-21-16,1-8-30 0,-2 3-15 0,2-5-24 15,0-1-35-15,1-5-34 0,-1-3-20 0,0 0-57 16,4-3-84-16,-4-3-174 0,4-4-399 16,-1-1 89-16,2-4 39 0,-2-5 79 0,-3-4 51 15</inkml:trace>
  <inkml:trace contextRef="#ctx0" brushRef="#br0" timeOffset="-174253.4">32467 15590 806 0,'-1'-17'386'15,"0"6"-30"-15,-1 0-38 0,-1 6-27 16,3 0-12-16,0 5-53 0,0 0-6 0,0 0 0 15,0 0-31-15,-13 20 13 0,8-7-27 0,-1 4-24 16,3 4-8-16,-1 0-2 0,1 4-18 16,0 0 2-16,1 0-20 0,0 3 0 0,2-3-21 0,0 1-4 15,2 0 2-15,0-2-8 0,1 0-8 16,0-2-17-16,1 1-5 0,2-3-4 0,-2-4-16 16,6-2 16-16,-3 0-19 0,0-3-13 0,4-4-8 15,-1 1-3-15,0-5-33 0,4-1-12 16,-4-2-22-16,3-3-27 0,1-3-15 0,-1-5 7 15,2-3-21-15,-2-4-20 0,1-1 36 16,-4-7-2-16,3-2 19 0,-5 6 19 0,1-1 33 16,-2 0 21-16,-3 6 17 0,3 2 21 0,-3 4 0 15,2 0 0-15,-3 3-5 0,-2 2 10 0,2 3 8 16,-3 3 20-16,0 0-8 0,0 0-4 0,0 0 7 16,3 19-3-16,-3-9-4 0,0 3-9 15,3-1 6-15,-3 3-10 0,0-1-19 0,0-1-9 16,2 3-34-16,-1 1-36 0,-1 0-66 0,0-2-156 15,1 2-541-15,3-2 57 0,-1-3 92 16,-1 0 46-16,0-5 85 0</inkml:trace>
  <inkml:trace contextRef="#ctx0" brushRef="#br0" timeOffset="-173703.88">32946 15891 1021 0,'8'-15'358'0,"-3"4"-46"16,1 0-17-16,2-2-34 0,-4 2-18 16,2-4-28-16,-1-1-28 0,-3 0-26 0,1 3-20 15,2-2-5-15,-3 1-3 0,-1 3-26 16,-1-3-2-16,-1 6-18 0,-1-1 11 0,-3 1-22 15,1 7 6-15,-2-2-2 0,6 3-19 0,-21 4 8 16,8 3 5-16,-1 1 1 0,1 7 9 0,1 0-17 16,-1 3 7-16,2 1-10 0,2-1-13 15,-2 4 10-15,5-2 1 0,3-2-16 0,1 1-3 16,2-2-25-16,1 1 16 0,0 0-1 0,8-4-2 16,-2 0-16-16,4 1-12 0,-1-5 4 0,7 0-2 15,-3-4 6-15,0 0-11 0,3-3-6 16,0 0 14-16,-1-6-13 0,2 0 0 0,-4-4 0 15,8-4-13-15,-3-3 23 0,-2-7-20 0,2-3-3 16,-7-2 0-16,2-2 2 0,-1 1 14 16,-3 3 20-16,-2 6 0 0,-2-1 7 0,1 3-2 15,-1 2-5-15,-2 5 8 0,-1 0-13 0,-3 7 2 16,0 2-10-16,0 0 21 0,0 0-13 0,0 0 17 16,7 22 6-16,-6-8 2 0,-1 2-4 15,3 2 4-15,0 3-12 0,-1 1-3 0,0 3-5 16,-2 3 5-16,0-3-3 0,-2 1-2 0,-3 1-10 15,2-2 10-15,-5 1-21 0,-2 1 6 16,0 1 10-16,-4-1-39 0,-17 4-46 0,11-6-58 16,-7-6-188-16,-4-2-634 0,-11 1 74 0,1-8 95 15,-3-5 110-15,-4-5 56 0,-23-2 54 16,-18-7 79-16</inkml:trace>
  <inkml:trace contextRef="#ctx0" brushRef="#br0" timeOffset="-172537.46">24164 17911 972 0,'0'-7'312'0,"0"-1"-53"0,3 0-21 15,-3 0-18-15,4-2 0 0,2 0-35 0,-1-1-24 16,0 0-79-16,6 0 2 0,-4 0-7 16,3 0-26-16,-4 4 0 0,5-3-5 0,-1 3-5 15,0 5-5-15,1-3-18 0,-1 4 26 0,4 2-11 16,-4 2-13-16,3 1 9 0,1 2 6 16,-1 0-19-16,2 2 9 0,-2-1-14 0,1 2 12 15,-1 0-8-15,0-2-2 0,-1 1 10 0,-2-3-15 16,0 1 4-16,3-2 1 0,-3 1 13 0,-3-2 2 15,4-1-20-15,-4-1 15 0,3-2 7 16,-10 1 1-16,20-5 7 0,-13 0-12 0,4-2 7 16,-4 0 11-16,2-2-1 0,-5-1-4 15,3-1-3-15,0 0-1 0,0-3 9 0,-4 1-13 16,2 1-34-16,-3-1-7 0,-2 2-16 0,3 2-40 16,-3-2-55-16,0 5-78 0,0 0-65 15,-3 5-202-15,3 1-258 0,0 0 61 0,0 0 77 16,-10 8 81-16</inkml:trace>
  <inkml:trace contextRef="#ctx0" brushRef="#br0" timeOffset="-172170.97">24526 18070 665 0,'0'0'361'0,"0"0"-28"15,0 0-26-15,-7-9-41 0,7 4-13 0,-3-2-22 16,3 7-21-16,3-14-34 0,-3 3-9 15,3 1-16-15,0 0-21 0,-2-2 1 0,2 1-24 16,6 0-17-16,-4 1 5 0,-2-1-16 16,4 3-15-16,0-2-3 0,3 6-9 0,-3-2 1 15,0 3-9-15,4 1 2 0,-1 2-18 0,0 0 3 16,3 1-3-16,-2 2-2 0,-1-2 7 0,4 2-8 16,-1 0-9-16,1 1 2 0,-1-2 0 15,1 0 10-15,-3 0-8 0,-1 0-4 0,1-2 2 16,0 0-6-16,-3 0-1 0,3-2 14 15,2 0-2-15,-1-2-7 0,-3-1 14 0,1-1 9 16,0-1-1-16,1 0-23 0,-4-1 16 0,2 1-3 16,-2-3-7-16,-2 2-3 0,1-2-8 0,-3 1 10 15,0-3 3-15,-2 1-87 0,-1 0-12 16,0-1-6-16,0 2-26 0,0-1-22 0,0 0-26 16,0-1-93-16,0 4-181 0,3 0-338 15,-3-2 52-15,5 2 53 0,-3-1 71 0,1 1 60 16</inkml:trace>
  <inkml:trace contextRef="#ctx0" brushRef="#br0" timeOffset="-170970.62">25894 17348 972 0,'0'0'269'16,"0"0"-21"-16,0 0-12 0,0 0-19 0,0 0-7 16,3 20 3-16,0-8-37 0,2 3-4 15,-3 1-95-15,1 2-1 0,5 2 4 0,-2 4-27 16,-2 1 11-16,2 0-20 0,1-2 2 0,4 5 10 15,-1 2-22-15,0-3-11 0,2 0-13 16,-2 0-28-16,1-2-72 0,0-4-9 0,3 3-101 16,-3-5-120-16,2-1-376 0,0-2 53 0,3-4 70 15,-4-3 53-15</inkml:trace>
  <inkml:trace contextRef="#ctx0" brushRef="#br0" timeOffset="-170555.2">26331 17531 673 0,'-3'18'263'0,"3"-11"-27"0,-1 3 2 16,2 0-38-16,2 2-1 0,-3 1-32 0,6 3-19 15,-2 0-23-15,5 0 6 0,-4 3-23 0,2-4-6 16,3 3-10-16,4-1-10 0,-4-2-5 15,4 0-13-15,2-2 5 0,-4-1-10 0,1-4 10 16,0 0-15-16,1-1-8 0,-1-4-8 0,-2 2 6 16,5-4-14-16,-5-2 11 0,3-2-2 15,-4 0-4-15,1-3 12 0,2-3 11 0,-3-1-17 16,-2-3 16-16,-2-4-16 0,0 0-6 0,-5-3 1 16,-1-1 0-16,-1-4 15 0,-5 1-20 15,0-2-5-15,-2 3-1 0,-2-4 19 0,-3 5-14 16,-1 0 6-16,0 4 5 0,-3 1-5 15,3 3-13-15,-6 3 10 0,6 3 3 0,-6 0-8 16,2 4-10-16,1 1 3 0,0 3-1 0,2 2 1 16,-4 1-11-16,2 5 0 0,0 1-10 0,7 1-10 15,-1 2-26-15,6 3-23 0,0-1 6 0,5 4-42 16,6 0-41-16,5 0-38 0,3 1-95 16,5 1-150-16,6-1-337 0,5-1 65 0,-2-3 74 15,3-4 65-15</inkml:trace>
  <inkml:trace contextRef="#ctx0" brushRef="#br0" timeOffset="-170154.12">27059 17488 952 0,'0'0'299'0,"0"0"-17"0,-20 10 45 15,13-3-2-15,-1 1-53 0,2 2-6 0,2 3-41 16,-2 2-28-16,2 1-7 0,1-2-24 0,0 4-10 15,3 0-17-15,0-4-22 0,3 4-2 16,0-1-12-16,1-2-1 0,2 0-12 0,1-1-6 16,1-1-22-16,2-3-1 0,2-1 1 0,0 0-9 15,1-4-7-15,-2 0 3 0,5-3 2 16,-3-1-20-16,1-2 2 0,3-1 3 0,-2-3-3 16,1-3-10-16,-2-3 11 0,0-2-6 15,0-3 0-15,-1-3-10 0,-5 0-10 0,1-3 20 16,-5 0-13-16,-1 2 6 0,0 1-16 0,-6-1-3 15,3 1 19-15,-3 1-14 0,-4 1-1 0,1 2 1 16,-2 2-12-16,1 1 8 0,-3 0-8 0,-1 5 7 16,-2-1 3-16,3 3 5 0,-4 1-12 15,4 2 2-15,-4 2 2 0,4 0-7 0,0 2 3 16,-4 3-16-16,7 1-5 0,0 0-8 16,1 1-38-16,-1 3-5 0,3 0-41 0,4 2-39 15,3 1-82-15,-2-2-114 0,9 3-474 0,-3 0 35 16,6 1 80-16,-2-2 74 0,4-5 80 15,-2 0 38-15</inkml:trace>
  <inkml:trace contextRef="#ctx0" brushRef="#br0" timeOffset="-169287.23">27774 17342 911 0,'-4'-2'345'0,"-3"0"-35"15,7 2-31-15,0 0-36 0,-17 8-7 0,11-2-32 16,2 2-24-16,-4 2-17 0,2 3-9 0,2 2-18 15,1 0-16-15,0 3-2 0,0 2-13 0,1-1-3 16,2 0-30-16,0 2 5 0,1-1-8 16,0-2 2-16,2 1 4 0,4-1-37 0,-1-2 13 15,1 0-23-15,1-2 3 0,4-2-8 16,-1 1-23-16,3-3-2 0,-1-3-6 0,3 0-8 16,-4-4 1-16,2 1 2 0,2-3-17 0,-2-2-4 15,-3-1 6-15,2-2 0 0,4-3 0 16,-7-3-3-16,4-2 6 0,-4-2 4 0,-3-1 6 15,1-2 12-15,-5-2-5 0,0-1 1 0,-3 1 9 16,0-3 9-16,-6 0 24 0,1-1-12 0,-1 2 13 16,-1 1-13-16,-3 1 13 0,-1 3-5 15,-2-2 2-15,-1 4-10 0,1 4 0 0,-1-1-5 16,0 4 15-16,-2-2-15 0,1 3 5 0,2 0-2 16,-1 3-6-16,4-1 6 0,0 3-1 15,-1 0-10-15,1 1 3 0,10 0-10 0,-14 1-6 16,7 1 11-16,1 1 7 0,6-3 3 15,-7 3-13-15,7-3-2 0,-3 6 7 0,3-6-12 0,0 0 9 16,9 7-2-16,-9-7 6 0,11 3-6 16,0-3 5-16,1 0-18 0,-1-2 6 0,3 1-3 15,2 0 2-15,-1 0-5 0,6-3-4 0,-2 4 4 16,2-2-8-16,-4-1 19 0,4 0-13 16,3 3 10-16,-3 0-10 0,-5-2 2 0,2 4-5 15,-2-2 0-15,2 3 0 0,-2 1 6 16,-1 1 4-16,1 1-15 0,-2 2 18 0,-1 3-5 15,0-1-2-15,-3 3 9 0,-2 2 13 0,3 0-12 16,-1 3-6-16,0-1 19 0,1 2-9 0,-1 1-9 16,0-1-3-16,1 1 12 0,-1-3-1 15,3 2-1-15,1-2 2 0,-1-1-1 0,1-1-4 16,0-2 8-16,0-3 1 0,2-1-4 0,-1-3-4 16,3 0-6-16,-2-4 8 0,0 0 3 15,-2-2 7-15,0-2-7 0,5-2 7 0,-7-3 1 16,5-3-1-16,-4-2 6 0,1-3-16 15,-4-1-3-15,-3-3 16 0,0-2-2 0,-4-1 4 16,1-2-7-16,-8-1 5 0,1 0-5 0,-4 0 5 16,-3-1-1-16,-1 0-24 0,-5 2 20 0,-5 5-1 15,1 1-7-15,-7 5-12 0,4 4-14 0,-9 4-4 16,7 2-24-16,-6 3-20 0,1 3-51 16,-1 4-39-16,1 0-53 0,-2 4-91 0,-1 3-139 15,9 2-326-15,-1 0 74 0,2 3 59 16,-1-1 105-16,6 3 21 0</inkml:trace>
  <inkml:trace contextRef="#ctx0" brushRef="#br0" timeOffset="-168038.77">28850 17288 819 0,'-14'5'325'0,"4"0"-28"16,0 2-18-16,-4 3-41 0,4-1-13 0,2 4-15 16,-2-1-21-16,1 2-22 0,7 2-16 0,-3-2-16 15,5 1-12-15,0 0-8 0,0-1-10 0,5 1-23 16,0 0-2-16,1-1 4 0,2 0-17 15,-1-1-11-15,3-1 8 0,0-2-23 0,1-2-8 16,-1-1-2-16,0-3 0 0,3 1-6 0,-4-3-4 16,-4-2 2-16,-5 0 0 0,14-1 5 15,-7-3-8-15,-1-1 1 0,-3-2-3 0,-2-1-3 16,2 0 8-16,-3-4-8 0,0-1-2 16,-3-2-2-16,2-1-4 0,-5-2 3 0,3 0 1 15,0 3 4-15,2-2-2 0,-2-1-6 0,0 4-1 16,3 2 1-16,0-1-9 0,3 1 17 15,1 2-10-15,-1 1-12 0,6 0 19 0,-1 2-1 16,-1 2-11-16,6 1-3 0,-2 3-2 0,4-1 7 16,-3 4-4-16,5 0 7 0,1 2-5 0,-2 3-8 15,2-1 8-15,2 3 3 0,-3 1-8 16,4 3 12-16,-4-1-14 0,5 1 4 0,-7-1 19 16,6 1-6-16,-1 0-3 0,-3 0-14 0,1-1 7 15,-2 1 2-15,2-1-4 0,-2-3-1 16,-1 1 3-16,-2-2-5 0,4 1-3 0,-4-3 16 15,0-2-10-15,-3 0 4 0,1-1 8 0,2 0-7 16,-5-3-6-16,-1 0-2 0,-7 0 10 0,18-4 6 16,-12 1-17-16,1-2 12 0,0-1-6 15,-3-1 0-15,2-2 15 0,-3-2-15 0,-2-1 5 16,-1-1-2-16,3-5 4 0,-3 0-4 16,0 0-11-16,0-3 21 0,0-1-8 0,-3 2 3 15,3 0-6-15,0 1 3 0,0 0 1 0,0 1-1 16,0 3 5-16,0 0-2 0,3 2-1 15,-3 1-7-15,0 1-2 0,3 0 4 0,0 1 6 16,-2 1-3-16,6 3-13 0,0-1 11 0,-1 1-11 16,-2 3 1-16,5 2-1 0,-1 1 3 0,-8 0 0 15,23 6 10-15,-12 0-3 0,-1 1-2 16,6 5-2-16,-4-1 2 0,1 4 0 0,1 0-3 16,2 0 6-16,-1 1-8 0,-2 0 18 15,1-2-16-15,0 3 8 0,0-2-5 0,-4-2-2 16,0 1 7-16,1-3-8 0,-1-1 3 0,2 0 3 15,-4-2-3-15,-1-1 10 0,3 0-18 0,1-2 18 16,-1-1-4-16,0 0 4 0,1-4-8 0,2 2 6 16,0-2 0-16,3-2-11 0,-4 0 8 15,2-3 0-15,2-1 8 0,-1-1-15 0,-2-3 7 16,6-4-3-16,-7-2 3 0,5 0 26 16,-1-8-23-16,-1 3-18 0,-2-3 22 0,3-1-14 15,-5 1 25-15,-1 4-18 0,1 1 5 0,-4 0 8 16,0 3 0-16,-4 2 3 0,5 0-11 15,-5 2-20-15,0 0 33 0,-3 2 10 0,0 0-20 16,-6 0 7-16,-2 2-2 0,1 2-3 0,-6 1 8 16,-4-1 0-16,0 4-12 0,-1-1-1 0,-3 1-7 15,0 1 2-15,-1 1 2 0,1 3 1 16,1 0-3-16,-1-1-7 0,3 3-37 0,-1 1-27 16,1 0-47-16,5 2-33 0,-2 1-46 0,-1-1-176 15,2 2-477-15,4 2 77 0,0-1 79 16,-1-2 72-16,1 0 77 0</inkml:trace>
  <inkml:trace contextRef="#ctx0" brushRef="#br0" timeOffset="-134271.8">13005 13533 184 0,'3'7'31'0,"-3"0"-8"0,1 1-46 0,3 1-59 15</inkml:trace>
  <inkml:trace contextRef="#ctx0" brushRef="#br0" timeOffset="-133108.25">17415 11633 908 0,'0'-7'264'0,"0"7"-34"0,0 0-28 16,0 0-7-16,0 0-13 0,0 0-13 0,0 0 2 15,0 0-10-15,11 25-4 0,-5-15-14 0,-2 5-2 16,-1 0-18-16,0 2-6 0,1 1-2 0,0-1-15 16,-1 5-2-16,0-4-19 0,-2 5 3 15,-1 1-16-15,0-3 9 0,0 3-9 0,0 2-20 16,0-1-10-16,0 0-10 0,-1 0-31 0,-2-4-44 15,3-2-28-15,-3 5-66 0,3-6-85 16,3 0-97-16,-3-3-412 0,4 2 43 0,-1-7 64 16,0-1 65-16</inkml:trace>
  <inkml:trace contextRef="#ctx0" brushRef="#br0" timeOffset="-132725.14">17709 11826 844 0,'3'15'272'0,"-3"-9"-1"0,0 2-43 0,0-2-3 15,1 6-10-15,-1-2-23 0,0 3-36 16,3-1 0-16,0 3-15 0,1 1-21 0,3 0-12 16,-3-3-1-16,2 2-9 0,1 0-9 15,4-2-7-15,-1 1-5 0,-1-5-8 0,3 3 5 16,1-3-15-16,0-3-21 0,1-1 11 0,-1 0-8 15,1-4-3-15,-3-1 3 0,3-4 0 0,-1 2-10 16,0-6 5-16,1 0-5 0,-4-2-1 16,1-4-12-16,-1-1 8 0,-3 0-16 0,-1-1-64 15,2-3 13-15,-5 1-7 0,0 1 7 0,-2-1 8 16,-1 1 12-16,0 1-10 0,-1-1 16 16,-5 2-8-16,2 3 18 0,-3 2-13 0,1-2 15 15,-1 4-9-15,-4 4 1 0,1-2 1 0,0 4 7 16,-1-3-12-16,1 5 7 0,0 2-48 15,0 1-10-15,3 0-37 0,0 1-15 0,0 0-43 16,1 1-18-16,2-1-59 0,4 3-69 0,0-2-300 16,4 0-30-16,-1 0 43 0,4-3 67 0</inkml:trace>
  <inkml:trace contextRef="#ctx0" brushRef="#br0" timeOffset="-132475.15">18307 11601 757 0,'0'0'279'0,"0"0"-69"15,8 8-8-15,-8 1 57 0,3 4-24 0,-3-1-25 16,-3 9 0-16,3-2-15 0,-4 6-16 16,0 1 0-16,-2 7-18 0,-1 1-30 0,3 4-6 15,-6 6-4-15,0-4-24 0,0-5 0 0,3-2-12 16,-4 1-4-16,5-1-19 0,-1 0-3 15,0-3 5-15,0-5-26 0,0 1-15 0,1-1-31 16,2 0-17-16,1-6-49 0,0 1-75 0,-1-1-66 16,0-3-123-16,1-6-427 0,3-2 46 15,-4-6 71-15,4-2 41 0</inkml:trace>
  <inkml:trace contextRef="#ctx0" brushRef="#br0" timeOffset="-132324.77">18099 11466 591 0,'0'0'176'0,"0"-5"-32"0,0 5-32 0,0 0-78 16,0 0-188-16,14 14-401 0</inkml:trace>
  <inkml:trace contextRef="#ctx0" brushRef="#br0" timeOffset="-132092.44">18629 12123 1126 0,'0'0'343'16,"0"0"-21"-16,0 0-56 0,0 0-10 0,-3 3-28 15,3-3-41-15,0 0-31 0,0 0-23 16,0 0-46-16,0 0-46 0,3 7-76 0,-3-6-86 16,0-1-181-16,0 7-422 0,0-2 81 0,-3-1 57 15,3-4 49-15</inkml:trace>
  <inkml:trace contextRef="#ctx0" brushRef="#br0" timeOffset="-131675.19">17309 12941 970 0,'-6'-2'291'0,"6"2"-27"0,0 0-8 15,0 0-20-15,16-13-27 0,2 8-19 0,6-4-14 16,10-1-12-16,17-3-18 0,10-3-13 16,5 1-7-16,15-4-9 0,2-2-19 0,-1 4-9 15,3-3-2-15,0 1-15 0,1 3-5 0,3 0-11 16,0 1-7-16,-4 0 2 0,-16 2 2 15,-4 2-6-15,0 1-19 0,-7 0-8 0,-3 1 11 16,-14 2 0-16,-8 0-6 0,-5 4 6 0,-7-1-5 16,-1 0-14-16,0 0-17 0,-6 2-15 15,-3 1-42-15,-1 1-22 0,-4 0-19 0,-6 0-27 16,0 1-36-16,0-1-139 0,-16 11-46 0,-5-1-386 16,-3-1 66-16,-20 7 47 0,-8 2 86 0</inkml:trace>
  <inkml:trace contextRef="#ctx0" brushRef="#br0" timeOffset="-131375.18">17518 13076 609 0,'-7'7'258'0,"0"-3"-38"0,4-1-71 0,3-3 4 16,0 1-4-16,0-1 20 0,0 0 7 15,17 7 1-15,-4-8-36 0,5-3 18 0,13 2-26 16,9-5 0-16,19-1-13 0,5-3-12 0,19-6-1 15,-2 2 52-15,5-3-16 0,6 0-12 16,1-2-8-16,5 1-8 0,-1 1-8 0,-5-1-30 16,-7 0 7-16,0 4-7 0,-19 0-5 15,-2 1-16-15,-5-3 3 0,-4 6-23 0,-4-3 5 16,-10 3 0-16,-10-1-13 0,-1 2 3 0,-5 3 7 16,-1-3-10-16,-5 2 11 0,-1 1-14 0,-5 2 3 15,1-1 6-15,-4-1-24 0,0 5-10 0,-6-3-36 16,0 4-46-16,-4 1-74 0,0 0-146 15,0 0-535-15,-24 14 59 0,6-7 53 0,-6-2 98 16,-7 0 59-16</inkml:trace>
  <inkml:trace contextRef="#ctx0" brushRef="#br0" timeOffset="-121826.27">18192 8587 499 0,'0'0'161'0,"0"-5"3"0,0 5-21 0,0 0-12 15,0 0-6-15,0-7-12 0,0 7 12 16,0 0-23-16,0 0-15 0,-4-4-7 0,4 4-14 16,0 0-4-16,0 0-11 0,0 0 10 15,0 0 1-15,0 0-11 0,-17 5-10 0,17-5-8 16,-7 7 1-16,4-5 1 0,-1 3 4 0,-3-2-3 15,0 1-13-15,4 0 13 0,-4 2-13 0,1-2 2 16,-2 3-2-16,2 0 18 0,-1 0-31 0,3-2 8 16,-6 2 5-16,3 0-25 15,1 2 17-15,-1-1 6 0,3 0-6 0,-3-1 75 0,0 3-14 16,1-2-4-16,-1 1 0 0,1 0 4 0,-2 0-22 16,4 3 5-16,-2-2 0 0,-1-2-5 15,1 2-11-15,-2 4 11 0,2-3-13 0,2 3 5 16,-2-2-5-16,2 2 5 0,-3 2 3 15,4-3-8-15,-1 1-16 0,1 3-7 0,-1-3 15 16,1 3-2-16,0-4 0 0,3 3-11 0,-3-1 11 16,3 0 2-16,-1 2-15 0,1 1-2 0,-3-3 9 15,3 2-9-15,0 1-1 0,0-3 13 0,-4 2-10 16,8 1 3-16,-4-3-1 0,0 2-5 16,0-1 1-16,0 0 4 0,0 2-20 0,0 0 10 15,0-1 6-15,0-1-6 0,0 2 16 0,3-1-19 16,-2 0 4-16,-1 4 4 0,3-2-5 15,0-2-5-15,0 1 3 0,-2 3 0 0,2-2-1 16,3-4 6-16,-5 3-5 0,6 0 10 0,-4 0-16 16,1 2-2-16,-1-1 5 0,3-2 8 0,-2-2-3 15,2 3-2-15,-1-1-5 0,1-2-1 16,1 2 11-16,-4-2-5 0,4-2 10 0,0 2-13 16,-3 2 2-16,2-1 1 0,1-1-3 15,0-3-10-15,0 3 20 0,0-2 1 0,0-1-9 16,-1-2-9-16,5 5 15 0,-4-7 5 0,-1 4-6 15,1-3-14-15,0 1 7 0,3 1-2 0,-3-3-3 16,0-1 5-16,4 3-13 0,-5-3 16 16,4-1 2-16,-3-1-13 0,3 2 6 0,-3-1-1 15,3-4 9-15,1 4 1 0,-4-2-6 0,6 1 1 16,-6-3 9-16,4 2-6 0,-1-1-10 16,3-2 5-16,-3-1-2 0,1 2 2 0,-1 1-8 15,0-3 6-15,0 0 7 0,4 0-15 0,-4-3 5 16,0 1 10-16,5 2-2 0,-5 0-3 0,0-4-8 15,4 0 11-15,-4 2 0 0,4-3-3 16,-4 1 10-16,3-2-10 0,-2 2-2 0,2-2 4 16,1-2 4-16,-1 1-14 0,-2-1 3 0,3-2 10 15,-1 3-4-15,1-3 14 0,-1 0-12 16,1-2-8-16,-3 3 7 0,2 0 1 0,-2-2 5 16,-1-3-16-16,4 6 19 0,-4-4-9 0,0-1-2 15,0 3 21-15,-3-1-21 0,3-3 8 0,-3 5-8 16,0-4-59-16,0 3-10 0,-1 2 8 15,-2-3 28-15,3 1-3 0,0-1-5 0,-3 1 8 16,-1 0 5-16,3 0 0 0,-2-3 3 0,-1 3-3 16,0-1 10-16,1-3-8 0,0 3 1 0,-1-1 10 15,1-1-1-15,-4-1 14 0,3 3-3 16,0-3-3-16,-3 0 3 0,4 3-2 0,-4-4 2 16,3 4-8-16,0-3 3 0,-3 3 5 0,3-3 3 15,-3 3-3-15,1-2 2 0,-1 2 16 16,0-3-18-16,4 3 5 0,-4 0-5 0,0-1 0 15,0 1 5-15,0-3-5 0,0 4 10 0,0-4-4 16,0 2-6-16,-4-2 5 0,3 1 7 0,1-1-9 16,0-1-3-16,-3 0 10 0,0-1 1 15,0 1-11-15,2 0 10 0,-2-1-10 0,-3-1 5 16,2 1-10-16,1-1 10 0,-2 1-5 0,-1-2 2 16,3 2 16-16,-1 0-13 0,-2-1 3 0,2 2-13 15,-3-2 10-15,3 1-13 0,-2 0 11 16,2 0 0-16,-2 3 2 0,-1-2-5 0,0-2-8 15,3 3 3-15,-5 1 10 0,5 0 10 16,-2-2-15-16,-2 5 0 0,2-5 6 0,2 5-9 16,-2 0 8-16,2 1-2 0,-3-3 2 0,0 3 2 15,3 0-7-15,-2 0 6 0,-1 0-1 0,0 1-16 16,0 0 22-16,0-1-14 0,1 1 6 16,-5 0 7-16,4-1-5 0,-2 1-10 0,-1 1 10 0,-1-3 0 15,4 3 3-15,-3-1-18 0,-1-2 20 16,1 6-5-16,3-3 3 0,-6 0 4 0,6 0-1 15,-3 0-9-15,3 3 8 0,-4-3-7 16,1 0 5-16,1 5-11 0,1-4 6 0,-2-2-3 16,3 4 0-16,-3-2 2 0,3 0-4 0,-3 3 4 15,0-2 1-15,2 1 17 0,-2-2-7 16,1 5 8-16,-2-3-21 0,1 1 10 0,0 1 0 16,-4-2-2-16,4 3-3 0,0-2 0 0,-1 3-5 15,1-1-8-15,0 0 21 0,2 1-18 0,8 0 5 16,-20 0-3-16,13 0 1 0,7 0 7 15,-17 1-2-15,10 0-3 0,-6 1-6 0,3 3 17 16,0-2-1-16,-1 3-23 0,-3-2-7 0,0 4-21 16,1 0-18-16,-1 4-33 0,1-2-72 0,-1 0-54 15,0 7-166-15,4-2-453 0,-4 2 103 0,4-2 71 16,0-4 61-16,-1 4 34 0</inkml:trace>
  <inkml:trace contextRef="#ctx0" brushRef="#br0" timeOffset="-110078.4">28799 17613 732 0,'0'0'289'0,"-3"-7"-20"0,3 7-42 16,3-8-17-16,-3 8-7 0,0-7-19 0,0 7-28 15,0-5-10-15,0 5-13 0,0-6-20 0,0 6-11 16,3-6-5-16,-3 6-5 0,0 0-10 0,0-7-5 16,0 7-8-16,0 0-5 0,3-5-2 15,-3 5-14-15,0 0 6 0,0 0-10 0,2-6 4 16,-2 6 11-16,0 0-13 0,0 0-5 16,0 0 5-16,1-4 13 0,-1 4-5 0,0 0-21 15,0 0 0-15,0 0-63 0,0 0 22 0,0 0 10 16,0 0-2-16,0 0 16 0,-6 21-8 0,3-14 12 15,0 0-7-15,-4 2 0 0,3 0-13 0,-3 0 12 16,-3 4 1-16,0-2-20 0,-7 5-27 16,0-3-37-16,-7 5-47 0,0-1-79 0,0 2-464 15,-14 6-40-15,-2-3 18 0,2 1 66 0,-4-3 69 16</inkml:trace>
  <inkml:trace contextRef="#ctx0" brushRef="#br0" timeOffset="-109311.81">26918 17906 609 0,'0'0'258'16,"0"0"-94"-16,0 0-3 0,0 0-7 16,0 0-13-16,0-8 17 0,0 8-12 0,0 0-13 15,0-7 41-15,0 7-25 0,0 0 81 16,0-10-10-16,0 10-35 0,1-4 9 0,-1 4-30 16,0 0-5-16,-1-6-6 0,1 6-7 0,0 0-13 15,0-8-5-15,0 8-12 0,0 0-6 0,0 0-98 16,-1-5 11-16,1 5-7 0,0 0-14 0,0 0 3 15,0 0 16-15,0 0 2 0,0 0-10 16,-11 13-8-16,3-4 8 0,4 0-3 0,-2 4 0 16,-4 1-7-16,-1 1-3 0,1 5-5 0,-6 2-31 15,3 1-13-15,2-2-48 0,-7 4-59 16,5 0-95-16,-1 1-146 0,-6 11 62 0,5-9-425 16,2-3 63-16,5-3 73 0,-1-3 71 0</inkml:trace>
  <inkml:trace contextRef="#ctx0" brushRef="#br0" timeOffset="88398.88">29732 9641 360 0,'0'0'149'16,"-7"-5"-11"-16,7 5-18 0,0 0-17 16,-6-3 9-16,6 3-12 0,-7-1-13 0,7 1-18 15,-11-4 26-15,11 4-13 0,-10-2 18 16,10 2-39-16,-10 0 6 0,4-1-13 0,6 1 4 16,-12-3-4-16,12 3 8 0,-11-3 2 0,3 2-21 15,8 1 21-15,-11 0-33 0,4 0 10 0,7 0-8 16,-13 0 11-16,13 0 2 0,-15 0-26 15,6 0 13-15,9 0-2 0,-14 0-8 0,4 0-20 16,10 0 20-16,-12 0 2 0,3 0-17 0,9 0 15 16,-14 1-13-16,5-1 1 0,1 3 4 15,8-3 3-15,-16 2-16 0,9 0 9 0,-1-2 1 16,8 0 1-16,-16 2 5 0,9 1 21 16,-4-2-34-16,4 0 5 0,-2 2-2 0,-2 1-1 15,1-3 6-15,-3 1-10 0,2-1 12 0,1 4-5 16,0-3 0-16,-1-2-4 0,-2 6 11 0,2-5-1 15,1 2-1-15,0 1 11 0,-1-1-8 16,-2-2-5-16,3 5 4 0,-1-5-6 0,1 5-9 16,0-3 1-16,-4 2 15 0,4-2-5 0,0 3-11 15,-1-4 11-15,1 5-3 0,-4-2 8 16,4 0-18-16,0 1 21 0,-1-2-6 0,1 1 26 16,2 3-28-16,-3-2 2 0,0-2-12 0,1 3 12 15,-1 1-5-15,1-2 3 0,0-2-5 0,3 5-1 16,-4-1-4-16,3-1-3 0,-1 0 10 15,-1-1-7-15,3-1 2 0,-3 3-15 0,4-1 25 16,-2 1-5-16,3 0-7 0,-3-4 25 16,4 4-44-16,-2-1 24 0,-2 1-10 0,2-1 2 15,4 3-6-15,-3-3 6 0,1 1-2 0,-2 0 4 16,-1 1-2-16,3-2 0 0,1 2 0 16,0 0 0-16,-1-2 3 0,1 2 0 0,0 0 2 15,-1-1-8-15,0 0 8 0,1 1-2 0,1-1 10 16,-3 2-3-16,2-2-13 0,0 0 11 15,-1 1 2-15,1-1-12 0,0 2 2 0,2-2-8 16,-3 1 8-16,1 1 15 0,0-1-12 16,1 0-1-16,-3 1-7 0,2-1 10 0,2-1-15 15,0 2 10-15,-1 0 3 0,-1 2-1 0,3-3 1 16,-3 0 2-16,3 1-8 0,-4 0 3 0,4 2 0 16,0-3-2-16,0 0 7 0,4 1 0 0,-4-2 13 15,0 2-28-15,0-2 2 0,0 4 47 16,0-3-45-16,0 1 6 0,0-2 8 0,0 0-5 15,3 2-14-15,-3-3 6 0,0 3 0 16,3-3 3-16,-3 0 4 0,2 2-12 0,-1-1 18 16,0-1-13-16,-1 2 5 0,3-2-11 0,-3-1 16 15,3 2-5-15,-1-1-2 0,-1 1 4 0,0-1 19 16,2 3-21-16,-3-3 0 0,6 0 5 16,-5 1-8-16,0-1 6 0,2 1 5 0,0-2-6 15,0 2 3-15,-2-1-10 0,5 3-5 16,-3-3 20-16,0 1-5 0,-2 0-15 0,8 1 2 15,-7-1 14-15,4 2-9 0,-2-3 0 0,2 1 3 16,-2 0 6-16,3 1-12 0,-1-1 17 0,1-1-16 16,-3 3 15-16,5-2 5 0,-4-2-17 15,2 2 22-15,2-4-25 0,-5 3 8 0,6 0-16 16,-3 1 5-16,0-2 18 0,0-2-5 0,3 3 3 16,-3 0 0-16,0-3-6 0,3 3-9 15,0-2 4-15,0-2 6 0,-3 4 2 0,4-1 0 16,-1-2 0-16,0 2-2 0,1-4-9 15,-1 5-4-15,0-4 18 0,4 3 0 0,-4-1-6 16,0-2-10-16,1 0 6 0,-1 2 4 0,3-3 9 16,-2 4-22-16,-1-4 17 0,0 2 11 0,4-2-4 15,-4 0-8-15,1 3 0 0,-1-3-10 16,2 0 16-16,0 2 12 0,-2-1-28 0,0-2 35 16,3-1-30-16,-3 5 8 0,0-3 2 15,1-2-12-15,-4 3 4 0,3 1-2 0,1-3 3 16,-1 1-1-16,0-2 3 0,1 0 8 0,-1 4-5 15,0-2-11-15,3-2 3 0,-3 1 0 16,0 0 3-16,1-1-11 0,-1 0 8 0,0 0 3 0,1 0 4 16,-1 0-17-16,4 4 8 0,-4-3-1 15,0-1-5-15,1 0 14 0,-1 1-1 0,0-1 2 16,1 1-4-16,2-1-3 0,-3 0-3 16,4 0 8-16,-2 0-2 0,-4 0-6 0,8 1 6 15,-5-1 2-15,1 0 8 0,1 0-28 16,1-1 12-16,-1 1-2 0,-3 0 13 0,4 0-8 15,-1 0-3-15,-2 0 13 0,0-1 0 0,2 0-10 16,-2 1-2-16,-1-1 12 0,0 1-7 0,2-4-3 16,-1 4 10-16,-1 0 5 0,2-1-12 15,0 0 2-15,-1-1-5 0,0-2 3 0,-1 4-3 16,3 0 2-16,-3-2-4 0,1 0 7 0,0-1-3 16,0 1 16-16,0 1-10 0,0 0-16 15,-1 0 16-15,0-4-8 0,-2 5 8 0,2 0-6 16,0-2 8-16,1-3-15 0,-1 4 13 0,-1 1-6 15,2-3-7-15,-4 2 13 0,3-5-8 0,-3 5 0 16,3 0 15-16,0-4-7 0,-3 5-11 16,1-2-2-16,1-3 10 0,-5 4-17 0,3-2 17 15,2-1-5-15,-1 1 2 0,-4 1 3 16,5-3 3-16,-5 4-3 0,5-2 3 0,-4-1-5 16,0 1 9-16,0-3-1 0,1 3-1 0,-2-2-8 15,0 1 3-15,2 0 8 0,-2-1-5 0,1 0 15 16,-3-2-13-16,4 5-7 0,-3-4-1 15,-2-1 3-15,6 3-5 0,-4-2 23 0,-2 2-20 16,2-2 0-16,0-1-6 0,0 3 6 16,-1-2 2-16,-1 0 2 0,0-3 9 0,2 6-6 15,-3-3-15-15,3-1 2 0,-3-2 14 0,3 5-6 16,-1-4-3-16,-2 1 3 0,0 0-5 0,3 0-7 16,0-1 9-16,-3 1-4 0,2 1 4 15,-1-2 1-15,0 1-1 0,-1-1 9 0,3 1-1 16,-3 0-10-16,3-3 5 0,-3 3 0 0,0 0 5 15,0 1 1-15,0 0-17 0,0 0 6 16,0-2-5-16,0 1 3 0,0-1-6 0,0 4 6 16,0-2 2-16,0-3 10 0,0 3 0 15,0 3-10-15,0-4 5 0,0 7-10 0,3-11 5 16,-6 5-3-16,3-1 9 0,3 3 6 0,-3-3-22 16,0 7 8-16,0-8 9 0,-3 1 1 0,3 2-8 15,0-1 10-15,0 0 8 0,0 6-18 16,0-10-8-16,0 2 6 0,-3 1 7 0,3 3-20 15,0 0 20-15,0-5 5 0,0 9-2 0,-3-10-8 16,3 4 0-16,0-1 0 0,0 7 5 16,-1-10-15-16,1 3 10 0,0 3 2 0,-1-3 3 15,-1 2 11-15,2 1-16 0,-3-2-11 16,3 6 6-16,0-10-2 0,0 5 14 0,0 5-2 0,0-10 6 16,-3 7-11-16,3 3-3 0,0-9 8 15,0 4 21-15,0 5-21 0,0-8-15 0,0 8 4 16,0-9-1-16,0 6 2 0,0 3 12 15,-2-7-12-15,2 1-2 0,0 6 4 0,0-10-5 16,0 10 8-16,0-7 0 0,0 3 3 16,0 4-6-16,0-9 8 0,0 4-10 0,0-2-2 0,0 7 7 15,-1-8 12-15,2 1-9 0,-1 3-11 16,0 4 11-16,-3-13-1 0,3 10-4 0,-3-5 15 16,3 3-16-16,0 1-2 0,0-2 10 0,-3-3 13 15,3 1-8-15,-2 4 3 0,0-3-10 16,-1 0-1-16,0 0 11 0,0-1-10 0,-1-2-1 15,1 3 13-15,-1-3-2 0,2 1-8 16,-3 2 13-16,1-2-10 0,1 0 0 0,-3 2-1 16,4-2 9-16,-3 1-1 0,-2 0-5 15,3 1-7-15,1-3 2 0,-2 3-2 0,-3-1-3 0,6 1 10 16,-7-1 5-16,5 2-7 0,-2-1-6 16,-1-1 9-16,-1 2-17 0,-1-2 6 0,2 1 6 15,0 2 1-15,-3-1-2 0,0-1 3 16,3-1-8-16,-3 1 3 0,4 4-1 0,-5-4 16 15,4 2-18-15,-4-1 13 0,6 0 2 0,-3 2-7 16,-2 0-3-16,2-1-2 0,1 0-3 16,-2 0-13-16,2 2 15 0,-1-3-2 0,-1 5 3 15,2-4-8-15,0 2 0 0,-2 0-3 0,1-1 3 16,1 2 0-16,-3 0 2 0,2-4 11 0,-2 6-6 16,1-3-7-16,-2-2 10 0,1 3 6 15,0 0-16-15,-1-3 10 0,1 5-8 0,0-2 19 16,1-3-14-16,1 4 1 0,-2-1-1 15,3 1-7-15,0-3-3 0,0 1 14 0,0 3-4 16,0-2 6-16,-3-1-1 0,10 3-7 0,-13-2-7 16,6 0 4-16,7 2 1 0,-11-5 4 0,6 4 1 15,5 1-1-15,-15 0-17 0,8-2 20 16,7 2-15-16,-10-3 5 0,3 1 12 0,7 2-17 16,-14-3 13-16,7 3 7 0,7 0-10 0,-16-2-3 15,8-1-4-15,3 1-6 0,5 2 10 16,-18 0 6-16,10 0 2 0,0 0-2 0,-1-1-6 15,9 1 0-15,-17-1 3 0,7-1 6 0,10 2-6 16,-17 0 0-16,10 0-3 0,-3-3 3 16,10 3-3-16,-17 0 3 0,10 3-5 0,7-3 0 15,-13 0 5-15,13 0 8 0,-15 0 0 0,6 0-8 16,9 0-3-16,-11 2 3 0,11-2-3 16,-12 1 9-16,12-1-14 0,-11 1 0 0,11-1 8 15,-11 0 0-15,11 0 3 0,0 0-3 0,-10 0 5 16,10 0-26-16,-7 5 4 0,7-5-42 0,-10 2-34 15,10-2-50-15,-11 2-74 0,5-1-45 16,-1 6-32-16,-4-3-156 0,1 0-285 16,0 1 75-16,-1-3 71 0,-2 1 44 0</inkml:trace>
  <inkml:trace contextRef="#ctx0" brushRef="#br0" timeOffset="91216.73">27155 10755 419 0,'6'2'144'0,"-6"-2"9"0,0 0-9 16,0 0-9-16,0 0-30 0,0 0 0 0,0 0-5 15,0 0-3-15,0 0-20 0,0 0 15 0,0 0 0 16,0 0-15-16,0 0-5 0,0 0 7 15,0 0-2-15,0 0-13 0,0 0-3 0,0 0 8 16,0 0-10-16,0 0 5 0,0 0-7 16,0 0 1-16,0 0-9 0,0 0-5 0,0 0 2 15,0 0-13-15,0 0 5 0,0 0 1 16,0 0 2-16,0 0-26 0,0 0 6 0,0 0-4 16,0 0-4-16,0 0-31 0,0 0-92 0,0 0-54 15,0 0-86-15,0 0-411 0,0 0 60 0,0 0 30 16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5:25:29.8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6910 9043 371 0,'0'0'153'0,"0"0"-17"0,0 0-8 15,0 0 0-15,0 0-5 0,0 0 10 0,0 0-33 16,0 0 12-16,0 0-7 0,0 0-10 0,0 0 12 16,0 0-17-16,0 0 10 0,0 0-5 15,0 0-8-15,0 0 7 0,0 0 1 0,0 0-8 16,0 0 3-16,0 0-19 0,0 0-7 0,0 0 11 16,0 0-9-16,0 0-2 0,0 0 0 15,0 0-5-15,0 0-13 0,0 0 0 0,0 0-2 16,0 0 9-16,11-8-4 0,-11 8-8 15,0 0-3-15,13 1 1 0,-13-1-3 0,10 0 7 0,-10 0-12 16,14 0 5-16,-4 0-3 0,-10 0-15 16,15 0-3-16,-6 0-2 0,1 0 2 0,1 0 3 15,-1 1 10-15,0-1 3 0,1 0-23 16,2 0 2-16,1 0-7 0,-4 0 15 0,3 3-13 16,-1-3 13-16,0 0-11 0,3 1 1 0,-5-1 0 15,3 2-11-15,1-2 11 0,-1 0-1 16,-1 0 6-16,0 0-10 0,2 1 2 0,-3-1 5 15,2 0 5-15,1 3-12 0,-4-3 2 0,0 2 0 16,1-2 0-16,-1 0-10 0,0 0 16 16,1 0-17-16,-1 0 12 0,0 0-1 0,1 1-5 15,-1-1 0-15,0 0-8 0,0 0 8 0,0 0 3 16,3 0 4-16,-2 1-4 0,-1-1-3 16,0 0-3-16,1 0 8 0,2 0-10 0,-2 0 0 15,0 2 8-15,1-2 2 0,-1 3-3 0,-1-3 1 16,0 1-13-16,1 0 12 0,-1-1 1 15,0 0-13-15,1 2 20 0,-1-2-5 0,0 1-10 16,1 0-3-16,-4-1 3 0,5 4 2 0,-1-4 14 16,-1 2-14-16,0-2 6 0,2 0 7 15,0 0-8-15,-2 1 4 0,4 2-6 0,-3-1-3 16,3-2 0-16,-4 1 3 0,7-1 0 0,-4 1 8 16,-2-1-13-16,3 2 5 0,-1 1 13 15,1-2-18-15,0-1 2 0,3 1-2 0,-1-1 5 16,-2 2 5-16,3-1 0 0,-2 0 0 0,4 2 0 15,-1-2-10-15,2 1 8 0,0-2-3 16,1 0 0-16,-4 1-5 0,4 2 7 0,-1 0 1 16,-3-3-1-16,-2 0-4 0,1 1-11 0,2-1 23 15,-2 2-12-15,1 1 15 0,1-2-19 16,-2 0 4-16,-1-1 2 0,1 2 2 0,-1-1-9 16,1 0 9-16,1 2 9 0,-3-2-14 15,3-1-7-15,-3 2 7 0,3-2 13 0,0 0-17 16,0 0 2-16,-3 4 2 0,6-4 8 0,-3 2-7 15,1-1 2-15,2-1-3 0,-6 0 8 0,6 1-5 16,-3-1 0-16,0 2-7 0,0-2-6 16,1 3 15-16,2-2 1 0,-6 0-1 0,3-1-4 15,0 2 2-15,3-1 0 0,1 0-3 0,-4 2 8 16,4-2-7-16,-2 1 7 0,-1-2-8 16,3 1 9-16,-1 2-1 0,1-1-13 0,0-1 13 15,1 0 0-15,-1-1-5 0,1 5 5 0,1-4-2 16,-2 0 5-16,3 1-3 0,0 0-13 0,0 1 5 15,6 0 9-15,-6-3-9 0,6 6 3 16,-2-5-3-16,-4 0 6 0,4 1-3 0,-1 1 5 16,1-1-10-16,2 0 10 0,-2-1-13 15,2 3 8-15,-3-3-10 0,3 1 15 0,-2-2-17 16,3 4 14-16,-3-2 3 0,2-1 0 0,1 0-5 16,-3-1 8-16,5 2-5 0,-5 1-6 15,2-1-2-15,1-2 10 0,-3 2-8 0,3-1 6 16,-1 0 0-16,1 2-3 0,-3-2-8 0,2 1 13 15,-2-2 3-15,-1 0-3 0,1 0-3 0,-2 1 11 16,2 2-10-16,-4-3-1 0,3 2 1 16,-2-2-6-16,-1 0 14 0,5 1-6 0,-5-1 0 15,1 1 18-15,2-1-15 0,-3 0 2 0,7 2 3 16,-3-2-6-16,2 3-7 0,-2-2 13 16,1 0-10-16,-1-1 7 0,3 0-2 0,-1 2-3 15,1-1 7-15,-3 0-12 0,2 2 11 0,-2-2-9 16,0 1 3-16,-1-2-7 0,-3 0 2 15,3 0 5-15,-3 0-8 0,0 1 6 0,0-1-3 16,0 3 8-16,-1-1 4 0,1-1-9 16,0-1 2-16,-3 1 5 0,2-1-17 0,-2 2 4 15,3 1 0-15,-3-2-2 0,2 0 8 0,-2-1 2 16,3 3-5-16,-4-2 3 0,4 2-16 0,-2-2 8 16,1 1 2-16,1-2 13 0,-3 4-15 0,3-2 3 15,6-1 7-15,-8 0-3 0,4-1-2 16,-2 2 3-16,3 2 12 0,-3-3-15 0,1-1-2 15,-2 2-3-15,1-1 10 0,3 0-10 16,-3 2 10-16,-3-2 0 0,2-1 0 0,2 0-2 16,-4 2-14-16,3-2 9 0,-1 0-3 0,-2 0 7 15,3 0-4-15,-4 0 4 0,4 0-4 16,0 1-6-16,-3-1 3 0,2 0 0 0,1 3 0 16,-3-3 10-16,0 0 0 0,2 2 0 0,-2-2-8 15,0 1 1-15,2-1-8 0,-2 0 10 16,-1 0-8-16,0 0-2 0,4 1 10 0,-3-1-13 15,0 0 10-15,2 0-2 0,-2 0-2 0,3 0 9 16,0 0 6-16,-3 0-6 0,3 0-7 0,0 0-5 16,3 2 2-16,-4-2 3 0,2 0 3 15,2-2-1-15,-3 4-7 0,3-2 15 0,-2-2-5 16,1 2-5-16,-2 0 0 0,1 0 10 0,-1 0 2 16,0 0-22-16,-1-1 13 0,1 1 4 15,0 0 1-15,-3 0 2 0,2 0-15 0,-2-1 10 16,0-1-6-16,-1 2-6 0,1-3 4 15,0 2 11-15,-2 1-3 0,2 0-11 0,-3 0 9 16,-2-2-3-16,5 1-1 0,-4-2 12 0,0 2-1 16,0 0 8-16,0-1-19 0,1 2 6 0,-2-1-2 15,2 0 15-15,-1-4-16 0,0 5 3 16,0-1 3-16,3 1-14 0,-6-1 19 0,6-4-5 16,-2 4-3-16,-2 1 5 0,2 0-13 0,-1-2 0 15,3 1 14-15,1-3-6 0,-4 3 0 16,3-1-11-16,-3 1 14 0,1 0-3 0,2-4-8 15,-3 5 6-15,0-1 4 0,3 0-4 16,-2-1 2-16,0-2 0 0,1 4-8 0,-4 0 0 16,4-2 1-16,-1-2 4 0,-2 2 3 0,2 0 15 15,-5 1-25-15,5-3 0 0,-2 2 10 0,-2 1-3 16,3 0-9-16,-3-4 6 0,4 4 12 16,-2-2-14-16,-3-1 5 0,2 1-20 0,-2 2 16 15,1 0-9-15,-1-4-2 0,-1 4 8 16,1 0 0-16,0-1-3 0,-2-2-5 0,-1 4 8 15,1-2-6-15,-1 1 6 0,3-3 8 0,-5 1-9 16,1 3 4-16,1-1 2 0,-3-3-8 0,1 2 3 16,-2 1 10-16,1 0 2 0,0-4 1 0,3 4-1 15,-6 1-4-15,-4 0 12 0,10-6-20 16,-4 4 20-16,-2 0-10 0,-4 2-8 0,10-7 8 16,-3 6 0-16,-4-2 5 0,0-1-12 15,1 1 7-15,-4 3 5 0,3-7-5 0,0 2 2 16,2 2-4-16,-5 3 7 0,3-7-13 0,-3 0 6 15,3 4-1-15,-3 3 16 0,1-8-18 0,2 2 10 16,-3 3 0-16,0 3-7 0,3-9-1 16,-3 3 6-16,0 2 7 0,3 0-8 15,-3-3-2-15,1 3 11 0,-1 4 6 0,3-13 1 0,-3 6-5 16,0 2 10-16,0-2-5 0,-3 0 10 16,2-3 6-16,1 2-6 0,0-5-3 0,-3 2 1 15,3 3-6-15,-3-7-4 0,3 5-6 16,-4-7 8-16,4 1 8 0,-6-1-16 0,3 0 10 15,1 1-2-15,-1-1-15 0,0-1 2 0,-1 1 0 16,-2 0 15-16,3 0 1 0,-1-1-6 0,1 2-4 16,-1-2-1-16,0 2 13 0,1 0-8 15,-3 0-12-15,2-2 7 0,1 2-2 0,0 0-1 16,-1-1 4-16,0 3-1 0,1-4 3 16,-1 3-3-16,-2-1-5 0,2 0 10 0,1 3-12 15,-3-2-3-15,5 0 0 0,-6-1-3 0,3 4 1 16,1-2 2-16,-3 4 13 0,3-4-19 15,-1 3 22-15,1 2-11 0,-2-4 0 0,-1 2 0 0,2 2-15 16,-2-4 10-16,3 3 0 0,-4 2 2 16,0-2-4-16,3 1 4 0,-3 0-7 0,1 1 3 15,-1-1-3-15,0 0 5 0,0 2 7 16,-3-5-4-16,-1 6 5 0,4 0-11 0,-6-3-2 16,2 1-5-16,-2 0 10 0,0 1 2 0,-5-3-9 15,2 3 4-15,-1-1-5 0,-4 0 6 16,1-1 9-16,-4 1-9 0,0 1-3 0,-1-3 5 15,2 3-13-15,-5-1 16 0,1-2-1 0,0 3 1 16,-1-1-6-16,-3 0 8 0,1-2-10 0,-1 2 8 16,0-2 2-16,-3 3-18 0,3-3 16 15,0 2-6-15,1-1 6 0,-1 1-11 0,0 0 5 16,-3 1 1-16,0-3-1 0,0 3 6 16,-4-1 4-16,0 1-1 0,1-1-14 0,-1 4 8 15,-3-2 5-15,3-4 3 0,-2 4-1 0,-2 0-7 16,4 3-2-16,1-5-6 0,-3 1 0 0,5 4-4 15,-3-4 14-15,7 4-2 0,-3-4 8 16,-3 2-13-16,0 2 2 0,2-4 3 0,-3 5 0 16,1-4-2-16,2 3-4 0,-5-3 4 15,-2 4 4-15,-2-4-14 0,-14-1 7 0,0 4 12 16,0-2-4-16,3 1-6 0,4-2-2 0,6 6 3 16,4-7-4-16,0 7 4 0,-3-3-1 0,6 2 6 15,4 0-11-15,-7-2 8 0,7 0 0 0,-1 3 3 16,4-1 4-16,-3-2-7 0,1 1-2 15,-1 1 2-15,2 1-3 0,-1-2 6 0,-2 2-3 16,1-1 8-16,-3-3-8 0,-2 4-11 16,-5-1 6-16,4-1 5 0,-5 1-7 0,4 0 4 15,-4 1 0-15,1-3 3 0,3 3 0 0,0-2 3 16,0 1-11-16,7 1 6 0,0-1-1 16,0 1 11-16,3-3-11 0,-4 3 16 0,4-2-15 15,0 2-6-15,2-1 0 0,-6 1-7 0,4 0 10 16,0-2 0-16,-3 2 7 0,3-1-4 0,-3-3 4 15,0 4 1-15,0-1-6 0,0 1 1 16,-3-2-6-16,1 2-5 0,2-1 18 0,-6 0 11 16,-1-2-24-16,7 3 3 0,0 0 2 15,-4-2-7-15,3 2 5 0,1-1-3 0,0 1 3 16,0 0 13-16,0 0-8 0,0 0-5 0,0 0 10 16,3 0-13-16,-4 0 8 0,4 0-3 0,-3 0-2 15,3 1 0-15,-2-1-5 0,-1 2 13 16,2-2-14-16,-1 0 6 0,2 3 5 0,0-3-5 15,-3 1 8-15,3 0-1 0,-3-1 3 0,3 3-12 16,-2-3 17-16,2 4-8 0,0-1 4 16,0-3-14-16,0 1 0 0,-3 4 8 0,3-4 0 15,0 0 8-15,1 1-16 0,-1 2 1 0,1-3 4 16,2 2 0-16,-3 2-4 0,0-3-4 16,4-1 9-16,-1 4-1 0,-2-4-7 0,5 2-5 15,1 0 7-15,-3-1 6 0,0 1-11 0,0 1-5 16,3-1 10-16,3-2 0 0,-3 4 1 15,-2-4-6-15,-2 2 5 0,1 1 1 0,2-1-1 16,1-2-5-16,0 4 18 0,4-3-12 16,-4-1-1-16,-4 4-2 0,4-4 5 0,-3 2 5 15,7 0-16-15,-4-1 3 0,0 0 3 0,0-1 8 16,4 4-14-16,-1-3 9 0,-3-1 1 0,4 4-4 16,2-4-3-16,-3 2 13 0,5 0-2 0,-2-1-6 15,-1 0-7-15,1-1 2 0,1 6 8 16,0-7 0-16,4 3-5 0,-2 1 12 0,-1-3 6 15,2 4-11-15,0-3-4 0,0 1 4 16,-2 1 8-16,1-1-2 0,-1 0-14 0,-2 1 11 16,2-1-10-16,-2 2 15 0,1-2-20 0,-3 2 10 15,2-3 5-15,-2 1-5 0,0 1 7 16,2-1-2-16,-2 1 3 0,-1-1-8 0,1-2 2 16,3 6 1-16,-4-6-1 0,1 5-12 0,3-5 10 15,-4 5-1-15,4-3 6 0,-3 3-10 16,2-4 13-16,-2-1-19 0,3 5 11 0,-3-5 3 15,2 5 4-15,1-5-9 0,0 2 9 0,-3 4 6 16,3-6-6-16,0 5-2 0,0-5 3 0,-1 5-3 16,1-3 8-16,0 2-8 0,-3-2 5 15,3 0-8-15,-1 1 8 0,2-1-17 0,-2 2 12 16,2-3 5-16,1 3-8 0,2-2 13 0,-4-2-5 16,4 5-5-16,-2-5 0 0,2 5 6 15,2-5-1-15,-2 2-10 0,0 4 10 0,2-7-16 16,-2 6 19-16,1-4-13 0,2 0-5 15,1 3 12-15,-5-3-2 0,4 3 18 0,3-2-18 16,-4-2-2-16,1 5 2 0,3-5 0 0,-4 4 2 16,2-3-4-16,2 1 20 0,0 2-29 0,1-3 6 15,-2 1 3-15,2 0 2 0,2-2 0 16,-3 0 0-16,4 5-8 0,3-6 16 0,-11 3-8 16,8-2-5-16,-3 4-3 0,6-5 10 0,-7 5-9 15,4-1-1-15,3-4 3 0,-8 6 0 16,5-4-5-16,0 1 12 0,3-3-2 0,-4 7 3 15,1-1-6-15,-1-4 1 0,1 4-1 0,0-3 0 16,0 3 6-16,1-3 0 0,-1 3-1 16,3 1 1-16,-3-3 2 0,0 3-8 0,2 0 1 15,-1-1-3-15,1 0-3 0,1 0 8 0,-3 2 10 16,3-1-15-16,0 3 0 0,-3-3 2 16,3 1 1-16,0 2-3 0,-1-2-3 0,1 6 3 15,0-4 2-15,0 0 14 0,1-1-14 0,2 4-12 16,-3-2 4-16,3 3 6 0,-2-3 3 15,2 3-1-15,0-2 11 0,0 2-3 0,0 3 0 16,2-2 10-16,-2-2-22 0,0 3 12 0,-2 0-18 16,2-1 21-16,0 1-11 0,0-1 1 0,1-2 9 15,-1 4-7-15,2-3-7 0,-2 2 22 16,0-1-18-16,3-2 9 0,-5 3-12 0,2-2 12 16,0-3 11-16,1 4-14 0,-1-5 0 15,4 2 9-15,-4-1-4 0,1-1-5 0,-1 3-1 16,1-3 8-16,2-1 3 0,-2 1-3 0,3-1-12 15,-3 3 10-15,2-6-3 0,-3 4 0 16,4-1 10-16,-4-3-10 0,5 1 16 0,-2 0-16 16,-2 0-13-16,3 3 1 0,-1-4-11 0,1-4-41 15,0 5-79-15,0 0-134 0,0-3-524 16,3 2 72-16,-6 0 79 0,-1-4 61 0</inkml:trace>
  <inkml:trace contextRef="#ctx0" brushRef="#br0" timeOffset="105785.47">4521 6404 161 0,'27'-20'30'0,"-6"-3"-47"16</inkml:trace>
  <inkml:trace contextRef="#ctx0" brushRef="#br0" timeOffset="114068.71">2371 6635 596 0,'0'0'207'0,"-7"-1"-28"16,7 1-28-16,0 0-2 0,-6-5-3 15,6 5-3-15,0 0-5 0,0 0-7 0,0 0-11 16,-5-3 1-16,5 3-4 0,0 0-12 15,0 0 0-15,0 0-13 0,0 0-12 0,0 0 9 16,0 0-25-16,-7-1 10 0,7 1 1 0,0 0-6 16,0 0-3-16,0 0-12 0,0 0 5 0,0 0-3 15,0 0 1-15,0 0-11 0,0 0-5 16,0 0 0-16,22-6-3 0,-13 6 0 0,-2-1 8 16,4 0-15-16,2 1 5 0,-2-4-15 15,2 2 7-15,0 1-10 0,2 0-1 0,1-1 4 16,1-2-3-16,1 2 7 0,-2 1-12 0,3 1 13 15,0-2-26-15,-1-2 2 0,-2 3 16 16,-1 0-7-16,-2 0-6 0,1 1-10 0,-1-3 7 16,-2 3-2-16,-4-2 8 0,-7 2-13 0,16 0 25 15,-16 0-7-15,11 0-16 0,-11 0 14 16,0 0-11-16,0 0-3 0,0 0 11 0,0 0-8 16,0 0-3-16,0 0 6 0,0 0 2 0,-31 5 3 15,20-4-11-15,1 0-5 0,-3 2 13 16,-1-1-2-16,-2 0 2 0,2-1 3 0,0 1-11 15,-3-1 6-15,3 4-1 0,-6-4-14 0,2 2 19 16,1 1-4-16,-3-3-1 0,3 4-4 16,-1-3-11-16,-3 2 5 0,2 1 3 0,1-3 0 15,-2 4 15-15,-1 0-5 0,1-1-2 16,0-1-13-16,-1 0 12 0,3 1 3 0,-2-2 11 16,3 3-19-16,1-3-7 0,1 3 20 0,-1-4 3 15,2 4-15-15,1-4-1 0,1 4 3 0,2-3-13 16,-2 3 11-16,0 0-1 0,3-3 3 0,-1 4 5 15,2 0-2-15,1 1-8 0,-3-2 10 16,4 2-5-16,1 4 7 0,-4 0-1 0,5 0-9 16,1-2-5-16,-1 1 1 0,1 4 1 15,0 0 6-15,3-3-5 0,-4 4 3 0,3 1 2 16,2 1 2-16,3 1 9 0,-4 0-6 0,3 0 8 16,0 4 2-16,1 2-7 0,2-5-6 0,-3 4 1 15,1 1 4-15,3 0-4 0,0 0 2 16,-3 0-10-16,2 1 5 0,-2-1-3 0,2 0-2 15,1 0 3-15,0 3 7 0,-4-3 0 0,4 4 10 16,0 2-7-16,-3-6 0 0,0 0-11 16,2 0 8-16,-3 0-7 0,1 0-1 0,2 0 16 15,-3 0-8-15,2 0 0 0,-2 0-7 0,0-2 9 16,1-2-2-16,-1 0-12 0,0-2-6 16,1-1 18-16,-1-1 3 0,0 3-16 0,1-2 5 15,-3-2 3-15,2-3 0 0,0 2-5 0,0-1-2 16,1-3 14-16,-1 4-9 0,-2-4 7 15,2 5 0-15,0-2-2 0,0-5 7 0,1 4-8 16,0-1-9-16,-1-1 4 0,0 1 1 0,0 0 9 16,1-4-4-16,-1 2-1 0,0-3-4 15,1 3 12-15,0-2-2 0,0 0-3 0,2-1 10 16,-3 3-2-16,1-3-18 0,2 0 5 0,-2 0 5 16,3-3-5-16,-3 3 13 0,2 0-11 0,1 0 9 15,-1-3 1-15,2 3 1 16,-2 0-10-16,1-4 4 0,3 2 4 0,-2-2-6 0,2 4 0 15,-1-4 15-15,2 1-9 0,0-1-1 16,2 2 5-16,-2-2-10 0,2 1 11 0,1-1-4 16,-1-2-12-16,2 4 0 0,1-3 11 15,-2 0-4-15,0 2-1 0,3-3 6 0,0 1-12 16,1-1-2-16,1 3 4 0,2-3 3 0,0 1 3 16,-4-2-5-16,6 1-1 0,-1 4 3 0,0-4-10 15,-1-1 10-15,3 0 6 0,0 1 6 16,0-1-17-16,0 0 11 0,0 2-6 0,0-2-5 15,-1 3 5-15,1-3 3 0,0 0 4 16,1 0 1-16,-1 0-10 0,2-3-8 0,-4 3 2 16,5-2 1-16,0 2 2 0,-3 0 12 0,4-1-1 15,-2 1-14-15,-1 0-5 0,-1 0 16 0,3 0-13 16,-3 0 15-16,1 0-7 0,1 0-3 16,-2 0-3-16,0 0 8 0,1 0-12 0,-1-1 9 15,2 2 1-15,-2-1-8 0,0 0 17 0,0 0-12 16,-1-1-5-16,1 1 3 0,1 0 12 15,2-3-2-15,-3 3-8 0,1 0 2 0,1-2 1 16,2 2-8-16,-1 0 2 0,0 0 1 0,-2 0-1 16,5 2-12-16,1-2 22 0,-4 3 6 0,-3-2-13 15,3-1 3-15,-3 1-8 0,0-1 5 16,0 2 5-16,0 1-16 0,0-2 6 0,0-1 3 16,-3 1 4-16,2 1 1 0,1-1-1 15,-3-1-7-15,3 0 0 0,-1 4 10 0,-1-4 3 16,2 1 20-16,0 1-28 0,-1-2 3 15,1 3-6-15,0-3-2 0,0 4 8 0,0-4-1 0,-1 1 11 16,-1 1-23-16,1 2 17 0,1-3-4 16,0 1-1-16,-3-1-12 0,3 4 10 0,0-3-5 15,-4-2 13-15,4 3-11 0,-3 0-10 16,-2-2 13-16,6 0-5 0,-5 1 5 0,0 2 0 16,2-3 8-16,1 1-3 0,-2-1-10 15,-1 4 5-15,1-3 5 0,0-1-13 0,-1 1 16 16,4 2-10-16,-3-3 2 0,2 1 2 0,-3 1-12 15,2-1 10-15,2 0 5 0,-1-1-5 0,1 3 5 16,-3-1 8-16,3-3-11 0,-1 1 1 16,1 4 10-16,1-4-21 0,-1-1 18 0,-1 1-7 15,4 1 5-15,-3 1-11 0,0-1-7 16,0-2 7-16,0 3 6 0,0-2-8 0,3 3 5 16,-5-2 5-16,2-2 10 0,2 0-2 0,-2 3-8 15,-3 0-2-15,3-2-6 0,-1-1 1 0,1 1 2 16,-3-1-6-16,3 5 14 0,-1-4-18 15,-2 0 10-15,3-1 13 0,-3 2-8 0,-1-1 2 16,4 0-4-16,-3 2 5 0,-1-2-8 16,4 1-8-16,-3-2 16 0,-1 0-11 0,0 0-5 15,1 1 14-15,-1 1-4 0,1 1 1 0,0-3-6 16,-4 0 6-16,4 1 2 0,-1-1-5 16,-3 0-3-16,0 0 1 0,0 0 2 0,4-1 0 15,-1 1 5-15,0-3-15 0,-2 1 17 0,3 2-14 16,-2-1 14-16,2 1-2 0,0 0 3 15,-4 0-13-15,4-2 5 0,-4-2 3 0,3 3 7 16,-2 1-10-16,-2-1-8 0,5-1 21 0,-4 2-23 16,4-1 12-16,-1 0 1 0,0-4 4 0,1 5-9 15,-3-1 7-15,1 0-18 0,2-2 26 16,0 1-16-16,-1 1 11 0,1 1-3 0,-2-2-7 16,2 1-6-16,0 1-2 0,-4-4 0 0,3 3 12 15,-2-1-2-15,-1 2-2 0,1-1 4 16,-2 0 3-16,2-2 3 0,-2 1 0 0,1 2-6 15,0 0 6-15,0-1-11 0,1 1 3 16,-2-1 3-16,-1-4-8 0,1 5 12 0,2-1-2 16,-5 1 1-16,4-3-1 0,-3 0-8 0,4 1 6 15,-2 0-1-15,1 1 6 0,-3-3 2 0,3 2 6 16,-3 2-19-16,3-1 8 0,-1 1-2 16,2-1-11-16,-5-4 0 0,2 4 11 0,1 1-3 15,-1 0 8-15,1-2 7 0,1 2-18 0,-3-1 3 16,3-3-2-16,-1 3 7 0,-1 1 0 15,1-2 18-15,-1 2-31 0,1-1 11 0,-2 0 7 16,0-2-10-16,0 3-8 0,2-2 8 0,-4 2 8 16,4 0-13-16,-2-1 13 0,-1 1-16 15,-3 0 18-15,4-1 6 0,-3 1-14 0,2-3 3 16,-2 1 0-16,2 1-7 0,1 1 4 16,-4 0 6-16,1-2-5 0,2 1-1 0,-3-3 3 15,4 4-12-15,-4-3 7 0,4 3 2 0,-4-1-9 16,1-3 12-16,2 2-5 0,-2 1-8 0,1 0 13 15,0-4 0-15,1 4-2 0,1 1 4 16,-4-2 1-16,3-3-10 0,-2 4 7 0,2-1-10 16,-1 1 10-16,1-3 8 0,0 2-11 15,1 1-7-15,-4-3 10 0,4 1-10 0,-1 1 8 16,-3-3-9-16,4 2 12 0,-3 2 1 0,0-5-2 16,1 5 3-16,-2-5 0 0,1 5-13 15,-1-2 7-15,0-2 1 0,-2 1 12 0,2-1-10 16,-3 4 8-16,2-6-5 0,2 4-1 0,-4-2 1 15,-1-2 0-15,1 4 2 0,-2-3 21 16,1 3-31-16,0-5 5 0,1 1 10 0,-3 2-5 16,3-1 3-16,-4-2-13 0,1 1 16 0,2 0-9 15,-5-3-4-15,5 1-1 0,-6-4-4 0,4 3-6 16,-2 0 8-16,-1-3 3 0,3 3-1 16,-4-1-7-16,0-3 5 0,0 4 13 0,0-4-3 15,0 3-20-15,0-3 20 0,0 3 3 0,0-1 2 16,0 1-15-16,-4 1 3 0,3-4-3 15,1 4 2-15,-2 2-9 0,1-3 7 0,1 0 7 16,0 1 9-16,-3 2-21 0,3 1-6 16,0 1 14-16,0-2 7 0,-3 1-15 0,3 0 0 15,0 0 2-15,0 2 1 0,0-1 12 0,0-1-2 16,0 7-3-16,0-10-3 0,0 5 6 0,0 5-8 16,3-7-5-16,-3 4-3 0,0 3 8 15,0-8 8-15,3 5-8 0,-3 3-5 0,3-7 0 16,-3 7-6-16,8-7 11 0,-5 7-2 15,-3 0-3-15,10-7 12 0,-6 7-7 0,-4 0 8 16,14-3-18-16,-8 2 7 0,1-3 11 0,3 4-13 16,-2-2 10-16,2 1-5 0,-3 1 0 0,6 0-3 15,-3 0 1-15,0-1 4 0,1-2-12 16,-1 3 15-16,0 0-10 0,4 0 15 0,-1 0-7 16,-1 0-11-16,1 3 8 0,4-3 3 15,-3 0-3-15,3 0-5 0,-4 0 10 0,1 1-8 16,3-1-7-16,-3 0 8 0,3 0 4 0,4 1 3 15,-5 1-2-15,2-2-8 0,-2 0 15 16,2 3-5-16,-1-2-8 0,0 0-2 0,4-1 10 16,-4 2 6-16,3-1-16 0,1-1 7 0,-1 4 8 15,1-3-25-15,-1 1 10 0,0-2 0 0,4 0 15 16,-3 3 0-16,2 0-15 0,2-2 5 16,-1-1-2-16,3 3 4 0,1-3-10 0,-1 4 8 15,1-1-2-15,-2-2 12 0,2 4-7 16,-1-3 7-16,4-1-5 0,-3 4 3 0,2-4-1 15,1 2-4-15,-1 1-6 0,-2-3 3 16,3 2-10-16,-1 4-3 0,1-6 8 0,0 5 3 0,0-5-6 16,0 4 3-16,3-3 2 0,-4 1 1 15,4 4 2-15,1-6 0 0,3 5 0 0,-4-5 15 16,3 5-17-16,-6-3-4 0,3-2 12 16,0 6-12-16,0-4 6 0,-3 1 6 0,0-1-6 15,0 0 10-15,0-1-5 0,0 1-2 0,2 2-6 16,-5-3 3-16,2 4-10 0,1-4 20 0,0 3-2 15,-3-3-13-15,2 1 12 0,1 2-12 16,-3-3 8-16,3 1-11 0,-1 1 3 0,-2-1 7 16,2 0-2-16,1-1 3 0,0 0-8 0,-3-1 7 15,5 4 9-15,-5-3-14 0,3-2 3 16,-1 3 5-16,1 1-2 0,-3-4-16 0,2 1 10 16,-7 1 3-16,2-2 3 0,2 0-11 0,-3 3 19 15,0-2-17-15,0-1 4 0,0 1 2 0,-3-1-5 16,3-1 5-16,-4 1 10 0,1 0-13 15,3 0 1-15,-5 0 10 0,2 0-8 0,0-1-3 16,-4 1 8-16,3 0-5 0,1 0 3 16,-7 1-1-16,3-1 3 0,0 0 3 0,3 0-3 15,-6 0-2-15,4 1 4 0,-2-1-7 0,2 0-10 16,2 0 18-16,0 2-1 0,-2-1-7 16,1-1 3-16,3 4-11 0,1-3 8 0,-2 1 8 15,-1-2-8-15,1 3-3 0,3 0 1 0,-1-2 12 16,1 0-5-16,1 4-12 0,-1-3 7 0,6 0 5 15,-2-1-13-15,-1 6 8 0,0-7 5 16,0 3-2-16,1 1-6 0,-1-1 1 0,1 0 14 16,-1-1-27-16,1 0 23 0,-4-1-11 15,2 4-2-15,2-3 10 0,-7-1-10 0,9 4 18 16,-6-4-5-16,-3 0-11 0,2 1 11 0,2 1-8 16,-1-3 7-16,0 1-12 0,2 0 15 15,-2 1-7-15,-2-1 5 0,2 3-3 16,-1-3-3-16,1 1 1 0,0-2-6 0,0 0-2 0,0 1 0 15,-1-1 10-15,2 2 18 0,-1 1-36 16,0-2 8-16,-1-1 5 0,4 0 3 0,-2 0-13 16,-1 0 7-16,0 0 13 0,3 0-12 0,-3 0 7 15,0 0 3-15,0 0-3 0,3 0-5 16,-3 0 2-16,-3 0-15 0,3 0 13 0,0 0 8 16,0-1-10-16,-4 1-4 0,4-3 17 0,-3 1-16 15,2 2 15-15,-2-1-5 0,3 1-8 0,0 0 3 16,-4 0-7-16,4-2 2 0,0 1 23 15,-3-3-18-15,2 4-3 0,1-1 3 0,0-1 10 16,0 2-2-16,0-2-11 0,0-1 3 16,0 3 8-16,-3-2-3 0,2 1-7 0,1 1-4 15,1-1 32-15,-1-2-23 0,0 1 12 16,-1 1-15-16,1 1 10 0,0-2-12 0,0-3-1 0,-1 5 8 16,-2-3 0-16,3 3-12 0,-4-2 4 15,4-1 1-15,-3 0-4 0,3 3-1 0,-4-4 14 16,1 1-9-16,0 3 12 0,2-2-15 15,-2-3-5-15,0 5 15 0,0-3-3 0,2 3-7 16,-3-2 5-16,1-1 5 0,-4 3 1 0,4-3-6 16,-4 3 0-16,3-1 7 0,-2-2-2 15,2 0-5-15,0 3-12 0,-3-2 6 0,1-3 9 16,2 4-6-16,-3-1 6 0,0 2 0 0,0-2 2 16,-3-1 0-16,3 3-10 0,-3-3 0 15,-1 3 2-15,1-1-18 0,-7-2-68 0,3 1-57 16,-10 2-82-16,11 0-250 0,-11 0-336 0,0 0 43 15,-14-9 83-15,-3 2 71 0,-10-3 71 0,-21-12 55 16</inkml:trace>
  <inkml:trace contextRef="#ctx0" brushRef="#br0" timeOffset="117934.02">2592 6588 424 0,'0'0'136'0,"0"0"-8"16,0 0-3-16,0 0 9 0,0 0 11 16,7-2-34-16,-7 2 6 0,0 0-9 0,0 0 4 15,8-2-4-15,-8 2-6 0,0 0 6 0,9 0-13 16,-9 0-1-16,8-5-25 0,2 4 16 0,-10 1-6 15,13 0 1-15,-3-2-4 0,2 1-14 16,1 1-8-16,1 0 4 0,2 0 6 0,2 0-12 16,-2 0-1-16,5-2-10 0,0 2 2 15,2-2 8-15,-2 4-12 0,3-2-1 0,-1 0 1 16,1 0 7-16,1 0 2 0,2-2-2 0,-2 2 0 16,8 0-2-16,-5-2 2 0,6 1-5 0,-3 0 0 15,2 1-18-15,8-1 23 0,-7 1-25 16,8-3 4-16,-5 1 8 0,4 1-20 0,-7 1 8 15,4-1 7-15,3 1-13 0,0 0 3 0,1-2-5 16,-5-1-5-16,4 3 7 0,-3-1-12 16,6 1 7-16,-3-3-8 0,-1 3 11 0,2-4-13 15,-4 1-2-15,3 2-6 0,0 0 16 0,0-2-6 16,-1 1 3-16,-8 1 3 0,5 0 7 16,4 1-10-16,-7-2 6 0,1-1-6 0,2 3-5 15,4-1-5-15,1 1 5 0,-2 0-5 0,-2 0 17 16,3 1-12-16,-4 2-10 0,-3-3 15 15,1-3-7-15,-2 3 9 0,2 3-7 0,0-3 5 16,-1 0-2-16,0 0 0 0,-3 0 2 16,3 0-3-16,0-4-4 0,-3 4-6 0,3 0 5 15,3 0-2-15,-6 0 10 0,4 0-5 0,-1 0 13 16,0 0-18-16,0-2 18 0,0 1-18 16,0 1 12-16,0-2 9 0,-3 2-21 0,3-2 12 15,0 0 4-15,1 2-22 0,-1-1 11 0,0 1 6 16,-3 0-1-16,3 0-3 0,0-1-7 15,-3 1-3-15,3 0 6 0,-3 0-3 0,0 0-6 16,-1 0 19-16,1 0 5 0,0 0-13 0,-3 0 3 16,2 0-3-16,1 0-13 0,0 0 10 15,-4 0 1-15,1 0-1 0,2 0 6 0,-2 0-1 16,0 1 6-16,2-2-13 0,1 2 5 0,-5-1 7 16,2 0 4-16,3 0-9 0,-1 0 6 15,1 1-8-15,0-1 2 0,-3 0 11 0,2 2-10 16,1-2-6-16,-3-2 1 0,5 2 7 0,-2 0-13 15,-3 0 0-15,3 0 11 0,0 0-3 16,2 0 8-16,-2 2-11 0,0-4 8 0,-1 4-10 16,1-2 5-16,3 0-2 0,-3 0-14 0,3 2 26 15,-3-2-20-15,3 0 10 0,1 0-5 16,-4 2 5-16,3-2-2 0,0 1 12 0,-3 1-13 16,3-2 6-16,-3 0 10 0,3 1-11 15,-3 2 1-15,0-3-3 0,2-3 2 0,-5 6-4 16,-1-3-3-16,1 0 17 0,-4 2-4 0,2-2-5 15,-2 0-16-15,1 0 8 0,-1 0 7 0,0 0-7 16,-1 0 8-16,1 0-1 0,-3 0 6 16,-1 1-18-16,4-1 10 0,-3 0-5 0,0 0 2 15,-4 1-5-15,3-1 8 0,-3-1 8 0,4 1-8 16,-1-1-5-16,-6 1 7 0,4 0 4 16,1-2-14-16,2-1 5 0,-3 3 11 0,1-3 5 15,-1 2 2-15,2-1-10 0,-2-2-7 16,2 2 4-16,-3-2-12 0,3 2 5 0,-3 0 7 0,1 0 11 15,2-2-23-15,-3 1 10 0,0 1 0 16,0-2 8-16,1 2-13 0,2 1 7 0,-3-4-4 16,1 4-4-16,1 0 9 0,2-4 2 15,-3 4-7-15,2-1-1 0,1 1 3 0,3-1 5 16,-1 2-2-16,4-2 4 0,-3 2-1 16,7-2-6-16,-3 1 2 0,3 1 6 0,2-1-8 0,-2 1-10 15,3 0 7-15,-3 0 0 0,0 0-2 16,0 0 0-16,2 0 3 0,-1 0 4 0,2 0 8 15,0 0-12-15,0 0-1 0,1 0-15 16,-1 0 31-16,0 0-13 0,0 0-8 0,3-1 8 16,-3-2 11-16,1 3-14 0,-1-2 3 15,0 2 5-15,0-2-7 0,1 2 2 0,-1-5 7 16,0 4 1-16,3-2 7 0,-2 1-7 0,-1 0-16 16,0-1 14-16,1 2-14 0,-2-3 0 0,-1 2 1 15,2 1 17-15,0 0-8 0,7-4-2 16,-7 4 0-16,0-2-2 0,4 1 2 0,-4-2 0 15,3 2 2-15,0-2 3 0,2 2 3 0,-1 0-5 16,-4-3-8-16,6 4 2 0,-2-2 16 16,-6 1-13-16,2-2 13 0,-1 2-1 0,1 1-22 15,-2-4 8-15,2 4-1 0,-1 0 8 0,1-4-13 16,0 4 16-16,-2-2-16 0,6 3-2 16,-4-2 8-16,6-3 7 0,-2 4-8 0,4-3-2 15,-2 2 0-15,1 0 20 0,1 2-7 16,-2-5-18-16,1 4 17 0,-4-2-7 0,5 3-5 15,-8-4 0-15,4 1 5 0,-4 2 8 0,3 0 0 16,-2-4-8-16,-1 5-3 0,4-1 3 0,2 0 3 16,-3-4-1-16,5 4 1 0,-4-1-11 15,2 1 5-15,2-3 3 0,-1 1-7 0,3 2 4 16,-2-3 3-16,1 2 10 0,3 0 3 0,-2 0-5 16,1-1 2-16,-1 2-12 0,-1-2 7 15,2 1 0-15,-4-2-5 0,4 2-5 0,-7 1 5 16,5-4 15-16,-1 5-23 0,-4-2 14 0,2 2-1 15,2-5 2-15,-4 4-4 0,5 1-11 0,-1-2 13 16,-1 1 8-16,3 1 0 0,1-2 2 16,-4 2-10-16,3-2-2 0,0 2 0 0,0 0-3 15,-2-2 12-15,-1 2-17 0,0 2 15 16,-3-2-7-16,-1 0 0 0,0 0-11 0,-2 0 8 16,2 0 15-16,2 2-12 0,-2-2-8 0,-3 2 10 15,3-2-10-15,-2 0 10 0,6 0-8 16,-4 1 6-16,-2 1-1 0,2-2-4 15,-3 0 2-15,5 1-3 0,-5 2 1 0,0-3 2 0,-1 2 7 16,-1-2 1-16,1 0-13 0,-2 1 5 16,-3 0-3-16,-1-1 6 0,-4 0-8 0,1 0-3 15,0 2 3-15,-2 1 15 0,0-3-2 16,0 0-13-16,1 1 23 0,-2-1-31 0,-1 0 15 16,-2 1-4-16,3-1 12 0,-2 1 16 15,2 1-34-15,-1 0 6 0,1 0-1 0,-3-2-5 0,1 0 3 16,2 1 13-16,-3 1-13 0,-2-2 7 15,5 1-7-15,-4 2 13 0,3-1-11 0,-2-1-4 16,2 0 14-16,-3-1-17 0,-3 5 23 16,3-4-29-16,3-1 22 0,-2 2-12 0,2 0 4 15,-3 2-8-15,1-4 17 0,1 3 1 0,2-2-5 16,-3 4-3-16,2-4 2 0,0 0 3 0,-2 4-5 16,-1-4-2-16,3 1 2 0,-3 0-5 15,-3 2 2-15,3-4 11 0,-3 3-8 0,-1-2-5 16,2 2 17-16,-2-1-6 0,1 0-6 0,-1 0-8 15,0 1 3-15,-2-2 7 0,2 1 1 16,-2 0 2-16,-1 2-2 0,0-1-9 0,1-2 14 16,-1 4-3-16,0-3-5 0,1 3-13 15,-1-3 13-15,-3 3-12 0,2-2 1 0,2 3 14 16,-1-3 7-16,-3 0 0 0,4 2-10 0,-5 2 0 16,4-3-5-16,-3 3 5 0,0-1-13 0,0 2 11 15,0-4 4-15,-1 3-9 0,2 0 2 16,-2 3 10-16,-2-2 0 0,2 0-8 0,-2 2 3 15,2 2 8-15,-1-2-8 0,-2 0 8 16,0 4-6-16,1-4 11 0,-1 5-15 0,0-4 7 16,0 6-5-16,-2-2 10 0,2 1-15 0,0 0 2 15,-3 1 8-15,4 1-10 0,0 0 8 0,-4 0-1 16,3 2 1-16,-3-2-1 0,3 1-2 16,-2 3 8-16,2-5-5 0,-3 2 7 0,3 2 5 15,0-2-12-15,-3 1-6 0,0 0-7 16,1-2 7-16,2 2 14 0,-3 1-6 0,0-3-8 15,0 0 1-15,0 3-1 0,3-2 6 0,-3-1-1 16,0 3-17-16,0-2 17 0,0-3 1 0,0 2-3 16,0 0 5-16,4 3-5 0,-4-4 13 15,0 0-3-15,3-4-15 0,-2 2 10 0,-1 2-10 16,3-2 8-16,-3 0-8 0,0-3 10 0,3 2 5 16,-3-3-8-16,3 3-2 0,-3-3-5 15,0 2 8-15,0-3-3 0,1 4 8 0,-1-4-8 16,0-2 0-16,3 3 2 0,-3-2 1 0,-3-1-1 15,3 0-2-15,0 1-5 0,0-1 23 16,0-1-5-16,0 0 2 0,-1 1-15 0,1 0 3 16,0-5 12-16,0 4-17 0,-3-1 12 0,3-2-3 15,0 2 6-15,-3 2 0 0,3-5-3 16,-3 2 1-16,2 2-4 0,1-7 9 0,-3 10-4 16,-1-7-1-16,1 2-9 0,0-2 11 15,-1 3-3-15,1 1 6 0,-1-5-4 0,1 4-4 16,0-3-5-16,-1 3 7 0,-3-4-2 0,3 4-14 15,-2-4 17-15,3 1 7 0,-4 1-11 0,0-1-4 16,3 2-3-16,-3-3 0 0,1 1 13 16,-1 1-8-16,0-3 5 0,0 4 3 0,0-3-8 15,1 0 3-15,-1-1 4 0,0 3-1 0,0-1-9 16,0-3 1-16,-2 3 10 0,1 0-13 16,4-2-6-16,-5 2-1 0,2 0 20 0,-1-1-6 15,-2 0-9-15,0-1 9 0,0 4-7 0,0-3 13 16,3 1-3-16,-3 0-5 0,-1-2-2 15,1 2 10-15,-4 1-6 0,4-3 1 0,-3 2 5 16,2 1 5-16,-2-1 0 0,-2-2-5 0,5 4 7 16,-3-4-7-16,-4 2 0 0,4 1 5 15,-2-3 5-15,-1 2-21 0,-2 4 21 0,2-6-10 16,-2 5-3-16,1-3 1 0,0 1-6 0,0-1 5 16,0 3-5-16,-1-3 0 0,2 4-23 0,-5-1-89 15,-3 3-267-15,4 0-486 0,-4-3 79 16,0-4 82-16,3 0 88 0,-2-4 48 15,-4-3 33-15</inkml:trace>
  <inkml:trace contextRef="#ctx0" brushRef="#br0" timeOffset="127900">13607 8693 668 0,'0'0'207'0,"0"-7"3"15,0 7-28-15,0 0-24 0,0 0-12 0,0-8-26 16,0 8 24-16,0 0-39 0,3-3-18 0,-3 3 2 15,0 0-30-15,0 0 3 0,0 0-3 16,0 0-6-16,0 0-19 0,4 18 17 0,-1-11-13 16,-3 0-7-16,3 4 12 0,1-3-12 15,-1 3 23-15,1 2-34 0,0-2 8 0,-1 3-4 16,0-4-7-16,1 4 6 0,-1-5-10 0,0 2 5 16,1 2 3-16,-1-2 2 0,4-3 5 0,-6 2 3 15,5-3 4-15,-3 1 11 0,1-1 21 16,-1 0-11-16,5-4 11 0,-2 4-18 0,1-6 4 15,0 4 9-15,7-3-9 0,-1-2-12 16,4-1 11-16,0 0-14 0,4-4 13 0,3 1-7 16,2 0-3-16,2-6-8 0,10 2 0 0,6-6 3 15,5 0 2-15,1-1-17 0,2-2-1 16,-1-1-2-16,0-1 8 0,1 1 2 0,0 1-13 16,1-1 9-16,-1 0-7 0,-1 1-14 0,0-1 5 15,1 2 2-15,-4 1-2 0,-1-1-1 0,-6 2 9 16,-6 3-14-16,-1 1 6 0,0-4 0 15,-3 6 15-15,0-2-16 0,0 1-2 0,-7 0 3 16,-1 1 2-16,1 1-2 0,-7 0 20 16,0 0-18-16,1 3 3 0,-5-3 3 0,4 1-6 15,-7 3-5-15,4-1 23 0,-4 0-18 0,0-1 8 16,-3 3-20-16,1 0 17 0,-2-3-12 0,1 4 4 16,-1 1 1-16,-6 0 0 0,11-7 2 15,-7 6 0-15,2-1-10 0,-6 2 10 0,7-2-5 16,-7 2 1-16,6-5 1 0,-6 5 9 0,8-1-19 15,-8 1 13-15,0 0 11 0,4-1-24 16,-4 1 11-16,0 0 0 0,0 0-11 0,9-5 8 16,-9 5 0-16,0 0-5 0,0 0 8 0,0 0-3 15,0 0 8-15,4-1-21 0,-4 1 11 16,0 0 7-16,0 0 0 0,0 0 3 0,0 0-10 16,0 0 2-16,0 0-8 0,0 0 11 0,0 0-13 15,0 0 12-15,10 0-17 0,-10 0 10 16,0 0 8-16,0 0-1 0,0 0-1 0,0 0-12 15,0 0 17-15,0 0-11 0,0 0 5 16,0 0-3-16,0 0-12 0,0 0 8 0,0 0-1 16,0 0 6-16,0 0-14 0,0 0-1 0,0 0-9 15,0 0-22-15,0 0-27 0,0 0-35 0,0 0-69 16,0 0-117-16,-14 8-482 0,5-1 41 0,-2 0 53 16,1-4 80-16,-4 3 46 0</inkml:trace>
  <inkml:trace contextRef="#ctx0" brushRef="#br0" timeOffset="138665.11">7512 14901 570 0,'0'0'185'0,"-3"-3"-32"0,3 3-17 16,0 0-8-16,0 0-10 0,0 0 25 0,0 0-18 16,0 0-7-16,0 0-3 0,0 0-2 0,0 0-3 15,0 0 13-15,0 0-5 0,0 0-6 0,0 0-4 16,0 0-6-16,0 0 0 0,0 0-12 16,0 0-3-16,0 0-5 0,0 0-13 0,13-7 8 15,-13 7-11-15,11 0 1 0,-5-3-29 0,4 2 19 16,-3-2-16-16,7 2 0 0,-1 1-6 0,5-3 6 15,-1-1-18-15,4 1 3 0,-1 1-5 16,3-3 7-16,-2 5-3 0,0-1-2 0,-4-1-5 16,3 1 0-16,-6-2 8 0,3 2-16 15,-4 1 10-15,2 0-9 0,-2 0-1 0,-2-2 10 16,-1 2 6-16,-3-1 0 0,3 1 4 16,-10 0 6-16,13-1 8 0,-6-2-16 0,-7 3 10 15,11 0-12-15,-11 0 7 0,7 0-7 0,-7 0-6 16,0 0-7-16,9-2 13 0,-9 2-6 15,0 0 1-15,0 0-4 0,10 0 9 0,-10 0-11 16,0 0-9-16,0 0 17 0,0 0-8 0,0 0-7 16,0 0-8-16,0 0-6 0,0 0-11 15,8 2 4-15,-8-2 8 0,0 0-31 0,0 0-10 16,0 0-21-16,0 0-33 0,0 0-48 0,0 0-16 16,0 0-77-16,0 0-53 0,-11 8-205 0,11-4-202 15,0-4 71-15,0 0 46 0,0 0 60 16</inkml:trace>
  <inkml:trace contextRef="#ctx0" brushRef="#br0" timeOffset="140148.94">8479 14895 455 0,'0'0'174'0,"0"-7"-5"15,0 7 5-15,0 0-20 0,0 0 4 16,0 0-14-16,0-5-3 0,0 5-34 0,0 0 24 16,0 0-26-16,0 0 7 0,0 0-17 15,0 0-13-15,3-7-8 0,-3 7-30 0,0 0 25 16,0 0-18-16,0 0-18 0,0 0 21 0,0 0-16 15,0 0-7-15,0 0 18 0,0 0-24 0,8 14 11 16,-8-14 0-16,4 6-8 0,-1-1 0 16,0-1 8-16,0-1-15 0,0 2-4 0,-2-2 7 15,2 4 4-15,4-1-18 0,-6-2 15 16,5 0-4-16,-3 0-6 0,-2 2 19 0,2-2-16 16,0 3 20-16,1-6-15 0,2 3 8 0,-2-1-16 15,-1 2-7-15,1-2 15 0,-4-3 5 0,7 6-15 16,-1-3 20-16,-3-3 5 0,-3 0-7 15,11 5-16-15,-7-2 8 0,-4-3 8 0,9 0-10 16,-5 4 12-16,-4-4-13 0,14 1 11 16,-14-1-21-16,13 1-4 0,-6-1 17 0,-7 0-13 15,14 0 0-15,-4-1-5 0,-10 1 16 0,17-1 4 16,-7-3-7-16,0 4-10 0,2-1 17 16,0-2-22-16,3 0 5 0,-2 2-11 0,0-2 18 15,2-1-15-15,1 1 6 0,1 1-6 0,1-3 0 16,-1 2-11-16,3-1 16 0,0 3 6 15,-2-3 12-15,3-2-26 0,-2 4 11 0,2-3-8 16,-3 4 8-16,-1-5 7 0,0 5-18 0,-4 1 1 16,1-2 12-16,-3 1-20 0,-1 0 2 15,0-2-12-15,0 3-32 0,-3-2-32 0,-7 2-16 16,10-1-25-16,-10 1 25 0,0 0-169 0,11 3-123 16,-8-3-309-16,-3 0 59 0,0 0 66 0,0 0 66 15</inkml:trace>
  <inkml:trace contextRef="#ctx0" brushRef="#br0" timeOffset="163113.03">18379 12055 650 0,'1'-5'268'0,"2"-4"-9"15,0 8-36-15,1-6-19 0,-1 4-19 0,-3-1-16 16,0 4-21-16,6-8-15 0,-6 8-10 16,8-3-13-16,-8 3-25 0,6 0 12 0,-6 0-25 15,0 0 4-15,7 8-7 0,-3-1-10 0,-1-3 8 16,4 3-18-16,-6 3 4 0,2 0 9 0,0 1-19 16,0 0-12-16,-2-3 12 0,2 3-14 0,0 1 1 15,0-3 6-15,1 1-8 0,-1-2 24 16,1 1-19-16,3-1 10 0,-4 0 3 0,7-2 8 15,-3 2 5-15,10-5-5 0,1 4 7 16,2-6 3-16,10-1-2 0,1 0-9 0,7-1 9 16,23-6 7-16,1-5-20 0,4-1-16 0,18-6 8 15,2-4 0-15,6-2-23 0,0 0 12 16,1 0-4-16,5 0 7 0,-8 0-15 0,2 5-5 16,0-1 5-16,-3-3 10 0,-3 6-25 0,-4 1 2 15,-3 1 2-15,-12 0-1 0,-5 5-1 16,-1-3-3-16,-5 5 1 0,-2-5-6 0,-10 8 8 15,-9-2-7-15,0 2 27 0,-6-2-27 16,-1 6 7-16,-1-3-20 0,1 1-32 0,-4 3-40 16,3 2-71-16,-2 0-219 0,5 2-447 0,1 4 69 15,0 0 95-15,-5-4 97 0,5 4 15 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5:25:33.2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2230 1682 532 0,'0'0'212'0,"0"0"-27"0,0 0-29 15,0 0-10-15,0 0-16 0,0 0-4 0,-4 14-9 16,5-5 4-16,-1 3-14 0,3 2-15 0,-3 3-7 16,4 4-1-16,-4 2 14 0,1 2-19 15,2 2 8-15,0 0-5 0,0 2-10 0,0-1-6 16,1 5-4-16,-1-6-6 0,3 6 3 0,-1-2-21 15,-1 0-5-15,2-3 13 0,-3 3-10 16,0-3-8-16,1-3-5 0,2-1-2 0,-5-1-18 16,6-5-37-16,-4 0-89 0,0-1-81 15,1-4-129-15,-1-2-361 0,0-3 72 0,1-2 49 16</inkml:trace>
  <inkml:trace contextRef="#ctx0" brushRef="#br0" timeOffset="533.3">2237 1713 532 0,'7'-8'217'0,"0"-1"-14"0,-1 2-16 15,2 4-18-15,2-1-24 0,0 2-6 16,4 0-9-16,-1 2-15 0,-2 3-15 0,6 1-18 15,0 2-20-15,0 1 17 0,0 2-7 0,-3 3-26 16,3 0 0-16,-4-1 7 0,-3 2-9 16,1 1-8-16,-4-1 2 0,-1 1-2 0,-2 1-8 15,-1-1 5-15,-6-1 6 0,3 4 4 16,-7-1-14-16,1-2 11 0,-1 1-29 0,-4 1 9 16,-2-1 13-16,-2 0-4 0,2-1-1 0,0-3-3 15,-1 1 4-15,0-4 1 0,0 2 21 0,1-3 3 16,-1 1-8-16,4-3 11 0,0 1-6 15,-1 0 5-15,2-1 0 0,2-2 1 0,3 1-9 16,-4-3 11-16,2 3-13 0,3-2-12 16,3-2-6-16,-7 4-3 0,1-2-12 0,6-2 5 15,-4 5 0-15,4-5-3 0,0 6-4 16,0-6-6-16,0 8 13 0,3-4-3 0,1 3-2 16,3-1-11-16,2 1 6 0,2 0-3 0,-1 4-10 15,3-3 5-15,1 3 8 0,0-3-6 0,4 4 8 16,2-1 3-16,0-2 0 0,1 2-3 15,0 0 1-15,2-1 1 0,4 0 4 0,-3-3-1 16,7 4-5-16,-3-4 1 0,-1 0-4 0,1-1 6 16,-5-1 0-16,4 2-11 0,-6-2 14 15,0-3-19-15,-5 2 6 0,2 0-1 0,-4-1 1 16,0-2-18-16,-1 2-44 0,-7-3-85 0,2 0-222 16,-2-1-422-16,-6 1 71 0,4-5 59 15,-4 5 57-15,-6-10 63 0</inkml:trace>
  <inkml:trace contextRef="#ctx0" brushRef="#br0" timeOffset="1034.22">2699 1396 798 0,'3'-5'266'0,"0"-1"-28"16,1 1-25-16,0 0-16 0,2 0-31 0,0 1-10 15,5 2-17-15,-4 1-22 0,-7 1-9 0,21 1-8 16,-11 2-8-16,4 1-15 0,-4 1-3 0,0 0-2 16,1 2-8-16,-1 1-23 0,-1 3-3 15,-2-1-5-15,-2 1 11 0,1 0 7 0,-6 1-10 16,0 0-3-16,0 1-10 0,-6 2-7 15,-2 0 2-15,1 0 0 0,-2-1-5 0,2-1-10 16,-4 2 15-16,1-5 12 0,0 2-14 0,-1-2 5 16,2-2 7-16,2 0-8 0,-1 0 1 0,2-2 2 15,2 0-2-15,1 1 4 0,-1-4-9 16,1 2-8-16,0-1 12 0,3-4-12 0,-3 7 2 16,3-7 3-16,0 6-10 0,0-6 7 15,10 4-2-15,-1-4-3 0,2 0 11 0,2 0-3 16,5-1-10-16,-1-1 15 0,4 1 0 0,1-1-16 15,3-1 9-15,-1 0-1 0,3 0 3 0,-3 1 2 16,-1-2-12-16,5 2 5 0,-4-1-5 16,0 1-11-16,-3 1-2 0,2 1 5 0,-2-2-10 15,-6 1-24-15,1 2-22 0,-3 1-10 0,-1-1-70 16,-3 4-66-16,-2 1-113 0,-4 2-456 16,-3 1 70-16,-6 2 59 0,-4 0 63 0</inkml:trace>
  <inkml:trace contextRef="#ctx0" brushRef="#br0" timeOffset="1400.35">2196 2726 949 0,'0'0'315'0,"0"7"10"0,3-4-28 0,2-1-8 15,-5-2-28-15,13 3-7 0,0-2-32 16,1 1-17-16,3-2-18 0,7-3-13 0,3 0-13 16,4 1-17-16,6-3-11 0,5 0 0 0,-1 0-23 15,17-3-15-15,0 1-6 0,0 1-4 0,-10 1-3 16,10-2-21-16,-13 2 1 0,-7-1-9 15,-1 2-12-15,-7 1 5 0,1-1-20 0,-6 1 5 16,-5 0-13-16,1 1-21 0,-1-2 3 16,-6 3-20-16,0-1-32 0,-2-1-22 0,3 0-64 15,-5-1-77-15,3 1-103 0,1-4-403 0,-3-1-50 16,3-1 44-16,-1-2 80 0,0-4 63 16,1-2 59-16</inkml:trace>
  <inkml:trace contextRef="#ctx0" brushRef="#br0" timeOffset="1700.05">3792 2089 1021 0,'0'0'389'0,"-3"-6"-26"0,3 6-22 0,0 0-39 15,0 0-28-15,3-6-39 0,-3 6-10 16,10-6-25-16,1 5-13 0,-1-3-26 0,5 1-10 16,4-2-18-16,-1-1-23 0,9 0 16 0,1 1-24 15,0-1-15-15,1-1 0 0,6 0-20 16,-4 3-3-16,0-3-3 0,0 2-4 0,-1 0-16 16,-4 1-26-16,-1-1-5 0,-1 2-25 0,-3-2-49 15,-5 5-41-15,2-5-33 0,-5 3-65 16,-2-1-119-16,-1 1-477 0,-6 0 24 0,2-1 71 15,-6 3 82-15,0-8 46 0</inkml:trace>
  <inkml:trace contextRef="#ctx0" brushRef="#br0" timeOffset="1900.39">4176 1880 816 0,'0'0'317'0,"-8"-5"-12"0,8 5-34 16,-3-4-15-16,3 4-20 0,-4-4-31 0,4 4-8 15,0 0-8-15,0 0-7 0,0 0-13 0,0 0-21 16,25 9-12-16,-15-3 2 0,4 1-15 15,-1 2-8-15,2 1-15 0,1-1 0 0,-1 4-3 16,1-1-20-16,-2 4-5 0,-1-3-8 0,-6 2-3 16,4 4 6-16,-5-3-16 0,-5 2 3 15,-1 3-21-15,-1 2-69 0,-9 0-61 0,0-2-154 16,-4 8-614-16,-3-2 66 0,0-4 82 0,-4-2 83 16,0-4 52-16,1-3 55 0</inkml:trace>
  <inkml:trace contextRef="#ctx0" brushRef="#br0" timeOffset="2550.13">5372 1371 811 0,'0'0'225'0,"0"0"-15"0,0 14 0 0,4-4-26 16,-1 1-7-16,1 4-18 0,2 2-14 16,-2 2-17-16,5 2 3 0,-4 2-18 0,2 1-6 15,-1-1-7-15,1 0-21 0,-1 2-7 0,1 2 0 16,0-2-31-16,0-2-34 0,-3 1-40 0,6-2-59 16,-6-1-69-16,2-3-98 0,0-3-406 15,1-1 12-15,-4-3 79 0,2-4 45 0</inkml:trace>
  <inkml:trace contextRef="#ctx0" brushRef="#br0" timeOffset="2766.73">5406 1416 734 0,'0'-6'279'0,"1"-3"-18"0,2 0-28 0,0 0-10 16,4-1-36-16,-1 0-11 0,5 0-17 0,-1-1-13 15,7-1-13-15,0-1-20 0,1 3 2 16,-1-1-20-16,0 3-11 0,-1 1-40 0,2 1-21 16,-4 0-34-16,3 1-19 0,-4 2-60 0,2 2-61 15,-2 1-97-15,-3 1-310 0,1 1-95 16,-2-1 49-16,-5 5 71 0</inkml:trace>
  <inkml:trace contextRef="#ctx0" brushRef="#br0" timeOffset="2983.27">5402 1682 650 0,'0'0'304'0,"0"0"-14"16,0 0-6-16,0 0-28 0,18-1-34 0,-18 1-22 15,24-5-16-15,-11 0-20 0,2 0-18 16,1 2-18-16,2-3 2 0,1 2-37 0,-1-1-45 15,0 3-20-15,1-2-48 0,-1 1-72 0,-2 2-59 16,-2 1-87-16,0 0-405 0,0 0-27 0,-4 1 78 16,-3 2 52-16</inkml:trace>
  <inkml:trace contextRef="#ctx0" brushRef="#br0" timeOffset="3183.64">5475 1935 990 0,'0'0'279'0,"0"0"-13"0,9 3-12 15,-9-3-34-15,18-5-10 0,-5 2-26 0,2-2-25 16,2 1-13-16,3-1-13 0,0 0 2 16,-2 0-30-16,3 0-25 0,2 0-50 0,1-2-40 15,0 1-67-15,-4 1-61 0,4-2-123 0,-4 3-461 16,1-2 57-16,-4 0 53 0,0-3 67 0</inkml:trace>
  <inkml:trace contextRef="#ctx0" brushRef="#br0" timeOffset="3883.41">5933 1580 703 0,'0'0'215'0,"0"0"-30"16,7 18-24-16,-4-10 3 0,0 2-5 0,4 2-24 15,-4 1-17-15,5 1-18 0,-1 0-11 16,2-1 3-16,-2 1 1 0,4 0-4 0,-4-1-9 16,3 0-16-16,3-1-8 0,-3 0-5 0,1-2 3 15,2 0 0-15,-2-2-21 0,3-1 5 16,-4-1-12-16,0-2 5 0,0-2-8 0,0-1 5 16,-3 1 5-16,-7-2-10 0,14-4-13 15,-11 0 8-15,1-2 3 0,-4-2 2 0,0-2-3 16,0-1 1-16,0-3 2 0,0 2 0 0,-4-4-8 15,2 2 6-15,1-2 14 0,1 1-14 0,-3 2 7 16,3-1 0-16,3 3-10 0,-2-1 3 16,5 1-1-16,-2-3-7 0,5 3-3 0,2 0 3 15,2-1 0-15,5 2 12 0,-2-1-14 16,5-1-11-16,3 2 7 0,-3 2 9 0,3-2 4 16,0 1-10-16,3 0-10 0,-3 0 13 15,-1 2-23-15,1 1 7 0,-3-1 1 0,-4 2 9 0,0 2-1 16,-3-1-4-16,0 3-15 0,-1-3 6 15,-2 6 2-15,-5 1 7 0,1-1 1 0,-4 5 2 16,-2-1-3-16,2 3 9 0,-6 2-6 16,0 1 10-16,-1 3-15 0,-2 0 10 0,-2 3-12 15,1 2 15-15,0-1-13 0,1 1-6 0,-2-2 19 16,1 0-10-16,1-2 27 0,3 0-42 16,-1-1 24-16,1-2-12 0,0-1-12 0,3-2 14 15,0-1-2-15,0 0 5 0,3-4-7 16,0 1-3-16,1-1 5 0,2-4 5 0,1 1 0 15,-7-2-3-15,18-7-22 0,-5 2 0 16,-3-1 4-16,0-4 6 0,0-1-11 0,1-2-17 0,-4-1 2 16,3-4-20-16,-4-2 20 0,2 2-10 15,-5-1 13-15,1 0 10 0,-1 2 15 0,0 1 23 16,1 1 6-16,-1 2-11 0,-3 1 13 16,3 4-8-16,-3 0-7 0,2 2-8 0,-2 2 10 15,0 4-4-15,0 0 1 0,0 0-7 16,0 0 5-16,0 0-7 0,9 20 2 0,-8-11 13 15,2 0-11-15,0 2-4 0,3 0 4 0,-2-1 8 16,3 0-17-16,-3 1-11 0,2-1-10 0,1 1-70 16,0-3-73-16,3 1-190 0,0-1-369 15,-3-4 60-15,4 0 58 0,-1-4 74 0</inkml:trace>
  <inkml:trace contextRef="#ctx0" brushRef="#br0" timeOffset="4501.17">6828 1255 706 0,'4'22'253'0,"-1"1"-40"0,0-3-14 15,1 1-4-15,-1-2-18 0,5 3-31 0,-2 1-13 16,4 2 0-16,-3 1-18 0,7 0-13 15,-1 0-12-15,-3 1 7 0,5-2-25 0,1-2-8 16,2 0 5-16,-1-3-23 0,-1-2 10 16,2-2-4-16,-4-3-29 0,3-1 0 0,-1-3-21 15,-1-3-15-15,1-3-12 0,-2-1-21 0,0-4-8 16,0-1-15-16,-1-5 20 0,-3-2-5 16,1-2 1-16,-1-3 7 0,-3-5 12 0,-1-2 1 15,-1 0 2-15,-2 0 21 0,0 1 28 0,0 3 18 16,-3 1 10-16,0 2 15 0,1 0 8 15,1 3-20-15,-2 1-10 0,1 3-1 0,-1 2-15 16,0 1 5-16,0 5 0 0,0 0-15 0,0 0 18 16,0 0 2-16,0 0-18 0,0 0 19 0,0 19-11 15,3-13 2-15,-3 3-12 0,0-2 13 16,3 2-1-16,0 1-7 0,1 0-10 0,0-1 5 16,0-1-8-16,2 2 0 0,-2-3 5 0,5 0 8 15,-1-1-10-15,-2-1-6 0,4-2 6 16,-3 0-11-16,4-3 1 0,-1 0-31 15,0-3-1-15,1 0 1 0,-1-3-3 0,-3 0 6 16,3-4-4-16,0-3 16 0,-3-1-10 0,-1 0 10 16,-2-3-5-16,3 0 18 0,-4 2-3 0,1-1 34 15,-1 2-3-15,-2 4 13 0,1-1-11 16,-1 0-4-16,2 4-6 0,0 0 6 0,-3 2-8 16,0 5 7-16,0-4 1 0,0 4 2 0,0 0-16 15,0 0 6-15,3 19 8 0,-3-10-6 0,1 2-5 16,-1 1 3-16,4 1-8 0,-4 1 0 15,3 0 11-15,0 3-1 0,1-1-13 0,-1 1-9 16,3 0-9-16,1-3-63 0,-2 3-34 16,4-2-99-16,-2 0-157 0,3-3-350 0,-2-2 64 15,1-4 74-15,2 0 66 0</inkml:trace>
  <inkml:trace contextRef="#ctx0" brushRef="#br0" timeOffset="4850.38">7738 1292 970 0,'-11'0'322'15,"11"0"-25"-15,-10 8 0 0,-1-2-44 16,5 2-12-16,-4 3-36 0,-1-1-21 0,4 3-15 16,-2 0-18-16,2 1 0 0,0-1-23 15,3 1-5-15,-3 0-16 0,4-2-12 0,0-1-16 16,0 2-12-16,2-2 5 0,1-3-8 0,0 1-8 15,1-1-5-15,2-4-2 0,3 0-1 0,-2-2-12 16,2 0-15-16,-6-2 7 0,15-2-2 16,-15 2-9-16,16-2 12 0,-8 0 1 0,-2 0-19 15,-6 2-1-15,11-3-3 0,-11 3-1 16,13 0-9-16,-13 0 6 0,11 2 2 0,-5 1 5 16,1-1-18-16,0 0-2 0,0 1 18 0,0 1-11 15,2-1 16-15,2 2-10 0,-1-2-11 16,-3 1-10-16,4-1-38 0,2 1-34 0,-3-3-58 15,4 2-90-15,-1-2-246 0,-1-1-310 0,0-2 78 16,-1-1 63-16,3-1 72 0,-5-2 43 0</inkml:trace>
  <inkml:trace contextRef="#ctx0" brushRef="#br0" timeOffset="5049.84">8066 1273 957 0,'6'23'307'16,"1"0"-20"-16,1-3-26 0,-2-1-21 0,1 3-19 15,3 0-30-15,-2 2-22 0,1 5-18 16,1-2-20-16,1 1-39 0,-1 0-56 0,-3-6-92 16,0 1-108-16,0-3-141 0,-4-2-396 0,0-1 51 15,-2-7 66-15,-1-2 41 0</inkml:trace>
  <inkml:trace contextRef="#ctx0" brushRef="#br0" timeOffset="5349.84">7875 1438 998 0,'-3'-6'284'16,"3"6"-26"-16,-1-5-40 0,1 5-16 0,0 0-7 15,7-7-16-15,-3 3-28 0,5 1-15 16,2-2-16-16,3 0-10 0,3 0-20 0,0-1 2 15,3 2-10-15,-3-3 7 0,3 1-20 0,1 0-2 16,-4 0-24-16,4 0 6 0,-4 0 5 16,3 1 2-16,1 1-15 0,-5 0 8 0,2 1-21 15,-1-1-5-15,3 1 15 0,-5 2-25 0,1 1 13 16,-1 3-3-16,1-2-10 0,-2 4 2 16,-1 3 3-16,1-1-3 0,-3 2-2 0,2 1-8 15,-2 2 10-15,-4 1-4 0,2 0-4 0,1 0 11 16,-2 4-13-16,-2-3-2 0,-2 4-26 15,2-2-26-15,1 0-35 0,-2-1-62 0,1 1-59 16,0-1-94-16,1 0-410 0,0-3 2 0,0-2 62 16,0-3 64-16</inkml:trace>
  <inkml:trace contextRef="#ctx0" brushRef="#br0" timeOffset="5936.71">8617 1419 721 0,'0'0'277'16,"0"0"-24"-16,0 0-22 0,-1 19-16 0,1-11-21 16,0 2-15-16,-3 1-17 0,3 0-29 15,3 0 0-15,-3 1-13 0,1 0-15 0,2-2 3 16,0 2-9-16,0-2-12 0,1 0-20 0,2-2 15 16,-1 0-21-16,1 1-10 0,1-3 3 0,-1-1 8 15,-2-2-11-15,3-1-13 0,0 0-7 16,-7-2-5-16,0 0-6 0,13-4-5 0,-10-2 6 15,1-1-1-15,0-3-7 0,-4 0 10 16,0-3-5-16,0 0-5 0,-4-3 2 0,4-2-2 16,-3 2-3-16,2 0 1 0,1 0 4 15,-3 2 5-15,3 2-7 0,0-2 8 0,0 3 2 0,0 0 0 16,0 2-5-16,0 2-6 0,0-1-6 16,3 2-4-16,1 2 1 0,0 0 2 0,-4 4 10 15,13 0-10-15,-13 0-5 0,18 7-5 16,-5-1 0-16,-3 3 10 0,1-1-13 0,2 5 8 15,-3-2 0-15,4 1-2 0,-4 2 2 0,1-1 10 16,-1 2-7-16,-3-3 7 0,2 1-5 16,-1-3 3-16,-1 1 2 0,-1-2-2 0,-2 0-11 15,-1-3 21-15,1 1 10 0,3 0 0 0,-4-2 26 16,-2-3 5-16,-1-2-13 0,0 0-18 16,0 0 8-16,0 0-8 0,0 0 0 0,9-14-2 15,-9 3-11-15,0-2 65 0,0-1-11 0,0-4 2 16,3-1-17-16,1 1-8 0,-1 0 0 15,1 1-7-15,3 1 7 0,-4 0-10 0,1 5-16 16,2 1 8-16,1 1-17 0,0 2 9 0,0 2-7 16,0 2 10-16,3 3 2 0,0 0-9 15,0 5-1-15,1-1-7 0,2 5-6 0,-2 0 9 16,3 2-9-16,-4 1 16 0,3 0-20 16,-5 1 4-16,1 2-22 0,1 0-34 0,-6 2-59 15,3-1-81-15,-6 1-201 0,2 0-475 16,-3-3 66-16,-3-2 83 0,-1-2 70 0,-3-1 65 0,0-3 62 15</inkml:trace>
  <inkml:trace contextRef="#ctx0" brushRef="#br0" timeOffset="6117.21">8247 933 1290 0,'-3'-3'355'16,"3"-1"-88"-16,-3 1-152 0,3 3-82 0,0 0-38 16,0 0-576-16,13 0-18 0,-13 0 49 0</inkml:trace>
  <inkml:trace contextRef="#ctx0" brushRef="#br0" timeOffset="7083.38">9666 1261 862 0,'6'-5'261'0,"-2"2"-20"16,3 2-26-16,3 1-18 0,3 1-20 0,-1 2-19 16,4 4-12-16,1 0-3 0,0 3-32 0,1 4-4 15,-2-1-20-15,-1 3-2 0,-2 0-9 0,1 2-4 16,-4 0-3-16,-3-2-5 0,2 0-5 16,-5 0-13-16,0 0-8 0,-1-2 11 0,-3-1-18 15,0-1 0-15,0 1 2 0,0-2-8 0,0 0 34 16,-3-3-13-16,3-1 6 0,-3 0 6 15,2-4-4-15,1-3-5 0,-7 7-1 0,7-7-7 16,0 0 5-16,0 0-10 0,0 0-8 16,-16-17 11-16,15 8-11 0,1-2-10 0,-3-1 5 15,3-2-10-15,3 1 2 0,-2-4-2 0,5 3-16 16,-3-1 3-16,1 3 16 0,6-1-11 0,-6 3 3 16,3-1-8-16,2 3 7 0,-1 2-4 15,2-1-13-15,-3 2 7 0,7 2-2 0,-4 1 7 16,3 2 1-16,-2 2-18 0,2 2 2 0,0 2 10 15,1 0 1-15,-3 3-3 0,3 0-6 16,-4 1 6-16,0 0 5 0,0 1 3 0,0-3-6 16,-3 3-7-16,-1-2 10 0,-1 1 0 0,1-1 0 15,-2-2-10-15,-1 1 23 0,0-2-26 0,-2 1 23 16,2-3-13-16,-3 0 16 0,0-4-5 16,3 6 10-16,-3-6-5 0,0 0-1 0,0 0-6 15,0 0-9-15,0 0-7 0,0-20 12 16,0 9-9-16,3-3 12 0,-3 1-10 0,0-4-6 15,5 0 6-15,-2-1 5 0,0 2-10 0,4 0 7 16,-4 0-9-16,1 2 1 0,2 0 9 0,2 3-1 16,-5 1-10-16,4 1 13 0,2 3-12 15,-1 1-1-15,-1 1 3 0,0 4 5 0,3 0-1 16,3 4-4-16,-3 1 3 0,-3 3-11 0,7 0 12 16,-4 4 1-16,0 1-5 0,-2 2 13 15,2 0-6-15,-4 1-22 0,5 3-50 0,-7-3-48 16,2 2-46-16,1 0-110 0,-4-1-263 15,5-2-211-15,-5 0 98 0,0-4 61 0,1-1 54 16</inkml:trace>
  <inkml:trace contextRef="#ctx0" brushRef="#br0" timeOffset="7382.64">10482 1383 883 0,'14'-16'258'0,"-4"4"-17"0,-3-2-24 0,4 1-9 15,-5 1-11-15,1 1-16 0,0-3-6 0,0 3-14 16,0-2 13-16,-3 3-5 0,2 1-5 16,-3 0-8-16,0 2-3 0,1 1-32 0,-4 1-14 15,0 0-7-15,0 5 2 0,0 0 3 16,0 0-28-16,0 0-3 0,-20 9 1 0,14-2-11 16,-2 3-13-16,1 3 2 0,0 1 11 0,1 0-28 15,-2 1 8-15,5 0-16 0,0 2 8 0,3-2-11 16,0-2 6-16,0 4-5 0,6-3-6 15,-1 2 6-15,4-2-1 0,1-2 14 0,5 2-19 16,1-3-2-16,5-1-2 0,3-1-34 0,-1-3-39 16,2-1-63-16,5-2-67 0,-6-1-194 15,4-5-464-15,0 0 82 0,2-5 72 0,-2-3 59 16,-5-3 69-16</inkml:trace>
  <inkml:trace contextRef="#ctx0" brushRef="#br0" timeOffset="7566.71">11057 953 875 0,'0'0'305'0,"-3"18"-24"15,6-6-22-15,-3 1-14 0,0 2-27 16,3 1-21-16,0 3-20 0,1 2-21 0,-1 3-10 16,2-1-8-16,1 1-28 0,-3 1 0 0,4 0-23 15,-3 0-23-15,2 0-56 0,1 4-90 16,0-5-161-16,-3 1-510 0,2-2 59 0,-3-4 67 15,-3-2 67-15</inkml:trace>
  <inkml:trace contextRef="#ctx0" brushRef="#br0" timeOffset="8067.18">10913 1282 1016 0,'3'-6'327'0,"-2"0"-30"15,6-1-15-15,-1-1-44 0,1-1-28 0,3 1-8 16,4 0-13-16,0-1-32 0,6-1-19 16,1 1-10-16,2-1-16 0,1 3-17 0,1 0-3 15,5 2-10-15,-2 2 8 0,3 2-19 16,3 1-12-16,0 2 5 0,6 3-7 0,-1 2-6 0,-2 2-8 16,11 6 3-16,0 4-10 0,-11-4 3 15,-9 2-1-15,2-2-15 0,-5 3-2 0,-4-1 12 16,-2-2-15-16,-4 1 12 0,-2 1-12 15,-3-2 5-15,-3-1-2 0,-3-1-8 0,-1 0-1 16,-3-1-1-16,-3-2 7 0,0 1 0 0,-1-2-6 16,-4-1 4-16,2-3-1 0,-1 0 8 0,0-1 0 15,-3-3-10-15,0-2 20 0,10 1-12 16,-18-8 2-16,8-2 5 0,0-2-13 0,-1-2-5 16,2-4-12-16,2-1 12 0,3-4-2 15,1 3 2-15,3-1-7 0,3 1 2 0,1-2-3 16,2 0 9-16,1 2-11 0,1 1 5 0,-1 5-3 15,5-3 6-15,-1 4-3 0,0 1 0 0,2 4-7 16,1 1 9-16,2 2-4 0,2 0 10 16,-2 5-3-16,2 2-18 0,3 2 21 0,-5 2-18 15,5 2 0-15,-4 2 2 0,4 2 13 0,-4 0-4 16,0 2-6-16,-3 2 5 0,-1 0-16 16,1 1 4-16,-4 0 2 0,0-1-21 0,-3 1-20 15,0-3-44-15,-3 1-63 0,-1-1-67 16,0-1-169-16,-3-2-438 0,0-2 61 0,0-2 78 15,-3-1 84-15,0-2 51 0</inkml:trace>
  <inkml:trace contextRef="#ctx0" brushRef="#br0" timeOffset="8185.31">11764 975 501 0,'0'0'8'0,"4"-2"-502"15</inkml:trace>
  <inkml:trace contextRef="#ctx0" brushRef="#br0" timeOffset="8533.04">12110 1035 957 0,'0'0'363'16,"0"0"-33"-16,0 0-35 0,0 0-34 16,-13 10 0-16,9-2-36 0,-7 5-15 0,4 1-5 15,1 2-28-15,-1 1-19 0,-4 3-9 16,5 0-14-16,2-2-17 0,-2 3-3 0,2-3-7 16,1 0-16-16,3 0 5 0,0 0-15 0,0-1 8 15,3-2-8-15,4 2-11 0,0-4-17 0,3-1 18 16,4 0 5-16,-1-4-16 0,5 0 6 15,2-3-14-15,0 0 4 0,-2-1-14 0,6-3 3 16,-4 0-7-16,1-1-6 0,0-1 5 16,-5 0 1-16,2-2-11 0,-5 1-13 0,1-2-5 15,-1 2-10-15,-6-3-48 0,0 2-119 0,0 0-199 16,-7 0-553-16,0 3 75 0,-7-9 73 0,0 5 88 16,0 0 71-16,-3-3 72 0</inkml:trace>
  <inkml:trace contextRef="#ctx0" brushRef="#br0" timeOffset="10183">13669 798 783 0,'-7'-2'327'0,"0"2"-30"0,7 0-13 0,-10 0-40 15,10 0-34-15,-10 6-21 0,2 3-7 16,2 1-26-16,2 7-8 0,1 1-20 0,-1 6-10 16,-2 1 0-16,3 2-6 0,0 1-9 0,3 1-19 15,0 2-4-15,0 4-14 0,3-5 1 16,0 5-3-16,0 0-8 0,1-1-15 0,2 0 8 16,-3 1-24-16,4-2-35 0,-2-1-62 0,1 0-40 15,1-6-52-15,-4-4-207 0,3 2-413 16,-2-3 73-16,0-3 63 0,-4-6 90 0</inkml:trace>
  <inkml:trace contextRef="#ctx0" brushRef="#br0" timeOffset="10882.22">13494 1373 880 0,'-7'-6'364'0,"1"2"-19"15,0-1-28-15,1 2-14 0,2-1-12 0,3 4-22 16,-7-6-18-16,7 2-28 0,0 4-34 0,3-11-15 15,1 4 0-15,2 0-30 0,5-2-24 16,2-2 5-16,2 3-17 0,4-3-14 0,3 0 11 16,2 0-41-16,6 0-2 0,-6 2 4 0,3-1-20 15,-3 2 1-15,3 2-19 0,-5 0-16 0,1 3 1 16,-3 1-8-16,-2 2-5 0,-2 0-5 16,2 2 13-16,-2 2-5 0,-1 1 4 0,1 1-7 15,-2 2-10-15,-3-1 15 0,3 3-2 16,-4-1-8-16,-1 0 7 0,2 1-10 0,-4 0 8 15,3-1 6-15,1 2-1 0,-1-3-10 0,-3 0 7 16,2-1 6-16,2 0-3 0,-1-2-5 16,0-1 0-16,1 1 5 0,-1-3 5 0,-3 2 8 15,3-3-10-15,-3 0 2 0,-7-1 0 0,13-4-5 16,-5 2-5-16,-5-3-12 0,0 0 45 16,-2-1-36-16,-1-3 8 0,-1-1 6 0,-2 0-14 15,-4-3-2-15,0-2 10 0,1 2 0 0,-1-1 11 16,0-1-1-16,-1 1 3 0,-1 0 5 15,2-1-5-15,0 2 0 0,0 1-5 0,3-3 7 16,1 5 3-16,0-1-5 0,0 0-3 0,3 2 1 16,0-2-14-16,6 3 1 0,-3 0 12 15,4-1-2-15,4 4-13 0,-1 2 5 0,4 1-15 16,0 2 15-16,6 2 0 0,-3 1-5 0,7 2-13 16,0 4 11-16,0-1 2 0,-1 2-10 15,1 2 7-15,1 1 0 0,-4 0 1 0,-2-1 2 16,-1 3-10-16,-2-2 17 0,2-1-7 0,-8 1-7 15,4-1-9-15,-7-4 14 0,3 3 4 16,-4-2-7-16,-1-2 0 0,-2 0 10 0,0-1 5 16,-3-1-2-16,0-5 2 0,-3 5 13 0,3-5-23 15,-8 2 11-15,8-2 9 0,0 0 1 16,-20-10 14-16,10 2-22 0,3-2-3 0,-3-3 8 16,3-2-5-16,-4-4-5 0,5-2 5 0,-1 0-6 15,4-2 3-15,3 3 6 0,-3 1-8 16,6-2 4-16,0 1-12 0,0 0-2 0,4 0 7 15,0 2-8-15,4 1 14 0,-1 2-6 0,0 2-31 16,4 1 11-16,2 1-16 0,-1 3-28 0,5 2-46 16,-3 1-25-16,4 3-75 0,-1 2-69 15,1 2-368-15,3 3-206 0,0-1 83 0,-1 2 71 16,1 1 65-16,-3 1 63 0</inkml:trace>
  <inkml:trace contextRef="#ctx0" brushRef="#br0" timeOffset="11315.47">15347 971 1013 0,'11'5'287'16,"-1"1"-39"-16,3 1-10 0,-2 2-5 15,2 3-43-15,4-1-27 0,-3 6-12 0,0-3-10 16,2 3-18-16,-1-1-3 0,-2 0-12 0,-3 0-8 16,4-1-24-16,-7-1 1 0,-1 1-23 0,2-3 10 15,-4 0-13-15,2-3-7 0,-3-1 2 16,1 1 2-16,-1-1 21 0,0-1 8 0,0-3 0 16,-2 1-26-16,-1-5 8 0,4 3-5 0,-4-3-5 15,0 0-1-15,0 0-12 0,0 0 13 16,-8-21-21-16,5 11 0 0,0-3 3 0,3-4-1 15,0 0-7-15,0-4-10 0,3 2 5 0,0-5 5 16,5 1-10-16,-2 0 7 0,1 0-7 16,3 1-3-16,1 0 8 0,-1 2-5 0,0 1-13 15,1 0 16-15,-1 1-4 0,-1 3-9 0,2 3 2 16,-1-1 0-16,-3 2-25 0,0 1-11 0,3 5-15 16,-3-1-28-16,0 1-26 0,-1 1-26 15,2 3-32-15,-2 1-47 0,-6 0-74 0,10 6-128 16,-6-1-366-16,3 1 84 0,-3 2 67 0,-1 0 64 15</inkml:trace>
  <inkml:trace contextRef="#ctx0" brushRef="#br0" timeOffset="12066.61">15867 1155 1039 0,'10'0'335'0,"-10"0"-25"16,0 0-26-16,17-7-18 0,-10 5-28 0,7-3-20 15,-4 0-16-15,0-1-18 0,4-3-20 0,-1 2-13 16,1-1-10-16,0-2 0 0,-3 2-24 16,2-3-7-16,-3 0-17 0,0-3 6 0,-3 0-1 15,0 2-29-15,-1-3 15 0,-2 5 6 0,3-2-21 16,-6 1 5-16,2 3 0 0,0 1-30 16,-3 0 2-16,-3 2-5 0,-1 0-8 0,4 5-10 15,-11 0 18-15,11 0 10 0,-19 10-17 16,8-3-16-16,-2 3 7 0,2 2-12 0,0-1-3 15,-1 4 8-15,5 0-2 0,-4 0-1 0,7 0-5 16,-2 0 0-16,3 0-2 0,3-1 5 0,0-1-3 16,3 2-5-16,4-1 13 0,2 0-13 15,6-1 3-15,1-2 5 0,5-2-8 0,3 0 0 16,1-1-18-16,5-3 8 0,-2-2-5 16,2-1-3-16,1-4-15 0,0 1 7 0,0-2-9 15,6-4-6-15,-9 0 5 0,2-1 8 0,-2-5-5 16,-5-1-13-16,-2-1 8 0,-1 0-3 0,-9-3 5 15,2 1 6-15,-2-2 12 0,-5 5 15 16,-2-1 9-16,-4 3-6 0,0 1 13 0,0 0-11 16,-4 4-4-16,-2 0-16 0,-1 3 21 0,-1 0-11 15,-1 3 8-15,-1 1-2 0,-4 3-1 16,4-1 4-16,0 3-1 0,-1 0-3 0,1 0 6 16,3 3-11-16,4-2 1 0,-5 2 12 0,5 1-13 15,3 1 1-15,0 1 7 0,3 1-2 16,5 1 9-16,-5 2-14 0,4 2 12 0,3 1-15 15,1 1-3-15,-1 4-2 0,0-2 5 0,4 6 7 16,-4 0-2-16,3 0 0 0,-2 1-2 16,-1 0-6-16,-1-2 18 0,-1 4-17 0,-1-5 20 15,-1-2-6-15,-2 1 3 0,-1-2-10 0,0-4 8 16,-3 1 8-16,0 0-14 0,0-3 1 16,0-1 12-16,-3-2-2 0,-3-5 20 0,5 3-5 15,-5-4 0-15,-1 0-2 0,0-3 7 0,-3-3-17 16,10-1 25-16,-17-5-21 0,6 1-5 15,1-5 11-15,0-1 2 0,-1 0-2 0,1-2-26 16,1 0 13-16,-2 0 2 0,4-2-13 16,1 2 9-16,2 0 1 0,1 1-4 0,3-1 2 15,-4 1 1-15,8 0-9 0,-1 0 6 0,0-1 5 16,4 4-21-16,0-4-20 0,4 0-13 0,2 4-18 16,0-2-23-16,1 2-18 0,-1-2-74 15,2 3-74-15,1-1-190 0,-1-2-424 0,1 2 63 16,1-1 80-16,-3-4 74 0,3 1 71 0,-4 1 52 15</inkml:trace>
  <inkml:trace contextRef="#ctx0" brushRef="#br0" timeOffset="13315.55">16780 950 898 0,'3'8'312'16,"3"3"-23"-16,-5 1-15 0,5 3-33 0,-1 2-23 15,1 0-6-15,-3 3-35 0,4 1-11 0,-3 0-23 16,2 0 3-16,1-2-28 0,-6 0-11 0,2 0-4 16,3-4-3-16,-5 0-16 0,2-2-10 15,0-3 16-15,0 2 12 0,-3-5 21 0,0-1-8 16,1-2-4-16,-1-4-19 0,0 0-21 16,0 0-7-16,0 0 0 0,-10-14 0 0,6 3-15 15,1-3-8-15,0-5 5 0,-2-5 3 16,2 0-8-16,0-2-8 0,0 0 0 0,3 1-5 15,3 0-7-15,-3 2 7 0,3 4 0 0,0 0-13 16,1 2 1-16,0 1 4 0,3-1-4 0,-1 4-9 16,5 0-12-16,-1 2-26 0,0 1-22 15,4 1-14-15,-1 3-43 0,2 2-28 0,-2 0-41 16,0 4-6-16,1 0-14 0,0 0-34 16,3 4 5-16,-4 2 8 0,1 1 28 0,-3 1 25 15,3 0 22-15,-4 4 9 0,-1 0-7 0,-2 0 40 16,4 1 24-16,-4-1 33 0,-1 0 28 0,1 0 10 15,-4-2 18-15,5 2 16 0,-2-2 35 16,-2-2-20-16,2 1 29 0,-2-1 11 0,3-1 14 16,-3-2 20-16,-1 0 13 0,3-2-5 0,-2 0 0 15,3-1-21-15,3-2-17 0,-10 0 7 16,14-2-18-16,-8-1 6 0,2 0 7 0,-1-4 0 16,-1 1-18-16,1-3 2 0,-1-1-7 0,-1 0 3 15,-2 0 0-15,0-1 2 0,0 1 2 16,-2 1 6-16,2 0-3 0,-3 3-15 0,0 0 0 15,-3 0-3-15,3 6-10 0,-7-4-7 16,7 4 7-16,-14 4-18 0,4 1 8 0,-3 2 0 16,2 4-13-16,1 2 13 0,-5 1-11 0,5 3 1 15,1-2-1-15,-2 3-2 0,7 0-2 0,-2 0-3 16,2-2-5-16,1 2-1 0,3-1 6 16,3 0-2-16,1-1 7 0,2-1-3 0,5-1 1 15,-1-1-3-15,3-2-8 0,5-2-5 0,0-1-61 16,1-3 10-16,2-2-6 0,3-2 19 15,-4-2-13-15,7-4 15 0,-2-1-2 0,-1-1 13 16,4-6-6-16,-2 0 11 0,1-5-26 0,-3-1 25 16,-3-3-9-16,-4-2 7 0,0 1 2 15,-4 2 1-15,-1 1-8 0,-3 0 10 0,-2 4-12 16,-3 1 12-16,3 1-8 0,-4 2 3 0,0 0 11 16,-3 4 2-16,1 0-8 0,-1 2 0 0,-1 2-5 15,1 4 3-15,-3-6 5 0,3 6-11 16,0 0 3-16,0 0-2 0,0 0 9 0,0 0 6 15,-7 19 0-15,11-10 3 0,2 1-14 16,-2 2 11-16,2 2 5 0,1 1-5 0,1 0-5 16,-1 4 0-16,5-1 7 0,-5-1 13 0,4-1-12 15,-4 2-9-15,-1-2 4 0,-2-1 2 0,3 0 10 16,-3-4-8-16,-1 1 11 0,-3 0-6 16,0-1-17-16,0-1 10 0,-3-1 18 0,2-2-8 15,-2-1-10-15,-4-2 18 0,3 0-11 0,-2-2 8 16,6-2-4-16,-10 3-1 0,10-3-3 15,0 0-4-15,0 0 12 0,-14-6-2 0,14 6-16 16,3-10 16-16,-3 3-14 0,3 0 12 0,5-1-4 16,-2-3-2-16,1 0 3 0,3-2-16 15,1-1 3-15,2-2 7 0,1 0-5 0,0-2-2 16,0 2 8-16,-1-1 7 0,0-1-3 0,2 3-2 16,-2-1-10-16,1 1 18 0,-4 3-8 15,0 1 5-15,-2-1-8 0,-2 5-2 0,1-2 3 16,-1 3-1-16,-2-2 0 0,3 2-7 0,-3 2 0 15,-1 0 5-15,0 2-8 0,-3 2 5 16,0 0-2-16,0 0 0 0,0 0 2 0,0 0 11 16,10 14 4-16,-7-7-14 0,-2 2 4 0,3 2 11 15,2 3-8-15,1 0-3 0,0 1-9 16,-1 1 9-16,2 3 6 0,2-1-1 0,-4 1-17 16,5 2 17-16,-4-3 1 0,-1-3-11 0,1 3 1 15,-3 0 12-15,3-2-3 0,-1-1-4 16,-5-1 7-16,2-2 18 0,-3 1 8 0,0-1-6 15,-3 0 19-15,2-3-6 0,-5 0 0 0,-2-2-7 16,2 0-5-16,-4-2 7 0,-1 1-13 16,-2-4 1-16,-1-2-1 0,0 0 6 0,-2 0-8 15,1-1-10-15,-1-3 7 0,-1 1-2 0,3-3-18 16,0 1-11-16,1-1-30 0,-1 1-13 0,7-1-10 16,-3-2-46-16,2 1-56 0,2-2-52 15,3 1-20-15,3 0-139 0,3-1-427 0,0-1 88 16,4-2 94-16,-3 0 43 0,6-2 49 0</inkml:trace>
  <inkml:trace contextRef="#ctx0" brushRef="#br0" timeOffset="13482.11">17993 1002 954 0,'0'0'290'16,"11"0"-17"-16,-11 0-9 0,10 4-16 0,-4 3-15 16,1-1-7-16,1 1-17 0,-2 5-9 15,1 0-26-15,-1 1-15 0,1 1-21 0,-3 1 3 16,0 1-26-16,2-1-2 0,-2 3-24 0,-1-2-2 15,0 2-18-15,-3 1-20 0,3-2-77 0,-3 2-77 16,1-1-51-16,-2 1-213 0,1-4-422 16,1-2 62-16,2-2 71 0,-3-4 82 0,0-3 49 15</inkml:trace>
  <inkml:trace contextRef="#ctx0" brushRef="#br0" timeOffset="13648.89">18075 750 931 0,'-3'-4'231'0,"3"4"-34"15,0 0-39-15,0 0-71 0,0 0-97 16,0 0-90-16,0 15-191 0,3-7-316 0,4-1 57 16</inkml:trace>
  <inkml:trace contextRef="#ctx0" brushRef="#br0" timeOffset="14248.34">18291 1066 834 0,'6'12'256'0,"-2"-1"-23"0,-1 0-21 0,4-3-15 16,-3 3-23-16,-1-4-17 0,3 2-4 16,-2-2-12-16,3 1-5 0,0 0-21 0,0-2-23 15,0 1-2-15,2-1-3 0,-1 0-3 0,-1-1-7 16,2-2-11-16,-5 0 1 0,3-2 0 0,-7-1-21 15,14-1 15-15,-11-4-7 0,3 2-8 16,-5-5 2-16,2 0-12 0,-3-5 8 0,-3-2-3 16,-1-2-5-16,1-2 12 0,-1-4-20 15,-2 3 11-15,-2-2 9 0,5 2-1 0,-3 4 6 16,5-1 4-16,-2 0-1 0,0 6-10 16,0-1-5-16,-1 2-10 0,4-2 7 0,-3 2-10 15,3 2-7-15,0 1 2 0,0 0 5 0,3 1-5 16,1 0-8-16,-1 4-5 0,4-1 3 0,-7 3 5 15,17-1-8-15,-7 3-7 0,0 1 2 16,4 2-5-16,-1 3 3 0,1 0 2 0,-3 3-5 16,2-1 10-16,1 3-7 0,-4 1 2 0,1 0-5 15,2 2 5-15,-6-2 5 0,3-1-2 16,-3 1-8-16,0 0 7 0,-4-3-12 0,0 0 8 16,1-1 7-16,-4 0 5 0,3-1-7 0,-3-1 0 15,0-1 5-15,0-1-3 0,4 0 3 0,-4-6 2 16,-4 6 11-16,4-6-6 0,0 0-10 15,0 0 1-15,0 0 4 0,-7-17 5 0,4 4-7 16,3 0 0-16,3-5-5 0,-3-1 12 16,4 1-12-16,-1 2-8 0,1-1 2 0,0 0 1 15,2 4 5-15,1 0 4 0,0 0-9 0,0 4-3 16,3 2 0-16,-3 1-13 0,3 3 16 0,4 2-19 16,-4 2 14-16,4 3 4 0,-1 2-2 0,1 3 0 15,0 1 0-15,3 4 16 0,-4-1-19 16,1 4 6-16,0-1-1 0,-4 1 6 0,4 0-8 15,-7-1 3-15,3 4 2 0,-4-4 5 16,-1 0-36-16,-2-1-68 0,-3 3-91 0,3-3-227 16,-6 0-489-16,0-1 105 0,-2-4 87 0,-1-3 77 15,2-3 46-15</inkml:trace>
  <inkml:trace contextRef="#ctx0" brushRef="#br0" timeOffset="15182.09">19638 935 962 0,'0'0'274'0,"0"0"-28"15,10 7-16-15,-4-3-25 0,-2 3-16 0,3 3-17 16,0-2-11-16,-1 6-28 0,1-3-8 16,-1 3-17-16,-1-3-11 0,1 3-12 0,-5-3-1 15,2 1 1-15,0 0-16 0,0-2 2 0,-3-1-12 16,0 0 3-16,1 0 12 0,-1-2 10 0,-1 0 6 16,1-1 0-16,-3-1-1 0,3-5-12 15,-3 7 7-15,3-4-20 0,0-3 11 0,0 0-22 16,0 0 4-16,0 0-1 0,-18-7-12 15,15 0-6-15,0 0 8 0,3-3-8 0,-3-1-2 16,3-3-2-16,3-1-6 0,0 0-8 0,0-2-7 16,1 1 5-16,3 0 7 0,0 3-7 0,-1-1-13 15,1 3 1-15,1 0-1 0,1 3-5 16,-2 3-11-16,3-1 11 0,-2 5-2 0,-1 1-11 16,5 4-2-16,-1 0 15 0,-4 5 18 15,3 0-8-15,1 4-20 0,-4-1 20 0,3 2-13 16,-4 0 3-16,2 1 0 0,-1-1-2 0,-1 3 2 15,0-3 7-15,-2-2-14 0,-1 1 4 0,0-2 8 16,-1 1 0-16,-2-2 1 0,3-1-14 16,-3-3 5-16,0 1 1 0,0-1 15 0,0-6-8 15,0 8 2-15,0-8 1 0,-3 4 15 16,3-4-20-16,0 0-1 0,0 0 14 0,-5-17-11 16,5 9 8-16,0-4-19 0,0 0 9 0,5-6 5 15,-2-1 4-15,0 1-22 0,1-3 10 0,5-1 0 16,-5 4 3-16,6 2-3 0,-6 0-8 15,3 1 6-15,-1 3-1 0,-2 3-23 0,3 0 14 16,0 4 1-16,-1 3-14 0,1 2 17 16,-7 0 5-16,17 7-14 0,-10 2 14 0,0 2-10 15,2 2 8-15,-1 2 8 0,-1 0-6 0,0 5 8 16,2 0-7-16,-1 0 2 0,-1 0-16 16,2 0-17-16,-1 3-34 0,-1-1-35 0,-1-2-54 15,1 1-82-15,0-3-271 0,4-1-280 0,-5-1 62 16,4-3 49-16,-2-3 76 0,-2-3 67 0</inkml:trace>
  <inkml:trace contextRef="#ctx0" brushRef="#br0" timeOffset="15965.41">20461 1000 883 0,'-7'17'307'0,"4"-8"-18"0,0 0-41 15,2 1-20-15,-2 0-18 0,0 1-13 0,0 1-36 16,3 1-7-16,-1-1-13 0,1 1-6 16,1 1-25-16,2-2-5 0,0 1 0 0,1-1-23 15,-1-1 0-15,4-1-2 0,-1-2-14 0,2 1-10 16,-2-3-7-16,1-1 0 0,0-1-19 0,0-3 1 16,0-1 2-16,-7 0-7 0,0 0-3 15,13-8-10-15,-10 2 2 0,-3-1-7 0,0-5 0 16,0-3 7-16,-3 0-2 0,0-2 17 0,-4-4 14 15,4 2 12-15,-1 0 3 0,-3 1-5 16,4 2 5-16,-1 0-6 0,1 3 1 0,0 0-10 16,3 2 17-16,-1-1-25 0,1 4 2 15,1-1-2-15,2 0-13 0,4 2 16 0,3 1-16 16,0 0-3-16,3 3 3 0,-1-1-15 0,9 1-6 16,-5 2-12-16,5 0 0 0,2 0 2 0,-2 2-5 15,6 0 8-15,-2 0 8 0,-1 1-18 16,2-1-1-16,1 0 14 0,-2 0-6 0,-1 1 11 15,0 1-11-15,-1-3 16 0,-2 1-14 16,0 2-12-16,-2 0-5 0,-4-2 8 0,-5 4-5 16,4-1 9-16,-7 2 6 0,2-1 0 0,-5 2-20 15,-1 2 17-15,1 0-5 0,-8 1 11 0,1 2-4 16,0 2 9-16,-4 0 2 0,3 0 3 16,-5 1-6-16,1 0 6 0,2 0 0 0,-1-1-3 15,0 0-10-15,4 0 0 0,-5 0 5 0,5-3 15 16,0 0-13-16,0-1-12 0,3 2 15 15,0-4 8-15,0 0 5 0,0-3-5 0,6 1 10 16,0-1-18-16,-1-2 3 0,2-2-11 16,3 1 16-16,-10-2-13 0,24-6 5 0,-14 1 10 15,4-2-12-15,-1-2 17 0,5-6-2 0,1 0-10 16,-1-8-5-16,-1 0 2 0,0-4-3 0,1-11 6 16,1-1-5-16,-5 4-1 0,-4 2-4 15,-3 0 2-15,-3-1 0 0,3-1-6 0,-4 2 6 16,1 0 3-16,-4 5-3 0,3 2 3 15,-3 4 4-15,-3 1-9 0,3 3 4 0,0 1 1 16,-3 4-11-16,2 1 11 0,-2 4-1 0,-1 1-4 16,0 5-9-16,4 2 4 0,-16 4 9 0,9 2-7 15,-4 8-3-15,-2 4 3 0,2 1 13 0,4 5-5 16,-5 5-16-16,5 0 31 0,-1 3-13 16,2-1-3-16,5 2 9 0,-2-5-1 0,3 1-2 15,4 0-3-15,-1 2-5 0,4 0 7 16,3-1-2-16,0-2-15 0,0 0-38 0,5-2-47 15,-2-2-56-15,4-2-103 0,-3-5-498 0,3-2-49 16,0-2 81-16,-3-4 60 0,2-3 64 16,-5-2 66-16</inkml:trace>
  <inkml:trace contextRef="#ctx0" brushRef="#br0" timeOffset="16497.95">21480 1139 880 0,'7'-4'369'0,"-4"0"-26"15,1 0-36-15,2-2-21 0,-2 2-24 0,6 0-27 16,-3-2-22-16,0 0-16 0,2 0-23 0,2-1-23 16,-4 1-8-16,0-1-20 0,0-2-8 0,3 0-7 15,-3 0-14-15,0-1-12 0,-4 0 5 16,4-1-18-16,-3 1-7 0,-1-1 9 0,0 1-27 16,-2 1-8-16,2 1-3 0,-3 0 8 15,0 3-8-15,-4 1-2 0,4 4-21 0,-14 0 8 16,14 0 5-16,-20 8-13 0,6 2 3 0,1 0 3 15,-1 2-9-15,1 2 1 0,2 1 0 0,0 2-8 16,1 1 5-16,1-3-3 0,4 2 9 16,2 0-6-16,0-1 2 0,3-2-4 0,3-1 10 15,1 2 2-15,3-3-7 0,0 1-3 16,6-5 20-16,-2 1-7 0,5-1-10 0,-1-2 5 16,4-4-3-16,-1 0 5 0,-1-2-4 15,6-2-1-15,-2 0-2 0,3-6 12 0,-3-1-7 0,3-2-13 16,0-7-3-16,0-3 14 0,7-10-14 15,-4-4-10-15,-4-3-30 0,-2-3 12 16,-7-2-10-16,3 0 21 0,-4-2-1 0,-5 7-2 16,-1 2-3-16,-1 5-2 0,-3 2 8 0,1 3 4 15,-1 1 16-15,-3 5-10 0,4 4 3 0,-4 2 12 16,0 3-21-16,-4 2 9 0,1 7-1 16,-1-1 8-16,4 3 5 0,-13 9-5 0,7-1 8 15,-2 5 10-15,1 4-18 0,1 3 15 0,2 2-5 16,-2 1-7-16,1 4-1 0,2-1 3 0,0 0 1 15,0 2 4-15,3 0-10 0,0-2-5 16,0 1-44-16,0-1-94 0,3-1-88 0,0 0-629 16,0-4 59-16,2-3 67 0,1-3 83 15,-2-1 73-15,2-4 53 0</inkml:trace>
  <inkml:trace contextRef="#ctx0" brushRef="#br0" timeOffset="16615.05">22245 1171 934 0,'0'0'327'16,"0"0"-30"-16,0 0-38 0,0 0-67 16,0 0-110-16,0 0-116 0,0 0-227 0,4 4-407 15,-4-4 95-15,0 0 64 0</inkml:trace>
  <inkml:trace contextRef="#ctx0" brushRef="#br0" timeOffset="19464.34">1827 3496 837 0,'3'13'317'0,"1"-2"-30"0,-1 3-26 0,4 2-28 16,-4-2-23-16,4 8-11 0,-1-2-20 0,2 0-12 15,-1 4-37-15,-1-6-27 0,1 3-29 16,1 1-38-16,1 1-113 0,-2-5-33 0,0 1-74 15,-3-2-103-15,6-2-397 0,-6 0 42 0,-1-4 69 16</inkml:trace>
  <inkml:trace contextRef="#ctx0" brushRef="#br0" timeOffset="19714.96">1663 3534 995 0,'0'0'289'15,"0"0"-22"-15,-3-7-19 0,3 7-15 0,0 0-39 16,6-6-9-16,-3 2-19 0,4 0-2 16,1 1-8-16,5-4-25 0,1 0-16 0,6-1-10 15,1-2 2-15,6 2-9 0,-3-2-9 0,3 0-12 16,3-2-16-16,-1 2-20 0,1 2-61 0,-6 1-88 15,1-3-150-15,1 7-515 0,-5-2 59 16,-1 2 61-16,-2-1 56 0,-5 4 68 0</inkml:trace>
  <inkml:trace contextRef="#ctx0" brushRef="#br0" timeOffset="20865.06">2213 3763 1067 0,'0'0'312'0,"0"0"-28"0,0 0-28 16,7-13-33-16,-4 8 0 0,-2-2-42 0,1 3-7 16,2-5-15-16,-4-2-21 0,4 6-22 15,-3-8-1-15,1 5 0 0,-2-3-25 0,0 1-11 16,0 2-5-16,0-1 11 0,0 1-9 0,-2 0-4 15,2 1-11-15,-1 1-4 0,1 6-11 16,-4-8-8-16,4 8-2 0,-7 0 10 0,7 0-13 16,0 0-12-16,-10 8 10 0,7 2-8 15,-3-2 0-15,1 3-11 0,2 0 6 0,3-1-12 16,-3 4 6-16,2-3-9 0,2 3 5 0,2 1-3 16,-3-4 0-16,4 3 0 0,3-1 8 0,0 0 0 15,2-1-6-15,-2 0 3 0,7-3 16 16,-4-1-13-16,4-4 0 0,3 3-1 0,-3-6-14 15,2 1-1-15,2-4 6 0,2 1-16 16,1-2-7-16,-3-2 17 0,1-2-12 0,-1 0 17 16,-1-3-20-16,0-1 16 0,0-3-11 0,-4 2 10 15,-3-5-20-15,1-4 13 0,-4 0-5 0,-4-2-1 16,-2-1 1-16,1-1 0 0,-4-1-1 16,1-1 21-16,-5-5-5 0,2 6-7 0,-3 1 4 15,0 0 8-15,1 1 8 0,2 6 10 0,-3-1 5 16,4 5-2-16,-4 1-21 0,3 4-2 15,1 2 7-15,0 4-5 0,3 3-5 0,0 0 8 16,-7 11-1-16,4-1 9 0,0 4-21 16,2 4 7-16,1 3 6 0,0-1-16 0,1 5 21 15,5 2-13-15,-5 1 2 0,5-3 9 16,0 0-1-16,1 0-5 0,0-5 3 0,1 2 2 0,1-2-7 16,2 1-3-16,2-4 0 0,-3-1 0 15,2-5 2-15,1-1 3 0,1-3-12 0,2-1-9 16,-2-2 1-16,3-4-1 0,-2-2 6 15,4 0-20-15,-4-6 9 0,4-4 1 0,-4 0-6 16,1-4 0-16,-5-3-7 0,2-3 5 0,-7-2 2 16,-2-2-7-16,1-2 0 0,-3-1 0 0,-4-6 2 15,1 0 13-15,-6 1 0 0,0-4 10 16,-3-8-12-16,-1 9 15 0,2 8 0 0,-1-2 7 16,3 7 3-16,-1 5 16 0,2 1 9 0,2 3 4 15,-3 1-27-15,4 4 6 0,-4 3 10 16,3 5-20-16,4 2-6 0,0 0 11 0,-9 15 5 15,8-3 0-15,1 5-3 0,0 5 3 0,0 3-8 16,1 9 5-16,2 0-2 0,3 2 2 16,5 13-8-16,-1-3 1 0,0-4 2 0,5-1 10 15,-2-7-7-15,8 3-5 0,-1-7 7 0,-3-6-2 16,1 1-1-16,4-6-2 0,-1-1 3 16,1-1 10-16,0-4-18 0,-1-5 5 0,3-4 0 15,-3 1-5-15,2-5-7 0,-2-1 1 0,3-6-6 16,0-1 6-16,-4-2 4 0,4-9 2 15,-3-1-8-15,-1-3-5 0,-6 2 6 0,-3-4-1 16,-2 1-10-16,-1 1 5 0,-4 3 6 0,-1-2 12 16,0 4 5-16,-3 1-12 0,0 3 4 15,-3 2 6-15,3 1-3 0,-3 1-15 0,2 2 10 16,-2 1-3-16,-3 2-5 0,1 4 1 16,5 1 2-16,-7-4-21 0,7 4 6 0,0 0 25 15,-9 7-10-15,8 1 5 0,2-1-11 0,1 4-12 16,5 2 18-16,-3 4-8 0,7 1 6 0,2 1 12 15,0 6-23-15,1-3 13 0,4 2 5 16,-2-3-3-16,2 2 1 0,-2 0 12 0,-2-6-2 16,-3 2-8-16,2-3 7 0,-3 0-9 0,-3-1 2 15,-3-1 10-15,-1-2 5 0,0-1 11 16,-6 1-8-16,0-3 5 0,-1 0-3 0,-5-5 1 16,1 1 2-16,-2-2 7 0,0 1 1 0,-1-4-3 15,-2-4-5-15,0 3 13 0,1-3-2 16,-1-3-4-16,-1-2-14 0,1 1-1 0,2-3-20 15,1 1-18-15,3 2-16 0,4-2-32 16,0 0-34-16,0 2-92 0,6 0-85 0,0-1-519 16,1 1 56-16,6-2 64 0,3 2 82 15,1 0 44-15</inkml:trace>
  <inkml:trace contextRef="#ctx0" brushRef="#br0" timeOffset="21982.22">4104 3452 765 0,'0'9'304'0,"0"0"-32"0,3-2-11 16,-3 4-36-16,7-3-35 0,-6 2-16 15,5-2-26-15,0 3 3 0,1-5-31 0,0 1-17 16,4-2-9-16,-1-2-4 0,4 2-26 0,-1-5 0 16,-3 0-10-16,4-1 0 0,-1-4-19 0,2-2 1 15,1 3 3-15,-5-5 17 0,2-3-25 16,-3 0 2-16,2-1 3 0,-3 0-13 0,-2-2 15 16,0 1 1-16,3 2 2 0,-6-2 0 0,2 5 20 15,-5-1-5-15,5 3-40 0,-3 1-1 16,-3 2 5-16,4 4-4 0,-4 0-1 0,0 0-5 15,4 16 6-15,-1-3-14 0,0 5 14 0,-2 7-9 16,5 3-2-16,-3 5 19 0,1 3-14 16,4 17 5-16,1 1-7 0,-2-4 2 0,-1-1-7 15,2-8 15-15,-2-6-3 0,-2 0-10 0,2 1 3 16,-2-1 2-16,-1-6 0 0,-3-3 5 0,0-1-12 16,-3-4 20-16,0-3-8 0,-1-3 14 15,-2-2-14-15,-1-5 8 0,-4-1 3 0,1-6-1 16,0 1 3-16,-4-4 8 0,1-1-5 0,-2-3 25 15,2-1-20-15,-1-3 2 0,1 2-4 16,-1-3-9-16,4-2 6 0,0 1 0 0,-1-2-8 16,5-2 2-16,2 0-12 0,1-2 8 15,3-1-6-15,3 2-7 0,3-8 2 0,3 2-5 0,3-4-2 16,2 2-9-16,4 0 12 0,2 0 1 0,8-7-12 16,-5 8 10-16,1 5 3 0,-3-1-8 15,3 6-13-15,-4 0 11 0,1 4-14 0,0 2 9 16,-2 3-4-16,-1 3 6 0,2 4-10 15,0-1 5-15,1 5-6 0,-4 0 19 0,1 6-6 16,2-4-10-16,-3 7-2 0,0-1 25 0,-3-3-2 16,6 3-3-16,-7-1-10 0,2 0 5 15,-2-1 3-15,1-4-1 0,0 5 1 0,-1-5-6 16,1 0 3-16,-1-2 10 0,1-1-12 0,-4 0-6 16,1-3 11-16,2-2 7 0,-3 0-15 0,-3-1-11 15,4 0 14-15,-7-4-8 0,2-3 12 0,0 0-4 16,-6-3 2-16,0-2 0 0,-3-5 7 15,0 0-9-15,-4-4 2 0,-3 1-13 0,-1-3 8 16,-2-2 13-16,2 5 9 0,1 1 1 16,0 0-2-16,-1 2-6 0,2 0 0 0,5 1 0 15,-5 3 1-15,5 1-6 0,-3 1 13 0,6 1-3 16,-2 1-5-16,0 1-12 0,3 0 4 16,3-2-2-16,1 6 8 0,3-4-8 0,3 2 3 15,-3 3-3-15,7 1-3 0,-1 1 3 0,0 2-5 16,1 0 7-16,3 4-4 0,0 0-8 0,1 4 7 15,2 1-12-15,-2 2 2 0,1 3 15 0,2 3 4 16,-4-1-9-16,0 2-2 0,-3-1 20 16,0 2-17-16,0-2-6 0,-1 1 5 0,-3 1 3 15,4-5-5-15,-4 0 5 0,-3 0 0 16,1-3-7-16,1 0 19 0,-2 0-14 0,0-2-3 16,1-4 0-16,1 1 2 0,-2-1-2 0,3-3 5 15,0-1 0-15,0-1-10 0,0-2 12 16,1-4-14-16,0-1-6 0,-1-5-3 0,3-1-10 15,-3-7 11-15,-3 2-6 0,0-6-2 0,0-1-8 16,-6-1 18-16,2 1-7 0,0 0 2 0,0 0 13 16,-3 3-3-16,0 4 20 0,3 1 6 15,-3 2-8-15,1 4 3 0,-1 3 7 0,3-1-20 16,-3 4-2-16,0 2 1 0,0 3 4 0,0 0 7 16,0 0-2-16,0 17 4 0,0-9-12 15,0 2 8-15,4 5 10 0,-1-1-6 0,0 5-7 16,1-2 0-16,3 2 8 0,-1 4-3 0,5-6 0 15,-4 3-25-15,3-2-16 0,1-1-46 0,2-2-61 16,-3-1-78-16,4-3-124 0,0-3-477 16,0 1 85-16,2-8 79 0,-2 2 64 0,-1-6 57 15</inkml:trace>
  <inkml:trace contextRef="#ctx0" brushRef="#br0" timeOffset="23231.14">6237 2983 857 0,'11'18'279'0,"-2"2"-44"15,2-2-25-15,-4 3 67 0,0 0-31 16,2 1-34-16,-1 3-15 0,-1-1-31 0,2 1-7 16,-2-1-13-16,-1 1-10 0,2-1-16 0,-4-3-12 15,2-3-9-15,-3 2-12 0,1-8-15 16,-1 5 0-16,0-5 12 0,2-2 16 0,-2 0 2 15,-3-4-4-15,3-1-19 0,-3-1-2 0,3-4-8 16,-3 0 3-16,0 0-13 0,7-14-3 0,-6 4-15 16,5-5 0-16,-2 3-3 0,3-5-5 15,-4 0-2-15,4 1 2 0,-1-1-12 0,-2 1 2 16,3 3-3-16,-3 0-14 0,2 1 4 0,1 2-8 16,-4 3 1-16,1 3 2 0,6 0-5 15,-6 4 3-15,3 0-3 0,2 4 12 0,-1 0-14 16,2 3-3-16,0 3 12 0,4 2 1 0,-4-1-8 15,0 3 3-15,4-1-1 0,-4 1-4 0,4 1 2 16,-1 2 5-16,0-5-8 0,2 2 6 16,1-3-14-16,-4 2 19 0,1-5-8 0,4 0 8 15,-1-2-13-15,2 1 0 0,-2-3 5 0,2-2 5 16,0-2-16-16,-2 0 19 0,2-5-5 16,-1 1-6-16,0-4 8 0,-4 0 8 0,4-2-15 15,-6-4-1-15,3 3 6 0,-7-3 7 0,2 0 5 16,-2 2-5-16,1-1 8 0,-2 3-7 15,-2 2-6-15,2-1-13 0,1 1 16 0,-4 4-1 16,1-2-12-16,-1 4 3 0,1-1 4 16,-4 3-12-16,6-2 5 0,-6 2 5 0,7 5 0 0,0-3-5 15,-3 1 2-15,2 2-2 0,1-3 10 16,-3 3 0-16,5-2-5 0,-4 2 0 0,1-1-2 16,1 0 2-16,-4-2 2 0,1 0 16 15,2 2-8-15,-1-4 1 0,-5 0 1 0,9 0-4 16,-9 0-8-16,0 0 8 0,4-8-3 0,-4 4 3 15,0 0-1-15,0-4-4 0,-3 2 2 0,2-4 3 16,-5 0-3-16,2-1-3 0,0 0-9 0,-2 0 12 16,2-2 5-16,-2 3 10 0,2-3 1 15,1 3-1-15,0-1-4 0,-2 1-16 0,2-1 13 16,3 1 2-16,0 2-7 0,0 0-11 0,3 1-2 16,2 1 5-16,1-2-5 0,1 2 2 15,0 3-2-15,4-2 8 0,-1 4-11 0,3 0 3 16,1 1-3-16,-1 2 1 0,5 3 4 15,-2 0 0-15,-1 3-2 0,1 2 3 0,1 3 4 16,0 1-12-16,0-1 5 0,-3 2 18 0,3 1-11 16,-6 1-4-16,2-1-1 0,-2 0 1 0,3 0-19 15,-7-4 13-15,2 1 11 0,-2-2-3 0,1 0 5 16,1 0-13-16,-5-2 1 0,2-4 20 16,-2 2-6-16,3-2-2 0,0-2-10 0,-1 2 0 15,1-5-3-15,0 0 21 0,0 0 0 16,0-6-10-16,0 3-8 0,2-3 7 0,-1-2 1 15,2 0-3-15,-4 0 0 0,1-1 7 0,1 1-12 16,-2 0 21-16,1 1-19 0,-3 3-2 16,2-4 2-16,-2 3-7 0,0 4-5 0,2 0 2 15,-6 1 0-15,10 2 16 0,-7 2-11 0,5-1 8 16,-5 4-10-16,4 0 7 0,-3 1-2 0,2-2 5 16,-2 2-5-16,3-1 5 0,-1 3-10 0,-2-3 7 15,3 1 3-15,2-1-2 0,-4 0 7 16,2 0 0-16,2-4-5 0,1 2 2 0,-2-3-2 15,1 0 13-15,-2-2 5 0,4-1-15 16,-4 0 22-16,3-5 3 0,-1 2-12 0,0-3-1 16,0-1-5-16,-5-2 21 0,2-4-28 0,-2-1 22 15,0 2-12-15,-4-8 2 0,3 3 3 0,-6-1 0 16,-2-4-2-16,-1 0-1 0,2 2 0 16,-2 0 16-16,0 5-13 0,2-1 2 0,-4 2-9 15,-1 1 4-15,5 1-2 0,-3 3-11 16,0 1 11-16,0 0-8 0,0 2-2 0,1 1-34 15,-5 1-43-15,4 3-41 0,-2-1-72 0,5 2-174 16,-6 2-548-16,10-1 54 0,0 0 85 0,-14 0 94 16,14 0 52-16,-7-2 66 0</inkml:trace>
  <inkml:trace contextRef="#ctx0" brushRef="#br0" timeOffset="24481.18">8678 2879 703 0,'0'7'277'15,"0"2"-37"-15,0-1-9 0,0 2-42 0,3 2-15 16,0 1-20-16,-2 1-8 0,2 1-11 16,0-3-9-16,0 4-21 0,1-3-5 0,-4 0-13 15,4-1-11-15,-1-1 1 0,1-2-8 0,-4 1-2 16,3-2-1-16,-3-1 22 0,3 0 19 15,-3-3-7-15,1 1 0 0,-1-5-13 0,0 0-8 16,0 0-2-16,0 0-8 0,0 0-18 16,0 0 11-16,2-19-16 0,-2 7-3 0,1 0-2 15,2-1-5-15,0-4 0 0,0 2-5 0,2-2-1 16,-2 3-4-16,1-3-11 0,2 4 13 0,1 1-10 16,-1 0-2-16,5 4-16 0,-4-1 10 15,3 5 3-15,1 0-6 0,2 3 1 0,1 2-3 16,3 3-2-16,0 0-1 0,0 5 3 0,1 3 0 15,1-2-2-15,-1 5-11 0,-1-2 3 16,-4 0 5-16,1 0 5 0,0 2-7 0,-4 0-1 16,-3-3-4-16,3-1 19 0,-3 1-14 0,-3-2-6 15,2 1 16-15,1-3-1 0,-3 0-1 16,-1-3 1-16,0 2 9 0,-2-2-4 0,2-2-1 16,-3-3 7-16,0 0-13 0,0 0 5 0,0 0 5 15,0 0 1-15,0 0-1 0,-7-22-7 0,4 11-3 16,3-1 8-16,-4-4-1 0,4-3-12 15,0 1 0-15,1-1 8 0,2 0-3 0,0 2 3 16,1-3 2-16,2 3-5 0,-2 2 0 16,2 0 3-16,2 1-10 0,-2 3-9 0,1 1-9 15,0 2 17-15,3 2 19 0,0 2-24 0,-3 4-7 16,4 0 7-16,-1 3-2 0,3 2 2 0,-2 2 5 16,2 3-7-16,-3-2 5 0,4 4-8 15,-1-1 6-15,-2 1 14 0,2 2-20 0,-2-1 16 16,3 0-6-16,-4 1 6 0,1-3-3 15,2 1-15-15,-3-1 2 0,1-2 0 0,-1 1 0 16,0-2 0-16,0-2-12 0,0 0 7 0,0-3 0 16,-2-1 18-16,2-1 0 0,-3-1-20 15,7-1 7-15,-5-2-10 0,1-4 2 0,1 0-2 16,0-1 10-16,-1-3 1 0,0-3 4 0,-3 1-13 16,3-4 14-16,-4 0 2 0,-2-3-3 0,3 2 8 15,-4 0 3-15,1 0 4 0,-1 2 3 16,0 1-15-16,1 4 0 0,-1-1 8 0,-3 2-13 15,3 5-1-15,-3 1 14 0,0 4-1 0,0 0-9 16,0 0 2-16,0 0 5 0,0 0-8 0,0 22 8 16,0-12 0-16,0 2-5 0,0-2 10 15,1 2-13-15,3 3 6 0,-1-4-1 0,0 4 3 16,1-3 5-16,2 1-7 0,-2 0 4 0,5-1-7 16,-1 0 8-16,2-4-8 0,4 0-21 15,-1 1-2-15,-3-5 2 0,5 0-20 0,-5-4-8 16,7 0 6-16,-4 0-1 0,-2-2-5 15,2-4 13-15,1-1 11 0,-3-3-4 0,2 0 19 16,-3-5-11-16,-2 2-9 0,1-3 12 0,-2-5 15 16,-4 4 13-16,5-1 3 0,-5 1 7 0,0-1 8 15,1 2 13-15,-1 2 0 0,0 4-11 16,1-1-7-16,-1 3 0 0,-3 2-2 0,3 3-4 16,-3 3-12-16,0 0 5 0,0 0 6 0,11 9-1 15,-10-1-2-15,5 2 4 0,-3 1 4 16,0 1-9-16,1 3 4 0,2 0 4 0,-1 0 0 15,1 2-22-15,1-1-14 0,-3 0-32 0,5 1-40 16,-1-1-76-16,-1-1-122 0,2-1-498 16,2-1 85-16,-1-2 70 0,-3-3 52 0</inkml:trace>
  <inkml:trace contextRef="#ctx0" brushRef="#br0" timeOffset="25164.55">10178 2806 995 0,'-17'7'307'0,"11"0"-30"0,-2 1-37 16,1 2-12-16,1 2-8 0,0 1-33 0,-1 2-18 16,2 2-18-16,2-2-18 0,0 2-5 15,0 0-15-15,3-3-8 0,0 3-5 0,3-1-13 16,0 1 0-16,2-4-21 0,4 1 3 0,-2-3-12 15,3 1-21-15,1-3-3 0,5-1-23 0,-2-2-18 16,3-2-15-16,0-1-2 0,0-3-9 16,1-3-12-16,2-1-12 0,1-2 1 0,2-5 6 15,-2 0-18-15,-4-3 5 0,4-4 5 0,-5-3-10 16,-2-2 13-16,-3-3-8 0,-1-4 23 16,0-2 0-16,-6-1-3 0,-1-3 16 0,0-1 13 15,-3-4 33-15,0 2 20 0,0 5 8 0,0 3 18 16,0 4 8-16,0 4-3 0,0 2-21 15,-3 6-9-15,3 4 2 0,0 3-13 0,0 8 3 16,0 0-3-16,0 0 5 0,-3 18-10 0,2-3 0 16,1 5 5-16,0 0 6 0,0 7-9 15,0-2-15-15,0 3 6 0,0 0 15 0,0 2-16 16,0-3-2-16,1 2-8 0,-1-2 10 0,0-2 8 16,0 0-15-16,0-6-6 0,0 1 16 15,0-3 0-15,0-4 21 0,0 1 9 0,0-5 4 16,0-3-17-16,3-3-1 0,-3-3 1 0,0 0-4 15,0 0-3-15,6-15-7 0,-2 3-1 16,0-4 3-16,0-2 6 0,2-4-12 0,1-2-1 16,-1 1 2-16,2 1 5 0,-1 0-5 0,-1 6-3 15,1-1-7-15,1 4 10 0,1 3-8 16,-2 3-13-16,3 4-4 0,-2 3 9 0,5 0-2 16,-3 6 5-16,4 1-5 0,-1 3 11 0,-2 0 1 15,5 7-7-15,-4-3-7 0,1 3 7 16,0-1-10-16,1 1 7 0,-1-2 1 0,1 1 7 15,-3-3-15-15,-1 1 8 0,4-3-6 0,-5 1 11 16,1-4-1-16,1-3 9 0,0 2-11 16,2-2-2-16,-3-3 12 0,1-1-5 0,3-1-2 15,-4-1-11-15,3-3 3 0,-2 0-13 0,2-2-10 16,-6-1-38-16,3 1-31 0,0-1-98 16,-6-2-114-16,-1 2-528 0,0-1 92 0,-3 0 62 15,-3-3 64-15,-4 3 45 0</inkml:trace>
  <inkml:trace contextRef="#ctx0" brushRef="#br0" timeOffset="25897.66">12028 2576 806 0,'0'13'263'0,"3"4"-17"0,1 2-10 0,-1 2-24 16,1 6-12-16,2 3-31 0,1 3-18 15,0 1-13-15,0-2-5 0,0 4-10 0,2-3-21 16,2 12-2-16,-4-8 0 0,0-2-10 0,-1-3-29 16,-2 1-10-16,0 0-25 0,2-6-44 0,-5-2-49 15,5 1-71-15,-3-2-177 0,-2-3-394 16,2-9 49-16,-3 1 56 0,0-5 74 0</inkml:trace>
  <inkml:trace contextRef="#ctx0" brushRef="#br0" timeOffset="26181.17">11962 2633 893 0,'5'-19'317'0,"-2"3"-17"0,4 3-19 16,-1 1-17-16,1 3-39 0,1 3-20 16,2 0-16-16,3 2-30 0,1 2-16 0,2 7-7 15,5 0-10-15,0 3-11 0,-1 4-18 0,1 1-13 16,3 4-4-16,-4 2-9 0,-3-2-9 15,-4 2 4-15,-2-1-19 0,-1 3 4 0,-6-4-8 16,2 1 6-16,-6-1 2 0,-3 1-13 0,0 0 16 16,-4-2 0-16,0 1 2 0,-4 1-15 15,-5-1 5-15,2-2-5 0,0 0-7 0,-3-1-17 16,0-4-1-16,0-1-6 0,4-2-15 16,-2-2-46-16,2-1-75 0,0-1-112 0,-1-3-182 15,7 0-414-15,0-3 97 0,-3-4 82 0,6 0 43 16,1-3 74-16</inkml:trace>
  <inkml:trace contextRef="#ctx0" brushRef="#br0" timeOffset="26497.32">12608 2733 890 0,'12'-12'256'16,"-2"2"-15"-16,-1 0-34 0,-1-2-17 0,-2 4-19 15,-2-3-20-15,2 1-2 0,-2-4-16 0,-4 4-23 16,3-3-18-16,-3 1 18 0,0 1-18 0,-3-1-7 16,0 3-11-16,2 1-13 0,-5 3 3 15,-1 2-7-15,-4 3 4 0,1 0-7 0,0 4-16 16,-7 4-5-16,4 0 13 0,-5 4 3 16,5 1-3-16,-5 0-15 0,5 4 0 0,-1-1 2 15,4 1-2-15,4 0 2 0,-1-2-15 0,3 2 7 16,3-4-9-16,2 2 7 0,3 0-10 0,2 0 10 15,4-1 2-15,0-2-12 0,4 1 8 16,3-2-24-16,4-1-35 0,0-2-34 0,3-2-23 16,-4-2-84-16,4-2-138 0,-3 0-449 15,2-2 52-15,-2-2 67 0,3-5 63 0</inkml:trace>
  <inkml:trace contextRef="#ctx0" brushRef="#br0" timeOffset="26802.46">12886 2554 637 0,'4'15'230'0,"-1"1"-25"0,0 1-26 0,1 2-35 15,-1 2 9-15,0-2-17 0,1 3-16 16,2-3-2-16,-2 0-23 0,0-1-6 0,-1 1-10 0,0-4-7 16,-3-2 0-16,4-1 10 0,-1-2 28 15,-3 2 36-15,3-5-6 0,-3 1-1 0,0-4-6 16,-3 1-31-16,3-5-2 0,0 0 2 15,0 0-22-15,0 0 14 0,-16-9 11 0,11 1-20 16,-1-2-1-16,-1-4-17 0,0 0 5 16,1-2-16-16,1 1 8 0,2-2 0 0,0 1-18 15,-1 1 8-15,4 0-8 0,-3 3-5 0,3-1-21 16,0 1-10-16,3 0-20 0,1 4-5 0,2-2-26 16,2 3-33-16,2 0-44 0,-3 4-66 15,7 0-126-15,-4-1-502 0,3 2 52 0,4 0 77 16,-3-2 71-16,0 4 59 0</inkml:trace>
  <inkml:trace contextRef="#ctx0" brushRef="#br0" timeOffset="27080.25">13460 2252 1131 0,'-3'-4'325'0,"3"4"-36"0,-4-4-12 0,4 4-21 16,0 0-39-16,-11 12-22 0,8-1-19 16,-3 5-12-16,2 5-5 0,-2 4-16 0,3 4-33 15,2 4 5-15,1 2-12 0,0 2-8 0,0 0-3 16,1 1-15-16,2 0-8 0,0 13 2 16,0-8-14-16,1-5-14 0,-1-1 11 0,0 1-6 15,5-1-12-15,-5-1-31 0,4-1-30 16,-4-1-52-16,1-1-51 0,-1-6-97 0,0-2-430 0,0-6-106 15,-3-2 52-15,-3-2 62 0,0-5 68 16</inkml:trace>
  <inkml:trace contextRef="#ctx0" brushRef="#br0" timeOffset="27780.67">13190 2854 655 0,'3'-8'279'0,"2"-2"-31"0,5-1-7 15,3-3-19-15,4 1-19 0,7-2-34 16,-1-2-8-16,5 2-20 0,-1 0-6 0,4 0-9 16,-3 2-21-16,3 1-11 0,-4 4-12 15,-3-1 0-15,3 1-23 0,-7 4 13 0,1 0-29 16,0 4 14-16,-4-2-22 0,0 4-4 0,0 1 0 16,3 1-13-16,-6 2 2 0,3 1 21 0,-3 1-28 15,3 1 5-15,-4-1 5 0,1 1-10 16,0 2 5-16,0-1-16 0,-1-2 8 0,1 2 3 15,-1 0-8-15,1-1-5 0,3-1-7 16,-2-2-14-16,1 0 1 0,1-1-3 0,-3-2 20 16,-1 2-12-16,1-5 2 0,-4 2 8 15,1-2-13-15,-1-2 20 0,-3 0-12 0,-4-2-5 0,0 0 12 16,0-2 3-16,-6-1-2 0,0-2-6 16,-3-1 5-16,-1-3-4 0,0 1 17 0,-7-1 5 15,1-1-4-15,-2 2 22 0,-4-1-10 16,4 2 10-16,-4 0 6 0,1 0-11 0,1 1 3 15,3 2 9-15,0-1 7 0,1 1-4 0,3 3 6 16,-1-1-6-16,1-1-12 0,3 0 2 16,-2 3-7-16,4 0 12 0,2-3-17 0,-1 2-9 15,4 0 9-15,0 5-18 0,4-11 7 0,2 3-3 16,5 2 1-16,2-2-10 0,2 3 9 16,-2-1-12-16,5 0 8 0,1 4-1 0,2-3 8 15,0 4-10-15,2-2 11 0,5 1-9 0,-4 2-4 16,7 2 2-16,-1 1-3 0,1-2 6 15,0 4-14-15,0-1-4 0,-1 0 5 0,-5 2-5 16,2-1-9-16,-3 2 1 0,-4-2-7 0,-2-1 2 16,-5 2-3-16,1-2 15 0,-1 2 1 15,-6-3 5-15,4 1-11 0,-5 0 16 0,-2 0-5 16,-1-1-8-16,-3-3 18 0,0 0 5 16,4 3 8-16,-4-3 13 0,0 0 2 0,0 0 0 15,0 0 8-15,0 0-3 0,-20-13 8 0,15 6-8 16,-4 0-5-16,5-1-7 0,-2-3 7 0,-1-1-5 15,2-2 5-15,-1-3-2 0,3 1 7 16,-1-1-17-16,4-1-14 0,0 0 19 0,0-1-19 16,4 1-12-16,-1 1-3 0,3 1-13 0,-1 4-25 15,2-1-26-15,2 1-27 0,1 2-47 16,-2 4-39-16,2 0-56 0,0 4-127 0,1 1-375 16,-1 1 65-16,-1 2 58 0,2 1 60 15</inkml:trace>
  <inkml:trace contextRef="#ctx0" brushRef="#br0" timeOffset="28397.16">14568 2689 481 0,'6'11'197'0,"-5"-3"-36"0,2 0-15 0,-3-3-13 16,3 2 13-16,-3-2 10 0,0-5 16 15,0 9 4-15,-3-5-4 0,3-4-1 0,0 5-2 16,0-5-8-16,0 0-10 0,-7 2-17 16,7-2-6-16,0 0-11 0,0 0-17 0,-7-11-5 15,4 4-18-15,0-1-8 0,3-3-3 0,0-2 11 16,0-2-23-16,0-3-13 0,3 0 0 0,0-1 2 16,1 2-7-16,2 1 0 0,-2-1-16 15,6 3-4-15,-6-1-3 0,2 5 7 0,1-1-12 16,0 5-1-16,4 0-1 0,-2 5-1 15,-2 2 2-15,4 1-9 0,-1 4 2 0,3 3 2 16,-2-1 16-16,2 4-2 0,-2 0-29 0,-1 1 5 16,0 0 8-16,-3 1 8 0,0-1 2 0,0 2-20 15,-1-3 12-15,-2 1 1 0,-4-5-13 16,3 4 12-16,1-1-2 0,-4-4 21 0,0 0-11 16,0 1 21-16,4-3-6 0,-4-5 9 0,-4 7-14 15,4-7 6-15,0 0-3 0,0 0-8 16,0 0 13-16,0 0 0 0,-10-15-5 0,9 5-2 15,1-2 7-15,-3-3-31 0,6-5 6 0,-3 0 2 16,1-2 3-16,-1-4-8 0,6 1-3 16,-2 0 6-16,3 0-1 0,-3 3 9 0,2 1-1 15,1 1-10-15,-1 3-3 0,5 3-2 16,-4-1-13-16,0 5 21 0,3 2-16 0,0 1 5 16,0 4-2-16,1 2 0 0,-1 3 2 0,3 4-5 15,1 0 18-15,-4 6-17 0,5 1-6 0,-2 6 10 16,-3-1 21-16,4 2-11 0,-4 1 1 15,0 0-11-15,1 1 1 0,-1 1 2 0,-3-3 7 16,3 0 1-16,0 1 12 0,-3-2-15 16,0-3-5-16,3 1-13 0,-6-2-20 0,5 0-34 15,-5-2-38-15,3 0-49 0,0-2-84 0,-3-1-425 16,2-2-77-16,1-1 74 0,-4-1 60 0,4-4 55 16</inkml:trace>
  <inkml:trace contextRef="#ctx0" brushRef="#br0" timeOffset="28814.4">15436 2378 1082 0,'0'-5'351'0,"0"5"-34"0,-4-7-30 16,4 7-36-16,-6-2-23 0,6 2-16 15,-14 7-30-15,7 0-11 0,-3 3-27 0,-4 3-4 16,4 3-24-16,-3 0-9 0,-2 3-7 16,2-1-5-16,-1 0-13 0,4 2-21 0,-3-2-2 15,2 1 2-15,1-1-17 0,4-3-3 0,-2 1-5 16,4-2-11-16,-2-3-14 0,3-1-1 0,3-1-10 16,0-1 2-16,0 0 1 0,3-2-8 15,3-3-21-15,-6-3 16 0,11 1-26 0,-11-1 5 16,17-3 13-16,-6-2-2 0,-1-1 2 15,0-3-2-15,1 1 17 0,-1-2 8 0,-1 4 16 16,-2 0 2-16,1-2-3 0,-2 3-5 16,1 1-7-16,-4-1-8 0,4 4 8 0,-7 1 0 15,0 0-11-15,14 6 6 0,-10-2 7 0,2 4 8 16,1-1-13-16,0 1-3 0,-3 0 9 0,2 2-11 16,1 1-21-16,-1-1-25 0,-1-1-38 0,1 0-75 15,1 1-84-15,-4-2-180 0,4-1-380 16,0 0 88-16,-3-4 52 0,2 1 57 0</inkml:trace>
  <inkml:trace contextRef="#ctx0" brushRef="#br0" timeOffset="29180.27">15654 2494 696 0,'-3'20'181'0,"3"1"-1"15,0-4-32-15,0 0 11 0,-3-3-16 0,3-1-7 16,-3 2-8-16,3-1-13 0,-4-3-5 16,1 1-5-16,0-2 5 0,3 1-15 0,-4-2 7 0,4-2 34 15,-4-1-13-15,1-1-3 0,3-1-10 16,0-4-25-16,0 0 12 0,0 0-20 0,0 0 5 16,-7-14-13-16,4 5-13 0,3-2-10 15,3-4-5-15,-3-3-3 0,3-5-9 0,1-1-1 16,3 1 2-16,-3-2-9 0,2 3-8 15,1 2 12-15,-1 3-20 0,-2 2 3 0,3 3 5 16,0 2 0-16,0 1-6 0,-1 3 9 0,2 4-16 16,2 0 7-16,-10 2-9 0,16 6 4 15,-5 1-4-15,-1 3-1 0,0 2 13 0,-2 3-2 16,2 1 0-16,0 3-16 0,0 1 18 0,-3-2-4 16,0 3-32-16,3 0-28 0,-3-1-35 0,0-1-62 15,-1-2-67-15,1-3-184 0,1 1-345 16,1-3 81-16,-2-2 70 0,3-3 43 0</inkml:trace>
  <inkml:trace contextRef="#ctx0" brushRef="#br0" timeOffset="29646.87">16188 2313 1156 0,'0'-3'361'0,"0"3"-23"0,-3-6-36 0,3 6-25 15,0 0-16-15,-17 9-46 0,10-2-15 0,-7 2-14 16,4 4-9-16,-3 3-26 0,-1 3-23 0,3 0-13 16,0 2 3-16,1 0-16 0,-2 1-4 15,4-1-14-15,-2-1 1 0,6 0-14 0,-2-3-17 16,3 3-5-16,2-5 9 0,-2-2-9 0,6-1-8 16,-2 1 0-16,5-3 5 0,1-2-13 15,3-1-4-15,1-1 1 0,5-3 4 0,-2-2-6 16,3-1-10-16,4-1 12 0,0-5-12 0,-1 0 3 15,4-6-1-15,0-1 3 0,0-4-10 16,-1-3-5-16,8-10-6 0,-4-3 21 0,-6 6-18 16,-7 2 6-16,3 2-9 0,-7 1 1 0,1 3 15 15,-5 3-6-15,1 3 4 0,-3 0-8 16,-1 2 4-16,0 5-12 0,-3 0-2 0,0 6-1 16,-7-4-2-16,7 4 8 0,-10 10-6 15,1-2 1-15,1 4 9 0,-2 4-9 0,3 3 9 0,-3 1-7 16,3 1 0-16,3 2 5 0,-2 0-2 15,3 0 2-15,2-1 10 0,1-1-17 0,1-1 4 16,-1 0 1-16,6-1 5 0,-2-3 2 16,5 3-10-16,2-3-18 0,3 0-46 0,0-2-38 15,-1-3-134-15,5-1-268 0,1 1-397 16,-4-5 92-16,4-4 92 0,-1 2 62 0,0-3 69 16,1-4 64-16</inkml:trace>
  <inkml:trace contextRef="#ctx0" brushRef="#br0" timeOffset="30632.34">17497 2289 903 0,'-3'-6'392'16,"0"-2"-24"-16,-1-1-40 0,-2 3-26 0,-2-1-18 16,-2 2-28-16,3 2-36 0,-7 0-25 15,1 0-21-15,-4 3-15 0,3 0-11 0,-6 3-15 16,3 0-23-16,-1 0-13 0,2 2-2 0,2 3-10 16,0 0-21-16,0 0 0 0,4 3-3 15,4 1-7-15,-2 1 0 0,8 3-3 0,0 3-10 16,4 4-8-16,0 4-2 0,6 4 4 0,3 11-1 15,7 0-9-15,-2-1-2 0,-1 0-7 16,3-1-1-16,-6 0 16 0,3-5-21 0,-7-4-15 16,4-1 18-16,-4 0-8 0,3 2-18 0,-5-1-10 15,-4-4-59-15,2-1 18 0,-3-2 3 0,-2-1 4 16,-1-2-1-16,0-3 14 0,-1 0 8 0,-2-3 11 16,-3 0 14-16,-1-5 9 0,-1 0-8 15,-2-4 10-15,0-2 2 0,-4-2 1 0,4-2 2 16,-4-2 15-16,1-3 1 0,-5-4-8 0,2-2 2 15,-2-1 5-15,2-4-9 0,-2 1 19 16,5-3-9-16,-1 0-14 0,4-1 11 0,0 0 11 16,2 1-12-16,2 1 9 0,5 1-11 15,1-3-2-15,1 1 0 0,2 0-5 0,5-2-3 16,2 1 5-16,3 0-5 0,4 0-5 0,4-1 13 16,-1-2-10-16,1 4-14 0,6 0 9 0,-3 3-6 15,0-2-7-15,3 4-16 0,0 0-7 0,-2 1-11 16,-1 2-15-16,-1 1-8 0,1 1-33 15,3-2 44-15,-2 5-34 0,-4-1-43 0,5 0-26 16,-5 2-146-16,0 0-79 0,-2 0-143 0,-1 0-192 16,3 1 99-16,-1-3 34 0,-3 5 69 15,0-4 363-15,0 1 110 0,-3-2 80 0,0-1 28 16,-1-1 30-16,-2 2 27 0,-1-1 45 0,-3 0 15 16,-1 0 24-16,2 0-8 0,-5 1 21 15,1 0-4-15,-1-1-17 0,0 1-18 0,-3 2-5 16,0 4-12-16,-3-8-19 0,3 8 15 0,-10-1-22 15,10 1-6-15,-18 2-12 0,8 3-3 16,-1 1-5-16,-2 3-3 0,0 1-15 0,-5 3-2 16,5 1 2-16,2-3-23 0,1 3-16 0,0-1 9 15,-1 0-1-15,2 2-10 0,2-3-2 16,3 2 9-16,-3-3-1 0,7 1-14 0,-3-2-7 16,3 0-3-16,0-3-8 0,0 1 3 0,6-2-2 15,-1-1 12-15,1 0-17 0,4-2-1 16,-3 1-7-16,4-4-11 0,-1-2-7 0,3-1 5 15,-2-2-6-15,2-2 1 0,1-3 18 16,-4-4-13-16,3-2-8 0,1-2 15 0,-4-4-7 16,-3 2 5-16,4 0-2 0,-7 3 12 0,2 1 11 15,1 3-1-15,-4 1 11 0,1 0-1 0,0 2-7 16,-1 2-23-16,-3 3 13 0,0 2-5 16,0 3 5-16,0 0-3 0,0 0 10 0,0 0-7 15,-7 13 13-15,3-5-16 0,1 0-7 0,3 2 4 16,-1 1-2-16,-2 0 6 0,3-1-6 15,0 2 5-15,0-1 3 0,3-1-3 0,-2 0-18 16,6-1-25-16,-3 1-13 0,2-2-31 16,1-3-20-16,3 2-39 0,0 0-20 0,0-4-77 15,0 0-76-15,1-2-411 0,-1-2 9 0,0-2 68 16,1-2 62-16,2-2 56 0</inkml:trace>
  <inkml:trace contextRef="#ctx0" brushRef="#br0" timeOffset="30846.69">18171 2269 729 0,'3'-6'266'0,"-3"1"-28"0,0 5-20 16,-3-5-13-16,3 5-13 0,0 0-8 0,0 0-18 16,-7 18 6-16,4-8-1 0,0 3-38 15,2 1 0-15,-3 3-12 0,1 0-6 0,3 2 0 16,-3-1-18-16,3 3 3 0,0-1-18 0,3-1-2 16,-3 0-16-16,3 0-6 0,2-1-4 0,1 0-3 15,-2-4-15-15,2 1-23 0,1-3-31 16,0 1-13-16,3-3-45 0,0-2-29 0,-3-2-41 15,4-1-39-15,-1-1-53 0,0-4-61 16,0-2-159-16,-3 0-205 0,3-5 54 0,1-3 38 16</inkml:trace>
  <inkml:trace contextRef="#ctx0" brushRef="#br0" timeOffset="31164.12">18373 2413 376 0,'6'-10'182'0,"-2"5"-6"0,-1 2-15 0,-3 3-10 16,4-1-15-16,-4 1 13 0,0 0 12 0,0 14-18 15,0-6 0-15,0 3-4 0,0 0-14 16,0 3-15-16,-1-2-18 0,-2 2 11 0,3-1-21 15,-3 0 0-15,0 0-18 0,2-1 5 0,-2 0 13 16,0-2-11-16,-1-1 11 0,3 0 3 16,-2-2 20-16,0 0 10 0,3-2-10 0,-3-2-8 15,3-3-15-15,0 0-8 0,0 0-2 0,0 0-13 16,0 0-13-16,-7-16 13 0,7 7-1 16,0-4-22-16,3-1 3 0,-2-4-6 0,2 0-10 15,3-2 0-15,2-2-5 0,-1 0 13 16,-1 4-29-16,1 1 6 0,0 4 15 0,3-1-15 15,-6 6-1-15,5 0-4 0,-2 5 7 0,1 1-20 16,-8 2 10-16,19 7 5 0,-7 1-2 0,1 4 7 16,1 3-8-16,-1 1 6 0,1 3-5 15,0 0-3-15,-1 0 2 0,-2 2 1 0,2 0-16 16,-3-3-41-16,-2 2-51 0,2-1-82 16,-7-3-238-16,0-1-373 0,1-3 79 0,-4-4 63 15,0-2 70-15,-1-2 49 0</inkml:trace>
  <inkml:trace contextRef="#ctx0" brushRef="#br0" timeOffset="31330.08">18202 1953 1290 0,'0'-3'304'0,"-1"-1"-79"16,1 4-66-16,-6-1-69 0,6 1-72 0,0 0-249 15,0 0-437-15,-11 5 62 0,11-5 53 16</inkml:trace>
  <inkml:trace contextRef="#ctx0" brushRef="#br0" timeOffset="34365.08">20187 2108 665 0,'0'0'269'15,"11"17"-49"-15,-11-7-5 0,3 1-10 0,-2 6-39 16,2 1-10-16,0 1-20 0,1 2 5 15,-1 3-21-15,4-2-10 0,-3 0-10 0,2 2-16 16,-2-1 11-16,2-1-23 0,2-3-11 0,-2 0-7 16,1-2 23-16,0-3-18 0,-1 1-13 15,2-4 7-15,2-1-4 0,-3-2 2 0,2-1-10 16,2-2 0-16,2-3-8 0,1-1 8 16,-3-4-5-16,3 1-13 0,-1-8 0 0,0 2 3 15,-2-2-6-15,3-5 11 0,0-2-18 0,-4-3 0 16,0 0 2-16,1 0-2 0,-5-3-13 0,1 2 15 15,2 0-5-15,-5 4-10 0,3 1 11 0,-3-1 1 16,2 7-4-16,-2-1-5 0,2 2-8 16,-1 4-13-16,-2 0 2 0,4 4 14 0,-7 1-11 15,13 5 5-15,-2 2-2 0,-1 3 7 0,3 2 6 16,1 5-11-16,-4 2 3 0,4 0 5 16,-1 0-7-16,-2 3 1 0,-1-1 9 0,-3-1-8 15,0 0 5-15,2 1 0 0,-4-3 2 0,-5-1 4 16,3 0-1-16,-3-3-8 0,0-1 8 15,-3-1 3-15,0 0 7 0,-5-1-4 0,1-1-9 16,-3-3-25-16,-1-2-44 0,-2-2-76 0,-1-1-57 16,-2-2-181-16,-2-2-336 0,1-6 39 15,-7-1 69-15,-3-4 51 0</inkml:trace>
  <inkml:trace contextRef="#ctx0" brushRef="#br0" timeOffset="34496.91">20167 1926 409 0,'0'0'100'0,"10"0"-57"0,0 0-137 16</inkml:trace>
  <inkml:trace contextRef="#ctx0" brushRef="#br0" timeOffset="34763.37">21572 2271 665 0,'7'37'294'0,"0"-6"-22"15,-1 1-21-15,-2 1-19 0,3 2-24 0,0 14-32 16,0-11-9-16,2 7-21 0,-2-6-5 16,-2-4-19-16,1-1-19 0,1 1-34 0,-1-1-41 15,-2-1-61-15,-1-1-39 0,5-7-125 0,-5 0-530 16,-3-5 49-16,3-3 76 0,0-7 75 16</inkml:trace>
  <inkml:trace contextRef="#ctx0" brushRef="#br0" timeOffset="35049.62">21603 2151 1028 0,'11'-13'343'0,"-2"2"-30"16,1 5-50-16,-2 2-17 0,2 0-33 0,0 5-14 15,4 1-17-15,-4 3-28 0,4 2-3 16,2 3-13-16,-1 3-26 0,-2 2-1 0,4 2-12 15,-6 2-22-15,-1 2-5 0,1 2 10 0,-2 1-5 16,-5 0-16-16,-1 1-10 0,0-2-2 16,-6-2-3-16,0 4-3 0,-1-3 1 0,-5-1-6 15,-2 0-2-15,0-2-3 0,-3-1 1 0,1-1 7 16,-4-2-29-16,0-3-9 0,3 0-13 16,1-5-59-16,2 1-44 0,-2-5-41 0,3 0-84 15,0-3-299-15,2-3-241 0,8 3 71 0,-10-12 52 16,7 0 66-16</inkml:trace>
  <inkml:trace contextRef="#ctx0" brushRef="#br0" timeOffset="36062.76">21870 2081 806 0,'10'4'235'0,"4"-1"-20"0,2 5-23 15,-1 2-13-15,5 3-17 0,-3 1-4 0,4 5-19 16,-1 0-1-16,3 4-20 0,-5 0-19 0,-1-1-12 15,-3 2 6-15,-1-4-17 0,-2-1-9 0,-1 0-11 16,-4-1-5-16,-2-1 16 0,-1-2-23 16,1-1-9-16,-4-3 4 0,0 1 15 0,0-3 10 15,0-1-16-15,-1-4 6 0,-2 2 5 16,0-3-3-16,3-3-5 0,0 0-2 0,0 0 0 16,-17-11-24-16,10 4 8 0,4-5 3 0,-1 0-15 15,4-1-3-15,0-6 12 0,0 0 4 16,4-3-14-16,3 0-5 0,3 0-7 15,-3 1 5-15,3 1-10 0,4 3 7 0,-1-1 3 0,1 3-6 16,0-2-4-16,3 4 2 0,-4 1 3 16,1 4-8-16,-3 1 2 0,2 2-12 0,1 2 7 15,-4 3-4-15,1 3-1 0,2 2 0 16,-3 2 3-16,1 5-8 0,-1 1 11 0,0 4-1 16,1 1-10-16,-2 3 11 0,-2-2-8 0,4 3 5 15,-4 1-3-15,2-3 8 0,-2 2-13 0,4-1-10 16,-4 0 3-16,3 0-11 0,1-5-8 15,2 1-7-15,-3 0-7 0,1-5-1 0,2-1 3 16,1-2 2-16,-4-2 16 0,0-1-6 0,1-1-9 16,-4-5 20-16,2 0-3 0,-9 0 0 15,10-7 8-15,-2-1 0 0,-5-2 26 0,-3-2-16 16,3-1-3-16,-6-4 16 0,3-2 11 0,-3-4-4 16,0 5 16-16,-2-5 8 0,-1 1 13 0,2 1-3 15,-2 2-11-15,2 1 19 0,-2 2-6 16,2 0-19-16,0 0 16 0,1 2 1 0,0 4-15 15,2-1 0-15,-2 0-6 0,3 5 6 16,0-4-19-16,3 3 9 0,-2-1-9 0,5 2 6 16,2 0 0-16,2 1-8 0,0 2 0 0,1-2-12 15,2 5 1-15,0 0-1 0,1 0 9 16,0 3-12-16,3 2 8 0,0 0 4 0,0 7-10 16,1 0 3-16,-2 3-10 0,2 1 30 0,1 4-15 15,-4 3-12-15,4-3 12 0,-4 4 2 0,-2 1-15 16,4-2 8-16,-6-1 3 0,0-2-4 15,2 2-1-15,-3-2-3 0,1-2-8 0,-1 0-3 16,-4-4-10-16,5-1-2 0,-4 0 5 16,-1-3 2-16,1-2-7 0,0-1 10 0,0-1-10 15,3 0 0-15,-3-6-11 0,-1 2 8 0,-6-2 3 16,14-7-5-16,-7 2 4 0,-3-4 4 0,-1-1-1 16,0-3 0-16,1-5 16 0,-4-2-3 15,0 0 5-15,0-2 16 0,0 0 9 0,-4-3 32 16,4 3-3-16,0 1 0 0,0 2 5 15,0 0-10-15,0 3-16 0,4 0 11 0,-1 0 0 16,1 4-1-16,2 0-9 0,1-1-3 0,0 3 7 16,7 2-2-16,-4-1-12 0,4 1 9 0,0 3-5 15,0-2 6-15,2 1-11 0,2 0 6 16,-2 2-14-16,2-3 11 0,1 4 2 0,-1-2-15 16,0-1 5-16,-2 2-7 0,2-1 2 0,1-2 7 15,-1 3-19-15,-4-2 12 0,3 1 5 16,-4-1-10-16,1 2 7 0,-4 0 19 0,0-1 4 15,-2 2 11-15,2 0-8 0,-4 1-23 0,-2-1 13 16,-4 3-13-16,0 0 8 0,11 10-10 16,-8-2 15-16,0 4 0 0,-3 3-8 15,3 1 8-15,-3 3-8 0,1 3 18 0,-1 1-18 0,3 1-4 16,-3 1-4-16,3 1 13 0,0-1-2 16,-2 0-26-16,-1 1-20 0,3-2-38 0,-3-2-29 15,4-1-110-15,-1 2-218 0,-2-6-337 0,2-5 74 16,-3 0 64-16,3-3 82 0</inkml:trace>
  <inkml:trace contextRef="#ctx0" brushRef="#br0" timeOffset="36680.29">23829 2117 837 0,'0'0'343'0,"3"-4"-41"16,-3 4-26-16,0 0-28 0,0 0-25 0,-17 10-18 16,10-2-11-16,-3 2-25 0,-1 1-18 15,-2 3-5-15,0 3-20 0,-2-2-6 0,2 3-18 16,2 1-10-16,-2-2-10 0,2 1-10 16,4-3-11-16,-2 0-2 0,2-1-7 0,3 1-6 15,0-2-3-15,1-2 6 0,3-1-13 0,0-2-1 16,0 2-4-16,7-3-21 0,-3-3 6 0,3 0-11 15,2-4 5-15,2 0-20 0,-1-1 5 0,3-3 2 16,1-4-10-16,-3 0 8 0,6-4-8 16,-1-5-4-16,-1-1-17 0,1-6 4 0,-1-2-6 15,-2-2 5-15,-2-2 3 0,2-14 5 16,-3 6 7-16,-4 2 11 0,2-14 3 0,-4 8 2 16,-1 3 18-16,3-11 12 0,-5 9 6 0,2 6 10 15,-3 6-5-15,3 1 8 0,-3 4 2 0,0 5 5 16,3 0-20-16,-3 6 5 0,0 0-5 15,0 4 2-15,-3 6-20 0,3 3 10 0,0 0-4 16,0 0-12-16,-13 20 6 0,10-3 3 0,-4 3-8 16,4 4 10-16,-2-1 2 0,-1 5-22 15,5-2-1-15,-2 8 24 0,0-1-26 0,0 2 2 16,3 0 9-16,0-5 7 0,0 3-6 16,3-4-1-16,0 1-27 0,-1-2-22 0,0-1-57 15,1 1-81-15,0-5-278 0,5-1-365 0,-2-5 46 16,-2-4 72-16,2-3 76 0,-2-2 60 0</inkml:trace>
  <inkml:trace contextRef="#ctx0" brushRef="#br0" timeOffset="37412.61">24119 2185 990 0,'10'-10'330'0,"4"-2"-17"16,-4 2-27-16,1 1-32 0,-1-2-27 0,-1-1-24 15,3 1-6-15,-2-1-31 0,3-3-15 0,-2 3-15 16,-1-1-18-16,0 3-8 0,-3 0 7 0,0 0-24 16,2 3-12-16,-5 0-19 0,-1 1 2 15,1 1-10-15,-4 2-3 0,0 3-3 0,0 0-9 16,0 0-8-16,0 0-3 16,-23 8-8-16,15 0 11 0,-2 3-3 0,3 3-7 0,0 0-11 15,-3 1 13-15,3 1-8 0,4 1 13 0,0 1-10 16,-1 0 0-16,4 1-10 0,0-1 10 0,4-2-3 15,2 2 1-15,1-2-4 0,4 2-1 16,2-4 1-16,5-1-12 0,1 1 16 0,-1-4-19 16,6-2 8-16,3 0-7 0,-3-5 4 15,0 0 6-15,0-1-3 0,0-5-2 0,4 0 7 16,2-2-2-16,-6-3-1 0,6-4-4 0,1-3 10 16,-7 0-11-16,0-5-12 0,0 1 2 0,-7-2 1 15,0 3 12-15,-6 1 7 0,2 2 9 16,-6 2-3-16,0-1 0 0,-4 3-16 0,0 3 1 15,-6 1 7-15,0 3-2 0,-4 1-3 0,-4 3 13 16,11 0-13-16,-30 7 0 0,16-1 0 16,-3 3-7-16,3 2 4 0,-3 4-4 0,1-1-1 15,6 0 6-15,-2 3-8 0,3-3 5 0,-1 1 5 16,5-2 2-16,-1 2-2 0,6-3 1 0,0-1-4 16,0-1-4-16,3-2 12 0,1 1-3 15,3-2 4-15,3-2-11 0,0-2-3 0,1 0 8 16,2-3-18-16,1-2 8 0,-1-1 5 0,1-2 23 15,3-3-20-15,-3-3-21 0,6-3 10 16,-5-3-17-16,1-2 2 0,2-5-3 0,-5-2 11 16,1-1-6-16,-4-4-20 0,6-12 3 15,-5-2 7-15,0 0-5 0,1-3 6 0,-7 6 4 16,2 9 8-16,-4-2 5 0,4 3 3 0,-4 7-10 16,0 0 17-16,1 6 8 0,-3 2-7 0,-1 2-14 15,0 3 9-15,0 5 1 0,-1 1-9 16,-6 5 5-16,7 1 7 0,0 0 3 0,-20 19 5 15,15-6-7-15,-7 7-1 0,5 1 3 0,0 4 11 16,4 3 6-16,-1 4-11 0,2 4 6 16,3-3-9-16,0 6 0 0,6 9 4 0,3 0-2 15,0-2 6-15,6-2-1 0,-1-1-18 0,5-1-64 16,-2-2-84-16,-4-7-425 0,3-6-235 16,-4-4 71-16,-3-6 95 0,4-5 74 0,-7-4 41 15</inkml:trace>
  <inkml:trace contextRef="#ctx0" brushRef="#br0" timeOffset="39029.37">26010 1644 716 0,'-4'-6'295'0,"4"-1"-4"0,0 7-45 0,-1-8-31 15,1 8-15-15,0 0-26 0,0 0-18 16,-9 21-15-16,8-5-13 0,0 4-5 0,-1 5-21 16,-1 1 6-16,3 4-19 0,0 0-4 15,-3 0-29-15,3 6 0 0,3 1 3 0,-3-3-5 16,3 1-6-16,-1-4 4 0,-2-4-11 0,1 3 7 16,0-4-20-16,-1-1 6 0,0-4-6 0,0-2-8 15,0-1-4-15,3-5 9 0,-3 2 3 16,0-5 21-16,0 0-5 0,3-4-11 0,-3 0-5 15,0-6 10-15,0 0-12 0,0 0 7 0,0 0-2 16,11-15-13-16,-7 5-5 0,2-4 17 16,1 0-17-16,1 0-10 0,4-1 4 0,-2 0-4 15,3 0 10-15,-1 2-3 0,1 3 3 0,1 0-13 16,3 4 8-16,0 1-3 0,0 4-13 16,-3 2 5-16,7 4-4 0,-5-1 17 0,-1 6-18 15,1-1 13-15,-5 2-5 0,-1 2 8 0,-4 1-10 16,-5-2 2-16,-1 2 0 0,-4 0 7 15,-3 4 1-15,-7-1-11 0,-2-1 6 0,-2 1-8 16,-1-4 5-16,-2 0 5 0,-3-1-3 16,3-2 6-16,1-1 5 0,2-2 2 0,1-1 6 15,0-1 4-15,4 1 9 0,-1-4 4 0,4 2-2 16,0-1 0-16,2-2 0 0,2 1-16 0,6-2-2 16,0 0 8-16,0 0-9 0,0 0-9 15,14-20 10-15,-1 12-5 0,8-3-5 0,2-3 9 16,5-1-14-16,16-6 5 0,-3-4 10 0,4 3-6 15,-1-3 4-15,0 1-6 0,-2 5 0 16,-11 2-10-16,-1 3-2 0,-8 3-1 0,-3 2 6 16,-2 2-1-16,-3-1 6 0,0 2-18 0,-4 1 5 15,0 0 5-15,-3 4-6 0,3-1-6 16,-10 2 4-16,10 3 0 0,-6 0 11 0,-1 1-11 16,0 2 0-16,0-1 6 0,2 1 10 0,-2 0-14 15,0 0-11-15,1 1-1 0,3-1-3 0,-1 0-10 16,5-1 3-16,-4-2-20 0,6 2-6 15,-2-5-20-15,2 1-3 0,3-2 13 0,-4-1 2 16,5-1 4-16,-1-3-4 0,-1-1 11 16,-2 0 5-16,1-1 7 0,-1-1 6 0,-6-1 15 15,4 1 11-15,-1-1 7 0,-3 3 2 0,-1 0-2 16,2 0 5-16,-2 3-12 0,-2 1 4 0,-4 3 0 16,0 0 3-16,13 6-5 0,-8 2 3 15,-2 6-6-15,0 4 3 0,3 5-3 0,-2 5 8 16,-1 7-2-16,0 2-3 0,-2 16 7 15,-1-6-2-15,0 6 5 0,0-6 0 0,0-7 1 16,-1 13-6-16,-2-9-3 0,0-8 11 0,-4-3-3 16,1 3-5-16,-2-5 2 0,-2-1 16 0,3-8 0 15,-3-1 10-15,0-2 1 0,-1-3 19 16,-3-3-7-16,1-4 0 0,-4-3-3 0,4-3 6 16,-2-2 7-16,-1-2 3 0,-2-5-3 0,2 0 16 15,3-2-14-15,-5-4-1 0,4 0 1 16,4-1-4-16,0-4 0 0,2 4-19 0,5-6 11 15,0 1-15-15,3-1-1 0,3 0-4 16,4-1 12-16,3-1-17 0,0 0-4 0,5-2 6 16,4 2 5-16,-1 2-35 0,6 0-27 0,-1 1-15 15,4 1-30-15,-2 2-44 0,6 3-64 0,-4-2-118 16,4 3-527-16,0 3 80 0,2-3 48 16,-8 3 66-16,6-3 77 0</inkml:trace>
  <inkml:trace contextRef="#ctx0" brushRef="#br0" timeOffset="39662.93">27770 1863 783 0,'0'0'312'0,"0"0"-41"0,0 0-27 0,0 0-24 16,0 17-23-16,3-6-15 0,-2 3-16 16,2 2-20-16,0 2-8 0,0 1-5 0,-2 1-23 15,5 3-33-15,-6-4 10 0,3 0-13 0,0 2 13 16,-2-4-10-16,-1 2-13 0,0-2-10 0,0-4-8 15,1 0 3-15,-1 0 9 0,0-2 4 0,0-1 33 16,0-2 15-16,0-1-16 0,0-3-9 16,0-4 7-16,-1 4-23 0,1-4-10 0,0 0-3 15,0 0-2-15,-7-15-3 0,7 5-20 16,-3-1 7-16,3-3 6 0,0-4-24 0,3 0 6 16,-3-3-1-16,8-2 1 0,-5-1-3 0,3 2-2 15,-2 0-4-15,3 1-11 0,3 2 19 16,-3 2 3-16,0 3-15 0,2 1-3 0,-1 4-2 15,2 2 10-15,3 4-23 0,0 2 13 0,-2 2 2 16,4 4 3-16,1 3-6 0,-1 0-9 0,1 6 15 16,1 2-3-16,-3 1-5 0,3 0 0 15,-3 5-10-15,0 1 7 0,-1 0-14 0,0 2-34 16,-2 2-34-16,-4-6-43 0,0 3-40 0,-1 0-86 16,1-2-212-16,-3 0-363 0,1-7 72 15,-3-1 71-15,1-4 56 0,-3-2 72 0</inkml:trace>
  <inkml:trace contextRef="#ctx0" brushRef="#br0" timeOffset="40379.37">28245 2108 570 0,'7'-17'243'0,"3"2"-15"0,-3 2-10 0,-1-2-13 15,-2 2-19-15,2-1-1 0,-1-1-21 0,0 1-13 16,-3-1 0-16,1 4-11 0,0 0 4 15,-3 1-1-15,3-2-20 0,-2 5-8 0,-2 0-10 16,-2 1-10-16,0 3-21 0,3 3-2 16,-10 0-3-16,10 0-10 0,-18 10-16 0,5-2 11 15,2 3-10-15,-2 2-4 0,2 4-9 16,1 0 10-16,2 2-20 0,0-3 7 0,0 1 0 16,5 1-18-16,0-1 3 0,3-1 10 0,0 1-10 15,3-2-8-15,6 2 3 0,-4-4-6 0,5-1 14 16,0 0-9-16,4-4 6 0,1 0-13 15,1-3-8-15,0 1-22 0,-1-5 22 0,4-1-2 16,-1-1-8-16,0-3 10 0,3-2-10 0,-2-3 16 16,2-1-24-16,-5 1 13 0,-1 0 0 15,-2 0-2-15,3 2 18 0,-8 1-6 0,2 1-15 16,0 0-2-16,-2 3-1 0,0 1 13 0,-8 1-12 16,8 1 17-16,-8-1-9 0,7 6-6 15,-3 0 10-15,1-1 3 0,-3 2-5 0,1 0 10 16,2 1-13-16,-3-1-2 0,4 2 4 0,-3-2 22 15,2-2-11-15,1 3-3 0,-2-2 8 16,4 0-5-16,-3-1 3 0,3-1-11 0,1-1 11 16,-2-2 4-16,3 1-4 0,4 1 7 0,-4-3-25 15,1 0 17-15,-1-1 3 0,0 1 3 16,1-2-13-16,-1 2 7 0,0 0-2 0,1 0 18 16,-1 2-12-16,0-2-19 0,0 1 2 0,0 0 11 15,-3-1 3-15,7 2-13 0,-4 0 15 0,0 0-8 16,4 0 16-16,-1-1-26 0,-2-1 3 15,3 0 15-15,-1 2 0 0,1-4 6 0,-1 1-9 16,1-1 3-16,-3 0 11 0,2-2-9 16,1 2-14-16,-1-3 9 0,1 1 24 0,-2-4 7 15,0 2 16-15,-1-2-11 0,-2-3 6 0,-2 1-9 16,1-2-1-16,-2-3 2 0,-3 2-3 0,-3-3 3 16,0-3 5-16,-1 1 2 0,-4-2 6 15,2-2-24-15,-1-3 21 0,-3 1-23 0,3 4 1 16,-2-3-4-16,2 7 11 0,-2 0-8 15,3 2-10-15,-2 2-8 0,2 1-23 0,0 1-59 16,2 1-10-16,-2 4 13 0,3 0-65 0,0 5-55 16,0 0-106-16,0 0-490 0,0 0 68 0,0 0 66 15,21 4 63-15,-11-1 45 0</inkml:trace>
  <inkml:trace contextRef="#ctx0" brushRef="#br0" timeOffset="41344.85">29814 2038 944 0,'6'12'289'16,"-2"-1"-25"-16,0-1-29 0,0 0-27 0,-4 0-19 15,3-1-15-15,2 1-23 0,-5 0-23 0,1-2-7 16,-1 2-11-16,0-3-21 0,-1 0 6 15,1 1-13-15,-2-4 5 0,-1 3-3 0,0-2 19 16,3-5-14-16,-2 7 1 0,2-7-11 16,-6 0 3-16,6 0-10 0,0 0-1 0,0 0-7 15,-10-14-10-15,10 6-3 0,-3-3-12 0,6-1 2 16,-3-1 18-16,3-4-26 0,0 1 0 0,1-1-12 16,3-5 12-16,0 4-7 0,0-1-1 15,0-1-4-15,3 7 2 0,-3-1 10 0,3 1-18 16,1 2-4-16,-4 1 1 0,5 2-27 0,-3 4 15 15,2 1 10-15,-3 3-10 0,6 1 3 16,-2 4-1-16,-1 2 3 0,1 4 11 0,-1 0-16 16,-1 3 2-16,1 0 11 0,-3 3-23 0,2-1 5 15,-2-1 5-15,0 0 10 0,-3 0-13 16,2 0-4-16,-4-2 9 0,5 0-4 0,-5-2-3 16,3 1-6-16,-3-4 11 0,1 1 6 0,-4-3 4 15,6 1-10-15,-5-4 5 0,2 2 15 16,-3-5-12-16,8 0 0 0,-8 0-6 0,0 0 9 15,16-8-11-15,-10-1 7 0,2 1-9 0,-1 0 9 16,0-5 1-16,2-2 2 0,2-2 3 0,-1-1-15 16,0-1-1-16,1-1 3 0,-1 2 10 15,4 0-2-15,-4 1-11 0,-3 3 8 0,3-1-12 16,-1 5-1-16,-4 2-12 0,2 1-1 0,-4 5-2 16,4-1 23-16,-7 3-15 0,0 0 10 15,14 12-1-15,-11-4 1 0,3 2-2 0,-5 2-1 16,2 5 3-16,3-1-10 0,-4 1 12 0,4 1 0 15,-3 1-9-15,1-1 19 0,-1 0 4 16,1-1-17-16,2-1-4 0,0 3 2 0,-1-6 8 16,1 4-5-16,1-4-10 0,0-1 0 0,0-4 2 15,0 1-10-15,3-3 7 0,-3 0 4 0,4-3-9 16,-1-2 8-16,1-1 1 0,0-1 1 16,-1-3-7-16,-2-2 6 0,8-3 7 0,-5-1 2 15,1 0-5-15,4-4-2 0,0 2 23 0,-4-2-26 16,2 3-2-16,-1 2-13 0,0-1 2 15,-2 4 3-15,-4-1 2 0,3 4 1 0,0 0 7 16,-1 0 5-16,-4 3-7 0,-5 0 2 0,13 3-2 16,-6 0 2-16,0 0-2 0,-3 1 2 0,2 2 10 15,-2-3 3-15,3 2-7 0,-2-1 2 16,0-1 7-16,0 1 8 0,-3 0-2 0,4 1-10 16,-1-3 2-16,1 1 7 0,-6-3 1 15,10 4 0-15,-5-3 9 0,-5-1-1 0,12-4-1 16,-12 4 3-16,10-4-5 0,-6 2 5 0,3-1 7 15,-1-4 9-15,0 1-14 0,-4-1 3 0,1-3-5 16,2 1 5-16,-5-2-10 0,0-1 5 0,-2-1 5 16,-4-3 8-16,4 0 12 0,-7 0 3 15,5 0-2-15,-5-1 2 0,2 3 5 0,-1-3-5 16,0 4 10-16,-3 0-10 0,1 1-12 0,2-1-9 16,-5 3 1-16,3 2-3 0,-1 2 3 15,1 1-3-15,-1 2-28 0,-2 3-19 0,3 0-9 16,-1 1-18-16,1 4-26 0,0-1-30 15,2 3-32-15,-1 1-37 0,7 0-60 0,-6 1-140 16,7 0-425-16,0 2 64 0,1-3 58 0,1 3 75 16,0-3 100-16</inkml:trace>
  <inkml:trace contextRef="#ctx0" brushRef="#br0" timeOffset="41864.55">31147 1877 988 0,'0'0'381'0,"-3"-7"-33"0,3 7-36 0,-10-3-25 16,10 3-34-16,-16 4-27 0,4 2-32 0,-1 2-7 15,-4 1-28-15,5 0-11 0,-7 2-15 16,5 2 3-16,-3 1-26 0,4 1-2 0,2-1-16 15,-2 1-3-15,6-2-9 0,-4 2-19 16,5-3-15-16,-1 1 3 0,4-3-16 0,1 0 16 16,0-1-3-16,4-1-5 0,-1-2-11 0,0 1-1 15,5-4-6-15,-2 1 10 0,7-3-7 0,-5-1-16 16,-6 0 3-16,20-2-8 0,-9-4-10 16,-1-1-8-16,0-3 10 0,4-1-7 0,-4-5-5 15,0-3-6-15,1-3 1 0,-3-1 7 0,0-7 5 16,-4-3-2-16,3-1 2 0,-4-3-5 15,1 1 6-15,-1-3-1 0,-3 3-5 0,5-4 11 16,-5 0 2-16,1 1 20 0,0 3-22 0,-1 6 14 16,0 1 6-16,0 3-10 0,0 2 7 15,0 6-12-15,0 3 10 0,0 3-3 16,0 3-10-16,0 5 3 0,0 4-6 0,0 0 0 0,0 0-2 16,-11 18 5-16,5-3 8 0,2 2-5 0,0 6-3 15,-2 2 10-15,3 2-10 0,2-1 5 16,0 2-5-16,-1 1-3 0,2-2 11 0,0 1-5 15,2-1 2-15,0 0-18 0,1-2-10 16,3 0-39-16,-2-2-42 0,3 0-60 0,0-3-59 16,0 0-138-16,2-5-453 0,2-2 62 0,-1-2 53 15,3-3 79-15,-5 0 55 0</inkml:trace>
  <inkml:trace contextRef="#ctx0" brushRef="#br0" timeOffset="42395.71">31373 1963 870 0,'4'-3'284'0,"5"-1"-20"0,-2-1-21 0,1-1-26 16,0 0-20-16,0 0-17 0,-1 0-17 16,1-1-14-16,2 0-16 0,-1-1 5 0,-2-1-18 15,1 1-2-15,0-2-20 0,-3 2-4 0,2-2 1 16,-4 0-8-16,4 1-3 0,-4 0-2 0,-2 2-15 16,-1 1-8-16,0 0-5 0,0 6-8 0,-11-3 2 15,11 3-9-15,-14 3-11 0,4 1 0 16,-4 5-8-16,1 0 6 0,-1 2 2 0,1 4 0 15,-1 0-5-15,4 1-5 0,0 2 3 16,3-2-6-16,-1 0-2 0,2 0 0 0,3 1 0 16,-1-1-8-16,4-1 7 0,3-1-4 0,-2-1 2 15,5 0 11-15,1-1-14 0,3 0 9 16,1-4-8-16,3 0 2 0,2-2-5 0,-1-2 3 16,1 0 4-16,2-4-14 0,2-4 4 0,0 2 11 15,5-4-3-15,-1-4-17 0,2-4 4 0,1-2-20 16,-3-2-13-16,-2-4 0 0,5-13-25 15,-4 0 7-15,-2-5 8 0,-3-2-5 0,-5-3 15 16,1-3 0-16,-4 1 11 0,-4-3 4 16,-2 9-25-16,-1 2 18 0,3 3 13 0,-4 0 12 15,-2 8 11-15,0 0 17 0,0 3 19 0,0 5-8 16,0 3-11-16,-2 4-7 0,-4 3-2 0,0 6 2 16,2 4-11-16,4 0 11 0,-24 14-15 0,14 3 7 15,-7 4 18-15,5 9-20 0,-7 13-6 16,6 1 6-16,2 4-3 0,0 1 10 0,2-1-7 15,6-5 8-15,2-6 7 0,2 2 0 16,2 12-8-16,3-2-7 0,1-7 4 0,1 3 1 16,2-6 5-16,0-4-18 0,2-4-5 0,-4-2 5 15,2 1-59-15,1-3-33 0,-4-4-108 16,2-3-125-16,-5-2-478 0,-1-1 50 0,-3-4 80 16,-3-1 81-16,0-4 68 0</inkml:trace>
  <inkml:trace contextRef="#ctx0" brushRef="#br0" timeOffset="43711.95">2097 4884 749 0,'-3'-14'323'0,"0"4"-21"16,2 3-28-16,-2 0-21 0,0 3-12 16,2-2-36-16,1 6-18 0,-3-7-21 0,3 7-12 15,-4-4-26-15,4 4-8 0,0 0-15 16,0 0-11-16,-13 9-6 0,6-1-17 0,1 0 1 15,1 2-8-15,-1 5-13 0,2-4 8 0,-2 6-18 16,3 0 2-16,2-1-12 0,1 1-5 0,0-2-6 16,1 1 8-16,2 0 6 0,3-3-14 15,1 2 8-15,0-2-15 0,1-4-3 0,2 1 6 16,3-3-4-16,-3-2 1 0,3-1-3 16,2-2 1-16,-2-1 4 0,1-2-15 0,0-2 15 15,3-1 8-15,-4-1-10 0,2-4 5 0,-3-1-8 16,-1-1-7-16,0 0 23 0,-4-4-19 15,2 0 1-15,-6-2 0 0,0-1 15 0,-3 0-11 16,0 1-12-16,-2 1 0 0,1-2 16 0,-5 2-11 16,0 0 3-16,2 2-1 0,-3 3 4 0,-4-3-14 15,1 4 6-15,-3 1-1 0,2 0-15 16,-2 3 13-16,-4 2 3 0,6 0-3 0,-3 1-8 16,1 0 39-16,-1 1-36 0,0 0 2 15,1 2 6-15,2 0-16 0,1 0-31 0,10 0-9 16,-17 3-27-16,7-2-27 0,4 2-75 0,2 0-48 15,1 3-93-15,3-4-427 0,0-2 31 0,0 0 66 16,7 9 72-16,-1-7 67 0</inkml:trace>
  <inkml:trace contextRef="#ctx0" brushRef="#br0" timeOffset="44611.76">2419 4793 1141 0,'16'10'320'16,"-5"-2"-28"-16,0 2-36 0,1 1-23 16,-1-1-26-16,-1-1-5 0,0 1-30 0,4 4-13 15,-3-3-26-15,1 3-16 0,3-1-4 0,-2 2 0 16,1-2-31-16,-4-4-3 0,4 2-2 16,-4-2-3-16,0-1 3 0,1 0-13 0,-4-2 7 15,3-3-22-15,-3-2 15 0,3 0-20 0,-10-1 4 16,17-5 3-16,-6 1-5 0,-5 0-7 15,1-5 22-15,0 0-7 0,-1-3-8 0,-1 0 0 16,1-4 10-16,-2 1-9 0,-1 0 4 16,3 3 2-16,-2-4-9 0,-1 7-11 0,2-3-2 0,-2 1-5 15,3 3-3-15,-5 1-11 0,5-1 14 16,0 4-21-16,2-2 8 0,-1 3-5 0,2-2 10 16,2 2-11-16,3 3 6 0,-1-4-10 15,2 2 4-15,4 1-2 0,-1 0 3 0,3-4-5 16,-1 2 12-16,3-1-12 0,1-1 4 15,1-2-7-15,1 0 8 0,-2-3-8 0,-2 2 8 16,1-2 2-16,-3 1-23 0,1-3 13 0,-4 3 5 16,-3-1-5-16,3 0 3 0,-7-2-1 0,-3 0 6 15,4 2-8-15,-8-3-5 0,3 2 12 16,-2 3-1-16,-4-4-9 0,3 6-7 0,-3-1 0 16,0-1 7-16,0 3 11 0,0 5-19 0,-9-4 1 15,9 4 10-15,0 0-2 0,-18 12-3 16,11 0 7-16,-2-2-17 0,1 5 4 0,1-2 14 15,1 3-8-15,2 0-5 0,-2 1 5 0,3 1 15 16,3-1-13-16,0-1-4 0,2 2 9 16,2-4-2-16,3 3 5 0,2-3 3 0,5 1-6 15,0-4 4-15,6-1-12 0,0-2-14 16,4 1-8-16,1-4-21 0,2-2-28 0,-2-2-4 16,2-1-27-16,-1-1-33 0,-4-2 21 15,4-2-6-15,-1-4-1 0,-4 1 9 0,-2-3 15 16,-1 1-9-16,-4-5 22 0,-1 2 13 0,-3 2 19 15,0-3 11-15,1 3 45 0,-4 3 15 0,-3 1 7 16,2-1-2-16,0 1-10 0,-2 5-1 16,-4 2-4-16,10 0-3 0,-10 0-3 0,10 14 11 15,-3-8 5-15,-2 5-11 0,1 0 11 16,1 2 0-16,0-1-5 0,2 2 5 0,-1 1-6 16,-2-2 3-16,1 1 11 0,0-2-16 0,0-1-8 15,-4-1 19-15,1-1-8 0,0 0 22 0,-1-2 32 16,0-2 22-16,0-1 3 0,-2-1-20 15,1 2 10-15,-2-5-13 0,0 0-6 0,0 0 11 16,0 0-10-16,0 0-5 0,-3-17 0 16,0 9-16-16,-1-4 11 0,2-1 0 0,1-4-14 15,-2-3-4-15,0-5 10 0,3 0-15 0,0 0 7 16,3-1-2-16,-3 1-8 0,4 1 0 0,2 2 0 16,-3 0-3-16,4 5 3 0,0-1-13 15,0 3 3-15,0 0-2 0,2 3-1 0,2 3-15 16,0 1 0-16,3 0-19 0,-1 4-32 15,0 2-13-15,1 0-44 0,3 5-27 0,1 1-55 16,2 2-69-16,3 1-201 0,1 1-349 0,1 0 71 16,2-1 75-16,-3 2 69 0,0-3 54 0</inkml:trace>
  <inkml:trace contextRef="#ctx0" brushRef="#br0" timeOffset="44845.97">5010 4529 975 0,'3'25'294'0,"-3"-1"-28"15,3-1-20-15,1-2-28 0,-1 0-8 16,1 3-24-16,2-3-27 0,-1 2-18 0,1 2-52 15,0-2-40-15,1 0-67 0,-4-5-77 16,1 0-127-16,3 0-459 0,-6-3 13 0,2-3 61 16,-6 0 93-16</inkml:trace>
  <inkml:trace contextRef="#ctx0" brushRef="#br0" timeOffset="45578.92">4749 4654 1333 0,'-6'-4'387'15,"3"0"-42"-15,0 0-20 0,3 4-25 0,-1-4-29 16,1 4-28-16,-3-4-28 0,3 4-23 16,7-6-13-16,0 3-30 0,6-2-3 0,-2 1-8 15,5-2-18-15,5-1-12 0,3-3-6 0,0 2-20 16,4-2-5-16,2-4-16 0,1 4-9 0,-4 0 12 16,3-3-26-16,-5 3-10 0,2-2-7 15,-3 1-6-15,-3 0-10 0,-4-1-8 0,3-1 19 16,-7-1-9-16,2-2-7 0,-5 0 0 0,-1 3-5 15,-1-3 13-15,-1-1-13 0,-4 1 0 16,4 1 23-16,-4 5-16 0,0 0 6 0,-2 0-11 16,2 4-2-16,1-1 0 0,-4 6 0 0,0 1 0 15,0 0 10-15,0 0-5 0,10 21 13 16,-7-6-8-16,0 2-8 0,4 5 11 0,-4 3-10 16,5 0 9-16,-2 8 11 0,1-5-23 15,0 4 5-15,0-1 10 0,0-5-15 0,-3-2 0 16,2-2 5-16,0 1 20 0,-2-6-14 0,1 0 9 15,-2-3 8-15,0-3-8 0,0-2 11 0,0-2-13 16,1-1 5-16,-1-6 0 0,-3 0-8 16,0 0-5-16,11-14 18 0,-8 4-13 0,0-4 11 15,4 1-14-15,-4-2-4 0,4 0-6 16,-3 7-2-16,3-3-2 0,-3 0 7 0,2 2-18 16,0 4 5-16,1-2 13 0,1 6 0 15,2-4 0-15,-3 5-8 0,6 2 3 0,-2 2 8 16,2-3-14-16,1 5 1 0,0-1 10 0,3 1 5 15,-1 0 6-15,-1-4-4 0,5 4 9 0,-3-3-1 16,1-1-13-16,2-2 9 0,0 0 9 16,1-1-20-16,-4-2 10 0,3-2-2 0,1 2-10 15,-4-4 2-15,0-1 0 0,-4-1 7 0,2 1 1 16,-2-3-3-16,-3-3 3 0,1 3-8 16,-1-3 0-16,-4 2 0 0,-2-4 2 0,3 4-2 15,-6 2 18-15,1 2-13 0,-1-1-7 0,2 2 9 16,-3 4-4-16,0 3 0 0,0 0-6 0,-14 0 8 15,14 0-10-15,-10 16 2 0,0-2 19 16,2 5-14-16,1 1 6 0,1 3-8 0,3 1 8 16,-1 1 2-16,1 0-2 0,3-6-3 15,3 4 15-15,-2-1 1 0,5 0-26 0,-2-5-6 16,5-1 19-16,-1-1 5 0,2-5-16 0,0 1-7 16,7-5-5-16,-4 0-11 0,2-4-30 0,1-2-19 15,2 0-45-15,-2-2-105 0,5-4-284 16,-6-1-392-16,1-3 84 0,2-1 77 0,-2-3 82 15,-2-2 57-15,-4-3 56 0</inkml:trace>
  <inkml:trace contextRef="#ctx0" brushRef="#br0" timeOffset="46312.02">7078 4042 760 0,'0'0'279'0,"0"0"-34"0,0 25 1 15,0-14-10-15,3 7-24 0,0 2-22 16,4 2-22-16,-4 3-16 0,5-2-9 0,-1 8-25 16,-1-2-1-16,1 0-22 0,0-4-10 0,0 1 12 15,-3 1-10-15,2-4-18 0,1 1-13 16,-4-3 1-16,0 0-16 0,1-4 12 0,0-1 6 16,-4-5 0-16,3 3 31 0,-2-5 15 0,1-1 0 15,-2-4-24-15,0 0-9 0,0-4 7 16,0 0-9-16,0 0-17 0,0 0 9 0,-6-25-11 15,6 11-8-15,0 3-4 0,0-4-6 0,3-2-5 16,1 2 3-16,2-2-13 0,4 2-5 16,1-2 12-16,2 5 1 0,1-1-3 0,3 2-5 15,0 4-16-15,3 5-4 0,-2-4 12 0,3 6 0 16,-1 1-15-16,0 5 5 0,2 1 3 16,0 2-1-16,-1 1-4 0,0 4 4 0,-4-1 6 15,0 2-5-15,-4 2-1 0,-2-1-2 0,-1 2 0 16,-3 3 23-16,-3-5-28 0,-1-1 10 15,-3 1 3-15,-4-2 5 0,1 3-1 0,-4-3 19 16,-3-2 20-16,-4 1-22 0,-3-2-6 16,0-1-3-16,-4-1 0 0,-2-2 9 0,-1 0-4 15,3-2-9-15,1-1 4 0,0 1-15 0,-1-2 5 16,4-2-7-16,3 4-16 0,0-4-12 0,1 0-39 16,3-1-57-16,3 2-81 0,7-2-79 15,0 0-152-15,-7-2-389 0,7 2 39 0,0 0 71 16,14-8 73-16,-4 2 73 0</inkml:trace>
  <inkml:trace contextRef="#ctx0" brushRef="#br0" timeOffset="47282.5">7704 4338 706 0,'0'-4'282'0,"0"4"-14"0,0 0-25 0,-7-5 62 16,7 5-34-16,0 0-20 0,-18 14-31 0,12-6-20 15,-1 1-8-15,0 2-28 0,-3 2-21 16,3 3 3-16,0-5-28 0,1 6-8 0,2-3-10 16,-4 3-11-16,5-4-9 0,-3 1-11 0,3 1-5 15,2-5 2-15,-2 4-2 0,3-4-12 16,0-2-1-16,0 0-8 0,3 0 1 0,1-6-21 16,2 3-5-16,1-4 10 0,-7-1-5 0,14 0-5 15,-7-4-3-15,-1 2 6 0,2-3-3 0,-2-1-3 16,1 1 3-16,0 1-8 0,-4-2-10 15,1 2 18-15,3-1-15 0,-4 4-11 0,-3 1 3 16,7-5 2-16,-7 5 11 0,0 0-18 16,13 5 12-16,-8-2-2 0,1 0 0 0,-2 1 8 15,5-1-3-15,-2 4 15 0,1-2-22 0,1-1 4 16,-2 1 6-16,4-3-3 0,-4 4-2 16,3-3 4-16,4-2 1 0,-1-1 2 0,0 0-4 15,2-1-4-15,5-2 6 0,-3-3 2 0,4 1-2 16,-1-1 4-16,4-3-14 0,0-1-6 15,-3 0 24-15,-1-1 7 0,0-2-23 0,-2 1-5 16,-2-2-1-16,-1-1 12 0,-2 1 9 16,-3-3-28-16,1-2-2 0,-5-1 7 0,1 4-10 15,-4-1 5-15,0 0 11 0,1 2 4 0,0 0-9 16,-1 2-6-16,1 5-13 0,-4-1 6 0,6 3 4 16,-5 2-4-16,5 1 12 0,-6 3-2 15,14 4-8-15,-4 0 0 0,0 6 11 0,1 1-4 16,-1 1 1-16,3 4-8 0,1 0 13 0,-4 4 5 15,1-1-13-15,-1 2 3 0,0 0 0 16,-3 0 7-16,0 1 1 0,-3-3-1 0,-4 2 16 16,0-4-3-16,-4 2 5 0,1-4 8 0,-5 1 6 15,-2-4 1-15,0 1-7 0,0-5 21 0,-3-2-8 16,2-2-6-16,-6-3-14 0,4-1 12 16,-5-2 0-16,1-4 3 0,0-1-8 0,0-3 15 15,0-1-22-15,3-3 14 0,0 4-9 16,1 0-1-16,6-3-12 0,0 6 0 0,0-3 4 15,1 3-1-15,2 3-9 0,1-3-4 0,3 7 4 16,2-5 6-16,-2 5-3 0,0 0 5 0,15 0-10 16,-15 0 5-16,17 5-10 0,-6-2 21 15,1 1-24-15,3-3 11 0,1 2 12 0,2-1-10 16,-1 1-5-16,7-3 3 0,0 0-3 16,0 0 2-16,6-3 13 0,1 0-4 0,4 0-6 15,2-5 0-15,0 2 10 0,-6-2 3 0,3 0-8 16,-3-1 3-16,-7 1-8 0,0-3-5 15,-3 0 6-15,-4 0-4 0,0 0 8 0,-1-5 1 16,-1-1-19-16,-8 0 3 0,2-4 10 16,-2 1-5-16,-3 2 20 0,0-1-4 0,-4-1-24 15,3 5 11-15,-3 3-9 0,0-1 4 0,0 2-6 16,-3 4 3-16,0 0-8 0,-2 3 6 16,5 4 7-16,0 0 5 0,-17 9-15 0,7 0 10 15,-1 2 0-15,2 4 0 0,5 2-11 0,-2 1 19 16,-2 3-11-16,5-3 6 0,-1 1-6 0,4 2-7 15,0-1 20-15,0-2 16 0,4 3-21 16,-1-5-15-16,1 1 18 0,3 0-3 0,-3-4 0 16,5 0 0-16,-2-2 8 0,0-1-13 15,3-3 5-15,0-2-3 0,1 2-17 0,-4-4-39 16,3-2-23-16,0-1-74 0,-2-1-153 0,1 1-600 16,-9 0 72-16,14-3 90 0,-4-4 82 0,-6 0 76 15,2-1 31-15</inkml:trace>
  <inkml:trace contextRef="#ctx0" brushRef="#br0" timeOffset="48295.43">9562 4225 668 0,'5'-5'217'0,"1"2"8"16,1 3-45-16,-7 0-1 0,17 1-5 0,-6 2-13 15,6 5-20-15,-4 1-11 0,1 3-22 0,3 1-1 16,-4 2-25-16,1 0 21 0,0 1-21 0,-3 0-16 15,-2-3-7-15,1 2-13 0,-6-1-7 16,4 3 4-16,-2-5-2 0,-3 1-5 0,1-4-5 16,-1 2 20-16,0 1-10 0,-3-3-11 15,1 0 11-15,1-5 23 0,-1 3 0 0,-1-2 3 16,0-5-13-16,0 6-3 0,0-6 8 0,0 0-21 16,0 0-2-16,0 0 7 0,0 0-22 15,-4-21 10-15,4 12-8 0,-3-4-8 0,6 0 3 16,-3-3-5-16,0-2 7 0,3-3 1 0,2 1-11 15,1-4 10-15,-2 2-14 0,3 3 22 16,2 0-26-16,-1 3 16 0,2 1-20 0,0 1-3 16,-2 4 2-16,5 2 6 0,-3 5-6 0,4-1 8 15,-1 8-10-15,2 0 13 0,1 3-24 16,1 3 9-16,-3 5 12 0,3 0 0 0,-4 2-3 16,-1 0-12-16,0 1 13 0,-2 0-11 0,1 3 5 15,-7-7-4-15,2 5 9 0,-2-6 1 16,2 2-8-16,-3-1 15 0,-2-3-20 0,3 2 5 15,-1-4 0-15,-3 0 22 0,3-2-22 0,-3-2 3 16,0-1 9-16,0-4-9 0,0 0-1 0,0 0 3 16,0 0 0-16,0 0 8 0,0 0-8 15,-6-19 3-15,2 9-3 0,4-2-8 0,0-5 8 16,4-4 10-16,-4 3-10 0,3-7 5 16,1 1-10-16,2-1 15 0,-2 2-20 0,5 1 8 15,-1-1 2-15,2 4 0 0,0-2 5 0,1 6-16 16,-2 2 11-16,1 4 11 0,1 0-6 0,0 5-5 15,1 1 0-15,3 6-10 0,-5 1 2 0,4 0 5 16,-1 8 6-16,0-2-13 0,-2 0 17 16,2 7-4-16,-2 0-3 0,-1-1-8 0,-3 2 13 15,3 3 3-15,-3-3 2 0,0 5-25 16,0-3-23-16,-1 0-50 0,2 2-57 0,-4 0-65 16,5-1-179-16,-2-1-354 0,-1-7 78 15,-1 1 53-15,2-4 69 0</inkml:trace>
  <inkml:trace contextRef="#ctx0" brushRef="#br0" timeOffset="49111.81">10743 4260 982 0,'0'7'320'15,"0"-3"-25"-15,0 4-37 0,-3-1-32 0,6 3-22 16,-3 3-25-16,0-2-4 0,3 0-12 0,0 0-17 15,0 0-23-15,1-1-18 0,2 2-5 16,2-3-13-16,-1-1-28 0,3 0-8 0,0-2-28 16,0-1-15-16,0 1-6 0,5-6 1 15,-5 1-19-15,3-1 1 0,-2-1 10 0,2-3-13 16,-6 0 0-16,3-4 0 0,-3-1-15 0,-3 1 15 16,-1-5 5-16,-3 1-2 0,0-4 20 0,-3 1 18 15,-1-2 10-15,-2 1 6 0,-1-1 20 16,-1 2 5-16,-2-2 2 0,0 2 1 0,-4 1 4 15,4 1 1-15,0 2-8 0,-4 2-5 16,4 0 10-16,3 0-10 0,-3 2-8 0,3 1-18 16,0-1 6-16,1 2-3 0,1 0-6 0,-1 3-9 15,3-3 2-15,3 5 5 0,0 0-15 16,0 0 0-16,0 0 2 0,0 0 0 0,20-1-4 16,-9 1 1-16,6 0 9 0,-1 0-6 0,2 0-2 15,2 0-3-15,4 0-5 0,3-3-7 16,1-1-3-16,6 1 10 0,0 1-15 0,3-4-1 15,2 0 9-15,1 2-3 0,-2-3-1 16,3 2-11-16,-3-2-9 0,-1 1 5 0,-6 1 11 16,-3 2 3-16,-1-3 1 0,-3 4-6 0,-7-3-6 15,0 4 5-15,-3-2 13 0,0 3-13 0,-8-4-5 16,1 4 8-16,-7 0 15 0,0 0 8 16,0 10-13-16,-7-3-5 0,-4 5 2 0,1-2 3 15,-6 5-2-15,2 2 4 0,-3 0-7 16,-1 3 8-16,5 1-3 0,-4-4-5 0,7 2-3 15,-4 1-2-15,4-1 15 0,0-1 0 0,5-2 5 16,-1 0-12-16,2-3-1 0,2 0 3 0,2-3-13 16,0 4 8-16,3-5 0 0,0-2 0 15,3-2-8-15,2 0-2 0,-1-3-1 0,0-1 6 16,6-1 10-16,-13 0-10 0,17-4 2 0,-3-4 8 16,-1 0-8-16,-3-5 8 0,2 1 3 15,1-6-6-15,-4-2-7 0,2-1 8 0,-4-3 12 16,-3-2 3-16,2-4-18 0,-2-3-1 0,0 0-4 15,-4 4 10-15,0-3 5 0,-4-2 3 16,3 0-8-16,-2 0-8 0,-3 2 3 0,2-1 18 16,-2 8 15-16,2 2 0 0,1 5-12 0,-2 0 2 15,2 4 0-15,0 3-13 0,-3 4-3 16,2 6 6-16,4 1-6 0,0 0 6 0,-14 12 7 16,7 2 6-16,4 2-8 0,-1 4-11 15,1 5 1-15,3 0 15 0,3 4-13 0,-3-1 3 16,7 4-1-16,0 0 1 0,1-3 0 0,2 3-11 15,3-1-2-15,1-4-36 0,2 0-46 0,2 2-59 16,0-10-164-16,1 5-504 0,2-6 46 16,-7-3 77-16,3-4 90 0,-1-4 45 0</inkml:trace>
  <inkml:trace contextRef="#ctx0" brushRef="#br0" timeOffset="49711.8">11819 4226 1028 0,'4'-5'349'16,"-1"1"-37"-16,1-3-20 0,2 1-36 0,-3 2-18 16,2-4-34-16,1 1-6 0,1-2-14 0,-1 1-23 15,-2 0-25-15,4-2-1 0,-2 1-19 16,-2-3-14-16,5 0 0 0,-5-1-2 0,3 1-13 16,-4-2-18-16,1-1 13 0,-1-2-15 0,-3 2 5 15,0 1-19-15,0-2-4 0,0 3 7 16,-3 0-12-16,0 1-6 0,2-1 13 0,-2 5-17 15,-1 0-1-15,-3 2 0 0,1 6-7 16,6 0 4-16,-21 7-6 0,7 4-12 0,-3 6 14 16,4 6 5-16,-2 1-26 0,-1 2 5 0,6 5 8 15,2-3-10-15,2 2 7 0,2-4-18 0,4-1 16 16,0 0 3-16,1 0-4 0,5-1 1 16,1-3-15-16,1 0 12 0,1-3 5 0,4-2-5 15,-1 0 21-15,4-5-26 0,-2-1 0 16,0-3 3-16,6-2 0 0,-3-2-1 0,0-3-14 15,4-2 9-15,2-4-27 0,1-3 7 0,-2 1-8 16,5-7-2-16,-3-2-5 0,-1-3 5 16,-2-3 2-16,-3-4-5 0,5-13 6 0,-6 4 9 15,-4-3 19-15,-5 6-8 0,-4-3-11 0,-1-2 4 16,0 0 9-16,-3-2 6 0,0-1-16 16,-3-10 5-16,0 5-5 0,-1 9 21 0,0 3-8 15,0 1 3-15,-2 3 14 0,2 7 14 0,1 1-3 16,-3 5-12-16,3 0 12 0,-2 6-20 0,2 7 9 15,-1 5-4-15,4-1-18 0,-13 16 10 16,2 3 0-16,5 5 1 0,2 6 9 0,-2 5-13 16,2 1 9-16,4 6-4 0,0-2 4 15,1 16 6-15,2-2 1 0,4-4 0 0,2-2 0 16,2 0-13-16,-1-4-2 0,5-2 7 0,-3-9 11 16,2-2-21-16,0-5 7 0,-1-1 16 15,2-1-12-15,-2-5-37 0,1-1-25 0,-1-3-36 16,-3 0-74-16,1-3-257 0,-4 0-455 0,-1-6 67 15,-3-1 89-15,-3 0 60 0,0-5 63 0,0 0 87 16</inkml:trace>
  <inkml:trace contextRef="#ctx0" brushRef="#br0" timeOffset="66509.46">16731 1991 742 0,'0'0'212'0,"0"0"-25"0,-10-10-15 15,10 10-19-15,0 0-4 0,-3-4-11 0,3 4-8 16,0 0 4-16,-6-6-17 0,6 6-12 0,0 0-2 15,-4-2-29-15,4 2 5 0,-8-3-12 16,2 0-6-16,6 3-2 0,-13-3-5 0,5 1-8 16,1 0 13-16,-2 1-18 0,-5-2 0 0,3 2-3 15,-2-2-2-15,-1 1-5 0,-3 0-11 16,0-1 1-16,-4 0 4 0,4 1 1 0,-3-1-13 16,-4 0 15-16,4 0-8 0,-1 1 8 15,0-2-7-15,-2 2-11 0,-5-3 5 0,7 4 8 16,-6-2-7-16,-1-1 9 0,-2 1-17 0,2 2 13 15,2-1-14-15,-5-2 3 0,4 3 1 0,-4-2-11 16,3 0 7-16,-2 2 9 0,-1-2-3 16,0 0 2-16,0 2-5 0,0-2-15 0,-2 1 15 15,-1-1-2-15,-1 1-8 0,4 1 0 0,-7-3-3 16,4 1 3-16,0 1 6 0,0 1-9 16,0-2 8-16,-3-1-13 0,1 3 16 0,-1-3-10 15,3 2-4-15,0 2 17 0,-3-1-6 16,3 0-8-16,-1-1 1 0,0 1 2 0,1 1-5 15,0 0 10-15,3-2 10 0,-2 2-15 16,2-1 8-16,0 1 7 0,3 0-15 0,4 0 3 0,-2 0-11 16,2-2 18-16,3 2-7 0,-3-1-6 15,0 1 3-15,3 0 3 0,-3-2-1 0,0 2-2 16,1 0 0-16,-1 0 0 0,0-1 0 16,0 1 0-16,0 0-10 0,0 0 7 0,-3-1 9 15,0 1-1-15,-1-1-8 0,-3 1 3 0,4-3 5 16,-4 3-5-16,0-1 16 0,0 0-14 0,1-1-12 15,-4 0 30-15,3 2-2 0,0-1-10 0,0 1 7 16,1-1-4-16,-4-1 1 0,6 2-4 16,-3 0-8-16,0 0 0 0,4 0 5 0,0 2-12 15,2-2 1-15,2 1 22 0,-4-1-14 16,0 1 16-16,2-1-18 0,4 0 5 0,-2 0-5 16,-1 2 8-16,3-2-3 0,-3 2-5 15,4-2 13-15,-1 1-10 0,0-1-9 0,2 1 12 0,-2 0-17 16,0 1 24-16,1-2-10 0,-4 1-3 15,3 0 18-15,1 2-16 0,-1-3 6 0,-3 1-8 16,4 1 5-16,-4-2-3 0,0 0-7 0,3 0 10 16,-2 0 8-16,2 0-18 0,-3 1 8 15,0-1-1-15,1 0-2 0,-1 0 3 0,0 0 2 16,0 0-2-16,3 0-1 0,-3 0-10 16,0 2 14-16,0-2-9 0,1 1 11 0,-1-1-1 15,3 0-9-15,-3 2 12 0,4-2-7 0,-4 0-6 16,0 1-2-16,3-1 0 0,1 1 7 0,-1-1-2 15,3 0 11-15,-1 2-29 0,1 0 23 16,2-1 0-16,-2-1-3 0,5 1-14 0,-5 0 14 16,2-1 3-16,2 2-7 0,-3-1-3 15,3 0 5-15,-3 2 0 0,0-2-3 0,0 1 8 16,-3 2-15-16,2-1 18 0,-2 0 7 0,-1 1 0 16,0 0-25-16,-6 1 10 0,1-2-8 0,1 2 6 15,-2-1 2-15,2 0 5 0,-2 0-18 16,0 0 18-16,3-1-2 0,-3 0 7 0,0 1-18 15,-1-1 3-15,1 1 3 0,-1 0 7 0,7 0-13 16,-2-1-2-16,2 0 20 0,-3 1-2 16,4-1-8-16,-4 0 2 0,4 1 6 0,-1-1-8 15,1 2 0-15,2-2 0 0,-2 1-2 16,3 1 12-16,-4-2-10 0,4 2-5 0,0 0-3 0,-3 2 16 16,3-4 4-16,-1 2-9 0,1 2-6 15,0-3 3-15,0 2-5 0,0 0-5 0,0-1 13 16,3 2-1-16,-3-3 3 0,3 2 3 15,-2-1-3-15,-2 0 0 0,2 1 3 0,1 0-8 16,-1 0-5-16,-2 1 15 0,5-2-10 16,-1-2 8-16,1 2 2 0,2-3-7 0,-2 3-1 15,3 0-15-15,-1-2 24 0,4 2-24 0,-3-1 15 16,2-1-2-16,-2 1 3 0,4 0-3 0,0 3-3 16,-2-3-15-16,4 0 24 0,-2 3 11 15,-1 0-4-15,4 0-8 0,-4 1 0 0,3 0-12 16,-2 1 9-16,2 1-4 0,1 1 4 0,-1 1 6 15,1-2 0-15,0 1-11 0,-1 4 11 16,0-3 10-16,1 3-21 0,-1-1 6 0,4 3 2 16,-3-1 3-16,0 0 7 0,3 2 3 15,0-1-8-15,-3 1-2 0,3 1-6 0,0 0 11 0,-3 2-15 16,3-3 14-16,-1 2 6 0,1 0-15 16,0 0 4-16,0 2 1 0,-3-4-5 0,3 2-3 15,0 0 0-15,-3 0 5 0,3-1-3 16,0 0 4-16,0 0-6 0,0 2 10 0,0-2 3 15,3-1-1-15,-3 2-9 0,0-1 10 0,3-1-3 16,-2 2 5-16,2-1 1 0,0 0 9 16,-3-1-17-16,3 1 12 0,1 0-4 0,-1 0 7 15,0-2-5-15,2 1 0 0,-2 1-16 0,3-3 14 16,-2 1-11-16,-1 0 5 0,0-3 10 0,1 3-7 16,-1-3-13-16,1-1 13 0,-1 0-5 15,1-1-1-15,-1 0 1 0,0 1 2 0,1-4 1 16,-1 2-9-16,0-1 11 0,-2-2-5 15,6 2 7-15,-4-3-2 0,1 1 2 0,-1 0-7 16,0 1-6-16,1-2 19 0,2-1-11 0,-3 2-10 16,2-4 8-16,1 2 5 0,1 0-1 0,0-3-7 15,-1 3 6-15,5-2 9 0,-1 0-17 16,0-1 7-16,4 2 5 0,-1-4-15 0,-1 1 5 16,4 1-5-16,1 0 3 0,-3-3-13 15,6 1 17-15,-3-1-9 0,4 1 15 0,0-1-16 16,-1 0 11-16,4 0-6 0,-3 2-2 0,3-2 3 15,-1 0-1-15,1 0 11 0,3 0-10 0,1-2 7 16,3 2-15-16,3-1 2 0,0 0 8 0,0 1-7 16,8-3-3-16,-2 1 18 0,1 0-16 15,1 1 8-15,-2 0-2 0,1 1-6 0,-2-4 1 16,4 4 7-16,-8-1-18 0,-1 1 13 16,3 0 0-16,1 0 8 0,3 1-3 0,0-1 8 15,0 0-21-15,0 4 5 0,0-4 3 0,0 0 5 16,0 1-7-16,0-1-1 0,1 1 6 15,-5-1-6-15,4 0 3 0,-7 0 8 0,4 0-5 16,-1 0-3-16,-2 1-11 0,-1-1 16 0,0 1 8 16,0-1-18-16,-3 2 13 0,0-2-13 0,2 3 5 15,-2-3 2-15,-3 0-4 0,3 1-3 16,-1-1-3-16,1 1 8 0,0 1 2 16,-1-2-7-16,1 0 3 0,0 0 2 0,0 0 2 15,0 0 14-15,-1 0-21 0,1 1 10 0,3 2-10 16,-3-3 7-16,3 0-10 0,0 2 11 15,-3 0-6-15,4-2 14 0,-1 4-16 0,-3-4 2 16,3 1 3-16,0 0-10 0,0 1 12 0,0 0-2 16,-3 1-2-16,3-3 7 0,0 2-3 0,0 0-17 15,1-2 12-15,-1 1 14 0,0 2-9 16,1-1-4-16,-1-1 4 0,3 0 11 0,0 3-15 16,-2-3 7-16,-1 0-8 0,0 1 3 0,1 0 18 15,-1 1-28-15,0-1 7 0,0 0 16 16,0-2-10-16,0 4-11 0,1-4 10 0,-1 2-4 15,0-2 4-15,7 2-7 0,-7-2 21 0,0 4-27 16,0-4 9-16,4 1 10 0,0 0-19 16,3 0 16-16,0 0-12 0,-4 1 2 0,1 1 5 15,-4-2 7-15,3 2-7 0,-3-3 18 0,2 1-28 16,4 2 10-16,-2-1 8 0,-1-1-19 16,2 0 4-16,1 3 22 0,1-4-17 0,-4 0-4 15,2 1-1-15,4-1 7 0,-2 1-3 0,-6-1 3 16,-1 1 10-16,0 0-10 0,1-1 0 0,2 0-2 15,-3 2 2-15,0-2 8 0,0 0-3 16,1 3-5-16,-1-3-3 0,0 0 6 0,0 0-6 16,1 1 6-16,-2-1-1 0,-2 1 3 0,3 1-5 15,1-2 13-15,-1 1-13 0,1-1 10 16,2 3 1-16,-3-3-14 0,0 1 3 0,0-1 0 16,0 2 13-16,-3-1-18 0,0-1 5 0,-3 0-10 15,2 0 7-15,1 0 6 0,-4 4-6 16,-3-4 8-16,1 0 0 0,1 0-12 0,-2 0 9 15,0 1-4-15,4-2 2 0,-4 1-6 0,-1 0 6 16,4 1 8-16,-2-2-3 0,-1 1 5 16,0 0-12-16,-4 0-8 0,4 0 17 0,-6 0-9 15,-2 0 4-15,2-4 6 0,-5 4-3 0,1 0 0 16,-1-1-7-16,-3 1 22 0,1-2 1 16,-1 1-11-16,-3 1-2 0,1-3 2 0,1 2-15 15,1 1 2-15,-3-2 13 0,-7 2-5 0,14-2-2 16,-7-1 0-16,2 1 4 0,-1 1 9 0,-1-1-11 15,3 1 10-15,-3-3-10 0,3 3 8 16,0-2-8-16,0 3 3 0,1-4-8 0,-1 2 8 16,3 0-6-16,-2-1-2 0,2 0 0 15,2 1 3-15,-2 1-8 0,5-4 15 0,-2 2-18 16,2-1 18-16,1 2-12 0,2 0-3 0,3-3 7 16,-3 2-2-16,5-2 0 0,-4 3-10 0,2 0 13 15,3-2-9-15,1 1 9 0,-1-1 12 16,-1 1-15-16,2 1 0 0,-1-3 0 0,-3 4-2 15,1-2 2-15,-1 0-10 0,-1 0 10 0,1 2 0 16,-3 0 7-16,-1-4-9 0,1 3 12 16,0 0-13-16,-2-3 6 0,-1 2 5 0,3-1-11 15,-2 1 29-15,-1-1-34 0,-1 0 5 0,0 2 8 16,1-3 1-16,-2-1-12 0,-1 2-1 16,1-2 17-16,1 2-2 0,-3-2-3 0,0 0-3 15,-1 2 3-15,1-5-2 0,-3 1-6 0,2 1 16 16,1-2-15-16,-4 0 12 0,0 1-13 15,1 0-2-15,-2-2 0 0,-2-2 8 0,4 2-3 16,-4-1 5-16,2-1-3 0,-2 1 1 16,1-3-6-16,-1 3 11 0,-1-3-13 0,1 1 0 15,-1-1 7-15,2-1 1 0,-2-1 0 0,-2 3-11 16,-1-4 13-16,4 3 0 0,-4-3-15 0,2 3 12 16,1-3 4-16,-3 0-9 0,0 1 8 0,1-1-5 15,-1 0 18-15,1 1-21 0,-1-2 6 16,1-1 0-16,0 1-11 0,-1 1 10 0,0-3-12 15,0 3 8-15,-3-1 2 0,4-2-11 16,-4 0 9-16,0 2 7 0,0-2 8 0,0 0-13 16,-3 1-3-16,3-2 11 0,-1 1 5 0,1 0-21 15,0 0 26-15,-3 1-18 0,3-2-3 0,-3 1 6 16,3 2-3-16,-3-3 10 0,2 2 8 16,-2 0-20-16,3 1-4 0,-4-2 6 0,4 3 6 15,-3-2-1-15,2 0-13 0,-2 2 11 0,3-1-1 16,-3 3-7-16,0-4 5 0,2 5 0 15,-2 2 3-15,0-3-6 0,3 2 6 0,-3 1-1 16,3 0 6-16,-4 1-13 0,4-1 12 16,-4 2-12-16,1 1 3 0,0-2 7 0,2 1-5 15,-2 1 2-15,0 0 1 0,0 0-8 0,2-1 2 16,-2 1 8-16,0 1-10 0,0-1 3 0,-2 1 7 16,-1-2 5-16,2 3-13 0,-2-2 3 15,2 0 3-15,-6 0-13 0,3 2 12 0,0 0 1 16,-2-1-3-16,-2-1 8 0,1 1-6 0,0 2-10 15,-4-2 8-15,4 1 0 0,-1 0-7 0,-3 1 12 16,1-2-20-16,-1 2 7 0,1-1 5 16,-1 1 1-16,3 0-1 0,-6 0 6 0,4 2-11 15,-1-2 11-15,-3 1-1 0,4 0-4 16,-5 0-1-16,1 0 18 0,-3 0-15 0,2 1-2 0,-2 0-3 16,-1 1 2-16,-2-1 1 0,2-1 2 15,1 2 0-15,-1 1-6 0,-3-1 1 0,1 0 8 16,2 1-6-16,0 0 1 0,-3 1 9 0,4-3-7 15,-1 4 13-15,-3-1-23 0,4 1-5 16,-1 0 35-16,-3-1-20 0,4 1 8 0,-4 0-18 16,0 1 20-16,3-1-13 0,1 0 3 15,-4 1 3-15,0-1-3 0,3 0 2 0,-2 0 1 16,2 0-11-16,0 2 6 0,1 0 2 0,-1-2 15 16,1 1-5-16,0-1-17 0,2 1 12 0,-2 0-5 15,6-1-3-15,-3 2 1 0,0-1 2 16,0 0 2-16,3 0-7 0,-3-1 15 0,3 2-15 15,-3-1-2-15,1-1 19 0,1 2-17 0,2-2 0 16,-4 0-8-16,3 1 11 0,-3-1-3 0,4 2 17 16,-2-1-12-16,-1-1-10 0,3 2 18 15,-2-1-13-15,-2 0-3 0,4-1-5 0,-5 2 6 16,5 1 14-16,-1-3-4 0,-3 1-8 16,4 0 5-16,-2 2 0 0,2-2 5 0,-4 0 0 15,4 1 0-15,-2-1-15 0,2 1 7 0,-1-1 1 16,1 1-1-16,-2-1-7 0,2 1 7 0,-3 0 6 15,2-2-3-15,0 4-5 0,0-2 2 0,-2 1 1 16,1 0-1-16,-1 0 6 0,2-1-6 16,0 1 3-16,0 0-5 0,1-1 10 0,-1-2-5 15,3 5 3-15,-2-3 7 0,2 0 3 16,1 0-13-16,0 1-13 0,-4 0 13 0,5-2 0 16,-1 2-8-16,-1 0 3 0,1-2 5 0,3 3-2 15,-4-2 7-15,5 1 5 0,-4-1-5 16,3 1 3-16,-1 0-3 0,-2-2-8 0,4 2-2 15,-1 0 0-15,-4 0 8 0,5-1 4 0,-1 0-17 16,-1 1 7-16,-1-2 3 0,2 1-2 0,0 0-6 16,7-2 8-16,-14 3 5 0,8-2-5 0,2 1 8 15,4-2-13-15,-13 1 5 0,5 1-8 16,8-2 13-16,-10 1 16 0,4 0-29 0,6-1 11 16,-14 2-1-16,7-2 6 0,0 2-11 15,7-2-4-15,-17 3 12 0,7-1-3 0,0-2 6 16,-4 3-16-16,1-3 13 0,2 0-15 0,-3 3 18 15,4-1-6-15,-4-2-7 0,4 1 8 16,0 1-18-16,-1-1-14 0,1 1-14 0,1-1-21 16,-2 0-36-16,4 1-10 0,-3 1-74 0,-1 1-88 15,4-1-127-15,-3 2-438 0,-3-1 87 0,2 0 62 16,2-4 68-16,-2 4 95 0</inkml:trace>
  <inkml:trace contextRef="#ctx0" brushRef="#br0" timeOffset="71611.6">31807 1027 350 0,'0'0'151'15,"0"0"-2"-15,0 0-32 0,-11-7-7 16,5 4 29-16,-1 0-65 0,7 3 0 0,-19-3 8 15,7 2-20-15,-1-3-11 0,-4 1 20 16,3 0-37-16,-6-1 14 0,-1 0-9 0,1 0-19 16,-1 2 26-16,0-1-13 0,-6-2 14 0,4 2-17 15,-2-1-9-15,-2 2-1 0,0-3 6 0,-1 4-6 16,-1-4-12-16,-3 3 10 0,1-1 10 16,-3 1-7-16,-4-1-24 0,-3 1 11 15,0 0 2-15,-3-1 18 0,-1 1-30 0,1 1-4 16,-4-1 19-16,4 1-3 0,-1-1-2 0,1 1 10 15,0 0 2-15,-1 1-7 0,1-1-20 16,-1 1-1-16,1-2 5 0,2 2-4 0,-2-1 7 16,5 1-3-16,-6-1 16 0,-1 1-18 0,-2 0 36 15,1 0-19-15,0 0-9 0,1 0 5 0,-2 0-3 16,1 1-10-16,2-1 7 0,1 0-4 16,-1 0-1-16,1 1 6 0,-4-1-9 0,7 2 19 15,-4-2-15-15,4 1 4 0,0 0-2 0,-1 0 0 16,-1 1 10-16,-1-1-22 0,-1 1 27 15,0-2-18-15,-3 1 6 0,-17 1 0 0,11 1 32 16,10-2-32-16,-2 0-11 0,3 1-10 0,-2 1 41 16,4-1-10-16,0 1-15 0,-1-1 7 15,2 3-15-15,2-4-13 0,-2 4 17 0,2-3 17 16,0 3-6-16,4-1-5 0,-3-2-5 16,1 2-13-16,3-1 15 0,-5 2 6 0,1-1-11 15,3 0-5-15,-1 0 13 0,-2 3 13 0,-1-4-5 16,3 2-6-16,2-1 1 0,-1 1-1 15,3 0 4-15,0-2 4 0,2 3-20 0,-3-2 45 16,-1 3-30-16,1-2-2 0,4-1 2 0,-2 3-13 16,2-1 14-16,-3-1-4 0,-3 1 8 15,3 2-22-15,1-2 24 0,2 0-35 0,-6 2 21 16,3 1-1-16,1-2-2 0,2-1 18 0,-1 2-31 16,0 1 21-16,4-1-9 0,-8 0-4 0,9 1 13 15,-3-1-6-15,3 2 8 16,-2-2-2-16,0 2-13 0,3-1-11 0,-1 1 19 0,3 1 14 15,-3 0-30-15,4 1 11 0,-4-1 12 16,3 3-8-16,1-2 3 0,1 2 8 0,-4 1-5 16,4 0-6-16,-5 1 16 0,6-1-11 0,1 0-2 15,-3 2 0-15,2-3 6 0,2 4 1 16,1-3-9-16,-1 2 2 0,3 1 2 0,-2 0 8 16,2 0-2-16,2-1-8 0,1 4 3 0,2-2-1 15,-2 3 1-15,1-2 2 0,2 1-5 16,1 1 0-16,-2 1 20 0,4 0-20 0,-5 0 21 15,5-1-11-15,-2 2-2 0,1 1-16 0,-1-2 26 16,3 1-15-16,-1-1 7 0,-2 2 0 0,6-2 21 16,-2-3 2-16,2 0-12 0,1 3 7 15,-1-1-3-15,0 0 1 0,1 1-6 16,2 1 14-16,0-1-9 0,4 0-4 0,-4-1-3 16,5 1 12-16,1-1-12 0,-2-1-7 0,0 1 6 15,1-2 1-15,-2 0-5 0,1-1 10 16,3 1-2-16,0-2-14 0,-3 0 4 0,0-1-1 15,4 1-3-15,-1-1 4 0,0-4 9 0,1 4-12 16,-1-3-3-16,2 3 8 0,3-3 0 0,-2-1 2 16,4 2-5-16,-3-1 13 0,7-1 0 15,-2 0-12-15,-1-1-4 0,3-4 16 0,2 2-18 16,1 0 8-16,0 0 10 0,1-3-5 16,-1 1 5-16,2-1 5 0,2 1-5 0,-1-1-10 15,1-3 0-15,4 0 15 0,-3 2-5 0,-1 0 0 16,5-1-10-16,-5-1 0 0,0 0 0 0,5 2-3 15,-5 0 18-15,0-1-15 0,5-1-6 16,-5 0 1-16,3 1 10 0,0-2-10 0,-1 1-6 16,1 1-2-16,0-1 11 0,6 0 12 0,-6 0-3 15,3-1-2-15,4 2-3 0,3-3 16 16,-3 1-11-16,4-2-2 0,-2 2-7 0,1-1-4 16,1 0 9-16,-2 0-11 0,-2 1 10 0,2-2-5 15,1 1-10-15,1 2 11 0,-5-2-6 0,4-1 0 16,2 1-3-16,-4 1 4 0,2-2 4 15,3 1 0-15,-3-1-5 0,0 0-2 0,1-1 4 16,-5 4-9-16,0-3 17 0,-3-1-7 16,0 1-6-16,2-1 9 0,-2 0-1 0,0 0-8 15,0 0 9-15,0 0-19 0,5 0 13 16,-6 0 5-16,1 0-4 0,4 0 1 0,-4 0-7 16,0-1-7-16,3 0 12 0,-3 1-8 0,1-2-2 15,3 0 2-15,3 1 3 0,-1 0 0 0,-2-1 3 16,0-1-3-16,0 2 5 0,4-1-7 15,-6-1 14-15,5 1-14 0,-5-1 7 0,0 1 3 16,1-1-11-16,2 0 8 0,-6-1-2 16,0 2 7-16,-1-1-15 0,1 0 0 0,-1-2 5 15,-1 3 7-15,6-3 9 0,-6 1-19 0,5 0 6 16,-4-1 9-16,4 0-14 0,-2 0 15 0,3-1 2 16,2 2-7-16,-3-1-1 0,4 0 1 15,-2 0-5-15,-3 1 7 0,5-1-5 0,-7 2 3 16,3 0 5-16,2-2-1 0,1 2-9 15,-6-2-3-15,1 2 15 0,-2-1-5 0,-3-1-12 16,2 1 7-16,-1 0-5 0,-2-2-3 0,0 1 14 16,-1-1-1-16,1 1-5 0,-2 0 5 15,1-1 8-15,-2 0-15 0,2-1 10 0,1-1 2 0,-1 1-2 16,0 1 2-16,-3-4-5 0,6 0 6 16,-2-1-9-16,-1 3-7 0,-1-1 13 0,0-5-3 15,1 6 1-15,-7-3 9 0,6 0-2 16,-7-1-10-16,2 0 5 0,-1 1-1 0,1 0 1 15,-1-1-8-15,-3-1 8 0,1 1-5 16,1-2 10-16,-1-1-8 0,-2 2-13 0,-1-1 11 16,4 0-13-16,-7-3 10 0,4 2 0 0,0-2 10 15,-4 1-12-15,2 1-3 0,-1-2 5 0,1 1-5 16,-4-1 8-16,3 0-8 0,-5 2 10 0,2-1 5 16,0 1-15-16,1-3 8 0,-2 4-3 15,-2-5 3-15,0 3-3 0,1 1-5 0,-2-2 5 16,1 2 3-16,1 0 10 0,-2 0-16 15,1 0 9-15,-1 0-6 0,-2 0-5 0,-1 0 2 16,5-1-7-16,-5 1 10 0,0 0-2 0,2 0-6 16,-4 1 11-16,0 0-11 0,-1-3 14 0,3 3-19 15,-3 0 8-15,-3 1-3 0,2-3 11 0,-2 1-8 16,-3-2-3-16,3 3 3 0,-5-2 3 16,3 1-8-16,-3 0 15 0,1 0-10 0,-4-3 15 15,1 1-4-15,0 1-9 0,-1-1 3 16,-2 2-7-16,2-2 4 0,-2 2-2 0,0 0 0 15,1 0-5-15,0 0 0 0,-1 0 5 0,1 0-5 16,-1 0-3-16,-4 1 6 0,7 0-6 16,-3 1 11-16,-2-1-6 0,-2-1-2 0,0 1 5 15,-1 2 3-15,-3-1-16 0,-1 0 18 16,-1-3-13-16,-3 1 3 0,-1 0-10 0,-1 0 17 0,-2 2 1 16,2-2-6-16,0 2 1 0,-5-1-6 15,6 2-2-15,-2-1 10 0,-3 1-5 0,1-1 2 16,5 2 3-16,-6 0-20 0,4 1 2 15,1 2-3-15,2 1-17 0,-2-1-18 0,0 1-6 16,-4 2-20-16,6 0-51 0,-8 1-41 16,-1 2-49-16,-4-3-122 0,4 5-408 0,-7-1 49 0,-4 1 75 15,-2-2 83-15</inkml:trace>
  <inkml:trace contextRef="#ctx0" brushRef="#br0" timeOffset="75175.11">8784 3579 445 0,'0'0'159'0,"0"0"-21"0,-7-4-5 15,7 4-10-15,0 0-21 0,-10 0-7 0,10 0-11 16,-11 0-17-16,11 0 12 0,-13 1-12 0,3 0-6 15,-1 0-10-15,1 0 3 0,-7 1-21 0,3 1 19 16,0-3-24-16,-6 2 33 0,0 0-25 0,-1-2 10 16,1 1 16-16,-1 2-27 0,-3-2 11 15,4 1-15-15,-5-2 10 0,1 1 3 0,0 3-1 16,1-4-7-16,-7 2-3 0,2-1 6 16,0 2-14-16,-2 0 1 0,-1-2-6 0,0 2-9 15,0-2 12-15,1 2-11 0,-1-2 14 16,0 2-5-16,0 1-9 0,0-3 9 0,1 1-6 15,-1 1-15-15,0 0 33 0,4 1-17 0,-1-3-3 16,-2 2-3-16,2 1-2 0,1 0-6 0,2-2 1 16,-1 2 2-16,2-1 8 0,3-1-6 0,-3 0 9 15,1 2-19-15,-1-1 13 0,3 2-2 16,-3-5 2-16,4 2 8 0,-1 0-8 0,0 0 6 16,1 1-1-16,0-1-7 0,-1 0-1 15,4 2 9-15,-1-1-1 0,-2-2-5 0,0 3-10 16,2-2 0-16,-2 0 11 0,-1 3-9 0,0-1-12 15,2 0 7-15,-8 0 14 0,2 2-6 16,1 1 5-16,-3-3-5 0,4 1-2 0,-2 2-1 16,1-3 11-16,0 3-5 0,0-1-16 0,4-2 3 15,-4 2 7-15,3 1-2 0,1-2 3 0,0 2-3 16,2 0 10-16,1-1-10 0,-4 2-10 16,2-4 7-16,4 4 1 0,-4 1-1 0,4-2 6 15,-1 1-11-15,1 0-5 0,2 1 13 0,-4-1 0 16,3 2 0-16,-3-2 18 0,4 2-23 15,-2 1 0-15,-1 0 5 0,2-1 8 0,0 2-1 16,0-2-7-16,4 0 0 0,-4 1 0 0,4 1 6 16,-3-1-4-16,5 2 8 0,-2-2-10 15,1 2 0-15,2-1 0 0,-1-2 0 0,2 3 3 16,2 2 7-16,-2-3 0 0,2 2-4 0,1 3 4 16,0-5 0-16,-2 3-13 0,5 2 11 15,-3-2-10-15,0 2-6 0,3 1 8 0,-3-3 5 16,2 3 0-16,1-1-2 0,0 1-1 15,-2-1 8-15,4 1 6 0,-2 1-24 0,1-2 8 0,2 2 10 16,0-1-12-16,0 3-3 0,2 1 7 16,-2-1 3-16,4 3-5 0,-1-5-2 0,-2 5 4 15,3-3 9-15,3 1 1 0,-3 0-9 16,3-2 5-16,1 1-8 0,2-2-3 0,-3 0 8 16,4 2-5-16,0-4 21 0,3 0-24 15,-1 0 16-15,5 3-16 0,0 0 8 0,-1-2-5 0,-2-5 6 16,2 1 9-16,0 0 13 0,4-3-18 15,0 4-2-15,0-3 5 0,0 1-3 0,3-1-7 16,-2 0 12-16,2-3-18 0,3 0-7 0,-2 1 23 16,3 3-8-16,-4-4 5 0,-2-2 3 15,1-1-3-15,1 2-4 0,1-1-4 0,-1-3 6 16,1 0 10-16,-1 2-13 0,1-2 5 0,2 0 0 16,-2-1-10-16,-2-3 5 0,2 4 3 15,2-2 7-15,1-1 11 0,0-1-18 0,3 0 12 16,-3 0-4-16,4 0 1 0,-1 0-1 0,3-1-6 15,-3 1 8-15,1 0-13 0,5 0 3 16,-4 0 7-16,1 0-5 0,0 0 3 0,0 0-5 16,-3 0-6-16,1 0 6 0,3 1 0 0,-4 0 2 15,3-1 0-15,-3 0-2 0,1 0-6 16,2 0 9-16,-2 2-9 0,-1-4-7 0,3 2 3 16,-3 0 20-16,4 0-3 0,-4-1 3 0,5 0-13 15,1 1 5-15,1-5 0 0,0 4 11 0,0-1-3 16,0 1 0-16,1-2-11 0,1 2 9 15,-2 0-11-15,-2-1 10 0,-2 2-10 0,4 0 18 16,-7-1-5-16,8 1-15 0,-5 0 5 16,3 0-3-16,1 0-3 0,-5 0-7 0,1-1 0 15,4 1 13-15,3-3-16 0,-3 1 16 0,0 2-3 16,4-1 2-16,-4 0 4 0,2 1-9 16,-1-2 11-16,2-1-3 0,-2 3-7 0,-2-1 12 15,1 1-12-15,-6-2 4 0,6 1 1 0,-7 1-3 16,0 0-2-16,0-3-1 0,0 3-4 0,-3-1 4 15,3 0 3-15,-3-1 3 0,3 1 2 16,0 1-10-16,0 0 3 0,8-1 0 0,-2-2 17 16,1 1-23-16,1 1 9 0,2 0-6 0,1 1 5 15,2-5 0-15,-2 4 0 0,-1-2-3 16,4 0 6-16,-4 1-3 0,-3-1-2 0,4-1 5 16,-4 2-1-16,0 0 3 0,-3 0-17 0,-4-1 27 15,0 2-12-15,-3-2 0 0,3 3-6 0,-3-4-2 16,3 3 3-16,-3-2-16 0,0 2 10 15,3-4 11-15,-1 4-13 0,2 0 10 0,3-5-13 16,0 4 16-16,2-2 0 0,2 0-1 16,-1 2 4-16,-1-3 4 0,2 3-10 0,-2-4 3 15,1 3-6-15,-3-1 3 0,-3 0-2 0,2-2 12 16,-6 5-17-16,0 0 4 0,-1-5 14 16,1 3-21-16,0-1 5 0,-1 1-3 0,-2 1 13 15,3-4-10-15,-4 3 8 0,1-1-16 16,2 1 1-16,-3-2 9 0,0 1-2 0,1-2-2 15,0 3-4-15,2-3 12 0,-3 1-6 0,4 0 2 16,-3-1 3-16,-1 0 6 0,1 2-6 0,2-4-3 16,-6 2 1-16,3-2 2 0,0 1 8 15,1-1-13-15,-4-1 10 0,3 1 16 0,-6-2-26 16,3 2 5-16,0-3-8 0,0 3 16 0,-4-4-21 16,4 1 11-16,-3 0-6 0,0 2-4 15,-2-4 22-15,-1 2-20 0,2-3 7 0,-2 3 1 16,-1-2-1-16,0 2 4 0,0-1-4 0,-1 1 8 15,2-3 1-15,-5 1-17 0,1 4 19 0,0-4-2 16,-4 2-4-16,4-2 16 0,-4 1-10 16,1-1 5-16,-1 0-13 0,0-1 8 0,0 0 2 15,-3 0 6-15,0 0-21 0,0-3-3 0,3 2 11 16,-3 0-1-16,-1 0-1 0,-2-5 4 16,2 5 8-16,-2-3-23 0,3 1 7 0,-3-1 14 15,2 1-11-15,-3-1-3 0,-2 0-2 0,2 2 3 16,0-2 7-16,0-2-5 0,-3 3-13 0,0 1 8 15,1-1 11-15,-1 5-11 0,-1-5 7 16,1 3-1-16,-3-1-1 0,3 2-8 0,-3-2 6 16,0 0-8-16,-1-1 10 0,1 3-3 15,-3-2 3-15,2 2-7 0,-4 0-1 0,2-1-4 16,-1-1 14-16,0 4-7 0,-3 1-7 0,3-4 17 16,0 3-10-16,-3-1-10 0,0-1 12 15,0 1-2-15,0 2-13 0,-1-4 6 0,4 3 9 0,-6 1 3 16,2 1-2-16,1-4-11 0,-4 3 3 15,1-1 5-15,3 0 8 0,-5 0-26 0,2 0 13 16,-1 3 0-16,-2-1 2 0,1-3 0 16,-4 1 1-16,1 1 4 0,1 2 4 0,0-5-4 15,-4 5-2-15,1-2 10 0,2 2-10 16,-5-1-10-16,3 0 15 0,-1 0-7 0,0 1 17 16,-2-1-15-16,2 1 5 0,0 1-10 0,-3 0-3 15,1-1 8-15,-1 4-2 0,3-3 7 0,-3 0-5 16,1 4 5-16,2-4-8 0,0 2-4 0,-2 1-1 15,-2-2 6-15,1-1 7 0,-3 3-13 16,3 0 8-16,0 1 0 0,-3-3 10 0,0 3-10 16,2-2 8-16,-2 2 0 0,-1-1-11 15,1 1 8-15,-3 1 0 0,6-3-2 0,-6 2-8 16,2 2 2-16,0-3 8 0,1 1 3 0,-4-1-13 16,4 3-3-16,-4-1 21 0,3 0-5 15,-2 2-13-15,2-5 5 0,-3 5 0 0,1-2 5 16,2 1-8-16,-3 0 1 0,1 1-6 0,7 0-5 15,-8-4 8-15,3 4 0 0,1 0 2 0,-4 0-7 16,7 0 13-16,-4 0-3 0,1 0-3 16,3-1 3-16,-3 1-8 0,3 0 11 0,-3 0 2 15,3-1 3-15,-1 1-3 0,2 0-3 16,-1 0 1-16,0 0 2 0,0 0-8 0,0 0 6 16,1 0-3-16,-2 0 13 0,1 0-3 0,0-2-10 15,-3 2-5-15,4 0 10 0,-2 0-13 0,-2 0 3 16,0-3-2-16,2 3 4 0,-2 0 3 15,1 0-5-15,-2 0 0 0,0 0 15 0,1 0-7 16,-3-1-1-16,5 1-10 0,1 1 8 0,-2-1 3 16,1 0 2-16,1 0-7 0,0 3 12 15,0-3-10-15,1 0-8 0,2 0 11 0,-3 2-14 16,0-2 9-16,4 1-1 0,-4-1 8 0,0 1-12 16,0-1 12-16,3 0 0 0,-3 4-15 0,0-4 5 15,0 1 17-15,1 0-9 0,-1 1-3 16,3-2 3-16,-3 2 7 0,4 1-2 0,-1-3-14 15,0 1 12-15,1-1 1 0,0 1-4 16,-1-1-1-16,7 2-9 0,-6-2-1 0,6 0 5 16,-6 0 11-16,3 1-18 0,-1-1 10 0,2 0 8 15,-2 3-8-15,1-3 0 0,0 0-6 16,-3 0-1-16,6 0 7 0,-6 1 0 0,3-1-18 16,-1 2 18-16,1-1 7 0,3-1-17 0,-3 0 3 15,1 4 4-15,1-4 6 0,-1 0-6 0,1 0 3 16,2 1 0-16,0-1 5 0,-1 1-10 15,0-1 8-15,0 1-1 0,-2 0-7 0,1 1 5 16,2 1 0-16,-4-3 13 0,3 2-18 16,0 0 2-16,-2-2-7 0,2 1 25 0,1 2-10 15,2-2-17-15,-3 1 6 0,4-1 1 0,-4 3 3 16,4-4-1-16,-3 1 1 0,2 1-1 0,1-2 8 16,0 3-10-16,-1 0 10 0,-2-3-10 0,2 2 10 15,1 0 3-15,-3 2-11 0,-1-3-2 16,1 2 18-16,-2 1 0 0,2-2-16 0,-5 2 8 15,2 0 0-15,-2 0-2 0,5-1 2 16,-5 1-15-16,2 0 18 0,-1-1-14 0,0 3-1 16,0-2 2-16,3 1 12 0,-6-2 4 0,2 4-9 15,1-1 1-15,-4-1 2 0,-2 2-28 16,2 1-26-16,-6 1-25 0,-7 3-46 0,0-2-65 16,-4 0-173-16,-7 8-479 0,-6-2 95 0,7 0 81 15,2-7 67-15,5-2 70 0</inkml:trace>
  <inkml:trace contextRef="#ctx0" brushRef="#br0" timeOffset="84873.79">2145 6734 1154 0,'0'-6'361'15,"0"6"-36"-15,-3-7-10 0,3 7-21 16,0-6-38-16,0 6-26 0,-4-6-7 0,4 6-33 16,-1-6-16-16,1 6-28 0,-2-3-6 15,2 3-9-15,0 0-31 0,0 0 2 0,-1-7-17 16,1 7-9-16,0 0-17 0,0 0-5 0,0 0 0 16,0 0-3-16,0 0 0 0,0 0-15 0,-7 16-5 15,7-16-3-15,-2 9 0 0,2-2 5 16,0-3-12-16,0 3-6 0,-1 0 8 0,1 0-8 15,0 2 6-15,0-2-6 0,0-2-2 0,1 2 2 16,1 1 1-16,-2 0-6 0,1 1-2 16,2-1-1-16,-3-1-12 0,3 3 5 0,-2-3 5 15,2 1-5-15,1 0-5 0,-1 0 10 0,0 0-7 16,1 0 4-16,-1-1 4 0,-2 1-1 16,5-4 0-16,-3 3-5 0,0 1 5 0,1-2-3 15,0-3-2-15,-1 4-7 0,1-4 2 0,-1 3 5 16,0 0 12-16,0-3-19 0,1 0 14 15,-1 1-14-15,-3-4-1 0,5 7 6 0,-2-4 14 16,0 2-7-16,-3-5 6 0,4 3-6 16,-4-3-3-16,6 7-9 0,-6-7 4 0,3 3 11 15,-3-3-11-15,3 6 11 0,-3-6-3 0,4 1-10 16,-4-1 10-16,0 0 8 0,5 5-11 16,-5-5 6-16,0 0-10 0,3 2-6 0,-3-2 8 15,0 0 2-15,0 0-9 0,6 2-4 0,-6-2 1 16,0 0 15-16,0 0-10 0,0 0-5 0,0 0-8 15,10 0 3-15,-10 0-1 0,0 0-27 16,0 0-6-16,0 0-35 0,0 0-52 0,0 0-43 16,0 0-67-16,11-2-117 0,-8 1-433 0,-3 1 33 15,0 0 97-15,7-5 29 0,-7 5 69 16</inkml:trace>
  <inkml:trace contextRef="#ctx0" brushRef="#br0" timeOffset="85741.3">2090 6748 263 0,'-3'-5'85'0,"3"5"7"16,0 0-21-16,0 0-7 0,0 0-20 15,0 0-18-15,0 0-9 0,0 0-6 0,0 0-16 16,-6-2-26-16,6 2 3 0,0 0 20 0,0 0-51 16,0 0-33-16,0 0-72 0,0 0 26 15</inkml:trace>
  <inkml:trace contextRef="#ctx0" brushRef="#br0" timeOffset="86690.83">1991 6776 396 0,'0'0'185'0,"0"0"7"16,0 0-11-16,0 0 6 0,0 0-18 0,0 0-15 15,0 0 4-15,0 0-2 0,0 0-12 16,0 0-32-16,0 0-1 0,0 0-19 0,17-8-8 16,-17 8-7-16,7-1-5 0,-7 1-8 0,14-1-18 15,-14 1 7-15,13 1-14 0,-2 3 4 0,-4 0-15 16,3 3-2-16,0-3 7 0,1 8-15 15,-1-1 8-15,1-3-8 0,-2 4-3 0,1 1 11 16,-3-1-29-16,1 2 13 0,-2 2-2 16,1-4 2-16,-1 3 6 0,-3-1 7 0,1 2-18 15,-3-4-5-15,2 2 13 0,-3-3-1 16,0 3 4-16,0-3-6 0,-3 3 0 0,3-5-10 16,0 1 0-16,-1-2 5 0,-2 1 8 0,3-2 5 15,-1 0 10-15,1 0 0 0,0-3 1 16,0 2 17-16,0-6-16 0,0 0-12 0,0 6 13 15,0-6-3-15,0 0-10 0,0 0 10 0,0 0-2 16,8-15-8-16,-5 7-8 0,0 1 5 16,1-3-4-16,-1 1 9 0,4-6-7 0,-3-1-3 15,6-1-2-15,-6 0-3 0,5-2 13 0,-5-3-18 16,3 2 8-16,0-3 7 0,-3 4-7 16,2-1-3-16,-3 3 2 0,0-1 14 0,0 3-19 15,-2 2 21-15,3-1-12 0,-1 3 1 16,-3-1-9-16,0 2 20 0,1 2-13 0,-1 1-10 15,0 0 8-15,-1 2 2 0,1 5-12 0,0-7 9 16,0 7-9-16,0 0 2 0,0 0 0 0,-11 12 7 16,5-4-4-16,2 5-3 0,-2 2-3 15,2-1 3-15,-3 5-10 0,4 0 15 0,-1-2-15 16,1 1 13-16,0 3 4 0,2-2-14 16,1 0-1-16,0-3 5 0,1 1 6 0,2 1 2 15,1-1-2-15,2-2-1 0,1-1 3 0,1 1 8 16,4-5 0-16,-1 0-3 0,2-3-7 0,2 1 2 15,1-4 8-15,2 1-1 0,-1-3-17 16,0-2-20-16,-1 0-19 0,5-1-43 0,-3-2-48 16,-1-1-17-16,3-3-70 0,-7 1 4 15,2-6-35-15,-2 1-21 0,1 1 15 0,-4-6 26 16,0-1 59-16,-3 2 44 0,0-3 48 0,-3 2 31 16,2 0 64-16,-3-1 40 0,-3 3 47 0,4 2 20 15,-4-1 24-15,0 3-11 0,0 2-10 16,0-1-13-16,0 2-23 0,3 3-10 0,-3-2 2 15,0 6-2-15,0 0-3 0,0 0-13 16,0 0 6-16,0 0-8 0,-3 19 10 0,0-7-20 16,3-2 17-16,-1 1-17 0,1 3 12 15,0 1-27-15,1-2 24 0,-1 2-24 0,0 2 14 0,3-1-4 16,0 1-11-16,-3 0-5 0,3-1-15 16,0 0 15-16,-1-4-18 0,1 2 8 0,0 0-41 15,0-4-33-15,1 1-72 0,-1 2-41 16,0-4-69-16,1-5-120 0,-1 3-336 0,1-1 39 15,0-5 79-15</inkml:trace>
  <inkml:trace contextRef="#ctx0" brushRef="#br0" timeOffset="87389.9">1933 6726 844 0,'0'0'266'0,"-3"-8"-28"0,3 8-7 0,0 0-42 15,3-3-17-15,-3 3-11 0,0 0-7 16,24 4-9-16,-13 5-17 0,5-1-10 0,1 6-3 16,5 3-17-16,1 1-9 0,4 1 3 0,3 9-12 15,-2-3-9-15,3 2-1 0,0-1-6 16,-4-2-6-16,-3-5 1 0,-3 3-13 0,2-1 0 15,-2 0-5-15,0-2-12 0,-1-2 1 0,-3-1 9 16,0 0-14-16,-3-1 11 0,-4-4-18 16,4 3-18-16,-4-4-26 0,-4-2-25 0,1 0-23 15,1 0 2-15,-2-2-61 0,1-3-143 16,-4 0-474-16,-3-3 41 0,0 0 84 0,0 0 47 0</inkml:trace>
  <inkml:trace contextRef="#ctx0" brushRef="#br0" timeOffset="87690.48">2323 6575 678 0,'-4'-6'266'0,"4"6"-33"16,0 0-26-16,0 0-22 0,0 0-22 15,-10 17-9-15,7-7-6 0,0 3-20 0,-1 3-2 16,1 2-19-16,-2 6 3 0,-1 0-12 15,0 2-4-15,2 3-7 0,-3 3-7 0,-4 0 4 16,2 0-12-16,2 1-3 0,-4-1-18 0,4 1-10 16,-3-4 0-16,0 5-5 0,-1-3 5 0,2-5 0 15,5-1-16-15,-6-1 11 0,6-1-18 16,-3-2 3-16,4-5 2 0,-3 1-26 0,3-2-10 16,2-1-35-16,1-3-32 0,0-2-45 15,0-2-75-15,4 1-107 0,-1-5-404 0,3 1 37 16,1-3 88-16,-7-1 26 0</inkml:trace>
  <inkml:trace contextRef="#ctx0" brushRef="#br0" timeOffset="88123.96">2487 6917 783 0,'-3'-2'281'0,"3"2"-12"0,0 0-18 0,0 0-39 15,0 0-9-15,0 0-17 0,0 0-11 16,-3-6-22-16,3 6-10 0,0 0-15 0,0 0-28 16,0 0 5-16,0 0-10 0,0 0-11 15,0 0-4-15,0 0 12 0,2 19-23 0,-1-11 3 16,2 6-11-16,0 1 8 0,0-1-5 0,1 7-2 16,0-4 4-16,2 6-17 0,1-2 5 0,0 2-11 15,0-3 1-15,0 4-1 0,3-2-2 16,-3-1-3-16,0 0-2 0,2-2-8 0,2 3 6 15,-4-6 2-15,-1-4-8 0,1 3-10 16,1 0-8-16,-2-6-23 0,-2 1-23 0,2-2-46 16,-2 0-38-16,3-2-118 0,-4-2-230 0,4-4-321 15,-7 0 78-15,0 0 60 0,13-8 73 16,-10-2 48-16</inkml:trace>
  <inkml:trace contextRef="#ctx0" brushRef="#br0" timeOffset="89040.24">2774 6043 903 0,'-3'-7'289'0,"3"7"-33"16,-4-2-10-16,4 2-34 0,0 0-22 0,0 0-34 16,0 0 5-16,0 0-25 0,0 0-13 0,1 16-3 15,2-6-12-15,0 5-14 0,3 1 1 0,2 4-10 16,-1 3 4-16,2 4-10 0,-1 4-2 16,5 2-13-16,-2 9 21 0,6 2-1 0,-4 2-4 15,2 0 1-15,1 1-27 0,-2 3 20 16,0-2-12-16,3 2-3 0,-4 0-6 0,0 2-4 15,-1-2-5-15,1 1-6 0,0 2 6 16,-2 2 2-16,2-4-3 0,1 5-7 0,-1-4 10 16,-2 1-10-16,-1 1-18 0,0-1 13 0,1-2-14 15,2 3-6-15,-3-1 7 0,-2 3 5 0,2-5 0 16,0 2 0-16,1 0-3 0,2-2-7 16,-6-1 0-16,4 0 2 0,-2 1 0 0,2-2-15 15,-1 0 11-15,0-4-6 0,0 4 5 16,1-2 3-16,-1-2-8 0,3-2 5 0,-5-3-2 15,1-7 5-15,1 1 12 0,5 7-14 0,-2-2 4 16,-2-8 5-16,5 9-4 0,-5-5-14 0,0-5 3 16,1 2 8-16,2 10 0 0,-3-5 0 15,-1-6 5-15,1 1 12 0,-2 0-1 0,1-2-17 16,1 1-4-16,-1 1 2 0,0 1 11 16,1 0-8-16,-4 0 7 0,2 0-7 0,1 0 2 15,1 1 6-15,-1 10 7 0,0-11 3 0,1 1-16 16,-4-1-15-16,0-1 26 0,3 3-21 0,0 11 15 15,0-1-22-15,-3-5 25 0,1-6-11 16,-2 1 14-16,4 12-23 0,-4-7 7 0,5 7 0 16,-4 3 13-16,0 0-8 0,1 0 3 0,1-1 3 15,-5 1-11-15,5 0 3 0,-5-2 2 16,3-6 6-16,0 8-14 0,0 0-71 0,0 0 0 16,-1-1 18-16,2 0 10 0,-2-8-4 0,-2 6 1 15,2-3 3-15,-2-6 3 0,3-1 5 16,-4 1-8-16,1-1 23 0,2 1-5 0,-3-3 3 15,1 4 7-15,-1-5 3 0,0 1 8 0,-1 3-19 16,1-2 9-16,0-3-6 0,0 4 3 16,-2 0 10-16,1-4 0 0,-1 2-13 0,2-2 10 15,0-1-4-15,-2 3 12 0,2-2 0 16,0 0-10-16,0 5-3 0,1-4 11 0,-3 0-9 16,2-6 17-16,0 2-9 0,-3-2 3 0,3 1-5 15,-2-1 11-15,2-2-16 0,0 5-1 0,0-5 1 16,0 1 0-16,1-2 8 0,0 0 4 0,0 0-4 15,2-2 0-15,-3-3-6 0,1 2 3 16,-1-4 5-16,0 2 3 0,0-2-18 0,-2-6-6 16,6 5 14-16,-6-2-14 0,2-2-7 15,0-3-2-15,-3 0-29 0,3 0 18 0,-3-3-18 16,1 1-46-16,2-3-33 0,0-1-41 0,-3-4-153 16,0 0-144-16,0 0-354 0,0 0 58 15,3-24 75-15,-3 6 93 0,0-9 41 0</inkml:trace>
  <inkml:trace contextRef="#ctx0" brushRef="#br0" timeOffset="89757.22">3749 6573 885 0,'19'13'287'0,"-1"4"-29"0,0-2-27 0,1 2-14 15,2 1-25-15,3 4-15 0,7 6-11 0,0 1-25 16,-5-4-10-16,2 4-26 0,-4-4-24 16,-3-2-37-16,-2-4-72 0,-1 3-105 0,-1-4-397 15,-6 0-143-15,-2-3 61 0,2-5 44 16</inkml:trace>
  <inkml:trace contextRef="#ctx0" brushRef="#br0" timeOffset="90024.08">4036 6492 1003 0,'-11'11'320'15,"4"-4"-26"-15,0 4-35 0,0 2-24 0,1 3-17 16,-5 2-31-16,4 5-8 0,-6 3-10 15,2 1-13-15,-2 4-26 0,3-2-4 0,-1 3-21 0,-2-1-13 16,3 2-8-16,-1-1-17 0,-2 1 2 16,2-4-2-16,4 2-31 0,-3-2-34 0,1 1-40 15,4-5-72-15,-1 0-90 0,3-6-524 16,2 2-21-16,1-9 89 0,0 2 65 0,3-3 64 16</inkml:trace>
  <inkml:trace contextRef="#ctx0" brushRef="#br0" timeOffset="90340.53">4288 6728 1080 0,'14'0'289'0,"-4"6"-2"0,0-4-13 0,4 5-59 15,-1 3-6-15,-1-2-19 0,4 9-8 16,-6-3-31-16,1 4-6 0,-4 0-14 0,2 2-3 15,-5-2-8-15,0 0-10 0,-4-1-7 16,0 1-14-16,-4 4-4 0,1-4 4 0,-1 2-12 16,-3 1 5-16,1-4-10 0,-1 0-21 15,0-1 0-15,0-5-7 0,1 3-1 0,2-3-2 16,-2-3-2-16,1 1 22 0,2-1-25 0,0-2 5 16,0 2-3-16,2-5 1 0,1-3 2 0,1 6-8 15,-1-6 0-15,0 0-10 0,17-2-15 16,-7-2-18-16,3 0-39 0,1-3-61 0,10-1-77 15,-1-9-169-15,5 4-499 0,-1 0 67 16,1-7 71-16,2-8 90 0,1 0 49 0</inkml:trace>
  <inkml:trace contextRef="#ctx0" brushRef="#br0" timeOffset="91490.54">4910 5773 519 0,'0'0'187'0,"0"0"-16"15,0 0-17-15,0 0 0 0,0 0-1 0,0 27-12 16,0-16-21-16,4 6-10 0,-3 0 11 15,1 6-14-15,2 2 1 0,-1 3-3 0,0 4-11 16,1 3 14-16,2 2-13 0,2 9-11 16,-1 2-2-16,0-7-3 0,2 8-2 0,-1-4 0 15,-1 4-5-15,-1-9-24 0,1 9 19 0,3 1 7 16,0-4-18-16,0 1 6 0,1 2-11 16,-1-1 10-16,0-1-12 0,1 2 0 0,-1 1 7 15,0-2-15-15,1 1-3 0,-4-3-7 0,3 0 7 16,-1 3-20-16,2-4-5 0,-4 4 8 0,0-2 2 15,4-1 2-15,-2-7-4 0,-2-3-6 16,0 11-5-16,4-1 8 0,-2-7-8 0,-2-3-2 16,4 10 13-16,-1-9-19 0,0 9 8 0,-3-10-15 15,4 11 13-15,-2-9 0 0,-2-2-1 16,7 7-9-16,-4-3 4 0,0 3 9 0,1-5-24 16,-5-3 13-16,4-5 0 0,-2 5-3 0,2 0 6 15,-4-1-1-15,1 0-2 0,4-2-5 16,-7 2 10-16,5-3 3 0,-6 4-5 0,4-4-1 15,-2 1 6-15,1 0-8 0,-2 0-3 0,-1-4 3 16,3 1 8-16,-2 0-6 0,-1 1-4 16,1-3 17-16,-3 0-15 0,5 6-2 0,-3-3 2 15,-3-3 5-15,3-2-5 0,1 4-3 16,-1-1 1-16,-3-3 4 0,3 1-4 0,1 1-1 16,0 1 3-16,-1-2 3 0,-2 0 4 0,2-1-7 15,0 0-10-15,0 0 8 0,0-1 4 0,1 0-10 16,-1-4 1-16,0 4 4 0,2-2 3 0,-1-1-13 15,2-4 6-15,-3-1-3 0,4 5 7 16,-4-3-18-16,1-1 9 0,3 1 7 0,-4 0-1 16,4 0-6-16,-4 2-1 0,1-1 0 15,-1-1 5-15,0 1-4 0,2 2 9 0,-2-3 3 16,0 5-5-16,0-3-5 0,-2 2-8 0,1-3 2 16,-2 2 11-16,1-2 3 0,2 0-3 0,-3 2 5 15,3-3-3-15,-3 0-2 0,0 0 7 16,1-1-9-16,1 0 7 0,-2-1 2 0,1 3-12 15,2-6 5-15,-3 4 5 0,0-4 5 0,0 0 8 16,0 1-5-16,4 2-19 0,-4-4 16 16,0 2-12-16,0-3-1 0,0 4 3 0,0-3 8 15,0 1 14-15,0-1-29 0,0 1 12 0,0-3-16 16,0 4 14-16,0-4-1 0,0 4 1 0,0-5 4 16,0 2-2-16,0 3-2 0,0-4-4 15,0 4 17-15,0-3-1 0,0 2-13 0,1-1 6 16,1 1-11-16,-1-1 13 0,2 1 3 15,-3-1-23-15,3 1 20 0,0-1 0 0,-3-2-2 16,4 3-3-16,-4-3-6 0,3 2 17 0,0-1-14 16,-3-2 3-16,3 1-8 0,-2 0-7 15,3 3 23-15,-1-3-11 0,-3-2 6 0,1 7-6 16,1-5 11-16,-2 5-18 0,1-6-1 0,-1 5 14 16,0-3-1-16,3 0-2 0,-3 3 3 0,0-3-13 15,0 3 5-15,0 0-3 0,0 0-2 16,0 1 12-16,0 2 6 0,0 1-11 0,0 3-2 15,3-2 16-15,-2-1-17 0,1 6-1 0,2 1 14 16,2 0-4-16,-1-2-3 0,1 2 3 16,-2-1-1-16,3-3 8 0,-1 2-2 0,2 1 7 15,1 1-12-15,-2 0-13 0,-1 0 15 0,2-1 10 16,-1 0 8-16,0 1-10 0,2-1-3 16,-5-3 24-16,3 3 12 0,0-5-26 0,-4 1 3 15,1-4-10-15,-1-3-16 0,0 2 9 0,0-4-17 16,2 2-25-16,-2-2 13 0,-3-3-15 15,3 2-34-15,1 1-17 0,-4 0-6 0,3-1 3 16,0 3-54-16,-3-1-41 0,0 0-71 0,0-1-116 16,1-1-343-16,1 3 67 0,-1-5 61 15</inkml:trace>
  <inkml:trace contextRef="#ctx0" brushRef="#br0" timeOffset="93123.39">5635 6186 726 0,'0'0'213'15,"0"0"-21"-15,-7 17-10 0,7-9-13 0,0 0-16 16,0 1-17-16,1 1-18 0,2 2-11 16,0-1-5-16,0 1-12 0,1 0-16 0,2-1-2 15,-1 2 5-15,1-3-8 0,1 0-5 0,-1-1-13 16,1 1-7-16,4-4 4 0,-4 1-7 16,2-1 8-16,3-4-8 0,-2 2 5 0,0-2-3 15,1-2 16-15,-1-2-31 0,2 0-7 16,-1-2-11-16,-1-2 13 0,-3 2-23 0,4-3 0 15,-5-1 0-15,-2-2 15 0,2-1-12 0,-5-1-3 16,2-3 10-16,-3 0-10 0,3 3 5 0,-6-2 24 16,3 2-24-16,0-1-8 0,0 2 13 15,0 3-20-15,0-1-10 0,0 2 2 0,0 7 13 16,3-5-1-16,-3 5-1 0,0 0 27 16,0 0-17-16,5 22 2 0,-2-13-8 0,0 6 6 15,0 1-8-15,1 2 12 0,2 5 1 0,1-1 5 16,0 3-16-16,0 4 9 0,3 2 1 0,1-1-7 15,-1 1 13-15,0-5-3 0,0 2-5 16,-3-5 0-16,3 2 3 0,-6-2 10 0,6 0-8 16,-6-2 13-16,-1-3 16 0,0-1-9 15,-3-1 11-15,0-2 11 0,0 0 4 0,0-4 3 16,-6 1 12-16,2-3-17 0,-6 2 3 0,3-5-6 16,-3-2-5-16,-1 2-5 0,-2-5 7 0,-1 0-12 15,1-2-10-15,-1-2 17 0,0 1-15 16,0-1 1-16,-3 0-1 0,4-2-15 15,-2 4 2-15,3-3 8 0,0 1-3 0,0 0-25 0,2 1-25 16,2 1-16-16,-2-3-64 0,3 3-88 16,1 2-81-16,6 0-156 0,-4-8-320 0,4 7 64 15,0 1 59-15,0 0 69 0</inkml:trace>
  <inkml:trace contextRef="#ctx0" brushRef="#br0" timeOffset="95239.83">2014 7986 819 0,'0'0'256'16,"0"0"-23"-16,0 0-18 0,0 0-31 0,0 0-15 16,0 0-16-16,0 0-2 0,0 0-30 0,25-11-9 15,-11 7-2-15,-1 1-12 0,4 0-19 16,0-4-12-16,4 2 9 0,4-2-7 0,2 1 1 16,7-3-17-16,3-3-2 0,11 1-2 0,6-4 0 15,1 4 7-15,1-3-10 0,8 3-2 16,-2-3 4-16,6 2-7 0,0-1 10 0,1 1-20 15,-1-1 5-15,0 1 0 0,15-3 2 0,1-1-10 16,-1 2 13-16,-1-1 0 0,0 1-2 16,0 0-9-16,3-3 1 0,-3 2-5 0,-10 4 7 15,10-6-2-15,1 2-13 0,-1 0 12 0,-1-2 1 16,2 5-8-16,2-5-15 0,-2 2 5 16,1 1 7-16,-1-3-2 0,-12 6 5 0,1-3-5 15,6 2-3-15,-10-2 6 0,2 4-11 16,1-4 10-16,-3 3-12 0,18-4 13 0,-17 5-9 15,3-4 1-15,12 3-5 0,-15-3 0 0,3 3 9 16,-4-3-1-16,0 4-11 0,15-6-2 0,-1 0-1 16,-14 5 6-16,11-5-6 0,-7 3-2 0,-4 1 3 15,0 3-11-15,-3-3 13 0,0 2 0 16,-3 0 1-16,3 1 4 0,-7 1-10 0,3-1 7 16,-3 1 9-16,-3 0-8 0,-10 2-11 15,-4 2 11-15,-4-3-13 0,0 5 5 0,2-4 7 16,-8 1 9-16,-2 2-19 0,-1 2 0 0,-1-5 1 15,-3 4 2-15,-3 1-5 0,-7 0 0 16,0-3-29-16,2 4-22 0,-6-1-16 0,-2 0-58 16,-8 1-126-16,6 1-581 0,-6-1 84 0,0 0 78 15,-30 1 55-15,9-1 72 0</inkml:trace>
  <inkml:trace contextRef="#ctx0" brushRef="#br0" timeOffset="97623.09">2265 8626 670 0,'0'0'241'0,"0"0"-24"0,0 0-37 0,0 0 1 15,0 0-30-15,0 0-18 0,0 0-7 0,6 7-6 16,-6-7-10-16,4 8-23 0,-1-6-2 16,-3-2 2-16,4 6-5 0,-1-4-3 0,3 0-2 15,-6-2 7-15,8 5 1 0,-2-5-19 16,-6 0 6-16,17 0-16 0,-6-2 3 0,2-3-5 16,5 3 2-16,-1-4-12 0,6-4 4 0,-2 2 11 15,0 1-20-15,2-3 2 0,-1 2-18 0,1-1 7 16,-3 0 14-16,1 1-8 0,0-4-11 15,-7 7 1-15,3-2 7 0,-4 0-18 0,1 4-4 16,-4-2-1-16,-3 2-13 0,3-3-22 16,4 5-75-16,-4 0-74 0,1-4-131 0,5 4-447 15,-5 1 50-15,6 0 70 0,-4 0 64 16</inkml:trace>
  <inkml:trace contextRef="#ctx0" brushRef="#br0" timeOffset="98005.24">4206 8319 749 0,'0'0'315'0,"4"-1"-41"0,-4 1-20 0,4-2-52 15,-4 2-20-15,6-1-8 0,-6 1-23 0,10-3-5 16,-3 2-18-16,3-2-18 0,0 3-11 16,4-5-4-16,3 2-16 0,1-3-7 0,6 2 8 15,2-3-14-15,1-1-10 0,1 1 6 0,6-3-14 16,-3 2-12-16,0-2 10 0,3 1-12 0,-7-1-4 15,-3 5 1-15,0-3-10 0,-3 1 17 0,-4 5-12 16,0-4-14-16,-3 4-17 0,-4-3-38 16,0 5-16-16,-3 0 0 0,-3 4 26 0,-1-1-198 15,-3 4-537-15,-7 1 80 0,-3 2 61 16,-10 3 48-16,-5 0 60 0</inkml:trace>
  <inkml:trace contextRef="#ctx0" brushRef="#br0" timeOffset="98406.12">2804 9758 1011 0,'0'0'281'16,"0"0"-30"-16,0 0-21 0,1 8-17 0,-1-8-11 15,0 0-23-15,0 0-12 0,0 0-24 0,3 2 0 16,-3-2-10-16,0 0-20 0,14 0 0 0,-14 0-21 16,17-2 0-16,-3-3-10 0,6 1 2 15,1-2-2-15,6-2-28 0,4-2-31 0,3 1-43 16,3-2-73-16,15-3-109 0,-2-2-164 16,5 1-384-16,0-2 74 0,0 1 57 0,-3-1 61 15</inkml:trace>
  <inkml:trace contextRef="#ctx0" brushRef="#br0" timeOffset="98705.61">4722 9241 826 0,'15'-4'313'15,"-9"2"-32"-15,1 0-22 0,3-5-44 0,1 6-11 16,5-6-9-16,1 1-31 0,4-3-23 16,2 3-11-16,2-4-10 0,2 4-17 0,4-3-8 15,-4 3-3-15,1-2-23 0,-4 1-44 0,3 3-43 16,-7 0-53-16,-2 1-93 0,-2 0-118 0,-2 2-232 15,-4 1-172-15,-3 1 72 0,-7-1 86 16</inkml:trace>
  <inkml:trace contextRef="#ctx0" brushRef="#br0" timeOffset="99206.9">2873 10816 911 0,'0'0'294'16,"0"0"-23"-16,0 0-30 0,0 0-26 0,0 0-20 15,0 0-26-15,0 0-18 0,0 0-13 0,0 0-15 16,0 0-6-16,0 0-7 0,24-11-20 0,-7 7-5 16,0-4 9-16,10-1-20 0,1 0-10 15,6-5-28-15,14-3-5 0,3 3-59 0,0-3-16 16,4 1-35-16,1 1-72 0,1 1-87 15,-3 3-151-15,8 1-338 0,-1-3 102 0,1 5 57 16,-7-3 48-16</inkml:trace>
  <inkml:trace contextRef="#ctx0" brushRef="#br0" timeOffset="99506.78">4811 10409 1034 0,'0'0'401'0,"0"0"-34"0,0 0-24 0,0 0-39 15,0 0-38-15,0 0-20 0,11-6-13 0,-4 4-21 16,3 0-27-16,4-4-19 0,3 4-20 0,3-3-18 15,5 1-23-15,1-2-23 0,-2-1-16 0,3 6-32 16,1-4-37-16,-1 1-22 0,-2 3-55 16,-2 1-58-16,4 0-80 0,-6 0-119 0,3 3-483 15,-7 2 109-15,0-2 45 0,-7 4 65 16,-3 0 81-16</inkml:trace>
  <inkml:trace contextRef="#ctx0" brushRef="#br0" timeOffset="99956.07">3016 12122 990 0,'0'0'302'16,"0"0"-38"-16,0 0-26 0,0 0-33 0,17-1-13 16,-3-4-39-16,-3 5-27 0,9-7-19 0,5 0-17 15,8-2-21-15,2-1-5 0,16-7-49 0,3 2-33 16,1-2-123-16,0 1-138 0,3 3-419 15,1-3 88-15,2 0 29 0</inkml:trace>
  <inkml:trace contextRef="#ctx0" brushRef="#br0" timeOffset="100239.27">4914 11581 918 0,'0'0'313'16,"11"-5"-34"-16,-5 5-23 0,4-3-36 0,1 1-13 15,2-1-10-15,4 0-43 0,3-3-16 0,1 3-23 16,3-3-33-16,1-1-51 0,2 0-57 16,0 2-84-16,7-4-171 0,-7 2-436 0,4 0 85 15,0-4 48-15,-4 3 52 0</inkml:trace>
  <inkml:trace contextRef="#ctx0" brushRef="#br0" timeOffset="101455.84">5891 7503 1116 0,'-3'-7'330'16,"3"7"-36"-16,0-4-38 0,0 4-31 0,0 0-22 16,0 0-22-16,0 0-17 0,0 0-26 0,0 0-2 15,-6 15-8-15,8-7-28 0,-1 2-3 16,-1 0-7-16,3 1-3 0,0 1-21 0,1 4-4 15,3-4 4-15,-3 3 1 0,5 0-13 16,-2-3-3-16,1 3-13 0,2-1-7 0,0-3 0 16,4 2-1-16,-1-3 9 0,1-1 12 0,0-2-38 15,-1-3 12-15,4 3 1 0,-4-4-13 0,-1 1-6 16,1-4 14-16,1 0-1 0,-1 0 1 16,-3-6-11-16,1 5 8 0,-4-7-3 0,2-1-10 15,-1 1 0-15,-4-3 11 0,2-3-11 0,-3-1-2 16,-2-2 9-16,1 2-1 0,-2 1-1 15,0-1-10-15,1-1-5 0,-1 5 10 0,0-3 8 16,-1 3-6-16,1 0-14 0,0 3 1 16,0 2-11-16,0-1 1 0,0 7 6 0,1-5 7 15,-1 5-9-15,0 0 12 0,0 0-23 0,14 18 23 16,-8-7 0-16,-2 0-8 0,2 4 3 0,1 2 0 16,-1-2 10-16,2-1-18 0,-4 3 10 15,2-2 6-15,-3 2-13 0,1-1 5 0,3 0 12 16,-6 0-4-16,1 1 10 0,2-4-16 15,-4-1 8-15,-3 2 16 0,0-3-3 0,-2 4 0 16,-2-2 12-16,-2-1 1 0,2 1-3 0,-8-1 8 16,3-2-3-16,-3 0-2 0,2 2 15 0,-4-6-26 15,3 1-4-15,-3 1 17 0,3-1-5 16,-3 0-7-16,3-4 4 0,0 1-7 0,4-1-7 16,-2-2 1-16,1 6-24 0,4-7-19 0,-3 0-49 15,6 1-58-15,4-1-72 0,-14 0-117 16,14 0-180-16,-3-1-292 0,3 1 60 0,0 0 81 15,10-12 64-15,-2 6 64 0</inkml:trace>
  <inkml:trace contextRef="#ctx0" brushRef="#br0" timeOffset="101672.39">6466 7586 716 0,'0'0'256'0,"10"14"-10"16,-10-10-26-16,0 7-15 0,3-1-8 0,0 0-31 16,-1 4 1-16,1-2-24 0,3 3-23 15,-5 2-2-15,5-2-8 0,-3 3-18 0,0 0-7 16,1 3-6-16,1-1-12 0,1 3-14 16,-3 1-24-16,1 1-65 0,2 1-108 0,-3 1-127 15,5 6-448-15,-8-8 51 0,3 3 76 0,-3-3 50 16</inkml:trace>
  <inkml:trace contextRef="#ctx0" brushRef="#br0" timeOffset="102322.33">6045 8543 688 0,'0'-10'233'0,"0"10"-28"0,0 0-21 0,-3-5-15 16,3 5-18-16,0 0-3 0,0 0-25 15,0 0 26-15,0 0-42 0,0 0-20 0,11 16 0 16,-8-10 3-16,0 0-18 0,-2-4-6 16,2 5-4-16,0-4-6 0,1 3-10 0,2-4 21 15,1 0-14-15,-3 2-1 0,3-3-6 0,2-1-11 16,2 2 4-16,2-4-16 0,-3 2 8 0,2-2 10 16,0-3-3-16,3-2-23 0,-2 3 8 15,0-5-7-15,-2-1 2 0,-1 1 7 0,0-2-4 16,1 3 17-16,-4-2-25 0,-1 2-11 15,1 1 6-15,0-1 7 0,0 1-12 0,-4 4 0 16,1-3-16-16,-1 5 18 0,-3 1-5 0,0 0-15 16,0 0 2-16,17 7 13 0,-10 1 2 0,-4 2-7 15,1-2-3-15,2 7 8 0,-1 0-7 16,1 0 12-16,-3 4-3 0,1-1 6 0,2 0-5 16,-5-1-14-16,5 2 17 0,-6 2-9 0,3-3 3 15,-1-1 13-15,1 1 2 0,-3-3 21 16,0 2-3-16,0-3 24 0,0-3 4 0,-5 3 8 15,2-3-13-15,-3 2 1 0,-1-1 7 16,0-2 0-16,-7 2-8 0,4-3 8 0,-3-1 3 16,-2 1 7-16,2-3-10 0,-4 0 2 0,0 1-7 15,0-1-13-15,0-4 0 0,3 4 6 0,1-5-19 16,2 0 3-16,-3 4-3 0,1-3-5 16,3 0 3-16,0-1-31 0,2 0-38 0,1 2-42 15,-2-2-73-15,9-1-42 0,-10 2-58 0,10-2-134 16,-5 0-435-16,5 0 90 0,0 0 75 0,0 0 65 15,0 0 57-15</inkml:trace>
  <inkml:trace contextRef="#ctx0" brushRef="#br0" timeOffset="102688.19">6552 8632 721 0,'7'-6'267'0,"2"5"-24"0,-1-2-21 16,-1-1-14-16,3 4-39 0,0-2-16 16,0 4-2-16,0-2-15 0,0 1-23 0,1 5-14 15,-1-3 1-15,-4 4-13 0,5 1-5 16,-7-1 0-16,-1 3 0 0,1-1-13 0,-2 3-5 16,-2 0-2-16,-2-2 7 0,1 5 5 0,-5-1-2 15,2 1-6-15,-3-2-4 0,0 2-14 16,1-4 3-16,2 3 3 0,-2-4-8 0,1-2 3 15,2 0-8-15,0 1-5 0,3-1-1 0,-4-2-1 16,4-2-4-16,0 1 1 0,0-5-8 0,10 8 8 16,-2-6-3-16,2-2-7 0,0 0 4 15,4 0-10-15,2-2 6 0,2 1-6 0,-2-3-10 16,5 1 11-16,-3 1 12 0,2-3-23 16,-3 3 8-16,-3-3-18 0,3 4-23 0,-4 1-49 15,1 0-49-15,-4 0-101 0,0 0-132 0,-2 4-432 16,-4 0 49-16,-1 2 76 0,-3-1 75 0,-3 1 56 15</inkml:trace>
  <inkml:trace contextRef="#ctx0" brushRef="#br0" timeOffset="103321.5">6251 9512 834 0,'0'0'220'15,"0"0"-20"-15,0 0-6 0,0 0-20 16,0 0-28-16,0 0-5 0,-1 19-10 0,2-15-11 16,2 4-5-16,-3-2-15 0,3 1-16 15,0 0 3-15,1-1-2 0,3 3-8 0,-3-1-21 16,2-1 5-16,1 1-4 0,4-1-9 0,-4 0 4 16,2-4-1-16,2 3-5 0,3-4 0 0,-1-2-5 15,1 2-16-15,-1-4 16 0,1 2-7 16,-3-1-6-16,1-2-3 0,0-1-2 0,-2-4-17 15,0 4 9-15,0-3-5 0,0 1 6 0,-3-1-9 16,-1 3-2-16,2-2 3 0,-4 4 2 16,2-4-10-16,-3 6-5 0,1-5 10 0,-4 5-7 15,8-2 12-15,-8 2-20 0,0 0 10 0,9 8 7 16,-6-1 1-16,-2 0-8 0,2 1 8 16,0 1-1-16,0 1 14 0,-3 4-16 0,4-2-2 15,0 3 4-15,-4 6-2 0,3-2-5 0,-3 0 5 16,0 2 8-16,0-2 5 0,0-1-10 15,-3 0 15-15,3-1 20 0,-4 2-9 0,0-3 12 16,1-3-5-16,-4 4 2 0,1-2-4 16,-2-1 12-16,-1-3 3 0,2 0-6 0,-3 1 3 15,2-3-2-15,-5 0-5 0,3-1-1 0,-4-2-2 16,4-1-10-16,-4 2 5 0,4-6-8 0,-3 5-3 16,1-2 1-16,0 1-8 0,2-3-23 0,2-1-13 15,-2 2-46-15,0 0-49 0,2-2-86 16,-1-1-150-16,2 5-470 0,3-4 90 0,4-1 68 15,0 0 55-15,-11 1 48 0</inkml:trace>
  <inkml:trace contextRef="#ctx0" brushRef="#br0" timeOffset="103772.19">6759 9733 944 0,'8'-1'271'16,"-4"-3"-25"-16,-4 4-36 0,13-2-15 0,-7 2-24 15,-6 0-7-15,14 0-16 0,-7 2-12 0,-1 2-34 16,2-1 3-16,-4 3-5 0,2-4-5 0,-2 5-3 16,-1-4-10-16,3 4-3 0,-5 1-7 0,3-2-6 15,-1-2 4-15,-3 4-17 0,3-1 6 16,-3 1 3-16,0-2-6 0,1-2-13 0,1 3 9 15,-2-3-14-15,0-4-15 0,4 9 10 16,-4-7-12-16,3 3-6 0,1 0-5 0,-4-5 21 16,9 7-15-16,-1-6-6 0,-1 5 5 0,0-2-7 15,2 3 7-15,2-3-7 0,-1 0 5 0,0 3-6 16,1 0 6-16,-1-3 5 0,0 3-18 16,1 0 8-16,-2 3 10 0,1-4-6 0,-2 1 22 15,-1 0-4-15,-1 2 24 0,-2-3 0 16,-1 4-11-16,-3-4 21 0,0 3-15 0,-3-1 18 15,0 0-9-15,-1 1 1 0,-6 1-13 0,-1-4-12 16,-2 3 9-16,-1-1-15 0,0-1 8 16,-3 0-8-16,1-4-10 0,1 2-31 0,-4 2-30 15,7-4-52-15,-7-2-56 0,4 6-184 0,2-2-405 16,-5-2-64-16,2 3 52 0,2-3 81 0,0-2 90 16,0 4 33-16</inkml:trace>
  <inkml:trace contextRef="#ctx0" brushRef="#br0" timeOffset="104688.12">6415 10843 844 0,'0'0'297'16,"0"-4"-26"-16,0 4-22 0,0 0-32 0,0 0-25 15,0 0 0-15,0 0-38 0,0 19-1 16,2-9-19-16,-1-2-12 0,-1 2-6 0,4 3-14 15,-1-4-20-15,0 1-13 0,1 3 3 0,-1-3-16 16,0-1 5-16,1-1-15 0,-1 2-7 16,1-3-8-16,3-2-1 0,-3-2-14 0,2 0-6 15,-2 1-2-15,5-4-3 0,-9 0-13 16,14-4-5-16,-7 1 6 0,-1-4-14 0,1 3 3 0,1-2 16 16,-2-2-1-16,-2 0-5 0,2 1 6 15,-2 0 2-15,0 1 5 0,-1 1-5 0,-2-2-10 16,2 4-8-16,0-3 5 0,-3 6-8 0,6-3 1 15,-6 3 7-15,0 0 8 0,0 0 10 16,0 0-12-16,18 12-6 0,-14-4-3 0,2 2 24 16,1 5-8-16,0 2-5 0,3 4 0 15,-3-2 12-15,3 5 9 0,-2 2-6 0,1-1 0 16,1 1 6-16,-3-2-6 0,0 1 0 0,-3-1 8 16,-1-5 26-16,1-1 2 0,-2 2 18 0,-2-8 7 15,0 3 1-15,-3-1 0 0,0-4-1 16,0 0 1-16,-5-3-13 0,-2 0-10 0,0-3 15 15,-1 0 10-15,-2-1-15 0,0-3 2 0,-4 1 16 16,3-2-23-16,-3 1 2 0,3-2-7 16,0-2-6-16,-2 3-7 0,1-1 5 0,2 0 0 15,-1-1-13-15,1 0-5 0,3 3-13 0,-1-2 13 16,1 1-23-16,3-3-20 0,-3 4-47 0,10 0-45 16,-11 0-47-16,11 0-41 0,-10 0-76 15,10 0-116-15,0 0-232 0,0 0-131 0,0 0 76 16,0 0 42-16,0 0 86 0</inkml:trace>
  <inkml:trace contextRef="#ctx0" brushRef="#br0" timeOffset="105072">6825 11105 1080 0,'10'3'322'0,"-7"3"-48"15,-3-2-20-15,4 4-24 0,-1-2-36 16,0 3 1-16,2 1-34 0,-2-3-15 0,3 3-8 16,1-2-7-16,-3-1-3 0,2 3-31 0,2-5-10 15,-2 2 5-15,1-4-20 0,-1 0-11 0,1 0 6 16,1-3-6-16,-8 0 9 0,16-6-19 16,-9-1-18-16,0-1 16 0,3-2-19 0,-3-4 11 15,-3 0-7-15,3-5 4 0,-3 1 21 16,2 1-11-16,-3 0 27 0,-2 2-1 0,2 3 16 15,0-1-21-15,0 2 0 0,-3 3 2 0,3-1-17 16,-3 1-3-16,0 6-12 0,0 2 4 16,0 0 6-16,0 0-16 0,0 0 6 0,0 16-4 15,0-5-6-15,0 0 1 0,0 3-2 0,-3 4-5 16,3-1-7-16,0 1 7 0,-3 2 5 0,3 0 0 16,0-3-15-16,0 5-8 0,0-4-15 15,-4 0-54-15,2-1-49 0,1-2-48 0,-2 0-167 16,-4 1-568-16,0-4 65 0,-3-4 93 15,0 1 63-15,-4-1 63 0,0-4 92 0</inkml:trace>
  <inkml:trace contextRef="#ctx0" brushRef="#br0" timeOffset="106022.51">5861 10926 184 0,'0'0'36'0,"0"0"25"0,0 0-53 16,0 0 2-16,0 0 0 0,0 0 0 0,0 0-22 15,0 0 17-15,-21 6-8 0,21-6 8 0,0 0 0 16,0 0 8-16,0 0 26 0,-7 1-9 0,7-1-9 16,0 0 43-16,0 0-26 0,-3 6 11 15,3-6-26-15,0 0 8 0,0 0 15 0,0 0-5 16,0 0 2-16,-4 4-15 0,4-4 31 15,0 0 28-15,0 0-18 0,-3 6 16 0,3-6-6 16,0 7 21-16,0-4 7 0,0 6-9 0,3-2 12 16,-3 1-18-16,4 2 5 0,-4 4-7 0,7 3 12 15,-4 0-22-15,1 0 19 0,0 7 4 16,2 0-6-16,0 1 8 0,5 3-5 0,-4 6-3 16,3-5-2-16,1 0 0 0,-4 3 4 0,3 1-1 15,0-2-9-15,1-2-2 0,-2 3-13 16,1-4 1-16,-2-5-1 0,1 1-8 0,-1 1-7 15,2-2-2-15,-3-3-1 0,0-3-15 0,-1-1 5 16,0 0 3-16,-1-5-21 0,-1 0 5 16,2 0-2-16,-3-1 2 0,0-2-2 0,1-1-6 15,-4 0-50-15,3-4-60 0,-3 2-76 0,0-5-195 16,-3 3-442-16,3-3 66 0,-14 0 66 16,1-4 75-16,-1 0 46 0</inkml:trace>
  <inkml:trace contextRef="#ctx0" brushRef="#br0" timeOffset="106755.38">3806 11730 460 0,'0'0'172'0,"0"0"7"15,4 3 3-15,-4-3-13 0,4 8 5 16,-1-3-11-16,0 0 6 0,1 2-38 0,2 3 7 16,1 5-23-16,-3-2 6 0,3 2-6 0,2 7 10 15,-2-4-2-15,4 11-13 0,-1-1-10 16,-3-3 20-16,4 3-10 0,-1 1-15 0,2-3 10 16,-4-2-15-16,2-3-6 0,-3 1 6 15,1 0-19-15,1-2-1 0,-2-4-12 0,-1 1 14 16,-3-3-21-16,5-2 8 0,-5 0-10 0,1-2-8 15,-1-1 12-15,1-1 14 0,2 0-6 16,-3-3-7-16,-3 0 3 0,1 2 4 0,2-4-28 16,1 4-15-16,-4-7-5 0,3 3-100 0,-3-3-256 15,0 5-494-15,0-5 69 0,0 0 92 16,0 0 54-16,0 0 54 0</inkml:trace>
  <inkml:trace contextRef="#ctx0" brushRef="#br0" timeOffset="116371.1">1848 14316 770 0,'-3'-1'238'0,"3"1"-18"0,-4-7-25 0,4 7-34 16,-4-3 0-16,4 3-25 0,0 0-16 16,0 0 6-16,0 0-4 0,-3 15-11 0,3-7 6 15,0 5-14-15,0 4 2 0,1-1-16 16,2 6-2-16,3-2-7 0,-3 5-27 0,1 4 1 15,2 0 2-15,2 2 1 0,-2-3-9 0,2 5-7 16,1-3-10-16,2 0-21 0,-4 0-28 0,3-3-46 16,0-1-51-16,0-2-143 0,0-3-451 15,1-5 41-15,-4-3 48 0,-1-5 57 0</inkml:trace>
  <inkml:trace contextRef="#ctx0" brushRef="#br0" timeOffset="116854.22">1847 14221 706 0,'1'-13'297'0,"2"4"-46"0,3 0-18 15,2 2-18-15,-2-2-11 0,2 1-29 0,2 6-17 16,4-4-20-16,-1 6-15 0,4 0-13 0,-3 0-10 16,6 7-15-16,-7 0 2 0,5 4 2 15,-4 4-20-15,-1 3-12 0,-3-1 2 0,-3 3-3 16,-4 0-10-16,-3-2 5 0,0 3 0 0,-3 0-5 15,-1-3-23-15,-2 3 3 0,-3-2 5 16,0-2-11-16,3-1 6 0,-1 0 2 0,-2-5-5 16,1 2 3-16,2-4-11 0,2-1 5 0,-2 0 1 15,2-1 2-15,1-2-10 0,0 2-3 0,3-7 0 16,-1 6-2-16,1-6-5 0,0 0 2 16,10 2-3-16,-6-2 3 0,-4 0-5 0,20 0 0 15,-10 4-7-15,3-3 17 0,2 1-23 16,1 1 13-16,-1 2-8 0,5 1 3 0,-3-2 5 15,0 6 13-15,0 1-15 0,4-1 2 0,-5 2-11 16,-2 2 9-16,0 2 4 0,-3 0 3 16,-1-5 3-16,-3 6 0 0,-1-1-6 0,-2 1-4 15,-4 0 12-15,-4-1 10 0,0 1-2 16,-2 0-2-16,-1-3 12 0,-6 4-15 0,2-3 0 16,-5 0 10-16,-2-2-13 0,1 0 8 0,0-1 10 15,-1-4-8-15,5 2-15 0,-4-2-2 16,7-1 17-16,-4 1-17 0,3-2-11 0,2-3-40 15,2 1-57-15,0-1-77 0,7-3-66 0,-4 1-95 16,4-1-397-16,0 0 62 0,0 0 33 16,24-11 56-16</inkml:trace>
  <inkml:trace contextRef="#ctx0" brushRef="#br0" timeOffset="117753.92">2460 14564 790 0,'0'0'290'0,"-4"-6"-16"16,4 6-29-16,0 0-12 0,0 0-33 16,-20 8-11-16,16-1-12 0,-6 1-31 0,2 2-11 0,2 4-14 15,-1-3-6-15,0 6-10 0,1-3-15 16,-1 1-11-16,3-1 5 0,1 1-17 16,0-2-3-16,2-1-5 0,1-2-11 0,0 1 11 15,4-1-23-15,-1-1-5 0,0-1 2 0,1-6 3 16,3 4-5-16,0-4-16 0,-1-2 3 0,-6 0 2 15,15-3 1-15,-8-3-6 0,2-1 1 16,-2 3 7-16,-3-2-3 0,3-1-5 0,-4 5 1 16,4-4-3-16,-4 4-11 0,-3 2-2 0,7-7-2 15,-7 7 2-15,7-1 12 0,-7 1-17 16,0 0 3-16,0 0 2 0,13 6 10 0,-6-2-20 16,-4-4 15-16,5 4-5 0,-4 0-3 0,5-4 1 15,-5 5 4-15,5-4-4 0,-9-1 7 16,18 1-3-16,-8-2 14 0,4-1-6 0,-1-3 0 15,2-2-10-15,1 3 3 0,-1-5 7 16,4-3-7-16,-1-1-3 0,-2-2 5 0,2 0 0 16,-2-3-8-16,-1 2 6 0,-2-1-6 0,1 0 8 15,-4 3-7-15,1 2 7 0,-1-1-8 0,-4 4 6 16,1 1-6-16,-3 0-4 0,6 3-4 16,-6 1 9-16,2 3 2 0,-6 1-3 0,0 0 1 15,15 5-6-15,-9 0 3 0,-3 2 10 0,1 0-7 16,2 4-1-16,-2-3-12 0,-4 5 15 15,3-1-3-15,-6 1 1 0,0-1 2 0,2 1-6 16,-5-1 1-16,-4 3 10 0,-1-1-5 0,-2-3 16 16,-5-1-9-16,-1 4 6 0,4-5 8 15,-4-3-6-15,4-2-5 0,-3 1 24 0,2-3-1 16,3-2-8-16,-4-1-1 0,-1-3-4 16,4 0-2-16,1-2-5 0,-1-1 7 0,4 3 3 15,-1 0-2-15,2-1-14 0,2 0 11 0,3 1-18 16,-2 0 0-16,6 4 11 0,-4-4-6 15,4 4 10-15,0 0-15 0,0 0 8 0,17-3-11 16,-17 3 1-16,18 5-6 0,-6-3 8 0,2-2 13 16,4 4-6-16,2-2-4 0,0-1-1 15,4 0 1-15,0-1 5 0,4-2-13 0,-1-3 10 16,4 2 0-16,-5-2-3 0,5-1-2 0,1-6 3 16,-5 3 2-16,3 0-5 0,-6-1-8 15,0-4 21-15,-3 4-10 0,-1-5-1 0,-2 3-7 16,-2-5 15-16,-5 0-17 0,0-2 4 0,-2 1 19 15,-1 1-16-15,-2 4 7 0,-2 0 3 16,2 1-4-16,-6 0-9 0,3 4 0 0,-3 3 9 16,0 0-22-16,0 5 21 0,-3-3-2 0,3 3-6 15,0 0 8-15,-13 11-5 0,7-2 6 16,1 0-9-16,2 6 0 0,-3 1 3 0,5 1 13 16,1 1-10-16,0 0-6 0,0 0 3 0,4 1 0 15,2 0-2-15,-1-2 9 0,1 0 6 16,4 0-3-16,3 1-7 0,-2-6 5 0,2-1 2 15,1-1-5-15,0 0-15 0,3-3 17 0,0-3-12 16,0 0 3-16,-3-4-16 0,3 0-26 16,-6 0-53-16,2-1-74 0,-3-2-137 0,0-1-483 15,-2 1 18-15,-4-3 70 0,-1 2 81 0,0-2 79 16</inkml:trace>
  <inkml:trace contextRef="#ctx0" brushRef="#br0" timeOffset="118770.19">3991 14359 570 0,'0'-6'259'16,"-4"-1"-13"-16,4 2-24 0,-3-3-22 0,3 8-16 16,-3-7-38-16,3 7-18 0,0-3-5 0,0 3-13 15,0 0-13-15,0 0 8 0,17 18-15 16,-13-4-8-16,5-3-18 0,-2 6-13 0,0 3 13 15,3 0-8-15,-3-2 3 0,0 6-13 16,0-6-5-16,0 5-15 0,-4-6 17 0,0 1-22 16,1-1-8-16,2-1 10 0,-5 1-6 0,6-4-6 15,-7-2 14-15,3-2 3 0,-2 0 8 16,2-1-2-16,-3-2 1 0,3-2-14 0,-3-4-1 16,0 0 9-16,0 0-1 0,0 0-13 0,6-14-7 15,-6 6 15-15,1-5-3 0,2-4-4 16,-3 1-6-16,3-2 10 0,1-1-12 0,0 1-16 15,2-2 16-15,-3 3 5 0,4-1-11 0,-3 3 3 16,6-2-17-16,-3 6 7 0,3-3-11 16,1 7 6-16,2 4-8 0,0 0 3 0,-1 3 20 15,4 5-18-15,1 1 8 0,0 1 0 0,4 3 0 16,-4 0-6-16,0 7 19 0,0-4-8 16,-4-1-5-16,2 4 2 0,-5-1 11 0,-1-3-10 15,0 2 2-15,0-3-6 0,-2 3 6 0,-4-5 3 16,4 0 2-16,-3-1-15 0,-1 2 10 15,0-3 5-15,1-1 3 0,-4-4 4 0,3 2 4 16,-3-4-21-16,0 0 7 0,0 0 11 0,0-14-21 16,0 5-4-16,0-4-6 0,-3 0-3 0,3-5 3 15,0-1 13-15,3 1-13 0,-3-3-5 16,0 0 8-16,1 2 5 0,2-2 12 0,3 3-12 16,-3 1-5-16,2 1-11 0,1 3 18 15,-2-1 11-15,2 4-21 0,1 1 8 0,1 3-16 16,-1 1-5-16,2 5 24 0,1 0 2 15,1 4-3-15,2-1 13 0,-2 5-5 0,2 6 3 0,1-3-6 16,0 6 8-16,-1 1-7 0,1-3-1 16,-4 3 6-16,0 4-3 0,4-2 2 0,-4 0-40 15,4 0-24-15,-4-3-35 0,0 3-64 16,1-3-118-16,-1-3-412 0,0 0 51 0,1-4 66 16,-4-2 47-16</inkml:trace>
  <inkml:trace contextRef="#ctx0" brushRef="#br0" timeOffset="119153.44">4952 14339 916 0,'-3'9'356'16,"2"1"-39"-16,-6 5-28 0,3 1-28 0,4 0-33 15,-3 0-23-15,0 0-10 0,3 2-16 0,0-1-26 16,0 2-7-16,3-2-23 0,0 1-5 16,1-3-29-16,3 0 4 0,-3-1-19 0,3-3-5 15,2-1-15-15,-5-3-6 0,6-1-7 0,0-4 0 16,-3 0-23-16,4-5 3 0,-1-1 2 16,0-2-8-16,0-6 3 0,-2 1-5 0,1-3-8 15,-6-3 5-15,1-2 11 0,-4-2-6 0,0 0 0 16,0-4 13-16,-4 1-5 0,1 1 0 15,-3-1 3-15,2 6 12 0,-3 0-9 0,4 3-1 16,-7-2-8-16,3 6 3 0,0-3-2 0,-3 7-16 16,2 1 8-16,-1 2 2 0,-1 2 0 15,2 2-27-15,8 0-40 0,-20 6-37 0,13-1-129 16,0 3-71-16,1 2-80 0,5 1-437 0,1-2 77 16,4 1 78-16,-1 0 47 0,4 0 80 15</inkml:trace>
  <inkml:trace contextRef="#ctx0" brushRef="#br0" timeOffset="119619.98">5403 14255 895 0,'-11'3'282'16,"1"1"-31"-16,-7 0-21 0,4 6-30 0,2 1-13 15,-3 0-29-15,1 0-9 0,2 4-16 0,1 0-23 16,0-3-5-16,3 3-10 0,0 0-29 0,1-1 1 16,3-3-3-16,2-1-5 0,-2 4-11 15,3-5 1-15,0-1-8 0,3 1-5 0,0-3-8 16,1-2 8-16,0 1-18 0,5-3-13 16,-1-2-3-16,-8 0 14 0,16-3-4 0,-5-2 4 15,-1-2-9-15,0-4 4 0,1-3-11 0,2-3 5 16,-3 0-3-16,-2-4-9 0,-1 1 17 15,-1-5-13-15,0 0-15 0,-2-3 13 0,-1-1-5 16,-2-6-5-16,-1 8 10 0,-1-4-3 0,1 4-2 16,-3-1 7-16,3 5 16 0,-3 1 13 15,0 5 12-15,2 0-5 0,1 5-15 0,-3-1-2 16,0 4-1-16,3 2-5 0,-3 4-2 0,3 3 5 16,0 0-1-16,0 0 11 0,0 0-2 15,-7 18-6-15,7-7-4 0,0 4 6 0,3 1-6 16,0 2 1-16,-2 2-4 0,5 3 0 15,0 0 5-15,5 4-13 0,-1 2 5 0,1-1-51 16,6-3-26-16,-4 0-59 0,5 1-78 0,1-2-140 16,2-2-378-16,0-3 52 0,-7-4 63 0,6-3 51 15</inkml:trace>
  <inkml:trace contextRef="#ctx0" brushRef="#br0" timeOffset="120119.5">5734 14384 801 0,'3'-6'263'0,"-3"-2"-25"0,4-4-23 0,-4 3-23 0,4-1-10 16,-1-3-16-16,-2 2-20 0,2-3-7 16,0 2-17-16,-3-3 1 0,0 3-20 0,0-1-1 15,0 1-15-15,0 1 0 0,0 0 0 0,-3 4-15 16,2-3 5-16,-2 3-18 0,0 5-6 16,-4-4-2-16,7 6-7 0,-11 1-8 0,11-1-5 15,-17 12 2-15,10-3-5 0,-3 1-2 0,1 3-3 16,1 0 10-16,2 4-15 0,2-2-5 15,1 2-8-15,0-1 5 0,3 1 3 0,2 0 5 16,2-2-11-16,0 0 11 0,5-2 0 0,-1 0-5 16,2-1 5-16,3-4 5 0,1 2-18 15,0-3 5-15,3-3-15 0,4-1 5 0,-5-3-15 16,5-3-11-16,-4-1-12 0,1-3 10 16,5-4-29-16,-6-5-12 0,1-2-28 0,1-5-16 15,-5-2-17-15,-4 0-3 0,1-7 0 0,-7 2-24 16,-1-7 35-16,-3 2 12 0,-3-5-1 0,-1-10 19 15,-3 3 31-15,-3 0 17 0,3 8 29 16,0 4 12-16,0 8 37 0,-3-4 30 0,4 10 5 16,2 2 8-16,-4 4-18 0,5 1-6 15,-3 5 6-15,2 1-8 0,-2 4 3 0,6 4 2 16,0 0 6-16,-11 12-3 0,11-1-6 16,-4 4-9-16,4 5 2 0,1 5-10 0,2 2 15 0,4 3 3 15,-3 3-6-15,3 4-4 0,5 9-3 16,0-2-8-16,4 2 3 0,1-4-8 0,0-1-2 15,4-4-6-15,-3 2 1 0,1-7 12 16,-4-6-20-16,4 1-26 0,-1-5-36 0,3-1-73 16,2 1-127-16,-2-4-511 0,3-4 46 15,-3-5 84-15,-2-3 47 0</inkml:trace>
  <inkml:trace contextRef="#ctx0" brushRef="#br0" timeOffset="120636.8">7067 13918 1128 0,'0'0'328'0,"0"0"-8"0,-13 15-33 15,9-7-39-15,1 2-23 0,-3 4-23 16,3 1-7-16,-2 1-26 0,2 2-16 0,0-1-19 16,2 1-14-16,1-1-2 0,0 1-13 15,0 3-3-15,0-4-30 0,3 1 4 0,1-2-1 16,-1 0-14-16,2-4-5 0,1 2-2 0,1-4 2 16,3 3-15-16,-2-8 0 0,2 2-5 15,2-7 3-15,3 1-1 0,-2-2-12 0,1-1-16 16,3-6 15-16,0 1 1 0,0-6-16 0,-3 1 18 15,2-3-15-15,-1-3-8 0,-2 3 18 16,-2 5-20-16,-1-7 10 0,-3 9-6 0,2-4 4 16,-1 3-14-16,-4 2-7 0,2-1 10 0,0 2-8 15,1 4-2-15,-2 0-3 0,-5 2 8 16,16 3 8-16,-9-2-9 0,4 9 4 0,-1-3-6 16,0 6 0-16,4 0 14 0,-1 4-12 0,1 0 12 15,-1 4 1-15,-3-2 6 0,4-1-8 0,-7 3 0 16,3-2 8-16,-3 2 2 0,0-5 3 15,-3 1 0-15,-1-4 3 0,0 2-1 0,0-4-7 16,-6 4 5-16,0-5 0 0,-3 3 0 0,-1-2-8 16,-4-3-36-16,-3 2-48 0,-3-3-92 15,0-3-295-15,-7-4-409 0,0-4 76 0,-7-3 72 16,-2-7 85-16,-11-8 51 0</inkml:trace>
  <inkml:trace contextRef="#ctx0" brushRef="#br0" timeOffset="120770.63">6842 13776 739 0,'3'-4'274'0,"-3"4"-31"0,0-7-66 0,0 7-31 16,0 0-75-16,0 0-132 0,0 0-162 16,0 0-386-16,0 0 79 0</inkml:trace>
  <inkml:trace contextRef="#ctx0" brushRef="#br0" timeOffset="121453.12">8558 13905 952 0,'-14'-2'292'0,"4"2"-16"0,-3 2-41 15,-2 1-22-15,-1 4-19 0,2-1-22 16,0 4-21-16,0 0-10 0,-2 4-16 0,2-1 6 16,3 2-19-16,2 3-27 0,-2-3-6 0,7 2 6 15,-2-2-3-15,3 1-18 0,2-2-16 16,2-1 6-16,2 1-13 0,3-1-10 0,-2 2-3 16,4-7 2-16,1 2 4 0,4-2-21 15,-2-1 4-15,-1-2-4 0,3-3 0 0,2-1 10 0,-2-1-13 16,2-2-5-16,1-4 16 0,-2 4-6 15,-1-6-12-15,1-1-3 0,-4-1 5 16,0-1 5-16,1-1-12 0,-4-3 7 0,0 6-5 0,-1-3 7 16,2 2 11-16,-2 1-20 0,-2 3-11 15,2 2 0-15,-2 1 0 0,2 0 1 0,-6 3 4 16,0 0 5-16,18 10-4 0,-12-5 4 0,1 3-10 16,4 4 16-16,-4 0-16 0,2-1 11 15,2 2-6-15,-1-1 3 0,0 1-34 0,1-1-30 16,-1 1-49-16,0-1-66 0,1-4-141 0,2 1-407 15,1 1 36-15,-3-5 74 0,1-4 38 16</inkml:trace>
  <inkml:trace contextRef="#ctx0" brushRef="#br0" timeOffset="121703.3">8906 13590 706 0,'4'11'271'0,"-1"3"-2"0,5 4-36 0,-2 2-26 15,1 3-2-15,3 7-21 0,1-2-22 0,-1 4-27 16,7 10-4-16,-4 1-6 0,-2-7-15 16,2-5-5-16,1 10-18 0,-3-3-12 0,-1-5-6 15,-1-1 5-15,2-3-54 0,-4 4-30 0,3-4-49 16,-3 1-66-16,1-7-111 0,1-1-260 15,-5-7-195-15,5 0 71 0,-4-7 49 0</inkml:trace>
  <inkml:trace contextRef="#ctx0" brushRef="#br0" timeOffset="123286.08">9225 13890 665 0,'13'8'251'15,"-12"-1"-28"-15,2 0-24 0,3 2-9 0,-2 1-34 16,3 0 8-16,0 0-24 0,-1 5-14 0,1-3-11 16,4 1-8-16,-5-1-17 0,4 0-5 0,-3-4-9 15,1 2-4-15,-2-2-18 0,1-1 17 16,3 0 9-16,-2-4-26 0,1 1-3 0,-2-1-3 16,0-3-14-16,-7 0-1 0,17-6-5 15,-13 5-5-15,2-6-5 0,2 4 10 0,-5-2-5 16,1 3-2-16,2-2-11 0,-6 4 3 0,6-4-13 15,-6 4-5-15,0 0 2 0,15 6 11 0,-9-4 2 16,1 8-5-16,0-3-2 0,4 3 4 16,-1 2 11-16,3-1-13 0,-2 3-5 0,5-3 11 15,-2 3-9-15,3-3 11 0,0 4-3 16,0-5-7-16,1 0 7 0,-1-3-10 0,-1 0 10 16,-1-6-10-16,1 4 13 0,-5-3-13 0,3-3 10 15,-1-3-5-15,-2 2 1 0,-2-5 4 0,1-1-8 16,-6-2 6-16,0 2-5 0,-1-7-3 15,-6 0-6-15,-1-4-1 0,-3 0 4 0,-3-5 16 16,-1-1-13-16,-2 2 18 0,3-2-8 16,-1 6 16-16,1 1 7 0,0 3 0 0,4 2 6 15,-2 0-16-15,2 3-3 0,2-2 3 0,4 6 0 16,0-1-7-16,4 1-6 0,5-2 5 16,2 7 1-16,-1-6-4 0,8 5-17 0,-1-1-2 15,4 1-14-15,2-1 6 0,-2 1-1 0,6-3-2 16,0 4 1-16,1-6-9 0,-1 4 23 15,0-3-22-15,1-2 4 0,-2 4 14 0,2-3 7 16,-4-1-13-16,1 1 15 0,-1 0-2 16,-5 0 0-16,-1-1-15 0,-2 5 10 0,-4-3 5 15,0 3 0-15,-1-2 0 0,-4 3 0 0,-3 1 0 16,-4 1-5-16,0 0 5 0,0 0-3 0,0 0 11 16,-4 14-11-16,1-8 3 0,-5 2 0 15,1 3 6-15,1 0 6 0,-1 0 1 0,-4 3-13 16,5 0 5-16,-1 0-12 0,0 0-1 15,4-1 13-15,-3 0-13 0,2-3 13 0,3 4 3 16,1-3-13-16,0-3 2 0,0 4 9 0,3-3-14 16,2-2 16-16,1-3-14 0,1 3 12 0,-3-4-6 15,5-1-11-15,-1 0 9 0,-8-2 4 16,16-4-4-16,-5 0-1 0,-4-2-4 0,3-2 7 16,-3-2-6-16,3 2-4 0,-3-2 20 15,-3 1-2-15,2 0 2 0,-2 2-7 0,3-1-3 16,-4 2 2-16,1 4-2 0,-4 2 3 0,6-5-6 15,-6 5 3-15,0 0 3 0,10 13-6 0,-7-5 6 16,2 2 7-16,1-1-15 0,-2 0 3 16,2 1-6-16,-2 3 8 0,6-3 5 0,-3 4-2 15,-3-4 7-15,5 1-8 0,-2-4 1 16,4 1 7-16,-1-1-15 0,1-2-5 0,-1 0-3 16,3-1-10-16,1-2 8 0,-1-2 2 15,1 0-10-15,-3-5 23 0,2 4-21 0,1-6 8 16,-1-3-4-16,1 2 11 0,-4-4 4 0,0-1-19 15,-2-2 11-15,-1 0 2 0,-1 1 3 0,-2-1 16 16,2 5 12-16,-1-1 5 0,1-1-8 16,-3 4-15-16,0 5 13 0,-2-3-2 0,-1 6-19 15,3-2 11-15,-3 2-1 0,0 0 6 16,0 0 3-16,7 15-9 0,-4-9 1 0,0 4-11 16,1-4 11-16,0 6-16 0,2-3 3 0,-2 0 16 15,2-2 1-15,1 0 6 0,1-1-10 16,1 1 5-16,1-2-8 0,1-2-8 0,-1-1-9 15,0 0 9-15,1-4 3 0,2 2-5 0,1-3 0 16,-3-4 5-16,2 3 2 0,1-3-17 16,-4-5 15-16,0 2-18 0,1 0 18 0,-2-4-13 15,-2 3 16-15,1 2-1 0,-2 0-7 0,-2 0-13 16,2 3-2-16,-2 0 4 0,-1 5 6 16,-3 1 26-16,0 0-11 0,8 13-18 0,-5-1 3 15,3 6 12-15,-5 4 11 0,5 6-3 16,-2 5-5-16,2 16-5 0,2 2 18 0,-2 4-10 15,1-3-8-15,-1 0 8 0,2 1 2 16,-5-1 0-16,1-1-23 0,2-9 18 0,-2-5-7 0,-1-1 12 16,-3-9 0-16,3 3-5 0,-3-4-5 15,0-7 16-15,0-1-8 0,-3-1 2 0,0-3 10 16,-4-5-15-16,0-2 13 0,-4-5-10 16,1-2 23-16,-3-2-21 0,-1-6-5 0,-7-1 13 15,2-6-3-15,1-1 31 0,-2-1-7 16,-1-3 2-16,4-2 7 0,4-1-17 0,2 2-3 0,1-1-2 15,6-3 2-15,-2 0 8 0,6 0-21 16,3 0 6-16,0 0 2 0,4-2-11 0,4-3-1 16,2 2-4-16,4-4-4 0,3-3-3 15,4-3-5-15,-2 3-3 0,2-7-5 0,-1 7 3 16,4-5 2-16,-3 7-7 0,0-3 10 0,-4 5-18 16,-5 6 10-16,1 5 13 0,-2 0-13 0,-1 2 16 15,-2 3-3-15,-1 5 0 0,-3-5-8 16,-1 6-20-16,2 1-5 0,-4 3 10 0,2-1 2 15,-3 3 8-15,-3 3-4 0,7-3 9 16,-7 3-20-16,0 0 17 0,8 9 1 0,-5-1-8 16,0-1 13-16,4 6 5 0,-1-1-5 0,1 2 0 15,1 1-13-15,2 3 26 0,3 0-13 16,-2 0-8-16,2 3 5 0,1-2 0 0,0 3 8 16,0-2-7-16,-1-2 7 0,-3 0 0 0,4 1 0 15,-7-4-3-15,3 0 3 0,-3 0 5 16,-3-5 3-16,2 0 5 0,-6 3 18 0,3-5-3 15,-3 0 5-15,-3-2-13 0,0-1 6 16,-3 3-3-16,1-6-5 0,-2 2 10 0,1 0-15 16,-1-4-3-16,-4 2 0 0,2 0 11 0,9-2-3 15,-14 0 2-15,14 0-9 0,-18-4-14 0,12 1-25 16,-1-2-23-16,0 3-39 0,3 0-64 16,-2-4-155-16,6 6-390 0,-3-9-36 0,6 1 72 15,0 0 57-15,0 1 50 0</inkml:trace>
  <inkml:trace contextRef="#ctx0" brushRef="#br0" timeOffset="123519.5">11949 13505 803 0,'3'23'313'16,"-2"0"-40"-16,2-1-32 0,0 1-21 0,0-3-20 16,2 5-3-16,-2 0-46 0,0 2 0 15,1 3-33-15,-1-2-31 0,0 2-51 0,0 1-88 16,-2-2-65-16,2-2-173 0,-3 1-414 0,0-8 67 16,0 4 71-16</inkml:trace>
  <inkml:trace contextRef="#ctx0" brushRef="#br0" timeOffset="124253.35">11830 13883 1103 0,'-1'-7'366'15,"1"2"-33"-15,0 5-39 0,4-7-15 0,-1 1-36 16,1 3-28-16,6-3-28 0,0 0-8 16,4 3-23-16,-3-4-15 0,5 0-3 0,2 2-25 15,5-4-11-15,-3 0-12 0,1-3-16 16,0 4-5-16,-1-2-5 0,1-4-7 0,3 4-6 15,-7-2-18-15,3-2-7 0,-2-1-6 0,-2-2-2 16,-1-1 0-16,1-4-16 0,-5 2 1 16,-1-3 2-16,-3-2 0 0,-1 0-2 0,-2 0-8 15,0 1 12-15,-1 2-4 0,0 1 5 0,-2 5 7 16,2-1 3-16,-3 6-13 0,0-2-10 16,0 7 15-16,0 0-10 0,0 6 10 0,0 0 3 15,0 0-3-15,0 0 1 0,0 19 14 0,0-2-15 16,3 1-2-16,0-1 8 0,1 6 4 15,-1 2 0-15,1 0-9 0,6-1-6 0,-6 0 0 16,2-1-5-16,1-2 5 0,0 2 10 0,0-3-12 16,0-3-3-16,-1-2 10 0,1 1 3 0,0-3 2 15,0-3 3-15,-3-2 3 0,5-4-6 16,2 1 6-16,-1-4-9 0,0-2-1 0,4-5-6 16,-1-1 8-16,2-3 4 0,1 2 1 0,2-4 0 15,-2-1-7-15,-1 6-6 0,1-3 0 16,-2 2 2-16,0 3-14 0,3-1 12 0,-4 2-10 15,2 2 15-15,1 2-13 0,-2-1-7 16,3 2 20-16,0-1-17 0,0 0 2 0,1 2-6 16,2 2 17-16,0-3-1 0,-5 0-10 0,1 1-3 15,1-2 13-15,0 0 3 0,0-2-3 0,-3 0-10 16,3-2 7-16,-3 2 8 0,3-5-4 16,-4 1-12-16,1-1 14 0,-3 0-5 0,-1-4-3 15,1-1-8-15,-2 2 8 0,1-3 18 16,-5 3-18-16,1-1-3 0,-3 1 11 0,-2 1 0 15,2 2-11-15,-3 1 8 0,-4 0 8 0,4 6-15 16,-14-1 14-16,14 1-17 0,-20 10 18 0,6 2 5 16,-2-1-5-16,-2 7 2 0,1 6-10 0,0-1 0 15,0 2 6-15,0 2 1 0,7-2 14 16,-1 1-18-16,4-1-6 0,1 0-2 0,2-1 10 16,4-1-7-16,0-3 2 0,0 0-7 15,4-1-4-15,-1-3 19 0,4 0-5 0,-1-4 0 16,5 2-1-16,-1-4 9 0,0-2-1 0,5-1 0 15,1-2-2-15,1 0-8 0,-3-5-7 0,0 1 9 16,-1-1-27-16,1 0-26 0,0 0-87 16,-4-1-157-16,0-1-621 0,-3-1 67 0,-3-2 88 15,2-2 68-15,-6 3 86 0,0-3 65 0</inkml:trace>
  <inkml:trace contextRef="#ctx0" brushRef="#br0" timeOffset="125086.79">14309 13358 852 0,'-8'-5'238'16,"1"3"-20"-16,-3 1-1 0,-1 2-38 0,-5-1 3 15,2 5-18-15,0 1-16 0,-3 0-12 16,-3 7-13-16,2-3-5 0,2 7-14 0,1-3-14 16,-1 3-13-16,2 0-8 0,1 0 0 0,2 1-2 15,4-1 7-15,0-3-28 0,4 3-13 16,0-3 13-16,3-1-5 0,3 1-13 0,1-3-7 16,5-1 2-16,-1-2-10 0,2-1 15 0,6 2-28 15,-1-6 0-15,-2 0-3 0,4-3 6 16,0-1 5-16,0-3-8 0,1 0 5 0,-2-2 0 15,-1-2 2-15,-5-2 4 0,3-1 9 0,-2-1-7 16,-1 1 2-16,0-2 3 0,1 3 16 16,-2 2-11-16,-5-2-16 0,3 3 6 0,0 0 2 15,0 6-2-15,-1-1 10 0,1 1-13 0,-7 1 1 16,14 4-14-16,-4 3 13 0,-3 2-4 0,4-1 9 16,-1 5 0-16,-1-1-12 0,2-2 4 15,-4 5-12-15,3-5-2 0,0 5-34 0,1-1-46 16,-1-3-75-16,4 4-101 0,-7-4-147 15,3 2-327-15,0-2 69 0,0-5 54 0,0-4 63 16</inkml:trace>
  <inkml:trace contextRef="#ctx0" brushRef="#br0" timeOffset="126505.02">14626 13381 793 0,'3'9'220'0,"1"1"-28"0,2 4-8 0,2-2-2 16,-1 3-36-16,2 2-5 0,1 3-16 16,1-1-12-16,-1-1-13 0,0 0-6 0,1-3-7 15,-4 1-2-15,2-4-21 0,2 2 10 16,-4-3-18-16,0-3 1 0,-1 1-3 0,2-1-11 16,-2-1-2-16,-2-6 10 0,2 2-23 0,-6-3 6 15,0 0-9-15,0 0 11 0,15-11-15 16,-15 1-1-16,0 2 6 0,0-7-11 0,3 5 0 15,-6-5 3-15,3 5 3 0,3-2-11 0,-3-1 3 16,0 6-11-16,0-3 1 0,3 3 12 16,1 1-5-16,2 0-4 0,1 0 1 0,1 2 1 15,1 0 0-15,4 2 10 0,-1-1-3 0,4 0-10 16,2 0 21-16,1-3-24 0,-1 5 3 16,3-6-10-16,-2 5 15 0,2-3-10 0,-3-3 11 15,-1 4-14-15,0-2-2 0,-1-2 8 0,-1-1 2 16,-2 1 10-16,-3 1-2 0,-2-3-3 15,-2 2-5-15,-3 1 18 0,1-3-20 0,-4 3 17 16,3 1-4-16,-6 0-4 0,3 0 19 0,-3 2-13 16,3 4 0-16,-7-4 2 0,7 4 1 15,0 0-1-15,-21 13-2 0,14-4 0 0,-2 2 5 16,4 3-13-16,-1 2-2 0,-1 2 8 0,4-1-6 16,3 2 5-16,3-3-10 0,-3 5-7 15,7-3 12-15,-1-1 13 0,2 2-23 0,2-2 13 16,3-2 2-16,1-1-7 0,-1-4-26 0,5-1 5 15,-2-1 0-15,2-6-15 0,0 4-5 16,1-3-13-16,-1-5 0 0,-1 0-3 0,3-3 8 16,-6-2-13-16,3-1 13 0,-4-2 8 0,-2-1-13 15,-1-5 10-15,0-5 18 0,-5 3-15 16,1-4 15-16,-2 2 5 0,-1-1 26 0,0 2 5 16,0 2 20-16,-3 0 11 0,3 5-8 0,-3-1-13 15,1 5 5-15,-1 4-12 0,0-2 17 16,0 6-15-16,0 0-5 0,0 0 8 0,7 17-11 15,-4-7-2-15,-3 5 18 0,4 0-13 0,-1 3 0 16,0-1-11-16,-2 3 6 0,2-1 5 0,0-1-10 16,0 0-11-16,-3 0 8 0,1-3 11 15,2 2-11-15,-3-4 5 0,0-1 0 0,0-2 31 16,0 0-28-16,0-4 5 0,0 1-5 0,0-2 2 16,0-5 3-16,0 0-5 0,-10 1 2 15,10-1-2-15,-4-13 2 0,1 5-5 0,0-2 1 16,0-5-9-16,2 3 14 0,1-4-14 15,1-1 1-15,2 1-1 0,3-1-2 0,1 2 8 16,0-2 0-16,4 1-1 0,5-1 9 0,2 0-21 16,2 2-8-16,0-2 5 0,8 5-5 15,-4-2-7-15,4-3 15 0,2 6 7 0,-5-3-25 16,-2 6 23-16,4-2-18 0,-3 2 3 0,-6 1 7 16,1 0-10-16,-4 3-2 0,1-2 5 15,-5 2-6-15,-1 0 13 0,-3 2-17 0,-1-2 2 16,-6 4 15-16,8-2 0 0,-8 2 1 0,0 0-4 15,0 0-6-15,0 0 19 0,0 0-7 0,-21 12-18 16,14-8 15-16,0 5 8 0,3-1-10 16,-2-1 5-16,3 1 5 0,-1 0-15 0,1 1-1 15,3-1 6-15,0 0-11 0,0 0 16 16,3-1-30-16,-3 0-6 0,4-2 5 0,-1 3-3 16,4-3 14-16,0-1-19 0,-3 1 16 0,2-2 8 15,1-2 12-15,-1 2-10 0,2-1 3 16,-8-2 4-16,13 2 6 0,-6-2 0 0,-7 0-13 15,11 0 13-15,-11 0 0 0,13 0 2 0,-13 0-2 16,10 0 5-16,-10 0-10 0,11-1 5 0,-11 1-3 16,10 0 1-16,-10 0 1 0,9-1-1 15,-9 1 9-15,0 0-4 0,8-5 9 0,-8 5-9 16,7-1-1-16,-7 1 19 0,0 0-21 16,6 0 12-16,-6 0-12 0,4-5 10 0,-4 5 11 15,6-2-9-15,-6 2 6 0,4-4-5 0,-4 4 10 16,4-6-8-16,-4 6 13 0,3-4-13 0,0 0 18 15,-3 4-7-15,1-7-6 0,-1 7 16 16,3-5-16-16,-3 5 19 0,0-5-19 0,0 5 5 16,0-8 1-16,3 5-16 0,-3 3 8 15,0-9 0-15,0 4 2 0,0 5 8 0,0-8-8 16,0 1-2-16,0 2-5 0,3 0 5 0,-6-3 30 16,3 8-28-16,0-8 11 0,0-1-18 15,0 7 10-15,0-4 2 0,0 6 13 0,0-7-12 16,0 7-13-16,0-10 4 0,0 10-6 0,0-2 1 15,0 2 11-15,0-6-5 0,0 6-5 16,0 0-6-16,0-7 24 0,0 7-21 0,0 0 8 16,-3-10-6-16,3 10 1 0,0 0-11 0,0-4 19 15,0 4-11-15,-3-4-2 0,3 4 4 0,-4-6-4 16,4 6 4-16,-7-2 4 0,7 2-4 16,-7-4 1-16,4-1-5 0,3 5 12 0,-10-1-5 15,6-2-20-15,4 3 25 0,-14-4-15 16,8 4 0-16,6 0 3 0,-14 0 10 0,4 0-18 15,10 0 5-15,-14 0-6 0,8 1 14 0,6-1-18 16,-14 5-13-16,10-3-8 0,4-2-25 16,-10 5-21-16,7-3-20 0,-1 1-36 0,3 4-67 15,-2-3-84-15,3-4-92 0,3 10-354 0,-2-6 75 16,-1 3 43-16,4-1 64 0</inkml:trace>
  <inkml:trace contextRef="#ctx0" brushRef="#br0" timeOffset="127319.23">15915 13334 639 0,'0'0'200'0,"0"0"-13"16,0 0 0-16,0 0-16 0,0 16-30 15,0-8-16-15,0 0-4 0,0 2-16 0,0-2 2 16,3 5-12-16,-3-2-13 0,3 2-8 0,-2-1-12 15,2-4-1-15,0 6-10 0,1-4 8 0,-1-2-10 16,4 2 12-16,-3-2-30 0,2-1 20 16,1 0-15-16,4-4 7 0,-1 3-7 0,0-4 0 15,4-2-3-15,-4 0-12 0,3 0 7 16,4-1-13-16,-3-5-2 0,6 2 8 0,-5-3-11 16,5-1 10-16,-3-6-9 0,0 4 6 0,0-5-4 15,0-2-5-15,-6-1 7 0,2 3 1 16,-2-3 17-16,-1-1-20 0,-4-2 2 0,1 4 8 15,-4 0-10-15,-2 4 10 0,3 0 13 0,-4 2-16 16,0 1-9-16,-4 3 4 0,0 2-2 0,1 1-1 16,-4 1 4-16,7 3-19 0,-17 4 13 15,10 0-7-15,0 3 2 0,-2 1 8 0,5 2-8 16,-3 3-10-16,3 0 2 0,1 3 9 16,3 5-9-16,0-2 13 0,3 6-2 0,1 0-8 15,3 6 5-15,0-4 8 0,3 7-3 0,0-3-15 16,4 2 15-16,-1 8-7 0,5 0 15 0,-5 0-11 15,1-5 4-15,-7-4 4 0,3-3-7 16,-3 3-1-16,0-7-7 0,-4 2 3 0,0 1 2 16,1-6-13-16,-4 1 31 0,-3-2-25 15,2-2 27-15,-2-2-14 0,-3-1 7 0,2-4 10 16,-3 1 0-16,0-5 3 0,0-2-3 0,-3-1 5 16,3-5-7-16,-3 0 12 0,10 0-15 15,-17-5 0-15,10 0 8 0,0-3-8 0,1-1-16 16,2-6 6-16,1 5 0 0,-1-5-5 0,4 0-6 15,4-3 3-15,2 1-2 0,1-3 2 16,0-2-5-16,4 1 8 0,2-4-13 0,4 0-6 16,-3 0 17-16,6-2 4 0,1-8-15 0,6 2 15 15,-3-2-10-15,3 1-8 0,-3 0 11 0,-7 4 7 16,1 5-7-16,1 0-3 0,-4 1 7 16,-5 4-14-16,1-3 1 0,-1 6 12 0,-1-1-1 15,-5 3 0-15,-1-2 13 0,1 7-3 16,-3-3-12-16,2 4-3 0,-3 3 12 0,-4 0-17 15,0 0 3-15,-2 6 12 0,6 0-2 0,-11 0 2 16,2 6-2-16,-2 2-1 0,4 1 1 0,-3 3-5 16,2 3 7-16,-1 2-3 0,5-2-9 15,-2 3 20-15,3-1-13 0,2 5 5 0,2-4-2 16,2 0-3-16,3-1 0 0,1 5 3 16,4-5-3-16,-1 0-20 0,3-1-3 0,4-5-23 15,0 4-36-15,1-5-79 0,2 2-103 0,3-3-214 16,-2-5-288-16,4 4 73 0,-6-4 58 15,5-2 67-15</inkml:trace>
  <inkml:trace contextRef="#ctx0" brushRef="#br0" timeOffset="129352.37">17579 13375 1151 0,'0'8'318'0,"1"2"-11"0,-1 3-59 16,0-3-17-16,3 5-22 0,-3-3-19 0,0 3-16 15,0-2-13-15,0-1-12 0,0 1-16 0,0-1-13 16,0-4-5-16,0 2-10 0,-3 1-15 15,3-5 5-15,-1 2-6 0,1-1-7 0,-3-1 0 16,3-4 10-16,-3 4-10 0,3-6 8 0,-4 1-19 16,4-1-4-16,0 0-11 0,-7-9-5 0,4 1-5 15,0-5 0-15,2 3-10 0,2-5 0 0,-1 3-8 16,3-3-10-16,0 0-10 0,0-2 12 16,1 5-4-16,3-2 2 0,-3 4-11 0,2 1-2 15,1 0-10-15,-1 1 5 0,2 2 3 16,-1 6-8-16,-1 0-3 0,4 0 18 0,1 6-20 15,-1 2 15-15,0 2-2 0,1 1-8 0,-1 2 2 16,0-1 6-16,1 3-1 0,-5 0-15 16,4 0 24-16,-6-3-4 0,6 5-12 0,-6-5 5 15,2-1-10-15,-5-1 13 0,5-2-1 0,-3 2 3 16,1-3 3-16,-3 0 0 0,2-4 7 0,0 4-2 16,-3-6-3-16,4 3 3 0,-4-4 5 15,0 0-3-15,0 0-18 0,9-9 14 0,-8 2 1 16,2-4 1-16,4-2-8 0,-3-4 3 0,-1 0-16 15,4-6 21-15,-1-2-5 0,1 0-6 16,0 0-7-16,0-3 10 0,0 6-10 0,-1-3 0 16,2 4-8-16,-1 0-5 0,-1 6 26 0,1 3-10 15,-1-1-14-15,-1 3 6 0,1 2-10 0,1 5 17 16,-4-1-10-16,-3 4 8 0,0 0-18 16,18 8 18-16,-12-1-13 0,1 3 18 0,-1-3-8 15,2 7 13-15,-4-3 1 0,2 3-4 0,1 1-12 16,-1-1-8-16,-2 1 10 0,3-1 8 0,0-3 8 15,0 4-18-15,2-5-16 0,-1 4 3 16,-1-4 0-16,3-3-13 0,0 1 5 16,-3-5 3-16,3 3-5 0,-3-5 7 0,4-1-7 15,-11 0 13-15,16-6-16 0,-5 2 21 0,-4-4-14 16,3-5 6-16,0 4 3 0,0-4-1 0,-3-1-7 16,3 3 21-16,-2-1 1 0,-2 3 6 0,-2 1 8 15,2 0 5-15,1-1-23 0,-4 7 12 16,1-4-9-16,-4 6 24 0,0 0-1 0,0 0-6 15,10 10-2-15,-6-2 5 0,-4-1-3 0,3 6 0 16,0-3 5-16,1 0-4 0,-1 5 9 0,1-3-2 16,3 3-8-16,-4 0 0 0,4 1 1 15,-1-4-1-15,-2 1 5 0,6-2-15 0,-3-3 11 16,0 0-9-16,-1-1 16 0,2 0-13 16,-1-4 3-16,-1-2-6 0,4-1 19 0,-5-1-16 15,1 1-5-15,1-7 8 0,-1-3-1 0,1 2 14 16,-3-2-14-16,0-5 1 0,-4-2 5 0,3-1-3 15,-3-2-5-15,0 0-2 0,-3-1 5 0,2 0 2 16,-2 2 10-16,-1-1-4 0,0 1-4 16,1 2-4-16,-3 3 10 0,6 2-15 0,-4-1 9 15,1 2-9-15,3 3 2 0,-3 1 5 0,0-3-5 16,2 3-2-16,1 4-3 0,0 3 8 16,1-8-8-16,-1 8-5 0,6-5-3 0,-6 5 8 15,13 3 5-15,-13-3-15 0,24 2 5 16,-10 1-3-16,6-3 5 0,1 5-4 0,4-3 7 15,1 2 2-15,2-2 9 0,5 0-14 0,-2-2 6 16,0 0-6-16,0 2 0 0,-1-2 6 0,1-2-3 16,0 2-3-16,-4-1 6 0,-2-2-6 0,-1-1-7 15,-3 1 18-15,-2-1-11 0,-1 0-2 16,-5-2 13-16,1 5-8 0,-4-2-5 0,0-1-11 16,-2 1 21-16,-2-1 1 0,-6 4 1 15,4-1 1-15,-4 1 0 0,0 0-3 0,0 0 0 16,-24 8-3-16,11 0-7 0,2 2 13 0,-3-2 10 15,0 6-8-15,1 0-25 0,0 0 17 0,-1 1 3 16,3 2 1-16,0 1 6 0,2-3-12 16,2 2 0-16,1-2-2 0,5 1 4 0,-2-4-20 15,3 3 11-15,3-5 2 0,1 3 2 0,-1-2 3 16,4-3-13-16,2-1-7 0,2-1 12 0,-1-2-10 16,0-3 11-16,4-1 1 0,-3-3 4 15,0-4 2-15,5 0 0 0,-2-1-8 0,3-9 16 16,-3-1-3-16,3-5-8 0,0-2 3 15,-4-2-5-15,1-2 5 0,0-12 3 0,3-3 2 16,-10 8-13-16,0 3 8 0,-1-3 0 0,-2-3 5 16,3 2 6-16,-7-1-16 0,3 1 17 15,-3 0-9-15,0 9 17 0,0 2-4 0,0 4 7 0,0 4-3 16,-3 1-15-16,-1 3 6 0,0 6-4 16,1 5 6-16,-3 3 8 0,6 0-6 0,-10 10-7 15,2-2 7-15,2 9 0 0,2-2-2 0,-3 5-13 16,4 3 10-16,0 2 1 0,3 6-1 15,-3-2 8-15,3 1-5 0,3 4-3 0,0-1-5 16,0 2-5-16,1-2 8 0,3-1-6 16,3 1-20-16,-3-2-28 0,0-2-10 0,2-4-52 15,2-1-71-15,-4-6-49 0,3 0-81 0,-3-3-155 16,3-5-7-16,-3-2 87 0,0-1 44 0,3-1 130 16,-6-2 82-16,3-2 51 0,-1 0 44 15,1-2 36-15,0 0 20 0,-7 0 10 0,14-4 33 16,-5 1-7-16,-1 1 36 0,-4-3-16 0,5 3 14 15,-2-4 1-15,4 3 3 0,-4-2 11 0,2-4-29 16,1 5-4-16,1 0 4 0,-1-4-7 16,0-1 2-16,1 1-10 0,-1-2 2 0,0 1-2 15,1-4 0-15,-1 2 3 0,-1-3-16 0,-1 0 3 16,-1-1-3-16,-1-1-7 0,-2 0 2 16,-1-1-11-16,0 2-1 0,-3 3 12 0,0-1-10 15,0 1-16-15,0 0 6 0,-3 4-11 0,-3 0-2 16,2 5 5-16,-2 0 5 0,-1 0 0 0,7 3 2 15,-18 7 4-15,9 2-14 0,-2 0 0 16,1 7 3-16,3-1-5 0,0 3 2 0,0 4 3 16,0-2 3-16,4-4-6 0,3 7 11 15,0-4-13-15,0-1-1 0,3 3-14 0,1-3 9 16,2 0 4-16,2-3-9 0,1 1 6 0,1-4 10 16,2-1-5-16,1-1-8 0,1-4-5 15,2-1 13-15,2-1-1 0,-2-4-9 0,5-3 12 0,-4 0-10 16,7-5 3-16,0-1 0 0,1-7-6 15,-1-2-7-15,-1-4 0 0,4-10-10 0,0-3-11 16,-6-4-5-16,-4 1-7 0,1-5 5 0,-5-2-8 16,-2-1 8-16,-2-4-8 0,-2 0 5 15,-3-4 8-15,-1 3 15 0,1 6-20 0,-4 5 7 16,0 1 16-16,-4 4 5 0,4 8-1 16,-3 0 4-16,2 4-8 0,-2 2 10 0,0 8 2 15,0 1-15-15,-4 6 6 0,-4 2 35 0,1 8-13 16,0 5 13-16,-4 4-5 0,1 11 11 0,-1 5-9 15,0 11-4-15,1 6 4 0,2-1-4 0,4 3 12 16,1 4-15-16,3 1-3 0,3-8-4 16,0-3 7-16,3 8-1 0,3 0 1 0,-2-7-7 15,3-10 4-15,3 4-2 0,-3-6 12 16,3 0-7-16,1-6-5 0,-4-3-5 0,2-2 15 16,1-4-10-16,1-1 2 0,-4-5 13 0,0 0 5 15,3-3 8-15,0-3-18 0,-3-1-5 0,0-3 8 16,-7 0 0-16,10-7-39 0,-6 4-23 15,-4-5-28-15,0 1-41 0,-4-5-110 0,-10 0-251 16,1-1-389-16,-4-6 103 0,-3 1 109 0,-4-5 42 16,-7-6 45-16</inkml:trace>
  <inkml:trace contextRef="#ctx0" brushRef="#br0" timeOffset="134751.88">6657 5734 673 0,'0'0'222'0,"0"0"-22"16,0 0-18-16,0 0-36 0,0 0-8 0,3 19-25 16,1-9-3-16,-1 5-21 0,5 0 11 0,-1 5-21 15,2 3 1-15,2 4-21 0,2 2 2 0,-3 2-7 16,4 7 10-16,3 4-13 0,-3-4-13 15,-4-8 16-15,4 12-8 0,-3-4-7 0,2 4 7 16,1-6-5-16,-1 10-3 0,1-4 3 0,-1 1 13 16,-1 1-16-16,-2-6 8 0,2 6 3 15,3 2-8-15,-2 0 0 0,-3 1-8 0,4-3 8 16,-4 2-5-16,1-8-5 0,-1 7-3 16,0-1 15-16,4 4-2 0,-4-4-2 0,0-9 4 15,1-1-2-15,-1 9-5 0,0-5-5 0,0-5-6 16,-3 3 14-16,3-3 2 0,-3-1-13 0,4 1-3 15,-5-1 14-15,1 1-14 0,0-3-2 16,3 2 16-16,-6-2-1 0,2 3 0 0,1-5-4 16,0 3 7-16,0 1-3 0,-4-3 0 0,4 2-4 15,-4-5 2-15,1 2 10 0,3 4-5 16,-3-7-3-16,2 5-12 0,-5-2-1 0,5 4 6 16,-3 0-5-16,1 1-14 0,3 0 14 0,-7 0-8 15,3 0 7-15,1 1-4 0,-4 0-1 16,3-1 1-16,0 2 2 0,-3-2 3 0,0 6-3 15,0-4-8-15,0 0 13 0,1 1-18 0,2 1-5 16,-3 1 13-16,0 1 0 0,3 1 3 16,-3 0-11-16,0 13 0 0,3-9 13 0,-3-5-7 15,4 17-9-15,3-5 9 0,-6 3-1 0,5 0 5 16,-3-2-17-16,1-2 10 0,2 1-8 16,-2 2 10-16,3 0-4 0,-3-3-14 0,2 0 0 15,-3 0 14-15,0-6-9 0,1 9-2 0,-1-9-2 16,1-7-3-16,-3 3 12 0,2 11 6 0,0 2-10 15,0-9 12-15,1 8-10 0,-1-1 0 16,0 2 8-16,0-10-10 0,1 8 12 0,0 1-2 16,0-2-11-16,2 0 19 0,-6-5-11 15,7 8 5-15,-4-1 1 0,4-2-6 0,0 0-5 16,0 1 8-16,-3 4-11 0,5-3 14 0,-1 3-3 16,-2-4-1-16,1-1-9 0,0-1 10 0,3-4-13 15,0 5 15-15,-3 0-12 0,3 5-3 0,-3-2 0 16,3 3 5-16,-3-3 10 0,4-3-15 15,-4-2 0-15,0 0 3 0,2-11-3 0,-1 1 2 16,2 6 6-16,-3-4 5 0,2-6-11 16,-1-2-2-16,-1-3 0 0,-1 1 13 0,1-5-18 15,0-1 13-15,-3-3 61 0,2 4 2 16,-3-9-7-16,4 1-7 0,-4 0-4 0,1-2-14 16,0-1 4-16,0-3-4 0,-1-1-1 0,3 2-79 15,-2-1 8-15,-1-2-3 0,0-1 18 0,0 2-2 16,2-2-1-16,-2 0-7 0,0 1 10 0,-2-1-5 15,2-1 10-15,0 1 3 0,0-2-13 16,-2-2-31-16,-1 3-46 0,3-4-97 0,-3-3-100 16,0 7-624-16,0-7 112 0,0 0 54 0,0 0 74 15,-10-20 62-15,3 2 76 0</inkml:trace>
  <inkml:trace contextRef="#ctx0" brushRef="#br0" timeOffset="135601.38">7429 5998 701 0,'7'23'189'16,"1"0"-15"-16,-2 0-18 0,-2-4-7 15,2 5-16-15,1 0-28 0,1-1-8 0,-1-2 6 16,2 4-14-16,-2-3-35 0,0-1-13 0,0 0-36 15,-1-3-64-15,1-2-41 0,1-1-110 0,-5-3-245 16,4-4-136-16,-4-2 79 0</inkml:trace>
  <inkml:trace contextRef="#ctx0" brushRef="#br0" timeOffset="136051.63">7491 6142 545 0,'-10'-31'253'0,"1"6"-7"0,4 0 2 0,-2 5-5 15,4-4-20-15,0 7 10 0,0-5-33 0,2 4-3 16,1 0-21-16,1 1-4 0,2 1-19 15,3-1-30-15,-2 3-15 0,6-1-8 0,-2 5-6 16,4 0-2-16,3 3-10 0,-2 5-5 0,4-3-23 16,-3 8 2-16,6 0 3 0,-3 3-10 15,1 3-1-15,2 2-7 0,-6 3 3 0,0 2-6 16,-8-3 8-16,1 4-10 0,-4-2-13 0,-2 3 10 16,-1 1-10-16,-4-1-7 0,1-2 12 0,-3-2 3 15,2 1-6-15,-4-1-4 0,2-3-3 16,-1-1 0-16,1-2 5 0,2-1 2 0,-3-1-7 15,3-2-8-15,1 0 8 0,3-4-5 16,-7 0-3-16,7 0-17 0,0 0 7 0,0 0 0 16,0 0 0-16,0 0 5 0,17-14 2 0,-6 13-12 15,-1 0-2-15,4 1 17 0,-1 1-20 16,1 0-1-16,6 1 9 0,-2 3-3 0,-2 2 2 16,2-4-10-16,-2 4 8 0,2 0-2 0,-5 2-4 15,1-1 24-15,-3 0 3 0,-2 0-9 16,-1-1 14-16,-2-1-3 0,-5 4 5 0,2-4-3 15,-6 1 6-15,-1 5-3 0,-3-3 13 16,-3 1-16-16,0-1-5 0,-4 1-2 0,0 0-5 16,1-2 2-16,-4 1 13 0,3 1-2 0,0-4-11 15,1 3-8-15,-1-3 4 0,3 1-19 0,2-1-23 16,1-2-43-16,-2 2-42 0,7-4-12 16,-3 2-46-16,6-4-133 0,0 0-510 0,0 0 64 15,0 0 83-15,0 0 55 0,23-14 65 0</inkml:trace>
  <inkml:trace contextRef="#ctx0" brushRef="#br0" timeOffset="136935.23">8082 5954 1026 0,'0'0'356'0,"0"0"-31"0,0 0-46 16,0 0-13-16,-19 21-18 0,8-11-40 15,1 3-24-15,0 2-13 0,-5 4-25 0,5-1-7 16,1-1-17-16,-2 2-4 0,4-2-21 0,0-2-10 15,4 2 1-15,0-2-17 0,0-4-2 0,3 3-10 16,3-4-10-16,3-1 2 0,-2 0-10 16,3-3-8-16,4-2 3 0,2-1-15 0,0-2-6 15,1-5 5-15,2 1-7 0,2-4 23 16,-5 0-36-16,1-3 13 0,0-1 7 0,0-4-12 16,-4-2-5-16,0 3 4 0,-3 1 1 0,0-2 5 15,-4 2-1-15,1 3 14 0,2-1-18 0,-5 3 5 16,2 0-6-16,1 0 3 0,-1 3 1 15,-2 3-6-15,-1 2-5 0,0 0-5 0,0 0 2 16,0 0 6-16,0 0-11 0,9 14 8 16,-9-11 3-16,4 4-1 0,2 0-2 0,-3-1 8 15,5-1-13-15,-4 1 2 0,5-2 8 0,-2 0 6 16,1 0-9-16,1-2-15 0,1 0 24 16,1-2-1-16,2-4 0 0,-3 1 10 0,5-2-17 15,-2 1 12-15,1-4-10 0,-1-1 6 0,1 1-1 16,-3-5 10-16,-1 1-20 0,0 1 13 15,0-3-3-15,-3-2 1 0,-1 5-9 0,2-3 6 16,-5 3 2-16,1 0-5 0,-1 1-5 0,0 3-20 16,1 3 12-16,-1-1-10 0,1 2-2 15,-4 3 10-15,0 0-1 0,17 9 4 0,-10-1-11 16,2 3 20-16,-1 3-7 0,2-2 0 0,-4 3 2 16,1 2-4-16,1 0 12 0,-5-1 0 15,1 1-8-15,-1 1 3 0,-3-3 6 0,0 2-9 16,-3-2 8-16,-1 1 0 0,-2-2-5 0,-2-2 13 15,-2-1 8-15,0-3-1 0,-4-1 6 16,1-1-19-16,1-2 4 0,-1-2-4 0,0-2 1 16,-4-4 2-16,4 2 5 0,1-5-4 0,-1 0 4 15,2-2-5-15,1 3 6 0,1 0-6 16,2-1-18-16,-1 0 16 0,5 5-11 0,-1-3 6 0,4 5-1 16,0 0-17-16,0 0 13 0,0 0 9 15,0 0-9-15,25 5-1 0,-12-3 8 0,1 5 3 16,3-4-11-16,0 1 1 0,4-1 4 15,-1-2 1-15,1 1-18 0,0 1 15 0,-1-3 0 16,4-5 5-16,-4 3 5 0,4-4-10 16,-3-3 13-16,3 0-11 0,-4-1 9 0,0-2 12 15,-2 0-6-15,-1-3 9 0,0 4-5 0,-4-5-14 16,-2-1 11-16,-1 0-5 0,-3 1 2 0,-1-1-2 16,-5-2 5-16,-1-1-3 0,0 2-4 15,0 0-4-15,-1 2 14 0,1 1 4 0,0 5-2 16,-3 0-30-16,3 3 17 0,-3 1-2 15,0 3-16-15,3 3 8 0,0 0-3 0,-10 10 1 16,9-3 2-16,-2 4-3 0,0 3 6 0,3-3 10 16,3 4-16-16,0 2 8 0,-2 1-2 0,5-3-6 15,1 2-7-15,0 1-3 0,6-1 8 0,-2-1-15 16,6-2-19-16,-1-1-30 0,2-1-36 16,-2-2-82-16,5-2-89 0,0-1-582 0,-1-4 39 15,1-3 67-15,0 0 76 0,-4-3 67 16,3-3 69-16</inkml:trace>
  <inkml:trace contextRef="#ctx0" brushRef="#br0" timeOffset="138605.12">9238 5700 934 0,'0'0'284'0,"13"9"-31"15,-5-1-22-15,-1 3-16 0,0 4-18 0,3 3-21 16,0 5-27-16,0-4-13 0,0 4-3 15,1 2-13-15,2 0-7 0,-6-1-21 0,4-1-10 16,-5-3-6-16,-2 4-1 0,3-5-14 0,0-2 1 16,-4-2 2-16,0-1 15 0,-2-3 26 15,2-1 10-15,-3-2 3 0,3-1-8 0,-3 0-13 16,0-7-15-16,0 0-10 0,0 0-1 16,0 0-2-16,-13-14-12 0,9 4-3 0,0-5-8 15,1-1-3-15,-3-3-5 0,5 2 1 0,-2-6-6 16,3 4 6-16,0 0-16 0,3-1 2 0,-3 3-7 15,1 4 0-15,2 0-15 0,3 1 12 16,-2 0-7-16,6 5-6 0,0 3 19 0,-3 0-11 16,4 4-10-16,2 2 15 0,1 3-20 0,0 1 15 15,-1 2-7-15,1 1-3 0,-1 1 8 16,5 4-11-16,-5-4-2 0,-2 0 8 0,-1 2 2 16,-3-2-5-16,2-1-5 0,-1 0 10 15,-4-2-3-15,2 1 11 0,-3-4-3 0,4 2-5 16,-3-3 6-16,-3 1-6 0,-1-4 5 0,0 0 3 15,0 0-8-15,0 0 0 0,0 0 3 0,0-16 2 16,-1 7-18-16,1-4 8 0,-4-3-2 16,4 1-3-16,-3-5 5 0,3 3 7 0,0-2-14 15,3 3 1-15,-3 0-1 0,4 2-1 0,-3 2 3 16,2 1-10-16,3-1 2 0,-2 4 8 16,2 3-6-16,1 0 6 0,0 4 3 0,3 1-8 15,0 3-1-15,1 2 9 0,-1 4-3 0,3-1-6 16,-2 3 1-16,2 2 8 0,-3-1 7 15,1 1-10-15,2-1 5 0,-2 1-8 0,-1-1 21 16,1 1-34-16,2-3 11 0,-3 0 36 16,0 2-39-16,1-3 3 0,-1-5-1 0,0 3 1 15,4-2 10-15,-4-3-3 0,4-2-4 0,0 0-3 16,0-4 4-16,-1 0-9 0,0-4 15 0,2 0-20 16,-2 0 4-16,1 0-4 0,-4-1 15 0,3 0 0 15,-5 3-11-15,2-1-12 16,-3 3 10-16,3 2-15 0,-3 0 12 0,-7 2-12 0,13 2 25 15,-5 1-4-15,-2 0-9 0,1 3-2 16,3 1 26-16,-4-1-16 0,2-1 0 0,2 3 5 16,-3-2 1-16,-1 2 7 0,5-4-11 0,-4 2 9 15,-1 0-1-15,1-4 1 0,-2 3-1 0,1-3 24 16,1-1-9-16,-7-1-9 0,10 2 5 16,-10-2 2-16,10-5 5 0,-10 5-10 0,7-7 13 15,-7 1-2-15,0-1-3 0,0 0-8 16,-3-3 0-16,-1-1-3 0,1-1 3 0,-5-1-2 15,2-1 5-15,0 1-3 0,2-1 5 0,-3 3 3 16,3-1-6-16,-2 2 6 0,5 1-5 16,-2 1-18-16,0-1 7 0,3 2 3 0,0 0-2 15,0 3-1-15,3 0 6 0,1-1-3 16,2 0-6-16,2 0 6 0,2 3 6 0,0 0-1 16,4-3-5-16,-1 4-21 0,1-2 16 0,3-2 0 15,0 2 10-15,0-3-13 0,1 4 11 0,2-4 0 16,-3 0-6-16,4 1-2 0,-5-1 13 15,2 4-11-15,-2-4-5 0,-2 3 13 0,-3-1 1 16,0 0-1-16,1 3-10 0,-5-4-11 16,0 5 6-16,0-1 18 0,-7 1-3 0,0 0-3 0,4 7 1 15,-8 1-3-15,1 1-5 0,-4-1 10 16,0 4-8-16,0 5 3 0,-2 0-5 0,1 4 0 16,1-2 13-16,-3 3-16 0,3-4 16 15,3 0-8-15,-2 0 7 0,3 1-22 0,2-4 10 16,-2 0 15-16,3-1-7 0,0-3-8 0,3 2 12 15,1-4-7-15,2 0-2 0,-1-5 9 16,4 0-7-16,1-3-2 0,1 1-3 0,-1-5 0 16,0-1 7-16,1 0-2 0,2-5 5 0,0-3 6 15,-1-1-11-15,1-5 2 0,-2-4-10 16,-5 0 11-16,1-3 2 0,-1-2 3 0,-2 1-3 16,-1-9 5-16,-3-4-7 0,0 3 4 0,-3-3-9 15,0 0-1-15,-1-8 8 0,-3 6 8 16,4 7-10-16,0 5-6 0,-3 4 11 0,1 4-3 15,2 3-10-15,0 4-5 0,2 5 10 0,-2 3 2 16,0 4-17-16,3 2 7 0,0 0 0 0,-10 25 1 16,7-8-6-16,1 6 8 0,4 2-3 15,1 1 6-15,0 3-3 0,0 3-3 0,4 1 16 16,0-2-8-16,4 2 5 0,-2-4-3 16,1 1-7-16,2-3-3 0,1-2 11 0,0-2-3 15,1-6 13-15,0-1-8 0,3 1 5 0,-1-5 0 16,-1-5 1-16,1 0 1 0,2-4-1 0,-1 0 1 15,3-8-1-15,-2 3-9 0,1-6 3 16,-1-2-5-16,-1-3-5 0,0-4 5 0,-2 2 5 16,-2-3-10-16,-3 0 5 0,0 3 0 15,-3 2-2-15,0-2 9 0,-4 7-9 0,3-1 4 16,-5 1-9-16,-1 4-4 0,0 4 22 0,0 0-11 16,0 0 12-16,0 0-12 0,-14 15 3 15,8-7-13-15,2 6 15 0,-3-3 13 0,3 3-21 16,4 3-7-16,-3-5 7 0,3 4-2 0,0-2 3 15,0 2 7-15,3-5-5 0,-2 3 0 16,2-3-3-16,4-1 1 0,-3 1 17 0,2-2-15 16,1-4 3-16,0 2 10 0,3-3-3 0,0-2-8 15,0-2-4-15,1-2-1 0,2-2 6 0,-1-3-21 16,1-1 28-16,0-1-18 0,1-3 1 16,-1-2 7-16,1-3-8 0,0-1 13 0,0-5-2 15,-1-2-3-15,-3-3 2 0,1-3 1 0,-4-4 2 16,-1 1 18-16,-2-5-31 0,-1 3 16 15,4-2-8-15,-7 4 5 0,0 6-13 0,0 3 19 16,0 3 1-16,0 3-1 0,0 3-14 0,0 3 6 16,-3 4-6-16,3 5-5 0,-4 4 11 15,4 0 2-15,-7 9-7 0,4 2-1 0,0 6 11 16,0 4 5-16,2-2-13 0,1 6 10 0,0 2 0 16,1 2 0-16,2-3-5 0,3 2 13 15,-5 1-2-15,5-4-14 0,1 4 3 0,0-1 3 16,-3-6-11-16,5 2 19 0,-1-1-11 15,2-1-8-15,-4-3-7 0,1-2-18 0,-3-3-51 16,3-1-193-16,-4-1-186 0,4-1-389 0,-4-3 66 16,-2-5 80-16,1 0 86 0,-2-3 32 0</inkml:trace>
  <inkml:trace contextRef="#ctx0" brushRef="#br0" timeOffset="139167.64">11740 5409 852 0,'-3'8'269'0,"6"3"-13"0,-2 7-18 0,2 2-21 15,4 2-38-15,-3 3 1 0,5 7-4 16,-2 1-30-16,0-1-18 0,4 1 0 0,-1 10-13 16,0-4-15-16,1-5 0 0,-2-2-13 0,-2 0-13 15,4-1-5-15,-5 0-12 0,1 0-9 0,0-6-35 16,0-3-82-16,-3 0-100 0,-1-4-171 16,0-4-403-16,-3-3 67 0,1-5 60 0,-2-4 70 15</inkml:trace>
  <inkml:trace contextRef="#ctx0" brushRef="#br0" timeOffset="139434.64">11713 5553 737 0,'0'-19'322'0,"0"1"-20"0,3 2-20 0,2 2-36 0,1 3-24 16,1 2-20-16,-1 0-12 0,5 2-24 16,-1 0-28-16,3 6-2 0,2 0-26 0,1 2-5 15,2 2-13-15,3 5 11 0,-2 0-9 0,2 6-14 16,0-3-1-16,-1 7-10 0,-3-1 0 15,-3 0-10-15,-3 4-5 0,-1-4 2 0,-4 0 21 16,-3 1-28-16,-3 0-3 0,-3 3 10 0,-3-4 8 16,-1 2-18-16,-4-2 0 0,1 1 8 0,-3-3-5 15,-1 2-11-15,1-7 8 0,1 2-20 16,-1-3-1-16,-1-2-4 0,4-3-37 0,0-1-58 16,-1-1-69-16,2-4-157 0,-1-4-171 15,6 0-343-15,1-4 82 0,-2 0 82 0,5-3 51 16,1-6 59-16</inkml:trace>
  <inkml:trace contextRef="#ctx0" brushRef="#br0" timeOffset="140501.51">12140 5493 593 0,'12'16'238'0,"0"-4"-2"16,-2 2-21-16,-2-2-18 0,-1 2-5 0,-1 0-18 15,1-1-20-15,-1 2-21 0,-1-1 0 16,1-3-10-16,-5 2-8 0,2-3-5 0,0 0 5 15,0 0 0-15,-2-2-12 0,2-1 32 0,-3 0-19 16,0 0-9-16,0-7-10 0,-3 3-5 0,3-3 3 16,0 0-21-16,0 0-4 0,0 0-6 15,-17-15-6-15,12 6 4 0,-1-2-11 0,0 0 8 16,2-4-5-16,1-2-16 0,0 1 11 16,2 2-16-16,1 3-2 0,0-5-1 0,0 7 1 15,4-3 10-15,-1 1-13 0,1 4 0 0,5 3-10 16,-1-1-2-16,-1 3-1 0,2 1 0 0,2 1 6 15,2 0-19-15,1 3 9 0,3-2 4 16,-4 3-10-16,5-4 5 0,-4 3 3 0,6-2-13 16,-6 2 10-16,6-1 3 0,-5-2-8 15,4 0 3-15,-1-5 5 0,2 4 0 0,0-2-6 16,-2-1-2-16,-1-1 11 0,0-2 2 16,-3-1-16-16,3-1 11 0,-4 1 0 0,1-5 2 0,-4 1 1 15,0-2-14-15,-2 3 13 0,-2-5 11 16,1 7-11-16,-4-3-4 0,1 3 9 0,2 3-15 15,-2-1 3-15,-3 2 2 0,-1 5-2 0,0 0 10 16,0 0-16-16,0 0 1 0,0 0-1 16,-11 25 9-16,8-11-1 0,-1-1-5 0,1 3 0 15,0 0-18-15,2 2 8 0,1 2 3 16,1-3-3-16,2 0 7 0,3 0-4 0,-2 0-1 16,2-1 0-16,2 0-4 0,2-4 17 0,3 1-10 15,-2-2 5-15,5-3-2 0,-1 1-3 0,4-4 10 16,-1-2-2-16,3-3-11 0,2 0-10 15,1-3 11-15,4-4-6 0,-1 0-5 0,4-4 6 16,0-3 7-16,-1-1-3 0,-2-2-5 16,-4-3 3-16,-1-3 0 0,-2 0 2 0,-6 1-7 15,-2 1 8-15,-3 4 14 0,1-2-4 0,-5 3-5 16,-2 7 7-16,-1-4 0 0,0 3-5 0,-6 6-5 16,-1 0 3-16,4 4-3 0,-17-2 2 15,17 2 1-15,-20 10-6 0,6 0 14 0,0 1-19 16,-3 0 11-16,4 5-1 0,-1-7-2 15,4 5-8-15,0-1 19 0,-1 1-14 0,4-3-2 16,1 1-8-16,2-2 21 0,-2-1-11 0,5 1 14 16,1-3-14-16,0 0-7 0,1 0 2 0,2-4 6 15,3 0-9-15,1 0 11 0,0-2 0 0,-7-1 8 16,20-6 0-16,-9 4-11 0,3-7 8 16,-1 1-2-16,4-6-13 0,-3-1-3 0,3-2 13 15,-4-4 10-15,2-4-15 0,-2 0-3 16,-2-3 8-16,-1-2-2 0,-4-1 9 0,-2 2-4 15,-1-6-13-15,0-1-1 0,-3 9 4 0,0-4 4 16,-3 3 6-16,3 0 4 0,-3 6 1 16,3 0 2-16,0 5 1 0,-3 2-17 0,2 3 6 15,-2 3-5-15,3 4 0 0,-3 2 8 0,3 3 4 16,0 0 1-16,-7 15-16 0,4-4 3 16,3 5 16-16,0 3 1 0,0 0-9 0,3 6-11 15,0 3 6-15,1-3-3 0,2 4 25 16,4 2-30-16,-2 0 7 0,5-5 8 0,0 0-7 15,-1-1-1-15,4-1-4 0,-2-7 17 0,0-1 5 16,3-5-30-16,-1 3 7 0,-1-5 8 0,1-7-5 16,2 3-8-16,-5-5 11 0,4-5 4 0,-3 1 3 15,3-3-12-15,1-7-6 0,-5-1 8 16,0-2-11-16,1-1 11 0,-4 3 13 0,-3-3-8 16,4 7 5-16,-5-3-13 0,1 4 1 15,-3 2 2-15,2 2-11 0,-2 5 11 0,-4 1 2 16,0 0-7-16,0 0 5 0,17 14-3 0,-11-3 1 15,-1 3 27-15,1 3-25 0,-2-1-8 16,2 0-15-16,-2 0-38 0,2-1-67 0,-1-1-93 16,1 3-250-16,-2-7-353 0,2 2 63 0,-3-3 88 15,-2-7 66-15,2 3 67 0</inkml:trace>
  <inkml:trace contextRef="#ctx0" brushRef="#br0" timeOffset="140618.26">13508 4995 816 0,'0'0'264'0,"4"-3"-36"16,-4 3-83-16,0 0-111 0,6 12-224 15,1-3-401-15,-1 3 64 0</inkml:trace>
  <inkml:trace contextRef="#ctx0" brushRef="#br0" timeOffset="140903.76">13798 5138 1087 0,'0'0'336'0,"0"0"-34"0,0 0-23 16,-17 13-31-16,10-4-25 0,-2 2-19 0,2 3-9 16,-1 2-21-16,1 5-20 0,-2 0-3 15,2 3-18-15,4-3-13 0,-2 2-15 0,2-2-10 0,0-3-8 16,3 0-13-16,0 0 10 0,3-1-17 15,-3 0 5-15,5-3-16 0,1-2-2 0,1-1-6 16,3-2 4-16,1-3-17 0,2 0-1 16,4-2 9-16,-4-2-38 0,5-2 6 0,-1-6-11 15,3 3-18-15,4-6-26 0,-4-3-48 16,5-1-56-16,-1-3-65 0,0-6-109 0,-1 3-387 16,5-15-52-16,-7 6 88 0,3-8 72 0,-8 7 50 15</inkml:trace>
  <inkml:trace contextRef="#ctx0" brushRef="#br0" timeOffset="141084.87">14134 4917 721 0,'-4'-20'290'0,"1"7"1"0,3 0-22 16,-3 3-41-16,-1 6-10 0,3 0-29 0,1 4-25 16,0 0-21-16,0 0 13 0,-13 14-10 15,7-3-20-15,5 3-4 0,-2 4-17 0,3 4-10 16,-3 3-8-16,3 2-5 0,0 0 0 0,3 3-13 16,0 1-10-16,-2-2-5 0,5 5 10 0,-3-2-16 15,-2-4-7-15,2-1-5 0,0 1-13 16,0-3-33-16,2-3-52 0,-2-2-68 0,-3-3-154 15,0-4-474-15,0 0 39 0,0-3 48 16,-3-5 70-16,-2-2 58 0</inkml:trace>
  <inkml:trace contextRef="#ctx0" brushRef="#br0" timeOffset="141334.04">13993 5246 721 0,'0'-5'287'0,"-3"-1"-18"15,3 6-31-15,3-10-23 0,0 5-15 16,2 1-24-16,1-2-20 0,1 0-18 0,3 2-10 15,1-4-17-15,2 0-1 0,4 2-11 0,-3-2-22 16,3 1 10-16,0 1-28 0,0 0-3 16,0 1-4-16,-3 2 1 0,0 1-14 0,3 2-19 15,-4 0 1-15,1 1 9 0,0 2-17 0,0 2 10 16,2 2 3-16,-1 3-1 0,-2-1-4 16,0 6 2-16,4-2-5 0,-6 3-8 0,3 0 0 15,-4 2 3-15,0 3 5 0,1-4-10 16,-1 2 5-16,-1 4-29 0,-1-7-48 0,-1 0-84 15,2 0-139-15,-5-3-481 0,4 1 85 0,1-6 48 16,-2 0 56-16</inkml:trace>
  <inkml:trace contextRef="#ctx0" brushRef="#br0" timeOffset="142151.15">14581 5138 668 0,'0'0'289'0,"-10"13"-13"0,7-5-30 16,3 1-18-16,-3 2-36 0,2 2-13 16,1-1-20-16,4 2-8 0,-4 4-26 0,3-1-10 15,0-2-7-15,1 1-13 0,3 0 4 16,-3-3-17-16,-1 0 0 0,3-1-20 0,-2 0 2 16,2-3-8-16,-2-1-2 0,0 0 2 0,0-5-7 15,2 1-6-15,0-2 1 0,-6-2-1 0,0 0 1 16,15-6-6-16,-12 0-2 0,0 0 0 15,1-3 7-15,-4-3-20 0,3-1-15 0,0-2 12 16,-3-2 9-16,0 1-1 0,0-2-15 16,0-1 84-16,0 4-10 0,0-4-5 0,0 3-11 15,1 3-14-15,2-1 7 0,-3 3-13 0,3 2-5 16,0 1-18-16,2 2 3 0,-2 2 2 0,3 1-7 16,-6 3-6-16,14 3-7 0,-14-3 0 15,17 6-3-15,-10 2 5 0,0 0-2 0,3 4 3 16,0-3-1-16,0 2-7 0,-2 4 4 0,-2 0-6 15,1-3 4-15,-3 2-5 0,2 1 10 16,1-4-5-16,-3 0-2 0,-1 2-8 0,1-5-2 16,-1 1 12-16,0-1 13 0,0-3 13 15,-3 1 17-15,1 0-14 0,2-4 4 0,-3-2 3 16,0 0-15-16,0 0-3 0,0 0-5 0,8-10 16 16,-5 2-14-16,0-1-7 0,0-3 5 15,1-1-2-15,-1-3-8 0,3 1-6 0,-2 0 14 16,3 2-14-16,-6-1-9 0,2 4 12 0,3 1-5 15,-5 1 0-15,5-1-23 0,-3 2 13 0,1 5 3 16,0-3-1-16,-4 5 6 0,10 0-13 16,-10 0 12-16,13 6-12 0,-9-3 10 0,6 2-5 15,-3-2 12-15,0 3-9 0,3-2 10 16,-3 1-8-16,3 2 0 0,0-4 5 0,1 3-3 16,-1-4-2-16,4 3 16 0,-1-4-11 0,0 0-5 15,2 1 5-15,1-2-5 0,-2 0-5 0,0-3 17 16,0 2-6-16,2-5 4 0,-1 0 0 15,1-1-2-15,-2-2-6 0,-4-1-4 0,4-1 4 16,-4-3-4-16,-3 2-1 0,0-4-5 0,0 0-2 16,-3-5 8-16,2 4-11 0,-6 0 3 15,4 1 7-15,-4 3 3 0,3-1-13 0,-3 3 6 16,3 2-4-16,-3 2-4 0,0 1 10 0,3 3-10 16,-3 3 4-16,0 0-1 0,0 0 4 15,8 11 0-15,-4 3 11 0,2-3-16 0,-2 6 13 16,5 5 5-16,-5-4-13 0,3 2 29 0,0 3-11 15,-1 0 3-15,-2-3 5 0,2 1-5 16,-6-3 15-16,5 0 0 0,-5 5-10 0,0-7 2 16,0 1-7-16,-4 0 10 0,3-1 0 0,-8 0-13 15,2-4-33-15,-3 1-79 0,-4-7-205 16,-3 1-638-16,0-1 62 0,-4-6 118 0,-3-6 63 16,0-3 65-16,-6-4 64 0</inkml:trace>
  <inkml:trace contextRef="#ctx0" brushRef="#br0" timeOffset="142284.09">14865 4785 1108 0,'0'-9'450'0,"-3"1"-43"15,3 3-41-15,0 1-41 0,0 4-58 0,-4-8-75 16,4 8-54-16,0 0-84 0,0 0-164 0,-23 9-663 16,8-2 56-16,-5 1 64 0,-14 3 59 0</inkml:trace>
  <inkml:trace contextRef="#ctx0" brushRef="#br0" timeOffset="143837.16">7044 7178 430 0,'31'-9'168'0,"3"1"-14"0,-3 4-26 15,6-4 10-15,-3-5-7 0,17 2-3 0,0-3 2 16,-2 2-9-16,5-3 7 0,2-2-41 0,1 3-3 15,4 2-7-15,-2-3 12 0,5 0-9 0,2 4 17 16,-1-4-2-16,3 4 2 0,0-3-10 16,14-4-5-16,-13 5-5 0,13 0-11 0,3-5-2 15,0 2-12-15,-6-1 19 0,3 0 3 0,1 3-20 16,-1-3 10-16,-11 7-13 0,11-5-10 16,-13 5 13-16,-1-1-10 0,0 1-3 0,5 2 7 15,-2-1-22-15,0 5-1 0,2-4-2 16,-2 1 6-16,-3-1 1 0,0 1-9 0,2 0-6 15,-6 0 16-15,1 1 0 0,-3-2-1 0,-4 1 9 16,4-2 7-16,-4-3 0 0,3 4-10 0,-2-2 2 16,2 2-2-16,-2 1-5 0,5-1 4 15,-5 2-11-15,5-3 14 0,-5 2-2 0,1 0-3 16,-1-2-5-16,-1 1-2 0,3 0-8 0,-3 0-3 16,0 0 11-16,-2 1 9 0,2-1-22 15,3-3 8-15,-3 4-6 0,4-2 0 0,-1 1 11 16,1 1-11-16,-1-1 16 0,-3 3-16 0,0-2-2 15,-9 1 13-15,-5 0-31 0,0 2 15 0,11-4 0 16,-11 2 0-16,-3 2 19 0,14-7-19 16,-10 3-10-16,6-1 5 0,3 1-5 0,1-2 13 15,3 2-6-15,-4-3 11 0,5 3 0 0,2-1-2 16,-3-3 2-16,1 3-13 0,2 1 2 16,-3 0 6-16,-3 2-5 0,-10-1 7 0,-1 1 8 15,-3 0-2-15,3 2-24 0,-2-2 13 16,13-3-10-16,-8 3 8 0,5-3 0 0,3 3-13 15,2-1 10-15,1-2 8 0,0 0-13 0,0-1-3 16,-2 0 13-16,5 1-17 0,-3 1 19 0,0 0-4 16,1-2 5-16,-2 2-3 0,4 1-10 15,-2-3 5-15,2 2 0 0,1 1 8 0,6-4-10 16,1 3 4-16,-1-1 6 0,3 1-5 0,2 0 0 16,-2-3-3-16,-2 1-3 0,6 1 1 15,-3 1-6-15,-1 0 8 0,2-1-10 0,1 3 8 16,15-4-3-16,-17 4 7 0,1-1 1 0,1-1-3 15,-2 2 3-15,3-2-13 0,-6 1 15 16,2 3 3-16,-2-4 5 0,-1-1 10 0,-3 2-13 16,0 0-4-16,-3-1 6 0,-1 0-1 0,-3 1-1 15,0 1-2-15,-14-1 0 0,-2 2 5 16,-1 1 7-16,-4-3-15 0,-3 1 6 0,0 3-1 16,-6-2-2-16,2 1 2 0,-2-2-4 0,-7 5-9 15,-1-5 14-15,-3 3-22 0,-3 3-22 0,0-4-2 16,-4 3-29-16,0-1-74 0,-10 2-52 15,0 0-209-15,0 0-494 0,-35-1 69 0,2-5 84 16,-11 4 59-16,-25-6 75 0,-20-1 61 0</inkml:trace>
  <inkml:trace contextRef="#ctx0" brushRef="#br0" timeOffset="145701.67">7799 7210 673 0,'0'-9'256'0,"0"9"-18"0,3-7-10 15,-3 7-26-15,0-4-13 0,0 4-2 16,0-6-21-16,0 6 11 0,0 0-23 0,0 0 9 16,0-8-19-16,0 8-24 0,0 0-7 15,0 0-16-15,0 0-23 0,-3-5 0 0,3 5-10 16,0 0 3-16,0 0-8 0,0 0-8 0,3 19-10 16,-3-13 8-16,3 2-14 0,2 4-1 0,-2-3-4 15,1 1 17-15,2 4-17 0,1-2-7 16,3 2-10-16,-3-3 8 0,3 3-11 0,0-3 8 15,4 3 5-15,-1-4-21 0,-1-1 3 16,1 1 6-16,1 1-11 0,2-5 2 0,-5 1 3 16,6-2-5-16,-7 2 5 0,4-5 1 0,-4-1-1 15,0 0-8-15,1 1 16 0,-1-4-3 16,-1 2 0-16,2-2 1 0,-4 0-4 0,3-5 1 16,-2 3 2-16,-2-1-12 0,1-3 2 0,-1 0 2 15,-2 0-12-15,-1-2 2 0,1-1 3 0,-3 1 0 16,2 2 10-16,0-2-5 0,-3 1-5 15,0 0 8-15,3 1-16 0,-3 0 13 0,0 2-3 16,0-1 11-16,0 3 2 0,0-4-10 16,-3 2 5-16,3 6-5 0,0-8-7 0,0 8 4 15,0-7 1-15,0 7-1 0,0-5 3 0,0 5 3 16,0-7-6-16,0 7-2 0,0 0 5 0,0-6-10 16,0 6 7-16,0 0-7 0,0-7 7 15,0 7 1-15,0 0-3 0,0 0 2 0,0 0-7 16,-3-4 17-16,3 4-9 0,0 0 4 0,0 0-4 15,0 0 12-15,0 0-5 0,0 0-10 16,-3-6 3-16,3 6-1 0,0 0 3 0,0 0 10 16,0 0 1-16,0 0-17 0,0 0 1 0,0 0 8 15,0 0 2-15,0 0-2 0,0 0-1 16,0 0 1-16,0 0 7 0,0 0-10 0,0 0 10 16,0 0-12-16,0 0 12 0,0 0-10 0,0 0-3 15,0 0 13-15,-1-4 3 0,1 4-15 16,0 0 2-16,0 0 2 0,0 0 1 0,0 0-6 15,0 0 6-15,0 0-16 0,0 0 16 0,0 0-3 16,0 0-11-16,0 0 9 0,0 0-6 0,0 0-5 16,0 0 8-16,0 0 3 0,0 0-21 0,0 0 17 15,0 0-1-15,0 0 4 0,0 0-12 16,0 0 10-16,0 0-11 0,0 0-7 0,0 0-10 16,0 0 10-16,0 0-3 0,0 0-7 15,0 0 2-15,0 0-15 0,0 0-2 0,0 0-1 16,0 0-10-16,0 0 8 0,0 0-16 0,0 0 9 15,0 0 17-15,0 0 2 0,0 0 6 16,0 0 0-16,0 0-8 0,0 0 18 0,0 0 0 16,0 0-13-16,0 0-13 0,0 0-5 15,0 0-17-15,0 0 22 0,0 0-20 0,0 0 2 16,0 0-14-16,0 0-1 0,0 0-13 0,0 0 16 16,0 0-1-16,0 0 16 0,0 0-2 0,4 14 15 15,-4-14-11-15,0 0 24 0,0 0-13 16,3 4 15-16,-3-4-18 0,0 0-31 0,0 0-27 15,0 0-34-15,0 0-61 0,-3 7-95 0,3-7-256 16</inkml:trace>
  <inkml:trace contextRef="#ctx0" brushRef="#br0" timeOffset="146770.47">8162 7282 714 0,'-1'-4'238'0,"1"4"-16"0,0 0-12 16,-3-10 0-16,3 8-18 0,0 2-2 0,-3-5-1 16,3 5-23-16,-3-4-15 0,3 4-20 0,0 0-6 15,-4-4-15-15,4 4-20 0,0 0-8 16,0 0-8-16,0 0-7 0,-4 15-14 0,8-5-1 15,-4 2-6-15,3 1 0 0,-3 2-10 16,4 3-3-16,-1 3-2 0,0 0-3 0,4 4-5 16,-4 0 5-16,1 0-5 0,3-2-10 0,-3 2 5 15,2-1 5-15,-3-3 0 0,1 0-10 16,-4-3-6-16,3 0 14 0,-3-3 15 0,3 0 22 16,-3-2 12-16,0-1 6 0,-3-2 17 0,3 0-6 15,-3-2 10-15,-1 0 0 0,1-1-15 16,-4-2-8-16,1-3-7 0,-2 1 4 0,-1-3-7 15,9 0-7-15,-18 0-14 0,8-3 1 0,0 2-1 16,-1-3-4-16,1 1-1 0,0-3-12 0,4 3-26 16,-5-2-39-16,7 2-25 0,-2-2-41 15,2 2-61-15,1-3-80 0,3 6-69 0,3-9-112 16,1 5-361-16,2-2 43 0,4-1 64 16,1-3 66-16,-1 2 68 0</inkml:trace>
  <inkml:trace contextRef="#ctx0" brushRef="#br0" timeOffset="146966.89">8377 7400 688 0,'10'4'215'0,"-7"3"0"16,-3 0-28-16,5 3-16 0,-2 2-17 0,3 1 0 16,-3 2-29-16,1 2-5 0,2 1-12 15,-5-2-6-15,6 7-10 0,-3-7-12 0,2 4-9 16,-3 2 1-16,1-4-16 0,2-1-71 15,-3-1-103-15,2 1-166 0,1-3-394 0,1-3 53 16,-4-1 57-16</inkml:trace>
  <inkml:trace contextRef="#ctx0" brushRef="#br0" timeOffset="147166.75">8616 7433 947 0,'10'-5'279'0,"-3"2"-16"16,7-1-25-16,-4 0-12 0,8 2-22 15,-2-3-25-15,5-1-25 0,-4 3-11 0,3-2-12 16,1 1-44-16,-4 2-49 0,1-3-50 0,2 2-81 16,-7-1-70-16,-2 2-434 0,2 1-81 15,-6-3 79-15,-3 1 64 0</inkml:trace>
  <inkml:trace contextRef="#ctx0" brushRef="#br0" timeOffset="147366.79">8722 7236 872 0,'0'0'261'0,"0"15"-10"15,0-8-36-15,3 2-18 0,0 2-15 0,-2 1-15 0,3-2-11 16,2 5-16-16,-2-2-12 0,2 1-7 15,-2 1-16-15,-1-1-16 0,1 1-12 0,3 0-5 16,-4 0-24-16,4-2-27 0,-4 1-65 0,1 0-125 16,2-4-432-16,-1-1-85 0,1-2 41 15,0 0 59-15</inkml:trace>
  <inkml:trace contextRef="#ctx0" brushRef="#br0" timeOffset="147783.6">8931 7134 565 0,'0'0'254'15,"6"10"-24"-15,-5-3-23 0,2 3-15 0,0 0-28 16,4 3-21-16,-3-1-12 0,2 2-11 0,-2 1-7 16,3-4 10-16,3 3-26 0,-3-3-18 0,0 3-9 15,2-4-6-15,-1-3-13 0,-1 2 5 16,3-2-7-16,0-4-3 0,0 2-5 0,0-4-11 15,-3-1-9-15,4 0-6 0,-4-2-2 16,2-3-23-16,-1-2 7 0,-1 3 26 0,2-9-10 16,-5 5 8-16,2-5-14 0,-5-2 16 0,6 1 0 15,-7 3 21-15,3 1-13 0,-3-2 9 16,1 2-4-16,2 3-20 0,-3 0-4 0,3 3 1 16,-3 4-5-16,3-1 0 0,-3 1-1 0,0 0 6 15,10 12 0-15,-6 2 7 0,0-4-30 16,-1 5 18-16,0 1 12 0,1 0-7 0,-1 2 10 15,1-1 8-15,-1 1-6 0,0 1 11 16,-3 2 3-16,0-2 2 0,0 2 2 0,-3-1-10 16,0-1 1-16,2 2 2 0,-5-3-8 0,-1 0-5 15,0-1 2-15,0-3 1 0,0-2-54 0,-3 1-23 16,-1-2-80-16,5-3-151 0,-4-2-304 16,4-5-136-16,2 0 60 0,4-1 60 0,0 0 82 15</inkml:trace>
  <inkml:trace contextRef="#ctx0" brushRef="#br0" timeOffset="148067.89">9324 7367 622 0,'13'4'250'0,"-6"0"-17"0,0-1-18 0,0 2-23 15,-3 4-18-15,2-1-23 0,-2 0-2 0,-1 1-11 16,1 2-18-16,-1 1-10 0,-3-2 11 15,0 1-29-15,0 2 13 0,0-4 2 0,0 0-7 16,-3-1 8-16,3 0-9 0,0-1-4 0,0-3 2 16,0 3-4-16,-4-1-6 0,4-2 2 15,0-4-2-15,4 7 0 0,-4-7-15 0,3 6-13 16,-3-6 7-16,10-3-7 0,-10 3-5 0,21-6-21 16,-11-1 3-16,7 2-49 0,0-2-53 0,1-3-49 15,2 0-54-15,3 1-75 16,-5-4-127-16,2 2-394 0,1 1 46 0,-3-4 81 0,1 3 62 15</inkml:trace>
  <inkml:trace contextRef="#ctx0" brushRef="#br0" timeOffset="148234.56">9721 7275 609 0,'0'0'217'0,"0"0"3"0,6-6-12 15,-6 6-16-15,7-2-23 0,-7 2 2 16,14-1-30-16,-7-4-11 0,3 4-14 0,4-1-19 15,-1-3-18-15,-3 2-7 0,4 2-54 0,-1-4-59 16,-1 3-108-16,-2 1-114 0,-1-5-395 16,1 3 67-16,-2-3 48 0</inkml:trace>
  <inkml:trace contextRef="#ctx0" brushRef="#br0" timeOffset="148400.17">9789 7111 550 0,'0'0'233'0,"0"0"-16"15,-10 6-2-15,6 2-18 0,4-1-20 0,0 2-21 16,4 1-12-16,-4 5-4 0,3-3-19 16,0 3-14-16,1 2 1 0,2-1-21 0,1 0 2 15,1 2-22-15,-2 0-1 0,1 3-22 0,3-4-70 16,-2-4-120-16,1 4-232 0,1-3-314 0,-3 0 73 16,1-6 61-16</inkml:trace>
  <inkml:trace contextRef="#ctx0" brushRef="#br0" timeOffset="148884.18">10066 7035 985 0,'3'7'264'0,"0"-3"-19"0,1 3-17 0,-1 1-31 15,3 0-15-15,2 1-18 0,-4-1-13 0,2 5-23 16,1-5-5-16,1 1-6 0,1-1-19 0,-2-3 2 16,-1 2-3-16,5-1-15 0,-1-2-13 15,-3 0 0-15,3-3-10 0,-2-1 0 0,1 0 0 16,-9 0-11-16,18-5-7 0,-12 1-8 16,4-3 6-16,-6 0-11 0,2-2 3 0,-1-1-11 15,-2 0 8-15,0-4-12 0,-2 0 9 0,2 2-9 16,-3-4 2-16,3 1-13 0,-6 4 10 0,3-3-10 15,3 3 13-15,-3 3-15 0,0 0-1 16,0 1 6-16,0 5-16 0,0 2 3 0,0 0 10 16,0 0-15-16,0 0 7 0,-3 19 3 0,3-5 6 15,0 1-4-15,3-1-4 0,-3 6 4 16,0-2 8-16,3 1 1 0,-3 4-4 0,0-4 16 16,0-1 0-16,0 2 3 0,0-2 5 0,-3 1 7 15,0-3 8-15,0 1 0 0,2 0-2 16,-5-3-1-16,1 1 3 0,-4-3 0 0,2 2 3 15,0-4-16-15,-4 0 1 0,5-2-11 0,-4-2 5 16,-1 1-3-16,1-5-9 0,3 1-24 16,-3 1-20-16,-1-2-64 0,5-2-18 0,6 0-113 15,-13 0-125-15,13 0-110 0,-8-3-328 0,8 3 61 16,0 0 68-16,3-13 60 0</inkml:trace>
  <inkml:trace contextRef="#ctx0" brushRef="#br0" timeOffset="149267.01">10380 7159 867 0,'7'-6'264'0,"4"3"-31"0,-2-1-16 15,1 2-20-15,-3 1-20 0,-7 1-16 0,18 3-15 16,-9 0-15-16,-1-1-8 0,2 1-13 0,-3 4-13 16,-1 0-13-16,-3 3-17 0,-3-2 7 0,0 2-7 15,-3 1-11-15,0-1 11 0,0 1-26 16,-1-3 5-16,-2 5 0 0,2-4-5 0,-3-1-5 15,4 1-16-15,-1-5-5 0,4 3-9 16,-3-1-12-16,3 1-6 0,0-7 17 0,0 5-18 16,3-1 15-16,1-1-12 0,3 2 20 0,0-4-12 15,3 3 4-15,-1 0-14 0,2-1 7 0,-1 2-1 16,0-3 17-16,4 4-4 0,-4-1 9 16,1 0-9-16,0 1 1 0,1-2 2 0,-4 2 8 15,2 2-2-15,-3-4 30 0,-1 3-16 0,-2 0-1 16,3 1 17-16,-7-1 0 0,3 1-5 15,-6-3 5-15,0 2-3 0,-5 1 8 0,2-1-12 16,-4 0-1-16,-1 1-7 0,1-5 0 16,0 4-13-16,-1-1-11 0,1-4-9 0,0 1-55 15,-1 1-65-15,1-4-147 0,0 0-545 16,4-4 77-16,-2 0 71 0,-1-4 75 0,5-1 58 0</inkml:trace>
  <inkml:trace contextRef="#ctx0" brushRef="#br0" timeOffset="149483.96">10821 7076 944 0,'7'-5'404'16,"0"1"-43"-16,3-2-36 0,4 2-25 0,-1-3-26 15,1 0-23-15,6 0-36 0,-2 5-11 0,2-4-24 16,1 2-29-16,0-3-11 0,2 1-37 15,-2 4-37-15,-1-4-68 0,0 4-75 0,-5 0-79 16,-2-3-164-16,1 3-476 0,-4 0 87 16,-4-3 61-16,-5 2 67 0,2-3 51 0</inkml:trace>
  <inkml:trace contextRef="#ctx0" brushRef="#br0" timeOffset="149667.04">10974 6871 803 0,'-13'8'313'0,"10"-2"-22"0,3 1-32 0,0 1-19 16,0 2-25-16,0 1-10 0,0 2-18 0,3 1-28 16,0-1 2-16,1 4-20 0,-1-2-23 0,1 2-13 15,3-1-1-15,-3 0-16 0,5 2-7 16,-5-2-1-16,2 0-34 0,2 1-41 0,-2-5-41 16,1 1-64-16,0-3-104 0,0-1-178 15,3-1-347-15,0-2 35 0,0-2 75 0,-2-4 71 16</inkml:trace>
  <inkml:trace contextRef="#ctx0" brushRef="#br0" timeOffset="150116.76">11228 6850 1023 0,'0'0'274'0,"0"0"-20"16,0 0-34-16,0 0-8 0,0 0-33 0,0 0-10 15,7 15-7-15,-4-9-32 0,0 1-7 0,1 1-8 16,-1 0-20-16,0 1 7 0,5-1-25 15,-5 0 5-15,4 1 2 0,-4-2-17 0,4 0 5 16,-1-1-8-16,2-1 5 0,-1 1-21 0,0-5-9 16,2 0 9-16,-1 3-7 0,2-4-20 15,-10 0 5-15,17-6-6 0,-10 1-23 0,-1 2 9 16,1-4-4-16,-3-1 6 0,3 0-13 0,-4-2 2 16,1 1-2-16,2-2 5 0,-6-1-8 15,4 4 13-15,-1-1-5 0,0 1-2 0,-3 4-6 16,3 0-10-16,-3 4 13 0,8-3-15 0,-8 3 9 15,0 0 1-15,14 9 5 0,-5-1 8 16,-1 3-3-16,-1 3 2 0,3 1-4 0,0 1 4 16,0 2 3-16,-3-2 16 0,3 2-1 15,-3-2-4-15,-3 0 7 0,2-2 18 0,-5 1 10 16,2-1 26-16,-3-3-6 0,-3 3 19 0,2-4-1 16,-5 1-9-16,-1 2-1 0,-4-4-10 0,-2 1-10 15,-1-2-3-15,1 2-12 0,-2-3 5 0,2 0 2 16,-4-1-10-16,3-1 0 0,4-1-5 15,-4-1-16-15,4 3-12 0,0-5-21 0,-1 0-51 16,2-1-64-16,9 0-92 0,-11-1-187 16,11 1-435-16,-7-6 64 0,7 6 68 0,0-8 60 15,3 2 82-15</inkml:trace>
  <inkml:trace contextRef="#ctx0" brushRef="#br0" timeOffset="150483.41">11536 7026 744 0,'6'8'241'0,"-2"0"-13"0,2 1-18 16,1-1-21-16,1 1-28 0,-1 1 3 0,2-2-10 15,1-1-6-15,-2 3-7 0,2-3-13 0,0 0 3 16,0 1-3-16,0-5 5 0,-3 3-13 0,4-4-18 16,-4 2 6-16,2-3 4 0,-2-1-25 15,-7 0-7-15,18-5-3 0,-11 3-6 0,2-4-14 16,-1-1-9-16,-2-3 3 0,1 2-2 15,-3-3-3-15,2-3 8 0,-1 2-21 0,1-4 13 16,-3 6 3-16,0-2 5 0,1 1-3 0,-1 3 0 16,-3-1-18-16,3 2-12 0,-2 4 7 0,-1 3-8 15,3-4 1-15,-3 4 28 0,0 0-34 16,0 0-7-16,7 17 9 0,-6-9 1 0,2 2-5 16,0 3 3-16,0-4-1 0,-3 2 0 15,4 2-4-15,-4-1-1 0,3 1 8 0,0-2-11 16,0 2-4-16,-3-3-6 0,1-1 1 0,3 0-11 15,-1 1-41-15,-3-3-58 0,3 0-62 16,-3 0-175-16,0-3-488 0,0-4 80 0,4 5 63 16,-4-5 62-16,0 0 81 0</inkml:trace>
  <inkml:trace contextRef="#ctx0" brushRef="#br0" timeOffset="150699.2">11983 6750 806 0,'14'17'322'16,"-3"2"-9"-16,2 4-45 0,-3-4 6 15,1 10-18-15,-1-1-15 0,4 4-21 0,-5 1-31 16,1 10-7-16,1 5-10 0,-4-10-26 16,-7-1-21-16,0-2-7 0,-3 4-1 0,-7 7-32 15,-4 3-16-15,-3-2-51 0,-7-3-49 0,-4 1-99 16,-5-5-162-16,-13 6-481 0,-8-7 46 0,-7-7 61 15,-8-6 70-15,-9-5 66 0</inkml:trace>
  <inkml:trace contextRef="#ctx0" brushRef="#br0" timeOffset="151316.91">7738 7301 542 0,'0'0'174'0,"0"0"-18"15,0 0 0-15,0 0-15 0,-11 16-18 0,11-8-3 16,1 3 14-16,2 6-17 0,0 5-9 16,1 3 2-16,6 3-13 0,0 5-2 0,7 9-6 15,3 4-19-15,5-4 22 0,2 0-26 0,4 0-9 16,10 8 4-16,4-1 0 0,2-5-2 0,5-1-18 16,3 2 8-16,6-5-6 0,1-3-4 15,9-2-3-15,4-7-13 0,4-3-28 0,3-3-57 16,3-7-86-16,4-5-149 0,-10-4-410 0,16-12 65 15,4-2 71-15</inkml:trace>
  <inkml:trace contextRef="#ctx0" brushRef="#br0" timeOffset="151966.85">12130 6596 573 0,'0'0'179'0,"0"0"5"0,0 0 6 0,7 13-6 16,-7-4-5-16,0 5 13 0,3 2-2 0,-3 3-11 16,1 6 5-16,2 1-10 0,-3 4-13 15,0 6-2-15,3-2-10 0,-3 5 7 0,0 0-23 16,4 1-18-16,-8 0-2 0,4 1-14 0,0 1-19 16,0-2 2-16,0-3 0 0,0 2-11 15,0-4-7-15,4-1 3 0,-4 0-19 0,0-4-4 16,1-3-16-16,2-2-36 0,-3-3-43 0,0-3-33 15,3-2-98-15,0-2-74 0,0-4-448 0,1-2-28 16,-1-4 77-16,1-2 46 0,-4-3 58 16</inkml:trace>
  <inkml:trace contextRef="#ctx0" brushRef="#br0" timeOffset="152366.78">12342 6884 883 0,'0'0'325'0,"0"0"-39"0,0 0-9 16,7 8-21-16,-4 0-31 0,1 1-15 0,-1-2-33 15,1 2-16-15,3 0-20 0,-3-1 2 0,5 0-7 16,-2 1-6-16,0-1-33 0,3 0 16 16,-3-1-21-16,3-3 11 0,4 2-16 0,-4-4 0 15,4 3 0-15,0-4-18 0,3-1-5 0,-4-4 5 16,5 0-3-16,-2-2 9 0,-1-2-11 0,-2-2 12 15,4-4-14-15,-3 0-11 0,-4-5-2 16,4 1 10-16,-4-1-11 0,1-4 6 0,-2 5 2 16,-2 3 24-16,-3 2-22 0,2-2-1 15,-1 6-19-15,1 0 11 0,-3 3-8 0,0 5-3 16,-3 1-5-16,0 0 8 0,4 16-15 0,-1 2-6 16,-3 1 9-16,3 6 9 0,-2 8 0 15,2 2-15-15,4 15 1 0,-3-6 11 0,-1-6-88 16,1 12 9-16,5-2 13 0,-1 0-10 0,-1-11 21 15,2 1-26-15,-2-8 23 0,-3 2-5 16,3-3-29-16,-1-8-53 0,-2 0-92 0,-1-3-184 16,0-3-536-16,-3-5 108 0,-3-6 74 0,0 0 72 15,3-4 59-15,-21-7 72 0</inkml:trace>
  <inkml:trace contextRef="#ctx0" brushRef="#br0" timeOffset="154865.26">2200 9257 857 0,'13'-1'248'15,"0"-2"-43"-15,2 1-21 0,1 0-7 0,2-4-18 16,3 3-13-16,5-4-8 0,-1 2-13 16,5 1-10-16,1-5-5 0,6 1-2 0,15-6-16 15,3 4-18-15,3-4 8 0,0 3-2 0,-1 2-19 16,2-5 8-16,-4 4-13 0,3-3-9 15,0 2-1-15,1 1-8 0,-1-3-7 0,3 3-3 16,-2-1-3-16,-1-2 4 0,2 2 4 0,1 2-5 16,1-4-5-16,1 2 5 0,-1-3 0 0,2 3-7 15,1 1 10-15,-4-4-3 0,-2 4-3 16,2-5-2-16,-3 7-15 0,3-3 2 0,-3-2-10 16,1 4 8-16,-2-1 10 0,2 0-5 15,-1 1 5-15,1 0-11 0,-2-2 4 0,2 1 4 16,-5 2-13-16,0-2 11 0,-1 1 3 0,1-3-14 15,0 1 3-15,1 1 8 0,0-5 10 16,0 4-23-16,3-3 28 0,-4 3-5 0,4-3-12 16,-3 6 4-16,0-2-5 0,3-1 0 0,-4 1-7 15,1-1 5-15,-7 4-8 0,7-1 18 0,-4-2-6 16,-6 2 1-16,-5 1 0 0,13-3 10 16,4 2-13-16,-6-2 21 0,4 2-16 0,-11 1-4 15,11-3 4-15,-7 3 5 0,-7 2 3 16,-1 0-17-16,2-1-1 0,2-1 2 0,-2 4 6 15,-1-3 0-15,-1 3-10 0,2-3 7 0,-4-1 0 16,5 4-2-16,-5-4-1 0,3 1 11 16,0 2 21-16,0-3-21 0,1 2-13 0,13-4 20 15,-8 3 9-15,-7 0-22 0,2-1 9 0,-1 0-1 16,0 3-4-16,1-3-9 0,1 0 24 16,-5 4-18-16,4-4 15 0,-2 0-7 0,1 5 2 15,-3-4-8-15,3 0-5 0,-4 1 3 0,0-2-8 16,2 0 13-16,-5 1 5 0,3 1-15 0,-2-1 2 15,2-1 0-15,-3 3-5 0,4-3-5 16,-3 0 13-16,2 0-5 0,0 3 5 0,-2-3 10 16,6-1-3-16,-4 1-10 0,4 1 6 15,-4 0 4-15,2 0 6 0,1-1-16 0,-2 1 10 16,-1 1-2-16,-2-2 5 0,3 1-2 0,-8 3-3 16,1-2-3-16,0 2-20 0,0-4 10 0,-1 6 13 15,1-6-10-15,7 0 2 0,-4 4-10 16,3-4 8-16,-3 2-1 0,0 0-7 0,5-3 5 15,-5 1 3-15,0 5 0 0,3-4-8 16,-3-2 8-16,0-1-1 0,0 4-2 0,1 0-15 16,-4-1 20-16,-4 2 3 0,4-2-8 0,-1 0 8 15,1 2 0-15,-4-3-8 0,4 5 0 16,-3-3 3-16,2 0-8 0,-2 2 7 0,3-4 9 16,-1 3-9-16,1-2 4 0,3-1 2 0,1 3-3 15,-1-3-5-15,1-1 13 0,2 1-13 0,-3 4-5 16,0-5 5-16,3 2-2 0,-3-2-1 15,-6 5 3-15,6-5-15 0,0 2 5 0,1-2 10 16,-1 1 8-16,-3 3-5 0,3-3-1 0,0 0-2 16,1 0 16-16,-1 3-11 0,3-3-7 15,-3 0-1-15,1 0 8 0,2 2-2 16,-3-1 5-16,0-1-3 0,-6-1-5 0,3 4 8 16,3-3-8-16,-4 1 5 0,-2-1 1 0,0 3-11 15,2-3 0-15,1 0 5 0,-3 0-5 0,5 2-5 16,2-2 7-16,-1 1-4 0,0-4 12 15,3 3-5-15,-3 0 5 0,0-1-5 0,2 4-5 16,1-3 18-16,-3 0 0 0,3 0-15 0,0 3-1 16,-5-2 3-16,3-1-7 0,-2 4 10 0,-6-3-16 15,4 2 13-15,-1-1 8 0,1 0-16 0,0 2 8 16,-3-4-5-16,2 4-5 0,-2-2 18 16,2 1-16-16,1-2 1 0,0 3-3 0,-3-2 5 15,5 2 2-15,-5-1-2 0,6 1 5 16,-6-1-7-16,5 1 10 0,-2 0-1 0,3-1-2 15,0 1-5-15,-3 2 3 0,4-3-6 16,-1 1 3-16,0 2 5 0,-3-2 3 0,7 0-8 16,-4 1 0-16,0-3-13 0,0 4 18 0,-3-1 1 15,3 0-1-15,-3-1-5 0,4 1 5 0,-1 1 8 16,0-3-6-16,0 1-4 0,-3 3-6 16,3-3 14-16,0-1-22 0,-3 3 16 0,9-1-2 15,-5 0 5-15,0-3-8 0,-1 4 7 0,3-3-2 16,3 1 3-16,-1-4-13 0,-2 4 10 15,1-1-18-15,-1 0 16 0,0 0-1 0,2 0 1 16,-2-2-3-16,-3 2 8 0,0-2-8 0,1 1 7 16,2 1-1-16,-2-3-14 0,-4 1 8 0,3 2 10 15,-4-4-7-15,1 2-6 0,3 2 11 16,0-3-3-16,-6 1-13 0,6 2 18 0,3-3-7 16,-3 0-6-16,0 0 1 0,1 3 2 15,3-3 2-15,-1 2-4 0,-2-2 10 0,2 3-14 16,0-2 1-16,1 2 16 0,0-2-17 0,-7 4 4 15,6-4 12-15,-6 3-5 0,6-2-12 16,-6 2 9-16,6-1-7 0,-6 1 10 0,7-4-10 16,-7 6 8-16,0-5-11 0,0 3 8 0,-1-1-3 15,4 1-4-15,-3-2 9 0,4 1-4 0,-1-2 4 16,3 2 6-16,-3-2-6 0,4-1 6 16,-3 4-10-16,-1-5 7 0,3 3-5 0,-3-2 2 15,0 2-2-15,0-3-2 0,-3 3-9 16,0-5 27-16,-1 3-11 0,-2 3 8 0,0-3-6 15,2 0-14-15,-2 4 9 0,-1-4 6 0,1 2-8 16,2 2-3-16,-2-3 6 0,-1 3 5 0,0-2-16 16,0 2 8-16,1-2 0 0,2 2-5 15,-5 2 7-15,2-5 6 0,1 5 2 0,-1-5-2 16,0 5-8-16,0-5-3 0,0 5 3 16,-2-2 8-16,2-3-5 0,0 4 4 0,1 0 1 15,-1-3-5-15,1 4 4 0,2-5-7 0,-3 3 13 16,4-1 2-16,-1 0-15 0,-2-2 8 0,6 4 10 15,1-4-21-15,-1 3 3 0,3-1 3 0,-2 0 10 16,2 2-18-16,0-4 17 0,2 1-6 16,-8 4-9-16,3-2-2 0,-3-3 5 0,2 4 0 15,-2 1 8-15,0-4-8 0,3 4 5 16,-3 0-8-16,0-4 1 0,-1 4-4 0,1-1 19 16,-3 1-15-16,2 0 15 0,1-2-8 0,-3 1 2 15,-1 1 1-15,-4 0-8 0,1 1 3 16,0 0-11-16,-3 0 10 0,-4-1 1 0,-3 1 0 15,2-1-21-15,-4 1-31 0,-3 0-76 0,-2-4-96 16,-7 4-106-16,0 0-597 0,0 0 71 16,-27-7 60-16,2 3 86 0,-12-10 114 0,-18-5 40 15,-20-6 20-15</inkml:trace>
  <inkml:trace contextRef="#ctx0" brushRef="#br0" timeOffset="161765.68">2035 10358 732 0,'0'0'199'0,"0"0"6"0,0 0-18 16,0 0-16-16,1-7-12 0,-1 7-8 16,0 0-25-16,14 0 4 0,-14 0-12 0,13-2-6 15,-6 0-9-15,3-1 12 0,0 2-28 0,1 1-5 16,2-2 0-16,1-1-5 0,3-1-13 0,3 2-8 16,-3-4 8-16,4 6 0 0,-1-7-23 15,5 4 8-15,2-4-6 0,0 1 3 0,4 2-10 16,-4-2 2-16,7-4-15 0,1 3 6 15,2-1-4-15,0-1-4 0,5 1 4 0,9 0 1 16,-6-1-1-16,-5 3-2 0,-2 0 0 0,3-1 1 16,0 0-14-16,-6 0 18 0,5 0-18 15,-2 3 3-15,-3-3-5 0,2 0 12 0,-3 0-2 16,3 4-5-16,-2-4-6 0,3 4-4 0,-1-3 0 16,-2-1 7-16,-2 4 3 0,2-4-3 15,2 0 15-15,2 5-9 0,-2-4 4 0,3 1 3 16,1-1 11-16,-2 0-16 0,4-1 15 0,12 3-13 15,-8-3 11-15,-4 0-5 0,14 0 2 0,-12 4 0 16,0-4 5-16,-2 5-15 0,13-4 5 16,2-2-2-16,-11 5 4 0,-5-4-7 0,-1 5-5 15,2-3-3-15,15-2-2 0,-9 6 15 16,-5-4-3-16,1 0-9 0,-1 0 1 0,1 3 4 16,-4-5-14-16,2 6 11 0,2-4-3 0,-1 0-5 15,1-2 8-15,9 3-5 0,2-3 2 16,-8 0-12-16,10 0 12 0,-11-1-8 0,-5 5 4 15,15-5-1-15,-2 1 0 0,0 0 5 0,-6 0-5 16,-6 4-2-16,1-4 4 0,11 3 9 0,-6-2-9 16,-6-1 6-16,-1 4-5 0,-1-2 2 15,14-3-2-15,-8 5-8 0,-5-4 0 0,-1 2 13 16,17 1 5-16,-3-4-13 0,-5 2 5 0,-8 2-13 16,15-2 19-16,-9-1-14 0,-4 5 3 15,11-6-2-15,-6 3 0 0,-8 3-3 0,3-5 17 16,-3 6-14-16,0-6-8 0,4 4 7 0,-4-2 11 15,2 3-20-15,2-5 17 0,-1 6-3 16,-2-4-4-16,-1 0-6 0,0 0-4 0,0 2 17 16,0-3-10-16,-4 3 3 0,1-2-3 0,0 1 5 15,-1-2-8-15,-2 4 3 0,2-4 3 16,-3-1 2-16,-3 3 8 0,6-2 2 0,1 2-10 16,-4-2 0-16,1 0-2 0,2-1-1 0,-9 4 11 15,2-4 0-15,-2 2 0 0,2 0-16 16,1-2 21-16,-4 0-13 0,1 3 3 0,0-3-11 15,-2 0 3-15,2 3 3 0,2-2-6 0,-5-2 11 16,5 1-3-16,-5 3 8 0,2-2-13 0,0-2 8 16,1 1-1-16,2-1-14 0,-3-2 9 15,0 3-4-15,4-1 4 0,-4-2 8 0,4-1-10 16,0 0-7-16,0 1 4 0,0 0 3 0,-1 0 13 16,1-3-16-16,-3 3 6 0,-4 2 5 15,3 1-8-15,-3-3 0 0,-1 3 0 0,2-1 2 16,2 0 1-16,-3-1-1 0,1 1 6 0,1 1-8 15,1 2-5-15,7-4 2 0,-6 2-2 16,-1 0 3-16,1-1 12 0,3 1-15 0,3-3 2 16,-3 2 6-16,2 1-1 0,-1-1 6 0,2-1-16 15,1 2 11-15,-1 3-1 0,3-4-4 16,0 1 7-16,-2 0-10 0,2 0 13 0,1-1-11 16,-3 4 0-16,2-2 3 0,-3-2 3 15,3 1-6-15,2 3 3 0,-2-2 13 0,3-2-15 16,-2 1 7-16,1 3-8 0,1-4-10 0,1 0 13 15,14 0 8-15,0 1-16 0,3-3 11 0,-11 3 0 16,11-1-6-16,-3-2 3 0,3 2-5 16,-4 1 10-16,1-1 5 0,-6 1-10 0,-8 4 13 15,3-4-3-15,0 4-2 0,-3-4 0 16,1 2-1-16,2 2-14 0,1-3 19 0,12 2-9 16,1-3 2-16,-9 0 13 0,-6 6 0 0,16-6-5 15,-8 1 5-15,7 1 0 0,-10-1 5 0,10 2 7 16,3-2 6-16,-5 0 8 0,5 2-19 0,0-2 11 15,-2 0-18-15,2 3 15 0,1-2-2 16,0 1-8-16,2-2-8 0,1 4-2 0,0-4 10 16,0 0 5-16,-4 2 1 0,1 2-19 15,-4-4 8-15,-6 3-16 0,-11-1-9 0,4 1 19 16,-2-2-1-16,15 1-6 0,-9-2 2 0,-5 0-1 16,14 2 1-16,1-5-4 0,2 3-1 15,-3-1 9-15,4 0-9 0,2-3 8 0,-2 2 6 16,0-2-16-16,2 2-3 0,-2-5 19 0,0 2-78 15,2 1 6-15,-2 0-1 0,-4-3 9 0,3 3-1 16,-2 2 6-16,-1-2 2 0,0 1 25 16,0 0-2-16,0-1-10 0,3 1-2 0,-3 0 4 15,1 1 13-15,-1-2-7 0,3 2 9 16,-2 1-4-16,2-3 2 0,1 2-2 0,-1 0 10 16,-3-1-13-16,4 1 3 0,0-2 9 0,2 2 1 15,-2 1 8-15,0-3-1 0,2 2-4 0,-2 1 4 16,-1-1-7-16,-2-1-2 0,-4 2 14 15,-1 0-4-15,-9 3-11 0,-5-3 6 0,-3 5-11 16,-6-4 3-16,-3 0 2 0,-1 1-7 0,-3-2 2 16,-10 0-61-16,0 0-118 0,-8-3-200 15,-9 0-496-15,-14-6 99 0,-24-13 80 0,-24-7 82 16,-17-5 69-16,-17 3 46 0</inkml:trace>
  <inkml:trace contextRef="#ctx0" brushRef="#br0" timeOffset="162432.57">9731 8301 637 0,'0'7'187'0,"0"0"-8"0,0-3-26 0,-1 2-1 16,1 1-17-16,-2-3-20 0,2 3-5 16,0-7-7-16,-1 7 15 0,1-7-6 0,0 6 11 15,0-6-13-15,0 0-8 0,0 4 3 0,0-4 6 16,0 0-9-16,0 0-7 0,0 0 10 16,0 0-13-16,-3-17-13 0,3 17 16 0,3-10-18 15,-3 3 2-15,1 2-13 0,2-1 6 16,0-2-13-16,3 1 8 0,-2 0-11 0,0 0-10 15,3 3 0-15,-4-2 0 0,4 4-10 0,-1-3-3 16,-6 5-12-16,11-1 2 0,-11 1-3 0,13 1-4 16,-9 4 1-16,2-4 9 0,2 5-18 0,-5-2 7 15,1 2-5-15,-1-1-7 0,0 2 10 16,0 1-11-16,-2-1 11 0,-1 1-16 0,-1-1-7 16,1 3-43-16,-3-3-22 0,0 1-40 15,0 2-56-15,0-2-137 0,-1-1-467 0,4 1 68 16,-3-3 62-16,3 0 59 0,0-5 64 0</inkml:trace>
  <inkml:trace contextRef="#ctx0" brushRef="#br0" timeOffset="162748.34">10007 8349 941 0,'7'-5'282'15,"-7"5"-44"-15,0 0-25 0,0 0-16 0,4-1-16 16,-4 1-14-16,0 0-24 0,0 0 0 15,0 0-27-15,0 0 17 0,0 0-8 0,3-6-7 16,-3 6-3-16,0 0-2 0,0 0-21 0,3-4 26 16,-3 4-26-16,0-7 2 0,0 7-7 15,4-5 3-15,-4 2-18 0,4-3-11 0,-1 2 3 16,0-3 8-16,0 2-18 0,1 2-3 16,2-4 15-16,-1 3-12 0,1-2-10 0,1 4-11 15,0-3 0-15,-1 4 11 0,-6 1-8 0,15 1-16 16,-6 5 13-16,1-3-20 0,1 6 15 0,-1 4 0 15,-3-3-2-15,1 5-6 0,-2 1-4 16,-2 0-9-16,-1 2-12 0,-6 0-54 0,-4 5-74 16,-7 4-299-16,-6 6-436 0,-11-1 95 15,-8-3 69-15,-4-1 82 0,-6-2 64 0</inkml:trace>
  <inkml:trace contextRef="#ctx0" brushRef="#br0" timeOffset="164748.67">2558 11426 806 0,'7'-3'327'0,"-1"-1"-27"0,3 3-31 16,3-3-39-16,3-2-15 0,1 3-13 0,5-2-17 15,3-2-22-15,4 0-14 0,-1 3-13 0,8-3-26 16,1 0 2-16,2-3-2 0,-4 3-12 16,4-1-19-16,3-1-5 0,-3 1 3 0,14 0-5 15,1-4-11-15,-8 4 0 0,-4 1-4 0,13-3-3 16,-3-3 10-16,4 3-16 15,-3 2 21-15,0-2-5 0,1 0-5 0,2-2-8 0,-3 2-7 16,3 0 4-16,-1 1 9 0,4-4-14 0,-3 5-17 16,0-2 7-16,-11 3 0 0,14-1-2 15,-6-2-13-15,-1 0 8 0,-4 3 4 0,6-3-22 16,4 2 20-16,-3 0-5 0,2 0 0 0,2 1 3 16,0-2-3-16,-4-1-3 0,0 2 9 0,1 0-19 15,0-1 13-15,0 0-8 0,0 1-66 16,2-1-3-16,2 1 1 0,-4-3 19 0,6 1 11 15,-3 2 8-15,4-1-8 0,-1 1 10 0,1 0 5 16,-1-2-2-16,-2 3 10 0,-1 0-2 16,1 2-4-16,-2-3 6 0,-2 1 6 0,2 1-14 15,2-4 8-15,-1 3 23 0,-3 3-18 16,3-2-2-16,-10-2-9 0,10 1 6 0,0 0-7 16,-3 3 9-16,3-3-4 0,-11 0 12 0,-5 3-23 15,12-3 18-15,-6 0-7 0,-4 0 7 0,12 0-8 16,-5 3-4-16,4-3 4 0,-8 0 6 0,-3 3 4 15,-2 0-7-15,2-3-5 0,11 2 8 16,-7-1-1-16,-7-1-2 0,0 4-7 0,3-4 9 16,12 0-2-16,-9 0-15 0,-6 4 12 15,3-5 11-15,-3 1-8 0,-1 5 0 0,2-4 3 16,-1-1-6-16,0 2 6 0,13-2 4 0,-5 1 1 16,-9-1-11-16,2 3 8 0,13-3-5 0,2 0-10 15,-8 0 18-15,-5 3 0 0,14-3 7 16,-7 1-20-16,8 3 5 0,-12-4 0 0,-2 5 7 15,-1 0-4-15,0-3-8 0,1-1 2 0,13 3 16 16,-7-2-13-16,-6 2-5 0,-4 0 0 16,17-3 7-16,-10 0 9 0,-7 1-14 0,-1 0 3 15,3-2-2-15,15-1 4 0,-1 1-10 0,-9 2 8 16,-7-1 0-16,14-3-7 0,-7 1 9 16,-7 1-7-16,-1 5 0 0,2-4 13 0,-1-1-1 15,0 4-7-15,3-4-10 0,-3 5 15 0,0-4-12 16,1 3-1-16,1-4 11 0,2 5 2 15,-4-3-8-15,17-2 8 0,-6 4-5 0,-11-2 8 16,20 1-3-16,-14-2-2 0,12 2 2 0,-11-2 0 16,-4 1 8-16,14-3-24 0,-10 5 9 15,-7-4-3-15,3 4 7 0,-2-4-2 0,2 0-2 16,-2 3-6-16,-2 0 13 0,1-3-10 0,-2 3 0 16,4-2-5-16,-5 4-1 0,2-4 9 0,-1 4-6 15,1-5 3-15,1 4 5 0,-2-2-10 16,1 4 10-16,1-6-5 0,-2 5 12 0,1-1-12 15,1-2 5-15,-1 4 5 0,-1-5-5 0,1 5 6 16,1-5-6-16,-2 5-3 0,1-2 0 16,-2 1 14-16,-4-2-19 0,7 3 3 0,-3-1 2 15,2-3 16-15,-2 5-13 0,0-1 3 16,0 0-1-16,2-5-2 0,1 6-2 0,-2-2-3 16,1-1-3-16,1-1 10 0,1 2 1 0,1-2-6 15,-5 2 6-15,4 2 15 0,1-2-18 0,-2 0-3 16,-2-2 11-16,1 4-16 0,1-2 3 15,1-3 0-15,-1 2 5 0,2 1-8 0,2-3 3 16,-4 4 3-16,4-5 4 0,13 3 1 0,-10-2-1 16,-7 1-7-16,3 0 3 0,0 2 7 15,-2-2 10-15,-1 0-15 0,0 1 13 0,0-3-5 16,0 5 7-16,0-1-7 0,3-3-6 0,-6 4 1 16,2-5-6-16,2 3 1 0,-4-2 4 15,2 2 14-15,2-4-19 0,-1 5 8 0,0-4 16 16,16-3-32-16,-2 3 11 0,-7 2 11 0,7-5-14 15,-7 2 8-15,-7 0-10 0,14-1 8 0,3 3 9 16,-8 0-1-16,-8 0-6 0,16 2 10 16,-7-3-15-16,-6 5 3 0,13-4 10 0,1 0-21 15,-9 3 21-15,12-3-1 0,-1 3-24 0,-3-4 19 16,4 4-2-16,-1-3-2 0,1 2 10 16,-4-2-11-16,4 2 14 0,-4-4-19 0,3 4 8 15,-2-3 3-15,2 3-3 0,-13-2 3 0,10-2-3 16,-7 6-8-16,-7-4 3 0,-2 0 8 0,2 3 0 15,0-3-3-15,1 3-3 0,-7-4 9 16,2 3-11-16,-9-3-11 0,-4 3-22 0,-2-4-64 16,-5-2-118-16,-7-3-318 0,-6 2-332 15,-7-5 87-15,-6-5 100 0,-11-5 53 0,-17-8 67 16</inkml:trace>
  <inkml:trace contextRef="#ctx0" brushRef="#br0" timeOffset="165697.9">9779 9622 473 0,'0'0'187'16,"0"0"-3"-16,0 0-20 0,0 0-3 15,-8-12-10-15,8 12-7 0,0-9-9 0,0 9-17 16,1-8 18-16,1 3-24 0,-1 0 1 0,3-2-16 16,-1-1 1-16,0 5-6 0,1-4-8 0,-1 0-2 15,1 3-18-15,2 0-3 0,-3 1-9 16,2-1 4-16,1 1-5 0,-6 3-5 0,10-1-7 16,-10 1-4-16,10 0-6 0,-10 0-11 15,11 4-3-15,-8 1 5 0,1-3-2 0,-1 4-5 16,0-4-10-16,0 5 2 0,-2-2 0 0,2 0 13 15,-3 2-8-15,0-4 3 0,0 4 2 0,0-7-7 16,-3 9 30-16,2-3-17 0,-2-5 22 16,3-1-12-16,-3 9 7 0,0-4 8 0,3-5 21 15,-3 3-11-15,3-3 8 0,-4 6-10 0,4-6 18 16,0 0-13-16,0 0-1 0,0 0-9 16,0 0 0-16,0 0 5 0,0 0-19 0,0 0-1 15,-6-16-4-15,6 16-4 0,6-7 0 16,-3 3-3-16,1 0 12 0,-1-3-17 0,1 3-5 15,2-2 0-15,1 4 2 0,-3-4 11 0,2 4-18 16,-2-1-1-16,2 0-7 0,-6 3-5 0,11-2 0 16,-11 2 2-16,0 0-4 0,13 8 12 15,-9-5-8-15,2 4-2 0,-5-1 3 0,3 2-1 16,-1-1 3-16,-3-1-5 0,0 4 8 0,0 1 2 16,0-2 0-16,-7 2-3 0,3 3-17 15,-3-3-13-15,-2 3-29 0,-2 2-35 0,1-2-46 16,-3-1-26-16,2-1-176 0,1 1-466 0,0-3 94 15,-1 1 62-15,7-5 59 0,-2 1 63 16</inkml:trace>
  <inkml:trace contextRef="#ctx0" brushRef="#br0" timeOffset="166065.25">10168 9633 606 0,'10'0'269'0,"-10"0"-31"15,0 0-15-15,0 0-24 0,0 0 4 0,0 0-24 16,0 0-21-16,0 0-12 0,0 0 0 0,0 0-10 16,0 0-8-16,0 0-8 0,0 0-5 0,-7-9 8 15,7 9-5-15,-3-8-13 0,0 2-10 16,3 6 35-16,-3-9-22 0,2 7-14 0,1-4-9 15,0-2-3-15,0 1-11 0,4 1-1 16,-4 0-12-16,3-2-9 0,-3 1 2 0,3 0-2 16,0 6-16-16,1-6 0 0,0 4 1 15,-4 3-4-15,7-2-4 0,-7 2-6 0,0 0 4 16,13 7-19-16,-9-1 13 0,3 1 2 0,-1 5-7 16,-5 1-3-16,2-1 11 0,-3 6-44 0,0 0-47 15,-4 5-55-15,-2 2-159 0,-2 3-563 16,-5-2 76-16,-1 5 80 0,-9 5 77 0,-4-3 48 15</inkml:trace>
  <inkml:trace contextRef="#ctx0" brushRef="#br0" timeOffset="166731.92">9679 10972 744 0,'-3'-4'308'0,"3"-5"-45"15,-4 5-7-15,4-2-38 0,0 0-19 16,0-4-22-16,0 3-6 0,0-1-9 0,0 1-24 16,1 1-25-16,5-5-1 0,-3 3-15 0,0 2-25 15,2-2 5-15,1 1-10 0,-2-1-9 16,2 2-6-16,-5-1-17 0,5 6-1 0,-3-6 4 16,2 4-15-16,-5 3-5 0,6-7-5 0,-6 7 12 15,7 0-9-15,-7 0-9 0,0 0-1 16,14 7 4-16,-11-4-18 0,1 2 13 0,-1-2-18 15,-3 4 13-15,3-1 0 0,-3 1 11 0,1-2-9 16,-1 2 3-16,-1-1 1 0,1 1-9 16,-3-3 8-16,3 3-7 0,-3-1 17 0,-1-3-2 15,1 3-8-15,-1-3 20 0,0 3-2 0,4-6 23 16,-9 2-12-16,9-2-6 0,-7 0-2 16,7 0-3-16,0 0 0 0,-11-2 10 0,11 2-13 15,-7-8 16-15,4 3-15 0,3 1 7 0,-3-2-15 16,3-1 15-16,-3 4 2 0,3 3-12 15,-1-10 8-15,-2 5 7 0,3 5-5 0,0-8-10 0,0 8 3 16,0-4-16-16,0 4-2 0,-3-6 7 16,3 6 0-16,0 0 0 0,0 0-12 0,0 0 7 15,0 0 8-15,0 0-6 0,13 16 1 16,-10-10 0-16,-2-2-3 0,2 5-15 0,0-1 10 16,0 2 0-16,-3-2 5 0,2 4-3 15,-2-2 3-15,-2 0 3 0,2 0-11 0,-3 1 1 16,0 0 4-16,-4-1 6 0,0 4-10 0,-2-3 2 15,1 2-41-15,-2-3-29 0,0 0-32 0,-1-2-51 16,4 1-60-16,1-1-186 0,0-1-405 16,2-1 80-16,0-2 53 0,4-4 85 0</inkml:trace>
  <inkml:trace contextRef="#ctx0" brushRef="#br0" timeOffset="167130.97">10048 10891 788 0,'8'3'223'0,"-5"0"-34"15,-3-3-7-15,3 4-18 0,-3-4-8 0,4 4-13 16,-4-4-2-16,3 3 23 0,-3-3-8 0,0 0 13 15,0 0 0-15,0 0-18 0,0 0-3 0,0 0-17 16,0 0-6-16,0 0-7 0,0 0-13 16,0 0-5-16,3-15-11 0,-3 15-15 0,1-9 6 15,2 5-14-15,-3-1 3 0,3-2-7 16,-3 3-19-16,3-2 1 0,0-1-3 0,-1 5-13 16,-2 2-7-16,3-6-1 0,-3 6-5 0,6-7 11 15,-6 7-13-15,0 0-3 0,0 0 5 16,0 0-7-16,14 7 2 0,-11 1 6 0,0-2-4 15,-1 3 4-15,1 1-11 0,-3 0 8 0,0 4-6 16,0-3-2-16,-5 4 6 0,2 2-4 0,-4 5 1 16,-6-3-18-16,-4 6-46 0,-8 9-101 15,-12-1-239-15,3 0-464 0,-6 1 117 0,-2-5 75 16,-9-3 62-16,-4-5 60 0</inkml:trace>
  <inkml:trace contextRef="#ctx0" brushRef="#br0" timeOffset="204413.6">15795 4428 450 0,'-3'-7'195'0,"-1"4"-6"0,1-2-18 0,3 5-9 15,-7-4-16-15,6-1-21 0,1 5-5 0,-6-4-10 16,6 4-28-16,-3-4 3 0,3 4-26 16,0 0 0-16,-4-4-16 0,4 4-5 0,0 0 14 15,0 0-17-15,0 0-1 0,-9 11-6 0,8-5 0 16,1-2 13-16,0 4 5 0,0 2-13 15,0 1 21-15,0 1-21 0,1 4 1 0,-1 0 9 16,3 7-2-16,-3-4 5 0,3 0 28 16,-3 6-27-16,3 0 9 0,-2 0-20 0,2 0 2 15,0 3 6-15,0-2 7 0,0 1 8 0,-2 1-3 16,6 4 3-16,-3 2-3 0,2 1-12 0,-2 0 2 16,5-1 18-16,-1 1-13 0,2 14-2 15,0-2-14-15,1-1 11 0,-2 1-15 0,2 0 0 16,-1-1 7-16,0 2 3 0,0-3 0 15,4 1-10-15,-4-2 5 0,0 1 2 0,1-6-7 16,-1 4 0-16,3 4-19 0,-1-2 14 0,1 2-6 16,1-3 1-16,-1 4-3 0,1-3 7 0,-4 4-12 15,3 1 8-15,2-3-3 0,-2 3 7 16,1-2-4-16,-1-2 2 0,2 3 0 0,-2-1-3 16,0 2-7-16,1-5 69 0,0 7-3 0,0-4-12 15,-1 2-8-15,1 0-3 0,-1 0-5 16,2 2-7-16,-5 2-6 0,3-4-5 0,1 1 16 15,-1 2-13-15,-2 1 0 0,2-1-6 0,-3-3-1 16,5 6-6-16,-5-5 13 0,4 0-21 16,-1 3 3-16,0-3 2 0,-2 1 6 0,2 5-11 15,1-4 6-15,-3 2-9 0,2-3 4 0,-2 3-3 16,2-2-1-16,1-2 1 0,-4 4-8 16,0-1 3-16,1-1-5 0,-1-1 12 0,0 1 8 15,1 2-5-15,2-3-8 0,-3 1 16 16,1 0-26-16,-4-2 13 0,5-1-6 0,-4 0-7 15,2 1 13-15,0-1-16 0,1 0 9 0,-1 0 9 16,0 0-15-16,1 2-5 0,-1-2 15 0,-1 0-10 16,2 4 13-16,-4-3-11 0,0-1 4 0,3-1 11 15,0-3-19-15,-3 2 20 0,0 1-11 16,0-8 6-16,0-6-18 0,0 14 0 0,2-2 5 16,-5-7-5-16,7 8-3 0,-5-8 24 15,-2-5-16-15,2 2 2 0,1-2 8 0,-4 1-7 16,5 2 7-16,-1 9-7 0,-1 1-6 0,1-6 3 15,0-9 18-15,-3 6-13 0,2-4 0 16,1 0-10-16,0 13 8 0,0-5 2 0,-3-11 8 16,2 3-16-16,-2 0 8 0,5 3-10 0,-4-3 10 15,4 13 3-15,-2-9 5 0,0-2-6 16,-1 10 4-16,5 0-11 0,-4 2 5 0,-1-10-3 16,1-5 6-16,-3 0-3 0,3-2-2 0,0 1-3 15,-1-1 2-15,-2 1-4 0,6-4 4 16,-3 5-4-16,-3-1 2 0,2-1-5 0,0-2 5 15,-1-3-70-15,1-2 19 0,-2-1-10 0,2 1 7 16,-5-5 13-16,5 4 3 0,-1-2 2 16,-2-5 8-16,3 1 7 0,-3-2-12 0,-2-3 23 15,2 1-6-15,0 2 1 0,0-6-3 0,-2 3-5 16,-1-3-10-16,0 1-41 0,0-3-57 0,-4-1-161 16,-6 3-168-16,1-5-418 0,-3-5 120 15,-1-5 92-15,-8-6 39 0,1-12 69 0</inkml:trace>
  <inkml:trace contextRef="#ctx0" brushRef="#br0" timeOffset="205660.62">14239 8587 570 0,'3'-4'205'0,"-3"4"-31"16,0-7-18-16,0 7-5 0,1-5-18 0,-1 5-2 15,7-5-16-15,-7 0-23 0,0 5-10 16,4-4 3-16,-4 4-9 0,6-6-17 0,-6 6 8 16,7-2-1-16,-1-1-12 0,-1 0 8 15,1 3-6-15,1-3-15 0,3-1-5 0,-2 1 5 16,5 1 12-16,-3-3 4 0,4 4 4 0,2-3-28 15,-1 1 16-15,4 0-3 0,-1-1 3 0,3 1-1 16,2-2 1-16,1 2-8 0,4-1 13 16,5 1-21-16,-2 0 8 0,0-2-5 0,6 2-8 15,-1-3 3-15,4 4-6 0,-2-4 11 0,-1 4-5 16,5-3 0-16,-2 2-19 0,-2 1 11 16,3-3-5-16,-3 3 3 0,2-4-8 0,-5 4 10 15,6-4 0-15,-6 4 7 0,5-5 4 16,-3 6 2-16,-2-6-8 0,6 4 13 0,-4-4-16 15,1 5 8-15,-1-4 8 0,2 0-7 0,-2 5-1 16,0-6 0-16,1 3 3 0,-1-2 8 0,2 1-21 16,1 2 20-16,-2-3-12 0,3 2 0 15,-3-1-13-15,2 2 5 0,1-4 5 0,-2 4-3 16,4-4-2-16,-5 0 8 0,4 2-8 16,-2 2 10-16,-2-4 6 0,3 2-3 0,-3-1-16 15,2-1 8-15,-2 1-2 0,0 1-1 0,0-1 4 16,-1-1-9-16,0 3 16 0,1-3-3 0,0 0-17 15,0 5 1-15,2-4 1 0,-2-1 0 16,6 3 8-16,-6-3 2 0,17 0 18 0,-8-3-15 16,-5 3 0-16,-2 2-16 0,12-5 13 0,-5 2-7 15,5-2 2-15,-8 3 2 0,-6-3-2 16,16 2-5-16,-2-7 15 0,0 5-10 0,1-1-2 16,-1-3-3-16,-3 4-3 0,4-5 1 0,-1 4-1 15,3-3 0-15,-3 2 3 0,-2-1 3 0,-2-2-1 16,-7 5-12-16,-4 0-3 0,-2 1-2 15,-4-4 4-15,4 3-2 0,-2 0 11 0,-5 1-11 16,3-4 2-16,-8 5-4 0,1 0 7 0,-3-2-7 16,-4 3-6-16,0 3-7 0,-4-3 0 15,1 1-36-15,-7 3-57 0,0-3-96 0,-1 3-96 16,-6-1-503-16,0 4-29 0,-16-10 85 16,-2 3 74-16,-9-1 63 0,-10-2 60 0</inkml:trace>
  <inkml:trace contextRef="#ctx0" brushRef="#br0" timeOffset="206410.25">15665 7086 670 0,'4'-2'187'16,"-4"2"-3"-16,0 0-20 0,0 0 5 0,6-5-26 15,-6 5 16-15,10-1 2 0,-2 1-7 16,-8 0-6-16,17-3 6 0,-3 2-16 0,-1-2-7 16,4 1-19-16,3 0 6 0,1 1-10 0,7-4 2 15,5 4-5-15,-2 0-13 0,7-4 0 16,2 4 0-16,2-2-10 0,5-3-8 0,9 3 8 16,8-2-20-16,-2-2 4 0,6 3-7 15,1-3-13-15,3 0 8 0,2 3-11 0,5-3 6 0,10-1-21 16,-14 1 11-16,1 0 1 0,-1 0-11 15,-4 2-6-15,1-2 0 0,-3-1-13 0,-5 3 5 16,-5 0 13-16,-8 0-12 0,-13 3 9 16,-4 0-14-16,-7-1-9 0,-2 3-9 0,-3-1-45 15,-4 2-4-15,-5 4-72 0,-2-3-2 16,-7 4-45-16,-4 2-98 0,-1 1-500 0,-8 1 51 16,-6 5 66-16,-1 1 78 0,-11 2 33 0</inkml:trace>
  <inkml:trace contextRef="#ctx0" brushRef="#br0" timeOffset="207359.82">14872 9876 829 0,'0'0'271'0,"0"0"-28"15,-3-2-28-15,3 2-33 0,0 0 5 0,0 0-33 16,0 0-24-16,0 0 3 0,0 0-25 0,0 0-11 16,0 0 3-16,0 0-18 0,0 0-8 15,24 4 8-15,-24-4 2 0,10 4-7 0,-3-3-3 16,2 0 6-16,2-1-11 0,2 2-3 0,-1-2 6 16,4 0-3-16,5 0-10 0,-1-2 0 15,4 1-13-15,6 1 8 0,-2-5-1 0,9 3 6 16,2-6 3-16,15-1 4 0,4 1-9 0,3-3-4 15,1-3-1-15,6 3 1 0,2-3 6 16,14-1-15-16,5 1 7 0,0-2-5 0,-3 1-3 16,3 0 6-16,-4 5-8 0,-13 0-20 0,-1-2 4 15,15 1 3-15,-15 2-7 0,2 0 4 16,16-3-4-16,-18 6-3 0,-2-1-13 0,3-1 18 16,-7 1-8-16,-3 0 8 0,-4-3-18 0,-11 3 8 15,-2 5 8-15,-5-4-11 0,-5 1-5 0,2 0-5 16,-6-2 15-16,-1 5-2 0,-2-4-41 15,-4-1-13-15,0 2-20 0,-4-1-60 0,-5-1-81 16,1-3-177-16,-2 3-453 0,-4-3 82 16,-3-5 54-16,-7 1 72 0,-3-5 68 0</inkml:trace>
  <inkml:trace contextRef="#ctx0" brushRef="#br0" timeOffset="208410.41">15908 5886 755 0,'0'0'238'0,"0"0"-3"0,27-11-7 0,-16 7-23 16,5 0 0-16,2-2-14 0,6 2 12 0,3-3-19 15,0-1-5-15,8 1-18 0,2-2 3 0,14-6-8 16,4 5-15-16,6-3-8 0,4 1-10 16,18-3-10-16,2 4-1 0,7-4-9 0,-2 1-11 15,2 2-2-15,0-1-14 0,4 2-19 16,-1-3 2-16,4 2-6 0,3 0 21 0,-1 1-17 16,1 0-16-16,-3 2-8 0,-4 0 5 0,-3-1-4 15,-3-1 4-15,-17 4-10 0,0 0-2 16,0 1-1-16,-1-1-4 0,2-1-6 0,-5 0-2 15,-3 1 2-15,-7 0 3 0,-10 3 3 0,-10-1-3 16,-1 1-11-16,-9-1-4 0,-1 3 7 16,-7-3 3-16,1 4-5 0,-4-2 5 0,-3 3-13 15,0-3 7-15,-1 2-20 0,-6 0-56 0,3-1-61 16,-10 2-80-16,0 0-120 0,0 0-474 16,0 0 16-16,0 0 66 0,-38 4 82 0,22-4 54 15,-9 0 86-15</inkml:trace>
  <inkml:trace contextRef="#ctx0" brushRef="#br0" timeOffset="209543.7">16465 4611 793 0,'-3'-5'251'0,"3"5"-26"0,0 0-12 16,0 0-24-16,0 0-18 0,-8 19-17 0,9-8-5 16,2 3-19-16,1 3-12 0,-1 1-13 15,-2 6-13-15,5-2-5 0,0 3-13 0,-5 3 8 16,5-3-5-16,-2 4-31 0,3 1-13 0,0 2-28 16,-1-4-56-16,1 3-72 0,-1-5-79 0,-1-1-254 15,2-1-217-15,-1-5 74 0,-2-4 41 16</inkml:trace>
  <inkml:trace contextRef="#ctx0" brushRef="#br0" timeOffset="209927.1">16469 4625 890 0,'-3'-8'318'0,"3"2"-44"0,0 6-21 0,6-1-12 16,-6 1-39-16,0 0-10 0,13 12-21 15,-2-5-22-15,-1 6-11 0,3-1-15 0,5 4-8 16,-1-1-7-16,3 3-16 0,1-1-10 0,0-1 2 16,2 2-20-16,1 0-3 0,0-2 11 15,0 0-28-15,-7-2-14 0,4 0-17 0,0-3 5 16,-8-1-13-16,3-2-10 0,-4-1 26 0,1 0 4 16,-2-4 3-16,-2-2-10 0,-2-1 5 15,-7 0-5-15,11-4 3 0,-7-4-9 0,-1 0 22 16,0-5-6-16,-3-5 10 0,-3-1-12 15,-1-8 2-15,-3-5 10 0,3-1 14 0,-5 1-11 16,5 0 7-16,-3 1 3 0,-3 1 1 16,6 5-1-16,-2 0-10 0,-1 3-11 0,4 5 1 15,-2-1-13-15,-1 3 5 0,3-1-5 0,2 5-13 16,-2 2-48-16,0 0-26 0,3 1-11 0,0 2-27 16,0 6-49-16,3-7-29 0,-3 7-76 15,0 0-110-15,15 6-389 0,-9 0 41 0,4-1 61 16,0 3 59-16,1 5 79 0</inkml:trace>
  <inkml:trace contextRef="#ctx0" brushRef="#br0" timeOffset="210609.71">17165 4759 691 0,'8'-6'230'0,"-1"-2"-10"15,-1-1-18-15,1-1-5 0,-1-5-17 16,-1 4-24-16,-2-3 0 0,1-1 8 0,-1 3-16 15,0 0 11-15,-3 0-23 0,3 2-11 0,-3 2-18 16,0 0-2-16,0 2-23 0,-3 3-2 0,3 3-19 16,0 0 1-16,0 0-9 0,-16 11-14 15,11 0 9-15,-2 3-2 0,1 3 3 0,-1-2 0 16,4 3-21-16,0-1 3 0,-2 2-1 16,5 0-14-16,1-1 9 0,3-1-12 0,-1 0 13 15,4-1-16-15,2 0-5 0,-2-3 15 0,7 0-9 16,0-1 7-16,3-4-11 0,-3-1 21 0,6-1-15 15,1-5-5-15,-4-1-3 0,3-1-2 16,0-5-6-16,1-1 0 0,0-3 11 0,-1-1 2 16,-2-3 1-16,-1 0-11 0,-1 1 10 15,-4-3 5-15,0 7-2 0,-2-3 13 0,-3 3-11 16,1 2 0-16,-2 1-17 0,1 1-1 0,-4 2 1 16,4-1 2-16,-7 4-3 0,0 0-2 0,0 0 2 15,14 12 3-15,-11-9 8 0,-2 3-8 16,2 1-8-16,0-1 6 0,1 1 4 0,3 0-9 15,-4 2-1-15,4-3-7 0,-4 2 4 16,4-1 11-16,-1-2-17 0,-1 0-4 0,1-2 13 16,1 2 6-16,0-3 2 0,4 0-13 15,-2 1 5-15,-2-2 3 0,3-1 0 0,-2 1-13 16,2 2 5-16,-1-3 11 0,-1 1-1 0,-1 2 1 16,3-3-9-16,-4 1-9 0,5 1-3 0,-4 2 13 15,3-2 7-15,1-2-10 0,-5 2 8 16,4-2-25-16,-3 5 22 0,1-4-2 0,-8-1 4 15,16 0-1-15,-9 0 7 0,-7 0-3 0,14-4 3 16,-7 2-2-16,2 0 7 0,-5-4 2 16,6 3 4-16,-6-5 22 0,2 0 3 0,-2-4-8 15,2-1 8-15,-6-3 0 0,1-1 2 0,-1-3-2 16,0 0-8-16,-4-5 18 0,1-1-18 16,-4-5-5-16,1 3 0 0,-5-1 6 0,4 7-9 15,0-2 6-15,1 2-3 0,-1 3-13 16,3 2 13-16,-3 3-13 0,4 2 3 0,-1-1-59 15,1 5-13-15,0 3-10 0,3-1-10 0,0 6-60 16,3-6-60-16,-3 6-121 0,14 2-461 0,-14-2 62 16,21 5 86-16,-8-5 42 0,4 5 49 0</inkml:trace>
  <inkml:trace contextRef="#ctx0" brushRef="#br0" timeOffset="212392.21">18584 4475 796 0,'8'6'266'0,"-2"4"-31"0,1-1-25 16,-1 0-13-16,-2 2-25 0,4 3-11 16,-2-2-15-16,0 2-13 0,-5 1-2 0,2-4-39 15,0 3 0-15,1-3 5 0,-4 0-23 0,0 1-5 16,0-4 6-16,4 0 1 0,-4 1 6 15,-4-5 26-15,4 1-13 0,0-5-8 0,0 7-8 16,0-7-5-16,0 0-5 0,0 0-15 0,-10-14-3 16,6 6 3-16,1-3-16 0,3-3 3 0,-3 2-2 15,6-4-11-15,-3 0 0 0,3-1 0 16,1 3 8-16,2-1-28 0,-2 2 7 0,3 1-7 16,-3 2-6-16,2 4-2 0,1 1 5 0,4-1 1 15,-2 6-4-15,1 0-4 0,1 5 7 16,2-3-3-16,-2 6 9 0,3 1-9 0,-1 1 1 15,1-1-1-15,-1 4 3 0,2-1-7 16,-5 1 9-16,0-1-7 0,1 1 8 0,-2-1 2 16,-2 0-7-16,0-3-1 0,0 0 6 0,-3-2-8 15,2-2 5-15,-2 2 23 0,-1-1-5 0,3-4 1 16,-6-2-9-16,4 2 8 0,-4-2-13 16,0 0 11-16,0 0-6 0,4-18 5 0,-4 7-12 15,0-3 0-15,3-2 2 0,-3-2 0 0,3 0-2 16,-2 0-16-16,2 2 13 0,3-5-5 15,-2 4 3-15,-1 0-13 0,1 4 10 0,3-2-8 16,-3 5 0-16,2 0 8 0,0 4-20 0,-2-2 7 16,4 7-2-16,-2-2-6 0,-6 3 14 0,17 5-1 15,-7 2 13-15,0-1-18 0,0 4 8 16,1 0-3-16,-1 5 1 0,-3-3 9 0,7 5-7 16,-4-1-2-16,0 2-6 0,-2 0 8 15,2 1-6-15,-1-7 9 0,-2 2-6 0,4 0-20 16,-4-3 15-16,2 0-5 0,-1-3 0 0,-1-1 0 15,-1-3 6-15,4-1 12 0,1-2-11 0,-1-2 4 16,0-6 12-16,1 0-15 0,2-1 12 16,-3-4-12-16,4-4 7 0,-1 0-2 0,-1-1-2 15,-2 0 4-15,3 1 6 0,-2 0-9 0,-1 4 1 16,-1 1 13-16,-1 2-21 0,-1 1-5 0,-1 2 8 16,1 2-16-16,1 3 19 0,-2 0-16 15,-6 1 7-15,16 2-4 0,-8 2 7 0,2 2 11 16,-3 2 2-16,3 3 2 0,0 1-12 15,0-3-3-15,0 2 13 0,1 2-8 0,-1-2 3 16,4 2-2-16,-4-4 14 0,0 0-4 0,4-1-3 16,-7 0-3-16,3-5 19 0,1 3-11 0,-4-6 0 15,-1 1-5-15,-6-1 8 0,14-6 7 16,-7 2-7-16,-3-3 2 0,2-1-10 0,-6-1 28 16,3-1-15-16,-6-5-8 0,0 0 10 0,-1 0-5 15,-6-2 24-15,3-1-16 0,-6 2-3 16,2-1 13-16,1 5-7 0,0-1 2 0,3 2 13 15,-4 0-16-15,2 5 6 0,2-2-8 0,3 1-6 16,-6 0-7-16,6 5 6 0,1 1-16 16,3 1-6-16,-7-4 9 0,7 4 15 0,0 0-3 15,0 0-20-15,0 0-1 0,0 0 16 0,17 8-5 16,-6-6-2-16,2 1-3 0,4-3 2 0,0 0-2 16,4 0 0-16,0 0 2 0,2 0-4 15,-2-5 12-15,6 4 3 0,1-2-11 0,-8-1 0 16,4 0 14-16,-4-2-16 0,1 4 7 15,-4-3 1-15,0 2-6 0,-3 2 6 0,-4-3 7 16,4 1-8-16,-4 2-4 0,-3 0-8 0,-3-2-1 16,-4 3 6-16,0 0-13 0,6 8 13 15,-6-8-2-15,-11 13 7 0,5-5-8 0,-4 1 5 16,0 3 8-16,-1 1-5 0,1 2-7 0,3-3 2 16,-3 3-6-16,3 1 17 0,1 0-4 0,2 1 8 15,1-3-12-15,0 0-8 0,3 0 25 16,0-2-15-16,0 1-8 0,6-5 8 0,-3 1 8 15,4-1-8-15,3-6 2 0,-2 4-2 0,5-6-10 16,-3 0-5-16,4-4 20 0,3-3-8 16,-3 1-7-16,2-6 5 0,-1 0 2 0,1-4-4 15,-2-2 2-15,-1-2 2 0,-2-5-17 0,-1-2 15 16,0-2-6-16,-6-3-2 0,3-2 3 0,-4-3 13 16,-2 2-3-16,-1-1 15 0,0-3-25 15,-1 4 20-15,-2 2-2 0,3 4-8 0,-3 4 10 16,3 5 3-16,-4 1-5 0,4 2-19 15,-1 5 11-15,-2 2-10 0,-3 3 15 0,5 6-10 16,1 1 0-16,0 0 8 0,-13 14-9 0,10-3 17 16,-1 4-6-16,1 3-3 0,3 0 3 15,-1 3 11-15,2 0-16 0,-1 3 5 0,7 0-5 16,-4 1-8-16,4 0 21 0,0-1-3 0,-1 0-10 16,2-4 8-16,2 1-3 0,0-1 5 0,1-2-5 15,-1-2 11-15,0-2-1 0,1-1-5 16,1-2 13-16,-1 0-2 0,3-5-1 0,2-2-4 15,-1 0-1-15,1-1 8 0,2-5-10 0,3 0 0 16,1-5-3-16,0-2-2 0,1-5-11 16,2-2-7-16,-5-1 12 0,1-2-9 0,-2-2 14 15,-4 3-7-15,-2 1-2 0,1-1 4 0,-7 3-12 16,2 1 15-16,-1 1 0 0,-5 4-2 0,-2 0 2 16,2 2-2-16,-3 0-8 0,0 7-8 15,-3-2 2-15,3 2 29 0,0 0-23 0,-21 7 0 16,11-2-5-16,2 8 0 0,-2-4-1 0,3 7-4 15,-2-4 10-15,1 3 2 0,2 2 11 16,5 0-13-16,-2-2 2 0,0 3 6 0,6-4 2 16,-3 3 5-16,4-1-7 0,2 0 5 15,2-4-8-15,2 2 7 0,0-3-2 0,7 2-2 16,-4-7-1-16,8 1 1 0,-3-1 7 0,2-5 3 16,3 1 0-16,-1-2 0 0,1-3 5 0,4-4-18 15,-3-1 7-15,3-2 6 0,-2-5-13 16,2-2-8-16,-7-2-4 0,8-12 6 0,-1-4-4 15,-10 3 8-15,-3-8-9 0,-4 3 1 0,1-10 0 16,-2-2-8-16,-8 7 0 0,2 5 8 16,-3-2-8-16,-3 3 10 0,3 2 8 0,-4 4-2 15,4 5 17-15,-6 1-12 0,5 7-1 0,-2 1-12 16,-1 6 10-16,-2 3-13 0,2 3-5 16,-3 5 16-16,7-1-6 0,-17 17 3 0,7 1-5 15,0 4 2-15,2 4 16 0,-1 7 10 0,5 3-6 16,-2 0 6-16,5 3-18 0,1 0 18 0,0 2-2 15,4 10-6-15,-1 1 8 0,7-2-3 16,1 0-5-16,-1 0-7 0,3-2 5 0,2 1-14 16,-2-6-19-16,1 0-34 0,2-1-54 0,-5-4-71 15,-4-11-136-15,-1 5-514 0,-6-7 61 0,-3-7 84 16,0 0 59-16,-7-4 77 0</inkml:trace>
  <inkml:trace contextRef="#ctx0" brushRef="#br0" timeOffset="213759.54">17515 6142 926 0,'0'-8'282'0,"-3"-1"-19"15,3 1-2-15,-1 1-5 0,1 0-15 0,0-2-6 16,-4 1-20-16,4 6-12 0,-3-6-9 16,3 3-32-16,0 5-17 0,0-8-17 0,0 8-12 15,0 0-11-15,0 0-16 0,0 0-7 0,0 0-5 16,-10 21-13-16,10-12-5 0,-3 1-3 16,3 4-5-16,0-3-10 0,0 3 0 0,0-2 0 15,3 1-13-15,0 4 0 0,1-3-5 0,2-1 6 16,-1 2-4-16,4-3 6 0,-2 1-18 15,0-3-8-15,4 0 0 0,-1-3-3 0,3 0-4 16,-2-1 7-16,2-3-8 0,1-1-9 16,-1 0-6-16,-3-4 8 0,4-2-3 0,-4 0 13 15,1 0-18-15,2-5 13 0,-3 1-8 0,-2-5-5 16,-1 1 15-16,2-2-12 0,-5 3 12 0,2-3-4 16,-1 3 12-16,-2 1-5 0,0-1 5 15,1 6 0-15,-1-2-5 0,-3 1-8 0,3 1-7 16,1 0 13-16,-4 5-1 0,10 0-7 15,-10 0 0-15,7 10 17 0,0-3-9 0,0 4-6 16,3 2 0-16,0-1 11 0,3 3 2 0,-2 6-10 16,-1-3 5-16,0 1-8 0,4 3 11 0,-4-3-3 15,0-1-11-15,-2 4 19 0,2-4-3 16,-4 0 8-16,-2-1 5 0,3-2 18 0,-3 2-8 16,-4-2 21-16,0-4 4 0,0 1 4 15,-4-1 2-15,0-1-8 0,-2-1 5 0,-4-1-12 16,3 0 4-16,-7 1-4 0,4-3-3 0,-4-2-5 15,4 0-13-15,-4 2 2 0,0-4-9 0,1 1-19 16,-1-2-33-16,1-1-23 0,3 0-43 16,-1 0-49-16,11 0-62 0,-17-1-222 0,9-2-415 15,-1-3 88-15,5 0 53 0,1 0 66 0,3-5 70 16</inkml:trace>
  <inkml:trace contextRef="#ctx0" brushRef="#br0" timeOffset="213959.53">18030 6203 901 0,'8'7'317'0,"-5"0"-15"0,0 1-28 0,1 1-31 16,-4 1-20-16,3 5-13 0,1 1-18 0,-1 1-29 16,0 0-17-16,1 2 13 0,-1 4-26 15,-2 1-25-15,2-5-11 0,0 5-31 0,-3-1-32 16,3-3-37-16,-3 1-58 0,1-2-70 0,-1-2-122 15,0 1-487-15,-1-4 57 0,-2-3 68 16,0-3 50-16,-1-2 50 0</inkml:trace>
  <inkml:trace contextRef="#ctx0" brushRef="#br0" timeOffset="214326.23">17761 5867 806 0,'-3'6'269'0,"2"-1"-19"0,-3 2-27 0,1 1-23 16,0 2-6-16,0-2-25 0,2 4-31 16,-2-3-10-16,3 1-12 0,-3-1-22 0,3-1 14 15,-4 0-24-15,4-2 8 0,0-1-10 0,0 1-7 16,-3-2-4-16,3-4 9 0,0 0-21 0,0 5-8 15,0-5-5-15,0 0-10 0,0 0-1 16,3-18 12-16,-3 10-1 0,1-5-21 0,2 1 19 16,0-1-26-16,0 1 12 0,-2-4 6 0,5 3 18 15,-3 1 2-15,2 3-10 0,-2-4-18 16,3 7-2-16,-2-1 0 0,2 0-11 0,5 5 8 16,-1-2 0-16,3 8-8 0,-1-1-7 15,4 4 0-15,2 2 10 0,6 3-3 0,-1 3-46 16,4 3-20-16,7 9-64 0,5 0-192 0,-5 2-499 15,0 1 86-15,-7-5 73 0,-7-6 55 0,-2-3 75 16</inkml:trace>
  <inkml:trace contextRef="#ctx0" brushRef="#br0" timeOffset="-214337.58">17463 7358 867 0,'-3'-5'277'16,"3"5"-16"-16,-3-4-39 0,3 4-19 0,0 0-29 16,0 0-5-16,0 0-26 0,0 0-18 0,0 20 1 15,3-11-14-15,0 3-9 0,0-2-14 0,1 0 1 16,-1 1-13-16,5 1-18 0,-2 1 0 16,4-1 2-16,-3-1-20 0,4 2-8 0,-1-4-10 15,0 0-2-15,1-6 2 0,2 2-31 16,-3-2 18-16,4 2-20 0,-1-5 0 0,-2 0 5 15,-1-5-8-15,0 2 5 0,1-2 1 0,-1 1 4 16,-4-4 8-16,1-4 3 0,0 1-11 16,-3 0 24-16,-1-4-24 0,1 1 11 0,-1 3-3 15,-3-2 10-15,3 2 11 0,0 1-8 0,-3 2-3 16,4 0-12-16,-4 2-1 0,4 3 14 0,-4 3-11 16,0 0 3-16,0 0-8 0,0 0 5 15,13 16 0-15,-6-8-8 0,-4 2 3 0,1 1 10 16,3 3 8-16,-3 2-5 0,2 1-3 15,-3 0 11-15,1-1-3 0,-4 2 2 0,3 0 3 16,-3-1-2-16,-3 1 15 0,-1 2-18 0,1-3-1 16,-3 0 6-16,2 0-15 0,-7-1 10 0,5-4-5 15,-1 3-11-15,0-2-19 0,0-3-30 16,0-1-27-16,1-1-64 0,2-1-77 0,-2-4-317 16,2-2-193-16,4-1 70 0,0 0 66 15,0 0 36-15</inkml:trace>
  <inkml:trace contextRef="#ctx0" brushRef="#br0" timeOffset="-214053.86">18020 7460 703 0,'7'6'238'0,"4"-1"-28"0,-1 3-2 15,-3 4-37-15,3 0-2 0,-3 2-13 16,-1 2-33-16,-2 1 0 0,-1 0-8 0,-3 1-7 15,0 0-14-15,-3 3 11 0,0-5-5 0,-1 1-18 16,-2 0 3-16,2-5-11 0,-3 2 15 0,3-3-20 16,-2 2 8-16,3-4-8 0,-1 1 11 15,1-3-21-15,3-1-3 0,-3-2-13 0,3 1 11 16,0-5-13-16,0 0-10 0,0 0 12 16,0 0-20-16,19-8-46 0,-12 2-15 0,4-2-11 15,-1 0-35-15,0-2-42 0,4 0-68 0,2-5-100 16,-5 5-415-16,3-5 33 0,-3-2 72 0,-2 2 53 15</inkml:trace>
  <inkml:trace contextRef="#ctx0" brushRef="#br0" timeOffset="-213670.83">17808 7068 693 0,'0'7'192'0,"0"2"-15"15,0-2-19-15,0 2-19 0,0-2-14 0,0 1 6 16,0 1-26-16,0-1-23 0,-3 0-11 16,3-2 9-16,0 1 1 0,0-1-4 0,0 0 15 15,-3-3 1-15,3-3-19 0,-1 7 5 0,1-7-17 16,0 0 4-16,0 0-4 0,0 0-9 15,-17-8-4-15,14 1-3 0,3 0-18 0,-4-3 11 16,1 1-6-16,3-4 5 0,-3 1-2 16,3-3 2-16,0 3 6 0,0-3-1 0,3 1-17 15,0 3-11-15,1 1 14 0,3-1-9 0,0 1-2 16,3 6-5-16,0 0 5 0,4 1-8 0,2 4 0 16,2 2-2-16,3 8-6 0,6 0-7 15,-3 6-41-15,10 9-25 0,-4 8-50 0,1 3-81 16,-3-1-123-16,2 5-389 0,-5 2 56 0,-1 1 67 15,-4 2 71-15</inkml:trace>
  <inkml:trace contextRef="#ctx0" brushRef="#br0" timeOffset="-213004.04">17712 8624 1026 0,'-6'-6'294'0,"6"6"-35"0,0 0-21 16,0 0-21-16,0 0-22 0,0 0-11 0,0 0-22 15,-3 15-19-15,3-15 0 0,6 10-30 0,-6-3-6 16,4 1-7-16,2 0-13 0,-2 0-2 0,3-4-9 15,0 1-4-15,-1 3-8 0,1-5-2 16,4 3-1-16,-1-5-10 0,3 1-15 0,1 1 5 16,-4-6-13-16,4 1-5 0,0 0 10 15,0-4-17-15,-4-2-6 0,3-2 8 0,1 1-15 16,-4-6 12-16,-3 4-10 0,4-4-13 0,-5 1 21 16,1 3 0-16,0-3 13 0,0 4-6 0,-3 2-10 15,2-2 8-15,-3 3-5 0,1 5-5 16,-1-3-1-16,-3 5 6 0,7-1-8 0,-7 1 13 15,11 8-13-15,-5 1 11 0,-2-1-9 0,2 2 1 16,2 5 18-16,-2-2-11 0,-2 3 8 16,-1-1 5-16,0 4-7 0,1-3 4 0,-1-1 8 15,-3 1 6-15,0-1 2 0,0 0 5 16,-3 2-8-16,-1-1 19 0,-5-1-6 0,2-3-3 16,-4 3 11-16,-3-1-18 0,-3-3 13 0,1 3-8 15,-2-4 0-15,1-2-2 0,0-4-11 0,-1 2 5 16,2-3-7-16,-2 2-3 0,-1-3-23 15,4-1-12-15,2 0-11 0,-4 3-39 0,7-2-27 16,-5-2-57-16,5 0-56 0,1 0-159 0,5 0-491 16,4 0 54-16,-8 0 76 0,8 0 79 15,0 0 47-15,0 0 72 0</inkml:trace>
  <inkml:trace contextRef="#ctx0" brushRef="#br0" timeOffset="-212637.24">18171 8637 1103 0,'7'-4'325'16,"-1"2"-36"-16,2-3-25 0,-2 4-11 0,-6 1-23 15,14 0-12-15,-14 0-34 0,17 3-15 0,-10 2-5 16,2-1-26-16,-1 2-17 0,-1 1-4 16,-1 1-1-16,-2 2-24 0,2 0-8 0,-6 3-7 15,5-3-13-15,-5 5 3 0,0-5-3 0,0 4-16 16,0-4 3-16,-1 0-17 0,-3-1 4 15,4-2-7-15,0 2-11 0,0-1 8 0,0-1-15 16,0-4 0-16,0 2 5 0,4 2 5 0,-3-4-13 16,2 1-10-16,3 0 8 0,-2-2 5 15,2 3-1-15,-2-1-6 0,3 2 4 0,0 0-8 16,0-4 14-16,-1 5-9 0,1 0 14 0,0-3-13 16,-3 3 15-16,-1 0 10 0,0 3-2 15,-3-3 4-15,0 1-6 0,0 2-9 0,-6-2 11 16,-1 2-11-16,-1 3 1 0,-2-4-8 0,-3 2-11 15,-1 1-15-15,-2-3-28 0,1 0-46 16,-1-2-79-16,-2-1-121 0,-2 0-575 0,6-5 68 16,-3-1 83-16,0-3 55 0,-1-5 73 0,-1-7 63 15</inkml:trace>
  <inkml:trace contextRef="#ctx0" brushRef="#br0" timeOffset="-212285.26">18075 8193 837 0,'3'7'332'0,"-2"-1"-27"0,-1 3-31 16,0-3-21-16,3 5-33 0,-3 0-28 0,3-1-7 16,-3 2-22-16,0-2-17 0,0-2-15 0,3 2-13 15,-3-3-6-15,0-1-12 0,0-2-8 0,0-2-10 16,0-2-5-16,0 0 0 0,0 0-11 15,0 0-4-15,-6-19-14 0,3 8-2 0,3-3-10 16,0-4 5-16,0-4 5 0,0 2 16 0,0 3 4 16,3-5 8-16,-3 4 1 0,3 3-19 15,-3 3-5-15,3-1 3 0,-2 2-11 0,6 4-7 16,-1 0-13-16,-2 4 21 0,3 3-13 16,3 0-1-16,4 7-19 0,-1-3 19 0,1 5 1 15,6 6-11-15,1 2 6 0,0 1-8 0,-1 4-39 16,1 2-30-16,9 5-59 0,-6 8-123 0,1-3-609 15,-6-7 10-15,-4-2 95 0,-5-5 79 16,-4-4 77-16,-3-3 51 0</inkml:trace>
  <inkml:trace contextRef="#ctx0" brushRef="#br0" timeOffset="-211371.4">17938 10328 962 0,'-3'-9'330'0,"3"5"-20"15,-1-3-29-15,-2 0-25 0,3 7-10 0,-3-8-33 16,3 6-27-16,0 2-22 0,-3-8-8 0,3 8-22 16,0 0-22-16,0 0-2 0,0 0-7 15,0 0-9-15,0 0-9 0,0 0-21 0,-3 18 7 16,6-11-4-16,0 1-8 0,0-2-13 15,1-2-5-15,-1 4-5 0,5 1-3 0,-2-5-5 16,4 0-2-16,-3 2 2 0,4-5-23 0,-1 0 8 16,0-1 0-16,4 0 12 0,-4-1-20 0,4-4-2 15,-4 2 2-15,3-4-2 0,-2 0-3 16,2-3 5-16,-6 2-8 0,7-4-10 0,-7-1 11 16,2 2-6-16,-1-2 8 0,-4 3 5 15,2 2-12-15,1 0 9 0,-4-2-12 0,0 3-3 16,2 5-2-16,-2-3 2 0,-3 5-2 0,0 0 2 15,13 7 5-15,-9 3 0 0,2 4-2 0,2 1 13 16,-2 3-14-16,1 5 14 0,0-1 7 16,3 3-5-16,-6 5 13 0,2 0-18 0,1-3 3 15,-4-1-3-15,1-1 18 0,0 0-8 0,-4-7 21 16,0 4 2-16,-4-3 13 0,0-1-5 16,-2-4 26-16,-1 1-3 0,0-3-8 0,-4 3-7 15,-2-7 15-15,-1 1-18 0,4-1-3 0,-6-6 1 16,1 3-9-16,2-4 6 0,-4 0-7 15,3-1-14-15,0 0-15 0,1 0-15 0,-1 0-26 16,0-2-46-16,4 1-66 0,0-3-103 0,0 4-263 16,6-1-334-16,-2 0 85 0,6 1 65 15,-4-9 58-15,4 2 69 0</inkml:trace>
  <inkml:trace contextRef="#ctx0" brushRef="#br0" timeOffset="-210770.93">18410 10307 893 0,'7'9'284'0,"-4"-3"-15"0,-3 0-36 16,0 6-16-16,3-1-32 0,-2 3-14 16,2 2-20-16,0 2-5 0,2-1-21 0,-2 0 1 15,0 1-8-15,4 6-24 0,-4-6-14 0,4-2 7 16,0 1-23-16,-3 0 2 0,5-2-4 15,-2 1-9-15,0-6-4 0,0 3-13 0,0-3 18 16,0-2-16-16,-1-1 5 0,2-3-12 0,-2 3 0 16,-2 0-5-16,2-4-3 0,-2-2 5 0,2 4 5 15,-6-5-20-15,8 2 10 0,-8-2-8 16,7 4 1-16,-7-4 1 0,0 0 1 0,9 1 0 16,-9-1-2-16,0 0-1 0,0 0 0 0,0 0 3 15,0 0 3-15,11-1-16 0,-11 1 15 16,0 0 1-16,0 0-19 0,0 0 11 0,0 0-10 15,0 0 10-15,0 0-6 0,0 0-2 0,0 0-2 16,0 0 5-16,10-4-3 0,-10 4-5 0,0 0-3 16,0 0 13-16,0 0-2 0,0 0-3 15,0 0 21-15,0 0-21 0,4 0-8 0,-4 0 19 16,0 0-14-16,9-7 1 0,-9 7 2 0,8-4-15 16,-4-2 17-16,2 2 4 0,1-1-1 15,-1-2-18-15,2 0 16 0,-1 1-8 0,-1-2-8 16,1-1 1-16,-1 1-6 0,-1-4 8 0,1 1 5 15,-2-2-18-15,-1 2 20 0,0-3 8 16,-3 3-17-16,3 0 9 0,-2-2 16 0,-1 5-2 16,0 0 4-16,0-2-10 0,0 3 1 0,0 3-17 15,0 0 9-15,0 4 2 0,0 0-2 0,0 0-3 16,0 0 10-16,0 0-8 0,0 0-4 16,-10 22 4-16,10-11 4 0,0 6 1 0,0-2-9 15,3 3 9-15,-3 5-7 0,3-4 6 0,1 6 6 16,-1-2-4-16,0 1-34 0,5 1-38 15,-5-2-15-15,4-2-26 0,-1 3-41 0,-2 1-89 16,-1-7-216-16,4-1-324 0,-3-1 60 16,-1-3 63-16,-3-9 66 0</inkml:trace>
  <inkml:trace contextRef="#ctx0" brushRef="#br0" timeOffset="-210335.4">18153 9858 752 0,'-3'10'310'0,"0"3"-21"15,3-1-20-15,-4-2-18 0,4 5-41 0,-3-5-8 16,3 5-23-16,-3-5-25 0,0 5-16 16,2-7-13-16,1 4-5 0,-3-1-22 0,0-4 4 15,3 0 11-15,0-2-16 0,0 1-15 0,0-6-5 16,0 0-3-16,0 0-18 0,0 0 6 0,0 0-14 16,-4-21-2-16,4 9-5 0,0-4 0 15,0-6-2-15,4 2-9 0,-4-5 6 0,3 1-2 16,0 3 14-16,1 1 6 0,-1 3-8 0,3 2-10 15,-2 3 0-15,-1 1-13 0,5 4 0 16,-1 2 10-16,2 3-13 0,2 4 14 0,-1 0-21 16,4 8 2-16,0 3 8 0,2 2-5 0,-1 1-5 15,4 3 2-15,-1 5-10 0,0-5-30 16,1 5-45-16,-4 1-32 0,-2-2-49 0,-3-3-82 16,-3 2-220-16,-3-4-366 0,-1-1 74 0,-6-3 69 15,-1-3 82-15,-4-3 49 0</inkml:trace>
  <inkml:trace contextRef="#ctx0" brushRef="#br0" timeOffset="-209554.29">17094 9563 529 0,'0'0'218'15,"0"0"-6"-15,6-7-32 0,-2 2-11 16,3 5 15-16,0-2-31 0,3-3 6 0,4 4-10 15,-1-4-1-15,5 0-15 0,2-2 0 0,4 3-5 16,3-2-20-16,1-2-1 0,6 1-17 16,3-1 7-16,1 0-10 0,20-1 3 0,0-1-21 15,4-3-5-15,-1 3 15 0,4 0-7 0,0 1-11 16,0-4-10-16,4 2-7 0,-4 1 10 0,6-4-16 16,15 3 11-16,-1-4 2 0,0 2-28 15,1 1 15-15,-14 2-4 0,10-4-6 0,-10 6-5 16,-4-3 5-16,0-2-8 0,-2 4-7 15,2-1-2-15,1 1 1 0,-4-1 4 0,0 1-1 16,-1-2-7-16,-5 1 2 0,-1 2-10 0,-4-2 18 16,-10 2 5-16,-9 1-8 0,-1-3 11 0,-7 3-1 15,-3 3 14-15,-4 0 2 0,-2-2 0 0,-1 2-3 16,-4-1-12-16,-2 2 7 0,-1-3-28 16,-6 5-51-16,-1-2-44 0,0-2-58 0,-3 5-98 15,0 0-202-15,-17-7-358 0,4 5 94 16,-5-2 93-16,1-2 51 0,-13-2 38 0</inkml:trace>
  <inkml:trace contextRef="#ctx0" brushRef="#br0" timeOffset="-204621.84">21312 4079 767 0,'-6'12'261'0,"3"-7"-30"0,3 8-37 0,0-4 6 16,3 7-13-16,0 0-41 0,0 1-8 0,1 4-5 15,2 2-20-15,-2 0-8 0,6-1 0 0,-3 0-36 16,0 0 5-16,0-1-23 0,3 1 6 15,-6 1 4-15,5-8 0 0,-5 4-30 0,-1-6-5 16,2 0 22-16,1-3-17 0,-3 1 10 16,-2-4 5-16,2 0-18 0,0-2-2 0,-3-5-3 15,0 0-8-15,0 0 11 0,0 0-3 0,0 0-10 16,-10-23-1-16,4 9-4 0,1 1 18 16,-1-7-16-16,-1-1 0 0,-3-9 6 0,2-2-4 15,-1 0-17-15,2-3 18 0,3 0-8 16,-2 2 11-16,1 0 7 0,2 5-8 0,0 2-13 0,3-2 9 15,3 3-4-15,-3 0-4 0,4 3 10 16,3 1-8-16,0 4-5 0,-1 2 10 0,4 2-7 16,-2 4-1-16,2 2-4 0,0 1 9 15,4 4-9-15,-4 2-6 0,4 2 3 0,-4 4 5 16,0 1 3-16,4 2-9 0,-7 0 6 0,0 3 16 16,-1 3-11-16,-2 0 13 0,-4 0-8 15,-1 3 0-15,-5-1 1 0,-1 3-9 0,0 1 3 0,-6-2-2 16,-1 1 7-16,0-1 13 0,-3-1-23 15,-3 2 0-15,3-4 18 0,0-2-5 0,0 2-16 16,0-4 11-16,6-2-11 0,-3 0-15 16,1-1-28-16,2-3-74 0,4-1-72 0,-2 0-179 15,2-4-384-15,4-1 84 0,3 0 52 0,0 0 63 16</inkml:trace>
  <inkml:trace contextRef="#ctx0" brushRef="#br0" timeOffset="-204254.63">21695 4131 788 0,'8'15'215'16,"-5"-1"-8"-16,3-3-20 0,-3 3-18 0,1-4-13 16,-4 1-7-16,3-1-11 0,0 0-26 15,-2 0-7-15,-1-1-7 0,4-1-6 0,-1-1-5 16,-3 0 8-16,0 1 38 0,3-4 20 0,-2 1-27 15,-1-5-16-15,0 0-5 0,0 0 0 0,0 0-11 16,0 0-12-16,0 0-10 0,-11-17 7 16,10 4-12-16,-5 0 2 0,3-3 0 0,-1-3 3 15,1-1-8-15,0 1 5 0,0-2-10 0,-1 1-6 16,4 0 1-16,0 2-10 0,0-3 4 16,4 4-2-16,-4-2-7 0,3 4-11 0,3-1-5 15,1 1-2-15,-1 1 2 0,2 3-6 0,2-3 17 16,0 6-37-16,4-1-25 0,-4 5-31 15,4-1-20-15,-1 2-57 0,1 2-17 0,0 1-52 16,2 1-79-16,-1 3-59 0,1 1-333 16,-1 3-31-16,-2-1 52 0,1-2 82 0,-1 5 28 15</inkml:trace>
  <inkml:trace contextRef="#ctx0" brushRef="#br0" timeOffset="-203388.8">22027 4103 435 0,'0'6'135'0,"3"-2"14"0,-3-4-11 16,3 5 26-16,1-2 10 0,-4-3 26 15,0 0-14-15,7 4-27 0,-7-4-13 0,0 0-13 16,17-7-5-16,-10 5-8 0,3-4-15 0,0-1-5 16,1 0 5-16,-1-1-10 0,-3-2-11 0,3-1 8 15,1 0 3-15,-5 0-18 0,1 0-18 16,-4-2 41-16,4 5-21 0,-6-2-7 0,2-1 4 16,0 4-1-16,-3 0-6 0,3 0-21 15,-2 3 4-15,-1 4-14 0,-4-6-2 0,4 6 0 16,0 0-3-16,0 0 3 0,-17 10-21 0,13-2 3 15,-2 1 13-15,-1 4-26 0,0-1 5 0,3 3 18 16,1 0-5-16,3 1-18 0,-3-4 1 16,6 5 1-16,0-2-7 0,1-1-7 0,3 3 12 15,3-5-3-15,0 1 1 0,1-1 7 16,5-2 3-16,-1 0-13 0,1-1 0 0,2-5 8 16,1 2 4-16,-1-5-9 0,6 1-6 15,-4-4 1-15,4 2 12 0,1-5-13 0,5-1 14 16,-5-2-6-16,2-5 5 0,3 1-7 0,-10-2-6 15,1-2 6-15,-3 0-6 0,-2-2-10 0,-6 0 8 16,4 0 10-16,-7-3 3 0,-3 6-26 16,-1 0 15-16,0 0 16 0,-3 2-5 0,-3 3-16 15,0 0-2-15,-1 3 5 0,-3 0 7 16,-2 4-2-16,-2 2-5 0,1 2 5 0,-4 2 3 16,0 6-16-16,1-1 18 0,-4 5-7 0,6-1 2 15,-3 5-8-15,1-2 8 0,7 0-5 0,-2 2-3 16,1-1 11-16,4 0 2 0,0 1-3 15,0-5 1-15,6 2-6 0,0-3 3 0,0 2-10 16,1-2 5-16,6-3 13 0,-3-1-13 0,3 0 7 16,4-4 1-16,-1-2-14 0,1-1 9 15,0-3-8-15,3 1 22 0,0-5-17 0,0-1 3 16,0-5 12-16,-1 0-10 0,-4-3 15 0,5-1-17 16,-7-4-3-16,0 0 10 0,-3-8-8 15,4 0 14-15,-5 0-22 0,-2-5 9 0,-4 1 7 16,3 0-10-16,-3-4-3 0,0 7 3 0,-3 1 10 15,3 1-5-15,-4 6 5 0,1 1 13 16,0 2-8-16,3 3-7 0,-4 5 10 0,1 4-8 16,3 6 2-16,0 1-7 0,0 0-2 0,-11 14 12 15,8-3-10-15,1 6-2 0,0-1-4 16,-1 4-1-16,3 2 4 0,-3 3 11 0,6 0-8 16,0 0 20-16,0 3-22 0,1-2 7 0,2-1 0 15,2 4-10-15,-1-4 5 0,3-4-13 16,1 1 13-16,2-2-18 0,0-2-5 0,3-3 8 15,-1-2-1-15,-1-5 1 0,3-4 0 16,0 1-13-16,1-3-6 0,-5-4 4 0,5-3-4 16,-5 0 1-16,4-7 7 0,-7 1 6 0,0-1-6 15,1-2 14-15,-1 0 4 0,-3 3 16 0,2-2-3 16,-4 5 18-16,1 0-28 0,-2 4 2 16,-1-2 6-16,-3 6-3 0,7 0-13 0,-7 0 13 15,0 0-8-15,11 10-2 0,-8-2 18 0,3 0-3 16,-2 4-5-16,-1-3-16 0,1 2 9 15,2-1-37-15,2 4-45 0,1-3-47 0,-2 2-77 16,-3-2-145-16,3-2-382 0,0 0 57 0,-1-5 66 16,-2 0 64-16</inkml:trace>
  <inkml:trace contextRef="#ctx0" brushRef="#br0" timeOffset="-203287.32">22961 3796 309 0,'0'0'-71'0</inkml:trace>
  <inkml:trace contextRef="#ctx0" brushRef="#br0" timeOffset="-202822.08">23291 3876 965 0,'0'0'319'0,"-9"-1"-40"16,9 1-25-16,0 0-29 0,-18 9-23 0,11-2-20 15,-2 2-5-15,-1 2-31 0,-2 6 7 16,2-2-30-16,1 5-10 0,1-2-21 0,1 2 0 16,1 0-10-16,3 0-8 0,2-2-5 0,-2-1 0 15,6 2-10-15,-2-1-8 0,5-3 1 0,1 0-17 16,0-2 1-16,6 1 0 0,-2-5-3 0,6 3 70 15,-1-7-9-15,2 2-22 0,3-4-21 16,-1 0-23-16,4-3-12 0,-3-5-16 0,2 1-5 16,1-4-3-16,0-5-20 0,-3 1-3 15,-1-5-2-15,-2-5-11 0,-5-3 16 0,1 0 10 16,-4-7-2-16,0 3-8 0,-7-4 5 0,2-5 0 16,-2 1 5-16,-3-4 10 0,0 2-5 0,-3 3 23 15,2 3 3-15,-3 7 28 0,4 1 5 16,-3 4 16-16,0 3-16 0,3 0-5 0,-1 8-11 15,-2 3 1-15,0 6-3 0,3 1-5 16,0 0 0-16,0 0-10 0,-10 25 8 0,7-9-3 16,0 1-8-16,3 4 10 0,0 4-12 15,3 0 0-15,-3 1-8 0,3 3 0 0,0 3-26 16,4 2-20-16,0-1-44 0,-1 0-40 0,5-2-75 16,-4-2-140-16,2 2-449 0,-1-9 52 0,-1 0 97 15,-4-4 43-15,0-4 54 0</inkml:trace>
  <inkml:trace contextRef="#ctx0" brushRef="#br0" timeOffset="-202488.63">23356 4018 1126 0,'0'-2'330'0,"0"2"-13"16,-6-7-38-16,6 1-35 0,0 6-22 15,3-10-22-15,0 5-11 0,0 1-22 0,5-2-14 16,2-1-25-16,3-1-5 0,2 1-8 0,2 1-17 15,0-2-11-15,4-3-8 0,3 1-2 16,-1 2-21-16,1-2-2 0,0-1-3 0,0 3 5 16,0-1-20-16,0 0 0 0,0-1 2 0,0 0-7 15,-1 5-3-15,-2-2-7 0,-1 1-6 16,-6 3 0-16,0-2-9 0,1 3-4 0,-2 2 16 16,-3 2-10-16,0-1 10 0,3 6 7 0,-6 1-4 15,0 2 4-15,0 3-9 0,3-2-1 16,-6 3 3-16,4 2-10 0,-6 0-3 0,4-1 23 15,-1 4-5-15,1-2-15 0,-2 1-6 0,2 0 6 16,-2 0-16-16,-1-1-28 0,3 4-48 16,-1-5-52-16,-2 0-84 0,4-1-161 0,-4-1-454 15,3 0 72-15,-2-6 90 0,-4-4 59 0,3 1 61 16</inkml:trace>
  <inkml:trace contextRef="#ctx0" brushRef="#br0" timeOffset="-202322.14">23804 3621 982 0,'0'0'277'16,"0"0"-54"-16,0 0-65 0,0 0-45 0,0 0-59 16,0 0-80-16,4 21-81 0,2-13-318 15,1 1-156-15,0-1 48 0</inkml:trace>
  <inkml:trace contextRef="#ctx0" brushRef="#br0" timeOffset="-201506.1">24017 3925 565 0,'3'10'169'0,"3"0"-2"16,-2-1-4-16,2 3-12 0,-1-3-7 0,3-3-9 16,0 5-9-16,2-2-8 0,1 0-6 15,2-2-22-15,1 1-8 0,0 1 7 0,0-5-12 16,2 1-5-16,-4-2-8 0,-2 2 2 0,3-3 14 15,-3-1 2-15,-3-1 38 0,-7 0-28 0,14-3-10 16,-8 2 0-16,-2-4 2 0,-2-2-12 16,-4 3-6-16,-2-5-14 0,-2 0 1 0,-1-1-1 15,0-3-4-15,-4 4-7 0,-2-5 16 16,0 3-14-16,2-2 3 0,-2 1 0 0,2-1-18 16,-2 5 29-16,6-4-16 0,-4 3-3 0,4 1 11 15,1-1-16-15,-1 1-2 0,4 1-8 0,0 0-5 16,2 0 0-16,-3 2-6 0,8-2-1 0,0 1-6 15,-1 3 7-15,1-4-12 0,5 6 11 16,-2-3-14-16,4 4 13 0,-1 0-2 0,4 4-3 16,-1-1 0-16,2 2-7 0,1 4-6 15,2-2 13-15,-2 2-2 0,2 2-3 0,-2 3-3 16,2-1-7-16,-5-1 2 0,1 4-5 0,-4-4 13 16,0 1 3-16,-2-1-6 0,1-2 3 0,-5-2 6 15,-1 5-4-15,1-5-12 0,-4 0 18 16,3 1-6-16,-3-5 11 0,0 1-8 0,0-5 18 15,-3 8-10-15,-1-6 15 0,4-2-2 16,0 0-14-16,0 0 4 0,-13-7 9 0,10 3-9 16,3-4 2-16,-2-5-18 0,-4 3 5 15,6-5 8-15,0 0-6 0,0-3 11 0,3 0-13 0,1-1 6 16,0 3-14-16,2-2 11 0,1 4-6 16,-3-1-7-16,6 2 3 0,-3 5-4 0,0 0-1 15,3 2 7-15,1-1-10 0,-1 6 2 16,2 1 16-16,0 0-6 0,-2 1-4 0,4 3 7 15,2-1-13-15,2 3 3 0,-2-2-5 16,2 3 12-16,-1-2-4 0,3 1 4 0,5 1-2 16,-6-3 16-16,5-1-9 0,-3 2 1 0,0-4-11 15,-1 1 8-15,4-2-5 0,-6-2 18 0,1 1-13 16,-4-3-2-16,1 1 10 0,-1-2 7 16,-2-2-20-16,1 1 8 0,-4-3-13 0,-3-1 13 15,2-1-16-15,-4 0 3 0,-2-6 7 16,3 2-20-16,-5 1 18 0,-1 1-5 0,0-1 8 15,0 3-3-15,-1-1-8 0,1 2 18 0,0 3-35 16,-1 3 17-16,1 4 8 0,-2-4-18 0,2 4 0 16,0 0-7-16,0 0 7 0,-3 21 13 15,6-10 2-15,-1 3-2 0,0 2 5 0,1 2-10 16,0 3-8-16,1 3 10 0,2 1 16 0,-2 0-6 16,0-2 6-16,-1 2 0 0,0 0 10 15,-1-2-16-15,-2-4 26 0,-2 3-2 0,-1-2 7 16,0 2 0-16,-5-1-7 0,1 0-3 0,-3-2 13 15,-4-1-16-15,1-1 3 0,-4-2-17 16,0-1-42-16,-4-2-62 0,-6 1-122 0,4-2-624 16,-5-4 55-16,-2-1 83 0,2-5 63 0,-9-1 70 15</inkml:trace>
  <inkml:trace contextRef="#ctx0" brushRef="#br0" timeOffset="-200072.56">18701 5542 511 0,'0'0'169'0,"10"0"3"0,-10 0-13 15,10 0-3-15,-10 0-8 0,17 0-10 0,-6-1-10 16,2-2-5-16,5 1-10 0,1 0-11 15,2-4 3-15,3 0-10 0,4 1 0 0,3-2-16 16,6 0 11-16,0-3-21 0,18 1-3 0,0-4-2 16,0 2-5-16,2 1 3 0,2-4-24 0,2 3 21 15,-3 2-23-15,1-4 20 0,2 5-13 16,-3-2-12-16,1 0 2 0,2 1-15 0,1-4 3 16,-1 5 4-16,-2-2-4 0,2 1-1 15,1 0-2-15,2 1 8 0,1-1 2 0,-3-3 8 16,-1 6 5-16,1-4-3 0,-4 4-4 0,0-3 6 15,1 2-11-15,-1-1-14 0,-1 0 8 16,1 0-8-16,0 2 16 0,-3-3-3 0,3 2-15 16,-13 3 10-16,13-4 0 0,-3 0 0 0,-8 2 8 15,8-2 5-15,-7-1 2 0,3 1-5 16,4 0-2-16,-7 1-5 0,3-3 17 0,3-1 65 16,1 3-3-16,-10 0-16 0,6-2-17 15,4-2 2-15,0 4-20 0,-1-2 2 0,4 0-12 0,3 1 7 16,-2 1-10-16,-1-1 13 0,0 0-19 15,0 2 6-15,-3-2-7 0,-10 1-6 0,-1 2-3 16,-6 4-1-16,3-6-1 0,4 4 0 0,-2-1-8 16,12-2 8-16,-7 1-8 0,-6 2-4 15,2 0 1-15,14-1 17 0,0-2 1 0,5 1 1 16,-6 0 2-16,4 1-2 0,-1-1-3 16,-3 4-5-16,0-6 5 0,-2 2 0 0,3-1-10 15,4 3-2-15,-4-4-3 0,3 0 7 0,-2 1-15 16,2 3 16-16,1-3-11 0,-1 0 13 0,1 0-10 15,-1 0-13-15,0 3 10 0,-2-4 5 16,2 1-4-16,-3 0-4 0,0 0 16 0,0-3-13 16,2 6-2-16,-3-3 8 0,4-1-11 0,-3 0 10 15,1-1 5-15,2 1-12 0,1 0 8 16,-4-1-6-16,4 1 0 0,-4 0 0 0,0 0-5 16,-1-1 0-16,-8 3-2 0,-9-1 0 0,15-2 12 15,0 2-10-15,-8 0-5 0,-5 2 26 16,-1-3-16-16,3 3 3 0,-6 1-3 0,3-2 16 15,-1-1-11-15,-1 3 0 0,-2-2 6 0,-3 4-11 16,-3-4-5-16,-3 3 0 0,2-1 11 16,-2 1-19-16,-8 1 18 0,3-3-10 0,-5 4 6 15,-1 0-4-15,-3-2-1 0,-4 1 1 16,4 1-25-16,-7 1-33 0,2 0-18 0,-9 0-26 16,7 1-46-16,-7-1-76 0,-3 7-185 0,-4 0-517 15,-3 0 74-15,-10-3 83 0,-1 3 78 0,-7-2 75 16,-9-1 79-16</inkml:trace>
  <inkml:trace contextRef="#ctx0" brushRef="#br0" timeOffset="-193222.98">17357 6929 430 0,'0'0'110'0,"0"0"-8"0,0 0-15 15,0 0-31-15,0 0-15 0,0 0-18 0,0 0-23 16,0 0-7-16,0 0-47 0,0 0-112 0,0 0-298 16</inkml:trace>
  <inkml:trace contextRef="#ctx0" brushRef="#br0" timeOffset="-191722.23">17296 6968 281 0,'0'0'79'0,"0"0"-2"15,0 0-8-15,0 0-2 0,0 0-16 16,0 0 28-16,0 0-9 0,0 0 19 0,0 0-7 16,0 0-3-16,0 0 3 0,0 0-13 15,0 0 8-15,0 0-8 0,34-3-12 0,-27-1 17 16,3 2-20-16,4-3-3 0,-1 4 15 0,1-2-27 15,3-3 22-15,0 3-25 0,3-3 0 0,1 0 10 16,3 2-20-16,1-4 9 0,1 1-17 16,2 0 26-16,5-2-8 0,3 1-29 0,-3 0 19 15,-1-1 5-15,2 0-19 0,0 0 22 16,0 0-9-16,3 1 1 0,-3-1-6 0,-3 1 16 16,3 0-3-16,1-1 6 0,-1 1-19 0,0 0 8 15,3-1 13-15,-2 1-20 0,-1 1-8 0,3 0 17 16,1-2-14-16,0 1-6 0,-1 4 16 15,1-3-21-15,3-1 13 0,-3 2 5 16,2 4-10-16,-2-6 27 0,0 5-27 0,-1-3-5 16,-2 4 5-16,-1-3-3 0,-3 2 8 0,2-1-8 15,-2 1-10-15,0-1 13 0,0 0-11 16,-1 3-12-16,1-4 0 0,-3 3 10 0,3-3 8 16,-1 4 10-16,-2-2-13 0,3-1-5 0,-1 0 7 15,-2 3 1-15,2-5 2 0,1 3 6 0,-3-1-1 16,3-1 13-16,-1 0-5 0,7-2 3 15,-2 5-6-15,-1-6 21 0,-3 3-15 0,3 1 12 16,4-3-12-16,-11 1 10 0,7 2-11 16,1-2-17-16,-5 3 10 0,1-3 10 0,3-1 0 15,0 0-18-15,-6 3-7 0,2-3 17 0,-2 1 1 16,6 0-3-16,-3 0-8 0,-1 0 3 0,1-4 2 16,3 3 6-16,0-1-6 0,-3 0 6 15,3 1 2-15,1-1-8 0,-1 2 3 0,4-1-3 16,-1-1-2-16,-2 0-3 0,2 2 18 0,0-4-10 15,0 3-5-15,-1 0 0 0,1 1 2 16,0-1 3-16,-2 0-8 0,2-2-2 0,1 2 13 16,0 0-3-16,2-1-3 0,-2 1 0 0,16-3 1 15,-9 2-4-15,-7 1 11 0,3-1-5 16,-1 2-10-16,-1-1 2 0,15-2 1 0,0 0-4 16,-8 2 1-16,-6-1 5 0,-2 1-1 0,17-3-4 15,-11 2 15-15,-3 2-5 0,-3-1-5 16,2 1 5-16,-1 0-3 0,1-2-10 0,-2 0 3 15,3 0 7-15,0 1-4 0,0-1-4 0,-4 1-4 16,15-3 5-16,-8 2-3 0,-2-1 0 16,12 1 10-16,-3-2-5 0,-3 2-7 0,-10 3-3 15,17-5 8-15,-11 5-11 0,-3-1 16 0,0-2-8 16,0 2 0-16,13-4 5 0,-9 3-7 16,-4 0 7-16,0 3 11 0,14-5-24 0,-8 0 6 15,-5 2-1-15,13-1 1 0,-4 0 2 0,-3 2-10 16,-7-1-3-16,-1 2 16 0,18-2-3 15,-11-2 0-15,-8 4-3 0,2-2-4 0,1 1 20 16,-2-1-10-16,-2 0-3 0,16-2 5 0,-9 0 5 16,-4 1 67-16,0 2-18 0,11-5 3 0,2 3-6 15,0-2-12-15,-2 1 15 0,3-1-10 16,0 0 2-16,-1 3-2 0,1-3-1 16,0 2-19-16,3-3-1 0,-3 3-2 0,-1-1-3 15,-9 2 2-15,-5 0 6 0,-2 0 3 0,3 1-16 16,0 0 2-16,0-1-4 0,2 0 4 0,-4 2-2 15,2-1-7-15,0-1 12 0,-3 0-10 0,-1 2-10 16,0-1-6-16,-6 0 13 0,-3 4 3 16,-1-3 0-16,-3 4-7 0,-7-2-19 0,1 0-64 15,-1 2-66-15,-7 0 23 0,-3 1-72 0,-7 0-246 16,0 0-424-16,0 0 66 0,-38 9 74 16,-2-4 80-16,-19 2 66 0,-16-2 49 0</inkml:trace>
  <inkml:trace contextRef="#ctx0" brushRef="#br0" timeOffset="-190207.38">18099 7869 325 0,'0'0'112'15,"0"0"-7"-15,0 0 13 0,0 0-18 0,0 0-29 16,-7-1 9-16,7 1-3 0,0 0 2 16,0 0 5-16,0 0 6 0,0 0-13 0,0 0 0 0,0 0 7 15,0 0 0-15,0 0-7 0,20-2 10 16,-20 2 0-16,11-5 13 0,-1 5-8 0,0-3 3 16,4 3-11-16,-3-2 6 0,9-3-3 15,-3 0 0-15,10 2 8 0,-2-5-3 0,9 1-20 16,3-2 7-16,0 5-18 0,15-8 11 15,3 2-16-15,-11 2-7 0,-2 1-11 0,11-3 14 0,-7 3-11 16,-6-1-13-16,12-2 0 0,-5 2 8 16,5-2-21-16,-8 3 0 0,-3-1 16 0,0 1-10 15,11-3-3-15,-8 2 10 0,11-2-10 16,-4 1-6-16,3-4 14 0,-2 4-5 0,2 0-1 16,-2-1 3-16,-1 1-8 0,-3 1 1 0,-10 0-3 15,5 0 7-15,-4 1 11 0,2 0-6 16,14-2-7-16,0 1 0 0,-8 1-8 0,-6 3 19 15,3-3-6-15,11 0-11 0,-1 0 14 0,-5 3-13 16,6-4 5-16,-8 1 2 0,-5 1 6 0,1 2-8 16,-2-2-3-16,1 3-2 0,-1-5-3 15,-1 3 0-15,2 2-5 0,-1-5 8 0,-1 2 10 16,15-2-5-16,-10 1-13 0,-4 3 3 16,-1-5-11-16,2 4 16 0,-1 1-10 0,-3-3-1 15,2 1 16-15,2-1 8 0,-1 3-26 0,-1-4 8 16,-1 2 4-16,1-1-4 0,1 2 0 0,0-2 2 15,-3-2-2-15,0 4-1 0,-1-4 11 16,4 1 0-16,-6 0-2 0,2 1-4 0,0 2 11 16,-2-3-7-16,3 0-6 0,-1 0 0 0,1 1 6 15,-1 0-14-15,0-2 21 0,5 5 0 16,-2-3-10-16,1-1 5 0,14 0 2 0,0-1-9 16,0 1 7-16,-8 0-6 0,-8 2 4 15,2 2 17-15,3-2-23 0,-3 1 21 0,0 1-18 16,0-3 15-16,0 1-5 0,3 3-15 0,-3-4 2 15,1 5 3-15,13-6-11 0,-8 2 1 0,-6-1 7 16,3 3 5-16,-3-2-4 0,18-1 4 16,-1 3 3-16,-10-4 2 0,6 2 3 0,-6 2-18 15,-7-2 13-15,1 4-12 0,1-5 9 0,-2 5 0 16,17-6 6-16,-12 2-3 0,-2 4-6 16,1-5-6-16,12 1 19 0,-6 4-12 0,4-4 0 15,4-1 15-15,-12 3-20 0,-2-2-6 0,-1 4 14 16,14-4-11-16,-7 3 20 0,-10-1-22 0,3 0 12 15,-2 2 0-15,-1-3-15 0,3 2 0 16,-6-1 21-16,0 1-21 0,2-1 0 0,-6 1-5 16,1 2 25-16,-8 0-4 0,5-4-21 15,-9 5 12-15,-2-2-17 0,2 2-44 0,-9-2-48 16,3 2-52-16,-7 2-81 0,-6-1-467 0,-4 0-112 16,0-1 54-16,-13 6 87 0,-2-5 77 0,-9 2 48 15</inkml:trace>
  <inkml:trace contextRef="#ctx0" brushRef="#br0" timeOffset="-188656.49">19398 9151 537 0,'0'0'182'0,"0"-7"-18"0,0 7-19 0,0 0-17 16,3-3-5-16,-3 3-5 0,4-5-13 0,-4 5 10 16,10-3 3-16,-3 2-8 0,0-3-10 15,0 2 5-15,3 1-10 0,4-2 7 0,-1-1-2 16,5 1 2-16,2-4-15 0,4 2 0 0,0 2-7 15,3-4 7-15,1 4-6 0,2-4-1 16,4 0-19-16,0 0-2 0,1 3 3 0,2-3-11 16,4-1-10-16,-6 1 0 0,5 1-3 0,-2 1 3 15,3-2-3-15,-3 0 3 0,3 0-7 16,0 2 4-16,0-1 0 0,0-1-2 0,0-1-10 16,-3 1 2-16,2 3 10 0,-2-4 3 15,0 0-18-15,0 1 13 0,-1-1-5 0,0 0 0 16,-3-1 5-16,5 5 66 0,-5-6-18 0,3 1-9 15,1 5 7-15,-1-4-13 0,-3 0 0 0,5 1-18 16,-5-1 0-16,3 2-5 0,0 0-2 0,1 0-8 16,0-1 7-16,-1-1 1 0,1-1-11 15,-1 5 3-15,2-3-13 0,1-1 13 0,-2 1-21 16,2 0 5-16,-1 0 1 0,1 2-1 16,-2-1-4-16,3-1 2 0,-3 0-8 0,-1 2-13 15,1-1 14-15,3-1-6 0,-3 4 5 0,-1-4 0 16,1 2 11-16,-1 2-6 0,4-4-15 0,-3 4 8 15,-1-4-3-15,5 2 5 0,-2 2-5 16,-2-3 0-16,0 5-2 0,3-6 10 0,-3 4-8 16,-1-4-3-16,0 6-4 0,-6-5 20 15,3 5-18-15,-3-2 10 0,7-2-15 0,-4 2 10 16,0-1-5-16,-3 1 2 0,6-3 4 0,1 5-4 16,-4-5 1-16,5 2 7 0,-2-1-5 15,-3 3-2-15,3 0-1 0,1-4 14 0,0 3-14 0,-4-1 6 16,4 1 5-16,-4 1-1 0,3-3-12 15,1 3 13-15,-2-3-10 0,-4 4 10 0,3-2-11 16,-1-1 13-16,-1 1-20 0,-1 1 5 16,1-3 3-16,-2 4 10 0,3-3-8 0,0 2-3 15,0 1 9-15,1-1 1 0,-1-2 6 16,1 0-13-16,5 4 13 0,-6-2-7 0,1-1-1 16,-2 1-5-16,3 1 10 0,-2 1-2 0,3-4 5 15,0 2-10-15,-3 1 10 0,1 1-8 0,3-2 0 16,-1 1 5-16,-3-2 8 0,0 1-5 15,1 0-10-15,-4 2 0 0,3-1 2 0,0 0 8 16,-2-2-10-16,-3 3 4 0,5-2-6 0,-3 2 11 16,0-1-1-16,-7 1-9 0,5 0 4 15,-6 0-9-15,1-1 3 0,-4 1-7 0,3 0-1 16,-5-3-2-16,-4 3 20 0,3 0-12 0,-4-2 2 16,1 4 16-16,-2-4-19 0,-4 2-9 0,-8 0-1 15,15 0-25-15,-9 2-6 0,-6-2-38 16,3 4-94-16,-3-4-113 0,-9 7-651 0,-2-3 73 15,-3 1 79-15,-6-3 84 0,-2-1 82 0,-11 1 61 16,-1 1 34-16</inkml:trace>
  <inkml:trace contextRef="#ctx0" brushRef="#br0" timeOffset="-183471.59">27759 856 698 0,'0'0'243'0,"0"-8"-25"0,0 8-13 0,0-6-41 16,0 6-21-16,0 0-5 0,0 0 0 0,0 0 3 16,8 15-36-16,-5-3 8 0,4 0-16 0,0 3-5 15,2 6-15-15,-1 0 0 0,2-1-3 16,3 2-15-16,1 1-5 0,-2 2-3 0,0-3 10 15,-1-1-15-15,2 2-7 0,-2-4-3 0,-1 0-11 16,0-1 3-16,3-4 13 0,-4 0-7 16,-1-1 14-16,0-2-2 0,-1-2 11 0,-1 0 7 15,1-3 23-15,3 0-23 0,-3 0 7 0,0-5-7 16,0 1 3-16,7-5-8 0,-1 1 5 0,1-3-8 16,3-3 5-16,4-2-7 0,2-2-3 15,-2-6 6-15,13-8-14 0,0-1-10 0,-1-3 3 16,0-3-10-16,0-1 2 0,0 1 0 15,-1-1-5-15,-1 0-2 0,-3 0 2 0,4 5 2 16,-9 4-22-16,-4 2 7 0,-1 3-5 0,-5 2-12 16,1 4-14-16,-4 1-17 0,-3 2-57 15,0 4-25-15,0-1-31 0,-3 3-8 0,-1 1 0 16,-3 4-81-16,0 0-73 0,-14 0-119 0,14 0-311 16,-17 5 83-16,0-1 66 0,0 2 49 15</inkml:trace>
  <inkml:trace contextRef="#ctx0" brushRef="#br0" timeOffset="-182907.65">27650 971 826 0,'-6'-4'302'0,"6"4"-48"0,-4-4-19 0,4 4-20 15,0 0-43-15,0 0-14 0,0 0-4 0,0 0-6 16,-7 17-30-16,7-9 5 0,0 4-5 16,3-1-16-16,-3 1-10 0,4 3-7 0,0-1 2 15,-1 1-5-15,1 1-13 0,2 1 8 16,1-1-6-16,2 0-2 0,-4-2-15 0,5 4 15 15,3-1-12-15,-5-2 14 0,5-3 1 0,1 1-11 16,1-2 9-16,4-1-4 0,-5-2-2 0,8-1-13 16,-4-3 8-16,9 1-18 15,-5-4 3-15,5-1-1 0,4-1-4 0,9-4 4 0,-2-1-2 16,17-4-13-16,0-5 11 0,0-2-14 16,3-2 1-16,-4-4-6 0,15-7 3 0,-4-3-7 15,0-2-1-15,1 0-2 0,-9 2 10 16,4-1-8-16,-11 4-10 0,-4 2 18 0,5 1-7 0,-3 4 7 15,0-2-18-15,-1 4-3 0,-2 0 4 16,-8 7-1-16,-6 2 0 0,-3 0 2 0,1 4-1 16,-6-1-12-16,0 1 19 0,-2 1-20 0,1 2-1 15,-7-2 10-15,5 4-2 0,-6-2-7 16,0 2 17-16,-1 0-23 0,0-1 21 0,-2 2-16 16,-1-1-2-16,-2 1 13 0,-1 1-32 15,2 1-1-15,-9 0-6 0,11 0-23 0,-11 0-15 0,13 4-29 16,-12 0-43-16,2 1-79 0,-3-5-195 15,-5 12-396-15,-3-4 76 0,0-2 57 0,-2 0 76 16,-3-1 54-16</inkml:trace>
  <inkml:trace contextRef="#ctx0" brushRef="#br0" timeOffset="-181807.75">27698 3025 1075 0,'0'0'322'15,"0"0"-38"-15,-3-6-25 0,3 6-42 0,0 0-14 16,0 0-24-16,0 0-13 0,0 0-20 16,0 0-13-16,3 17-13 0,0-11-17 0,3 3-3 15,-4 1-16-15,6 0-2 0,-3 0-3 0,1 1-7 16,2 1-5-16,-1 0-21 0,2-1 15 0,1 0-15 15,1 1-7-15,-4-4 4 0,3-2 3 16,4 5-5-16,-4-8-10 0,0 3 2 0,1-2-2 16,-1-3-3-16,0-1-8 0,1-1 1 15,-1 1-1-15,0-4 1 0,0-1-13 0,-3 1 17 16,3-5 6-16,-2 1-8 0,-2 0-8 0,-2-4 3 16,2 1-5-16,-2 0 0 0,-1 1-6 15,0 0 11-15,2 2-2 0,-2-1-9 0,0 5-7 16,-3-2 6-16,0 6-9 0,0-6-2 0,0 6 15 15,0 0-10-15,0 0 0 0,-6 15 5 16,5-4 13-16,-3 3-13 0,-2 3-15 0,2 2 15 16,-2 5 10-16,-1-1-12 0,0 2 0 0,-3 6 4 15,3-3 6-15,3-2-3 0,-2 4 1 16,0 3 1-16,1-8-9 0,2 2-21 0,-1 0-33 16,1-2-29-16,0 0-63 0,3-4-54 0,0-1-115 15,0-3-446-15,6 0 0 0,-5-5 83 16,5-3 63-16,-1-4 62 0</inkml:trace>
  <inkml:trace contextRef="#ctx0" brushRef="#br0" timeOffset="-181624.5">28101 3264 929 0,'7'-4'276'16,"-3"-3"-30"-16,3 4-21 0,3-5-15 15,1 4-31-15,2 0 0 0,1-3-30 0,3 1-6 16,0 4-51-16,0 0-43 0,0-2-75 0,3 2-68 16,-3 1-129-16,-3 1-399 0,3 1-10 0,-4 1 56 15</inkml:trace>
  <inkml:trace contextRef="#ctx0" brushRef="#br0" timeOffset="-181457.4">28132 3404 811 0,'-3'5'251'0,"3"-5"-16"0,0 0-20 15,0 0-18-15,0 0-28 0,0 0 0 16,0 0-28-16,27 0-54 0,-13-3-61 0,0 1-70 16,8 0-150-16,-4 0-439 0,6-2 32 15,2 0 38-15</inkml:trace>
  <inkml:trace contextRef="#ctx0" brushRef="#br0" timeOffset="-181040.78">28682 3181 770 0,'-6'7'251'0,"2"0"-41"0,-5 1-11 0,5 2-19 15,-3 2-19-15,0 1-8 0,4 0-27 0,-1-1-3 16,1 2-8-16,0 1-15 0,2-4-18 15,1 3 0-15,1-2-18 0,-1 1 7 0,3-2-20 16,2 0 8-16,-3 0 0 0,6-2-5 0,-3-1 7 16,6 0-22-16,-2-4 7 0,1 1-8 15,2-1-7-15,-2-4 0 0,4 0 10 0,-1-3-16 16,-3-1-2-16,4-2 8 0,-4-2-3 0,0-3-18 16,-2-1 11-16,1-3-3 0,-5-1-3 0,-1-2 0 15,0-2 3-15,-3-1 0 0,0 2-2 16,-3-2 9-16,0 3 8 0,-1 1 1 0,-2 1-1 15,2 3 8-15,-6-2-23 0,0 5 10 16,0-1-13-16,-1 7 6 0,-2 0-3 0,1 1 2 16,-4 4-7-16,-1 3-5 0,3 1-6 0,-3 3 6 15,4 0-8-15,2 4 15 0,-2-1-4 16,3 0-4-16,3 3-4 0,2-2-8 0,-1 1 15 16,3-2-2-16,3 2-11 0,3-1 16 0,4 1-8 15,3-1 3-15,1 0-34 0,6-1-35 16,3-1-44-16,1 0-64 0,3-3-136 0,3 1-412 15,-2-2 11-15,1-2 71 0,-2-1 54 0</inkml:trace>
  <inkml:trace contextRef="#ctx0" brushRef="#br0" timeOffset="-180708.51">29097 3309 749 0,'-31'5'226'0,"24"2"-16"16,-1-1-11-16,-2 5-20 0,0-3-7 0,-3 5-18 15,6-2-21-15,-3 3-5 0,4 2-23 0,-2-3-6 16,1 1 1-16,1 2-23 0,-1 0-8 0,3 0 0 16,3-5-25-16,-2 3-1 0,3-3 16 15,-3-1-10-15,3 0-16 0,3 1 11 0,1-3-3 16,0-2 10-16,2-1-5 0,1-2-21 16,0 0-2-16,4-3-5 0,-1 0 3 0,0-3-1 15,4-1 6-15,-1-2-16 0,-3-2 6 0,1 0-1 16,-1-4 18-16,-1-1-23 0,-1 0 6 0,-4-2-1 15,-1 0 13-15,-3 1-2 0,0 0 22 16,-3-3-12-16,2 3 3 0,-5-1 12 0,0 3-18 16,-2-3 0-16,4 5-2 0,-5-3-8 0,5 5-5 15,-3-1-36-15,0 1-30 0,2 1-29 16,0 4-44-16,-2 1-22 0,0-3-100 0,7 5-164 16,-7-2-307-16,7 2 46 0,0 0 64 0,0 0 69 15</inkml:trace>
  <inkml:trace contextRef="#ctx0" brushRef="#br0" timeOffset="-180574.3">29503 3269 647 0,'21'-5'205'0,"-1"4"-41"0,-1-2-16 16,-4 2-71-16,2 1-41 0,-3 0-80 15,3-3-97-15,-2 1-327 0,-2 2-67 0</inkml:trace>
  <inkml:trace contextRef="#ctx0" brushRef="#br0" timeOffset="-180391.52">29678 3154 522 0,'-8'-2'199'0,"8"2"-14"0,0 0-11 16,-13 6-5-16,9-1-21 0,-2 3-2 15,2 2 0-15,0 1-5 0,-2 0-26 0,3 3-18 16,-1 3 3-16,1-5-3 0,0 5-23 0,3-1 3 15,0 1-20-15,0 0 9 0,0-1-33 16,0 1-45-16,3 1-60 0,-3-1-56 0,6-2-90 16,-2-1-191-16,2-3-223 0,2-1 61 15</inkml:trace>
  <inkml:trace contextRef="#ctx0" brushRef="#br0" timeOffset="-179957.45">29965 3200 637 0,'0'0'235'0,"0"0"-27"0,-14 17-16 15,10-8-16-15,1 0-17 0,0 2-8 16,2-1-23-16,-2 1-13 0,0-2-15 0,3 3-5 16,0-4-18-16,3 2-3 0,-3 1-5 0,4-3 0 15,-1 1 5-15,4-1 3 0,-3-4-23 16,5 2 2-16,1 1 18 0,2-6-23 0,0 2-10 15,-1-3 5-15,3 0-17 0,2-2 4 0,-2 0-2 16,0-4 2-16,0-1 10 0,1 0-22 16,-2-3 12-16,-3 1-12 0,1-5-3 0,-5 0 2 15,0-3 31-15,-5 1-30 0,2-5 12 16,-6 3-5-16,3-1 5 0,-4 2 3 0,-3 0 3 16,0 1 2-16,0 1-6 0,-3 4-1 0,-4-1-11 15,-2 3-3-15,1 5 8 0,-4-2-7 0,1 4-8 16,1 4-3-16,0-1-5 0,-1 4 10 15,2 1-9-15,-1 1 6 0,5 1-1 0,-1 4-6 16,3-3 7-16,1 2 1 0,5 0-2 16,1 1-4-16,3 0 3 0,0-4-4 0,7 6-9 15,4-3-2-15,1 2-18 0,5-3-33 0,1 0-21 16,5-1-59-16,1-1-51 0,0 0-110 16,2-1-33-16,-4-5-156 0,1 2-200 0,-2-4 69 15,2 0 61-15</inkml:trace>
  <inkml:trace contextRef="#ctx0" brushRef="#br0" timeOffset="-179807.53">30350 3225 691 0,'4'-5'217'0,"-4"5"-9"0,0 0-9 0,0 0-32 0,0 0-16 15,0 0-8-15,-4 18-7 0,1-10-11 16,0 2-33-16,0 1 3 0,2 0-11 0,-2 3-12 16,0 0 0-16,0 1-8 0,1 0-11 15,0 1-4-15,-1 1-16 0,0-1-45 0,3 1-55 16,-2-1-53-16,2 0-126 0,2 0-404 0,-2-5 33 15,3-1 44-15</inkml:trace>
  <inkml:trace contextRef="#ctx0" brushRef="#br0" timeOffset="-179557.34">30577 3141 662 0,'3'5'285'16,"2"3"-45"-16,0 1-22 0,3 3-21 15,-2 1-15-15,4 1-16 0,0 1-18 0,6 3-22 16,-5-2 7-16,3 0-18 0,-3 2-15 0,6-1-23 16,-1 0-34-16,-1-2-66 0,-2 1-54 15,5-5-140-15,-5 3-387 0,0-4-41 0,4-3 66 16,-6-3 57-16</inkml:trace>
  <inkml:trace contextRef="#ctx0" brushRef="#br0" timeOffset="-179358">30798 3125 959 0,'-17'10'300'0,"1"1"-42"15,4 3-12-15,-4-3-13 0,3 6-33 0,-1-2-24 16,3 3-14-16,-3 0-22 0,1 3-1 16,-1 3-27-16,1-5-17 0,3 3-13 0,-1-1-49 15,1 4-76-15,-3 4-44 0,7-8-123 0,-2 0-507 16,7-3 44-16,1-3 53 0,1-2 75 0</inkml:trace>
  <inkml:trace contextRef="#ctx0" brushRef="#br0" timeOffset="-179108.48">30980 3292 1192 0,'0'0'359'0,"0"11"-39"0,0-3-16 0,0 2-38 16,0 3-15-16,-3-2-43 0,3 3-14 0,-1 2-12 15,1 1-23-15,-3 1-16 0,0 1-15 0,3-2-21 16,-4 4-2-16,4-2-48 0,-1 4-27 16,-2-6-55-16,0 0-67 0,3 3-208 0,-3-2-470 15,0 1 33-15,3-6 79 0,0-1 51 16,3-3 54-16</inkml:trace>
  <inkml:trace contextRef="#ctx0" brushRef="#br0" timeOffset="-178874.22">31233 3364 831 0,'0'0'300'15,"9"-3"-26"-15,-4 1-21 0,-5 2-30 16,16-5-21-16,-9 4-18 0,7 0-17 0,-1 0-16 15,-1 0-13-15,1-3-10 0,4 4-15 0,-3-2-19 16,8 0-12-16,-4-1-33 0,0 2-31 0,3-2-41 16,-2 2-67-16,-1-4-135 0,-1 2-412 15,0-2-60-15,-1 1 88 0,-4 0 59 0</inkml:trace>
  <inkml:trace contextRef="#ctx0" brushRef="#br0" timeOffset="-178674.79">31409 3169 811 0,'-8'12'343'0,"3"2"-28"0,-1 0-29 0,3-2-22 16,1 2-28-16,0-3-34 0,-1 4-10 0,3 0-21 16,0 1-22-16,0 1-16 0,0-1-5 0,0 1-28 15,3 1-24-15,-1-1-40 0,0 2-54 0,1-2-76 16,3 1-86-16,-1-3-273 0,1 0-274 15,1-1 67-15,0-5 89 0,3-1 31 0</inkml:trace>
  <inkml:trace contextRef="#ctx0" brushRef="#br0" timeOffset="-178241.27">31820 3153 1082 0,'0'0'323'0,"0"0"-37"0,-1 18-22 16,-4-10-16-16,2 2-27 0,2 2-22 0,0 0-27 16,-4 1-14-16,5-1-7 0,0 2-33 15,0-2 2-15,0 2-9 0,0 0-22 0,0-3-7 16,3 0-3-16,0 0 1 0,1-1-6 0,-1-3-15 16,1 2-5-16,5-1 10 0,-4-6-21 15,3 1-2-15,0 0-5 0,-1-3 7 0,-7 0 3 16,18-4-12-16,-7 0-9 0,0-5 11 0,-1-2-23 15,-2 0 7-15,0-3 3 0,2-4 8 0,-1-1 0 16,-5 1-13-16,4-6 10 0,-5 6 3 16,0-3 2-16,-1 2 8 0,-2 2 13 0,0 2-3 15,-5-2 0-15,2 5-87 0,1-1 0 16,-7 4 6-16,-1-2 2 0,0 4 2 0,-5 2 8 16,-1 3-15-16,-1 2 12 0,-4 2-7 0,4 2 13 15,-1 0-6-15,2 3 11 0,-1 1-10 0,5-1 7 16,-1 3 10-16,3 0-7 0,1 2 7 15,5-1-7-15,0-1 5 0,1 2 5 0,3-2-20 16,7 2 2-16,-3 0-26 0,7-1-20 0,-1-1-38 16,3 3-44-16,3-5-59 0,2 2-130 15,1-3-72-15,-1-3-364 0,0 2 73 0,1-4 58 16,-4-2 74-16</inkml:trace>
  <inkml:trace contextRef="#ctx0" brushRef="#br0" timeOffset="-177958.26">32141 3221 688 0,'5'-1'223'0,"-5"1"-21"16,10-3-15-16,-10 3 0 0,10 2-24 0,-10-2 4 16,14 6-19-16,-8-3 21 0,-2 4-25 0,2 0-11 15,-1 1-21-15,-2 2 14 0,0 0-19 0,-1 4-2 16,-2-4-2-16,-5 2-4 0,2 2-14 16,-5 1-6-16,1 0-5 0,-3 2-7 0,-2 0 5 15,0-1-3-15,-1-2 5 0,-1 1-18 0,4-2 8 16,-1-3-12-16,1 1-1 0,2 1-15 15,-1-2 5-15,2-3-13 0,3 1 28 0,-2 1-36 16,3-5 4-16,0 1 4 0,3 2 15 16,3-3-4-16,0 2-9 0,4-2 4 0,4 0-16 15,-1-1 66-15,6 1-25 0,-2-3-13 0,0-1-26 16,6-1-53-16,-6 1-80 0,7-4-125 0,1 0-576 16,-1-2 29-16,-6-2 65 0,5-2 88 0,-3-2 54 15</inkml:trace>
  <inkml:trace contextRef="#ctx0" brushRef="#br0" timeOffset="-177741.24">32363 3050 783 0,'0'0'292'0,"0"0"-24"16,0 0-17-16,-2 16-8 0,5-6-5 0,-2 3-38 15,5 2-21-15,1 2-25 0,3 1-6 0,0 3-9 16,0-2-19-16,3 2-18 0,-3-1 3 15,2-1-15-15,2 2-11 0,-1-3 6 16,4 0-21-16,-3-1 5 0,3-1-26 0,-3 0-35 0,3-1-39 16,-1 0-69-16,-4-5-120 0,1-1-328 15,1-2-176-15,-4-2 35 0,-3-2 88 0,3-3 45 16</inkml:trace>
  <inkml:trace contextRef="#ctx0" brushRef="#br0" timeOffset="-177541.19">32682 3095 813 0,'-7'5'297'0,"-2"3"-18"15,-2 1-10-15,0 3-18 0,-2 4-31 0,-4 2 0 16,4 3-38-16,-3-1-13 0,-3 4-21 16,5 0-14-16,-3 1 1 0,2 1-27 0,-4 0-11 15,5 1-7-15,-3 1-14 0,4-2-42 0,-1 2-39 16,2-3-59-16,0 0-62 0,2-3-112 15,3-1-212-15,3-2-283 0,1-5 88 0,0-1 41 16,3-4 62-16</inkml:trace>
  <inkml:trace contextRef="#ctx0" brushRef="#br0" timeOffset="-177224.62">32881 3301 962 0,'10'2'287'0,"0"4"12"16,-1-2-40-16,-4 4-29 0,1 0-23 0,-2 5-12 16,-1-3-11-16,-3 2-28 0,0 3-5 0,-6 2-12 15,2 5-14-15,-3-2-12 0,-3 2-14 16,0-3-14-16,0 2 2 0,2-1-8 0,1-4 6 16,-2-1-8-16,5-2-16 0,-2 1-2 0,2-3 15 15,3 0-15-15,0-2 10 0,2-1-2 0,4 0-3 16,5-2-13-16,0 1 8 0,10-2-21 15,1 2 82-15,3-4-12 0,6 3-21 0,1-2-13 16,0-3-7-16,9 3 4 0,-6-1 4 16,-2 1-24-16,-1-3-3 0,-7-1-25 0,-1 1-17 15,-5 0-50-15,-1-1-79 0,-3 1-105 0,-5 1-28 16,-9-2-140-16,4 3-459 0,-4-3 64 0,0 0 66 16,-34 0 93-16,6-3 43 0</inkml:trace>
  <inkml:trace contextRef="#ctx0" brushRef="#br0" timeOffset="-144562.09">25128 3275 721 0,'0'-6'259'16,"0"6"-39"-16,0 0-20 0,-4-6-11 15,4 6-30-15,0 0-3 0,0-4-18 0,0 4-10 16,0 0-15-16,0 0-16 0,0 0-15 0,0 0-8 15,0 0-7-15,0 0 20 0,-6 16-16 0,6-12-1 16,0 3-1-16,3 3-11 0,-3 0 19 16,0 1-13-16,3 1 16 0,-3 3-6 0,3 1 3 15,-2 1 2-15,2 2-10 0,0 5-5 16,0-2 8-16,1 3-18 0,-1 0-8 0,3 0 0 16,-4 1 5-16,4 1 0 0,-2 3-10 15,2-1-3-15,-2 1 6 0,3-1 5 0,-3 3-14 16,2 0 6-16,0 1 3 0,1-1 10 0,-3 1-16 15,3 1-2-15,0-1 2 0,-1 0 11 0,-2 1-8 16,2-1-8-16,-1 1-10 0,-2-1 5 0,3 0 6 16,-5 0-11-16,2 1 2 0,0-1 11 15,-3 1-5-15,3 1-16 0,-3 4 8 0,1-4-2 16,-1 5 14-16,0-4-1 0,0 6-4 16,3-3 11-16,-3 14-12 0,3-6-9 0,-3-8 1 15,0 1-11-15,4 0 15 0,-3 0-63 0,2 16 10 16,-3-3-11-16,3-2 14 0,2 4-8 0,-3-4 10 15,1 2 2-15,0 2 16 0,1-2 0 16,-1 4-3-16,1-4 3 0,-1 1 2 0,1-3 6 16,-1 2 5-16,1 1-8 0,-1-3-13 0,0 2 15 15,3 0-2-15,-1-1 3 0,-2 0 0 16,0 4-3-16,-2 0 2 0,2-1 19 0,0 1-9 16,0 2-6-16,-2 0 6 0,2 1-7 15,3-1 8-15,-5 0-15 0,3 2-3 0,-1-1 5 0,2 4 7 16,-3 1 6-16,1-1-10 0,4 1 15 15,-4-1-6-15,5 2-4 0,-2 1 0 0,-2-1-1 16,2-1 1-16,0 1 0 0,-2 2-3 0,4 14-8 16,-2 0 14-16,-2-18-6 0,2 3 5 15,-2 0-2-15,6 10-6 0,-3-9 21 0,-1-2-23 16,1 0-5-16,-3 13 5 0,6-11 8 0,-6-2 2 16,6 11-5-16,-4-10 0 0,-1-1 8 15,5 0-8-15,-4-2 5 0,1 2-7 0,3 0-1 16,-3 14 9-16,0 2-9 0,0-2-2 0,3-15 8 15,-6 1-8-15,6 12 18 0,0 1-13 16,-3-16 5-16,3 13-7 0,-3-10 7 0,7 10 62 16,-4 0-19-16,0-14-1 0,1 17-11 0,-1 0 15 15,0-2-15-15,0-12-3 0,-3-3-7 0,3 4 20 16,-3-3-18-16,4 16-7 0,2-3-3 16,-2-3 18-16,-1 6-18 0,0-2-15 0,-4-14 2 15,2 2 41-15,-2-3 8 0,1 2-31 0,3-2-10 16,-2 1 0-16,2 1-8 0,0-1-10 15,0 1-71-15,0 12 7 0,-3-12 28 0,0-3 10 16,0-3-5-16,0 0-4 0,1-4 14 0,-3-3 1 16,3-7-8-16,-5-10 2 0,0 2-5 15,1 1 18-15,-1-9 3 0,0-1-5 0,-3-1-21 16,3-3-10-16,-2-2-5 0,-2-2 5 0,-2-6-26 16,3-1-33-16,-3-1-54 0,-4-5-66 0,1-3-192 15,-2-2-484-15,1-7 100 0,-3-5 51 0,-4-9 84 16,-2-21 62-16</inkml:trace>
  <inkml:trace contextRef="#ctx0" brushRef="#br0" timeOffset="-143328.64">24379 5757 522 0,'0'0'197'0,"0"0"-18"0,0-6-28 16,0 6 3-16,0 0-16 0,4-6 0 0,-4 6-18 16,3-3-7-16,-3 3-6 0,0 0-2 0,6-6-7 15,-6 6-11-15,4 0 2 0,-4 0-14 0,10-2-1 16,-3 0 15-16,0-1-22 0,0 2 15 16,7 1 0-16,-1 0-13 0,4-2 13 0,-3 2-13 15,7 0-5-15,2-1 13 0,4 1-11 0,4 0 19 16,0 0-42-16,3 0 16 0,4 0 0 15,3 0-16-15,7 3 16 0,-1-3-23 0,18 1 0 16,0 4 10-16,4-3-10 0,3 4 5 16,2-3-18-16,2 2 0 0,-1-1 0 0,4 2 10 15,-1 0-5-15,14-1-2 0,-2 2-6 0,-11-1-2 16,16 2 0-16,-2 1-13 0,5-1 8 0,-2 1 3 16,0-1 9-16,-1 1-20 0,-3-2 8 0,-2 2-13 15,-13-1 3-15,14 0-6 0,1 0 11 16,0 1-11-16,1-2 6 0,-1 0-1 0,0-2 9 15,-17 1-14-15,0 1 6 0,-6-5-6 0,-1 5 8 16,-3-4 3-16,0 1-3 0,-17-2-3 16,-4-1 4-16,-3 0-1 0,-8 1 0 0,-4 1 20 15,-4-2-32-15,-3-1-1 0,-4 0-43 0,-2 1-8 16,-4 1-31-16,-6 1-66 0,-1-1-169 16,-5-2-473-16,0 0 53 0,-26 9 77 0,2-9 81 15</inkml:trace>
  <inkml:trace contextRef="#ctx0" brushRef="#br0" timeOffset="-142379.14">24119 6875 898 0,'7'1'258'16,"3"1"-22"-16,0-1-13 0,0 4-16 0,5-3-12 16,1 4-27-16,2-2-19 0,4 1-13 0,0 1-16 15,2-2 13-15,6 2-20 0,-2-2 4 16,3 0 1-16,9-1-5 0,2 3-8 0,-1-4-13 16,17 3 15-16,-6-4-9 0,9 5-11 0,4-4 0 15,-3 1-5-15,6 1 2 0,6-1-89 16,-1 2 8-16,2-2-3 0,20 3 10 0,4-4-5 15,-2 1 5-15,0 4 0 0,-6-1 11 0,4 2-1 16,1-5-9-16,0 3 4 0,3-4-15 16,3 4 5-16,-2-4 0 0,2 4 5 0,-3-3 1 15,-2 3-1-15,-17-4 8 0,16 4-18 16,0-2 7-16,-1 0-4 0,-15-1 17 0,18-3-22 0,-18 6-1 16,1-6 24-16,-5 2-11 0,2 2-5 15,-2-2 3-15,1 0-6 0,-7 4-4 0,-2-3 2 16,-3 1 5-16,-4-1 3 0,-13 3-3 0,-3-4-5 15,-5 5 0-15,-3-4-10 0,-6 1-19 16,-6 0-40-16,-1 1-31 0,-4-3-45 0,-6 6-63 16,-7 0-209-16,-4 0-374 0,-3 0 67 0,-3-1 68 15,-7-3 83-15</inkml:trace>
  <inkml:trace contextRef="#ctx0" brushRef="#br0" timeOffset="-141678.73">24266 8582 803 0,'0'0'249'0,"0"0"-22"0,0 0-17 16,0 0-18-16,0 0-5 0,0 0-26 0,31-1 8 15,-18 1-25-15,8 1-11 0,6 0-3 16,4-1 1-16,3 3-6 0,10-2-4 0,4-1-9 16,19 3-2-16,3-6 3 0,5 3-3 0,4 0-5 15,21-1 56-15,2 1-12 0,8 0-24 16,-1 1-2-16,0-1-18 0,0 4 0 0,-2-2-16 0,2-2-12 15,0 6-3-15,-3-5 1 0,0 0-9 16,-5 4-10-16,-4-3-9 0,-16-2-6 0,-5 3 2 16,-3-2-5-16,-5-2-2 0,0 1-5 15,-3-1-5-15,-13-1-9 0,-8 2 12 0,-3-2-6 16,-3-1 13-16,-4 1-19 0,-4 1-1 0,-5 0-1 16,-2-4 1-16,-2 4-16 0,0-1-8 15,-8-2-48-15,1 3-34 0,-7-2-87 0,-1 2-145 0,-6-3-584 16,0 4 74-16,-13-7 59 0,-1 2 110 15,-3-3 46-15,-7 0 49 0</inkml:trace>
  <inkml:trace contextRef="#ctx0" brushRef="#br0" timeOffset="-139079.4">26676 3643 593 0,'3'-7'244'0,"-3"7"-17"0,-3-7-12 16,3 7-35-16,0 0-14 0,-3-8-15 0,-1 5-21 16,4 3-22-16,-13-1-6 0,2 1 1 0,1 0-14 15,0 3-9-15,-7-2-9 0,-1 4-4 0,1-2-13 16,-3 6-3-16,3-5-13 0,0 4 11 15,0-2-3-15,0 1-20 0,-1 1 7 0,5-1-15 16,3 1 2-16,-1-1-4 0,1 0 4 0,4 2-2 16,-1-5-10-16,2 4 10 0,2-2-13 15,0 2 13-15,3-1-3 0,3-3 0 0,1 4-4 16,3-1 12-16,0-1-16 0,3 2 1 16,4 1 7-16,-1-4-20 0,1 2 21 0,0 1-19 15,3 1 3-15,-2-2 3 0,1 1-9 0,0 0 9 16,-1-1-3-16,-2 3 3 0,5-2 4 15,-5 1-4-15,4-1 25 0,-3 0-33 0,-1 1 28 16,1-1-18-16,-4-1 13 0,1 0-26 0,-2 1-12 16,-2 1 17-16,0-5-2 0,-1 4 0 0,-1-1 2 15,-2 0 1-15,1 0-6 0,-4-3 3 16,0 3-5-16,-1 0 10 0,-2 0 0 0,-3 1-16 16,-2-2 16-16,3 1-2 0,-4 0 7 0,-4-1 0 15,3 2 16-15,-2-4-6 0,-4 1-12 0,0 2 25 16,3-3-5-16,-5 1-13 0,0-1 5 15,2 0-4-15,-2 0 9 0,0 1-5 0,-1-3-4 16,4 1 1-16,-4 1-12 0,5-1 21 0,3-3-8 16,-3 4-1-16,1-3-12 0,6 2 8 15,-3-3-13-15,3 4-18 0,-3-4-18 0,10 0-28 16,-14 3-31-16,14-3-71 0,-7 0-37 16,7 0-14-16,0 0-83 0,-6 1-340 0,6-1 41 15,0 0 56-15</inkml:trace>
  <inkml:trace contextRef="#ctx0" brushRef="#br0" timeOffset="-138396.17">26875 3967 611 0,'3'17'187'0,"0"-5"-8"16,-1 2-12-16,-1 1-14 0,0-5-9 0,2 1-14 15,0 2-20-15,-3-1-10 0,4 1-8 16,-4-2-10-16,3 0-3 0,-3 0-20 0,4 0 5 16,-1-3 3-16,-3 1-16 0,1-1 0 0,-1-2-12 15,0 1 12-15,0-2-5 0,3 0 38 0,-3 0 1 16,0-5-3-16,0 7 2 0,0-7-15 0,0 0-12 16,0 0-4-16,0 0-9 0,0 0 17 15,0 0-20-15,0 0 5 0,0 0-15 0,0 0-3 16,-4-20 3-16,4 13-11 0,-3-1-2 15,3-3 5-15,-4 3-10 0,4-5-5 0,-3 2 0 16,2-3 9-16,-2 4-6 0,3-1 12 0,-3-1 0 16,3-1-10-16,-3 1 10 0,3 2 7 15,-1-1 1-15,0-3 10 0,-1 4-5 0,-1 1-5 16,0-4-3-16,3 3 18 0,-1 0 8 0,0 0-13 16,-2-2 5-16,3 3-11 0,-3 0 9 0,3 1 2 15,0 0-18-15,0 1 13 0,0-3-10 16,3 3 2-16,0-1-12 0,-2 1-6 0,0 1 11 15,2-2 17-15,2 1-17 0,-3-2-6 16,4 1 6-16,-2 3-8 0,3-4-18 0,0 1 5 16,1 4 8-16,-3-3 4 0,2-1 7 0,3 2-12 15,-3 2-4-15,0-3-8 0,4 1 15 0,-1 2-12 16,-1-1 5-16,1-1-1 0,3 3 6 16,-5-2-5-16,2 1-8 0,-2 2 2 0,2-3 1 15,-1 2-26-15,-4 0-10 0,2 2 4 0,-1-2-4 16,-6 3-18-16,10-1-26 0,-10 1-7 15,4-3-42-15,-4 3-20 0,0 0-94 0,0 0-472 16,0 0-28-16,-10 14 52 0,3-13 81 0,0 3 67 16</inkml:trace>
  <inkml:trace contextRef="#ctx0" brushRef="#br0" timeOffset="-137878.8">26833 4079 614 0,'0'0'258'15,"0"0"-25"-15,0 0-13 0,0 0-25 0,0 0-6 16,0 0-15-16,0 0-15 0,0 0 0 0,0 0 2 15,0 0-5-15,0 0-25 0,11-9 2 16,-11 9-8-16,0 0-15 0,6-3 11 0,-6 3-6 16,4-4-13-16,-4 4-2 0,10-4-13 15,-4 1-5-15,2 0 0 0,-1 0 0 0,2-1-10 16,2 0 2-16,-1 0-10 0,0 0-13 0,4-2-5 16,-3 3 13-16,1-2-13 0,0 1-8 0,1-1-4 15,1 3-6-15,-1-4 5 0,2 3-5 16,-2-1-7-16,-3 0 2 0,4 3-21 0,-4-4-9 15,1 4-45-15,-3 0-22 0,-3-2-10 0,-5 3-8 16,13-2-19-16,-13 2-37 0,0 0-44 16,8 5-146-16,-8-5-419 0,0 0 42 0,-14 9 78 15,7-6 51-15,-3 2 69 0</inkml:trace>
  <inkml:trace contextRef="#ctx0" brushRef="#br0" timeOffset="-137546.3">26883 4225 611 0,'0'0'282'0,"0"6"-6"0,0-6-10 0,1 4-25 16,-1-4-23-16,0 0 12 0,4 6-18 0,-1-5-14 16,-3-1-6-16,7 4-13 0,-7-4-10 15,11 0-21-15,-2 4 3 0,-2-4-7 0,7 0-14 16,-3 0 3-16,3 0-5 0,2-4-23 0,5 3 8 15,2-2-24-15,3-3-2 0,-3 4-12 16,7-4-9-16,-2 3 8 0,3-4-15 0,-4 2 0 16,3 1-13-16,-2-2 8 0,0-1-13 15,-5 3-10-15,-2 0 12 0,0 0 8 0,-2-1-17 16,-4 4-6-16,-2-2-5 0,1-1-8 0,-4 3-10 16,0-2 0-16,-2 2-15 0,1-2-33 15,-9 3-37-15,10-1-4 0,-10 1-49 0,0 0-57 16,0 0-140-16,0 0-510 0,0 0 42 0,-19 13 84 15,8-12 69-15,1 2 82 0,-2 2 43 16</inkml:trace>
  <inkml:trace contextRef="#ctx0" brushRef="#br0" timeOffset="-130013.4">27688 3843 519 0,'-3'-5'218'16,"3"5"-26"-16,0 0-26 0,0 0-7 0,0 0-3 16,-12 12-28-16,3-3-5 0,5 3 15 15,-5 3-28-15,5 3-18 0,-7 4-2 0,5 2 2 16,-1 4 5-16,0 3-10 0,0 1-2 16,0-2-6-16,4 2 11 0,0-4-32 0,2 1-9 15,-2-1 2-15,6 1-10 0,1-4-7 0,-1 3 1 16,4 2 24-16,2-5-18 0,-1-4-36 0,2 1-7 15,1 1-26-15,2-4-59 0,1-3-59 16,0 0-100-16,-1-5-179 0,5-3-243 0,-1-2 64 16,-1-3 54-16</inkml:trace>
  <inkml:trace contextRef="#ctx0" brushRef="#br0" timeOffset="-129546.65">27917 3904 537 0,'-1'9'205'0,"-2"3"2"15,0 1-33-15,0 2-23 0,2 3-10 0,-2 3-26 16,3-2 13-16,-3 6-28 0,3-2 0 16,0-4-28-16,0 4 2 0,0-3-5 0,-3 1-13 15,3-2 0-15,0-2-2 0,0 0-8 0,-1-3 0 16,1-2-2-16,-1 1-1 0,2-2 3 15,-1-3 13-15,0-1 3 0,0-1-3 0,0-2-21 16,0-4-5-16,0 0-2 0,0 0 7 0,0 0-2 16,0 0-15-16,4-24-1 0,-1 14 3 15,0 2 5-15,-2-3 1 0,5 0-12 0,-2 0-1 16,3 1-6-16,-1 0 3 0,-2 2-8 0,3 0 0 16,-1 2 8-16,2-1 10 0,-1 6-15 15,2-2-1-15,2 3 11 0,-1 3-18 0,0 2 10 16,1-2-4-16,2 5 1 0,-3 1-9 0,4-1 9 15,-4 2-4-15,-3 2 5 0,4-2-13 16,-4 1 25-16,-1 2-15 0,-3-5 10 0,-2 3 3 16,-1-3 16-16,0 6-6 0,-1-5-8 15,-5 0 6-15,2 1 5 0,-5-2 2 0,-2 1 5 0,1-1-4 16,0-2-1-16,-1 1 0 0,1-3 57 16,0 1-8-16,-1-2-8 0,-2 0-15 0,2 0-41 15,6-3-23-15,-6 2-57 0,11-2-63 16,-11 0-93-16,11 0-151 0,-7 0-365 0,7 0 40 15,0 0 70-15,0 0 63 0</inkml:trace>
  <inkml:trace contextRef="#ctx0" brushRef="#br0" timeOffset="-128646.35">28334 4131 893 0,'0'0'240'15,"-15"6"-12"-15,6-1-28 0,-1 3 12 0,0 1-50 16,-1-1-19-16,1 3-2 0,0 2-26 0,1-1-13 16,1-2-10-16,1 3 3 0,3-3-23 0,-3 4 0 15,4-5-3-15,0 0-16 0,3 1-4 0,0-3-11 16,0 0 8-16,0-3 1 0,3 3-12 16,0-1 9-16,3-5-8 0,-6-1-8 0,10 1 5 15,-10-1 16-15,11-1-16 0,-11 1-2 16,11-7-8-16,-7 4-10 0,4-4 2 0,-3 0 5 15,1 2 11-15,-1-1 0 0,0 2 5 0,-3 0-13 16,1-2-10-16,0 4-3 0,0-4-10 16,-3 6-8-16,4-7 13 0,-4 7-18 0,6 0 1 15,-6 0 12-15,0 0 0 0,0 0-8 0,0 0 18 16,15 5-15-16,-15-5 8 0,10 2-3 16,-4-1 18-16,-6-1-18 0,14 0 10 0,-14 0-5 15,14-1 0-15,-3 1 3 0,-1-3-3 16,1-4 0-16,1 5-10 0,-1-4 15 0,-1-1-2 15,4 0-3-15,-1-1 3 0,-2 1 2 0,-1-3 3 16,3 2-11-16,-5-1-4 0,1 1 9 0,-2-2 1 16,-3 2-13-16,3 0 13 0,0 0-6 0,-1 0 6 15,-2 4-13-15,-1-3-13 0,3 5 0 16,-1-3 2-16,-5 5 9 0,0 0-16 0,0 0 10 16,13 6 8-16,-7 2-3 0,-2-2-12 15,2 4 2-15,-1-1 2 0,-2 0 6 0,1 0 0 16,-4 2 5-16,3 1 5 0,-3 0-18 0,0-2 18 15,-3 2 82-15,2-1-18 0,-5-1 5 16,2 3-3-16,-7-4 9 0,2 1-19 0,-5-2 3 16,4 2 18-16,0-3-11 0,-4-1 16 0,4-2-8 15,0 0-10-15,-1 0 8 0,4-4 2 0,-3 0-2 16,2 4-23-16,8-4 7 0,-19-4-2 16,15 3-3-16,4 1-3 0,-14-3-9 0,8 3-6 15,6 0 3-15,-7-4-18 0,7 4 7 0,0 0 4 16,0 0-17-16,0 0 4 0,0 0-14 15,0 0 1-15,17-4 12 0,-4 1-5 0,-2 1-7 16,3 1 23-16,2-1-14 0,2 1 4 16,2-3-9-16,1 0 1 0,3-2 5 0,3 4 7 15,-3-6-22-15,0 0 7 0,0 0 3 0,0 1-3 16,0-3-10-16,-1 1 2 0,-2 0 29 0,-3 0-13 16,3-4-13-16,-8 5 7 0,0-3-4 15,1-2 22-15,-4 2-30 0,-3-3 3 0,3 2 9 16,-6-1-4-16,2 2 5 0,-5 1-11 0,-1 1 11 15,3-1 2-15,-3 4-7 0,-3-2-9 0,-1 4 9 16,-2 1 0-16,6 3-3 0,-12 0 7 16,2 3-7-16,-3 4 0 0,3 1-5 0,-1 2-3 15,0 2-4-15,-1 1 9 0,2 0-5 16,2 2 8-16,-2-2-10 0,6 3 13 0,1-1-75 16,0 0 5-16,3-2-4 0,0 2 17 0,3-2 18 15,1-1-7-15,4 2-1 0,1-3 26 16,1-1-28-16,6 2 3 0,4-3-42 0,2-2-25 15,3-2-41-15,7 0-51 0,-3-2-92 0,2 2-436 16,3-5-69-16,-3-5 95 0,0 1 67 0,-4-4 56 16</inkml:trace>
  <inkml:trace contextRef="#ctx0" brushRef="#br0" timeOffset="-127830.14">29448 3584 747 0,'0'0'220'0,"0"0"-15"0,0 0-16 0,-7 11-12 16,4-2-21-16,0 4 8 0,0 4-13 16,1 0-23-16,-4 7-18 0,3 1 3 0,2 1 9 15,0 1-12-15,-4 8-5 0,2-2 11 16,0 6-22-16,-1-3 6 0,1 3-3 0,3 1-4 15,-3-2-14-15,0 0 10 0,1 2 4 0,-1-3-9 16,0 2-7-16,3-3 0 0,0 3-8 0,0 0-8 16,-1 0-4-16,2 2 4 0,-1 1 8 0,0-3 5 15,3 3-22-15,-3-4-6 0,3 1 7 16,1 1-19-16,-3 12 14 0,2-8-7 0,3 9-10 16,-5-3-11-16,2 3 19 0,0 1-1 15,-3-2-17-15,3 2 15 0,-1 1-13 0,-1 5-8 16,-2-3 5-16,1 1 3 0,-2-1 0 0,-1-4 0 15,3 3 1-15,0-4-7 0,0 5 12 0,0 0-9 16,0 2 1-16,0-1-6 0,3 3 11 16,-3-3 4-16,3 6-25 0,-2-5 13 0,2-1-5 15,1 3 5-15,0-1 0 0,-4 3 2 16,0-3-22-16,3 4 22 0,0-3 1 0,-1 3-11 16,-1 2-5-16,0-3 5 0,-1 2 1 0,-1 0 4 15,1 1 3-15,-1 1 2 0,-1 0 3 0,-1-1-15 16,0 1 10-16,-1 16 10 0,-3-1-18 15,0-3 6-15,1 2 9 0,-1-15 4 0,1 12 17 16,-2 3-52-16,-2-2 19 0,3 1 61 0,4 1-7 16,-5-2 2-16,0 3 3 0,0-6 5 0,1 5-21 15,0-3-20-15,3 2 25 0,-2-13-4 16,2 14 9-16,-2 0-20 0,4 0-18 0,0-12 6 16,-2 13 7-16,1-11-24 0,2 13 12 0,0-15-24 15,-1 0 13-15,-1 20-11 0,3-3-89 16,3 2 21-16,-6 2 48 0,3 2-35 0,0-5 14 15,0 2 16-15,3-4-23 0,1-2 6 0,3 4-6 16,-3-6-5-16,5 1 33 0,-2 1 8 16,4 1 20-16,2-2-33 0,-6-1 28 0,4-3-17 15,-1 3-6-15,0-2 23 0,1 7-23 0,-5 2-7 16,4-5-8-16,-3 6 46 0,4-6-8 16,2 1-8-16,-6-1-2 0,3-5 18 0,0 4 18 15,0-6-21-15,-2 4-25 0,-1-3-10 0,4 4 22 0,1-3-2 16,-2-2 13-16,-6-13-15 0,6-3-9 15,-1 0 24-15,-4-2 43 0,2 1-22 0,1-1 14 16,1-3-9-16,-5-3-11 0,2-4 13 0,0-7-18 16,-5-7-3-16,2-7-12 0,0-1-5 15,0-2-19-15,-2-2-22 0,-1-5-11 0,0-6-5 16,0-3-20-16,-1-3-49 0,1-5-71 0,0 0-121 16,-9-30-392-16,7 10-224 0,-3-10 122 15,5-10 49-15,0-18 76 0,0-8 70 0,3-20 76 16</inkml:trace>
  <inkml:trace contextRef="#ctx0" brushRef="#br0" timeOffset="-125847.17">25739 4531 396 0,'10'3'149'16,"-3"-3"-16"-16,4 1-15 0,2 0-6 15,1-1-7-15,-3 2-8 0,2-2 6 0,4 3-14 16,-3-2-2-16,3-1-10 0,4 0-5 15,2 0 2-15,-2 0-7 0,6 0-1 0,1 0-15 16,3-1 3-16,3-2 10 0,0 1-15 0,6 2 2 16,2-2 0-16,-1 2-2 0,1 0-3 0,-2 0-5 15,1-3 10-15,0 1 0 0,-7 1-10 16,10 1-10-16,-9 0 0 0,5-2 2 0,-3 1-2 16,2 1-3-16,2 0 2 0,0-3-9 15,4 2-13-15,-1 1 7 0,1 0 3 0,-1-1-10 16,4-1 4-16,-1 1 14 0,15 0 23 15,-7 1-16-15,6-3-2 0,-6 1-11 0,7 1 16 16,-12 0-10-16,-2-4-1 0,0 4 3 0,10-1-12 16,-6 1 4-16,-4 1 6 0,13-5-3 0,-10 5 0 15,-3-2-5-15,-1 2-13 0,2 2 5 0,16-2 8 16,-2 1-3-16,-10 0-7 0,-5-1-3 16,17 3-2-16,-14-2 7 0,0-1 5 0,14 2 1 15,-3-2 2-15,3 0-6 0,-2 0 29 16,-3-3-23-16,-5 3 3 0,9-3 22 0,-2 2-10 15,0-2-7-15,6 2 0 0,-3 0-16 0,-1-4 18 16,-2 5 0-16,-7-1-7 0,-10 1-8 0,-1-1 7 16,4 1 85-16,-2-3-31 0,-1 1 0 15,1 1-10-15,-1 1 8 0,2-2 0 0,16 1-8 16,-6-4 0-16,-4 2-5 0,-7 3 15 16,12-6-13-16,-4 4 1 0,5-3 2 0,-8 2 5 15,-6 2-10-15,-1-3-13 0,0 0 7 0,-1 3-17 16,0-4 8-16,-2 4-6 0,3 0-63 0,1-4-1 15,16 1-2-15,-10 0-8 0,-6 1 10 16,16-2 19-16,1 2-6 0,-2-3 8 0,-3 3 10 16,-4-2-2-16,9 2-1 0,0-2-4 0,-1 1 12 15,1-2-5-15,2-1 13 0,-2 3-26 16,4-2 16-16,-1 4 5 0,6-4-13 0,0 3 7 16,2-2 4-16,-1 2-9 0,6-1 13 0,-6 2 8 15,3 0-7-15,1 2 2 0,-2-3-11 16,-1 0 1-16,2 3-3 0,-4 0 3 0,2 1-3 15,-2-1 3-15,-3 2-8 0,-3 1 13 0,-3-2-3 16,-11 0-8-16,-10 4 14 0,-7-4-19 16,-3 2-5-16,-1-2-17 0,-5 6-11 0,-3-4-18 15,-7 2-10-15,1 1-36 0,-11 2-53 0,-2-2-83 16,-11 5-173-16,-11 0-408 0,-5 3 67 0,-21 3 57 16,-10-1 68-16,-9-3 72 0</inkml:trace>
  <inkml:trace contextRef="#ctx0" brushRef="#br0" timeOffset="-124913.89">27695 5900 540 0,'3'-4'199'15,"-3"4"-4"-15,3-4-31 0,-3 4 2 0,7-6-18 16,-6 4 1-16,-1 2-6 0,8-6-7 0,-8 6 0 16,5-3-3-16,2-1 0 0,-4 1-5 15,8-2-5-15,-1 3-8 0,0 0-18 0,4-3 8 16,6 4-5-16,-3-2 10 0,7-2-8 0,1 1-7 15,9-3 15-15,3-1-15 0,3 0 5 0,15 1-13 16,1-1 2-16,5-2 1 0,0 2-18 16,-2 1-14-16,6-1 4 0,3-1-6 0,0 2-17 15,1 1 7-15,2-1-8 0,18-2 0 0,0 0-2 16,1 3 0-16,2-4 10 0,-4 0 0 16,-12 4 8-16,16-3-18 0,-3-1 5 0,7 1 18 15,4 0 2-15,1 2-20 0,2 1 0 0,-4-3 5 16,-1 2 0-16,-2-1 5 0,-3 1-20 0,7 0-13 15,-5 1 25-15,1 1-12 0,-1-1 8 16,-17 5-9-16,1 0 1 0,-4-1-13 0,-2-2 0 16,-2 2 2-16,-1 1-4 0,-7 1-4 15,-11 0 14-15,-8 0-8 0,1 0-8 0,-4 0 3 16,3 0-10-16,-9 0 7 0,-2 1 5 0,0-1-5 16,-4 0-2-16,-1 2-23 0,-1-2-21 0,-7 0-46 15,-2 1-20-15,2 2-34 0,-7-1-36 16,-2 0-43-16,-4 0-158 0,-4 2-475 0,-6 1 58 15,3-5 55-15,-14 10 82 0,4-7 70 0</inkml:trace>
  <inkml:trace contextRef="#ctx0" brushRef="#br0" timeOffset="-123730.68">28078 7178 829 0,'0'0'258'0,"23"-2"-7"0,-5 1-13 16,3 1-30-16,2-1 12 0,10-4-13 16,-1 3-10-16,6-4-15 0,6 4-5 0,20-4-1 15,2-1-17-15,2 2-11 0,1-4-12 16,6 2 2-16,20-1-5 0,8 0-7 0,-7 0-16 0,3-1 8 15,0 2 4-15,9-2-12 0,-1 1-17 16,10 0-6-16,6-1 0 0,0 1 5 0,0 1-8 16,6-1-12-16,4-2-3 0,2 3 5 15,32-1-17-15,-27 4-4 0,-3-3 11 0,34-1-30 16,-35 2-1-16,2 4 5 0,1 0-2 0,-5-1-3 16,-4 1 3-16,-7 2 0 0,-3 0-26 15,-4 2 13-15,-4 1-2 0,-5-2-8 0,-2 0-1 16,-12 2 11-16,-14 2-7 0,-8-3 4 0,-3 4-15 15,-6 1 1-15,-14-3-12 0,-10 0-4 0,-5 0-13 16,-5 1-36-16,-1-3-7 0,-10 4-6 16,-1-2-18-16,-8 3-43 0,-5-1-82 0,-9 2-225 15,-7-3-448-15,-8 2 66 0,-13 1 85 0,-24 1 82 16,-7-2 79-16,-14 0 43 0</inkml:trace>
  <inkml:trace contextRef="#ctx0" brushRef="#br0" timeOffset="-122864.14">27032 8544 788 0,'10'2'228'0,"0"1"-34"0,7-2 1 16,4-1-1-16,-1 0-40 0,9 0-3 0,0-1 8 15,13-4-3-15,-1 2-23 0,17-5 31 0,3 0-16 16,1-1 3-16,3-1 8 0,6-2-26 0,15 0-13 16,6-2 1-16,3 3-11 0,5 0-3 15,-1 0-12-15,7 2-3 0,0 1-10 0,6 0-8 16,-1-1-5-16,10 4-15 0,2 0 18 0,-3-3-1 15,0 1-7-15,6 5 0 0,5-4-5 0,4-1-15 16,4 2 12-16,1-1-7 0,3 5-3 16,-6-2-16-16,7 1 9 0,3 1 2 0,30 2-16 15,-33-1 9-15,0 0 2 0,-1 2-19 16,1-2 9-16,3 0-13 0,-4-2 5 0,0 1-13 16,-9 1 5-16,0 0-2 0,-8 0-16 0,-6 0 3 15,1 0 5-15,-10 0 3 0,-5 0 2 16,-7 0 7-16,-20 0-17 0,-4 0 0 0,-4-2 5 15,-2-2 10-15,-18 3 3 0,-3-2-5 0,-7 2-11 16,0-5-4-16,-1 5 2 0,-11-3 10 0,0 1-18 16,-8 0-20-16,0-4-39 0,-3 2-71 15,-5 2-103-15,-3-4-361 0,-2-1-235 0,-8-2 92 16,-1 0 56-16,-9-5 80 0,-7-9 69 0</inkml:trace>
  <inkml:trace contextRef="#ctx0" brushRef="#br0" timeOffset="-121064.77">30259 3753 821 0,'-4'-3'248'0,"4"3"-4"15,-10 0-42-15,10 0-5 0,-14 3-23 16,3 3-23-16,-1-2-15 0,2 1 7 0,-1 4-28 16,1 0-10-16,0 1-15 0,2 3-21 15,2-4 18-15,-1 2-36 0,4 2 0 0,2-2 0 16,0-1 1-16,2 2-4 0,0-1-7 0,2 3 3 16,4-3-21-16,-1 3-5 0,2-1 7 15,2-1-9-15,-1 1-6 0,1-1 23 0,-2-1-15 16,2 3-5-16,0-4-5 0,-2 1-6 0,2 2 1 15,-4-5-8-15,1 3 22 0,2-3-11 16,-4 1-1-16,0-1 5 0,-3-1 0 0,1 0 13 16,-3 1-7-16,3-4 2 0,-3 3 20 0,-3-1 0 15,0 2-20-15,-4-4 8 0,0 3 10 16,-3-1-21-16,0 2 0 0,0-5 8 0,-1 4 3 0,1-1-11 16,0-4-2-16,-1 1-21 0,1 2-20 15,3-3-59-15,-3-1-15 0,10-1-185 0,-11 0-458 16,5-1 41-16,6 1 57 0,-4-7 73 15</inkml:trace>
  <inkml:trace contextRef="#ctx0" brushRef="#br0" timeOffset="-120648.5">30473 3779 962 0,'2'7'312'0,"-2"0"-20"15,0 3-26-15,3 0-38 0,-3 2-15 16,0 1-24-16,0 2-7 0,3 2-26 0,-3 1-10 16,3 3-23-16,0-4-8 0,-2 3-8 0,2 0-9 15,0-2-17-15,0-1-11 0,1 0-17 0,-4 0-9 16,6-2-26-16,-4-4-18 0,-2-1 7 16,3 3 6-16,0-5-5 0,-3-4 2 0,0 1 11 15,0-5-1-15,0 0 11 0,0 0-31 16,0 0 28-16,0 0 3 0,-3-17 5 0,0 4-3 15,1 1 5-15,-4-4 13 0,3-1-10 16,1-3 5-16,-3-2-2 0,5-2 12 0,-3-2 8 16,2 1 3-16,0-3-1 0,1 3-9 0,1 0-6 15,-1 3 8-15,1-3-8 0,2 4-2 0,3 3-11 16,-5 0-5-16,8 2 0 0,-4 0-2 0,3 2-5 16,-3 0 5-16,6 3-16 0,-4 0 5 15,2 4-12-15,1 0-34 0,-2 2-4 0,2 4-11 16,0-3-16-16,-2 4-24 0,4 4-37 15,-2-3-41-15,0 4-69 0,-5 2-87 0,2 1-516 16,-1 0 60-16,-3 1 80 0,0 3 64 0,-3-3 43 16</inkml:trace>
  <inkml:trace contextRef="#ctx0" brushRef="#br0" timeOffset="-120464.05">30530 3881 711 0,'-5'5'223'0,"5"-5"-24"15,0 0-12-15,0 0-31 0,0 0 6 0,0 0-1 16,0 0-23-16,16 5 0 0,-16-5-22 16,12-3-11-16,-12 3-3 0,20 0-10 0,-8-2-25 15,-1 2-29-15,2-1-51 0,-2 1-53 16,0 0-55-16,-1 0-129 0,-3 1-140 0,0 1-226 16,2 1 40-16,-7-2 41 0</inkml:trace>
  <inkml:trace contextRef="#ctx0" brushRef="#br0" timeOffset="-120264.2">30518 4079 522 0,'-3'6'202'0,"0"-3"-18"0,0 1 0 0,3-4-25 16,-1 8 0-16,1-8-3 0,0 3 3 16,0-3 7-16,0 0 6 0,4 6 7 0,-4-6-13 15,10 0-17-15,-1 0-19 0,2-3-17 0,0 0-13 16,6 0-16-16,3-2-15 0,1 1-33 15,3-3-23-15,-1-1-34 0,5 0-63 0,-1 1-90 16,-3-1-187-16,4-3-356 0,2-2 80 0,-5 1 58 16,-1-1 62-16</inkml:trace>
  <inkml:trace contextRef="#ctx0" brushRef="#br0" timeOffset="-120015.08">31045 3601 619 0,'0'0'256'0,"0"0"-15"16,-21 5-32-16,11 2-6 0,3 0-24 15,-7 7-13-15,4-2-7 0,-3 6-11 0,2 3 1 16,1 0-14-16,-4 7 11 0,4 1-13 0,0 0-10 16,3 4-10-16,0-2-26 0,2 1-8 0,0 1-2 15,5-4 2-15,0-1 9 0,3 3-32 16,1-2 0-16,2 1-5 0,5-2-5 0,-1 1-5 15,0-3-30-15,4-2-34 0,1-4-39 0,-2-2-58 16,3-2-80-16,0 0-194 0,-1-2-343 16,3-6 61-16,-2-4 54 0,-5 1 61 0</inkml:trace>
  <inkml:trace contextRef="#ctx0" brushRef="#br0" timeOffset="-119598.5">31287 3863 655 0,'-1'8'256'15,"1"5"-18"-15,0-4-33 0,0 7-16 16,0-4-23-16,1 5-27 0,0 1 1 0,-1-3-9 16,3 5-13-16,-3-2-24 0,0-6-14 15,3 3-1-15,-3-1-7 0,-3-3-3 0,6-1-3 16,-3 0 1-16,-3 0 12 0,3-5-10 0,0 2-2 15,-3-4-3-15,3-3-3 0,0 0-15 16,-4 3 6-16,4-3-9 0,0 0 11 0,-6-14 0 16,4 4-16-16,-4 0-12 0,6-2 10 0,-3-5-8 15,3-1 5-15,0 1-13 0,3-2 6 0,0 2-8 16,0 1 8-16,-1-1 2 0,1 3 2 16,0 3 1-16,0-3-13 0,1 4 15 0,1 1-17 15,0 1-6-15,-2 3 5 0,5 1 8 16,-2 0 0-16,1 4 3 0,-7 0-21 0,17 3 3 15,-10-1 7-15,3 5-5 0,-3 2 3 0,4-1 0 16,-1 3 7-16,0-1-7 0,0 3 0 0,-3-1-13 16,0 3-3-16,2 0-40 0,-1 1-24 15,-4-4-55-15,2 5-50 0,1-2-135 0,2-1-474 16,-4-2 80-16,0 0 46 0,-3-3 56 0,4-3 84 16</inkml:trace>
  <inkml:trace contextRef="#ctx0" brushRef="#br0" timeOffset="-118881.47">31592 4036 757 0,'3'-7'292'15,"0"-1"-13"-15,1 0-26 0,-1-1-12 0,1 1-36 16,-1 0-8-16,1-2-13 0,-1-1-17 16,1-2-11-16,-4 2-3 0,3 2-20 0,2-5-10 15,-4 4-8-15,0 0 1 0,-1 1-22 16,0 2-12-16,3-1-5 0,-3 0-13 0,-3 3-13 15,3 1-10-15,0 4 10 0,-2-6-12 0,2 6-3 16,0 0-6-16,0 0-2 0,-22 14 3 0,15-6-8 16,2 1-7-16,-3-1 4 0,0 4-7 15,5 1-5-15,-4 1 2 0,4-3-3 0,0 1-1 16,3 1-1-16,-1-2 0 0,1 3 2 16,0-3-1-16,1-1 4 0,2 2 5 0,0-6-5 15,4 1-7-15,2 0 10 0,-4-2-6 0,5-2 1 16,0 0-3-16,1-3 11 0,2 0-14 0,1-3 1 15,-4 0 7-15,7-2 3 0,-6-2-3 16,2-2-2-16,1 1 4 0,-1 0-6 0,0-2 6 16,-2 3 4-16,-4-1-9 0,0 4-7 0,2-2-5 15,-4 3-10-15,1-1 10 0,-6 4-3 16,7 0 0-16,-7 0 3 0,0 0-2 0,14 10-4 16,-11-6 22-16,-2 3-16 0,5-3-6 15,-3 4 4-15,-2-1 17 0,2 0-20 0,4 3 15 16,-3-3-8-16,-1 0-2 0,2 1 8 0,-3-4-11 15,4 2-10-15,-3 0 10 0,1-2-2 0,2 1-3 16,-1-4 6-16,-5-1 7 0,10 5 0 16,-2-5-5-16,-8 0-1 0,13 0 9 0,-7 3-3 15,-6-3 5-15,12 0-5 0,-12 0-5 0,9 0 0 16,-9 0-16-16,10 0 6 0,-10 0-5 16,10 1 9-16,-10-1-14 0,8 3 20 0,-2-3 7 15,-6 0-20-15,7 4 16 0,1-1-11 0,-3-2 3 16,2 3 5-16,-7-4 5 0,11 1 5 15,-2 1 0-15,-1-2 0 0,-8 0-3 0,15 0 11 16,-7 0-3-16,-8 0 6 0,15-3-14 0,-6-1 4 16,-2 1 11-16,1 1 9 0,1-3 12 15,-2-2-2-15,-3 3 8 0,2-4-8 0,1 0-3 16,-3-1 0-16,-1-3-2 0,-1 0-3 0,-2 2-7 16,-2-5 4-16,-1 2-2 0,0-4 8 15,-1 2-13-15,-3 1-18 0,3-2 18 0,-2 3-8 16,1 0-5-16,-3 4 0 0,3-3 5 0,-1 4-17 15,-1 0-27-15,0 4-14 0,-3-2-34 0,6 4-28 16,-2 1-54-16,6 1-28 0,-10 0-54 16,10 0-156-16,-7 4-381 0,7-4 66 0,-4 6 70 15,4-6 66-15,0 0 41 0</inkml:trace>
  <inkml:trace contextRef="#ctx0" brushRef="#br0" timeOffset="-117231.79">32313 3868 749 0,'7'7'210'0,"-3"2"-23"0,2-1-13 0,-2 3-12 16,-1-1-9-16,2-2-22 0,-3 5-19 0,1-4-20 16,0 2-2-16,-1 2-11 0,1-4-7 0,-3 1-8 15,3-1 0-15,-3-1-10 0,3-1 7 16,-3 0 8-16,0-3 13 0,0 3 36 0,0-7 0 15,0 7-13-15,0-7-3 0,0 0-5 0,0 0-4 16,0 0-14-16,0 0-7 0,0 0 15 16,0 0-21-16,-3-18-4 0,3 11-11 0,0-3 2 15,0-2-14-15,3 2 4 0,0-1-4 16,-2-2-8-16,2 2-3 0,0 2 5 0,0-4-10 16,1 5-5-16,-1-1 5 0,1 1-15 0,0 4-8 15,-1 0 7-15,2 1-12 0,-5 3 8 0,8-1-3 16,-8 1 0-16,11 4 7 0,-4 0-7 15,2 0-5-15,-2 3 10 0,1 0 13 0,-1 0-13 16,-1-3-7-16,1 4 4 0,-1-1 6 0,-1 0-10 16,3 0-1-16,-6-4 21 0,4 3-3 15,-3-2-10-15,1 0 11 0,-1 0-3 0,3 0 7 16,-6-4 1-16,5 3 17 0,-5-3-20 0,7 1 0 16,-7-1-3-16,0 0 6 0,10-4-4 15,-7-1 4-15,3 1 2 0,-1-6-13 0,3 4 6 16,-3-3-6-16,1-3-2 0,2 0 4 15,-1 1 4-15,0-2-16 0,-1 4 5 0,2-4-3 0,1 5 9 16,-5-1-11-16,2 1-8 0,-2 4-13 16,1-2 1-16,-2 4 7 0,-3 2 3 0,9 0 12 15,-9 0-12-15,7 7-8 0,-2-2 11 16,-3 3-1-16,1 4 0 0,1-3 1 0,-1 2-4 16,-2 3 9-16,2-1 4 0,-3-1 1 0,5 4-11 15,-3-4-2-15,-2 2 13 0,3-2-1 0,0 1-2 16,3-1 0-16,-5 0-5 0,3-3 0 0,2 0 0 15,-2-1 2-15,1 0 16 0,-3-5-3 16,6 3-10-16,-2-4-13 0,2 0 24 0,-8-2-1 16,15 0 3-16,-15 0-6 0,17-4 4 15,-10-2-6-15,3-1 5 0,1 3 0 0,-4 0 0 16,2 0-4-16,-1-2 1 0,-1 3-7 0,1-2-36 16,-6 2-5-16,6 2-7 0,-8 1 7 0,0 0 8 15,0 0 10-15,19 2 0 0,-14 1 10 16,0 1-3-16,2-1-2 0,-3 3 13 0,2-2-7 15,1 0-9-15,-1 0 13 0,-2 0 1 0,3-1 9 16,-3 0-9-16,3 0 9 0,-4-1 11 16,-3-2 0-16,10 6 7 0,-10-6-17 0,9 0 10 15,-9 0 7-15,0 0 1 0,10-8-14 0,-9 2 3 16,0 3 3-16,-1-5 5 0,-1 2-2 0,0-2-1 16,-1-2 3-16,-1 2 2 0,0-2-12 15,1-2 18-15,-3 2-9 0,1-1-4 0,1 3 5 16,2-1-8-16,-2 0 6 0,0 2-1 15,3-1-20-15,0 2-3 0,3 2 1 0,0-3 12 16,1 1-13-16,5 3 3 0,-1-2 2 0,2 2 3 16,3-1 0-16,0 2-5 0,0 1-10 15,0-3 30-15,4 1-30 0,-4 3 5 0,-2-2 5 16,6 1-1-16,-4-3 9 0,0 4 2 0,-3-1-20 16,-2-1 5-16,0 2-13 0,-8 0-3 15,13 0 0-15,-13 0 11 0,7 3 5 0,-4 2 0 16,-3-5-3-16,-4 12 10 0,-2-7 6 0,1 5-6 15,-6-2 6-15,-1 2-3 0,2 3 0 0,-2-2 2 16,-3 0-2-16,5 0-2 0,-1 1 2 16,-2 1 5-16,2-2-23 0,4 2 26 0,1-4-14 15,1 0-1-15,0-1 2 0,1 1-6 0,0-1-1 16,4 0 14-16,4-4-4 0,-3 3-9 16,7-4 9-16,-3 1 7 0,5-3-2 0,0-1 4 15,0 0-9-15,1-2-1 0,3-3 3 16,-1 1 8-16,4-5-8 0,-6-1 2 0,6-3-2 0,-1-1 5 15,-4 1-12-15,1-3-1 0,-3-5 11 16,1 2-11-16,-3 0-2 0,-3-4 23 0,1 1-8 16,-3-3 5-16,-2 7-18 0,-1-4 8 15,0 4-2-15,0-2 4 0,0 4 8 0,0 2-7 16,-2 2-3-16,0 0-3 0,-1 7 6 16,0-1-13-16,-1 5 12 0,4 1-2 0,-13 7-10 0,5-2 8 15,-1 6-9-15,-1 2 11 0,4-1 8 16,-2 2-11-16,1 1-15 0,3 2 16 0,-2 0 4 15,3-2-12-15,2 3 8 0,-3-1 2 0,1-2-3 16,6-1 8-16,-3-2-2 0,4 1 2 16,-3-2-5-16,5 2 10 0,-2-4-5 0,4 0 6 15,-3-1 1-15,6-4 14 0,-1 1-11 16,0-2 1-16,1-1 9 0,-1-2-4 0,2 0-1 16,-1-3-7-16,0 0-3 0,-1-2-5 0,3-2 16 15,-2 0-14-15,-1 1 14 0,-1-2-1 0,-4 2-20 16,3-1 8-16,-3 4-5 0,1-2 2 0,-4 1-8 15,-2 4-12-15,0 0 12 0,0 0 6 16,0 0-18-16,0 0 7 0,0 0 13 0,-4 17-13 16,0-10 21-16,1 2-31 0,1 0 8 15,-3-1-3-15,5 1 8 0,-3 0 2 0,3 1 3 16,0-2-5-16,3 2 3 0,0-2 2 0,0-1 0 16,1 1 2-16,0-2 9 0,0-2-14 0,4 1 11 15,0-2-3-15,3 2 13 0,-1-5-26 0,-3 0 31 16,7 0-10-16,-4-5-8 0,3 1-2 15,4-3-3-15,-3 2-18 0,3-5 18 0,-3 0-11 16,3-4 9-16,-1 2-19 0,-1-5-2 16,-2 1 8-16,1-5 0 0,-2 3 10 0,-2-2-16 15,-1-2 16-15,-2 0-13 0,2 1 5 16,-5 3 6-16,0 1-1 0,-1 2 8 0,-2 5-5 16,2-2-3-16,0 3-5 0,-3 5 11 0,0-1 4 15,0 5-9-15,0 0-4 0,0 0 9 0,0 0 2 16,-17 18 2-16,13-6-12 0,-2-2 18 0,4 5-11 15,-3-2 1-15,2 3-3 0,0 1 5 16,3 0-3-16,0-2 3 0,0 2 5 0,3-1-20 16,-3-1-16-16,3 1-41 0,2-4-45 15,-4 2-45-15,0-3-63 0,5 2-151 0,-2-5-407 16,-1-2 74-16,4-1 81 0,-6-3 63 16</inkml:trace>
  <inkml:trace contextRef="#ctx0" brushRef="#br0" timeOffset="-116864.8">33728 3514 522 0,'3'-5'199'0,"-3"5"-45"0,0 0 2 15,0 0 5-15,0 0-22 0,0 0-1 0,8 16-5 16,-3-7 0-16,-3 3 0 0,1 3-5 0,2 1-3 15,-3 3 1-15,6 3 7 0,-2 2-13 16,0-2 11-16,1 7-16 0,0-2 10 0,1 3-20 16,-2 1-5-16,1 1 10 0,-1 1-7 15,-2-1-3-15,2 0-8 0,0 0-8 0,-5-4 3 16,0 2-5-16,-1-4-10 0,0-1-3 0,0 2 5 16,-2-4-18-16,-4 2 1 0,-1-1 73 15,-2-4-15-15,-1 1-2 0,-1-2-26 0,-3-1 0 0,-3 0-2 16,-7-1 4-16,1 1-30 0,-2-3 8 15,-2-1-24-15,-2 1-15 0,0-5-15 0,3-2-33 16,0 2-47-16,0-3-28 0,1 0-61 16,-2 1-107-16,-1-4-301 0,3 2-270 0,-1-3 69 15,3 1 61-15,-1-3 74 0,3 1 67 0</inkml:trace>
  <inkml:trace contextRef="#ctx0" brushRef="#br0" timeOffset="-110578.17">28809 3742 798 0,'0'0'300'16,"-1"-4"-34"-16,1 4-20 0,0 0-34 0,-3-4-28 15,3 4-10-15,0 0-15 0,0 0-28 0,0 0-3 16,0 0-11-16,4 12-9 0,3 1-6 0,-3-1-15 16,4 5-5-16,-3 5 10 0,6 6-23 15,-1 2 3-15,-1 5 2 0,2 8 6 0,0 4-19 16,-2 2 6-16,-2-7-6 0,0-8 3 0,-6 2-8 15,2 2 6-15,-3-1-6 0,0 2-7 16,-4 13-8-16,-3-2-8 0,2-9 11 0,-6 7-14 16,4-11 14-16,-4-5-8 0,-2-1-16 0,-2 10 1 15,-4-12-4-15,4-2 12 0,-4 1-17 16,1-6-12-16,-3 0-12 0,4 0-45 0,0-5-58 16,1 0-95-16,4-1-192 0,-1-3-399 0,4-1 61 15,1-3 75-15,5-7 66 0,2 3 77 0</inkml:trace>
  <inkml:trace contextRef="#ctx0" brushRef="#br0" timeOffset="-106166.53">3226 15640 1018 0,'-4'16'328'0,"4"-7"-41"16,0-1-24-16,-3 2-25 0,3 5-25 0,0-1-19 16,0 0-25-16,0 1 3 0,0 2-32 15,3 1-1-15,-3-3-24 0,0 5-5 0,3-5-13 16,-3 1-20-16,0-2-3 0,0 0-12 0,0-1 9 16,1-1-4-16,-1-1-13 0,0-2-3 15,0-1-10-15,0 0 0 0,0-1 7 0,0-3-2 16,0-4-22-16,-1 6-9 0,1-6-13 0,0 0 9 15,0 0-16-15,-6-13 17 0,1 4-12 0,2-5 13 16,0 0-10-16,0-5-3 0,-1-2 18 16,1 4-11-16,3-1 21 0,-3-1 1 0,3 1-9 15,0 3-5-15,0 0 1 0,0 5-9 16,3-3-7-16,-3 4 11 0,3 1-11 0,0 3-3 16,1 0 6-16,-4 5-1 0,14 0 1 15,-14 0-3-15,17 5 2 0,-6 0-4 0,-1 2 15 16,2 1-16-16,3 1 11 0,-2-1 5 0,1 2-11 15,-3-2 1-15,1 2 4 0,3-3-2 0,-6 5-5 16,1-6 13-16,-1-1-5 0,0 2 7 16,-2-4-7-16,-1 4 12 0,2-4-7 0,-2 0 5 15,1-1-5-15,-7-2 0 0,10-2-3 0,-2-3-5 16,-5-3 8-16,4 0 2 0,-1-2-17 16,1-7 12-16,-3 2-5 0,3-5 5 0,-1-2-2 15,-2-1-5-15,2 3-9 0,2 0 6 16,-4 0 3-16,2 5-6 0,-3 1 3 0,1 0 0 0,-1 3-7 15,0 0-19-15,0 1 13 0,2 5-2 16,-2 2-5-16,1 0 7 0,-4 3 3 0,0 0 33 16,16 7-29-16,-8 1 12 0,1 3 9 15,-2-1-13-15,-1 7 16 0,3-2-15 0,0 3 15 16,-2 3-3-16,3-2-12 0,-3 4-1 16,0-3 16-16,0 1-13 0,-1 0-2 0,2-1 10 0,-2-1-11 15,-2-1-15-15,-1-1-58 0,3-2-42 16,-2 0-89-16,-1-4-187 0,5 0-446 0,-5-2 68 15,4-2 68-15,-4-3 64 0,1-3 90 16</inkml:trace>
  <inkml:trace contextRef="#ctx0" brushRef="#br0" timeOffset="-105766.62">3953 15456 1228 0,'0'0'348'16,"-16"2"-28"-16,9 2-36 0,-4 0-28 0,1 4-33 15,0 1-8-15,-1-1-31 0,1 5-10 0,1-1-17 16,1-2-32-16,4 5 11 0,-3-2-21 0,5-1-20 16,1 2-19-16,1-3-1 0,1 4-1 15,5 0-26-15,0-3 4 0,2 4-1 0,-1-2-10 16,6-1 7-16,-2 2-12 0,2 0-15 15,0-1 12-15,2-1-18 0,-2 0 6 0,1-3-3 16,-1 0 10-16,-1 4-13 0,0-3-12 16,-2-1 12-16,1-3-10 0,-4 1 8 0,0 2-3 0,-1-5 1 15,2 2 14-15,-2 1 19 0,-2-3 4 16,-4 0 9-16,3 1-14 0,-3-6 3 0,-6 11-5 16,2-8 8-16,-4 2-11 0,-1 2-10 15,-2-3 3-15,-2 2 0 0,0-3-24 0,2 2-4 16,-3-1-21-16,-2 1-38 0,2-3-26 0,3 2-44 15,-3-1-55-15,4-1-134 0,1 1-555 0,1-3 50 16,8 0 101-16,-7-5 64 0,7 5 51 16,-3-9 79-16</inkml:trace>
  <inkml:trace contextRef="#ctx0" brushRef="#br0" timeOffset="-105399.47">4333 15541 954 0,'3'17'384'16,"1"1"-33"-16,2 2-41 0,-5-4-31 15,5 2-26-15,-3 0-10 0,-2 0-33 0,6 4 0 16,-4 1-28-16,1-1-18 0,-1 1-21 0,3 0-15 16,-3-4-21-16,1-2-9 0,0-1-4 15,-3-2-12-15,2-3 3 0,0 3-14 0,-3-4 6 16,3-3-10-16,-3-2 2 0,0-1-10 0,0-4-13 15,0 0 2-15,0 0 9 0,0 0-24 0,-18-20 0 16,12 6 1-16,-4-6-4 0,3-2-2 16,0-2-5-16,0-1 6 0,4-1-1 15,-1-3-8-15,1 4 6 0,3-1-8 0,0-1 2 16,0 2-20-16,4 0 26 0,2 0 5 0,1 2-21 16,1-1 3-16,1 6-13 0,2-4 7 0,0 4 6 15,1 1 2-15,2 6-12 0,0-3-3 16,-1 6-8-16,1-1-12 0,-3 1-29 0,2 3-30 15,-2 2-80-15,-1 3-71 0,0 0-144 0,-3 3-494 16,-1 1 54-16,1 1 77 0,-4 1 67 0,-3 1 76 16,0 1 46-16</inkml:trace>
  <inkml:trace contextRef="#ctx0" brushRef="#br0" timeOffset="-105200">4442 15683 883 0,'0'0'355'0,"0"0"-24"0,0 0-45 0,0 0-43 16,7 0-5-16,-7 0-35 0,17-3-22 0,-7-1-14 16,4 1-14-16,-1-4-17 0,5 6-21 0,-2-3 3 15,2-1-62-15,-5 3-38 0,1-3-56 16,0 4-16-16,0-1-92 0,-4 1-71 0,0 1-121 16,-2 1-364-16,1 1 47 0,-5-1 69 15,-1 5 56-15</inkml:trace>
  <inkml:trace contextRef="#ctx0" brushRef="#br0" timeOffset="-104999.98">4469 15910 872 0,'-3'5'292'0,"0"0"-33"0,-1-2-14 16,4-3-17-16,-3 7-15 0,3-7-14 0,0 5-22 16,0-5 5-16,7 3-13 0,-7-3-16 0,16 2-12 15,-4-4 5-15,7 0-31 0,-1-1 0 16,3 1-20-16,-1-3 2 0,3 2-28 0,-2-3 16 15,-1 1-19-15,-2 1-20 0,2 0-15 16,-6-2-3-16,0 4-51 0,-1-2-38 0,-3 0-152 16,1-1-595-16,-5 1 42 0,-2-2 70 0,-4 0 97 15,0 2 41-15</inkml:trace>
  <inkml:trace contextRef="#ctx0" brushRef="#br0" timeOffset="-104383.39">5164 15316 872 0,'0'0'290'0,"0"0"-22"0,-8 0-24 16,8 0-9-16,0 0-30 0,-16 10 7 15,12 2-10-15,-2 1-33 0,1 2-12 0,2 9-24 16,-3 1 7-16,5 1-29 0,-2 9 9 16,0 0-18-16,0 2-12 0,3 1-1 0,3-1-9 15,0 1-11-15,4-1 5 0,-1-2-12 16,5 12-9-16,-1-11-9 0,0-4 2 0,4 0-13 15,3 5-5-15,4 0-38 0,-1-10-41 0,-3-2-52 16,1-5-73-16,-1-4-147 0,3-2-468 16,-2-3 59-16,-2-2 59 0,-2-4 69 0,-1-5 51 15</inkml:trace>
  <inkml:trace contextRef="#ctx0" brushRef="#br0" timeOffset="-103932.85">5406 15504 673 0,'4'8'276'15,"-1"4"-25"-15,1 5-13 0,2 0-23 16,1 5-28-16,0-1-34 0,0 2 16 0,-1 1-25 16,1-1-21-16,0 1 7 0,0-3-35 0,0 3-3 15,-4-6-2-15,1 0-34 0,-1-3 21 16,0 0-18-16,0-1 7 0,2-3 1 0,-5-1 12 15,3-3-2-15,-6-1-18 0,3-4 0 0,0-2-8 16,0 0-13-16,0 0 3 0,0 0-10 16,-11-15 5-16,7 5-8 0,4 0-5 0,0-3 8 15,1 1 7-15,2-1-12 0,0 3-16 0,5-5 5 16,-2 5-12-16,4 0 7 0,0 2-13 16,1 1-2-16,-1 0 5 0,4 3-2 0,-3 0-1 15,5 4-4-15,-2 3 1 0,2-1 14 0,2 1-3 16,-4 7 3-16,3-3 7 0,-4 1-12 15,1 2-3-15,-4 1 5 0,1 0 10 0,-4-1 1 16,-1 3 12-16,-2-3 5 0,-1 0 5 0,-3 5-9 16,-3-4 6-16,-1 1-4 0,-2 0 0 15,-5-2-11-15,1 1 16 0,0-2-13 0,-4 0 8 16,1-2-5-16,3-2-3 0,-4-1-13 0,3 1-8 16,-2-2-32-16,3-1-42 0,3-2-82 15,0 0-130-15,7 0-161 0,-14-2-338 0,14 2 58 16,0-8 78-16,0 8 71 0,6-13 43 15</inkml:trace>
  <inkml:trace contextRef="#ctx0" brushRef="#br0" timeOffset="-103066.2">5953 15554 788 0,'0'0'340'0,"-16"4"-25"0,9 3-44 15,2 1-9-15,-5 1-17 0,4 4-40 0,-1 0-18 16,-4 3-5-16,5 1-21 0,2 0-23 16,-2 1-12-16,2 1-11 0,1-1-10 0,-1 0-11 15,1-1-19-15,2-2-9 0,2 2-2 16,2-6-10-16,1 4-18 0,-1-5 7 0,-2 0-15 16,5 0-7-16,0-4-8 0,1 0-3 0,1-5-10 15,-1-1-8-15,-7 0 13 0,16-3-2 16,-5-2-11-16,-4-3-7 0,2 1 12 0,-2-3 1 15,1 0 4-15,-2 0-2 0,-3 0 3 0,1 0 12 16,0 0-7-16,2 5 5 0,-2-1-11 16,-1-1-4-16,1 4-3 0,-1-1 5 0,-3 4 2 15,0 0-9-15,0 0 12 0,0 0 5 0,16 7 3 16,-11-4-11-16,-1 1 1 0,2-1 4 16,0 2-4-16,1-2-3 0,1 5 3 0,1-3 17 15,1-3-7-15,-3 3-8 0,4-3 13 0,-1-2-23 16,0 0 12-16,4 0 9 0,-4-2-6 15,4-3 8-15,-3 0-5 0,2 0 5 0,1-4-29 16,-1 1 19-16,1-1 2 0,-4-3-7 0,5-1 2 16,-2-2 3-16,0 0-6 0,1-2 3 15,-4 6-15-15,1-2 8 0,2 2 2 0,-6 2 12 16,4 0-14-16,-1 1-19 0,-1 2 9 0,1 5-1 16,-2 0 3-16,-8 1-1 0,20 4 1 15,-12 4 10-15,2 0-2 0,2 4-6 0,-3 1 18 16,0 1-2-16,-2 2-18 0,0 1 2 0,0-1 8 15,-3 2 5-15,-2 0-2 0,-1-1-1 16,-4 1-12-16,2-2 10 0,-2 1 10 0,-5-2-12 16,-2 2 17-16,0-4-13 0,-1-1 9 15,-2-4-9-15,0 1 11 0,2-3 0 0,-2-3 2 16,2-1 6-16,1-2-3 0,0 0-6 0,0-3-6 16,3 0-4-16,3-2 3 0,1-2 0 0,0 0 6 15,3-2 6-15,3 0 1 0,0-1-15 16,4-5-3-16,4 3 2 0,-1-3-2 0,3-3-2 15,4 3 10-15,1-7-11 0,2 2 6 16,1-3-14-16,-5 5 9 0,5-6 9 0,0 4-4 16,-4 0 0-16,3 0-11 0,-6 4 18 0,0-1-5 15,-1 2 6-15,-2-2-6 0,-4 6 5 0,-1 1 3 16,-2-2-6-16,-1 3 16 0,0 1-2 16,-2 3-3-16,-1 2-18 0,0 3 13 0,0 0-3 15,0 0-13-15,0 0 11 0,-21 8 10 0,15 0-16 16,-2 1 9-16,-1 4-1 0,5-1 0 15,-3 4 8-15,0 0-10 0,4 1 10 0,2-1 7 16,1 2-20-16,1-1 1 0,6 1-1 0,-4-3 2 16,4 2 1-16,3 1-13 0,4-3 15 0,-4 0 13 15,4-5-25-15,3 0-11 0,-4 1-5 16,5-7-26-16,2 3-20 0,0-4-35 0,-2 1-35 16,-1-4-65-16,3-4-96 0,1 1-452 15,-5-4-26-15,-1-3 97 0,1-1 49 0,-2-4 59 16</inkml:trace>
  <inkml:trace contextRef="#ctx0" brushRef="#br0" timeOffset="-102783.08">6938 15280 867 0,'13'18'277'0,"-2"0"-14"16,2 2-25-16,1 0-28 0,-4 7 3 0,7-2-26 15,-4 5-16-15,5 12-10 0,-1-1-7 0,0 0-13 16,-4 1-16-16,-2-6-12 0,-4-3 12 16,0-2-17-16,-1 1-6 0,-3-2 6 0,-2 9-3 15,-2-4-3-15,-5-1-10 0,-1 0-13 16,-10 9 19-16,7-9-22 0,-4-6 4 0,0-1-9 16,1-2-14-16,-4-3-1 0,3-3-10 0,0-2 11 15,1-2-14-15,-1-2-10 0,4-3-17 0,-3-1-16 16,2-5-52-16,1 2-60 0,3-5-106 15,0-1-194-15,7 0-417 0,-11-8 81 0,9 0 44 16,1-3 77-16,1-2 62 0</inkml:trace>
  <inkml:trace contextRef="#ctx0" brushRef="#br0" timeOffset="-102583.3">7556 15631 1052 0,'14'-5'304'16,"-1"0"-38"-16,-1 0-28 0,0 2-12 0,-1 1-19 15,3-1-20-15,-4 1-49 0,4 0-33 16,-4-1-56-16,3 1-72 0,-2 2-116 0,-11 0-155 16,14 0-379-16,-5 2 48 0,-4 1 42 0</inkml:trace>
  <inkml:trace contextRef="#ctx0" brushRef="#br0" timeOffset="-102349.52">7629 15874 926 0,'0'0'353'0,"0"0"-35"0,0 0-42 16,0 0-7-16,0 0-26 0,0 0-28 0,27-7-20 15,-14 3-19-15,0-1-20 0,5 1-12 16,-1-2-19-16,3 0-15 0,-2 0 3 0,-1 0-18 15,4 0-6-15,-1-2-15 0,-3 5-2 0,0-2-18 16,-3 1 0-16,-1-1-19 0,-3 1-9 0,0 0-31 16,-6 3-64-16,3-2-44 0,-7 3-81 15,0 0-275-15,0 0-322 0,0 0 80 0,-27-6 66 16,10 8 64-16,0-2 64 0</inkml:trace>
  <inkml:trace contextRef="#ctx0" brushRef="#br0" timeOffset="-96049.83">13467 6798 1067 0,'0'0'363'0,"0"0"-38"16,0 0-35-16,0 0-16 0,0 0-29 0,0 0-27 15,0 0-29-15,0 0-7 0,0 0-16 0,0 0-15 16,0 0-28-16,21-7-13 0,-12 7 0 16,3-1-35-16,1-3-19 0,1 4-51 0,-1-1-43 15,0 2-62-15,1-1-38 0,0 0-88 16,0 5-462-16,-1-4-49 0,1 1 69 0,-4 2 53 15,0-2 70-15</inkml:trace>
  <inkml:trace contextRef="#ctx0" brushRef="#br0" timeOffset="-95867.12">13583 6934 798 0,'0'0'284'0,"-3"2"-20"16,3-2-34-16,0 0-20 0,0 0-23 0,0 0-18 15,0 0-21-15,0 0-12 0,24-4-26 0,-14 0-46 16,3 4-33-16,1-3-26 0,3-1-18 0,1 0-51 16,2 2-43-16,0-3-136 0,1-1-39 15,3 2-353-15,0-3 28 0,-4 0 75 0</inkml:trace>
  <inkml:trace contextRef="#ctx0" brushRef="#br0" timeOffset="-95351.39">14062 6566 737 0,'-4'-7'312'0,"4"1"-41"0,0 6-53 0,-3-9-8 15,3 9-31-15,0-2-2 0,0 2-26 16,0 0-13-16,0 0-13 0,0 0-10 0,0 0-15 16,0 21-2-16,3-11-14 0,-3 1-10 15,4-3 16-15,-1 3-29 0,1-1 1 0,-1 2-14 16,4-1 6-16,-1 3-10 0,5-3-3 0,-4 1-3 15,3-1 0-15,1-3-12 0,-1 1 2 0,0-1-15 16,4-1 12-16,-4-5-19 0,3 1 22 16,1 1-21-16,-4-4-4 0,4-2-3 15,-1-2 3-15,-3 2 7 0,2-4-10 0,-2 4-8 16,3-4 26-16,-6-3-10 0,0 1-8 0,-1 0 10 16,1-3-10-16,-2 3 2 0,1-3 1 0,-3 4 12 15,1-2-4-15,-1 2 7 0,0-1-11 0,-3 2-9 16,3 4-24-16,-3 2 11 0,4-8-3 15,-4 8 5-15,0 0 0 0,0 0 8 0,14 16 3 16,-11-5-19-16,1 2 6 0,2 0 7 0,-2 6 8 16,3 0 13-16,-4 5-16 0,4-4-15 15,-3 4 21-15,-1 0 2 0,3-1 10 0,-5-2-9 16,3-1 1-16,-4-1 11 0,0 0 5 0,-4 2 10 16,3-3-17-16,-2-1 17 0,-3 0-2 0,-1-1 2 15,3 0 11-15,-6-4-16 0,0 2 10 16,0-3-23-16,-4 1 21 0,3-2-8 0,-2-1-5 15,-1-2 1-15,-2-2-1 0,2 2-3 16,3-3 3-16,-3-2-15 0,1 0 2 0,-1 2-20 16,4-4-11-16,0 1-25 0,-1-1-23 15,4 0-59-15,7 0-66 0,-16-5-80 0,5 4-182 16,7 0-309-16,-5-5 66 0,5-1 90 0,-2 2 43 16</inkml:trace>
  <inkml:trace contextRef="#ctx0" brushRef="#br0" timeOffset="-93051.4">13854 6476 755 0,'0'0'233'16,"0"0"-24"-16,0 0-22 0,0 0-5 0,0 0-21 16,0 0-20-16,0 0 5 0,0 0-21 0,-1-5-20 15,1 5-7-15,0 0-6 0,0 0-13 0,0 0 0 16,0 0 3-16,10-5-5 0,-10 5-8 15,10-5-2-15,-2 3-1 0,2-3-12 0,3 2 8 16,5 0-11-16,2-3 10 0,4-1-15 0,6 0-20 16,5 2 12-16,0-2-4 0,2 0-4 15,3-1-2-15,-2 1-7 0,1 1 7 0,1 2 8 16,-2-4-13-16,3 3 3 0,-7 0-9 0,-3 0-4 16,-3 1 0-16,-2 0 2 0,-2 1-12 15,-3-1 20-15,-5 1-5 0,2 2 2 0,-5 0-7 16,1-4 18-16,-4 5-8 0,1-2 3 0,-4 2 12 15,-7 0-15-15,10-5-8 0,-4 4 6 16,-6 1 7-16,0 0-2 0,0 0-14 0,0 0 14 16,0 0-13-16,0 0 7 0,-34 1 1 15,18 4-3-15,-2-4-18 0,-3 2 25 0,-5 1-25 16,-1 0 0-16,-1 1 3 0,0 1 2 0,-2-2 5 16,-1 2-12-16,0 0 7 0,0-1-5 0,1 1 2 15,2-2 1-15,-2 2 4 0,2 0-4 0,4 1 2 16,-3-3-2-16,3 2-1 0,0 2-9 15,3-5 4-15,5 3 8 0,-5-4-10 0,3 4 8 16,2 0-9-16,2-3-4 0,0 0 8 16,4 2 7-16,-1-4-8 0,2 0 6 0,2 1-8 15,0 1-3-15,7-3 8 0,-11 2-13 0,11-2 34 16,-3 3-26-16,3-3 10 0,0 0 5 0,0 0-15 16,0 0 5-16,0 0 2 0,34-4 6 15,-16 0 0-15,2 1-6 0,7 0 6 0,1-3-8 16,6-1 5-16,4 1 3 0,-1-3 2 0,4 3-10 15,11-6 0-15,-2 2 5 0,5 0 0 16,-3-2 0-16,-1 2 3 0,0 0-8 0,1 1 8 16,-8-3-6-16,-6 6 6 0,-1-1 5 0,-3-1-18 15,-9 2 0-15,2 4 12 0,-4-4-4 16,-2 3-3-16,-3-1-10 0,-2 1-3 0,-2 2-23 16,-4-3-33-16,0 4-31 0,-3 0-8 0,-7 0-17 15,11 4-62-15,-11-4-110 0,3 8-466 0,-6-4 67 16,-1 3 64-16,-6 0 56 0,-4 3 56 15</inkml:trace>
  <inkml:trace contextRef="#ctx0" brushRef="#br0" timeOffset="-92185.27">11467 8436 624 0,'0'0'200'0,"0"0"17"15,0 0-50-15,0 0 2 0,0 0-16 0,0 0-15 16,0 0 3-16,0 0-18 0,0 0-3 0,0 0-22 15,0 0 9-15,18-10 1 0,-12 9-11 16,4-5-10-16,-2 3 0 0,2-3 0 0,3-1-5 16,4 3-8-16,-3-4-2 0,6-1-11 0,-2 2-2 15,2-2-10-15,1 1-6 0,-1 0 6 16,-3 1-18-16,1 1-26 0,-2 1 8 0,1-1-19 16,0 1-14-16,-6 2-18 0,2-3-21 0,-2 2-39 15,-1 2 1-15,0-3-87 0,-4 5-52 0,2-1-53 16,-8 1-379-16,0 0 43 0,10 0 55 15</inkml:trace>
  <inkml:trace contextRef="#ctx0" brushRef="#br0" timeOffset="-91701.6">11583 8525 803 0,'0'0'328'0,"0"0"-21"0,3 1-25 0,-3-1-29 16,0 0-17-16,15 0-19 0,-15 0-10 0,17-1-30 15,-3-5-13-15,2 5-13 0,-1-6-8 0,4 2-10 16,-1-2 0-16,3-1-20 0,-2 0-18 16,5-1-18-16,-3 0-1 0,-1 1-1 0,-2 1-14 15,-2 0-28-15,2 0-30 0,-5 3-47 16,2-2-43-16,-2 1-48 0,1 2-68 0,-7 1-160 16,3-3-405-16,0 2 51 0,0-2 70 0,-3 2 73 15,-1-1 62-15</inkml:trace>
  <inkml:trace contextRef="#ctx0" brushRef="#br0" timeOffset="-91168.23">12485 8106 939 0,'5'-5'281'16,"-5"5"-27"-16,0 0-26 0,0 0-13 16,3 15-34-16,-3-12-14 0,3 4-14 0,1 2-19 15,-1-1-9-15,4 0-18 0,-1 2-7 0,2 0-18 16,-2 0 8-16,4 0-16 0,1-1-7 0,-1-1-3 16,3 0-16-16,-2-3-7 0,-1 0 5 15,0 1 0-15,1-3-7 0,2-2 9 0,1 0-20 16,-4-1 1-16,0-1-9 0,2-2-7 0,1-2 2 15,-3 2-7-15,4-4-3 0,-7-1 10 16,5-1-4-16,-4 1-6 0,-1-2-3 0,-1 1 11 16,1-4-5-16,-3 3-1 0,3 2 11 0,-1 1-12 15,-2-1-24-15,-1 4 7 0,0-2-9 0,-3 6 5 16,4 0-1-16,-4 0 3 0,0 0 11 16,11 8-6-16,-8 2 6 0,0 4 2 0,1-3 5 15,-1 6-16-15,0 4 11 0,1-2 13 0,-1 3-18 16,1-2 13-16,-1 3 15 0,-2 1-10 15,2-5 2-15,0 4 0 0,-3-4 8 0,0 0-5 16,0 2 5-16,-3-3 8 0,0 0 13 0,-1-1-1 16,-3-2-2-16,3 2 8 0,-6-3-3 15,0-3 0-15,-4-1-3 0,1 2-2 0,-5-6-7 16,2-1 7-16,-2 2-11 0,-3-4-2 0,-1-2 1 16,0-1-6-16,-1 0 2 0,2-1-15 0,1-2-10 15,-5 1-20-15,5-3-13 0,0 0-42 16,-1 0-45-16,3-3-77 0,2 1-105 0,-2-1-525 15,8 0 82-15,-3-2 72 0,5-4 59 0,2 2 79 16</inkml:trace>
  <inkml:trace contextRef="#ctx0" brushRef="#br0" timeOffset="-90851.35">12520 7906 1057 0,'-4'-6'294'15,"4"6"-30"-15,0-4-21 0,0 4-28 0,8-3-21 16,-8 3 9-16,10 0-22 0,0 0-35 0,7 0-15 16,-4-2 2-16,8-3-13 0,0 4-15 15,7-3-5-15,-5-2-8 0,7-1 0 0,4-1-5 16,2-2-28-16,-5 3 13 0,6-4-8 15,0-2-16-15,0 4 6 0,-5-1 18 0,2 0-34 16,-1-2-2-16,-5 5 3 0,-4 1-1 0,0-1-23 16,-3 2-4-16,-7 1-50 0,-1-1-30 0,1 4 31 15,-7 1-16-15,-1 1-74 0,-3 5-233 0,-3-3-466 16,-3 2 121-16,0 3 43 0,-4-3 66 16,-6 2 52-16</inkml:trace>
  <inkml:trace contextRef="#ctx0" brushRef="#br0" timeOffset="-90317.54">11389 9688 857 0,'0'0'315'0,"-3"-5"-28"0,3 5-42 16,0 0-7-16,3-7-35 0,-3 7-19 0,10-4-25 15,-1 0-19-15,2 2-1 0,3-3-17 16,3 2-27-16,0-2-33 0,4 3-45 0,-1 0-58 16,0-3-40-16,1 4-86 0,0 1-50 15,-5 0-142-15,2 0-324 0,-5 0 74 0,1 1 58 16</inkml:trace>
  <inkml:trace contextRef="#ctx0" brushRef="#br0" timeOffset="-90151.46">11577 9803 959 0,'0'0'290'0,"0"0"-24"15,0 0-26-15,0 0-32 0,0 0-21 16,0 0 7-16,0 0-43 0,30-10-36 0,-16 5-30 0,3 0-31 15,4-2-80-15,-1 5-58 0,4-4-96 16,0-2-78-16,0-1-420 0,-1 2 58 16,2 1 54-16</inkml:trace>
  <inkml:trace contextRef="#ctx0" brushRef="#br0" timeOffset="-89685.44">12168 9419 798 0,'0'0'341'0,"0"0"-29"16,0 0-28-16,0 0-26 0,0 0-14 0,0 0-32 16,0 0-20-16,-3 22-15 0,6-14-8 15,-3-1-23-15,3 2-21 0,0 0-7 0,1-1-11 16,3 1-20-16,-3 0 8 0,6-2-16 0,-4 2 16 16,5-3-31-16,-1-2 8 0,0 3-6 15,4-4-4-15,-1 1-14 0,2-3-2 0,-2 1-5 16,4-2 5-16,-3-3-12 0,0-1-4 0,-1 1 1 15,0-4-8-15,-2 0 0 0,-1-1-5 0,0 3 3 16,-2-4 9-16,-1-1-30 0,2 1 23 16,-5 0 0-16,3 2 0 0,-3 2-7 0,-1-2-14 15,3 1-12-15,-5 5 8 0,-1 1-6 16,6-6-10-16,-6 6 15 0,0 0-2 0,11 12 0 16,-8-4 0-16,4 3 2 0,-4 3 14 0,4 1-14 15,-1 3 11-15,2 0-3 0,-1 5 0 0,-1-3 10 16,1 5-2-16,0 0 18 0,-3-1-16 15,2 1-4-15,-5-3 14 0,2-1 3 0,-3-1 11 16,0 0-9-16,-3-2 16 0,2-1 6 16,-5 1-9-16,-2-3 3 0,2 2-2 0,-1-4 12 15,-3-1-28-15,-1-4 6 0,1 2 1 0,0-3 1 16,-1 0 3-16,1-4-24 0,0 1 3 0,-4-3-18 16,1-1-26-16,-1 0-45 0,1-2-57 0,-2-3-62 15,2-3-214-15,-4-1-482 0,3 0 82 16,1-7 62-16,-4 0 74 0,4-2 69 0,-2-6 56 15</inkml:trace>
  <inkml:trace contextRef="#ctx0" brushRef="#br0" timeOffset="-89384.77">12066 9275 1308 0,'-4'-6'360'0,"4"6"-22"16,0-1-28-16,0 1-36 0,10-7-21 16,-3 4-27-16,7-2-22 0,3 2-19 0,7-4-19 15,6 1-23-15,2-3 8 0,8 3-25 16,8-8-8-16,-4 6-8 0,5-6 0 0,-6 3-21 16,-8 2-2-16,3-1-15 0,-4 1-5 0,0-2-1 15,-3 3-7-15,-4 4-3 0,-2-2-25 0,-6 0-16 16,2 2-17-16,-4 3-19 0,-6 0-7 15,2 3-3-15,-2 1-33 0,-5 4-38 0,-2 1-69 16,-1 3-106-16,-3 3-575 0,-3 3 48 0,-4 5 85 16,-4-1 71-16,1 8 49 0,-14 7 85 15</inkml:trace>
  <inkml:trace contextRef="#ctx0" brushRef="#br0" timeOffset="-89084.77">11604 10914 944 0,'0'0'274'0,"0"0"-33"0,0 0-16 0,0 0-26 16,0 0-14-16,0 0-1 0,0 0-23 15,0 0-20-15,24-8 0 0,-17 3-39 0,3 3-4 16,4-4-37-16,-4 3-69 0,3-3-130 0,-2 5-318 16,2-2-265-16,1-1 99 0,-7 2 56 15</inkml:trace>
  <inkml:trace contextRef="#ctx0" brushRef="#br0" timeOffset="-88884.47">11700 11033 1297 0,'0'0'435'15,"0"0"-56"-15,0 0-28 0,-4-7-31 0,4 7-33 16,4-8-31-16,-4 8-44 0,10-7-23 0,0 4-12 15,1-4-44-15,2 6-51 0,4-5-61 16,0 5-103-16,1-3-110 0,2-1-203 0,-3 4-398 16,3 0 53-16,1-5 90 0,-4 4 64 15,1-4 43-15</inkml:trace>
  <inkml:trace contextRef="#ctx0" brushRef="#br0" timeOffset="-88351.35">12521 10701 1000 0,'0'0'415'0,"3"0"-41"16,-3 0-39-16,0 0-38 0,0 0-21 15,6 8-27-15,-6 1-21 0,1-2-21 0,2 1-10 16,0 2-23-16,0-2-26 0,1 6-4 0,3-3-16 15,0 4-5-15,-1-1-24 0,1-1-6 0,0 0-11 16,1-3-8-16,1 0-10 0,4-2-16 0,-2 1-14 16,-1-1 7-16,0-2-11 0,4-5-14 15,-3 2 14-15,3 0-4 0,-1-3 7 0,-3-5-17 16,4 3-9-16,-4-4 6 0,1-2-3 16,-1-2 6-16,0 1-9 0,-4-7 4 0,2 2-6 15,-2 2-8-15,-2-2 1 0,2 1 9 0,-2 1 9 16,-1 2-6-16,1 3-13 0,-3 0 1 15,2 3 2-15,0 0-5 0,-3 4-3 0,0 0 16 16,0 0-16-16,0 0 5 0,13 15 6 0,-9-2 0 16,-1-1 4-16,4 5-4 0,-3 8 2 0,2-2-3 15,-2 4 4-15,-1-1-6 0,0 4 2 16,-3-3 1-16,1 4 2 0,2-4 5 0,1 3 8 16,-4-1 10-16,0-4-5 0,-4 0-2 0,1 0 7 15,2 0-13-15,-5-2 3 0,2-6 18 0,-2 0 0 16,-1-2 5-16,-1-4-11 0,-4 3-7 15,2-6 1-15,-2 1-7 0,-1-2 4 0,-4-3-19 16,0 0-2-16,0-1 0 0,0-2-23 0,-4-2-20 16,1-1-34-16,0-3-82 0,-1 3-89 15,-3-6-425-15,3 0-220 0,-2-3 91 0,-2-9 81 16,4 1 63-16,-9-13 69 0,3-5 54 0</inkml:trace>
  <inkml:trace contextRef="#ctx0" brushRef="#br0" timeOffset="-88018.08">12397 10508 880 0,'0'0'343'0,"0"0"-20"16,-10-9-37-16,10 9-32 0,6-5-9 15,2 4-24-15,-1 1-27 0,6-3-20 0,4-1-20 16,0 1-3-16,7-4-16 0,3 3-14 0,1-3-4 16,2-2-9-16,5-3-8 0,-4 2-11 15,3 1-4-15,-1-3-8 0,2 0-13 0,0 1 2 16,-1-3-10-16,0 6 1 0,-3-2-1 0,-1 3-15 16,-2-1 0-16,-1 1-5 0,-4-1-5 15,-2 5 4-15,-3-3-4 0,-1 3-5 0,-3-2-6 16,-1 2-2-16,-3 1 8 0,1-3-6 0,-2 5-10 15,-2-2-30-15,0 0-65 0,0-1-40 16,0 3-62-16,-4 5-120 0,1-3-568 0,-4-2 91 0,0 6 65 16,0-6 79-16,0 0 67 0</inkml:trace>
  <inkml:trace contextRef="#ctx0" brushRef="#br0" timeOffset="-85618.13">9269 15361 360 0,'0'-10'149'0,"0"-1"-1"16,-3-3 21-16,3 4-23 0,0-1-23 0,0-3 33 15,0 4 3-15,-3-1-6 0,3-1 27 16,0 3-14-16,0 1-12 0,-1 0-8 0,1 1 2 16,0-3-12-16,0 7-34 0,0 3-5 0,0-9-7 15,0 9 2-15,0 0-23 0,0 0 23 16,0 0-5-16,7 12 0 0,-4 2-7 0,4 1 7 16,0 5-10-16,3 1-8 0,-3 1 10 0,3 7-7 15,1-1-16-15,-1-2 3 0,4 6-26 16,-4-4 16-16,0 4-6 0,1-3-4 0,2 0-9 15,-3 0-4-15,1-1 2 0,-1 0-2 0,-3-5-3 16,3 1-16-16,-3-6-30 0,-4 6-38 16,1-6-70-16,-1 0-122 0,0-3-236 0,-3 0-292 15,-3-5 67-15,-3 3 82 0,2-9 54 16</inkml:trace>
  <inkml:trace contextRef="#ctx0" brushRef="#br0" timeOffset="-85268.5">9108 15999 778 0,'-2'7'253'16,"2"-7"-12"-16,0 0-26 0,6 7-16 0,-3-4-22 15,-3-3-18-15,14 1 7 0,-3 2-25 0,5-3-18 16,1 0 0-16,4-3-6 0,-1 3-4 16,11-5-16-16,3 1-20 0,5-3 13 0,14-3-9 15,2 0 12-15,0-1-22 0,0-1 1 0,3-1 7 16,-1-2-22-16,-1 0-11 0,-2 1-10 16,-2-1 15-16,-11 3-15 0,-4 3 2 0,-6 0-5 15,-4 2 1-15,-3 0-14 0,-7 5 8 0,1-5-5 16,-2 5-18-16,-2 0-7 0,-1-1-14 15,-2 3-25-15,-4 3-33 0,-3-1-54 0,-1 3-130 16,0 1-405-16,-3 1-74 0,-6 2 66 16,2 3 74-16,-6-1 63 0</inkml:trace>
  <inkml:trace contextRef="#ctx0" brushRef="#br0" timeOffset="-84068.96">9232 16436 721 0,'0'0'228'0,"0"-5"-5"16,0 5-21-16,0 0-20 0,-3-7-11 0,3 7 6 16,0 0 0-16,-1-4-32 0,1 4-1 15,0 0 4-15,0 0-20 0,0-5-5 0,0 5-10 16,0 0-13-16,0 0-8 0,0 0-13 0,0 0-12 16,0 0-1-16,0 0-12 0,0 0 5 15,0 0-5-15,0 0-14 0,0 0 12 0,0 0 9 16,0 18-7-16,0-10-8 0,4 2 0 15,-1 0-2-15,0 2 7 0,1 2-5 0,-1 1-5 16,3 0-3-16,-1 4-5 0,1-1 16 0,-2 1-3 16,-1 3 10-16,1-1-20 0,2 1 15 15,-2 1-20-15,3-1 13 0,-4 0-26 0,4 2 5 16,-4-2 5-16,1-3-13 0,-1-1-2 0,0-1 2 16,1-1 16-16,0-1-21 0,-4-3-5 15,3 0 1-15,-3-1 4 0,3-1 5 0,-3-3 3 16,1 1-8-16,-1 0 13 0,2-4-10 0,-2 1 2 15,0-5 11-15,0 0-18 0,0 0 2 16,0 0-10-16,0 0 0 0,-9-12 5 0,6 2-7 16,-2-2-19-16,2-6 3 0,-1-1-5 0,-5-2 8 15,2-4-1-15,-1-4 1 0,2-2-3 16,-1 1 0-16,0 0 11 0,1 0-9 0,-2 5 19 16,5 0-6-16,-3 2-7 0,5 4-8 15,-5 0 15-15,6 1 6 0,-4 3-11 0,4 3 1 16,-3-1 2-16,3 2-3 0,3 1-5 0,-3 3 10 15,1 3-4-15,5-1-3 0,-6 5 7 0,10-2 6 16,-10 2-1-16,21 8 8 0,-8 0-7 16,-2 0 2-16,6 4-13 0,3 1 8 0,-3 2 0 15,4 0 3-15,0 1-3 0,-1 2 5 0,3-2 5 16,-5 0 1-16,2-1-11 0,-2-2 5 16,2-1 2-16,-3 0-2 0,-3-2 3 0,-1-3-5 15,0 1 4-15,-2-3 4 0,0-3 4 0,0 2-2 16,1-4 0-16,-1-4-3 0,0 0-8 15,-1-3 1-15,2-4 10 0,-1-3-13 0,-1-6 2 16,0-3 16-16,-2-5 0 0,2-3-8 16,-4-2-7-16,1-1-3 0,-4 1-3 0,5-1 11 15,-5 0-13-15,1 3 5 0,-1 5 2 0,0 2 11 16,0 4 0-16,-2 2-18 0,2 2 10 0,1 1-2 16,-1 2 2-16,-3 2-16 0,4 3 1 15,-1 2 5-15,1 0-3 0,2 6 8 0,-6 0-5 16,14 7 0-16,-4 2 26 0,0 6-9 15,1 2-9-15,2 3 7 0,0 6-15 0,2 4 18 16,5 9-3-16,-3 2-15 0,0 0 18 0,0-1-8 16,-3-5-2-16,-4-5-1 0,3 2 8 15,-2 0 6-15,-1 0-3 0,0 0-6 0,1 2-2 16,-1-3 0-16,-3 0-12 0,4 1-57 0,-5 0-28 16,1-2-34-16,-4-7-125 0,-3-1-207 15,3-4-363-15,-2 0 65 0,-2-5 83 0,-2-2 61 16,-7 0 70-16</inkml:trace>
  <inkml:trace contextRef="#ctx0" brushRef="#br0" timeOffset="-81385.7">10835 15091 1077 0,'0'0'312'16,"0"0"-22"-16,0 0-29 0,0-8-28 16,0 8-29-16,0 0-12 0,0 0-25 0,0 0-19 15,6-4-12-15,-6 4-16 0,7-3-12 0,0 1-6 16,0 0 1-16,0 1-22 0,6-4-9 0,-2 2 2 15,3-2-12-15,3-2 7 0,3 3-10 16,4-5-5-16,-3 0-14 0,9-4 1 0,-2 3-12 16,3 0-1-16,3-3 2 0,0 2 6 15,0-2-10-15,-3 3-8 0,0-1 10 0,-4 3-18 16,-3 0-2-16,-1 1-11 0,-5 0-2 0,0 0-2 16,-2 3-1-16,-6-2 0 0,4 5-35 15,-7-5 7-15,-1 5-8 0,-2-1-15 0,-4 2-2 16,0 0-3-16,0 0 10 0,0 0 16 0,0 0-13 15,-31 2 12-15,17-1 3 0,-3 6 11 16,0-2-6-16,-3 0 11 0,-4 2-1 0,4 1-4 16,-4 2 12-16,3 1 15 0,-2-1 3 0,2 1 13 15,-3 1-7-15,3-1-6 0,1-1 25 0,2 4-12 16,-1-3 3-16,1-1 7 0,5 1 3 16,-2-2-6-16,5 1-2 0,-3-1-15 0,6-2 18 15,0 1-21-15,0-1 5 0,4-3-15 0,-1 4 28 16,1-1-13-16,2-1 11 0,1-2-6 15,0-4 5-15,4 13 1 0,3-9-6 0,-3 0 13 16,6 0-2-16,-3 2-13 0,3-2-13 16,3 1 15-16,-3-3-10 0,5 6 11 0,-2-3-11 15,1 0 2-15,0 2-1 0,0-2 1 0,2 3 1 16,-2 1 7-16,-1-1 1 0,2 2-4 0,-2 1 11 16,4 3-7-16,-3 1-8 0,-4 2 4 15,4 1 9-15,-1 0-3 0,-2 4-16 0,-1 5 14 16,-4-4-11-16,1 2 8 0,1 2-8 15,-2 3 0-15,-2-1-3 0,-1 5 3 0,0-2 11 16,-2 2-14-16,2 0 6 0,-6-1-8 16,2 2-3-16,1 0 16 0,-3-6-10 0,0 2-1 15,-1-4-2-15,1 1 3 0,0 0 12 0,-2-3 3 16,2 2-18-16,0 0 3 0,0-2 7 16,0-2-2-16,2 2-1 0,1 0 11 0,-3-5-15 15,3 2 7-15,0-3 3 0,0-1 0 0,0-4-18 16,3 0 23-16,-3-1-8 0,4 1 15 15,-1-2-12-15,0-2 0 0,1 1-10 0,6-3 2 16,-3 1 5-16,6-3-2 0,-2-1-6 0,6-1 13 16,3-3 1-16,1 3-11 0,-1-4-10 0,4 0 13 15,0-2-1-15,4 0 3 0,3 0 1 0,-1-1-1 16,1-2-8-16,-3 0 9 0,-1 1-16 16,0 0 12-16,0 0 3 0,-3-1-10 0,-3 2-2 15,-1-1 7-15,-2 3-8 0,-1-2 19 16,-4 2-19-16,0-1 14 0,-1 0-17 0,-2 0 1 15,-1 1-8-15,2 0-4 0,-11 1-45 0,13 0-15 16,-13 0-22-16,7 0-45 0,-7 0-107 0,5 2-568 16,-5-2 41-16,0 0 51 0,0 0 90 15,0 0 63-15</inkml:trace>
  <inkml:trace contextRef="#ctx0" brushRef="#br0" timeOffset="-80412.43">12107 14954 729 0,'0'0'220'0,"0"-9"-38"0,0 9-3 0,-1-7-25 15,1 7-8-15,0 0 5 0,0-5-6 0,0 5 4 16,0 0-19-16,0 0 14 0,0 25-21 16,0-10 0-16,0 3-13 0,4 0 12 0,-1 6-4 15,4 9-10-15,-3-2-6 0,2 2-5 16,4 11 3-16,2 2-13 0,1-1-10 0,4-2-3 16,-4 3-15-16,1-2-5 0,3-4-3 15,1 2 5-15,1-2-27 0,-1-2-12 0,-2-6-32 16,2-6-39-16,-1-1-33 0,3-3-41 0,-2-2-79 15,-2-2-67-15,2-4-473 0,-1-3 50 0,-3-4 52 16,-1-3 62-16</inkml:trace>
  <inkml:trace contextRef="#ctx0" brushRef="#br0" timeOffset="-79852.87">12482 15145 783 0,'0'0'281'0,"-6"13"-22"0,6-13-36 15,3 15-16-15,0-5-18 0,1 3-22 0,3-1-3 16,-3 3-29-16,2-1-12 0,1 0-13 0,3 1-8 16,-3-1-14-16,3-3 1 0,-3 2-17 15,4-2-16-15,-2-2-12 0,1 0-6 0,1-2-15 16,-1-2 5-16,0-2 13 0,-2-3-8 15,2 0-25-15,0-3 15 0,1-1-8 0,-2-4-7 16,-2 1 10-16,0-3-8 0,0 0-5 0,0-5-7 16,-4 5 4-16,-3-5 1 0,3-2 5 15,-3 1-6-15,-3-1 11 0,3 5 13 0,0-2-1 16,-3 0-4-16,3 3-6 0,0 1 16 0,0 1-36 16,-3 3 7-16,3-1 3 0,0 7 6 15,6-2-4-15,-6 2-4 0,0 0 5 0,10 15-3 16,-3-3 10-16,4 1 0 0,-1 3 1 0,0 3-6 15,4 5 8-15,-4-3-13 0,4 4 8 16,2 3 2-16,-1-1 0 0,-2 0-2 0,-3 1 23 16,7-1-15-16,-7 1 14 0,1-4-4 0,-4-1-5 15,-1 0 4-15,-2-1 11 0,2-4-2 16,-5-3 4-16,3 2 14 0,-4-1-1 0,0-3 13 16,0-1 28-16,-5-3-56 0,-1 3 26 0,2-6 5 15,-5 1-16-15,-2 0-18 0,1-2 11 16,0-2-3-16,-4 0-10 0,1 0-6 0,2-1 6 15,-3-2 5-15,1 2-7 0,-1-2-14 0,4 0-2 16,-4 0-13-16,4 0-18 0,0 0-25 16,10 0-21-16,-18-2-36 0,12 2-48 0,-1-1-57 15,7 1-107-15,-11-4-141 0,11 2-356 0,0 2 70 16,0 0 66-16,0-11 51 0,4 6 72 0</inkml:trace>
  <inkml:trace contextRef="#ctx0" brushRef="#br0" timeOffset="-79469.49">12989 15348 880 0,'9'10'287'16,"-9"-5"-26"-16,4 5-15 0,-1 0-6 0,1 2-30 15,3 1-13-15,0 5 0 0,0 2-23 0,2 0 5 16,2 4-33-16,-1 1 8 0,0 1-13 16,4-1-18-16,-1 4-3 0,-2-3 5 0,0-1-30 15,1 2 0-15,3-2-16 0,-5-7 0 0,-3 6 11 16,6-6-16-16,-6 4-7 0,3-6-11 0,-2-1 3 16,-2-2-15-16,1 0 4 0,-4-2-15 15,4-3 3-15,-3 1-5 0,0-1 0 0,-1-1 2 16,0-2 0-16,0 0-5 0,-2-3 3 0,2 4-16 15,-3-6 6-15,3 3-8 0,-3-3-18 16,0 0-11-16,0 0 3 0,0 0-20 0,0 0-8 16,0 0-20-16,0 0-6 0,0 0-30 15,0 0-34-15,-6-16-32 0,6 16-17 0,-4-9-127 16,-2 6-143-16,2-3-310 0,0 4 43 0,-3-5 79 16,1 4 50-16</inkml:trace>
  <inkml:trace contextRef="#ctx0" brushRef="#br0" timeOffset="-78835.75">12989 15131 688 0,'0'0'264'0,"0"0"-31"0,0 0-13 0,0 0-15 15,0 0-29-15,0 0-9 0,0 0-14 16,0 0-7-16,0 0-26 0,0 0 3 0,0 0-2 16,3 15 6-16,-3-15-16 0,0 0-9 15,-3 8 5-15,3-8 4 0,0 0 4 0,0 4-13 16,0-4-2-16,0 0-8 0,0 0 8 0,-3 7-16 16,3-7-4-16,0 0 4 0,0 0-12 0,0 0-8 15,0 0 13-15,0 0-16 0,0 0-10 16,-8-14-10-16,8 14 8 0,-3-10-3 0,3 10-8 15,0-7-15-15,0 7-5 0,3-5 3 0,-3 5-3 16,0-7 2-16,0 7 1 0,7-6-9 16,-7 6-1-16,1-3-29 0,-1 3-8 0,0 0-22 15,6-4-24-15,-6 4-20 0,0 0-29 16,0 0-19-16,0 0-73 0,6 12-112 0,-6-9-479 16,0-3 70-16,0 9 58 0,0-5 62 0,0-4 58 15</inkml:trace>
  <inkml:trace contextRef="#ctx0" brushRef="#br0" timeOffset="-78469.44">13484 15176 760 0,'0'0'312'0,"0"0"-30"0,0 0-29 16,10 0-18-16,-10 0-25 0,10 0-10 15,-10 0-26-15,15-2-15 0,-3 1-21 0,0-1-7 16,1-3-1-16,4 2-22 0,0-2-9 0,0 1-14 15,0-2 7-15,0-1-15 0,0 3-11 16,0 0-2-16,-2-3 0 0,1 2 0 0,-6 0-25 16,4 2-19-16,-7-1-10 0,3 3-61 0,-3-2-31 15,0-1-76-15,0 4-119 0,-4-2-194 16,-3 2-263-16,10-2 55 0,-10 2 75 0,7-6 56 16</inkml:trace>
  <inkml:trace contextRef="#ctx0" brushRef="#br0" timeOffset="-77935.82">13956 14808 1103 0,'3'8'299'0,"0"-2"-27"16,5 2-27-16,-5 2-22 0,4-1-18 0,3 1-21 15,1 4-15-15,-2 0-26 0,1-2 1 16,1 1-21-16,3 1-16 0,-1-3-10 0,-2 0 1 16,2-1-24-16,1-2-13 0,-4-1 13 0,0 0-33 15,1-4 0-15,-1 2-5 0,0-2-10 0,1 1 5 16,-1-8-6-16,0 4-12 0,1-1 7 16,-2-5-17-16,-2 2 7 0,4-3-5 0,-4-1-2 15,-1-2-3-15,-2-4-3 0,2 3-2 0,-2-3 10 16,3 2-25-16,-4-1 7 0,-2 3 8 15,2 0 2-15,0-2-25 0,1 4 21 0,-1 3-6 16,0 0-5-16,0 2-10 0,-3 3 5 0,11-1 12 16,-11 1-9-16,10 9 2 0,-3 0 5 0,1 2 11 15,1 4 2-15,4 3 2 0,-2 3 6 16,3 5 0-16,0 0 4 0,-1 0 11 0,0 2-10 16,1 0 15-16,-4 1-5 0,1-4 8 15,0 4-5-15,-2-3-1 0,-2-1-7 0,0-1 15 16,-3-2 1-16,-1 2 4 0,-3-3 6 0,0-2 7 15,-3-1 10-15,-1-1 3 0,1-1-15 16,-5-2 7-16,-1-1 6 0,-4-1-14 0,1-2-4 16,-1-2 2-16,-4-2-5 0,0-2 5 0,-4 1-13 15,1-3-7-15,0-1 2 0,2-1-10 0,-3 0 10 16,1-1-13-16,0 1-2 0,-1-3-13 16,4-1-8-16,-3 0-22 0,3 0-24 0,2-3-41 15,-1-3-81-15,-1 2-44 0,6-1-210 0,-3 0-410 16,1-5 90-16,3 1 59 0,-1-2 74 15,1-3 87-15</inkml:trace>
  <inkml:trace contextRef="#ctx0" brushRef="#br0" timeOffset="-77502.58">13789 14716 739 0,'0'0'279'0,"-8"-4"-38"0,8 4-13 0,0 0-31 15,0 0-3-15,0 0-22 0,0 0-16 16,0 0-8-16,0 0 1 0,21-4-8 0,-14 4-16 15,3 0-5-15,0-3-7 0,3 2 0 0,2-2-3 16,-2 0-18-16,8-4 3 0,-3 5-1 16,5-4-17-16,1-3-5 0,3 1-3 0,0 0-10 15,1-1 5-15,-1 1-3 0,1 0 6 16,-5 1-6-16,1-3 1 0,-3 6 4 0,-1-3-12 16,-3 1 5-16,-3-2-11 0,3 6 1 15,-4-4-13-15,-2 4 0 0,-1-3-8 0,-3 3-10 0,1 0 10 16,-2 0-10-16,-6 2 2 0,10-4-32 15,-10 4-17-15,7 0-27 0,-7 0-23 0,0 0-54 16,0 0-88-16,7 6-111 0,-7-2-498 0,0 0 96 16,0-4 61-16,0 0 63 0,-4 7 73 15</inkml:trace>
  <inkml:trace contextRef="#ctx0" brushRef="#br0" timeOffset="-77119.5">14619 14365 967 0,'0'0'284'15,"13"6"-25"-15,-6-1-29 0,4 6 0 0,3 3-35 16,0 1-3-16,5 9-21 0,-1 1-2 16,6 11-7-16,-1 3-6 0,1 2 0 0,1 2-31 15,-1-1-2-15,-4 8-2 0,0 0-6 0,1 0-15 16,-4 4-8-16,0-3 8 0,-4 1-24 16,-2 1 14-16,-1 0-26 0,-3-1 8 0,-4 0-11 15,0-9-17-15,-6-3 22 0,0 15-12 16,-3-6-13-16,-1-3-8 0,-4 0 3 0,1-10-13 15,-7 6 8-15,3-9-8 0,-4 5 7 0,-1-8-9 16,1-5-11-16,-2 0-25 0,0-3-65 0,-1-2-63 16,1 1-100-16,2-9-297 0,-3 3-295 0,2-5 73 15,-5-2 81-15,6-6 61 0,-2 1 72 16</inkml:trace>
  <inkml:trace contextRef="#ctx0" brushRef="#br0" timeOffset="-76236.55">14893 14266 639 0,'3'-4'274'16,"0"0"-28"-16,-2-3-10 0,2-1-29 0,0 5-18 16,0-4-7-16,1 0-16 0,2 3-12 15,-1-2-11-15,-2-1-15 0,4 4-15 0,-1-2-3 16,-2 2-26-16,2-2 14 0,2 3-4 0,-2 2-17 15,-6 0 5-15,14 0 0 0,-4 0-21 16,-3 5 3-16,0 0-2 0,0 0 2 0,3 3-10 16,-6 0 10-16,2 3-26 0,-2-3 3 0,2 4 3 15,-3 1 4-15,-3-1-7 0,1 1-5 16,-1 1 0-16,0-3 7 0,-1 4 1 0,1-1-3 16,-3-3 0-16,0-1 0 0,3 4-8 0,-3-3 13 15,2-1-26-15,-2-2 4 0,3 3 4 16,0-5-16-16,-3 1 14 0,3-1 2 0,0-4 3 15,0 5-3-15,0-7-7 0,3 8-3 0,0-6 2 16,-3-2-5-16,10 4-4 0,-2-4 12 0,-8 0-11 16,16-3 11-16,-5 2 6 0,0 1-14 15,2-5-2-15,4 0-11 0,-3-2 1 0,3 6 10 16,0-6-1-16,3 0-1 0,-2 2 9 16,-1-1-15-16,6-1 3 0,-5 0 18 0,2-3-8 15,4 3 2-15,-3-1-12 0,2 2-1 0,-5 0-7 16,2 0 13-16,-3-1-10 0,1 3 4 0,-2-2-14 15,-2 4 20-15,-4-3-8 0,0 4-10 16,1-1 5-16,-7 1 0 0,-4 1-16 0,0 0 6 16,9 3-26-16,-9-3-7 0,-6 8-85 15,2 2-59-15,-6-2-108 0,-4 5-567 0,-6-1 58 16,3 5 72-16,-10-2 74 0,-1 2 87 0</inkml:trace>
  <inkml:trace contextRef="#ctx0" brushRef="#br0" timeOffset="-75353.54">10832 16831 650 0,'-3'-4'238'0,"3"4"-13"0,0 0-25 16,-5-4-19-16,5 4-9 0,0 0-13 0,0 0-1 15,0 0-12-15,-7 8-8 0,7-2-12 16,-3 2 7-16,6 1-8 0,-3 2 11 0,0 1-23 16,0 2-11-16,1 1-2 0,2 2-8 0,0 2-2 15,1-1-3-15,0 1-13 0,-1 0-10 16,3 0 0-16,-2 1-5 0,-1-1 10 0,1-2-28 15,3 0-5-15,0-2 12 0,-4-3-17 0,4 2 5 16,-4-3-5-16,3-2 4 0,-1 0-4 16,1-3-3-16,1 1-18 0,0-6-15 0,-1 2-46 15,2-3-54-15,-8 0-56 0,17-4-182 0,-7 2-451 16,0-4 78-16,0-3 68 0,-3 1 54 16,0-5 54-16</inkml:trace>
  <inkml:trace contextRef="#ctx0" brushRef="#br0" timeOffset="-75169.6">11074 16590 824 0,'0'0'297'0,"0"0"-36"0,0 0-46 0,7-3-39 16,-7 3-66-16,0 0-81 0,0 0-150 15,13 8-483-15,-6-5 23 0,0-2 51 0</inkml:trace>
  <inkml:trace contextRef="#ctx0" brushRef="#br0" timeOffset="-74886.76">11221 16890 1113 0,'0'0'343'0,"0"6"-33"0,0-6-31 0,0 0-36 16,0 0-20-16,0 0-8 0,0 0-34 0,0 0-14 15,20-9-14-15,-16 5-27 0,2 1 7 16,-2-1-33-16,3-1-6 0,0 0-22 0,0 1-8 15,2-2-33-15,-1 4-44 0,-1-3-49 0,0 4-71 16,2-1-64-16,-1-2-125 0,-2 4-431 0,1-1 39 16,-7 1 77-16,10 0 48 0</inkml:trace>
  <inkml:trace contextRef="#ctx0" brushRef="#br0" timeOffset="-74620.3">11201 17138 1059 0,'0'0'289'16,"-8"4"-17"-16,8-4-24 0,-6 3-18 0,6-3-35 16,0 0-6-16,0 0-27 0,0 0-11 0,0 0-18 15,0 0-3-15,0 0-9 0,0 0-4 16,0 0-19-16,20-10-19 0,-10 5 8 0,1-2-20 15,2 0-1-15,1-3-10 0,3 0 1 16,4-1-3-16,-1-1-29 0,1 1-27 0,0 1-85 16,2 0-75-16,1-1-132 0,-3 4-489 0,-4 0 51 15,0 2 61-15,0-1 87 0,-7-1 54 16</inkml:trace>
  <inkml:trace contextRef="#ctx0" brushRef="#br0" timeOffset="-74369.47">11598 16706 1041 0,'0'0'351'0,"-1"14"-23"15,2-8-39-15,2 3-15 0,0 2-16 0,0 3-25 16,1 2-31-16,3 3-15 0,3 2-2 0,-3-1-27 15,0 0-22-15,2 4-6 0,2 0-7 16,-4-2-25-16,0 3-14 0,2-2-28 0,-1 2-25 16,-4 0-62-16,5-1-84 0,-2 1-169 0,0-3-553 15,-3-2 74-15,2-5 75 0,-6-3 89 16,0-5 33-16</inkml:trace>
  <inkml:trace contextRef="#ctx0" brushRef="#br0" timeOffset="-73019.56">10663 14787 1016 0,'0'0'335'15,"0"0"-38"-15,-9 12-28 0,9-5-8 0,0 2-33 0,3 2-21 16,-3 3-23-16,3 1-23 0,0 2-4 15,-3 1-29-15,4 0-8 0,-1 0 3 0,1-3-13 16,-3 3-15-16,2 3-11 0,0-5-5 0,0 0-12 16,-3-4-13-16,1 1-6 0,2-2 1 15,0-1 0-15,-3-2 4 0,3 2-4 0,-3-3 23 16,0 0-16-16,1-2 0 0,-1-5 3 16,0 0-13-16,0 0-2 0,0 0-1 0,0 0-4 15,0 0 4-15,-1-19-22 0,-2 8 7 0,0-3-5 16,3-4-5-16,-4 1 7 0,1-2-14 0,0 1 14 15,-1-6-2-15,0 0 8 0,1 1-13 16,0 2 0-16,2 4 2 0,1-2-15 0,-3 5 0 16,3 1 3-16,0 1-13 0,0 1 5 15,0 5-8-15,3 1 3 0,1-1-5 0,3 5 18 16,-7 1 4-16,0 0-9 0,20 8 10 0,-9 2-16 16,2-3 11-16,-3 6-5 0,5-1 7 0,-2 1-8 15,1-1 1-15,0 3 10 0,3 0-21 16,-7-4 11-16,3-1 2 0,-2 2-8 0,2-2 11 15,-6 0-3-15,4-3 10 0,-5 0-2 16,1-3-5-16,-1 2 5 0,2-5-6 0,-5 3 3 16,-3-4 3-16,11-4-8 0,-11 4 11 0,9-8-6 15,-4 1-2-15,-2-3-6 0,0 0 16 16,-3-5-15-16,3 0 2 0,-2-3 5 0,2-2-7 16,-3-2 4-16,0 2-19 0,0-5 29 0,0-1-17 15,0-3 3-15,0 10-11 0,0-4 11 0,0 4-3 16,3-3 8-16,-3 5-8 0,0 5 7 15,0-2-12-15,0 3 3 0,0 3-11 0,0 1 3 16,3 1 7-16,-3 6 21 0,0 0-8 16,0 0 8-16,15 18-18 0,-12-4 8 0,3 4 5 15,1 0-6-15,0 7 9 0,0 0 1 0,3 5 1 16,-3-2 0-16,4 4 3 0,-1 1-3 0,-4-1 5 16,4-1-10-16,1-2 15 0,-4 3-5 15,3-4 0-15,-3-3-16 0,0-2 16 0,3-1-2 16,-6-2-8-16,2-3-13 0,1-4 5 0,-3-1 28 15,-1 1 8-15,1-1-18 0,-1-4 18 16,3 0-8-16,-5-1-79 0,2-4 26 0,1 4-6 16,-1-2 1-16,-3-2 17 0,0-3-13 0,3 6 6 15,-3-6-5-15,4 3 7 0,-4-3-5 0,0 0 5 16,0 0 0-16,0 0 8 0,0 0-2 16,0 0-4-16,0 0 6 0,0 0-18 0,0 0 0 15,0 0-15-15,0 0-11 0,0 0 0 16,0 0-43-16,0 0-5 0,0 0-26 0,0 0-43 15,0 0-47-15,0 0-84 0,-10 1-125 0,6 3-420 16,1-1 94-16,3-3 52 0,-7 7 67 16,0-6 71-16</inkml:trace>
  <inkml:trace contextRef="#ctx0" brushRef="#br0" timeOffset="-71120.24">18527 14551 903 0,'0'19'330'0,"3"-9"-40"0,0 1-29 16,-2 4-28-16,5 1-16 0,1 3-22 0,-1 2-24 16,2 0-12-16,-1 2-11 0,2 0-22 15,-2-1-6-15,0 0-20 0,-3 1-8 0,2-3-15 16,-2 1 5-16,-1-2-11 0,1-3-9 0,-1 0-6 16,1-3-15-16,-1 1 8 0,-2-3-8 15,2-3-11-15,0 3 4 0,-3-5-19 0,0 1-23 16,0-7-2-16,0 5-15 0,0-5-9 0,0 0-7 15,0 0 28-15,0 0-7 0,-14-22 2 0,10 14 21 16,-2-5-1-16,-1-1-2 0,1-2 5 16,-5-4 16-16,4-2-11 0,0 0 18 0,-2 1-5 15,-2-1 3-15,4-2 15 0,1 6-8 16,2 0 13-16,1 3-18 0,-1-2 6 0,0 7-19 16,4 0 8-16,0 1 0 0,0 3 0 0,3 4 0 15,-3 2 3-15,11 0-11 0,-11 0 13 16,14 10-7-16,0-3-6 0,-4 3 8 0,3 0-10 15,4 4-3-15,-3-3-7 0,3 6 12 0,-3-2-12 16,3 1 9-16,0-4-1 0,-3 3 7 0,-4-2-6 16,4-2 1-16,-4-2-8 0,4 0 8 15,-4-1-8-15,-3 2 18 0,2-5 0 0,-4-2 0 16,2 0-5-16,2-2 10 0,-9-1-12 0,11-5-6 16,-4-2 0-16,0 1-10 0,-1-6 16 15,1 1-16-15,0-3 20 0,-6-5-7 0,5 1-8 16,-3-5 18-16,-3-2-20 0,1 0-6 0,2 0 6 15,-3-2 2-15,-3 1-5 0,3 1 15 16,0 3 0-16,-1 2 8 0,1 0-5 0,0 7 3 16,0 1-11-16,0-1-13 0,0 2-9 0,0 7 27 15,1 0-5-15,-1 4 1 0,0 0 1 16,0 0 1-16,13 15 2 0,-6 0 1 0,-3 1 9 16,2 3-9-16,4 2 2 0,-3 0-16 0,3 4 29 15,-3-2-16-15,0 2-2 0,0 2 0 16,3-1-3-16,-3-1 0 0,0-1 16 0,-1 1-29 15,2 0-4-15,-2-2-24 0,-2 0-15 0,2-3-54 16,-2-3-36-16,-1-2-58 0,5 0-85 16,-5-3-108-16,0-4-421 0,1-3 58 0,-1-3 56 15,-3-2 74-15,0 0 50 0</inkml:trace>
  <inkml:trace contextRef="#ctx0" brushRef="#br0" timeOffset="-70719.93">19238 14449 714 0,'-14'2'281'0,"14"-2"-30"0,-10 8-33 0,3-1-21 16,-1 3-21-16,5 1-7 0,-4-1-25 15,1 2-11-15,2 2-13 0,-2-3-10 0,2 6-7 16,4-3-16-16,-1-3-11 0,-2 3-4 0,7-3-11 15,-4 3 11-15,4-3-16 0,-1 2 6 0,1-3-31 16,2-1 2-16,1 4 0 0,4-1-15 16,-2-4 10-16,-2 5-10 0,7-2 3 0,-4-2-1 15,3 0-20-15,-1 3 5 0,1-2 5 0,1 0 6 16,-4-1-16-16,3 1 13 0,-2 2-3 16,-1 0 15-16,0-4 4 0,1 2-9 15,-5-2 16-15,-2 3 7 0,2-2 1 0,-2-1 12 16,-1 1 3-16,-3-1 5 0,0 0 0 0,-3 1 3 15,-1-1-14-15,1 0-1 0,-7 1-1 0,3-1-3 16,-3-4 1-16,-4 4-21 0,3-1 3 0,-5-1-16 16,2-2-17-16,4 0-16 0,-3 0-23 15,-2-4-46-15,5 0-57 0,-4 0-73 0,4-4-162 16,0 0-420-16,3-3 96 0,0 1 55 0,1-5 41 16,2 1 72-16</inkml:trace>
  <inkml:trace contextRef="#ctx0" brushRef="#br0" timeOffset="-70320.35">19573 14598 726 0,'7'18'279'0,"-1"0"-23"0,1 3-18 0,3-4-20 15,-6 0-26-15,6 2-13 0,-3 2-28 16,-1-2 5-16,2 3-25 0,-2-2-3 0,1-2-28 15,-4-3-3-15,1 2-13 0,3-3 1 0,-4-2-11 16,1-2-12-16,-4 1 9 0,3-3-9 16,-3-2 9-16,0-1-7 0,0-5-20 0,0 0 2 15,0 0 0-15,0 0-5 0,-17-15 0 0,10 7 13 16,0-9-13-16,-3 2 12 0,-1-6-24 0,-2-4 12 16,2-1-18-16,-2-2 15 0,3 0 5 15,-1 0 19-15,1-1-6 0,4 4-10 0,2 4 3 16,1-3 0-16,3 2-6 0,-4 1-15 15,8 1 13-15,-1 1-18 0,1-4 0 0,2 4 0 16,4-2 5-16,1 3-5 0,-1 1-10 16,0 6 8-16,4-3-6 0,-4 4-2 0,4 0-11 15,-1 1-4-15,-2 3-19 0,3 1-4 0,-4 2-44 16,0 3-26-16,1 1-43 0,2 1-29 0,-6 5-53 16,3-1-141-16,0 3-442 0,-6 1 73 15,2-2 67-15,-2 4 64 0,-3 0 46 0</inkml:trace>
  <inkml:trace contextRef="#ctx0" brushRef="#br0" timeOffset="-70120.71">19672 14741 936 0,'3'7'305'0,"-3"-7"-21"0,0 0-33 15,0 0-16-15,21-7-22 0,-14 6-31 16,6-6-13-16,1 4-21 0,-1-4-10 0,5 0-10 15,-2-1 57-15,-1 4-11 0,-2-3-34 0,1 1-35 16,2-1-46-16,-5 4-54 0,-1-2-58 0,0 3-50 16,0 1-35-16,-2 0-36 0,-8 1-138 15,7 4-410-15,-1-1 41 0,-6-3 69 0,3 10 57 16</inkml:trace>
  <inkml:trace contextRef="#ctx0" brushRef="#br0" timeOffset="-69920.37">19768 14916 662 0,'-4'6'223'0,"4"1"-21"0,-3-3 3 0,3-4-10 16,-3 5 4-16,3-5-4 0,-1 7-16 16,1-7-5-16,0 0 5 0,4 4-35 15,-4-4 14-15,7 0-22 0,-7 0-3 0,16-2-25 16,-5 1 12-16,-1-4-25 0,4 2-1 0,-1-2-19 16,1 2 1-16,3-3-14 0,-4 2-19 15,2 0-48-15,-2-3-26 0,1 6-68 0,-1-3-73 16,1 1-99-16,-4-1-384 0,3-2-55 0,-2 5 68 15,-1-6 58-15</inkml:trace>
  <inkml:trace contextRef="#ctx0" brushRef="#br0" timeOffset="-69519.82">20287 14391 865 0,'-6'-4'376'0,"1"0"-28"0,2 2-38 0,3 2-29 15,-13-1-20-15,13 1-28 0,-15 3-7 16,5 5-24-16,0 0-23 0,-3 2-2 0,2 7-19 16,-3-2 1-16,4 8-16 0,-3 2-12 0,-1 2-6 15,7 3-7-15,-3 0-10 0,0 3-21 16,3 4 7-16,0 8-7 0,4 1-12 0,3-7-19 15,0 0 16-15,6 9-14 0,1 1-1 0,4-3-6 16,-1 1-2-16,8-6 12 0,-2-4-38 16,1-4 13-16,-3-4-16 0,6-4 9 0,-3 1 1 15,4-6-4-15,0 5-11 0,-1-5-7 0,1-2 20 16,-1-6-18-16,-3 2 6 0,4-4 7 16,-5-2-8-16,-1-2-10 0,1-2 5 0,-2 0-2 15,-1-1 2-15,-1-2-12 0,-3-1-3 16,-2 0-16-16,0 4-30 0,3-4-18 0,-10 0-36 0,10-4-36 15,-10 4-51-15,7-1-174 0,-4-2-514 16,-3 3 50-16,3-7 83 0,-3 1 68 0,0-2 83 16,0 0 46-16</inkml:trace>
  <inkml:trace contextRef="#ctx0" brushRef="#br0" timeOffset="-68453.86">20561 14759 703 0,'6'11'236'0,"-2"-1"-16"0,-1 1-43 0,4 2 2 16,-1-1-18-16,-1 5-20 0,1-2-11 0,1 0-25 15,-1 1-2-15,-2-4-9 0,3 5 6 16,-3-5-31-16,-1-1 11 0,0-1-1 0,0-2 6 15,-2 1 35-15,2-1-18 0,0-3-2 16,-3 0-8-16,3-1-10 0,-3-4-2 0,0 0 1 16,0 0-27-16,0 0 8 0,0 0 7 0,0 0-18 15,-6-22 0-15,3 12-5 0,3-4 0 0,-1 0-5 16,-2-2-5-16,0-5 5 0,3 3-8 16,0-6-5-16,0 6 3 0,0-1 15 0,0-2 0 15,0 4-28-15,3 0 13 0,0 2-3 0,-2 4-2 16,2 2-16-16,4 0 13 0,0 2-5 15,0 4 0-15,2 3 0 0,-9 0 7 0,18 6-12 16,-8 1 2-16,3 1-2 0,2 7 8 16,-2-1-6-16,4 0 0 0,-4 3-7 0,-1 2 5 15,0 1 2-15,-1-2-7 0,-1 5-8 16,-3 0-28-16,3-3-31 0,-3 3-33 0,-3-4-44 0,3 3-66 16,-1-5-136-16,-2-1-468 0,-1-4 69 0,0 0 76 15,2-2 65-15,-2-6 61 0</inkml:trace>
  <inkml:trace contextRef="#ctx0" brushRef="#br0" timeOffset="-67736.96">20974 14898 716 0,'7'-11'256'0,"3"0"-8"0,-3 1-20 0,-3 0-18 15,2 1-8-15,0-1-25 0,-2 2-8 16,3-5 13-16,-3 5-24 0,-1-5-7 0,1 1-20 15,-4 0-3-15,3-1-15 0,-3 3 12 0,0-1-7 16,0 4-26-16,0-2 5 0,0 3-15 16,-3-1-8-16,-1 5-12 0,4 2-6 0,0 0 8 15,0 0-18-15,-17 8 0 0,10-2-5 0,1 3-10 16,2 1-6-16,-2 0 9 0,1 5-11 0,2 0 10 16,3-3-5-16,0 3-12 0,0-1-4 15,3-1 11-15,1 1-7 0,0-2-6 0,2 2-7 16,-2-4 12-16,5 2-5 0,-1-6 3 15,-1 1-5-15,3-2-1 0,4-2 1 0,-4-3 5 16,3 0-8-16,1-1 5 0,-4-5 3 0,4 3-11 16,-3-2 9-16,-2-1 2 0,2-1-8 15,-1 2-3-15,-3-2 1 0,0 3 17 0,0-2-15 16,0 5-10-16,-4-2-8 0,-3 3 21 0,10 0-8 16,-10 0 0-16,7 4 0 0,0 0 8 0,-4 2-8 15,1 1 5-15,-1 0-15 0,4 1 15 16,-4 2-8-16,5-2 3 0,-2-1-5 0,-2 3-3 15,5-3-4-15,-5-1-6 0,4 2 5 16,-2-4 0-16,1 3 3 0,-1-6 7 0,1 3-15 16,1-3 26-16,1 0-23 0,-9-1 12 0,14-1-10 15,-4-4 13-15,-6 4-12 0,6-6 17 0,-4 5-13 16,2-3 5-16,-5 2 9 0,4 0-14 16,-4-1 13-16,-3 4 0 0,10-7-7 0,-6 6-6 15,-4 1 3-15,7-3 0 0,-7 3-3 0,7-4 5 16,-7 4-7-16,10 0 10 0,-10 0-5 15,14 3 3-15,-7-2 4 0,2-1-2 0,-9 0-2 16,15 1-4-16,-5-1 1 0,0 0 18 16,0-1-8-16,0 0 0 0,0-2 0 0,1 0-7 0,-1 0 12 15,0-1-2-15,-2-3 12 0,1 3-12 16,-2-3 15-16,0 0 0 0,0-1 8 0,-3-3 17 16,2 1 62-16,-3-3-25 0,-2 1-1 15,-1-3-12-15,-1-2 2 0,-5-4-2 0,2 1-16 16,-9-3 1-16,3 3 1 0,0-2-1 15,-5 3-19-15,2-2-10 0,-1 3 6 0,1 6 1 16,-1-3-14-16,4 2-49 0,3 3-21 0,-3 3-17 16,2 3-60-16,2 0-45 0,2 2-101 0,-2 1-365 15,6 1-223-15,0 0 82 0,0 0 84 0,0 0 90 16,0 0 46-16</inkml:trace>
  <inkml:trace contextRef="#ctx0" brushRef="#br0" timeOffset="-66037.31">22058 14723 885 0,'10'14'259'0,"-6"-2"-19"0,-1-3-25 15,0-1 5-15,1 5-38 0,-4-5-18 16,0 0-10-16,0-2-14 0,0 1-14 0,-1 0 7 15,-2-2 0-15,3 1-2 0,-3-2-3 0,3-4-8 16,-3 7-8-16,3-7-12 0,-4 1-2 16,4-1-6-16,0 0-5 0,0 0-23 0,-14-14 15 15,11 6-20-15,0-2-5 0,2-5-3 0,-2 0-5 16,0-2-13-16,3-1-7 0,3 1 15 0,0 1-26 16,-2-2 6-16,5 2 4 0,-2 0-4 15,-1 4-16-15,4 0 13 0,0 4-5 0,0-2-6 16,-1 6-7-16,5 0-2 0,-4 4 12 0,3 0-8 15,0 0-2-15,4 6 11 0,-4 0-14 16,1 0 11-16,2 5-1 0,-3-1-4 0,1 1 0 16,-1 1-1-16,0-1 6 0,0-1-3 15,-3 3-10-15,0-3 5 0,-1-2 8 0,-2 0-14 0,3 1 4 16,-3-3 12-16,-1 0-2 0,0-1 20 16,1-3-8-16,-1 5 6 0,-3-7 2 0,7 1-5 15,-7-1-13-15,0 0 8 0,0 0-5 0,13-8-3 16,-12-1 11-16,5 0-3 0,-2-2-13 15,-1-2 3-15,4-2-6 0,-3-3 6 0,2 5-13 16,-2-3 17-16,2-1-14 0,1 3 2 16,0-1-3-16,-3 6-7 0,-1 0 15 0,4 0-12 15,-1 1-1-15,-2 1 5 0,3 7-7 0,-3-1 5 16,-4 1 28-16,13 5-31 0,-6-2 3 0,3 4 0 16,-3 0 0-16,0 2 2 0,3 1 9 15,0 0-9-15,-3 0-10 0,3 3 26 0,-2-3-8 16,1 0-2-16,1 2-6 0,-2-2-7 0,2-2 15 15,0-2-8-15,1-2 3 0,-4 2 6 0,3-3-1 16,4-3-5-16,-5 1 12 0,1-1 4 16,1-1-1-16,-1 1-5 0,-3-3-15 0,3 2 0 15,-2-2 3-15,1 3 2 0,-2-2-6 0,-7 2-4 16,14-1 8-16,-14 1-3 0,14 1-8 16,-3 1 5-16,-5 1 0 0,4-2 1 0,-3 2 17 15,4-3-7-15,1 4-1 0,-5-1-4 0,7-2-1 16,-7 4 8-16,3-4 0 0,-3 0 5 0,3 0-12 15,-3 1 15-15,-7-2-11 0,14 0-2 16,-14 0 13-16,13 0-10 0,-9-3-3 0,-4 3-3 16,6-7 24-16,-5 5-14 0,-1-4-9 15,-1-1 2-15,-2 1 2 0,0-5-2 0,-2 3-2 16,-3-2 2-16,0-2 2 0,1-1-4 0,-2-2 4 16,2 4 1-16,-4 0 4 0,5-2 6 0,-1 5-8 15,3 1 6-15,-3-3-14 0,4 3 13 16,2 3-20-16,-2-3 18 0,6 0-11 0,-3 7 3 15,4-8 0-15,3 1-2 0,0 4 2 0,3 0 5 16,4-1-10-16,3 0-3 0,3 0 3 16,1 1-3-16,-1-3-5 0,1 4 13 0,6-4 0 15,-6 5-5-15,6-5 8 0,-3 3-8 0,3-2 5 16,-2 1 2-16,-5-2-2 0,1 5 5 16,-1-5 0-16,0 5-5 0,-3-4-2 0,-3 1-1 15,0 2-9-15,-4 1 17 0,-3-4 2 0,4 5-12 16,-11 0-2-16,9 0 14 0,-9 0-12 15,0 0-5-15,-3 10-6 0,-3-3 9 0,-1 1 2 16,-4 0 0-16,1 2-1 0,-4 4-4 0,1-4 5 16,3 4 8-16,-4 1-11 0,4-1 11 0,0-1-11 15,-1-1 5-15,4 3-2 0,4-5-10 16,0 1-11-16,-1 0 6 0,4-1-19 0,0-3 9 16,3 0-6-16,-2 0 10 0,5-3 1 0,1 0 4 15,-1-1 6-15,2-2-8 0,-8-1 12 16,16-2-9-16,-5-4 10 0,-4 2 0 0,3-3 10 15,-3-3-6-15,4-1-11 0,-1-1 11 0,-1-4 9 16,-1-2 2-16,-1-4-10 0,2-2 5 0,-5 2 0 16,2-6 3-16,-5 2 7 0,6-6-3 15,-7 3-4-15,0-2 2 0,0 2 5 0,0 0-5 16,-3 4 8-16,-1 0 3 0,0 4 4 0,4 0-2 16,-3 8-18-16,0 1 3 0,-1 4-3 15,-2 1 5-15,2 5 5 0,4 2 3 0,0 0-3 16,-20 15-2-16,13-3 10 0,4 3-11 0,-5 2 6 15,5 1 0-15,-1 3-5 0,4-2-1 16,0 5-4-16,0 0 2 0,3-1-3 0,1-2 11 16,3 4-13-16,0-5 3 0,0 0 15 0,-1-2-16 15,5-1 9-15,-1-3 6 0,0-3-11 0,1 1 1 16,2-4 6-16,2-3-3 0,-5 2 8 16,6-6-8-16,-2-1-4 0,-1 0 1 0,2-4 1 15,-2 0 0-15,5-5-3 0,-5 1 5 16,-2-2-13-16,5-5 14 0,-6 2-1 0,-2 1-10 15,1-1 2-15,-5 1 4 0,3 4 4 0,-4 1-10 16,1 1 13-16,0 1-11 0,-4 5 6 0,0 0 2 16,0 0-7-16,0 0-6 0,0 0 11 0,-15 15-19 15,12-6 17-15,-1 0 4 0,1 2-10 16,-3 4 2-16,5 1 6 0,-3-5-13 0,4 4 8 16,-3 0-1-16,3-1 1 0,3-1 2 0,-3-5 2 15,5 7 6-15,-2-5-18 0,3 0 10 16,-2-2-7-16,3-1-1 0,3 1 1 0,0-2-6 15,0-3 13-15,1-2 8 0,2-1-16 16,0 0 3-16,2-1 8 0,1-2 0 0,-1-3-11 16,1-2 6-16,2 0-3 0,2-1 7 0,-6-3-12 15,3-1 3-15,-3-3-11 0,0-1 10 0,-1-1-10 16,-3-2 1-16,-2-2 1 0,1-8-1 0,-5 5 6 16,2 0-1-16,-5 0 9 0,-1 4-12 15,0-1 18-15,0 3-13 0,0 1 7 0,0 2-2 16,-1 2 8-16,-2 3-8 0,0-1-15 15,0 6 7-15,-1 2 0 0,-2 2-5 0,6 2 6 16,0 0 2-16,-18 10-3 0,15 0 13 0,-4 4 3 16,4 2-6-16,-2 1-9 0,2 1 4 0,0 5 0 15,3-4 6-15,0 4-6 0,0 4 9 16,0-4 4-16,3 2 3 0,2 0-11 0,1-1-12 16,-2-3 15-16,2 1-15 0,0-4 5 0,-2 0 23 15,-1 2-23-15,5-8-19 0,-5 5-14 16,1-3-41-16,-1-3-26 0,3-3-13 0,-5 2-53 15,2-3-101-15,4 0-552 0,-7-6 61 0,0-1 80 16,0 0 58-16,0 0 52 0</inkml:trace>
  <inkml:trace contextRef="#ctx0" brushRef="#br0" timeOffset="-65654.05">23907 13848 816 0,'0'0'317'0,"0"0"-12"0,17 16-21 15,-13-4-23-15,2 3-12 0,1 6-14 0,1 4-25 16,3 4 0-16,1 19-16 0,2-4-25 15,-4 6 10-15,1 0-22 0,-1 1 1 0,0 5-17 16,-4 0-13-16,2-1 0 0,-2 3-3 0,-3 3-14 16,-2-5 6-16,-2 5-19 0,-5-2 9 15,3 0-15-15,-5 0-2 0,-2-3-8 0,0-3 7 16,-1-2-9-16,-2-2 2 0,-1-6-13 0,1-5-5 16,3-9-8-16,-4 3-10 0,3-2-5 0,-3-2-3 15,1-2-7-15,0-1 2 0,2-8-30 16,1 3-16-16,0-7-12 0,2 0-39 0,-1-5-31 15,2-2-118-15,-4-3-278 0,5-3-441 16,-1-5 82-16,3-3 103 0,-2-7 69 0,2-3 74 16,-3-7 33-16</inkml:trace>
  <inkml:trace contextRef="#ctx0" brushRef="#br0" timeOffset="-65403.14">24454 14541 1036 0,'10'0'366'0,"1"-1"-38"0,-1-2-41 16,3 0-26-16,1 2-23 0,0-1-26 0,6-1-22 15,-2 1-24-15,2-1-20 0,0 1-28 0,-3-3-19 16,4 4-50-16,-3-5-31 0,1 5-56 15,-1-1-57-15,-5-1-77 0,5 1-104 0,-8 0-474 16,1 2 82-16,0 0 43 0,-11 0 52 16</inkml:trace>
  <inkml:trace contextRef="#ctx0" brushRef="#br0" timeOffset="-65120.34">24538 14796 875 0,'-5'5'294'0,"5"2"-25"0,-4-3-10 0,4-4-21 16,0 9-26-16,4-6-7 0,-1 2-13 0,0-1 5 16,-3-4-31-16,11 4-7 0,-5-3 0 15,5-1-26-15,-1 0 5 0,3 0-30 0,-2-1-4 16,3-3-9-16,0 4-5 0,-1-2-8 0,4 0-13 16,-3-3-10-16,0 3 5 0,-1-4-5 0,4 5-11 15,-6-5-9-15,2 5 2 0,-2-2 2 16,2-1-15-16,-3 0-5 0,1-2 8 0,-4 6-8 15,2-2-23-15,-1-3-13 0,-2 4-20 0,-6 1-39 16,7-3-33-16,-7 3-20 0,7-4-18 16,-7 4-60-16,0 0-186 0,0 0-422 0,0 0 66 15,-25-2 87-15,16 2 57 0,-4-1 63 16</inkml:trace>
  <inkml:trace contextRef="#ctx0" brushRef="#br0" timeOffset="-64254.54">25890 13984 811 0,'0'0'297'0,"-3"-1"-26"15,3 1-28-15,0 0-28 0,0 0-12 0,0 0-29 16,0 0-5-16,0 0-8 0,-4 10-10 16,4 0 0-16,4 2-10 0,-1-1-8 0,1 4-5 15,2 3-8-15,1 6-20 0,-1-1-5 0,2 2-11 16,-1 0 3-16,-1 0-10 0,1 2-18 15,3-2 10-15,-3 7-3 0,-3-6-22 0,5-2-21 16,-5 2-28-16,0-2-39 0,1 2-35 16,-3-2-80-16,1-6-127 0,-3 5-498 0,0-3 55 15,0-5 58-15,-3 2 67 0,-1-1 41 0</inkml:trace>
  <inkml:trace contextRef="#ctx0" brushRef="#br0" timeOffset="-63970.57">25602 14670 701 0,'0'0'281'0,"0"0"-9"0,0 0-27 0,0 0-12 15,28 1-30-15,-14-6-11 0,6 5-31 0,1-2-2 16,6-4-19-16,1 4-14 0,4-3-6 0,4-5-18 15,1 3-17-15,18-4-6 0,0 2-10 16,0-4 8-16,-4 3-10 0,-3 2-3 0,-11 4-8 16,1-2-25-16,-5 4-24 0,-5-3-55 15,-7 5-55-15,0 0-58 0,-3 0-64 0,-6 0-254 16,-5 5-255-16,-3 0 83 0,-4-1 91 0,0-4 61 16</inkml:trace>
  <inkml:trace contextRef="#ctx0" brushRef="#br0" timeOffset="-63188">25716 15087 755 0,'6'19'304'0,"-1"-1"-17"0,-3-1-26 16,5 1-28-16,-3 6-3 0,2-3-33 15,1 1-12-15,-4 3-14 0,5 0-22 0,-5 3-16 16,3-2-8-16,-2 0 3 0,-1 1-15 16,0-2-16-16,-2 0-10 0,2-3 5 0,0-3-25 15,-3 2 4-15,0-5-9 0,4-3 2 0,-3 1-3 16,-1-3-7-16,0 1 2 0,0-7-12 16,0 3-3-16,0-8-3 0,-5 5 1 0,5-5-9 15,0 0-12-15,-10-13-2 0,4 2-6 0,2-4 3 16,-6-9-6-16,3 4 4 0,-3-3 1 0,3-5-9 15,-1 4 2-15,2 1 5 0,0-2-2 16,-1 3 2-16,4 4 6 0,-1 5-9 0,4-1 6 16,-4-1-5-16,4 7-6 0,-3 1-2 15,6 1-2-15,1 1-3 0,0 1 7 0,-4 4 6 16,13 1 2-16,-3 3-2 0,1 3-8 0,2 3 0 16,1-2 0-16,2 5 5 0,-1-1-10 0,3 1 12 15,-2-1-9-15,0 3 4 0,-1-1-2 16,-2-1 0-16,1-5 8 0,-1 5-8 0,-3-4 0 15,1-1-2-15,-1-3 9 0,-3 2 1 16,4-3-11-16,-2-3 6 0,-2-2 2 0,-7 1 8 16,16-7-11-16,-11 0 6 0,2-4-5 15,2-2-3-15,-4 0 2 0,-2-7 3 0,1 3-12 0,-1-8 7 16,0 0-8-16,-3-1 11 0,0-2-6 16,0-1 3-16,0 4-5 0,0 4 18 0,0 2-11 15,0 1 19-15,0 1-29 0,0 6-2 0,0-3-6 16,0 10 1-16,0 0 7 0,0 4-2 15,0 0 8-15,0 0 2 0,10 12 0 0,-2-1 10 16,-2 4-5-16,1 4 0 0,3 0 10 16,4 6-7-16,-4 3-3 0,4 1-2 0,-1-4-3 15,-1 7 7-15,1-4-1 0,0 2 6 0,-2-3 1 16,2 1-8-16,0-1-18 0,-5-4-10 0,2-3-12 16,0-2-35-16,-3-1-55 0,0-4-39 15,0-2-56-15,-4-3-195 0,6-5-393 0,-4 1 58 16,-5-4 84-16,10-7 82 0,-7-4 49 15</inkml:trace>
  <inkml:trace contextRef="#ctx0" brushRef="#br0" timeOffset="-62121.78">27014 13866 762 0,'0'0'292'0,"-7"-1"-36"0,7 1-26 15,0 0-32-15,0 0-17 0,0 0-19 0,0 0-11 16,0 0-6-16,0 0-17 0,31 1-5 0,-17 1-13 16,3-2-5-16,4 0-18 0,2 0-10 15,3-2-3-15,0 2-7 0,5-2-1 0,2-4-7 16,0 4 0-16,-4-3-2 0,5 2-6 0,-3-4-5 16,-3 6-8-16,2-5-2 0,-3 3-15 0,-2-2 12 15,-5 3-18-15,-3 0 6 0,-2-2-16 0,-2 2-5 16,-3 1-26-16,0 1 1 0,-6-1 7 15,-1-1-8-15,-3 2 3 0,0 0 10 0,0 0 3 16,-19 3 0-16,7-2 12 0,-5 1-9 16,2 3 1-16,-7 0 4 0,-1 0 4 0,-6 2-4 15,6 0 15-15,-5 1 2 0,1 1 11 0,-1 1 2 16,-2 0-8-16,2 5 3 0,4 1 0 16,1-1 3-16,-1 1 0 0,6-3 4 0,2 6-2 15,4-4 19-15,1 4-22 0,0 0 8 0,0-2-4 16,7 1 4-16,1-1 5 0,3 1-20 0,0 3 3 15,3-2 2-15,4 2-3 0,1-2 6 16,4 1-16-16,-1 1 10 0,6-3-2 0,0 0 5 16,7 2-10-16,0-2 0 0,3-2 10 0,1 0-13 15,1-3 8-15,-4 4-5 0,5-1 10 16,-2-1-13-16,-1-1 8 0,-2-1-15 0,2 4 4 16,-3-3 1-16,-4-2-5 0,-2 5 7 0,-2-2 8 15,-1 2-21-15,-2 1 6 0,-3 1 2 16,-3 2 8-16,-3 0-8 0,-1 0 5 0,0 2-12 15,-6-3 17-15,0 5-20 0,-4 0 18 0,2-2 2 16,-6 8 3-16,-4-3 0 0,1-2-23 0,-1 5 10 16,-8 3 5-16,-4 0 0 0,0-1 8 0,3-2-8 15,0-5 1-15,3-3 12 0,-1-3-8 16,1 5 0-16,0-4 1 0,0 0-1 0,1 0 6 16,2-2-11-16,2-2 10 0,2 1-9 15,2-2 1-15,-1 1-14 0,4-4 12 0,2-1-2 16,3-2-8-16,1 0 15 0,3-1-23 0,0-3 11 15,3 1 2-15,4 0 8 0,0-1-8 16,7-1 8-16,3 0-11 0,4-3 6 0,2 1 0 16,1-2-1-16,7 0 14 0,2-2-6 0,2-3-5 15,3 4-4-15,3-4-1 0,1-1-5 0,2 2 0 16,-4-2 7-16,5 1-4 0,-7 0-1 0,2-3 4 16,-9 4 6-16,0 1-14 0,-1-3 2 15,-6 5 0-15,-3-3 0 0,-1 1 2 0,-5-1 1 16,1 3-8-16,-2-2 7 0,-1 1 6 15,-1 1-16-15,-3-1-33 0,-2-2-35 0,0 3-4 16,0 0-20-16,-3 4-30 0,-1-1-67 0,-3 1-72 16,-3 0-261-16,1 6-294 0,-9 0 79 15,0 2 80-15,-4-2 63 0,-1-2 54 0</inkml:trace>
  <inkml:trace contextRef="#ctx0" brushRef="#br0" timeOffset="-61171.7">28174 13884 941 0,'-11'3'282'0,"11"-3"-18"0,-11 10-13 15,5 1-13-15,-1-1-13 0,-3 5-23 16,3 3-7-16,2 2-9 0,-3 0-32 0,4 5 5 16,-3 7-13-16,3 1-6 0,1 2-12 0,0 0-20 15,0 1-16-15,3 0-2 0,0-1-6 16,3 3-12-16,0-1 2 0,0 0-18 0,1-2-7 16,5 1-26-16,-4-3-33 0,2 1-24 15,3-3-50-15,1-4-39 0,1 3-53 0,-1-5-86 16,0-5-495-16,2-3 9 0,1-2 73 0,-4-5 73 15,0-3 59-15</inkml:trace>
  <inkml:trace contextRef="#ctx0" brushRef="#br0" timeOffset="-60668.25">28433 14151 670 0,'0'0'248'0,"7"14"-15"0,-3-7-15 0,-1 2-24 16,2 1-22-16,0 5-13 0,2-3-13 15,-1 3-18-15,2 1-13 0,-1 0-8 0,5-1-7 16,-2-4 8-16,1 4-29 0,0-5-28 0,2 5 18 16,-2-5-2-16,6-2-19 0,-2 1-7 0,1-5 8 15,0 0-5-15,-1-4-16 0,1 0 0 16,-1 0 3-16,-2-2 2 0,4-4-10 0,-4-1-5 15,0-3 5-15,-3 0 8 0,0-1-6 16,-5-3 1-16,3-1-11 0,-2-2 11 0,-1 1-8 16,-3-3 5-16,1 1 7 0,-3 2 14 0,3 2 7 15,-1-1-10-15,-1 4 0 0,0 1-13 16,-1 1-2-16,3 3-19 0,-3 0 11 0,0 6-5 0,0 0-5 16,0 0 10-16,14 19 7 15,-10-6-20-15,2 5 13 0,0 6-2 0,2-1 4 0,-1 2 3 16,0 0-13-16,-1 0 14 0,2 3-7 15,-5-3 6-15,2 0 6 0,-3-1 4 0,1 1 3 16,0-2-6-16,-3-3 6 0,0 0 0 0,-3-1 8 16,0-3 7-16,1 0-8 0,-3-1 75 15,-2-3-8-15,0 1-28 0,0-3 10 0,-3 1-10 16,-1-5-5-16,-5-4 10 0,2 4-21 0,2-4-14 16,-4-2-4-16,0-1-12 0,4 1-5 15,-4-2-26-15,3 1-31 0,-2-3-48 0,2 3-56 16,-1 0-52-16,4-1-115 0,2-1-561 15,-1 3 39-15,9 0 74 0,-13 0 77 0,13 0 82 16,0 0 38-16</inkml:trace>
  <inkml:trace contextRef="#ctx0" brushRef="#br0" timeOffset="-60333.47">29069 14781 673 0,'15'-11'299'16,"-3"-1"-45"-16,-2 3-9 0,-3-1-12 16,4-3-23-16,-4 3-28 0,-1-5-13 0,1 3-13 15,1-5-10-15,-2 3-21 0,-3-4-4 0,1 1 9 16,-1 2 6-16,-3 2-16 0,0 1-5 0,3 0-2 16,-3-1-13-16,0 6-18 0,0 1-8 15,-3 1-2-15,3 5-6 0,-3-7-10 0,3 7 3 16,0 0 0-16,-10 12 0 0,6-6-28 15,0 7 7-15,1-1-5 0,3 2 3 0,-3 2-5 16,3 2-5-16,3-1 4 0,0 1 1 16,2 3-8-16,1-2 0 0,1 2 3 0,2-2-11 15,-1-2 6-15,2 0-14 0,0-3-7 0,1-2-15 16,-1 1-21-16,0-3-20 0,4-2-75 0,-1-5-53 16,-3 1-162-16,1-1-475 0,-1-3 60 0,0-6 88 15,1 1 61-15,-8-8 60 0</inkml:trace>
  <inkml:trace contextRef="#ctx0" brushRef="#br0" timeOffset="-60188.47">29254 14164 652 0,'0'-6'185'0,"0"6"-83"16,0 0-97-16,9 0-502 0</inkml:trace>
  <inkml:trace contextRef="#ctx0" brushRef="#br0" timeOffset="-59832.9">29697 14433 1128 0,'0'0'341'15,"1"6"-21"-15,-1-6-28 0,0 0-21 16,0 0-20-16,11 2-29 0,-11-2-25 0,13 0-15 15,-3 0-23-15,1 0-3 0,-1-1-7 0,7 0-1 16,-2-1-30-16,1-2-8 0,2 4-18 0,-2-3-5 16,1-1-13-16,5 1-10 0,-6 0-10 0,2-1 5 15,-5 3-21-15,3-2-17 0,-2-1-32 16,-1 2-47-16,-2-1-52 0,3 1-113 0,-5 0-261 16,1 0-338-16,1-4 60 0,-4 5 88 15,0-6 68-15,2 0 53 0</inkml:trace>
  <inkml:trace contextRef="#ctx0" brushRef="#br0" timeOffset="-59271.51">30221 13991 1182 0,'0'12'353'0,"0"-1"-35"0,0 1-21 16,3 1-21-16,-3-1-43 0,7 3-26 0,-6 2-10 16,7 1-22-16,-3-3-22 0,2 2-20 0,0 1-13 15,0-4-12-15,3 1-13 0,-1-4-8 16,-1 4-26-16,2-5 3 0,0-2-13 0,1 1 8 16,2-8 0-16,-3 5-5 0,1-5-11 0,2-1-7 15,-2-2 5-15,2-4-13 0,-3-1 13 0,3-1-7 16,-2-2-9-16,1-1-9 0,1-3 4 0,-3-4-28 15,1-1 31-15,0-1 13 0,-6-3-20 16,2 3-9-16,3-1 6 0,-6 0 0 0,4 4-3 16,-6 1-2-16,1 4 2 0,3 0-13 0,-5 4 1 15,3-2 7-15,-1 8-13 0,-1 0 21 16,-2 2-3-16,0 0-10 0,5 11 8 0,-5-1 0 16,5-2 10-16,-4 9-8 0,3 1 0 0,-1 2 11 15,2 2-11-15,-2 6 21 0,0-2-16 0,2 1 18 16,-3 2-7-16,1-1-21 0,-3-1 26 15,3-1-6-15,-1 4 1 0,-1-5 4 0,-2 0 6 16,-1 0-2-16,-1-5 17 0,-1 4-18 0,-2-6 26 16,-2 2 13-16,-1-7-11 0,-1 4-23 15,-2-2 1-15,1 0 15 0,-1-5-24 0,-5 0 9 16,4-3-3-16,-3 1-6 0,1-1 9 0,-2-2-11 16,0 0 13-16,2-5-23 0,-5 4-8 0,6-4-5 15,-3 0-15-15,1-3-23 0,1 2-21 16,-1 1-38-16,2 0-39 0,3-2-63 0,2 1-116 15,-2-1-281-15,7 0-313 0,4 2 100 16,0 0 49-16,0 0 87 0,0 0 74 0,0 0 49 16</inkml:trace>
  <inkml:trace contextRef="#ctx0" brushRef="#br0" timeOffset="-58904.44">30658 14758 962 0,'8'-7'294'0,"2"2"-38"16,0 0-28-16,4-3-23 0,-4-2-23 0,1 1 12 15,2-1-33-15,-3-4-7 0,1 0-16 0,-1-4-15 16,0 1-8-16,-4-2-5 0,2-2-7 0,1 1-9 16,-5 4 6-16,1-2-2 0,-3 4 4 0,1 1-2 15,-3 1-8-15,4 1 0 0,-2 1-23 16,-2 3-2-16,0 0-1 0,0 7-15 0,-6-7 3 15,6 7-15-15,0 0 2 0,0 0-6 0,-13 14 9 16,11-5-3-16,-3 0 5 0,2 7-5 16,-1-2-3-16,0 3-17 0,4 0 9 0,0 1-1 15,0 0 4-15,4 0-8 0,0-1-1 0,-1 1 4 16,3 1-8-16,1-2 1 0,0 0-3 16,1-5-1-16,3 5-6 0,-1-5 4 0,2 1-7 15,-1-5 5-15,2 0 2 0,1 1-2 16,-1-5-24-16,1 0-14 0,-2-4-24 0,0 4-40 15,-1-2-88-15,2-8-163 0,-3 5-495 0,0-6 39 16,-3-4 82-16,1-3 51 0,-2-3 82 16,-4-2 46-16</inkml:trace>
  <inkml:trace contextRef="#ctx0" brushRef="#br0" timeOffset="-58755.84">30966 14176 696 0,'0'0'302'16,"0"0"-39"-16,-4-3-17 0,4 3-46 0,0 0-52 16,0 0-45-16,0 0-68 0,0 0-114 0,0 0-251 15,-13 8-295-15,13-8 42 0</inkml:trace>
  <inkml:trace contextRef="#ctx0" brushRef="#br0" timeOffset="-58271.7">30585 13628 655 0,'-5'13'253'0,"0"1"-22"16,0-3-16-16,2 1-36 0,1-1-10 0,1-2-13 15,-4 1-15-15,5-2-21 0,-3 4-7 0,0-3-14 16,3 0-12-16,-1-4 3 0,0 2-3 0,-1 1 0 16,-1-3-5-16,3-5-5 0,0 5 15 15,0-5-13-15,0 0-20 0,0 0 8 0,0 0-19 16,0 0 14-16,0 0-16 0,0-18 10 15,0 9-17-15,0 0 19 0,5-5-19 0,-4 0-1 16,0-2 8-16,2-4-5 0,3 2-5 0,-1-3-3 16,1 0 19-16,1-2-19 0,-1 6 8 15,-2 0-16-15,2 4 4 0,-1 0-1 0,-2 5-10 0,3-1 0 16,-2 5-6-16,3 0 11 0,-1 4-12 16,-6 0-4-16,18 7 6 0,-9-1 13 0,3 4-3 15,-2 0-13-15,0 2 3 0,4 1-6 16,-1 4 1-16,3 1-26 0,-3-3-30 0,0 3-37 15,0 3-48-15,4-4-44 0,-3 0-107 16,-1 0-502-16,1 0 54 0,1-1 77 0,-3-4 56 16,-1-1 67-16</inkml:trace>
  <inkml:trace contextRef="#ctx0" brushRef="#br0" timeOffset="-57888.06">31253 13316 906 0,'0'0'317'0,"0"0"-20"15,10 11-31-15,-6-1-7 0,5 1-42 0,-4 5 1 16,5 3-31-16,0 3-18 0,1 6-8 16,-1-2 3-16,-1 6-16 0,2 2-15 0,0 7 6 15,0 7-12-15,-5-9-11 0,1-2-19 0,-1-1 10 16,-2 14-4-16,-1-10-14 0,0-1-4 0,1-3-1 16,-4-1 9-16,0-2-9 0,0-1-12 15,-1 3 4-15,-2-3-24 0,0-3 9 0,3-1-5 16,-3-2-4-16,1-1-22 0,-3 0-12 0,2-8-13 15,1 3-30-15,0-2-44 0,-5-5-47 16,7 2-22-16,-1-6-61 0,-2 3-439 0,0-8-186 16,3 0 38-16,0-4 95 0,0 0 79 15,0 0 39-15</inkml:trace>
  <inkml:trace contextRef="#ctx0" brushRef="#br0" timeOffset="-57354.91">31537 13276 783 0,'7'-14'325'0,"2"4"-10"16,-4 1-47-16,1 3-19 0,-2 2-19 0,3-2-38 16,3 4-15-16,-3 0-21 0,0 1-8 15,3 1-27-15,3 1-6 0,-2 2 5 0,-1-2-30 16,4 5 7-16,-4 1-20 0,4 0-16 0,-4 4 1 15,0-3-11-15,1 3 5 0,-2 2-7 0,-2-1-1 16,-3 2 6-16,-1 0-18 0,1-3 2 16,-8 6-7-16,4-3 15 0,-4 3-13 0,-2-3 8 15,2-1-5-15,-2 4-2 0,-1-3 1 0,-3-2-4 16,3 1-8-16,2-2 0 0,0-3 3 16,0 2-6-16,-1-3 6 0,2 1 7 0,1-1-18 15,0 0 26-15,0-4 3 0,0 3-24 0,3-6 9 16,-1 8-6-16,1-8-5 0,1 4 7 15,-1-4-10-15,6 4 6 0,-6-4-8 0,13 1 2 16,-13-1-2-16,18-3 10 0,-5 1-13 0,3 1-10 16,-1-3 8-16,2-1 5 0,1 3-11 0,-1-4 3 15,6 4 0-15,-3-3-2 0,-2 2 10 16,6-2-6-16,0 3-4 0,-2-2 7 0,-3 0 1 16,2 2-6-16,-1-3-8 0,1 2 3 15,-4-2 5-15,0 3 13 0,0 2-18 0,-4-2 0 0,1 0 3 16,-3-2 2-16,-1 4 15 0,-4 0-17 15,2-2-6-15,1 1-2 0,-2-1-3 0,-7 2 8 16,11-2-5-16,-11 2-13 0,0 0 3 0,0 0 2 16,10 5-5-16,-10-5-30 0,0 0-39 15,0 0-67-15,-14 10-48 0,10-5-169 0,-5 0-477 16,-1 2 68-16,-4-1 99 0,4-4 46 16,-8 7 59-16</inkml:trace>
  <inkml:trace contextRef="#ctx0" brushRef="#br0" timeOffset="-55797.7">27267 15891 921 0,'-3'-5'343'0,"3"0"-44"0,0 5-27 16,-4-5-29-16,4 5-20 0,0 0-21 0,0 0-26 15,0 0-12-15,-9 11-5 0,9-2-31 0,-1 1-5 16,-2 4-8-16,3-1-15 0,0 5-11 16,0 2-12-16,0-1 15 0,0 1-15 0,3 0-15 15,-2 4-14-15,2-5 9 0,0 6-6 0,3-3-10 16,-2-1 2-16,3-1 1 0,0-2-24 16,-3-2-10-16,5 0-17 0,-2-4-6 0,4 1-25 15,-1-4-16-15,4-2-38 0,-4-3-47 0,3 0-47 16,1-3-32-16,-3-4-58 0,2 0-96 15,-2-6-334-15,-1-1 35 0,1-3 65 0,-2-6 53 16</inkml:trace>
  <inkml:trace contextRef="#ctx0" brushRef="#br0" timeOffset="-55672.84">27459 15751 614 0,'-4'-20'251'0,"1"4"-16"0,3 2-22 0,-2 1-37 16,0 5-7-16,-1-1-10 0,3 3-18 15,-3-1-34-15,3 3-48 0,0 4-18 0,0-9-33 16,3 5-34-16,-3 4-64 0,5-5-119 0,-5 5-426 15,5-3 41-15,-5 3 56 0</inkml:trace>
  <inkml:trace contextRef="#ctx0" brushRef="#br0" timeOffset="-55438.75">27599 15906 1151 0,'0'0'323'0,"0"0"-39"0,0 0-23 0,0 0-20 16,21-7-47-16,-13 6-27 0,0-1-42 16,3 1-40-16,-1-2-45 0,0 3-55 0,4-1-74 15,-1 1-93-15,-2 0-120 0,-1 0-369 0,-10 0 26 16,17 0 67-16</inkml:trace>
  <inkml:trace contextRef="#ctx0" brushRef="#br0" timeOffset="-55239.05">27620 16079 744 0,'0'0'272'16,"-1"2"-21"-16,1-2-11 0,0 0-27 0,0 0 2 15,0 0-11-15,0 0-32 0,17 2-24 16,-9-2 3-16,-8 0-7 0,20-4-50 0,-6 1-27 16,-1 0-49-16,5-3-56 0,1 4-70 0,-1-3-120 15,-1 0-476-15,0-1 64 0,4-1 49 0,-4-2 28 16</inkml:trace>
  <inkml:trace contextRef="#ctx0" brushRef="#br0" timeOffset="-55072.82">28091 15780 1016 0,'0'11'292'0,"3"3"-26"0,-3-3-13 15,1 9-35-15,-1-1-14 0,0-1-24 16,0 1-14-16,0 2-25 0,0 1-34 0,0-1-43 16,0 4-69-16,-1 0-90 0,-2-1-158 15,0-5-456-15,0-1 51 0,3-2 57 0,-4-3 63 16</inkml:trace>
  <inkml:trace contextRef="#ctx0" brushRef="#br0" timeOffset="-54088.45">26993 13576 947 0,'-3'15'279'0,"3"2"-29"0,0-2-12 0,0-4-20 15,3 2-21-15,-3-2-28 0,2-3-10 16,-2 6-13-16,3-3-18 0,0-3-26 0,-3 1 3 15,0-1-8-15,3-2-5 0,-3 0 11 16,0-1-3-16,2 1 2 0,-2-6-12 0,2 2-6 16,-2-2-10-16,0 0-2 0,0 0-3 0,0 0 3 15,0 0-6-15,9-15-4 0,-8 10 2 0,-1-7-3 16,3 2-4-16,-3-2 1 0,0-2-12 0,3-1 16 16,1-3-16-16,-3-1-5 0,2-1 8 15,-3 2-8-15,6-1 2 0,-5-2-15 0,2 6 3 16,0 1 12-16,0 0-7 0,0 3-5 15,-2 2-18-15,3 2 0 0,-1 2-1 0,1 3-1 16,-4 2 1-16,0 0 6 0,16 9-7 0,-8-1-4 16,1-1 6-16,-2 4-8 0,0 0 11 0,4 0-6 15,-1-1 10-15,-1 3-10 0,3-1-2 16,-2-4-10-16,-1 6-4 0,4-3 17 0,-5-2-1 16,-1-1-8-16,4-1 1 0,-2-1-6 0,0-1 11 15,-1 0 5-15,3-3 0 0,-4-1-13 16,3-1 2-16,1 0 3 0,-1-1 11 0,3-4-3 15,-2 0-8-15,2-2-3 0,1-3 11 0,-4 0 10 16,3-3-31-16,-2 2 11 0,-1-3 5 16,0-1 2-16,1-2 0 0,-4 0-5 0,2-1 0 15,-5 3-2-15,4-3-3 0,-5 3 5 0,3 3 5 16,-2-1 6-16,-1 3-11 0,0 2-5 0,0 1 7 16,-2 5-7-16,-1 2 3 0,0 0-3 15,0 0 5-15,11 15-2 0,-8-5 2 0,0 7 10 16,-3 1-5-16,4 2-2 0,-1 0 13 0,3 5 2 15,-2-1-18-15,0 2 5 0,2-1-2 16,-2 0 2-16,3-1-5 0,-1 1 8 0,2 1 7 16,1-1-22-16,-2 0 2 0,0 0-16 0,0 0-25 15,0-2-20-15,0-3-67 0,-1 4-54 16,1-6-133-16,0 4-573 0,-3-4 59 0,-1-3 76 16,-3-5 62-16,0 4 69 0,-3-5 67 0</inkml:trace>
  <inkml:trace contextRef="#ctx0" brushRef="#br0" timeOffset="179750.74">25968 5035 645 0,'0'-6'296'0,"-3"2"-27"0,3 4-13 15,0-8-41-15,-3 4-20 0,3 4-24 0,0-4-27 16,0 4-1-16,-1-6-20 0,1 6-8 0,0 0-13 16,0 0-9-16,0 0-1 0,0 0-13 15,-10 14-5-15,7-3-10 0,-1-3 0 0,1 3-5 16,3 1-10-16,0 0 4 0,0 1-6 16,0-1-4-16,3 1-7 0,1 3-13 0,-1-5 15 15,1 3-15-15,3-1 3 0,-1 0-3 0,-2-1 5 16,6 0-15-16,-3-5 7 0,3-1-7 0,-3-1 5 15,7 2-2-15,-4-6-4 0,4 1 11 0,-4-2-10 16,3-3 8-16,-2 0-14 0,2-2 16 16,1-2 3-16,-1 0-18 0,-3-3 2 0,2 1 8 15,-2-5 5-15,-1 3-15 0,-1-3-3 16,-1 1 13-16,-1 1-8 0,1 2-8 0,0 1 3 16,-3 1-15-16,-1 1 5 0,2 3 8 15,-3 0-14-15,4 2 6 0,-6 2 3 0,0 0-3 16,0 0-6-16,14 12 19 0,-10 0 0 0,-1-2-11 15,4 5-10-15,-4 1 11 0,4 2-6 0,-3 1 3 16,2 3 13-16,-2 0-3 0,2 1-3 0,-2-1 14 16,-1 3-16-16,-3-6 28 0,0 4-10 15,0-4-8-15,-3 0 26 0,-1 0-8 0,-5 0 0 16,2-1 8-16,-4 0-15 0,-2-1 9 16,-1-2 6-16,0-1 2 0,-3 1-14 0,-3-4-4 15,2-1 3-15,-2 3-5 0,3-7-3 0,-1 1 8 16,-1-1-12-16,1 1-4 0,2-4 11 15,3 2-2-15,-2-4-34 0,-2 1-13 0,6 2-36 16,-2-2-48-16,6-2-123 0,7 0-128 0,-13-2-427 16,12-1 78-16,1 3 37 0,0 0 64 0,4-12 74 15</inkml:trace>
  <inkml:trace contextRef="#ctx0" brushRef="#br0" timeOffset="179984.7">26543 5346 1013 0,'0'11'351'0,"3"-1"-36"0,-3 2-24 16,0 1-32-16,0 4-18 0,3-1-32 0,-3 1-24 15,1 0-9-15,-1 0-22 0,3 2-8 0,-3-1-8 16,0 3-30-16,3-4-24 0,-3 0-56 0,0 1-53 15,5-1-60-15,-4 0-117 0,1-2-213 0,1-3-319 16,3 0 48-16,-2-8 69 0,2 0 61 16</inkml:trace>
  <inkml:trace contextRef="#ctx0" brushRef="#br0" timeOffset="180218.81">26895 5288 916 0,'0'0'358'0,"7"-2"-25"0,-7 2-31 15,10-1-33-15,-10 1-34 0,13 0-43 0,-2 0-43 16,-1-1-70-16,5 1-92 0,-2 0-161 0,3 0-537 15,1 0 71-15,-3-2 48 0,3-2 50 16</inkml:trace>
  <inkml:trace contextRef="#ctx0" brushRef="#br0" timeOffset="180700.64">27241 5071 1249 0,'-2'5'355'0,"-1"3"-42"0,3-1-27 0,0-1-30 0,3 4-30 15,-1 0-27-15,4 1-9 0,1 2-24 16,2-1-33-16,2 1-2 0,-1-1-31 0,1 1-1 16,3-4-47-16,2 2-1 0,2-4-8 0,-2 0-9 15,-1 0-6-15,1-4-15 0,1-2 7 16,-6-1-7-16,3 0-6 0,-1 0-7 0,1-2 13 15,-4-4-5-15,3 3 2 0,-2-5 8 16,-4 1-13-16,3 0 0 0,-2-1 8 0,-2-1 8 16,1 5-3-16,-1-3-3 0,-2 0-5 0,-1 2-5 15,4 3-10-15,-3 0 8 0,-4 2-11 0,0 0 11 16,7 8 4-16,-4 0-4 0,0 1 12 0,2 7 1 16,-3 1-6-16,-2 2 8 0,3 6-8 15,1 2 8-15,-2 2 7 0,-1-3 4 0,-1 3 1 16,1 0 1-16,-2-2-5 0,1 2 4 0,-3-2 1 15,-1 0 5-15,1-2-8 0,1 0 10 16,-6 0 1-16,4-2-6 0,-5-4 3 0,1-2-5 16,1 1-1-16,-3-3 16 0,-1-1 11 15,-2-5-21-15,0 1-8 0,-1-4 2 0,-3 2 6 0,3-7-15 16,-2 1 9-16,1-4-1 0,-1 1-4 16,-2-6-22-16,0 2-21 0,-1-4-23 0,1-2-61 15,2 2-55-15,2-8-209 0,3 0-530 0,-3-1 90 16,6-3 79-16,-4-6 64 0,3 0 75 15,1-4 53-15</inkml:trace>
  <inkml:trace contextRef="#ctx0" brushRef="#br0" timeOffset="180967.32">27137 4947 1118 0,'-6'-4'361'0,"6"4"-33"16,0 0-34-16,-2-5-18 0,2 5-37 15,0 0-9-15,10-4-56 0,-2 4 8 0,6-5-19 16,0 4-17-16,7-2-13 0,2 0-12 0,-1 1-11 16,4-1-13-16,2-3-18 0,-1 4-2 15,0 0-10-15,-3-2-6 0,-1 2-25 0,-1 1-23 16,1-3-49-16,-2 1-54 0,1 2-68 0,-3 1-216 15,5-4-450-15,-7 4 69 0,1-2 105 16,4 0 51-16,-7 0 53 0</inkml:trace>
  <inkml:trace contextRef="#ctx0" brushRef="#br0" timeOffset="181200.64">28073 4895 1085 0,'11'22'297'0,"-1"-1"-21"15,-3 2-17-15,1 2-34 0,2 6-20 0,-4 3-21 0,1 1-10 16,-3 15-5-16,-1-2-31 0,-6-7-12 16,-1 10-6-16,-3 1-5 0,0-2-25 0,-6-3-31 15,-4 0-39-15,-1-2-51 0,-5 4-161 0,-1-4 18 16,-10-3-238-16,6-2-338 0,-6-8 64 15,-3-4 77-15,-3-3 59 0</inkml:trace>
  <inkml:trace contextRef="#ctx0" brushRef="#br0" timeOffset="181701.08">25518 4875 783 0,'0'0'276'0,"0"0"-22"0,0-7-14 0,0 7-15 16,0 0-2-16,0 0-36 0,3 23 5 0,3-10-3 16,-2 5-15-16,2 6-12 0,1 6-19 0,4 3 0 15,2 12-4-15,5 4-11 0,1 1-8 16,3 0-28-16,2 0 8 0,9 8-16 0,-5-9-14 16,6 4 9-16,0-7-13 0,7 4-30 15,4-5-8-15,7 1-46 0,1-4-30 0,6-6-72 16,5-3-57-16,6 2-245 0,5-8-359 15,4-8 64-15,-13-7 75 0,1-6 56 0,4-7 76 16</inkml:trace>
  <inkml:trace contextRef="#ctx0" brushRef="#br0" timeOffset="182217.12">28426 4668 1108 0,'7'-8'353'0,"4"1"-33"0,-2 1-51 0,1 4-16 16,0 0-22-16,-2 2-32 0,2 4-4 15,0 2-34-15,6 1-18 0,-4 3-7 0,1 4-16 16,-3-3-7-16,0 3-6 0,-2 2-4 0,-4 0-3 16,2 2-18-16,-6-2 5 0,0 1-11 0,0 2-19 15,-3-1-1-15,0 3-5 0,-1-4 16 16,-3 0-21-16,0-1 0 0,3 1-5 0,-2-2-5 15,1-4 7-15,0 3-9 0,-2-4-1 0,6-1-10 16,-2 0 2-16,0-2 4 0,3 1 4 16,0-5-2-16,0 3 2 0,6-4-5 0,2 4 8 15,2-6-18-15,3 0-3 0,2 0-71 16,9 0 10-16,-4-1 18 0,4-4-13 0,3 4 5 16,4 0 5-16,-2-5 11 0,0 4 4 15,-1 1-9-15,-5-3-6 0,-2 3 23 0,3-2-15 0,-8 3-7 16,-1 0-22-16,-2 0-40 0,1 1-61 15,-4 1-45-15,-4 3-104 0,-5-2-504 0,-1 3 56 16,0-6 80-16,-10 11 55 0,-4-5 52 0</inkml:trace>
  <inkml:trace contextRef="#ctx0" brushRef="#br0" timeOffset="183017.57">25750 6534 744 0,'0'-6'325'0,"3"3"-25"0,-3 3-13 0,0-8-21 15,3 2-31-15,-3 6-22 0,0-4-21 16,0 4-21-16,4-4-17 0,-4 4-16 0,0 0-10 15,0 0-8-15,0 0-12 0,12 14-16 0,-10-10 5 16,4 4-12-16,-2-1-14 0,2 3-1 16,2 1-17-16,-1-1-2 0,5-1 26 0,-4 0-38 15,5-1-4-15,-3 2 12 0,4-3-14 0,-3-1 13 16,3-3-20-16,4 3 2 0,-5-6-5 16,3 1-11-16,1-1 1 0,-3-1 8 0,0-3-1 15,3 0-7-15,-3-2 0 0,2-1-3 0,-4-1-2 16,-3-2-11-16,1-1 11 0,0-3 15 15,-2 3-15-15,1-3 15 0,-5 6-8 0,3-2 8 16,0 2 15-16,-3-1-25 0,-1 2-10 0,3 1 2 16,-2 3-8-16,-4 3 1 0,8-1 2 0,-8 1 7 15,0 0 1-15,13 12-5 0,-10-4-1 16,3 5 6-16,-2-1-3 0,2 3-5 0,-1 2 3 16,-2 0 20-16,2 1-13 0,-3 2 8 15,-2-2 2-15,0 1 8 0,0 3 6 0,-2-4 4 16,-3 5-10-16,-1-3 6 0,-2 3 1 0,-2-4 9 15,3 1-16-15,-4-1-10 0,1-2 10 16,-3 0-15-16,5-2-16 0,-1-3-22 0,-1 2-37 16,2-5-35-16,2 0-72 0,-1-2-276 0,3-3-423 15,1 0 90-15,3-4 79 0,0 0 59 0,0 0 64 16,0-16 59-16</inkml:trace>
  <inkml:trace contextRef="#ctx0" brushRef="#br0" timeOffset="183284.67">26494 6666 673 0,'8'1'322'0,"-1"5"-61"0,3-1-7 0,-2 2-47 16,-2 2-23-16,1 6-2 0,-1-5-26 0,-3 5-12 16,-2-1-1-16,-2-1 0 0,-2 4-7 15,0-1-16-15,-1 0-7 0,-2 0-11 0,0 0-7 16,-2-4-8-16,1 3-8 0,1 0-10 15,-2-6-12-15,4 1-6 0,-2 2-2 0,3-6 2 16,-1 2 10-16,1-1-15 0,0-1 11 0,3 0-14 16,-1-3 16-16,1-3-8 0,1 8-18 0,7-7 3 15,-8-1-13-15,15 0-25 0,-1 0-47 16,1-1-40-16,-2-1-52 0,8-2-172 0,-2 1-475 16,5-5 46-16,0 1 79 0,-4-2 59 0,1-1 66 15</inkml:trace>
  <inkml:trace contextRef="#ctx0" brushRef="#br0" timeOffset="183467.68">26909 6759 1021 0,'0'0'402'16,"0"0"-34"-16,3-6-40 0,-3 6-29 0,0 0-43 15,6-5-28-15,-6 5-18 0,7-5-38 0,1 4-32 16,2-1-55-16,3-2-47 0,1 2-68 15,0-3-55-15,6 4-145 0,-3-2-508 0,0-4 50 16,1 0 45-16,-5 0 47 0,1 1 69 0</inkml:trace>
  <inkml:trace contextRef="#ctx0" brushRef="#br0" timeOffset="183883.88">27233 6448 954 0,'0'-6'266'16,"0"6"-25"-16,0 0-18 0,0 0-24 0,0 0-19 15,0 0-27-15,-5 18 3 0,5-11-30 16,0 1 2-16,0-1-21 0,1 2-4 0,-1-2-11 16,1 4-13-16,2-3-5 0,0 1-7 0,5-1-3 15,-2 0 2-15,1 0-12 0,0-1-8 16,4-3-2-16,-1 1-11 0,3-3-7 0,1 1 7 16,-1-1-2-16,1-2-11 0,-2 0-17 0,-1-4-1 15,1 2 6-15,-2-4-5 0,3 2-6 16,-3-3-2-16,-3-1 13 0,0 0-11 0,4 0 8 15,-5 3-10-15,1 0-8 0,-1-2 11 0,-2 2-9 16,0 4-9-16,-4 1 12 0,0 0 8 16,0 0-7-16,14 8 1 0,-11 2 12 0,0 3-6 15,2-1 15-15,-3 8 3 0,2-2 5 0,1 7 0 16,-3 0 5-16,1 0-8 0,0 2 4 0,0-2 14 16,-2 4-15-16,-1-2 8 0,0-4 15 15,0-4 8-15,0 1-3 0,-1 1 10 0,-2-3-7 16,0-1-3-16,0-2 5 0,-4 0 11 0,2-5-8 15,-4-1 76-15,-1-3-22 0,-4-2-5 16,2 0-9-16,-7-4-14 0,2-4-44 0,-3 1-39 16,0-9-40-16,-1 1-108 0,-3-6-135 15,3 0-595-15,4-6 54 0,-2 4 93 0,4-6 58 16,-2 1 77-16,7 4 44 0</inkml:trace>
  <inkml:trace contextRef="#ctx0" brushRef="#br0" timeOffset="184083.89">27251 6354 1121 0,'0'-4'427'16,"3"-4"-56"-16,5 2-25 0,-3-1-29 0,3 3-38 16,2-4-28-16,3 2-33 0,1 2-37 15,3-2-32-15,0 3-60 0,4-3-40 0,-4 2-77 16,6 2-67-16,-6 0-202 0,7 0-463 0,-3-4 41 15,-4 3 61-15,4-3 54 0,-4 0 82 16</inkml:trace>
  <inkml:trace contextRef="#ctx0" brushRef="#br0" timeOffset="184284.78">27913 6218 1059 0,'4'20'351'0,"3"2"-11"0,-2-3-35 16,0 3-31-16,-2 2-28 0,0 4-29 16,-2-2-25-16,2 8-15 0,-3 3-13 0,0-1-19 15,0 3-9-15,-5 11-18 0,-4 0-23 0,-8 0-72 16,1-4-90-16,-8 0-79 0,-4-2-517 0,-3-2-94 16,0-4 73-16,-6-10 77 0,-1-4 80 15</inkml:trace>
  <inkml:trace contextRef="#ctx0" brushRef="#br0" timeOffset="184783.65">25421 6232 883 0,'8'11'268'0,"1"6"-7"0,2 1-33 16,3 7-2-16,10 13-19 0,-1-1-18 0,1 4-25 15,3 1-26-15,-2 4 3 0,2 0-10 16,1 1-6-16,-2 3-12 0,5 4 2 0,4 3-28 16,-4-14-21-16,0 3 9 0,13 4-16 15,-7-10 2-15,11 4 36 0,-7-11-28 0,17 7-43 16,3-7-82-16,4-5-85 0,-7-10-466 0,4-1-138 16,3-4 67-16,-3-10 64 0,2-5 61 0</inkml:trace>
  <inkml:trace contextRef="#ctx0" brushRef="#br0" timeOffset="185300.91">28184 6042 1159 0,'14'-13'338'15,"-1"5"-23"-15,4 0-34 0,-3 4-32 16,-1-2-24-16,4 3-20 0,1-2-26 0,-5 5-20 16,5 0-14-16,-2 1-11 0,-1 3-9 15,1-1-18-15,1 3-7 0,-6 2-5 0,0 0 0 16,-2 3-16-16,-5 3 3 0,-1-3-3 0,-3 3-10 0,-3 2-7 16,-4 2 2-16,-1-2 5 0,-2 2-8 15,-3 0-9-15,-4-1 4 0,4-1-2 0,0 1 5 16,-2-2-19-16,1-3 17 0,4 0-26 15,0-1-1-15,4-3 16 0,-2 1-23 0,7-2 11 16,-2 0 14-16,3-7-4 0,10 8-3 16,3-7-16-16,5 1 1 0,9-2 5 0,4-2 2 15,11 1-13-15,-1-1-9 0,3-2-16 0,17 1-16 16,-12-2-46-16,-5 5-37 0,-1 0-68 0,-8 0-171 16,-2 2-555-16,-4 1 61 0,-3-3 107 15,-8 0 49-15,-2 1 72 0,-8-2 59 0</inkml:trace>
  <inkml:trace contextRef="#ctx0" brushRef="#br0" timeOffset="186117.31">26122 7719 1026 0,'5'-8'358'0,"-3"3"-25"0,-2-1-36 16,0 0-44-16,0 6-4 0,4-8-52 0,-4 8-8 16,3-1-20-16,-3 1-13 0,0 0 11 15,0 0-42-15,7 15-5 0,-4-8-10 0,1 1-15 16,-1 2-13-16,0-2-3 0,4 2-4 0,-3 0-14 15,3 3-5-15,-1-3 8 0,1 0-18 0,4 3 1 16,-1-4-12-16,0 1 6 0,1-2-15 0,2-1 12 16,-3 0-2-16,4-4-8 0,-1-2-7 15,4 4 12-15,-3-5-15 0,3-3-13 0,-3 0 3 16,3-4-3-16,-3 2 15 0,0-2-25 16,-1-6 13-16,-2 2 5 0,2-3-16 0,-3-3 8 15,-2 4-12-15,1-2 9 0,-2-1-2 0,0 2 3 16,0 3-1-16,-3 2 11 0,2-1 2 15,-2 4-4-15,-1 0-19 0,0 5 0 0,-3 1 19 16,0 0 12-16,0 0-16 0,15 14-4 0,-12-3 10 16,0 2-13-16,3 2 7 0,-5 0 9 15,5 6 12-15,-3-2-13 0,-2 5 1 0,3 0 9 16,-4-5 6-16,3 4-11 0,-6-3-7 0,-1 2 41 16,2 3-16-16,-6-2 3 0,1-3-5 15,0 3-8-15,-4-4 6 0,1-2 9 0,-3-1-12 16,-1 1 5-16,-2-4-13 0,5-1-11 0,-2-4-14 15,-2-1-31-15,2 3-75 0,-4-9-89 0,3 5-236 16,4-5-463-16,1-1 75 0,9 0 86 16,-15-5 54-16,9 2 93 0,5-4 53 0</inkml:trace>
  <inkml:trace contextRef="#ctx0" brushRef="#br0" timeOffset="186467.24">26796 7826 916 0,'10'-1'320'0,"0"2"-39"0,-3 1-32 0,0 3-9 15,2 2-22-15,-1-3-18 0,-1 5-32 0,-1-1-9 16,-2 5-28-16,-1-4-6 0,-3 4-10 16,0-1-17-16,0 4-6 0,-6-4-23 0,2 2 3 15,-2-3-6-15,-1 3-12 0,2-3-3 16,-1-1-7-16,2 1-6 0,-2-3-10 0,3-2-10 15,0-1-15-15,3 2 4 0,-1 0-14 0,1-3 12 16,0 2-10-16,1 0 5 0,-1-1 15 0,3 2-7 16,3 0 20-16,-2-1-13 0,2-1-2 15,-1 2 0-15,1 1-3 0,-2 1 5 0,2-1 8 16,1-1 8-16,-4 0 13 0,3-3-9 0,-4 3 19 16,1 0 10-16,-3-1-13 0,0-2-5 15,0 4 3-15,-3-5 5 0,-2 2-18 0,-1 2 5 16,-1-4-11-16,-3 4-14 0,1-4-75 15,-1 2-105-15,-1 0-271 0,-1-3-425 0,2-2 105 16,1 0 81-16,-2-5 73 0,4 1 48 0</inkml:trace>
  <inkml:trace contextRef="#ctx0" brushRef="#br0" timeOffset="186634.12">27260 7961 1016 0,'18'-4'435'0,"-1"-1"-64"0,0 3-51 0,-1-2-95 15,-1 1-135-15,4 3-129 0,-1-7-130 0,0 6-534 16,1-2 96-16,-1-4 44 0</inkml:trace>
  <inkml:trace contextRef="#ctx0" brushRef="#br0" timeOffset="187017.25">27609 7733 801 0,'0'0'294'0,"-7"17"-28"0,4-10-17 15,3 2-14-15,0 0-20 0,0 1-15 16,-3 4-29-16,6-5-2 0,-3 4-38 0,3-1-3 16,1-1-5-16,-1 3-16 0,1-3-5 15,3 2-15-15,1-4-17 0,-3 0-1 0,6-3-26 16,-1-1-4-16,0 0-19 0,1-3-10 0,-1-2 3 15,0 0-8-15,3 0-5 0,-2-7 5 0,-1 2-12 16,1-5 4-16,0 0 1 0,-3-1 9 16,0-3-7-16,-1 3-5 0,-1 2 13 0,-2-4 10 15,2 4-8-15,2 1-7 0,-5 0 12 0,2 5-7 16,-3-1 4-16,-2 4 4 0,0 0 2 16,0 0 0-16,3 15 7 0,-3-5 6 0,0 4-8 15,0 2 13-15,-3 4 58 0,3 0-1 0,0 0-9 16,-2 5-10-16,0-1-10 0,-1-1 16 15,0 1-22-15,-5 0 17 0,5-4-4 0,-4 4-19 16,1-6 6-16,-1 0-1 0,-4-3-19 0,4 2-10 16,-6-7-33-16,2 3-49 0,-5-4-145 15,2-6-687-15,0 2 70 0,-3-6 71 0,4-5 87 16,-5-2 54-16,3-9 69 0</inkml:trace>
  <inkml:trace contextRef="#ctx0" brushRef="#br0" timeOffset="187183.88">27629 7553 962 0,'11'-9'343'0,"0"5"-28"0,2-3-31 0,1 2-43 16,3 2-73-16,5-1-63 0,-3 1-97 15,1 2-100-15,4 1-586 0,-3-1 53 0,2-4 44 16</inkml:trace>
  <inkml:trace contextRef="#ctx0" brushRef="#br0" timeOffset="187350.2">28208 7600 939 0,'3'26'307'0,"0"-2"-13"15,1 1-15-15,-4 0-48 0,3 0-16 0,-3 3-16 16,-3 5-19-16,-1 6-34 0,-4 7 2 0,-5 1-25 15,-3 0-34-15,-2-2-45 0,-5-4-36 0,-4 4-90 16,-1-6-105-16,-6 1-537 0,-7-7 22 16,0-6 83-16,-3-6 45 0</inkml:trace>
  <inkml:trace contextRef="#ctx0" brushRef="#br0" timeOffset="187701.16">25705 7676 796 0,'0'0'230'0,"-10"7"0"0,10-4-10 16,-4 5-7-16,4 5-16 0,0-2-8 16,0 7-9-16,3 3 1 0,-2 3-25 0,6 2-7 15,0 7-11-15,3 10-12 0,0 5-19 0,7-3 1 16,1 5-9-16,2-1 1 0,1 1-28 16,6-4 0-16,2 1-11 0,4 9 0 0,11-5-35 15,3-7-39-15,1 3-38 0,7-5-46 0,3-1-90 16,4-7-289-16,3-2-279 0,-10-14 66 15,3-1 80-15,-3-10 61 0</inkml:trace>
  <inkml:trace contextRef="#ctx0" brushRef="#br0" timeOffset="188167.55">28355 7474 724 0,'9'-5'248'0,"-5"4"-15"0,-4 1-23 0,14-1-13 0,-14 1-28 16,10 4-8-16,-6 0-12 0,-1-1-11 16,0 4 3-16,0 1 7 0,-1 3-10 0,-4 2-17 15,-1-2-1-15,0 4-15 0,0 0-3 16,-4 2-12-16,2 0-6 0,-4-2 1 0,2 2-11 16,2-5 0-16,-3 5-17 0,0-2 2 15,5-5-11-15,0 2-2 0,-1-2-2 0,1-2 2 16,3 0 10-16,0 0 1 0,0-4-14 0,5 1-10 15,0-3 11-15,6-1-11 0,-1-1 8 0,3 0-5 16,4 0-13-16,-3-1 8 0,6-1-11 16,-2 1 1-16,-1-3 2 0,0 2-21 0,-1 1 1 15,-4-3-42-15,1 2-27 0,1 1-44 16,-7 1-72-16,2 1-56 0,-9-1-108 0,10 5-437 16,-9-1 64-16,-2 1 76 0,1-5 65 0,-6 11 40 15</inkml:trace>
  <inkml:trace contextRef="#ctx0" brushRef="#br0" timeOffset="188583.67">27510 9218 957 0,'0'0'389'0,"3"-8"-41"0,-3 8-33 16,3-4-39-16,-3 4-30 0,0 0-21 0,0 0-20 16,0 0-23-16,0 0-24 0,0 0-19 0,11 10-32 15,-9-4-40-15,-1-2-37 0,-1 5-40 16,0-1-67-16,0 0-68 0,-1 3-152 0,1 2-456 15,-2-2 65-15,2 2 73 0,-3-4 62 0</inkml:trace>
  <inkml:trace contextRef="#ctx0" brushRef="#br0" timeOffset="188733.73">27558 9533 673 0,'4'10'256'0,"-4"-2"-21"0,3 1-17 15,-3 0-29-15,3 4-20 0,0-2-26 0,-1 2-48 16,0-1-44-16,1 1-56 0,1 3-92 0,-2-3-123 16,-1 2-366-16,0 3 15 0,-1-4 41 15</inkml:trace>
  <inkml:trace contextRef="#ctx0" brushRef="#br0" timeOffset="188850.88">27575 9925 575 0,'0'0'244'16,"0"3"-32"-16,0-3-17 0,0 0-34 0,0 0-15 15,3 5-64-15,-3-5-100 0,0 0-256 16,0 0-323-16,0 0 45 0</inkml:trace>
  <inkml:trace contextRef="#ctx0" brushRef="#br0" timeOffset="194600.01">30300 4966 486 0,'0'-6'197'0,"0"6"5"0,0-10-7 16,0 2-31-16,0 1-1 0,0-2-1 0,-3 1-4 15,3 0 6-15,0-2 5 0,0 1-3 16,0 0 16-16,0-1-23 0,0 1-16 0,0 3 6 16,-1-1 2-16,1-1-23 0,0 2-5 0,-3 2-21 15,3 4-12-15,0-10-9 0,0 10-11 16,0 0-6-16,0 0-3 0,0 0 11 0,0 0-31 15,0 0 0-15,-9 19-8 0,7-14 5 0,2 3 3 16,0 1-13-16,3 3-7 0,-3-3-8 16,1 2-1-16,3 1 14 0,2-1-13 0,-2 3-3 15,-1-4-7-15,4 1-1 0,1-3-15 0,-2 2 16 16,1-3-11-16,2 0 6 0,1 0 2 16,-2-2 0-16,2-1 0 0,0-2-23 0,1-2-6 15,-1 0 9-15,0 0 5 0,0-3-1 16,0-1 3-16,-3 0 8 0,4-2-15 0,-4 2 2 15,1-3 3-15,-3-1 4 0,3-2 4 0,-2 0-4 16,0-1 6-16,1 3 5 0,-3-2-7 0,2 3-1 16,-1-1 0-16,-2 1-10 0,0 3-10 15,0-2 0-15,0 4 10 0,-3 2-2 0,4-6-11 16,-4 6 18-16,0 0-5 0,0 0 3 0,11 14 20 16,-11-6-8-16,5 1 6 0,-3 2 7 15,-2 3-2-15,3-1 5 0,2 3 2 0,-3 3 3 16,1-4-3-16,0 5-2 0,0-3 0 15,-1 0 7-15,-1 0-9 0,1 1 19 0,-2-1-1 16,0-2 6-16,-2 1 4 0,-1 0 22 0,0-3 8 16,-3-1 3-16,4-1 7 0,-6 3-4 0,1-5-14 15,-1-1-15-15,1 0 8 0,-5-1-3 16,4-3-10-16,-5 2 2 0,3-1-9 0,-1-1-6 16,1-1 5-16,-3 2-7 0,2-4-6 15,1 0 6-15,0 4-26 0,-1-4-3 0,1 0-17 16,3 1-39-16,-3-1-23 0,3 0-48 0,7-1-60 15,-10 3-130-15,5-3-146 0,5 0-327 0,0 0 53 16,0 0 80-16,0 0 53 0,0 0 62 0</inkml:trace>
  <inkml:trace contextRef="#ctx0" brushRef="#br0" timeOffset="194849.7">30904 5047 862 0,'-3'7'307'16,"3"5"-25"-16,0-3-26 0,-3 4-13 16,3 2-48-16,0 2-1 0,-1-1-28 0,0 5-9 15,1-3-19-15,-2 2-18 0,2-2-2 0,-3 4-16 16,3-3-35-16,0 2-49 0,0-3-62 15,3 0-81-15,-3 5-244 0,2-7-368 0,0 0 77 16,1-6 89-16,0-1 46 0</inkml:trace>
  <inkml:trace contextRef="#ctx0" brushRef="#br0" timeOffset="195083.55">31140 5078 1028 0,'3'-3'367'0,"-3"3"-27"0,0 0-51 16,7-7-20-16,-7 7-39 0,11-1-12 16,-4 1-21-16,6 0-23 0,-2 0-18 0,6 0-12 15,0 1-29-15,0-1-36 0,0 3-43 0,4-2-41 16,-1 2-85-16,1-3-125 0,0 1-563 0,0-1 72 15,-2-1 48-15,-1-2 82 0,0 1 41 16</inkml:trace>
  <inkml:trace contextRef="#ctx0" brushRef="#br0" timeOffset="195535.66">31581 4904 767 0,'0'0'246'0,"0"0"-28"0,0 0-19 15,0 0-12-15,-3 21-31 0,0-12 11 0,3-2-29 16,3 2-13-16,-3 2-17 0,3-1-11 0,1 3-7 16,-1-5-11-16,-2 3-15 0,7 2 8 15,-3-4-8-15,5 2-13 0,0-2 10 0,1-1 1 16,-1 0-19-16,4-2 9 0,-1-1-24 16,3-1 8-16,-4-2-3 0,2-2-15 0,-1 0 12 0,3-2-4 15,-5 1 0-15,1-4-16 0,0 1 5 16,-2-2 3-16,-3-1-20 0,1-3-6 0,1 2 13 15,-2-1 13-15,0 0-18 0,-1 1 18 16,-1 0-5-16,-2 3 5 0,2 0-8 0,-3 0-15 16,4 3 10-16,-6 2-8 0,7-2 6 0,-7 2-8 15,8 6 7-15,-2 2-4 0,-2 0-1 16,-1 6 3-16,3 2-8 0,-2 0 21 0,0 2-3 16,1 0-4-16,-4 3 1 0,0-3 6 0,-1 2 0 15,0 1 12-15,0-3 4 0,-1 1 4 0,0 0 13 16,-4 0 5-16,0-1 3 0,-1-2 5 15,-1 0-16-15,-2-3 21 0,1 1-12 0,-2 0-6 16,3-3-5-16,-3-1 5 0,-1 0-5 16,0-1-11-16,-2 1 6 0,3-6-10 0,0 3-8 15,-1 0-3-15,0-3-20 0,0 1-34 0,0-3-7 16,4 0-64-16,0 1-74 0,0-3-123 0,7 0-90 16,-13-5-368-16,13 5 81 0,-2-7 67 15,2 3 57-15</inkml:trace>
  <inkml:trace contextRef="#ctx0" brushRef="#br0" timeOffset="195750.29">31988 5154 870 0,'0'0'289'0,"0"0"8"0,11 5-21 0,-8-1-27 16,0 1-19-16,-1 5-25 0,-2-2-13 0,1 6-21 15,-1-3-15-15,0 3-20 0,-1 2-13 16,-1 0-3-16,-1 2-15 0,0-1 3 0,2 1-26 15,0 0-3-15,-4 0-23 0,2-3-30 0,2 2-44 16,-2-2-74-16,-4-1-123 0,6-4-279 16,-5 1-246-16,0-4 57 0,2-1 63 0,-2-6 70 15</inkml:trace>
  <inkml:trace contextRef="#ctx0" brushRef="#br0" timeOffset="196116.3">31766 4567 665 0,'-2'5'264'0,"-3"2"-26"0,0 2-21 16,-3 3 1-16,5-3-52 0,-5 0-12 0,4 1-16 15,-2 3-18-15,2-4-10 0,-2 0-10 0,3-1 8 16,-1 0-26-16,0 1 2 0,1-7 6 15,0 4-31-15,1-2 12 0,2-4-7 0,-5 4-7 16,5-4-1-16,0 0-2 0,0 0-3 0,-5-16-10 16,3 7 2-16,2-3-12 0,2 2 0 15,-1-5-1-15,0 2-4 0,5-2-5 0,-2 0 22 16,6 1-2-16,-3 1-8 0,3 4-2 0,0-4-11 16,1 3-4-16,-1 8 9 0,4-4-9 15,1 6 2-15,-1 1-6 0,1 6-1 0,3 2-1 16,3 5 0-16,0 3-7 0,-2 3 2 0,1 1 5 15,1 3-15-15,-1-4-5 0,-3 5-31 0,1 0-31 16,0 2-79-16,-2-2-130 0,0 0-469 16,-2-2 69-16,-2-2 48 0,-7-6 55 0</inkml:trace>
  <inkml:trace contextRef="#ctx0" brushRef="#br0" timeOffset="196332.95">32521 4786 877 0,'11'17'336'16,"0"2"-39"-16,-2 1-11 0,-2-1-30 0,0 6-28 16,0 6-36-16,-3 2-5 0,-1 1-18 15,-3 3-26-15,-3 2-4 0,-8 14-24 0,0 1-23 16,-5-1-49-16,-8-3-73 0,-3-3-57 0,-7 8-134 15,-4-2-482-15,-1-15 29 0,-1-4 68 16,-8-6 48-16</inkml:trace>
  <inkml:trace contextRef="#ctx0" brushRef="#br0" timeOffset="196732.88">30023 4825 509 0,'0'0'205'0,"-3"-5"-21"0,3 5 0 0,0 0-17 15,0 0-6-15,0 0-15 0,0 23-13 16,3-9-8-16,3 1 6 0,1 8-16 0,1 4-13 16,2 4 1-16,3 12-3 0,4 2-13 0,0 2-8 15,4 3-2-15,0 3-6 0,3-2-1 0,4 8-17 16,-3-9 14-16,7 6-16 0,6-3-18 15,3-2-17-15,3-1-42 0,7-2-58 0,4-4-62 16,3-5-369-16,7-3-178 0,3-5 73 16,-9-14 60-16</inkml:trace>
  <inkml:trace contextRef="#ctx0" brushRef="#br0" timeOffset="197132.83">33043 4591 747 0,'22'-6'312'0,"-5"5"-53"0,1 1 53 16,-2 0-43-16,1 4-29 0,-3 1-27 0,3 5-21 15,-4 0-13-15,-1 5-7 0,-2-1-24 16,1 3 0-16,-5-1-27 0,-1 1 2 0,-4 2-8 16,-1-1-18-16,-3 3-5 0,-5-1-12 0,-1 1-4 15,-1-2-1-15,-1-1-11 0,1 1-3 16,0 0 8-16,1-7-23 0,1 2 0 0,1-2-12 16,2 0 4-16,-3-3-10 0,7 0 3 0,-3-5 10 15,1 4-8-15,3-1 5 0,3-1-4 0,2-4-14 16,5 4 11-16,3-1-3 0,6-1-5 15,2-1-5-15,4 3 5 0,2 0-2 0,0-4-9 16,-2 2-4-16,2 2-52 0,-6 1-66 0,-1 0-15 16,-6 1-31-16,-4 2-108 0,-4 1-176 15,-6 2-359-15,-6-1 52 0,-7 3 79 0,-3 2 53 16,-10 2 63-16</inkml:trace>
  <inkml:trace contextRef="#ctx0" brushRef="#br0" timeOffset="197716.12">30185 6246 706 0,'-8'-3'276'0,"8"3"-27"15,0 0-21-15,0 0-24 0,-10 8-12 0,6-2-25 16,4-2-14-16,0 3-15 0,0 1-4 0,0 0-14 15,4 0-15-15,2 1-21 0,-2 0 16 0,2-1-15 16,1 2-4-16,1-2-6 0,1-1-11 16,1 0-3-16,1-3 8 0,2 1-15 0,5-3 7 15,-2 0 1-15,2-4-24 0,-1 2-2 0,4-2 3 16,-2-4-24-16,-4 1 3 0,6-7-3 16,-5 2-5-16,1-3 3 0,-6 1-13 0,3-1 16 15,-5 3 1-15,1-2 4 0,-3 0 15 0,1 4-16 16,-2-2 1-16,-2 6-14 0,-1-2 9 15,3 3 4-15,-6 3-15 0,0 0 3 0,0 0 2 16,12 6-7-16,-12 3 5 0,3 3 4 0,0-1 1 16,0 6 13-16,-1 1-11 0,-2 3 3 15,0-2 0-15,-2 4-10 0,2 2 2 0,-3 0 8 16,-3 0-3-16,4-2 16 0,-7-1-13 16,2 2 18-16,-3-2-6 0,2-4-2 0,-2 0 1 15,-1 0-6-15,-2-3 5 0,3 0-10 0,0-7-39 16,-2 3-9-16,2-5-32 0,-1-4-79 0,0 3-120 15,1-5-537-15,10 0 53 0,-12-7 54 16,3-1 53-16,6-1 90 0</inkml:trace>
  <inkml:trace contextRef="#ctx0" brushRef="#br0" timeOffset="197984.28">30703 6417 691 0,'21'4'258'0,"-5"3"-22"0,-1 0-11 15,-5 1-25-15,0 2-16 0,2 3-10 0,-7-1-5 16,0 2-18-16,-4 3-13 0,-1-3-2 16,-1-1-19-16,-4 4-1 0,1-2-16 0,-6 1 4 15,5 0-11-15,-4 0-11 0,0-4 7 16,-2 2 8-16,1-3-2 0,5 2-13 0,-3-4-8 16,0 0-15-16,3-1-3 0,0 0-7 0,1-4-3 15,1 3 5-15,0-2 1 0,0-2-12 0,3-3 7 16,0 0-1-16,10 7-16 0,-1-7 1 15,3-1 7-15,7-1-25 0,2-3-23 0,6 2-28 16,1-3-62-16,3-2-120 0,3-1-546 16,0-1-12-16,-3-4 97 0,0-1 44 0,-1 3 89 15</inkml:trace>
  <inkml:trace contextRef="#ctx0" brushRef="#br0" timeOffset="198166.24">31216 6469 1180 0,'4'-2'337'0,"7"-4"-22"0,-1 5-49 15,2-2-17-15,-1-1-42 0,9 1-51 0,0-1-82 16,-2 1-71-16,6-2-210 0,-4 2-500 16,7-3 47-16,-3 2 76 0,0-3 52 0</inkml:trace>
  <inkml:trace contextRef="#ctx0" brushRef="#br0" timeOffset="198532.78">31657 6211 911 0,'0'0'271'0,"-10"17"-25"0,6-11-11 16,4 3-35-16,-1 1-18 0,1 0-26 16,0 2 0-16,1-1-13 0,3 3-22 0,1-3-16 0,-3 3-8 15,7-3-5-15,-2 1-8 0,1-1-4 16,2-2-1-16,0 1-2 0,4-4-11 0,-4 1-2 15,3-5-17-15,1 3 9 0,-1-3-10 16,1-2-3-16,-3-2-2 0,3-3 3 0,-4 0-18 16,0 1 2-16,1-4-18 0,1-1 13 0,-2 1 3 15,-2 0-6-15,-1 1 6 0,0 1-6 16,-1 2-5-16,-1-2-22 0,-3 4 2 0,5 1 5 16,-7 1 12-16,0 0-6 0,10 4 4 0,-7 3-8 15,-2 1 14-15,2 2-24 0,0 3 16 16,-1 4 5-16,-1-7 4 0,-1 6 1 0,0-1 0 15,-1 2 3-15,-1 0 17 0,-4 0 6 0,4-1-16 16,-6 1 3-16,1-1-6 0,1 0-4 0,-6 0-3 16,2-5 12-16,-2 3-9 0,-3-4-14 15,1 1-30-15,1-3-7 0,1 2-68 0,-4-3-60 16,-1 0-188-16,3-1-460 0,1-4 56 16,-1-1 82-16,4-2 71 0,-1-1 50 0</inkml:trace>
  <inkml:trace contextRef="#ctx0" brushRef="#br0" timeOffset="198832.69">32070 6421 1269 0,'16'0'343'0,"-11"4"-38"0,2-1-16 0,-1 3-28 15,2-2-31-15,-5 6-7 0,3 1-18 0,-5-2-31 16,2 7 5-16,-3-6-33 0,-3 5-18 15,2 1 0-15,-5-3-15 0,2 3-16 0,-3-3-8 16,1 2 1-16,-1-4-11 0,4 0-4 0,-1 1 1 16,-2-3-17-16,1-2 5 0,-1-1 3 15,5 2-13-15,0-3-1 0,-4 3 24 0,5-6-31 16,0-2 0-16,0 0 0 0,0 0-2 0,10 5-8 16,-10-5 0-16,0 0 2 0,26-9-10 15,-18 3-7-15,9-1-21 0,-6-1-21 0,6 0-25 16,-1-3-38-16,-1-3-70 0,-2 2-87 15,3-4-455-15,-6 2-143 0,-5-3 66 0,3-2 58 0,-2-3 75 16,-1-2 70-16</inkml:trace>
  <inkml:trace contextRef="#ctx0" brushRef="#br0" timeOffset="199166.06">31920 5986 854 0,'-10'12'251'0,"-1"-3"-15"0,1 1-21 16,0-2-21-16,6-1-27 0,-2-3-24 0,1 3-5 15,-4 0-20-15,5-3 7 0,1 1-17 16,-1-3 20-16,1 4-3 0,0-4-15 0,3-2-30 16,0 0 7-16,0 0-13 0,0 0-5 0,0 0-2 15,3-19-3-15,1 7-16 0,4 0-9 16,-3-3 7-16,6-3-5 0,-1 0-5 0,0 0-8 15,4-3-5-15,-1 3 2 0,1 3 1 0,-1-2 2 16,2 4-7-16,-5 1-3 0,3 4-1 16,5 1-1-16,-5 3-14 0,1 4 6 0,1 4 5 15,-2 1-8-15,3 3-8 0,2 4 1 0,4 2-37 16,-2 4-48-16,-1 2-48 0,2 0-83 0,-1 4-263 16,1-5-266-16,0 4 73 0,0-4 75 15,-2-4 41-15</inkml:trace>
  <inkml:trace contextRef="#ctx0" brushRef="#br0" timeOffset="199349.59">32611 6128 903 0,'3'10'279'0,"2"5"-13"0,-4 1-38 16,-1 6-18-16,-1 0-23 0,-4 6-23 0,2 2-8 15,-4 2-5-15,-7 13-33 0,1-2-13 16,-5-2-1-16,0 0-17 0,-8-3-38 0,-2 1-36 15,-5-4-103-15,-5-2-158 0,-4 0-453 0,-8-5 35 16,-5-4 67-16,-7-8 57 0</inkml:trace>
  <inkml:trace contextRef="#ctx0" brushRef="#br0" timeOffset="199682.82">29743 6209 762 0,'0'8'341'16,"-1"3"-21"-16,1 3-29 0,1 3-29 0,2 2-24 16,2 6-31-16,3 4-7 0,3 2-24 15,5 10-20-15,2 1-12 0,8 0-11 0,-1-1-21 16,6 3-12-16,4-4-18 0,12 8 3 0,-2-2-29 16,6-3-61-16,-8-11-59 0,3-4-138 15,5-3-533-15,7-3 16 0,-1-8 53 0,6-3 72 16,2-8 52-16</inkml:trace>
  <inkml:trace contextRef="#ctx0" brushRef="#br0" timeOffset="200216.16">33134 5761 1064 0,'8'-4'343'0,"-3"0"-25"0,3 1-39 0,3-1-18 16,-3 1-36-16,-1 2-25 0,-7 1-16 0,17 1-20 16,-17-1 10-16,13 7-18 0,-5-3-15 0,-4 3-18 15,-1 3 7-15,-3 1-22 0,0 0-6 16,-4 5 11-16,-2 0-31 0,-5 1-6 0,4 0-6 15,-6 2 11-15,-1-2-1 0,1-1-14 16,-2 5-14-16,2-5 1 0,-1-3-7 0,1 2 3 16,6-3-5-16,-2 0-1 0,1-3 3 15,1-1-15-15,1 0 17 0,4-1 6 0,-4-3-18 16,6 2 13-16,0-6-11 0,8 8-12 0,1-8 2 16,1 3 0-16,4-2-10 0,-3 2-13 0,6-1 8 15,0 0-16-15,0 3-30 0,0-4-39 0,-3 3 3 16,-1 0-66-16,4 3-93 0,-7-3-72 15,-1 4-278-15,-7 1-272 0,2 1 77 0,-8 2 79 16,-3-1 90-16,-3 3 51 0</inkml:trace>
  <inkml:trace contextRef="#ctx0" brushRef="#br0" timeOffset="200532.11">30993 7525 970 0,'0'0'312'0,"0"0"-25"0,-3-6-34 16,3 6-10-16,0 0-38 0,0 0-18 16,0 0-3-16,0 0-30 0,11 14-44 0,-11-7-23 15,3-1-59-15,-3 5-43 0,3 0-111 0,-3 4-171 16,-3 2-412-16,3 1 62 0,0-1 60 16,-3 1 55-16</inkml:trace>
  <inkml:trace contextRef="#ctx0" brushRef="#br0" timeOffset="200682.58">31042 8131 1259 0,'3'9'345'0,"-3"-6"-25"0,3 3-51 0,0 1-15 16,-1 2-50-16,0 1-45 0,1 1-90 0,-3 6-125 15,0 4-185-15,0-2-460 0,0 3 48 16,-3 3 64-16,3 0 54 0</inkml:trace>
  <inkml:trace contextRef="#ctx0" brushRef="#br0" timeOffset="200865.44">30998 9125 808 0,'-2'6'220'16,"2"-1"-22"-16,-3 2-55 0,3 3-110 0,-3 3-122 16,0-3-165-16,3 5-311 0</inkml:trace>
  <inkml:trace contextRef="#ctx0" brushRef="#br0" timeOffset="201032.33">30980 9706 867 0,'0'0'272'0,"0"5"-137"16,0 2-232-16,0 0-471 0,5 0 40 0</inkml:trace>
  <inkml:trace contextRef="#ctx0" brushRef="#br0" timeOffset="201215.65">31147 10047 1348 0,'0'0'374'0,"0"0"-56"16,0 0-73-16,0 0-86 0,-3 3-85 0,3-3-256 15,0 0-493-15,0 0 40 0,0 0 67 16</inkml:trace>
  <inkml:trace contextRef="#ctx0" brushRef="#br0" timeOffset="-195584.8">29158 14298 309 0,'0'0'105'0,"-3"-7"-18"0,3 7-15 16,-3-2 0-16,3 2-26 0,0-6-5 0,0 6 0 15,-5-5-6-15,5 5-37 0,0-5 17 16,0 5-10-16,-3-7-7 0,3 7 7 0,0 0 13 16,-3-7 0-16,3 7-6 0,-1-1-4 0,1 1 25 15,-3-7 6-15,3 7 12 0,0 0-18 16,-3-4 26-16,3 4 26 0,0 0-19 0,0 0-12 15,3-6 51-15,-3 6-51 0,0 0 5 0,0 0 2 16,4-7 3-16,-4 7-26 0,0 0 14 16,0 0-4-16,6-1-9 0,-6 1-11 0,0 0-3 15,0 0 6-15,0 0 15 0,0 0-13 0,0 0 3 16,0 0-10-16,11 8 10 0,-11-8-1 16,3 5-14-16,-3-5 10 0,0 0 7 0,0 0 0 15,-3 9-20-15,3-9 16 0,-6 3-4 0,6-3 9 16,-5 6 2-16,5-6 2 0,-6 2 6 0,6-2 0 15,-7 0 2-15,7 0-5 0,0 0 8 16,-7 5-1-16,7-5-2 0,0 0-4 0,0 0 1 16,0 0 3-16,0 0-5 0,0 0-17 15,-6-12 27-15,6 12-33 0,0 0 3 0,9-8-3 16,-8 5 2-16,-1 3 1 0,9-7-24 0,-5 7 11 16,3-2-5-16,-7 2 15 0,10-5-8 0,-6 4-10 15,-4 1 3-15,10 0-5 0,-10 0-3 16,11 4 7-16,-11-4-22 0,6 4 7 0,-2 1 11 15,-4-5 2-15,3 5-13 0,-3 0 3 16,0-5 3-16,-3 8 7 0,3-8 2 0,-4 7-9 16,-2-4 7-16,2-1-3 0,-3 2-2 15,7-4 16-15,-11 3 20 0,2-2-31 0,1 2 2 16,2-1-4-16,6-2 2 0,-14 1-28 0,14-1-77 16,-14-3-222-16,8 3-418 0,6 0 54 0,-14-4 67 15,7 4 58-15</inkml:trace>
  <inkml:trace contextRef="#ctx0" brushRef="#br0" timeOffset="-193534.91">28529 14931 877 0,'0'0'239'0,"0"0"-37"15,0 0-15-15,0 0-11 0,0 0-20 0,0 0-7 16,0 0-21-16,0 0 0 0,0 0-10 0,7 10-19 15,-4-2-4-15,-3-1-18 0,2-1 2 16,-1 2-28-16,0-2 16 0,-1 1-3 0,3 0-21 16,2 1 9-16,-3 0-11 0,1-1-13 15,2 0 10-15,-3-1 3 0,5 1-10 0,-3-3-3 16,2 0-5-16,1 1 5 0,4 0 0 0,-2-2-7 16,1-1 2-16,-3 0-3 0,4-2 14 0,-1 0-11 15,4-2-3-15,-1 0-20 0,0-1 5 16,2-1 5-16,-2-2 6 0,5 2-6 0,-5 0 3 15,6-3 10-15,-7 2 0 0,5 0-5 16,-2 1-10-16,-2 0 2 0,0 2 10 0,-2-3-7 16,2 5-5-16,0-3 2 0,-2 3-13 15,-1 0 9-15,0 0-6 0,1 3 5 0,-4 0-8 16,3 1 8-16,0-3 3 0,-3 6-8 0,0-2 18 16,2 0-16-16,-4 2 1 0,2-2-11 0,-4-2 11 15,3 4-8-15,-3-1 7 0,1-2 1 0,-1 0-1 16,1 0 11-16,-3 1-8 0,-1-5 6 15,6 5-1-15,-3-1 15 0,-3-4 21 0,4 3-10 16,-4-3 3-16,6 1-11 0,-6-1-10 16,0 0 7-16,0 0-14 0,18-4 14 0,-11 0-9 15,2 0 4-15,-1-2-10 0,2 2 3 0,-3-2-3 16,7 1 6-16,-4-5 7 0,3 7-11 0,-2-2 22 16,-1 1-14-16,3-2-15 0,-2-1 3 15,-4 7 2-15,6-4 3 0,-2 0 10 16,-4 4-20-16,5 0 4 0,-1 0 9 0,-1 0-16 15,0 0 5-15,1 1 5 0,1 2-5 0,-4 0 3 16,7-2-6-16,-3-1 4 0,0 4 1 16,1-3-7-16,1 0 21 0,-1 0-1 0,0-1-4 15,1 0 9-15,-3-1-15 0,3 0 16 0,2-4 10 16,-1 4-11-16,-2-2 4 0,4-1 6 0,-3-3-4 16,0 1-8-16,-1-5-2 0,2 3 12 0,-2-2-20 15,0 0-13-15,-2-1-13 0,-1-3-38 16,0-1-103-16,-3 4-240 0,-4-3-471 0,-2 3 81 15,-1-3 114-15,-1-1 38 0,-9 1 58 16</inkml:trace>
  <inkml:trace contextRef="#ctx0" brushRef="#br0" timeOffset="-191635.29">12684 16065 522 0,'0'0'204'16,"0"0"-14"-16,0 0-21 0,10 16-23 0,-7-11 0 16,1-1-31-16,0 1-5 0,3 1-8 15,-1-1-7-15,-2 0 7 0,2 0-15 0,2 0-15 16,-2-2-3-16,-2 2 3 0,2-3 0 0,1 2-11 16,1-2 13-16,-2 1 11 0,4-3-24 0,-3 1 1 15,-7-1 4-15,18-3-12 0,-5 1-3 16,-2-1-13-16,2 1 1 0,1 0-16 0,-1-3 18 15,0 4 7-15,-1-2-25 0,1 0 11 16,1 3-27-16,-4-2 19 0,3 2-8 0,-2 0-13 16,-1 0 26-16,0 2-13 0,4-2-8 0,-4 3-2 15,1 0-1-15,-4 0-4 0,3 1-1 0,-1-1 6 16,-1 1 13-16,-2 0-21 0,-2 0 0 16,2-1 5-16,-2 3 7 0,-1-4-6 0,2 3 1 15,-2-1 14-15,-3-4-21 0,6 6 33 16,-3-4-7-16,-3-2 2 0,4 6 2 0,-4-6 22 15,3 2-1-15,-3-2 8 0,0 0-8 0,7 4 0 16,-7-4 0-16,0 0-7 0,0 0-8 16,14-11-3-16,-11 8 3 0,4-3-5 0,0 1-3 15,3-1-3-15,-3 0 3 0,3-1-7 0,1 2-1 16,-1-1 3-16,3 0 3 0,1-1-3 0,-4 5 5 16,4-3 0-16,0 1-2 0,0 2 5 15,-1-3 2-15,1 4-7 0,3-1-6 0,-4 1-7 16,1-2 10-16,3 3-8 0,-3 0-2 15,-1 0-3-15,2 3 8 0,-2-2-15 0,1 1-16 16,-1-1-38-16,0 1-93 0,-2 3-288 16,0 1-405-16,-2-2 87 0,2 1 77 0,-7-3 61 15,-4-2 62-15</inkml:trace>
  <inkml:trace contextRef="#ctx0" brushRef="#br0" timeOffset="-166521.08">11795 6066 220 0,'0'0'71'0,"0"0"-9"0,0 0 17 15,0 0-12-15,4 2-1 0,-4-2-7 16,0 0 2-16,0 0-7 0,0 0 3 0,9 0-14 16,-9 0 1-16,0 0 9 0,12 0-4 15,-12 0-6-15,13 0-4 0,-7 1-1 0,-6-1-17 16,18-1 30-16,-11 1-18 0,4 0-12 0,-1-1 9 16,2 1 17-16,3 0-35 0,-5-1 24 0,7-2-8 15,-4 3-15-15,2-2 8 0,1 1 7 16,2 0-5-16,-2 1-16 0,5-2 11 0,0-2-7 15,-1 4 4-15,1-2-2 0,3 1-8 16,-1-1 0-16,1 0 0 0,-3-1 3 0,6 2-1 16,-6 1-1-16,3-1-17 0,3-4 16 0,-3 5 1 15,0-2 4-15,-1 2-10 0,1-5 10 0,-2 4 0 16,1-1 6-16,1 1-21 0,-4-1 10 16,2-1 7-16,1 1-27 0,-3 1 20 0,1 0-15 15,0-4 13-15,-1 4-14 0,-2 0 22 16,1-1-19-16,2-1 21 0,-3 2-6 0,1-1-4 15,2 1-18-15,-3-1 48 0,2 0-33 0,0-1-5 16,1 2 7-16,-4 0-4 0,4-4-16 0,-1 4 36 16,0 0-11-16,1-4-4 0,-1 4-8 15,1-1 10-15,0 1-10 0,-1-4-3 0,0 2 0 16,1-1 19-16,-1 2 4 0,1 0 0 16,0-3-2-16,-1 2-8 0,1 0 8 0,0 0-13 15,-1 0-2-15,3-3 2 0,-2 5 20 16,0-2-2-16,-1-1 0 0,1 1-23 0,0-1 23 15,-2 0-3-15,2 0-7 0,-4 2 5 0,4 0-3 16,0-4 0-16,-2 3 0 0,2-1-10 0,0 0 8 16,-4 3 0-16,3-4 7 0,-3 3-5 15,1-4 6-15,-1 3-14 0,0 1-12 0,0-3 7 16,0 3 8-16,0-3 16 0,-3 3 2 16,3-3-13-16,-1 2-7 0,2 0 20 0,-4-2-5 15,6 0-13-15,-2 3 15 0,-2-2-7 0,2 0 2 16,-1-1 6-16,3-1-16 0,1 0 13 0,-4 4-15 15,3-4 30-15,-3 3-15 0,1-4 0 16,2 2-8-16,0 1 3 0,1-2 10 0,-4 3 5 16,4-2 8-16,2 1-16 0,-1-3 1 0,0 2-11 15,-1 2 8-15,0-2-3 0,-1 1 8 0,1-2 5 16,-3 2-10-16,1 0 0 0,2-1 3 16,0-1-11-16,-1 0 5 0,-2 4 3 0,1-4-13 15,-1 0 8-15,3 2 8 0,-2-1-11 16,-1 2 5-16,-1 0-2 0,0-3 10 0,1 2-31 15,1 0 47-15,-1 2-39 0,-1-3 7 0,0 3-1 16,0-4 9-16,0 3-13 0,1-2 1 16,-2 2-3-16,2-3-3 0,-2 4 9 0,2-3-9 15,-2 2 21-15,2-1-10 0,-2 0 7 0,2 2-2 16,0-4 5-16,-2 3-3 0,2-1-12 0,1-2 9 16,-1 2-9-16,-1 2 2 0,3-4 5 15,-2 0 16-15,2 2-18 0,-3-1 17 0,4 1-4 16,-4-2-3-16,3 3 0 0,-3-3 7 15,4 1-15-15,-3 1 13 0,1-2-2 0,2 4-6 16,-4-4 13-16,3 0-10 0,-2 1-7 16,-1 1 12-16,3 1-11 0,-6-3-1 0,6 3-4 15,-6-2 14-15,0 2-6 0,-1 1-2 0,-2-3 0 16,-1 3-3-16,3-3-2 0,-5 4 7 0,2-2-2 16,-4 0-3-16,1 2-10 0,1-2 10 15,-8 3 3-15,10-2 0 0,-4-1-8 0,-6 3-8 16,7-2-12-16,-7 2-34 0,0 0 11 15,11 0-18-15,-11 0-57 0,0 0-102 0,-3 9-174 16,3-9-305-16,-4 9 65 0,-3-4 50 0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5:32:10.52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4251 3381 780 0,'3'11'261'16,"0"3"-15"-16,-3 5-8 0,1-1-31 0,2 7-15 16,0 0-33-16,2 3 7 0,-2 1-15 15,3 2-23-15,-3 1-17 0,1 1-12 0,-1 0 14 16,0-3-34-16,-2-3 3 0,2 0 0 0,4-1-8 15,-6 2-10-15,2-3-7 0,0 0 4 0,0-1-12 16,0-5 7-16,1-1-15 0,-1-3-20 16,-3 1-1-16,0-4-5 0,3 1-4 0,-3-5 1 15,1 0-37-15,-1-4-16 0,0 1-18 0,0-5-15 16,0 0 17-16,0 0 4 0,-4-13 19 0,1 5 9 16,0-5-11-16,-1-2 15 0,-6-4 9 15,3-5-6-15,-3-2 8 0,3-6 10 0,-3-1 0 16,-4-15 10-16,4 4 10 0,-1-2 1 15,1 8 15-15,4 2-6 0,2 1 11 0,-3 1 3 16,3 2 7-16,4 3-5 0,-3-1 3 0,3 4-1 16,3 0-4-16,2 1 10 0,1 1-19 15,-2 2 4-15,3 2-1 0,2 1-7 0,2 3-8 0,-1 3 5 16,0 1-7-16,4 3-9 0,-1 2 4 16,-1 3-11-16,1 2 3 0,4 2 2 0,-1 5-5 15,2 0 0-15,-1 6 8 0,1 0 66 0,-2 3 3 16,1-1-8-16,-6 3-10 0,2 1-20 15,-6 4 4-15,-1-4 1 0,-2 1-8 0,-4 1 0 16,-3 6-8-16,0-3 1 0,-4 2-22 16,0-2 24-16,-4 2-3 0,-2 1-4 0,-1-4-17 15,1-3 22-15,-1 1 7 0,0-4-11 0,1 0-2 16,-1-3-7-16,3 0 2 0,2-2 8 0,-2-3-1 16,1 2-14-16,3-1 20 0,-1-4-8 0,2 1 5 15,0 2-30-15,2-5 12 0,1 5-5 16,-1-5-5-16,1 1 6 0,3-3 1 0,0 11-7 15,0-9 6-15,1 5-1 0,5-3-5 16,0 3-7-16,1 0 7 0,4 2 5 0,2 0-2 16,0 0-8-16,5 1-6 0,3 2 12 0,-2 0 9 15,9 3-2-15,-1-1 0 0,4 0-8 0,-3 0-13 16,3 0 11-16,0-2 9 0,-1 1-4 16,1-2-5-16,0 0 2 0,0 0-10 0,-1-2 2 15,-3 0 13-15,-2-2-17 0,2 1 12 0,-4-4 2 16,2 2-4-16,-1 0 2 0,-4-5-10 15,-3 3 7-15,4 0-17 0,-8-3-16 0,2 1-35 16,-2-2-24-16,-3 0-79 0,1 0-112 0,-2-2-582 16,-2 1 24-16,-3-6 86 0,3 2 87 15,-4-5 68-15,0 0 57 0</inkml:trace>
  <inkml:trace contextRef="#ctx0" brushRef="#br0" timeOffset="449.4">4959 2844 880 0,'3'-6'248'0,"3"1"-15"0,-3-1-31 15,2 2-17-15,1 1-19 0,1 0-12 0,3 2-19 16,-10 1-14-16,17 1-6 0,-7 2-18 0,1 2-5 15,-1 1 0-15,0 1-10 0,-3 1-15 16,0 4-3-16,0-1-8 0,-4-1 8 0,-2 5-23 16,-1-1 13-16,-1-1-18 0,-2 4 0 15,-3-1 20-15,2 1-2 0,-4-2-13 0,2-1 10 16,-1 0-13-16,-2 0-5 0,1-1 8 0,1-1-10 16,1-2 2-16,2-2-4 0,-2 2-9 15,1-3 11-15,2 0-3 0,0-1-5 0,0-1-3 16,2 0-7-16,1 0 3 0,0-5 7 0,1 9-13 15,2-6 21-15,0 2-3 0,5-3 13 0,2 1-13 16,3-3-13-16,1 1-5 0,0-1 21 16,6-1-15-16,1 1 1 0,2-3 12 0,5 1-22 15,2-3 4-15,1 2-9 0,-3-1 3 16,3 2 23-16,2-1-23 0,-2 0-5 0,0 0-10 16,-3 1 3-16,2 0-22 0,-6 2-22 0,0-2-33 15,-3 4-44-15,2 0-59 0,-2 0-107 0,-1 1-211 16,-2 0-250-16,-1 1 82 0,-4 1 61 15,-2-3 52-15</inkml:trace>
  <inkml:trace contextRef="#ctx0" brushRef="#br0" timeOffset="749.74">5645 3575 816 0,'-3'9'340'0,"3"-9"-4"0,0 4-39 0,0-4-34 16,0 0-12-16,3 4-28 0,-3-4-16 0,4 3-20 15,-4-3-10-15,11 0-13 0,-11 0-13 16,19-3-18-16,-8 0-10 0,2 2-13 0,5-3-21 16,-2-1-2-16,2 1-15 0,-1-1 7 0,7-2-12 15,0 3-8-15,0-3-6 0,3 1-1 16,-6 2-11-16,3-3-21 0,-3 3-10 0,-2-1-15 15,-1 4-28-15,-1-3-41 0,-4 1-31 0,0 2-34 16,-2 1-58-16,-4 0-74 0,-7 0-100 16,13 4-369-16,-13 0 23 0,0-4 80 0,0 0 48 15</inkml:trace>
  <inkml:trace contextRef="#ctx0" brushRef="#br0" timeOffset="1016.23">5748 3796 783 0,'-7'5'284'0,"3"0"-15"16,1-1-18-16,0-1-19 0,3-3-17 0,-4 4-15 16,4-4-10-16,-3 4-11 0,3-4-15 15,0 7-11-15,0-7 3 0,0 0-5 0,10 6-20 16,-6-6-3-16,6 0-13 0,0 1-20 16,3-2-3-16,2 1-8 0,5-3-4 0,0 0-4 15,4 0-9-15,4-1-8 0,-1 0-8 0,1 0 0 16,0 1-2-16,2-3-3 0,-6 2-5 0,6-3-10 15,-5 3 4-15,2 0-9 0,0-2-5 16,-6 2-16-16,-1-1-13 0,1-1-28 0,-4 2-61 16,3-3-41-16,-5 4-154 0,1-5-435 15,1 2-56-15,-4-1 76 0,2-1 77 0,-2 0 49 16</inkml:trace>
  <inkml:trace contextRef="#ctx0" brushRef="#br0" timeOffset="1432.39">7313 3161 901 0,'0'8'319'0,"0"1"-22"0,4 2-33 16,-4 6-5-16,1 2-34 0,2 0-10 15,3 4-18-15,-5 4-18 0,5-1-2 0,-2 6-19 16,2 2-17-16,1 0-23 0,0-2 13 0,0 1-19 15,-1-1-7-15,-2-6-8 0,3 6-12 0,0-4-14 16,-3-2 14-16,2-1-13 0,0-2 2 16,-1 0-15-16,1-2-18 0,-2 0-3 0,2-4-7 15,-3-1 0-15,1-2 4 0,-1 1-14 0,1-2-21 16,0-2-59-16,-1 2-18 0,0-4-56 0,1 1-138 16,2-3-479-16,1 1-39 0,-2-5 75 15,4-2 72-15,-9-1 61 0</inkml:trace>
  <inkml:trace contextRef="#ctx0" brushRef="#br0" timeOffset="1799.17">7943 3771 1128 0,'0'0'377'16,"0"0"-29"-16,0 0-10 0,0 0-47 16,13-1-32-16,-13 1-21 0,14-2-28 0,-4 2-21 15,4-1-12-15,3-2-18 0,1 2-8 0,4-1-36 16,3 0-3-16,5-1-14 0,1 0-9 16,0 0-2-16,6-1-10 0,2 0 10 0,-8 0-18 15,3 1-10-15,-3-1-15 0,2 1 7 0,-5 1-10 16,-1 1 13-16,-3-4-24 0,0 2 16 15,-4 0 11-15,1 2-19 0,-4-2 16 0,0 2-18 16,-3-2-3-16,0 0-2 0,-4 1-6 0,0 1 21 16,1 1-12-16,-4-4-22 0,2 4 17 15,-9 0-22-15,14-1-12 0,-14 1-41 0,7-2-13 16,-7 2-46-16,0 0-51 0,4 7-74 16,-4-7-487-16,0 0-151 0,-15 9 88 0,6-9 65 15,-2 1 93-15,-3-1 44 0</inkml:trace>
  <inkml:trace contextRef="#ctx0" brushRef="#br0" timeOffset="2965.94">9959 3026 581 0,'-3'-6'232'0,"3"6"-9"15,0 0-23-15,0 0-16 0,0 0-7 16,0 0-6-16,0 21-35 0,0-10-13 0,3 6 5 16,0 0 0-16,5 5-21 0,-5 1-30 15,1-1 0-15,2 2-8 0,-2 1-3 0,2 0-2 16,-1 0 0-16,1-1-12 0,-2 0 7 0,2-3-13 15,-3 2-5-15,1-3 10 0,3 0-23 0,-3-4-13 16,-1 1 6-16,0-5-16 0,0 1 5 16,1-3 21-16,-1-1-26 0,-3-2 5 0,3 0 6 15,-2-5 1-15,-1-2-14 0,0 0 12 16,0 0-7-16,0 0-3 0,0 0 3 0,10-18 10 16,-10 5 0-16,0 2-6 0,-3-4-1 0,3-3-11 15,-3 0 7-15,-2-7-4 0,2 0 5 16,0 0-1-16,-1-3 1 0,1 1 5 0,0 0 5 15,-3 0 5-15,1 2-8 0,2 0 13 0,3 3 3 16,-3 4 13-16,2 0-19 0,1 4 6 16,-3 2-29-16,3 0 4 0,0 4-4 0,0 1-2 15,3 3 10-15,-3 4 1 0,7-2-4 0,-7 2 1 16,14 9 2-16,-4 1-5 0,1 1 0 16,-1 3 0-16,0 1 11 0,4 3-11 0,-1 0 3 15,2 4-6-15,-2-5-9 0,4 4 9 16,-3 0 1-16,3-1-1 0,-4-3 24 0,5 1-31 15,-5-1 10-15,0-3-5 0,-1 0-3 0,0-4-2 16,-1-1 3-16,-4-1 9 0,3-2-7 16,-3-2 21-16,3 1-8 0,-3-5-3 0,0 0 8 15,-7 0-13-15,17-7 0 0,-10 1 13 0,0-5 0 16,2 1-21-16,-1-5 8 0,-4 1-7 0,2-4 17 16,-3-1-5-16,1 2 3 0,-1-7-3 15,0 2 6-15,-3-3-1 0,4 4-12 0,-4 0 2 16,0 2-5-16,1 2 10 0,-1 2 0 15,3 1 67-15,-3 2-3 0,0 1-38 0,0 3 15 16,0 2-17-16,3 3 4 0,-3 3 5 0,0 0-12 16,0 0 2-16,17 15-2 0,-10-4-10 0,0 5-1 15,-1-3 13-15,1 5-12 16,0 3 2-16,1 0-15 0,1 0 17 0,-2 2-12 0,1-2 0 16,1 2-11-16,-2 0 14 0,3-2-6 15,-2 1-20-15,1-3-31 0,-2 2-16 0,0-7-42 16,1 1-52-16,1 1-67 0,-2-5-130 0,3-3-458 15,1 3 58-15,-1-8 70 0,0 0 66 0,0-3 75 16</inkml:trace>
  <inkml:trace contextRef="#ctx0" brushRef="#br0" timeOffset="3349.04">10896 2933 767 0,'0'0'323'0,"-10"-4"-29"0,10 4-43 0,-10 0-23 16,10 0-16-16,-17 6-12 0,6-3-31 0,1 4-13 16,0 0-13-16,-4 2-27 0,4 1-4 15,-1 0-4-15,1 0-21 0,1 1-5 0,2 0-8 16,2 1-10-16,2-2 0 0,0 1-10 16,3 1-3-16,0-1-8 0,3-1 1 0,1 3-11 15,3-2 6-15,3 2 4 0,0-1-17 0,1-1-8 16,2 2 7-16,1-1-9 0,3 1-4 0,-3-1 11 15,0 0-7-15,3 0-3 0,-1 0-13 16,-5-2 12-16,2 0-14 0,-2-2 2 0,0 2 10 16,-2 2 3-16,-2-3 5 0,0-1-3 15,0 0 11-15,-3 1 2 0,-1-4 10 0,0 6-2 16,-3-5 3-16,-3 2 9 0,-1-1-7 0,-3 3-10 16,0-2 7-16,-3-1-5 0,0 3-9 15,-4-2 11-15,1-1-4 0,-4 1-3 0,3-1-15 16,-3 0-21-16,3 0-22 0,-3-4-57 0,4 3-77 15,-2-6-172-15,5 0-488 0,1 0 49 16,-2-5 68-16,4 1 90 0,1-4 44 0</inkml:trace>
  <inkml:trace contextRef="#ctx0" brushRef="#br0" timeOffset="3749.59">11128 3120 698 0,'4'18'241'0,"3"-2"7"0,-3 1-38 15,-1 0-33-15,3-3-6 0,-2 1-27 0,-1 2 1 16,1-1-14-16,3-3-18 0,-3 2-16 0,2-1-15 16,-3-3 2-16,1-1-2 0,-1-2-8 0,0 0-12 15,1 1 2-15,-3-5-10 0,2 0 10 16,-3-4-13-16,0 0-5 0,0 0 0 0,0 0-5 15,0 0-3-15,0 0 1 0,-8-27-1 16,5 17 3-16,-3-7-3 0,2-4 8 0,-2 2-2 16,2-5 2-16,-3 0 5 0,3-1-2 15,-3-1 12-15,1-2-4 0,2-1-14 0,1 3-7 16,0 0 8-16,3-1-6 0,0 2-2 0,3 2-3 16,-3 0-7-16,3 5 12 0,1 0-10 0,2 2-2 15,1-1-6-15,1 3 1 0,-1 1-16 16,2 1 0-16,1 2 0 0,1 2-10 0,-1 1-8 15,-3 2-28-15,3 1-20 0,0 2-47 0,-3 1-15 16,-7 1-17-16,15 2-42 0,-6 1-74 16,-2-1-125-16,-1 3-349 0,-1 1 41 0,-2 0 60 15,-3 2 63-15</inkml:trace>
  <inkml:trace contextRef="#ctx0" brushRef="#br0" timeOffset="3916.63">11235 3036 760 0,'0'0'228'0,"0"0"-29"16,13 0-2-16,-13 0-15 0,15-3-26 0,-3 1-23 0,-2 0-5 15,5-1-10-15,-2 2-8 0,1-3-15 16,-1 0-18-16,2 1-34 0,-2 2-63 0,1 1-85 16,-1-2-164-16,-3 2-386 0,-2 0 56 15,-8 0 43-15</inkml:trace>
  <inkml:trace contextRef="#ctx0" brushRef="#br0" timeOffset="4132.28">11208 3304 645 0,'0'0'243'0,"6"5"-10"0,-6-5-41 0,10 1 15 16,-10-1-23-16,17 0-15 0,-6-1-15 0,6 1-3 15,-4-6-31-15,5 4-15 0,2 1-13 0,-3-4-5 16,4 2-13-16,3-1-51 0,-1 0-58 16,1-1-139-16,-6 1-208 0,9-2-294 0,-4 0 75 15,2-1 35-15</inkml:trace>
  <inkml:trace contextRef="#ctx0" brushRef="#br0" timeOffset="4534.49">11833 3046 629 0,'6'12'233'0,"-5"-1"-41"0,6 3-23 0,-1 3-5 16,-2-4-18-16,-1 5-21 0,1 1-7 0,-1-3-8 16,4 3-15-16,-6-2 5 0,2 0-16 15,0 0-25-15,0-2 5 0,-3-3-5 0,1 2 5 16,-1-2-16-16,3 0 11 0,-3-3 26 15,3 0 9-15,-3-2 19 0,0 1-18 0,0-4 5 16,0-4-16-16,0 4-5 0,0-4 8 0,0 0-20 16,0 0-13-16,0 0 5 0,-7-16 7 0,7 7-25 15,-3-5 0-15,3 0 3 0,0 0-11 16,0-2-2-16,3-1-6 0,-3 0-4 0,4-2 4 16,-1 2-2-16,0 5 0 0,0-2 11 15,1 2-6-15,0 3-13 0,-1 0-10 0,1 2 0 16,2 2-7-16,-2 3 25 0,2 0-18 0,-6 2 3 15,15 3 2-15,-6-2-8 0,1 6-2 16,1 0 0-16,-1 2 8 0,0 0 0 0,1 1-11 16,-1 2 3-16,0 1-7 0,1 0 12 0,-1 3-16 15,-3 1-6-15,3-5-24 0,0 5-36 16,-3-3-82-16,-1 1-151 0,2-1-483 0,-1 0 79 16,-1-5 46-16,-2 0 64 0,2-2 66 0</inkml:trace>
  <inkml:trace contextRef="#ctx0" brushRef="#br0" timeOffset="5232.33">12230 3263 1169 0,'3'-4'348'0,"3"-4"-30"0,-1 3-44 15,1-2-23-15,-3 2-13 0,4-3-16 0,0 2-40 16,0-1-18-16,-3-2 0 0,2 1-26 0,-2 1 5 15,2 2 3-15,-3-4-5 0,-2 3-13 16,2 0-15-16,-3-1-16 0,4 2-5 0,-4 0-15 16,0 5-13-16,0-7 2 0,0 7 8 15,0 0-15-15,0 0-15 0,0 0-1 0,-24 12 6 16,17-5-13-16,-3 2-8 0,3 2-10 0,0 0 0 16,1 1-10-16,-2 1 9 0,5-1-1 15,-1 0-14-15,1 0 11 0,3-2-8 0,0-1 8 16,0 0-5-16,3 1-6 0,-2-2 3 0,5-1-5 15,-2-1-5-15,6-2 13 0,0 0-3 0,-3-1 0 16,4-3 3-16,2 0-8 0,-3-1 5 16,4-1 3-16,-1-1-3 0,-2 0 3 0,2 1-11 15,-3-3 16-15,1 3-16 0,-1 1-4 0,-3 0-1 16,0-3-10-16,-7 4-3 0,0 0 21 16,17 5 0-16,-11-3-12 0,-2 4 1 0,0-2 19 15,-1 2-10-15,1 1-6 0,-1 1 13 0,0 0-13 16,1 0 8-16,-1-2-7 0,0 2 4 15,1-1 0-15,3 0 1 0,-3 1-1 0,2-2-2 16,-3-2 5-16,4 1 0 0,-4 0-5 16,5-2-3-16,-4-1 1 0,5 0 9 0,-2-2-9 15,4 0 4-15,-11 0 8 0,16 0-10 16,-9-2-3-16,4 1 6 0,-11 1-3 0,16-1-5 0,-8 1-1 16,-1-3 24-16,3 1-8 0,-1 0-5 15,-1 1-7-15,-1 0 7 0,3 1-3 0,0-4 16 16,-3 3-16-16,3-2 24 0,0-1-24 15,1 2-5-15,-1 0 8 0,-3-4 6 0,3 4 4 16,-3-3-3-16,3 1 19 0,-3 0 0 0,0 0 2 16,-4-3 5-16,4 0 8 0,-4 0-5 15,1-2 0-15,-1 1 7 0,0 0-15 0,-2-2 6 16,3 1-4-16,-4-1 1 0,-4-4-5 0,3 3-6 16,-2-2 8-16,0 1-2 0,-1-3-8 15,1 5-5-15,-3-3-6 0,2 3-2 0,1 0-28 16,-2 1-23-16,-1 2-43 0,3 0-37 0,-1 4-30 15,1-2-72-15,-3 2-127 0,5 0-526 16,1 3 47-16,0 0 86 0,0 0 85 0,-7-4 59 16,7 4 59-16</inkml:trace>
  <inkml:trace contextRef="#ctx0" brushRef="#br0" timeOffset="6816.2">13053 3202 959 0,'7'11'320'0,"0"1"-46"0,0-1-20 16,0-1-19-16,-4 0-25 0,1 1-15 15,2-1-16-15,-3 1-26 0,-2-3-14 0,2 5-1 16,-3-5-20-16,4 1-1 0,-4-1-9 16,0 0 10-16,0 0 2 0,0-4 10 0,0 3-4 15,0-1-6-15,0-6 3 0,-4 8-8 0,4-8-5 16,-3 2-23-16,3-2 3 0,0 0-3 0,0 0 2 15,0 0-25-15,-7-18 3 0,7 9-8 16,0-3 0-16,0-1-13 0,0-2 0 0,3-1 0 16,0 0-3-16,1 1-2 0,3 2-18 15,-3-3 6-15,2 2 4 0,1 3-15 0,-1-2 7 16,2 3-7-16,-1 1-10 0,0 2-18 0,2 1 28 16,-1 3-11-16,2 0 4 0,0 3-9 15,1 0 3-15,-1 3 0 0,0 0-5 0,4 4 3 16,-4 0 5-16,4 3-13 0,-1-2 7 0,-3 5 6 15,1-2-1-15,2-2-9 0,-3 4 4 16,1-2-4-16,-4-1-6 0,3 2 13 0,-4-3-5 16,2-1 3-16,-2 0 2 0,-2-2-8 15,2 1 1-15,-2-1 2 0,0 0-5 0,0-3 0 0,-1 3 17 16,3-5-6-16,-3 2 9 0,-3-3-15 16,10 0 8-16,-10 0-6 0,12-4 3 0,-6-3 0 15,1 0-7-15,2 0 2 0,-1-5 2 16,-1 0-4-16,3 0 10 0,-2 2 2 0,1-4-20 15,-2 5-1-15,0-1 11 0,-1 1 5 16,2 1-5-16,-2 1-18 0,-2-1 11 0,2 6 9 16,-3-3-20-16,-3 5 1 0,11-3-4 0,-11 3 11 15,10 4 10-15,-6 2-8 0,2 1 3 0,-1 1-3 16,1 0-7-16,-2 1 20 0,2-1-10 16,-2 1-5-16,2 1 5 0,2-1 2 0,-2 0-5 15,-2 1 3-15,5 1-5 0,-2-2 5 0,-2-4 10 16,4 2-15-16,-5-1-3 0,5 1 13 15,-5-3-5-15,3 0-5 0,0-2-3 0,-3 0 21 16,-4-2-11-16,0 0 0 0,17-2 6 16,-14-3-11-16,1 2 3 0,-4-4 13 0,0-1-8 15,0 0 2-15,0-1-7 0,-4-1 21 0,1 0-24 16,0-3 0-16,-2 3 8 0,-1 0 11 0,2 1-4 16,1-2-2-16,0 5 6 0,-1-2 1 15,4 1-1-15,-3 0 4 0,-1 0-20 0,4 3 20 16,0 4-7-16,4-8-6 0,-1 3 6 0,1 2-8 15,3 2 13-15,2-3-13 0,5 2-15 16,0 0 12-16,3-1 0 0,0 2-2 0,1-2-13 16,5 1 3-16,-3-2 10 0,1 2-3 15,0 0 6-15,-1-2-1 0,4 2 3 0,-3-3 0 16,-1 2-5-16,-2 0-5 0,2-1 7 0,-7 2-2 16,-1 0-5-16,1 2 10 0,-4-4-8 15,-2 4 0-15,-7 0 11 0,11 0-18 0,-11 0 2 0,0 0 3 16,3 6 2-16,-3-6 3 0,-10 11-3 15,0-3 8-15,0 0-2 0,0 1 9 0,-4 3-9 16,4-2 4-16,-1 1-7 0,1 2 8 16,0-1-3-16,3 1-5 0,-1-2 2 0,2 3-10 15,2-6 6-15,1 3 7 0,0-1 0 16,3-2-11-16,0 2-1 0,3-3 14 0,1-1-2 16,2 0-10-16,1-4 7 0,0 0 1 0,3 0 12 15,0-2-7-15,1-3-11 0,-1 1 10 0,0-3 1 16,4-3-8-16,-1-2 15 0,-2-1-10 15,0-3 5-15,1-3 5 0,-1-2-7 0,-4-2-8 16,0 0 10-16,0-4-13 0,0 0 8 0,-4-4 13 16,0-1-18-16,-3 0 0 0,0 2 18 15,0-2-21-15,-3 3 0 0,3 2 11 0,-3 3-1 16,-1 4 16-16,4 1-25 0,-4 4-9 0,1 2 11 16,0 4 5-16,0 4-2 0,-1 1-6 0,4 2 5 15,0 0 1-15,-14 13-3 0,11-1 5 16,-1 0-8-16,1 4 3 0,0 1 5 0,3 1-5 15,3 0 15-15,0 3-13 0,1 2-20 16,3-3 31-16,0 2 0 0,3-1-13 0,0-3 7 16,1 1-7-16,2-1 20 0,4-2-9 0,-3-2 1 15,3 0-2-15,0-3 8 0,0-4 3 16,0 0-11-16,4-2 15 0,-1-3 1 0,-6-1-14 16,6-1-4-16,1-3-1 0,-4-1 14 0,1-3 2 15,1-1-11-15,-4-2 4 0,1-1-9 16,-2 1-2-16,-1-2 3 0,-2 0-6 0,-4 0-7 15,0 4 7-15,-1-2 16 0,-2 3-26 0,-1 3 11 16,1-2 2-16,-4 3 8 0,0 3-11 16,0 0-5-16,0 0 8 0,0 0 0 0,-27 12 8 15,19-5-3-15,1 1-10 0,-2 2 10 0,5 2-18 16,-2-2 13-16,1 0 0 0,2 3-2 16,0-2 2-16,3-1 0 0,0 0-3 0,0 2 31 15,3-3-20-15,0 1-16 0,2-3 13 16,1 1 1-16,4-1-6 0,0-4 5 0,1-2 7 15,2 3-19-15,1-4-1 0,0 0 13 0,3-4 3 16,0 0-13-16,0-3-3 0,7-3 16 0,-4-1-11 16,-2-2-10-16,2 0 6 0,0-6-9 15,-2-4-2-15,-5 4-2 0,1-6-3 0,-4-2-8 16,-3-3-7-16,-4-2 10 0,1 0 2 0,-4-3 8 16,-4-1 0-16,4 1-2 0,-6-2 10 15,3 2 12-15,-1 9 11 0,1 1-8 0,0 6 5 16,-2 0 3-16,2 6-10 0,-4 3 9 0,4 2-6 15,-4 8-9-15,7 0 13 0,-14 8-15 16,8 2 15-16,-1 3 6 0,1 8-4 0,2 2-4 16,0 2 8-16,0 0-4 0,4 3 4 0,0 0 2 15,0 3 0-15,0 2-3 0,1 2-2 16,2 2 5-16,1 1-54 0,-4 0-5 0,-4-1-80 16,4 0-158-16,-7-2-642 0,-3 11 79 0,-4-6 66 15,-3-7 101-15,-3-9 58 0,-5-2 53 16</inkml:trace>
  <inkml:trace contextRef="#ctx0" brushRef="#br0" timeOffset="7548.59">9902 4086 847 0,'-8'-1'317'0,"8"1"-25"0,0 0-28 16,0 0-34-16,0 0-23 0,-9-1-20 0,9 1-23 16,0 0-3-16,0 0-17 0,0 0-11 0,0 0 7 15,0 0-14-15,24-3 7 0,-11 0 3 0,4 3-13 16,3-3-3-16,1-1 8 0,7 0-8 16,9-2 3-16,14-4-39 0,8 1 9 0,5-5-9 15,8 3 1-15,17-3-16 0,4-1 15 0,5 2-7 16,-2-3-13-16,4 0-13 0,9 2 5 15,7 1-12-15,4 0-16 0,3-2 18 0,0 2 5 16,3-2-10-16,4 1-7 0,30-3 4 0,5 4-2 16,-4-3-5-16,-32 4 17 0,1-1-15 0,35-3-2 15,-2 0-8-15,-2 1-13 0,-27 4 13 16,-1 0-5-16,0 1 8 0,32-2-87 0,-1-2 14 16,-28 4 4-16,-2 0-6 0,-1 2 14 15,3 1 11-15,-5-1-6 0,-1 2-1 0,2 2 16 16,-2-3-8-16,1 1 5 0,-5 2 7 15,-6 0 1-15,-4 1-3 0,-3-2-15 0,-8 2 5 0,-2-3 13 16,-10 3 5-16,-18 2 2 0,0-3 1 16,-7 1-8-16,-16 2 7 0,-8 1-7 0,-3-3 0 15,-10 3-3-15,-1-1-13 0,-6 1-35 0,-6 0-75 16,-5-2-23-16,-6 2-102 0,-4 2-614 16,-3-2 53-16,0 0 85 0,-41-3 69 0,1-1 74 15,-29-2 69-15</inkml:trace>
  <inkml:trace contextRef="#ctx0" brushRef="#br0" timeOffset="8614.65">9775 4721 934 0,'0'0'243'0,"0"0"-13"0,0 0-7 0,0 0-16 16,0 0-25-16,14 13-26 0,-8-4-18 0,1 4 6 15,1 1-26-15,1 1-11 0,1 3 1 16,0 4-3-16,-2-5-6 0,2 2-7 0,-4 4-20 16,5-4-3-16,-4 0-15 0,0 2 7 0,-1-3-4 15,-2-3-6-15,3 1-10 0,-6-1-3 16,5-4 6-16,-3-1-21 0,0 0 15 0,-2 2-2 16,2-8 8-16,0 3-16 0,-3-2 5 15,0-5-2-15,0 0-8 0,0 0 2 0,0 0 1 16,0 0-3-16,-7-16 8 0,4 2-11 0,-3 3 11 15,2-5-3-15,-3-1 3 0,3-5-6 16,-5-2 6-16,5-1-10 0,-7-4 20 0,5-2-21 16,-1-2 11-16,4 6 5 0,-1 2-11 0,4 0 6 15,-3 5-16-15,3 0 26 0,-3 5-25 16,3 3-4-16,0 0-7 0,3 6 3 0,0 1 0 16,4 4 0-16,-7 1 12 0,18 7-17 15,-5 1 9-15,1 2-14 0,2 5 7 0,-1-2-3 16,1 2 9-16,2 2-9 0,-2-1-4 0,-1 2 4 15,1-1 9-15,2-2-4 0,-5 3 1 0,4-1 2 16,0-2-15-16,-3-1 13 0,-1-3-6 16,-1 0-4-16,0 1-3 0,-2-5 74 0,-3-2-3 15,4-1-7-15,-1-3-10 0,-3-1-1 16,-7 0-2-16,20-6-20 0,-13-3 7 0,4 1-10 16,-4-4 0-16,2-4-5 0,-2-5 8 0,1 1-11 15,-5-7-7-15,1-2-11 0,2-3 24 0,-6-1-3 16,3 5 2-16,-3-1-12 0,3 2-6 15,-3 1 22-15,0 7-17 0,1 1 1 0,-1 2-11 16,0 1-4-16,3 5 7 0,-3 2-8 16,0 1 5-16,3 6 16 0,-3 1-3 0,0 0 3 15,11 11-5-15,-4 3 0 0,-1 2-6 0,1 2 8 16,0 6 1-16,3 0 1 0,-3 1-14 0,1 2 15 16,2 2-11-16,-1 0 14 0,1 1-9 15,-2 0-2-15,2 1 1 0,0-3-4 0,1 2-4 16,-1-2-45-16,0-6-14 0,1 4-44 15,2-6-56-15,-3 1-59 0,1-4-149 0,-1-5-488 16,4 1 58-16,-4-5 72 0,3-5 82 0,-2-1 41 16,-1-3 69-16</inkml:trace>
  <inkml:trace contextRef="#ctx0" brushRef="#br0" timeOffset="8998.76">10773 4484 929 0,'0'-6'379'0,"-3"0"-31"0,3 1-59 16,0 5-8-16,-7-4-27 0,7 4-19 16,0 0-17-16,-17 5-26 0,10-1-26 0,-3 3-2 15,0 2-23-15,0 3-8 0,-1-1-23 0,4 3-13 16,0-3-5-16,1 4-25 0,2 1-6 16,-3-2 3-16,7 0-5 0,0 0 0 0,0-1-10 15,7 3-6-15,-3-1 1 0,3 0-11 0,6 2 13 16,-2-2-18-16,5-2 6 0,-1 2-22 15,1-1 11-15,1 0-12 0,0 0-1 0,1 0 10 16,2-2-7-16,-6 2 5 0,3-2-3 0,-3 2 6 16,-1-4-8-16,1 1-16 0,-1-1-2 15,-5-2 8-15,2 2 7 0,-4-2 10 0,1 2 1 16,0-2-6-16,-6-1 18 0,-1 3-2 16,-1-3 8-16,-3 3-6 0,-3-1 3 0,-2 0-8 15,-1 3-3-15,-4-3 4 0,0-1-19 0,-3 1-2 16,3-1-14-16,0-4 1 0,-2 1-31 15,1-1-15-15,2-1-43 0,2-3-75 0,1 0-72 16,0-4-171-16,-1 0-453 0,5-4 81 0,-1-1 78 16,4-3 63-16,0-1 70 0</inkml:trace>
  <inkml:trace contextRef="#ctx0" brushRef="#br0" timeOffset="9381.18">11005 4528 988 0,'8'8'320'0,"2"7"-13"0,-3 0-31 16,3 3-30-16,1 2-16 0,1 5-12 16,-1-1-29-16,3 1-17 0,-4 1-24 0,4 1-12 15,-4 1-6-15,0-8-17 0,-2 4-5 0,4-2 4 16,-5-1-30-16,1 0-5 0,-2-4-8 16,-2-4-10-16,2 1-5 0,-3 0 7 0,1-5 6 15,3-1 2-15,-6 0-5 0,2-5-3 0,-3 1-5 16,0-4 6-16,0 0-11 0,0 0-20 15,-11-14 30-15,5 6-17 0,2-5-6 0,-3 0 3 16,-3-8 8-16,3-1 4 0,0-3 1 16,0-6-21-16,1-1 8 0,-1 1 0 0,3 4 16 15,1 0-16-15,-1 1-8 0,4 4 3 0,0 2 0 16,0-2-11-16,1 3-2 0,2 1-5 16,0-1 15-16,1 3-7 0,3 1 0 0,0-1-26 15,2 2 7-15,-2 0 14 0,4 2-6 0,-1 2-12 16,0 1-1-16,1-1-2 0,2 4 0 15,-3-1-28-15,1 2-21 0,-1 2-25 0,0 2-38 16,1 1-34-16,2 0-49 0,-2 1-97 0,-4 0-138 16,2 4-409-16,-2-1 43 0,-4 2 92 0,1-1 64 15,-4 0 56-15</inkml:trace>
  <inkml:trace contextRef="#ctx0" brushRef="#br0" timeOffset="9565.6">11180 4654 693 0,'0'0'307'0,"-3"7"-38"0,3-7-8 0,0 5-7 16,0-5-19-16,0 0-15 0,0 0-12 16,9 4-16-16,-9-4-16 0,15-3-17 0,-2 3-11 15,1-1-12-15,-1-4-8 0,5 3-13 0,2-4-15 16,-3 4-10-16,3-2-6 0,1 2-20 16,-3-1-23-16,-2 2-44 0,-2 1-73 0,0 1-109 15,0-1-124-15,-4 4-454 0,0 1 23 16,-4 0 80-16,-1 0 66 0,-5 2 67 0</inkml:trace>
  <inkml:trace contextRef="#ctx0" brushRef="#br0" timeOffset="9781.75">11241 5025 639 0,'0'0'354'0,"0"0"-4"0,1 3-2 0,-1-3-48 16,9 0-21-16,-9 0-18 0,21-3-23 15,-3-2-33-15,-2 2-5 0,5-3-26 0,3-1-8 16,-1 3-30-16,2-3-11 0,2 0-25 0,-3 5-49 16,1-6-33-16,1 2-41 0,-2-1-59 15,-3 4-123-15,0-3-220 0,-1 3-343 0,1-2 62 16,2 1 63-16,-6-2 73 0,1 2 55 0</inkml:trace>
  <inkml:trace contextRef="#ctx0" brushRef="#br0" timeOffset="10298.02">12093 4636 1023 0,'0'10'331'16,"0"5"-22"-16,3 2-27 0,-3 5-29 15,4 0-30-15,-4 6-5 0,6 1-32 0,-2 5-17 16,-1 0-13-16,4 3-10 0,-3-3-13 15,2 2-35-15,-2 2 9 0,-1-2-7 0,4-1-8 16,0 2-18-16,-3-2-10 0,2-2-7 0,-3-6 2 16,1-1-3-16,-1-4-18 15,1-4 14-15,-1-1-12 0,4-2 30 0,-6-4-19 0,2-4 3 16,-3 0-6-16,3-4-7 0,-3-3-5 0,0 0 5 16,0 0-8-16,3-20-5 0,-2 7-7 15,2 0 4-15,0-3-2 0,-3-2-2 0,3-2-3 16,0 2 5-16,2 1-10 0,1 1 10 0,-2-1-10 15,2 2-1-15,1 2 14 0,1 1-18 16,-2 2-6-16,4-1 3 0,0 3 8 0,4-1-13 16,-1 4 5-16,2 1-7 0,1-1 4 15,-2 5 19-15,3 0-19 0,-2 6 3 0,4-1-5 16,-1 2-12-16,-1 5 9 0,-3-3 8 0,-1 2 3 16,-2 3-13-16,-1-3 7 0,-4 4 1 0,2 0 20 15,-8-3-26-15,3 2 26 0,-6 1 16 0,-2-1-3 16,-5 1 5-16,1 3-13 0,-2-2 2 15,-3 0 1-15,-3-2 5 0,1-3-21 0,1 3 6 16,-1-5-1-16,1-1 6 0,-1 0-16 16,-1-5-10-16,6 3-2 0,-2-5-52 0,-1 0-36 15,7-1-56-15,-3-1-48 0,3-2-80 16,3-1-172-16,1-3-408 0,6 3 65 0,-3 4 72 16,7-16 83-16,1 7 50 0,5 1 70 0</inkml:trace>
  <inkml:trace contextRef="#ctx0" brushRef="#br0" timeOffset="11198.03">12746 4992 1013 0,'0'0'376'0,"0"-6"-48"16,0 6-28-16,0 0-16 0,0 0-31 0,0 0-28 16,-18 15-22-16,9-7-19 0,2 0-15 0,3 0-18 15,-6 2-18-15,3-2-8 0,0 2-25 16,1 3 3-16,2-4-6 0,-3 0-18 0,4-1-7 15,2 1-8-15,-2-1-5 0,3 0 0 16,-3-3-8-16,6 1-8 0,0 0-4 0,-2-4-3 16,5 3 15-16,-1-4-21 0,-5-1-12 0,13 0 8 15,-13 0-3-15,17-1-3 0,-13-2-2 0,5 1 11 16,-9 2-12-16,13-1-9 0,-13 1 5 16,11-1-11-16,-4 1 4 0,-7 0-12 0,13 2 1 15,-5 0 8-15,-2 1 10 0,1-2-21 16,0 2 5-16,0-1 14 0,0 1-4 0,3 0-9 15,0-2-1-15,1 4 8 0,-1-5-2 0,4 1-3 16,-4-1 8-16,3 0-3 0,1-1 5 0,-4-1-20 16,4-2 12-16,-3 1 1 0,5-4 7 15,-2 0 5-15,-1 0-2 0,-2-1 0 0,2-2 8 16,-2 0-1-16,3-3-15 0,-4 1-2 16,1-5-6-16,-1 0 8 0,0-3 0 0,0 1 3 15,-3 0 0-15,-1 2-1 0,-2 0 4 0,2 1 1 16,-2 0-4-16,0 7-10 0,-1-3 17 0,-2 1-20 15,2 7-5-15,0-2-3 0,0 2 5 0,-3 4 6 16,0 0-9-16,0 0 1 0,13 12 10 16,-12-4-5-16,6 3 5 0,0 3-8 0,-1 1 11 15,-2 0 7-15,3 5-10 0,0-3 3 16,-1 3 7-16,-2-2-15 0,-1 2 2 0,0-3 8 16,-3 0 8-16,1 0 0 0,-2-1 20 15,1-4-15-15,-3 1 26 0,0-1-16 0,-1-1 13 0,-5-1-5 16,1-5 2-16,1 1-12 0,-3-2 4 15,-1-2 9-15,-1-2 4 0,1 0-4 0,-3-6-16 16,4 3 12-16,-7-2-73 0,7-2-3 16,0 3 8-16,-1-1 5 0,4 2 2 0,-3-1-2 15,4 2 2-15,-2-1-10 0,5-1 3 0,3 4 10 16,-10-3 0-16,10 3 3 0,0 0-6 16,0 0 8-16,0 0-5 0,0 0 8 0,0 0 15 15,0 0-11-15,28 3-4 0,-15-3-3 0,4 0 11 16,3-2 4-16,1 1-5 0,0-2 11 0,6-3-16 15,-3 1 13-15,6 0 8 16,-3-4-8-16,1-1 0 0,-1 1 0 0,-2-1 2 0,-1 0-7 16,-4 1 10-16,0-4 6 0,1 1-22 15,-4-2 16-15,-3-3-10 0,-1 2 8 0,-3 2-11 16,-2-1 8-16,-1 3 5 0,-1-1 3 16,-2 3-3-16,2 1-7 0,-3 3 2 0,-3-1 0 0,0 3 0 15,0 3 2-15,0 0-2 0,0 0 5 16,-16 10-2-16,9-2-8 0,-1 1 5 15,2 3-3-15,0 2 1 0,2 2-6 0,1 0 16 16,-1 2 4-16,4-2-7 0,0 0-7 0,0-4 15 16,4 5-11-16,-1-4-2 0,0-1 10 0,-2 1-2 15,5-5 5-15,0 3-13 0,-1-3 0 16,2-2 0-16,2 2-21 0,-2-5 9 0,4 1-1 16,-5-2-15-16,4-2-57 0,-10 0-43 0,15-6-64 15,-9 3-163-15,1-5-531 0,-4 0 62 0,0-1 102 16,-2-3 46-16,3 0 85 0</inkml:trace>
  <inkml:trace contextRef="#ctx0" brushRef="#br0" timeOffset="12597.86">13744 4971 803 0,'14'8'254'0,"-11"-1"-6"16,0 2-30-16,-2 5-21 0,5-2-16 0,-3 3 1 16,1 3-44-16,3 3-5 0,-3-1-10 15,-1 2-10-15,3 3-11 0,-2-4-12 0,-1 2 5 16,1 0-29-16,-1-4 1 0,1-1 2 16,0 2-15-16,-1-7-8 0,0 1 0 0,0 0-3 15,0-4 19-15,-2 1 17 0,-1-3 11 0,3-1-11 16,0 0-7-16,-3-6 10 0,0-1-16 0,0 0-7 15,0 0-8-15,8-13-7 0,-5 3 4 0,0-1-9 16,1-5-3-16,-1-1-8 0,4-4 2 16,-1 0-17-16,2-3 8 0,-1 3 2 0,2 0-8 15,2 4 0-15,-4 0 1 0,0 3-14 16,3 3 9-16,0-2-11 0,0 9 5 0,0-4-5 16,1 7 5-16,-1 1-13 0,3 1 13 0,1 4-5 15,-3 1-5-15,6 2-3 0,-4 1 8 16,1 0 3-16,-3 3 0 0,2-3 2 0,1 2-21 15,-4 0 6-15,1-1-3 0,-1 0-5 0,-4-2 6 16,1-1-6-16,1-1 13 0,-2 1 2 16,1-2 3-16,-4-2 0 0,1 3 3 0,2-6-9 15,-6 0 6-15,0 0 6 0,11-6 4 0,-5 0-8 16,-2 0-2-16,2-3-2 0,2-6 7 0,-4 1-5 16,2-3 0-16,1 3 0 0,-1-1-3 0,2-1 6 15,-2 0-1-15,1 2-4 0,0 0 20 16,-4 3-23-16,5 3 2 0,-5 1-5 0,3 3 6 15,1-2-3-15,-3 5-5 0,-4 1 10 16,14 1 7-16,-8 5-4 0,1 2-11 0,0 1-2 16,3-1 12-16,-3 4 6 0,3 1-18 15,-3-2 18-15,3 3-6 0,0 1 8 0,0-1-15 16,-2 0 13-16,2 1-11 0,0-4 14 0,4 0-9 16,-4 1-4-16,0-3 4 0,4-1-4 0,-4 0 9 15,1-6-2-15,2 3 3 0,-3-4 7 16,4-2-17-16,0 1 7 0,0-5-2 0,-4 4-3 15,3-2 15-15,-2-1-7 0,-1-2-3 0,0 1 0 16,1-1-5-16,-1 4 2 0,-4-3-9 16,2 2-4-16,-2 2 19 0,1-3-10 0,-3 1-4 15,2 2-1-15,1-3 4 0,-7 4-2 0,7-2 5 16,-7 2-2-16,10-2-4 0,-10 2 17 0,7-2-14 16,-7 2 8-16,11 0 0 0,-5-3-2 15,-6 3-11-15,10 0 8 0,-10 0-5 0,11-1 5 16,-11 1-5-16,13-2 5 0,-6 2-8 15,-7 0 3-15,14-4 15 0,-7 3-4 0,-1-2-1 16,1 2 0-16,1-5-3 0,-2 4 9 0,1-3-1 16,0 1-5-16,-1-3-5 0,-1 0 5 15,1 0 0-15,-3-1-7 0,1-2 4 0,-4 0 6 16,3 0 7-16,-6-3-12 0,3 2 7 0,-4 1 18 16,-2-4-15-16,2 3 2 0,-3 0-4 0,-3 0 4 15,0 2 0-15,-1 0 3 0,-2 2-5 16,-5 0-5-16,5 4-11 0,-1-2 16 0,1 2-8 15,2 2 3-15,-3-4-1 0,4 5-4 16,1 0-6-16,-2 0 6 0,1 0-13 0,10 0 15 16,-15 2-21-16,9 2 4 0,3-3 4 0,3-1 8 15,-7 7-8-15,4-4-7 0,3-3 12 16,0 8-2-16,0-8 0 0,6 9-8 0,-3-4 11 0,-2-1-1 16,5 1-4-16,2-3-1 0,-2 4 5 15,1-3-9-15,-3 2 12 0,5-2-18 0,-1-2 15 16,2 4-12-16,-4-5-49 0,5 2-82 15,-4-2-131-15,3 2-560 0,-10-2 49 0,17 3 71 16,-10-3 85-16,-7 0 89 0</inkml:trace>
  <inkml:trace contextRef="#ctx0" brushRef="#br0" timeOffset="13565.03">15193 4961 903 0,'0'0'376'0,"0"0"-33"16,-3-7-28-16,3 7-33 0,0 0-37 0,0 0-22 15,0 0-21-15,-17 13-25 0,10-9-13 16,0 3-34-16,3 1 6 0,-2 3-21 0,-1-1-12 15,0 0-14-15,3 1-7 0,1-1-3 0,0 2-17 16,-1-1-8-16,4 0-6 0,-3 1-9 0,6-4-9 16,-3 0-12-16,1 1 5 0,2-2-7 15,0 2-4-15,4-6 4 0,0 3 2 0,-3-4-5 16,6-2 20-16,-1 0-33 0,-9 0 5 16,18-4 3-16,-8-2-6 0,1-2-4 0,-4-1-6 15,3 0 3-15,0-6 2 0,-3 0-7 0,-1-2 0 16,-2-1 15-16,-1-1-13 0,0-5 11 0,-3-2 2 15,0-4-8-15,0-3-7 0,-3-3 5 16,0-2 5-16,-1 1-3 0,-2 1 1 0,3 2 7 16,-5 4-5-16,5 5 10 0,-1 3 11 0,1 3-11 15,0 3-7-15,0 3-1 0,2 2 3 16,-2 9-5-16,0-3 0 0,3 5-7 0,0 0 1 16,-11 17 1-16,11-4 3 0,-3 3 15 15,0 1-16-15,3 1 13 0,0 1-5 0,3 5-5 16,0 1 11-16,0-2-9 0,5 1 11 0,-2 1-21 15,1-3 6-15,0 1 9 0,4-1-19 0,-1-3 9 16,3-2 8-16,-2 0 0 0,2-2-5 0,1 0 5 16,-1-6 0-16,2-1-5 0,-2-3 0 15,4-1 3-15,-3-2 7 0,3-2 11 0,0-3-31 16,3-1 20-16,-3-1-5 0,-2-2 0 16,1-2 3-16,1-3-11 0,-7 2 16 0,5-1 2 15,-6 3-2-15,1-4 13 0,-2 6-8 16,-1-1-8-16,-1-1 10 0,1 3-9 0,-4 1-6 0,0 0 7 15,-3 4-9-15,0 0 0 0,0 0 2 16,0 0-8-16,-9 16 11 0,5-9-1 0,-2 4-4 16,-1 3 0-16,0 1-9 0,3 1 24 0,1 1-7 15,-1 0-14-15,4 0-5 0,-3 1 8 16,0-1 0-16,6-2-2 0,-3 2 7 0,0-2 5 16,3-2 0-16,1 0-27 0,2-3 4 15,-2 1-3-15,3-1 9 0,3-6-4 0,-3 3 6 16,4-4-10-16,2 1 7 0,0-7-2 0,1 1 0 15,0-2-8-15,3-3 5 0,0-5-10 0,0-1-8 16,-3-4-7-16,6-3-11 0,-5-1 6 16,1-5-8-16,-6 1 10 0,-2-7-3 0,-1-1-12 15,-1-2 23-15,-3-4-1 0,1 3 16 0,-4-3 8 16,0 9 31-16,0 2-9 0,0 3 14 16,0 3 12-16,-1 2-7 0,-2 4-8 0,3 5 5 15,-3-1-7-15,-3 7 7 0,5 4-8 0,1 1 3 16,0 0 0-16,-17 13-7 0,13 0-6 15,-2 4 11-15,3-1 2 0,3 2-8 0,-1 2-5 16,1 3 6-16,1 1 7 0,-1 0-13 0,6 1-10 16,-3 0 18-16,4-2-13 0,-2 2 8 0,4-4-6 15,-2 2 6-15,-1-2-10 0,2-1-3 16,-1-3-11-16,-1-4-1 0,-2 1-29 0,2-3-16 16,-2 1-40-16,0-4-54 0,-1 0-177 15,0 1-503-15,-2-7 40 0,-2 4 82 0,1-6 71 16,-6 4 62-16</inkml:trace>
  <inkml:trace contextRef="#ctx0" brushRef="#br0" timeOffset="24779.84">17507 3246 1210 0,'0'0'438'0,"0"0"-41"0,0 0-47 16,15-4-32-16,-6 0-29 0,2 0-38 0,2 1-36 16,1 0-62-16,3 2-86 0,1 0-80 0,1 1-171 15,2-1-448-15,-4 2-154 0,1-1 102 16,-5 1 73-16,-2 0 58 0</inkml:trace>
  <inkml:trace contextRef="#ctx0" brushRef="#br0" timeOffset="24963.79">17562 3468 1054 0,'0'7'387'0,"0"-7"-29"0,0 0-25 16,0 0-44-16,0 0-25 0,0 0-19 0,18-8-32 16,-8 2-24-16,7 1-12 0,3-5-16 15,4 6-25-15,3-4-21 0,1 1-33 0,-1 0-59 16,1 0-64-16,0 3-118 0,-2-4-225 0,5 2-448 15,-4-1 85-15,1-2 89 0,-4 1 49 16,0-3 61-16</inkml:trace>
  <inkml:trace contextRef="#ctx0" brushRef="#br0" timeOffset="26079.49">18916 2779 982 0,'0'-4'277'0,"0"4"-21"15,0 0-36-15,0 0-2 0,0 0-14 0,0 0-7 16,3 26-25-16,0-14-26 0,2 0-23 16,-2 4-6-16,0 1-1 0,1 0-14 0,2 0-15 15,-2 1-3-15,2 0-2 0,-1 0 5 16,1 0-25-16,-3 1-6 0,1-2 3 0,2-1-21 16,-2-1 11-16,-1-1-16 0,-3-3 8 0,4 0-10 15,0-2 0-15,-1 0-1 0,-3-2 14 0,3 1-8 16,-3-5-3-16,0-3 13 0,0 5-20 0,0-5-3 15,0 0 20-15,0 0-25 0,-6-14 10 16,2 3 8-16,-3-1-13 0,3-1 13 0,-2-3-15 16,-1-5 9-16,0 1-2 0,0 2-5 15,3-1-10-15,-2 5 8 0,3-3-6 0,-1 4 3 16,1 1-8-16,0 0-10 0,-1 4 0 0,4 3 0 16,0-1 3-16,0 0-3 0,0 6 5 15,0 0-2-15,11 0 4 0,-11 0-2 0,13 8-5 16,-2-1 13-16,-2 1-15 0,-2-1 4 0,3 2-7 15,4 1-5-15,-1-1 2 0,-2 0 0 0,2 3 16 16,-2-4-26-16,0 1 0 0,-1-1 11 16,3-4-14-16,-6 3 6 0,3-2-6 0,-3 0 1 15,4-1 12-15,-5-2 13 0,4-1-15 16,-3-1-5-16,-7 0-1 0,14-3 14 0,-7-3-9 16,-1 0-4-16,2-3 7 0,-1 1-4 0,-1-5 6 15,-3 0-4-15,1-3 3 0,2 0 1 0,-2-1 12 16,-3-2 1-16,2 0-4 0,0 2-8 0,-3-1 0 15,0 5 10-15,3-1-5 0,-2 4-16 16,-1 1 6-16,0 2 0 0,3 1-8 0,-3 6 5 16,6-1-2-16,-6 1-1 0,0 0 4 15,12 15 1-15,-6-5 9 0,1 3-6 0,2 2 6 16,-5 0-4-16,4 0 6 0,1 5-2 0,1-1 2 16,-2 0 0-16,2 2-38 0,-3-2-9 15,2 0-65-15,2-1-60 0,-1 1-55 0,-3-5-262 16,1 0-287-16,5-3 98 0,-3 0 45 0,0-3 98 15</inkml:trace>
  <inkml:trace contextRef="#ctx0" brushRef="#br0" timeOffset="26496.34">19696 2666 867 0,'-4'-3'341'0,"4"3"-44"16,-10-2-21-16,10 2-33 0,0 0-41 0,-17 6-15 16,9-2-18-16,-1 3-13 0,2 0-17 15,-4 2-19-15,5-1-10 0,-1 1 3 0,3 1-24 16,-2 0-12-16,3 0-5 0,-2 1-11 0,5 0 1 16,0-1-16-16,0 2-13 0,4-2 3 0,0 1-6 15,-1 0-14-15,4 0 20 0,3 0-11 16,1 1-2-16,2 0-13 0,1 0 3 0,3-2 0 15,0 1-3-15,0 3 1 0,3-3 1 0,-3 3-7 16,1-3 1-16,-1 1 1 0,0 1-17 16,-3-3 13-16,-1 1-3 0,0-1-3 0,-2-1 6 15,-1 1 2-15,-3-2 18 0,-1 1-5 16,-1-1 0-16,-2 0 5 0,-3 1-5 0,-3-2 5 16,0 0-3-16,-5 2-2 0,1-3 0 0,-3 2 2 15,-1-4-9-15,-2 3 7 0,0-2-3 0,-1-1 0 16,1 1-22-16,1-4-19 0,-1 1-25 15,3-2-47-15,-1 0-65 0,1-2-47 0,1-3-154 16,1 0-401-16,5-1 48 0,0-3 88 0,-1-3 53 16,4 0 56-16</inkml:trace>
  <inkml:trace contextRef="#ctx0" brushRef="#br0" timeOffset="26883.98">20035 2751 939 0,'13'13'284'16,"-4"0"-31"-16,-1-1-7 0,-1 2-23 0,-1-1-16 16,1 2-15-16,0-1-20 0,3 2-19 0,-6-1-15 15,3 1-10-15,-1 0-12 0,2 1-11 16,-2-4-16-16,1 2-4 0,-4-1 4 0,1-3-20 16,2 0-17-16,-1 0 6 0,-2-3 14 0,0 0-13 15,0-3 0-15,-3 0-3 0,0-5-7 0,0 3 2 16,0-3 0-16,0 0-10 0,0 0 0 15,-11-16 0-15,5 6 18 0,-1-4-13 0,1 0 13 16,-1-5-8-16,-4-1 3 0,1-3 10 16,4-1 5-16,-5-4 3 0,4 3-8 0,0 0-16 15,1-1 21-15,3 1-25 0,2 0 10 0,-2 3-3 16,3 1 8-16,0 2-6 0,0 0-22 0,3 3-8 16,-2-2 16-16,2 1-19 0,3 2 18 15,-2 2-12-15,5 1-8 0,-1-1-5 0,2 1 0 16,0 2-8-16,1 3 23 0,-1-1-28 15,0 3-16-15,1 1-4 0,-1 2-26 0,0 0-10 16,1 3-39-16,-2 0-28 0,1 1-36 0,-2 4-61 16,2-2-130-16,-3 3-480 0,-1 1 21 0,-3 1 62 15,-2-1 76-15,3 4 88 0,-8-3 48 16</inkml:trace>
  <inkml:trace contextRef="#ctx0" brushRef="#br0" timeOffset="27063.55">20153 2811 611 0,'0'0'249'0,"5"3"-11"16,-5-3-23-16,0 0-5 0,13 3-8 0,-13-3-38 15,16-3-11-15,-5 2-12 0,3-1-3 0,0-1-20 16,2-1-8-16,2 2-36 0,-2 0-35 16,2-2-42-16,-5 3-66 0,1-2-77 0,0 3-171 15,-4 0-351-15,0 2 43 0,-3-1 67 16</inkml:trace>
  <inkml:trace contextRef="#ctx0" brushRef="#br0" timeOffset="27280.15">20171 3051 675 0,'-3'3'282'0,"3"-3"-21"0,0 0-5 15,-4 7-23-15,4-7-31 0,0 0-2 0,0 0-19 16,0 0 4-16,10 5-9 0,-10-5-12 0,17 0 3 15,-6-3-29-15,2 1-26 0,4-1-2 16,4-2-7-16,-1 2-19 0,1-1-2 0,3-1-15 16,-1 0-31-16,-2 0-36 0,3 0-36 15,3 0-56-15,-3-2-75 0,-3 3-176 0,-1 0-417 16,4-2 61-16,-7-2 62 0,1 2 51 0</inkml:trace>
  <inkml:trace contextRef="#ctx0" brushRef="#br0" timeOffset="27729.48">20666 2814 760 0,'-3'19'230'15,"6"-11"-12"-15,-3 3-11 0,0 1-12 0,4 7-27 16,-4-2-9-16,3 2-21 0,3 1 3 16,-1 4-21-16,-2 1-17 0,1-2-6 0,-1 1-12 15,3-1-11-15,-6 2 5 0,4 0-15 0,-1-4-5 16,0 1 0-16,1-3-13 0,-3-1 10 15,2-2-25-15,-3-1 18 0,3-3-8 0,-3-1 25 16,3-1 16-16,-3-2-13 0,1-4 3 16,-1 1 66-16,0-5-10 0,0 0-20 0,0 0-6 15,0 0-5-15,3-17-12 0,0 7-3 0,0 2-18 16,-2-5-6-16,5 5-6 0,1-3-4 0,-3 1-4 16,3 2-3-16,2-1-10 0,-1 1-11 15,2 2 3-15,0-1-8 0,1 3 6 0,-1 0-3 16,3 3 2-16,1 0-4 0,0 2-24 15,0 0 13-15,-1 3-5 0,1 0 5 0,0 3 0 16,-1 1 0-16,1-1 6 0,-4 2-16 16,-2 1 5-16,1-1 12 0,-5 1 4 0,-1 1-4 15,0 0 12-15,-3-1-9 0,-3 3 3 0,0-2 10 16,-1-2-2-16,-2 1-9 0,-5 2 12 0,1-3-6 16,0 0 7-16,-1-1-12 0,-2-1-7 0,-1-2 17 15,4 2-18-15,0-3-2 0,-1-1 4 16,1 3-14-16,3-5-14 0,0 2-37 0,-3-3-85 15,10 0-62-15,-10 0-174 0,10 0-478 0,-3-4 53 16,3-1 70-16,0 5 58 0,6-10 75 16,-2 2 68-16</inkml:trace>
  <inkml:trace contextRef="#ctx0" brushRef="#br0" timeOffset="28579.53">21155 3095 985 0,'0'-6'353'0,"0"6"-10"0,0 0-31 0,0 0-35 16,-14 11-21-16,8-7-26 0,-1 3-25 0,3 1-21 16,-2-1-10-16,-2 2-23 0,2 0-23 0,-1 0-10 15,1 1-3-15,5-2-12 0,-5 2-9 16,2-2-7-16,0-1-15 0,4 0-18 0,-3 0-3 16,0 0 0-16,3-3-5 0,0-4 6 15,3 6-14-15,-3-6 13 0,6 2-23 0,-6-2-2 16,0 0 5-16,15-4-16 0,-6-4 11 15,-2 4-9-15,-2 0 19 0,4-3-15 0,-2 1-1 16,-3 4-12-16,2-4-16 0,-2 4 19 0,3 0-17 16,-4-1 1-16,-3 3 8 0,0 0-6 0,14 0-2 15,-14 0 3-15,14 5 12 0,-8-2-2 16,1 2-6-16,4-3-2 0,-4 4 13 0,2-2-8 16,1 0-5-16,1-1-8 0,-1 1 16 0,0-2-5 15,4-1-3-15,-4 0 0 0,4-1 2 16,-3-1 3-16,2-2 3 0,1-1-11 0,-1 1 11 15,1-3 2-15,0-2-2 0,0 1-11 0,-1 2 9 16,-3-4 1-16,4-3-14 0,-7 2-1 0,3-1 18 16,-3 2 3-16,0 1 0 0,0 0-11 15,-1 1-7-15,-2 0-13 0,0 4-13 0,2-2 11 16,-2 2 0-16,-4 3 2 0,0 0-8 16,0 0 13-16,16 8 0 0,-11-2 8 0,1 2-8 15,-2 3-7-15,-1 0 5 0,0-1 22 0,0 4-17 16,-3 1 13-16,0-2 2 0,0 0-8 0,-3 3-7 15,-3 1 18-15,-1-1 2 0,-1-3 5 16,-2 2-2-16,-3 2-8 0,-4-3 3 0,3-2 5 16,-3 1 5-16,4-5 15 0,-2 0-2 0,5-5-3 15,1 3 8-15,-2-2-1 0,1 0-1 16,3-2-4-16,0 0 9 0,7-2-1 0,-10 0-2 16,10 0-5-16,0 0-1 0,0 0-9 0,0 0-1 15,0 0 1-15,10-12-6 0,0 6-12 16,0-1 10-16,5 3 2 0,-2-4-2 0,7-5-8 15,-3 5 15-15,4-5-15 0,0 2-2 0,-1-1-13 16,1-1 15-16,-1 1 3 0,0-2-3 16,-2 2-3-16,1-1 11 0,-4 0 2 0,-2 1-20 15,1 0 5-15,-4-1 3 0,0 1-6 16,-2 0 6-16,-2 4 7 0,-2 2 0 0,-1-3-5 16,0 3-10-16,0 0-5 0,-2 3 10 0,-1 3 3 15,0 0-1-15,0 0-9 0,0 0 14 0,-20 7-7 16,12-1 0-16,2 5-2 0,-1-3 2 15,3 5 5-15,-2-1-8 0,3 1 8 0,2 0-12 16,-3-1 9-16,4 3 3 0,0-1-5 0,5-1 3 16,-2-1 2-16,3 1-5 0,-2 0-5 15,3-3 10-15,-1-1 8 0,2-1-13 0,2-1-3 16,0 0 16-16,1-4-23 0,1-2-6 0,-1 3-14 16,3-4-27-16,-4 0-55 0,4-4-65 15,-1 0-102-15,-3-2-630 0,4-2 57 0,0-1 84 16,-3-4 80-16,2-1 61 0,1-3 79 0</inkml:trace>
  <inkml:trace contextRef="#ctx0" brushRef="#br0" timeOffset="28902.19">22447 2854 1323 0,'0'0'397'0,"0"4"-42"0,0-4-27 16,0 0-23-16,0 0-47 0,4 5-27 0,-4-5-14 16,10 3-15-16,-3-3-7 0,6 1-26 0,1 1-26 15,3-4-17-15,1 2-11 0,5-3-5 16,1 2-10-16,0-4-13 0,4 1-5 0,-1 0 17 15,0-1-19-15,-6 2-1 0,1-1-10 0,-3 1-15 16,-2-1-3-16,-3 1-2 0,-1 1-6 16,0-1-17-16,0 1-31 0,-5 1-16 0,-1 0-94 15,-4-1-125-15,-3 2-705 0,5-1 80 0,-5 1 71 16,0 0 80-16,0 0 59 0,-18-10 94 16</inkml:trace>
  <inkml:trace contextRef="#ctx0" brushRef="#br0" timeOffset="29512.84">23610 2301 959 0,'-3'10'377'0,"-1"2"-39"0,3 6-29 0,-2 2-32 15,3 5-24-15,-3 2-25 0,3 1-26 0,0 2-18 16,3 0-15-16,-3 0 0 0,0 0-30 0,0 0-17 15,3 0-9-15,-3-1-26 0,0-1-20 0,0 0-32 16,0-3-52-16,0-3-50 0,0 0-81 16,0-2-52-16,0-2-107 0,0-4-492 0,-3-3 67 15,3-1 59-15,0-4 71 0</inkml:trace>
  <inkml:trace contextRef="#ctx0" brushRef="#br0" timeOffset="29912.92">23507 2367 821 0,'0'0'220'16,"0"0"8"-16,0 0-36 0,0 0-15 15,17 16-11-15,-13-4-28 0,5 1 11 0,-2 2-37 16,4 3-7-16,2 2 0 0,-2 0-5 16,-1 0-26-16,3 0-2 0,-2 0-11 0,2 0-2 15,-1-3-2-15,-2 1-9 0,3-1 9 0,-3-4-4 16,-3-1-19-16,0 0 9 0,0-2-2 0,-1-1 18 15,2-3 5-15,-2 0 8 0,-2-1-14 16,-1-3-6-16,-3-2-9 0,0 0 14 0,17-7-22 16,-13-1 9-16,2-2-11 0,-2-2 0 0,2-6 13 15,-3-1-28-15,2-4 11 0,-2-1-9 16,1-2 11-16,-1 1-6 0,0 3 11 0,3-1-18 16,-5 5 13-16,5 3-3 0,-2 0-10 15,-3 5-8-15,2-1-15 0,0 4 8 0,1 4-3 16,2 2-6-16,-6 1 12 0,17 11 6 0,-10 0-9 15,6 5 17-15,-2 3-14 0,-1 0 14 0,3 6-12 16,-1 2-1-16,1-1 6 0,-2 0-3 0,2-1 1 16,0 0-6-16,-2-1-8 0,-1-3-4 15,0 1-9-15,1-2-25 0,-1 0-30 0,1-2-40 16,-1 0-86-16,-1-4-148 0,-2 0-459 16,4-3 69-16,-4-1 78 0,3-6 76 0</inkml:trace>
  <inkml:trace contextRef="#ctx0" brushRef="#br0" timeOffset="30299.47">24393 2333 801 0,'-18'2'332'0,"11"1"-42"0,-3 3-24 0,0-2-23 16,-4 6-23-16,4 1-28 0,-4-2-20 15,4 4-14-15,0 0-22 0,2 2-13 0,-1-1-23 16,2-1-6-16,1 4-14 0,5-5-9 0,-2 1-14 16,3 1-11-16,3 0-5 0,1 1-8 15,-1 0-5-15,4-1-12 0,2 1 4 0,-1-2 1 16,6 2-9-16,0 1 17 0,-1-2-22 0,0-1 11 16,4 2-5-16,-3-3-11 0,0 1 9 15,-4-3-6-15,4 2 2 0,-4-1 1 0,3-2 10 16,-5 1 13-16,2-2-8 0,-3-1 2 15,-1 1 9-15,-1 0 9 0,1-2-17 0,-3 2 12 16,-2-3 11-16,-1 3-6 0,-4-1-12 0,-2 3 5 16,-2-2-8-16,-2 0-5 0,-3 2 3 0,-1-1-1 15,0-1 1-15,0 0-8 0,1-1 2 16,-2-1-30-16,-1 0-46 0,2-1-29 0,4-2-55 16,0-2-175-16,-4 1-517 0,4-4 74 0,3-1 64 15,0-1 65-15,3-4 71 0</inkml:trace>
  <inkml:trace contextRef="#ctx0" brushRef="#br0" timeOffset="30696.05">24718 2678 895 0,'6'23'279'0,"-2"-4"-12"0,-1 0-32 16,0-2-15-16,1 0-15 0,-1-1-26 15,0 1-15-15,2 0 0 0,-2 1-36 0,3-1-10 16,-3-4-3-16,-2 1-15 0,2-4-1 0,0-1-12 16,0 1 23-16,-2-3 18 0,-1-1 6 0,0 0-40 15,0-6 9-15,0 0-9 0,0 0 11 16,0 0-5-16,-10-19-18 0,3 8 10 0,0-3 0 16,-4-5-5-16,-2-6 6 0,5-4-1 15,-4-2-8-15,1-12-7 0,0 5-28 0,2 5 43 16,7 0-31-16,-3 1 8 0,5 2-23 0,0 0 8 15,0 5-3-15,5-1-10 0,-3 2-2 0,4 1 2 16,2 1-16-16,2 2 8 0,-3 2-15 0,7 1 0 16,-1 2 0-16,-3 3-10 0,4 1 2 15,-1 3 6-15,2 0-9 0,-5 4-12 0,3-1 0 16,1 1-13-16,-1 2-18 0,1 2-25 16,-4 0-24-16,0 2-25 0,1 2-74 0,-1 1-13 15,0 3-74-15,-2-1-154 0,-2 3-438 0,-2 2 77 16,-1-1 67-16,0-1 71 0,-3 2 70 0</inkml:trace>
  <inkml:trace contextRef="#ctx0" brushRef="#br0" timeOffset="30895.79">24793 2721 650 0,'0'5'291'0,"0"-5"-19"15,0 0-21-15,0 7-16 0,0-7-28 16,0 0-4-16,13 0-16 0,-13 0-21 0,17-5-23 15,-4 3-7-15,0-1-8 0,-2 0-13 0,1-1-10 16,1-1-20-16,0 2-39 0,1-1-21 16,-4 2-43-16,1-2-64 0,-1 2-74 0,-3 2-120 15,2 0-420-15,-4 0 22 0,-5 0 68 0,0 0 40 16</inkml:trace>
  <inkml:trace contextRef="#ctx0" brushRef="#br0" timeOffset="31079.46">24724 2950 611 0,'0'0'295'0,"0"0"-21"15,10 3-16-15,-3-2-35 0,1-1 5 0,5 0-29 16,0-1-20-16,5-2-28 0,2-1-10 16,0 2-15-16,4-4-11 0,0-1-33 0,1 1 48 15,-2-2-61-15,1 2-48 0,3-2-75 0,-3 1-166 16,1-1-507-16,-2-3 49 0,1 1 61 0,0-1 72 15</inkml:trace>
  <inkml:trace contextRef="#ctx0" brushRef="#br0" timeOffset="31461.91">25367 2660 642 0,'5'17'276'15,"-4"-2"-7"-15,0-1-18 0,2 0-28 16,0-1-29-16,-3 0-12 0,3 1-13 0,-2-1-13 15,-1 2-15-15,3-3-11 0,-3 1-4 0,0 0-11 16,0-1-2-16,0 1 2 0,0-3-13 16,0 0 16-16,-3-2 0 0,3-1 30 0,0 1 16 15,0-2 18-15,0-2-47 0,0-4-4 0,0 0-11 16,0 0-15-16,0 0-5 0,0 0-26 0,0 0-7 16,-1-25 2-16,1 13-13 0,0-2-2 15,1-3 0-15,-1 0-21 0,6 0 5 0,-2 0 6 16,0 1-6-16,3 0-12 0,-1 1 5 15,1 3-3-15,0 0 0 0,3 4-13 0,3 0-2 16,1 5 5-16,-3 0-8 0,6 5 1 0,0 0 4 16,3 4-5-16,1 2 0 0,-1 3-7 0,-2 1 7 15,2 1 3-15,0 4 0 0,-2-3-8 16,-5 5-3-16,2-2 4 0,-2 3-4 0,-3-2 3 16,1 1-33-16,-1 0-28 0,-4 2-42 0,0-5-63 15,-1 2-87-15,-5-4-259 0,6-1-384 16,-5-1 75-16,2-3 97 0,0-1 66 0,-3-5 44 15,0-3 92-15</inkml:trace>
  <inkml:trace contextRef="#ctx0" brushRef="#br0" timeOffset="32179.87">25845 2878 847 0,'4'-7'335'0,"6"0"-38"0,-3 1-15 0,0-1-37 16,-1 0-27-16,2-1-11 0,2 1 44 15,-2-1-5-15,-3 0-26 0,3-1-15 0,-2 1-11 16,-2 0-9-16,-1-1-27 0,3 1 1 0,-5 1-21 16,2 1 3-16,0 1-39 0,-3-2 6 0,0 7-19 15,0-5-14-15,0 5-6 0,0 0-8 16,-13 1 1-16,13-1-14 0,-18 10-2 0,8 1-5 16,0-1-7-16,0 5 9 0,0-1-22 15,0 4 4-15,3 0-4 0,0 0 2 0,0 1-11 16,4-3 4-16,-1 1 4 0,1 0-2 15,3-4-8-15,3 2 8 0,-3-2-7 0,4-2-6 0,-1 0 2 16,4 1 6-16,0-6 13 0,3 1-29 16,0-4-2-16,1 0 15 0,-1-3-12 0,3-3 7 15,1 0 8-15,0-4-6 0,0-3 1 16,5-1-8-16,-4-3-5 0,1-3 18 0,-1 1-3 16,-2-1-10-16,1 4 13 0,-4 0-6 0,0 1 4 15,1 0-4-15,-3 5 1 0,-3-1-10 16,2 2 2-16,-4 2-13 0,5 0 8 0,-5 1-1 15,-3 3 14-15,0 0-13 0,0 0 0 0,13 11 13 16,-10-5-11-16,0 1-7 0,-2 0 10 16,3 0 10-16,2 2-2 0,-5-1-11 0,5-1 3 15,-3 0 0-15,1-2 3 0,-1 2-11 0,5-2 5 16,-5-1 1-16,4 0 15 0,2-1-21 16,-2-1 11-16,1-2-6 0,-8 0 8 0,18-2-5 15,-9 2 8-15,1-1-16 0,-3-1-2 0,1 0 20 16,-8 2-15-16,13-3-3 0,-7 2-10 0,-6 1 8 15,0 0-10-15,14 2 4 0,-7 0-2 16,-1 2 8-16,-2-1-13 0,2 1 5 0,-2 0 23 16,4 2-25-16,-2 0 7 0,1 0 13 0,2 0 3 15,1 0 4-15,-2-1-14 0,2-1 12 16,1 0 2-16,-1-1-14 0,3 0 14 0,1-2-1 16,-1-1 4-16,2 0 18 0,-2-2-25 15,4-3 4-15,-3 1 3 0,3-4 1 0,-3 0 9 16,3-3 6-16,0-2-3 0,0-4-8 0,-3 2-12 15,-3-4 15-15,1-4-11 0,-3-3 14 0,0-3 17 16,-6 1-17-16,-2 1-1 0,2-1-2 0,-6 3 15 16,3 0-20-16,-4 5-3 0,0 2 3 15,-1 0-5-15,-3 4-18 0,-5 2-26 0,1 3-28 16,-7 2-69-16,-2 5-118 0,-3 2-509 16,-4 2-136-16,-3 1 82 0,-9 3 87 0,-12 2 56 15,5-2 70-15,-11 5 66 0</inkml:trace>
  <inkml:trace contextRef="#ctx0" brushRef="#br0" timeOffset="33294.76">18861 3817 765 0,'0'0'215'16,"0"0"-18"-16,0 0-10 0,11 8-11 15,-11-8-7-15,13 1-10 0,-6 1-28 0,4 1 15 16,-1 0-13-16,4-2-5 0,2 0-11 0,5 1-1 15,-4-2-14-15,7 0 3 0,0 0-3 16,3 0 1-16,4 0-9 0,0 0-1 0,10-4-19 16,3 1-3-16,11-3 11 0,6 1-7 0,1-2-14 15,-1 0-5-15,-2 1 11 0,5-2-6 16,-5 0 8-16,5-1-28 0,1 1-2 0,1 0 9 16,2-5 19-16,0 5-11 0,4-3 3 0,0 2-3 15,16-6-17-15,-5 4 12 0,2-3 5 0,4 0-12 16,4 0-13-16,-1 2 7 0,3-1 0 15,1-2-12-15,6 1 0 0,-6 2 2 0,4-4-5 16,-1 4-8-16,-3-2-5 0,5 3-2 0,-1 0 2 16,0 0 3-16,2-2 10 0,0 2-15 15,-2-3 15-15,-1 4-3 0,-1-1-4 0,1-3-6 16,1 3-5-16,0-1 13 0,5 0-3 0,2-1-2 16,-5 2 8-16,3 1-16 0,-2 2 5 15,-1-1 8-15,1-2-5 0,0 1 2 0,-1 2-5 16,0 0-5-16,-1-1 3 0,-3 1-5 0,1 0 14 15,-3-1-9-15,3 1-8 0,-2 0-8 0,4-2 8 16,-1 2 13-16,-1-1-15 0,0 1 2 16,4-1-3-16,-4-1 19 0,3 1-14 0,1-2 3 15,2 1-12-15,-2 1 4 0,6-1 6 16,-3 0-1-16,1-1 1 0,-2 0-11 0,-1 2 21 16,1-2-13-16,-3-2 10 0,5 3-7 0,1 0-9 15,2-4 6-15,-7 4 3 0,3 0-3 0,-7 0 15 16,-3 4-10-16,3-3-5 0,-7 1-5 15,-16 2-2-15,2 0 12 0,-3 2 8 0,-3 0-16 16,-4-1 8-16,0 3-13 0,-9-2 14 0,-8 2-9 16,-13 2 3-16,-5-4-18 0,-8 4-41 0,-4 4-15 15,-8-4-8-15,-2 2-36 0,-11 0-76 16,0-2-203-16,-28 10-481 0,-10-4 92 0,-24 1 82 16,-12-1 64-16,-26 0 105 0,-19 1 8 15</inkml:trace>
  <inkml:trace contextRef="#ctx0" brushRef="#br0" timeOffset="33846.29">20602 4368 1034 0,'0'0'325'0,"0"0"-28"16,0 0-21-16,0 0-20 0,0 0-18 15,3 24-25-15,3-13-16 0,-2 6-31 0,3-1-10 16,0 7-5-16,-1-1-10 0,1 0-23 0,-3 3-8 16,6 0-18-16,-3-2-26 0,-1 2-12 0,-2-4-26 15,4 2-35-15,-5-1-55 0,4-5-40 16,-4-1-34-16,3-3-66 0,-2 0-10 0,-1-4-96 15,0-2-408-15,-3 1 45 0,4-7 52 0,-4-1 40 16</inkml:trace>
  <inkml:trace contextRef="#ctx0" brushRef="#br0" timeOffset="34212.33">20681 4651 714 0,'-11'-23'251'0,"4"1"-1"0,3 1-14 0,-2 3-6 16,-1 1-5-16,3 1-4 0,1-2 4 16,0 2-18-16,2 4-25 0,-2 0-23 0,3 3-21 15,0 1-15-15,4 2-6 0,-1 4-12 0,-3 2-12 16,0 0-4-16,20 5-12 0,-10 0-3 0,2 4-5 15,-2 2-18-15,3 0-10 0,4 1 8 16,-3 2 0-16,3 2-13 0,-1-3 12 0,-1 1-9 16,-2 0-9-16,4-3-17 0,-6-1 18 15,2-2 10-15,-2 1-21 0,-2-2 6 0,2-2-6 16,-1-2 8-16,-3-3-15 0,3-2 15 0,1-2-2 16,2-2-3-16,-2-6-8 0,-1 3 1 15,0-5-1-15,-2 0-2 0,1-3-3 0,-2-5-2 16,0 0 7-16,-1 0-7 0,-2-2 7 0,-3 0 1 15,2-1 4-15,0 0-12 0,0 7 2 16,-3 0 18-16,1 2-23 0,2 2 3 0,-3 3-23 16,3-2 2-16,-3 9-8 0,3 0 29 0,-3 4-13 15,0 0 10-15,18 12-5 0,-8-2 5 16,0 5 3-16,1 2 5 0,-1 2-1 0,4 8 4 16,-4 1-9-16,3-1 4 0,-2 2-6 0,2 0 5 15,1 1-25-15,-4-1-8 0,3-1-62 0,-2 1-51 16,2-4-127-16,-3-4-600 0,1 0 70 15,-1-5 71-15,-3-5 79 0,1-1 60 0</inkml:trace>
  <inkml:trace contextRef="#ctx0" brushRef="#br0" timeOffset="34578.87">21460 4221 903 0,'-7'7'364'0,"-1"-1"-32"16,-1 1-17-16,-1 2-46 0,-1 1-31 16,1 1-23-16,0 2-23 0,-1-1-15 0,4 3-24 15,1-1-20-15,-1-1-7 0,4 2-37 16,-2-1-20-16,5-2-20 0,0 1-23 0,0 1-1 0,1-2-17 16,6-1-3-16,-1 3 3 0,1-3-13 15,3 2 12-15,1-2-7 0,-1 2-10 0,4-4 7 16,0 2 6-16,3 0-16 0,-1 2 18 0,-1-2 0 15,1 2 1-15,2-1-4 0,-5 1-15 16,1-2 3-16,0-2 5 0,-4 3 8 0,0-3-14 16,0 1 14-16,-3-2 12 0,0 2-5 0,-3-3 26 15,-1 1-18-15,0 0 8 0,-6 0-8 16,0-1 2-16,-2-2-4 0,-4 2-1 0,2-1-10 16,-3-4-2-16,-4 4-29 0,1-5-25 15,-2 1-36-15,-1-2-59 0,1-3-177 0,-1-3-447 16,-1 1 58-16,3-4 70 0,-3-3 61 0</inkml:trace>
  <inkml:trace contextRef="#ctx0" brushRef="#br0" timeOffset="34962.32">21746 4353 655 0,'7'22'279'0,"1"-4"-36"0,1 0-8 0,-5 2-12 16,3-1-51-16,-1 1 12 0,-1 2-28 0,1-3-25 16,1 5-3-16,-1-3-8 0,-3-2-2 0,1-2-29 15,0 0-50-15,0-4-14 0,-1 0-9 16,0-3 2-16,-3-2-29 0,3-2-58 0,-3-5-15 16,0-1 17-16,0 0 36 0,0 0 24 15,-9-17 7-15,5 5 43 0,-7-2 29 0,5-3 18 16,-4-5 7-16,-1 0 0 0,-2-6-10 0,-2 0-8 15,2-4 14-15,-4-8 1 0,7 8 29 0,0 3-13 16,3 3-7-16,-1 1 2 0,2 1-3 16,3-1-10-16,2 4-7 0,2 3-9 0,-1-1-9 15,6 1-21-15,-2-2 3 0,3 2-1 0,3 3-2 16,0-2-7-16,4 5-9 0,-1-1-1 16,1 5-14-16,-3-2-28 0,5 3-18 0,1 3-35 15,-6 4-34-15,6 0-41 0,-4 1-81 0,-2 2-150 16,2 4-429-16,-3 0 72 0,-2 1 53 15,-1 0 67-15,-1 1 87 0</inkml:trace>
  <inkml:trace contextRef="#ctx0" brushRef="#br0" timeOffset="35129.36">21866 4378 885 0,'4'6'312'16,"-4"-6"-27"-16,0 0-37 0,0 0-18 0,0 0-28 15,20-9-15-15,-10 2-20 0,0 2-39 0,1 2 2 16,-1-3-45-16,0 3-60 0,1-2-86 16,-1 4-185-16,-3-1-450 0,0 2 46 0,-7 0 48 15,0 0 75-15</inkml:trace>
  <inkml:trace contextRef="#ctx0" brushRef="#br0" timeOffset="35312.1">21815 4636 895 0,'0'6'310'0,"0"-6"-39"0,0 0-12 15,0 0-21-15,17 0-31 0,-17 0 1 0,21-6-24 16,-5 4-18-16,2-4-22 0,5-1-39 16,4 2-11-16,-2-2-19 0,5-2-73 0,1 0-17 15,-3-3-116-15,-1 4-271 0,4-2-325 0,-3-1 77 16,-4 2 59-16,-4-4 56 0</inkml:trace>
  <inkml:trace contextRef="#ctx0" brushRef="#br0" timeOffset="35762.05">22414 4454 872 0,'6'27'259'0,"-3"-2"-29"0,1-2-7 15,2 1-23-15,-1 1-11 0,-2-2-28 0,3 4-12 16,-2-2-8-16,-1 0-19 0,1 0-9 16,-1 0-5-16,0-3-16 0,-3-5-16 0,4 1-4 15,-1-2 2-15,-3-1 3 0,1-3 8 0,-1-4 14 16,0 2-12-16,0-3-2 0,0-1-1 0,0-6-12 16,0 0-28-16,0 0 17 0,0 0-2 15,0 0-18-15,-11-23-3 0,8 13 16 0,3 1-5 16,0 1 2-16,0-1-10 0,0-3-10 0,3 3 7 15,0 2-5-15,1 1-12 0,0-1-11 16,2-1 15-16,-2 4-22 0,2 0 12 0,5 3-7 16,-4 1 10-16,6 0-8 0,-2 1-2 0,2 2-6 15,0 1 14-15,-2 2-24 0,-1-1-2 0,4 2 10 16,-7 1 10-16,0 0 3 0,-1 0 2 16,-2 0-4-16,-1 1 27 0,1-1-23 0,-8 1-7 15,1 1 7-15,-1 0 11 0,-6 3-16 16,0-5 11-16,-4 3-6 0,1-3 3 0,-1 2-3 15,4-2-2-15,0-2-8 0,-1 1-7 0,1-2-9 16,0 1-35-16,2-2-46 0,-1-1-82 16,5-2-197-16,1-1-474 0,3 0 62 0,0 0 94 15,0 0 75-15,0 0 43 0</inkml:trace>
  <inkml:trace contextRef="#ctx0" brushRef="#br0" timeOffset="36595.21">22810 4585 883 0,'0'0'358'0,"0"0"-23"0,0 0-38 0,-24 11-31 15,20-4-20-15,-6-1-31 0,3 3-18 16,1 1-18-16,-1-2-25 0,3 3-11 0,-3-2-12 16,3 2-6-16,1-3-20 0,-3 1-10 0,6-1-8 15,-1 0-3-15,0-2-27 0,1-1 4 16,0 1 8-16,0-6-17 0,5 8-4 0,-5-8-9 15,10 0 7-15,-10 0 0 0,14-5-8 16,-14 5 0-16,13-7-7 0,-5 5 5 0,-2 0-18 16,-2-3 5-16,3 2-15 0,-1 2 10 0,-2-2-21 15,-4 3 3-15,0 0 5 0,17 3 0 0,-10 0-5 16,-1 0 0-16,2 1 5 0,2-1 3 16,-1 2-13-16,-1 2 5 0,2-4 3 0,0 3 2 15,1-4 2-15,-1 4 1 0,3-3 2 0,-2-1-2 16,2 1 0-16,2-3-14 0,-2 0 4 15,0-3 7-15,4 1-8 0,-6-1 3 0,3-4 0 16,2 0 8-16,-2 0 10 0,-3-3-18 0,1-1 5 16,0-1 13-16,-3-1 0 0,-2-2-13 0,4 0-2 15,-5-2 4-15,-2 0-9 0,2 1 9 16,-2 0-7-16,0 3 6 0,0 0 1 0,-1 2-7 16,0 3-13-16,-3-1 1 0,4 1 1 0,-1 4-1 15,0 2-14-15,-3 2 18 0,0 0-12 16,0 0 22-16,18 10-14 0,-12-2 4 0,1 5 3 15,-1-1 2-15,2 2-2 0,-2 3-10 16,-2-2 17-16,3 2-9 0,-4 0 2 0,0-4 5 16,-3 1 7-16,0 3 1 0,-3-3 2 0,3-2 0 15,-7 1 6-15,4-2 14 0,-4 2 11 0,-3-4-7 16,3 0 7-16,0-2-13 0,1-3 3 16,-5 2 17-16,7-3 9 0,-5 2-27 0,5-3 6 15,-2-2 0-15,6 0-5 0,-8 6-1 0,8-6 19 16,-7 3-31-16,7-3 0 0,0 0 0 15,0 0 0-15,0 0-11 0,0 0-7 0,0 0 23 16,25-2 0-16,-16 1-17 0,6-5 4 0,-2 4 3 16,4-3-1-16,-3 1-7 0,6-4-7 15,-3 0 4-15,4-4 6 0,0 0-8 0,-1 2 3 16,-3-4 2-16,4 0 0 0,-4 1 0 0,0-3 8 16,0 1 5-16,-3-2-21 0,-1-1 16 15,-2 3-8-15,-4-2 5 0,2 3 29 0,-5 2-98 16,-1 2 20-16,3-2-19 0,-4 3 22 0,-2 5 10 15,0-4-12-15,0 8 12 0,0 0 8 16,0 0-2-16,0 0 7 0,-25 19-13 0,15-5 8 16,0 3 3-16,3 2-8 0,0 4 13 0,0-1 0 15,0 0 2-15,7-3 3 0,-3 1-3 0,3-1 3 16,0-1 5-16,3 0 0 0,1-2 0 16,-4-1 5-16,7-1 3 0,-3-3-11 0,2-3-10 15,0 1-2-15,1-4 2 0,1-2-33 0,-1-2-33 16,2-2-67-16,-9 1-51 0,15-6-243 15,-9-3-443-15,-2-1 86 0,-1-5 68 0,0-3 74 16,-3-5 81-16</inkml:trace>
  <inkml:trace contextRef="#ctx0" brushRef="#br0" timeOffset="40495.39">26221 1700 442 0,'-4'-5'172'0,"4"5"-8"16,-6-6-36-16,6 6 2 0,-7-3-12 0,1 0-11 16,6 3-7-16,-11-3-18 0,4 0-5 15,0 1 2-15,-2 0-12 0,-2 0-19 0,1 2 4 16,-4-1 4-16,2 0-23 0,-7-1-2 0,2 1 25 16,-3-1-17-16,-1 1-11 0,-3 1 18 0,0-2-3 15,-6-1 19-15,-4 2-19 0,3-1-17 16,-10 0 0-16,1 0-1 0,-4 1 11 0,-3-3-13 15,0 4-2-15,-1-1-1 0,-14-2 8 16,7 2-15-16,11 1 0 0,-20-3 5 0,9 3 2 16,10 0-17-16,-6-2 10 0,-11 2-26 15,-3 0 13-15,1 0 15 0,-1 2-5 0,3-2-5 0,-3 1 18 16,0 2-17-16,0 1 1 0,3-2-9 16,1 1 4-16,10 1-9 0,6-1 9 0,1 0 14 15,-1 0-6-15,1 2-5 0,-1-3-5 16,1 2-3-16,0-1-4 0,2 1 17 0,-16 2-5 15,11-2-2-15,5 0 4 0,-2 2 1 16,-14 0 23-16,11-1-31 0,5-1 0 0,1 0 5 16,1 0 2-16,-2-1 4 0,1 1-4 0,1-1 6 15,1 0-5-15,2 0-6 0,3 0 1 0,0-1 10 16,3 2 2-16,-3-2 6 0,0 1-11 16,-5-1-10-16,2 1 10 0,-4 0-7 0,1-3 20 15,-5 1-16-15,1 2 9 0,-2 0-11 16,-18-2 0-16,2 1 3 0,12 0-1 0,1-2-2 15,1 1-15-15,1-1 18 0,1 0 0 0,1 1-8 16,-2-2 10-16,0 1-10 0,-1 0 2 0,1 0 1 16,-18 0 2-16,-4 1 0 0,4 0-5 0,3 1 8 15,1-1-6-15,7 0-7 0,-5 3 13 16,-2-1-8-16,12 2 8 0,5-3-8 0,-4-2 0 16,7 4 0-16,-4-2 0 0,2 2 7 15,-2-2-4-15,1 1-16 0,0 0 8 0,2 0 18 16,-2 1-18-16,-1 0-1 0,-13 1 6 0,10-2 3 15,8 2-3-15,1-2-3 0,-1 1 19 0,2-3-16 16,7 3-3-16,-3-1 14 0,-4 1-22 16,7-1 14-16,0 0-11 0,-3 1 3 0,4-1 2 15,2 0 6-15,-3 1-3 0,1 0-10 16,3 0 7-16,0-1 6 0,-1 0 4 0,4 1-4 16,0-3-6-16,-3 4 1 0,-1-3 7 15,5 1 8-15,-4 1-16 0,2-1 8 0,-2-2-2 16,2 1 0-16,-5 1-11 0,4-2 5 0,-5 0-2 15,3-1 13-15,-2 2 2 0,2 0 11 0,-3-1-14 16,4 1 1-16,-4 0-3 0,0 1-13 16,0-1 13-16,-3-1-15 0,4 1-3 0,-4-2 21 15,3 1-5-15,0-1-8 0,0 2 2 16,-3 1 3-16,2-3 0 0,-2 1 3 0,3 0-3 16,-2-1 2-16,-2 2 6 0,1 0-21 0,0-1 13 15,0 0 13-15,0 0-23 0,-8 2-1 0,5-1 11 16,-4 1 8-16,4-1 0 0,-2 2-3 15,2 0 2-15,0 1-19 0,3-1 14 0,3-1 6 16,-3 2 0-16,3 1-16 0,0-2 10 16,1 1-4-16,-1 0 22 0,3 0-25 0,-2 2-2 15,5-1 4-15,-2 1 0 0,0-1 14 0,3 1-24 16,-3 2 13-16,3-1 0 0,0 0-8 0,3 2 11 16,-2 0-13-16,2 0-11 0,-3 0 24 15,4 0-11-15,-1 2 23 0,0 1-22 0,1-1 7 16,-4 1 7-16,0 2-2 0,0 1 13 15,0-1-23-15,1 1 5 0,2 1 16 0,0-4-24 16,-2 5-7-16,2-3 15 0,0 5 0 0,4-5-11 16,-3 0 14-16,6 0 7 0,-6 0-10 15,5 1 3-15,-1 0-3 0,-2-1-11 0,5 1 11 16,-4 1 0-16,3-2-2 0,0 2 7 0,1-1-15 16,0 1 7-16,2 0 11 0,1 3-8 15,0-3 0-15,-1 0-10 0,1 1 5 0,3 0 2 16,-4 0 6-16,5-1-11 0,-1-2 3 0,1 2-11 15,-2-1 9-15,4 1-11 0,-2 1 15 0,2-1 1 16,1-1 9-16,-3 3-9 0,2-3-3 16,4 3 15-16,-4 0-13 0,1-1 1 0,3 0 9 15,3 2-9-15,-3-2 15 0,0 0-6 0,4 1 1 16,-4-1 7-16,4 2 1 0,2-1-14 16,-2 0 9-16,2 3 12 0,1 0-3 0,4-2-12 15,-1 2 15-15,4-1-8 0,2 3-5 16,-1-2 6-16,4-1 2 0,-1 1 0 0,6-1-8 15,-1-2 18-15,1 1-10 0,1-2-5 0,-1 0 10 16,3 1-10-16,0-6 10 0,0 2-8 0,1-1 5 16,2 0-2-16,-2-2 8 0,-1-2-16 15,1 0 3-15,-1-2 2 0,1-1 1 0,3 1 2 16,-1-2 5-16,4 2-5 0,4-5-3 16,-4 3 5-16,3-1-4 0,2-1-11 0,-2-1 8 15,1 3-6-15,2-2-2 0,-1-1 21 0,-5-2-16 16,6 2 1-16,-3-3 9 0,-2 0-5 15,3 0 1-15,-4-2-9 0,0 2 11 0,7-2-7 16,-1-1 12-16,-4 1-3 0,-2 1-2 0,3-1 54 16,0 2-1-16,-3-1-4 0,1-3-1 15,-1 4-4-15,1-1-14 0,-1-1 6 0,7 1 3 16,-1-2-14-16,-1 2 1 0,1-2 14 0,4-1-22 16,-5 0 13-16,2 2-13 0,-1-2-3 0,2 0-18 15,-5 0 19-15,1 0-9 0,-1-1 1 16,3 2 2-16,-4-2-8 0,1 2 9 0,1-2-14 15,-1 1 5-15,0-2 11 0,2-1 0 0,4 3-8 16,-2-3 10-16,11-1-2 0,-4 0-8 16,-7 2 8-16,11-4-1 0,-5 3-12 0,-6 3 0 15,0 0 3-15,0 0-6 0,1-3-2 16,-5 1 0-16,4 2 7 0,-4 0-7 0,5 0-5 16,-5-1 4-16,1 1 1 0,-4-1 3 0,3 2-11 15,-6-1 0-15,7 0 3 0,-7-3 9 0,3 5-9 16,0-4 15-16,3 0-10 0,-2 2 5 15,2-2-8-15,1 3 16 0,0-3-16 0,-1 0 3 16,4 3-13-16,-3-3 5 0,0 3 10 0,-1 2-5 16,3-5-2-16,-9 4-16 0,4-2 21 15,0 0-13-15,-1-1 10 0,-1 3 3 0,-2 0-13 16,4-4 8-16,-2 1-3 0,-2 2-5 0,0 1 8 16,3-4 2-16,-3 3-5 0,0-1-7 15,3 2 14-15,-3 0-7 0,3-2-2 0,-4 2 7 16,-2 1 3-16,3 0 0 0,-1-2-16 0,-2 0 1 15,3 2 15-15,-1-1-3 0,-2 2-13 16,3-4-2-16,-1 3 18 0,1-2-5 0,0 0-14 16,-1 2 19-16,1-1-13 0,-3-1 13 15,2 1-21-15,-2 0 1 0,0 0 17 0,2 0 3 0,-2 2-13 16,2-4-5-16,-2 4 10 0,-5-1-5 16,5 0 10-16,2-1-15 0,-5 1 5 0,2 1-3 15,-3 0 1-15,2-2-1 0,-1 2 1 16,6-1 2-16,-4 1-8 0,1 0 8 0,2-2-3 15,-2 1 1-15,-1 1 2 0,1-2 2 0,-1 2 9 16,1 0-9-16,-2 0-2 0,1 0 0 16,-2 0-2-16,-1 0 12 0,3 0 3 0,0 2-8 15,-3-2-8-15,3 1 1 0,-1 1-3 0,-3-2 7 16,4 0 8-16,-4 1-5 0,4-1-12 0,-2 0 17 16,-1 2-13-16,3-2 3 0,-2 0 16 15,-2 0-16-15,4 0 10 0,1 1-12 0,-1-1-4 16,0 2-4-16,1-1 13 0,-1 0-3 15,-3-1 0-15,0 4 0 0,3-4 5 0,0 0 0 16,1 2-5-16,-4-1 5 0,0 0-2 0,0 1 4 16,3-2-7-16,-3 2 3 0,2-2-1 0,-4 2 6 15,5-2-8-15,-3 1-2 0,0-1 9 0,1 2-7 16,2-2 8-16,-4 0-8 0,4 1-10 16,-3 1-1-16,1-2 11 0,2 3-7 0,-1-3-6 15,2 1 13-15,-2 0-3 0,-3 3-7 16,1-4 20-16,0 1-12 0,6 0 4 0,-7 0-2 15,2 2 11-15,-1 0-9 0,-3-3-9 0,-1 1 1 16,4 0-1-16,-3-1 14 0,2 2-14 16,-2-2 12-16,0 0 0 0,3 0-8 0,-4 1-7 15,4-2 10-15,-3 1 3 0,2 1 2 0,-2-1 0 16,3 0-8-16,0-1 3 0,-4 2-2 16,4-1 7-16,-3 0-2 0,3 3-1 0,-4-3 6 15,4 0-8-15,0 0-5 0,-4 0 17 16,4 0-6-16,0 0 1 0,-3 0 1 0,2 0-26 15,1 0 21-15,0 0-1 0,0 0-2 0,-3 0-13 16,3-3 8-16,0 3 5 0,-3-1 0 0,2 1 3 16,1 0-6-16,0 0 6 0,0 0-3 15,0 0-3-15,-1 0 19 0,0-2-19 0,0 2-7 16,0-1 20-16,-2 1-7 0,3-1 2 0,0 1-10 16,0-3 10-16,-1 1-5 0,4 1 7 15,-2 0-7-15,-1 0 11 0,5 0-11 0,0-3 5 16,-1 4-5-16,-2-2 5 0,5-1 18 15,-1 0-23-15,-2 1-5 0,0-1 2 0,2 1 19 16,-2-1-24-16,-1 1 5 0,1 1-7 0,2-4 10 16,-5 2-3-16,-2 0 3 0,1 2 0 0,3-4-5 15,-3 3 0-15,0-1 0 0,0 0 5 0,3-1 3 16,-6 2-8-16,7-3 5 0,-1 2 7 16,-3 0-9-16,2-2 9 0,-4 2-9 0,5-1 4 15,-3 0 3-15,3 0 8 0,-3-1-15 16,0 0-3-16,0 2 7 0,-3-1-7 0,2 2 13 15,-2-3-6-15,0 2 11 0,-1 0-15 0,3-2 2 16,-2 2 0-16,-1-2-6 0,-2-1 1 0,3 2 13 16,-2-3-3-16,-1 0 0 0,0 2-2 15,2-3-13-15,0 0 15 0,-3 0-10 0,-3-1 5 16,3 1 0-16,0-4-3 0,-1-1 13 16,-4 2-20-16,1 0 7 0,1-1 3 0,1-2-7 15,-7 1-4-15,3 0 14 0,-1 0 0 0,-3-4-3 16,4 4 0-16,-5-4 0 0,1 1 5 0,-1-1 0 15,-2-2-3-15,0 1 1 0,2-2 5 0,-5 2-3 16,2-4-5-16,-3 0 5 0,0 3-20 16,0-5 22-16,0 4 3 0,0-3-7 0,0 3 0 15,0-3-6-15,-3 2-2 0,2 1-3 16,0-1 6-16,-4-1-6 0,1-1 5 0,1 5 6 16,-1-1-11-16,-2-3 1 0,2 3 9 0,-3-3-12 15,-3 4 10-15,3-4 5 0,1 1-20 16,-4 0 15-16,-1 1-8 0,1 0 5 0,-3 0 3 15,-2-3 6-15,2 5-17 0,-4-1 16 0,-1-1-10 16,1-1 8-16,-3 2-3 0,0-1 0 0,2 2 2 16,-3 0 11-16,1-1-15 0,-1 1 12 15,1 3 0-15,3 1-18 0,0 0 14 0,0 0-14 16,0 0 3-16,0 1 2 0,3 2 1 16,4 2-1-16,-4-2 8 0,4 1 8 0,0 0-16 15,-1 2 6-15,4-1 10 0,0 2-3 0,-2 1-5 16,1-1 0-16,2 0-12 0,-1 1 12 15,2-1-5-15,-3-1 2 0,3 2-7 0,-1 0-2 0,-1 0 4 16,1-1-2-16,-1 0 0 0,1 1-8 16,-2-1 10-16,1 0 6 0,1 0-13 0,-5 1-3 15,4 0 13-15,0 0-5 0,-2-1 10 0,-2 3-15 16,1-3-1-16,0 0-4 0,-1 5 28 16,-2-4-16-16,2 0 3 0,-3 2 5 0,-3-1-7 15,4 1-8-15,-5-1 12 0,2 2-7 16,-2-2 5-16,2 0 8 0,-2 2-11 0,3 0 11 15,-4-1-16-15,2 1 8 0,-3 1-10 0,2-1 15 16,-2 1-5-16,-1-1-8 0,0 1 6 0,1 1-6 16,-4-1 16-16,-3 0-16 0,3 2 13 0,-1 0 11 15,-5-1-24-15,-1 1 8 0,0-1 8 16,-3-1-13-16,0 2-8 0,0 0 13 0,0 0-3 16,0-1-5-16,0 1 11 0,-3 0-13 15,5 0 10-15,-4 0 0 0,0 0 13 0,-1 0-16 16,-4 1-25-16,0 1-16 0,0 0-12 0,0 2-26 15,0-1-54-15,3 1-45 0,1 3-88 0,-1 0-647 16,0 0 56-16,1 1 115 0,6-6 61 16,-3-2 70-16,6-5 87 0</inkml:trace>
  <inkml:trace contextRef="#ctx0" brushRef="#br0" timeOffset="-115548.77">3605 7346 778 0,'0'0'233'0,"0"0"-26"15,0 0-23-15,0 0-10 0,0 0-2 0,0 0-11 16,-1-5-23-16,1 5-20 0,0 0-13 0,0 0-15 15,0 0-14-15,0 0 4 0,0 0-4 0,0 0-1 16,10 12 17-16,-6-7-18 0,3 3-2 16,-3-3-3-16,5 3 10 0,-2 3-15 0,4-1-2 15,2-2-3-15,-3 2-3 0,2 1 8 16,1 1-16-16,1-2 1 0,2 4-8 0,-2-4-10 16,-1 0-3-16,2-1-5 0,-2 1-13 0,2 1-56 15,1-2-59-15,-3-4-28 0,4 2-77 0,-3-1-181 16,0-4-342-16,-1 0 99 0,-1-2 32 15,-2-3 62-15</inkml:trace>
  <inkml:trace contextRef="#ctx0" brushRef="#br0" timeOffset="-115249.42">4025 7311 811 0,'0'0'274'0,"0"0"-23"16,0 0-3-16,0 0-15 0,0 0-31 0,0 0 0 15,-3 24-15-15,3-13 3 0,0 1-11 16,-4 5-21-16,4-1 4 0,0 1-4 0,-3 3-17 16,-1 5-5-16,4 0-24 0,-6-2 11 0,2 2-2 15,-2 2-14-15,2-2-25 0,-3 0 8 16,3 3-8-16,-2-2-6 0,-1 2 1 0,0 2-15 16,0-4 2-16,0 1-6 0,-2 1-17 0,5-3 3 15,-4 0 7-15,2-2-25 0,-1 1-3 16,1-1 5-16,2-6-2 0,1 2-19 0,-2-3-27 15,2-1-16-15,0 1-61 0,3-4-57 16,-3 1-151-16,3-4-567 0,0 1 68 0,3-3 87 16,-3-6 62-16,0-1 79 0,0 0 69 0</inkml:trace>
  <inkml:trace contextRef="#ctx0" brushRef="#br0" timeOffset="-114115.73">5030 6741 573 0,'-7'19'194'0,"7"-11"-9"16,0 6-14-16,3 4-10 0,-3-1-7 0,4 8-11 15,-1 0-2-15,2 8 5 0,1 1-18 16,0 1 5-16,2 15-7 0,2 0-21 0,-3 5-3 15,3-4 0-15,-3-1-2 0,0 3-13 0,0 2-2 16,2 3-1-16,-2-3-2 0,0 2 0 16,0 1 8-16,0-1 4 0,-3 3-20 0,2 2-10 15,1-1 0-15,0-1 6 0,-4 4-12 16,1 2-4-16,2-1 0 0,-2-2 0 0,3 1-1 16,-4 2 1-16,4-4 0 0,-3 3 2 0,5 16-5 15,-5-3-20-15,3-13 10 0,0 1-8 0,-1 11 8 16,1-12-10-16,1 14 13 0,-2 2-11 15,-2-16-15-15,3 13 15 0,-1-13-10 0,2 16 3 16,-2-14-3-16,4 9 10 0,-4 6-10 0,5 1-5 16,-1-4 15-16,0 2-10 0,1-5 11 15,-1 1-6-15,0 1-16 0,1-2 17 0,-1-2-24 16,0 2 15-16,1-1 1 0,-1 1-14 0,0 0 16 16,-3-10-12-16,0-1 4 0,3 13 11 15,-3-3-19-15,3 1 6 0,-3 5-3 0,3-5 3 16,-4 4-8-16,2-3-5 0,-1-12 21 0,0 13-6 15,-1-13 0-15,2 12 1 0,-1 2-14 0,2 0 11 16,-6-12-3-16,4 12 11 0,1 0-16 16,-2-14 5-16,1 15-2 0,-1-17 12 0,5 17-9 15,-4-17 17-15,6 16-21 0,-2-2 9 16,-1 1 2-16,3 2 0 0,-2 1-3 0,-1-5 11 16,4-3-16-16,-4-11 3 0,1 13-6 0,2-2 14 15,-2 1-21-15,-1-13 8 0,3 13-11 0,-2-13-7 16,-1 3 53-16,4 12-22 0,-1-1-11 0,-2-11-2 15,-4-3-3-15,6-1 15 0,1 15 6 16,-1-14 38-16,1 10 18 0,-3-13 7 0,2 2-4 16,4 11-14-16,0-2-4 0,-3 5-13 0,3-5-6 15,-4-12 4-15,-2 0-14 0,3 0 5 16,-1-4-19-16,1 4 4 0,-1-6-5 0,-2 4 5 16,2-5-8-16,-3-1-12 0,2-3 25 15,-2-3-5-15,-1-3-12 0,2-6-11 0,-7-3 13 16,2-4 5-16,-2-2-23 0,-1-1-8 0,0-5-15 15,0 1-20-15,-3-3-14 0,-3-5-27 16,0-4-111-16,-7-2-168 0,3-5-633 0,-13-8 52 16,-5-8 101-16,-12-20 88 0,-12-15 95 0,2-11 38 15,-8-14 59-15</inkml:trace>
  <inkml:trace contextRef="#ctx0" brushRef="#br0" timeOffset="-112699.52">2353 8757 665 0,'8'1'225'0,"-1"1"1"0,5-2-34 16,0 1 23-16,4-1-26 0,1 0-18 0,4 0-9 16,3-3 2-16,7 3-24 0,10-5-9 0,0 2-1 15,20-4-25-15,-3-1 3 0,4-1-21 0,-1 1-8 16,1 0 16-16,6-2-13 0,0 3-18 15,0-4-5-15,18-2-6 0,3 2 1 0,0-3-5 16,0 3 10-16,0-3-21 0,0 2 1 0,-1-2 7 16,4 3-11-16,-3-3-6 0,0 4 6 15,3-4-4-15,4 3-5 0,-3-1-3 16,3-1 7-16,0 4-12 0,-4-5 13 0,4 4-13 0,-4-4 0 16,7 3-10-16,-3-2-1 0,6 1 1 15,1-2 5-15,0 3 7 0,-1-4 1 0,1 1-3 16,2 1-23-16,2 1 17 0,-1-1-1 0,3-1 4 15,-4 3 3-15,1-3-8 0,1 3 13 16,1-1-13-16,2 1-15 0,-1 0 15 0,4-1-2 16,0 1 2-16,4 0-2 0,-8-3 0 0,1 4 7 15,-2-3 0-15,5 3-17 0,4-1 7 16,-1-3 5-16,4 3 16 0,2-2-13 0,1 2 2 16,0-1 8-16,-2 2 0 0,-2-1-13 0,1 1-2 15,-3 2 2-15,2-3 6 0,-4 1-4 16,2 0-4-16,-1 5 2 0,4-6-10 0,3 2 0 15,0 1 11-15,0 1 6 0,-3 3 1 0,-7-3 3 16,6 0-1-16,-2 0-20 0,5-2 11 0,5 1 1 16,-4 0-6-16,0 0 6 0,-3 1 11 15,3-3-23-15,0 5-2 0,7-2 7 0,0-1 5 16,3 0-2-16,-6 0 7 0,-1 1 3 0,-3-1-8 16,4 4 6-16,5-3 7 0,2 1-16 15,-4-1 16-15,0 3-10 0,-4-3 13 0,-2 0-21 16,6 5 0-16,0-6 3 0,3 3-1 0,-4 1 11 15,2-2 11-15,-1-1-6 0,0 2-11 0,2-1 14 16,6-1-8-16,-2 0 7 0,-3 2-9 16,4-1 20-16,-4-1-24 0,2 0 24 0,1 2-15 15,0-1 2-15,1-1-13 0,-4 0 11 16,1 4 2-16,2-4-8 0,-2 0 0 0,6 3 3 16,-4-3-2-16,2 2 27 0,-5-4-7 0,4 6-18 15,-4-5 7-15,6 1-2 0,2 0 6 16,-4-1-6-16,3 5-3 0,-4-2-10 0,-2 1 8 15,0-2 5-15,3-1-2 0,-4 4 4 0,-4 2-2 16,-2-5-2-16,-11 5-6 0,-3 1-10 0,-10-1 13 16,-4 1-18-16,-17 1 13 0,-7 0-31 15,-3 2-23-15,-7 1-51 0,-18-1-100 0,-13 4-256 16,-3-1-499-16,-13-5 120 0,-5 2 70 0,-5-3 78 16,-8 0 75-16,0 0 56 0</inkml:trace>
  <inkml:trace contextRef="#ctx0" brushRef="#br0" timeOffset="-109783.15">3779 9382 355 0,'0'0'146'0,"0"0"-10"0,0 0 0 15,0 0-29-15,0 0-2 0,0 0 15 0,0 0 3 16,0 0 13-16,0 0 2 0,0 0 5 15,0 0 11-15,13 1-3 0,-13-1-5 0,0 0-18 16,0 0-23-16,7-5-8 0,-7 5 16 0,3-3-24 16,-1-3-12-16,-2 6 0 0,6-7-3 15,-6 3-7-15,3-1-19 0,0 1 11 0,-2-2 3 16,2-1-14-16,0 2 3 0,-3-1-4 16,0-1-4-16,1-1-2 0,-1-1-8 0,0 2 6 15,0 3 2-15,0-3-11 0,0 0 1 0,0 7-8 16,0-8-13-16,0 5-7 0,0 3-1 0,0 0 14 15,0 0-6-15,0 0-10 0,0 0-10 16,6 13 10-16,-3-1 0 0,2 1 13 0,1 6-11 16,0 2 6-16,1-2 66 0,0 4-2 0,0 0-6 15,3 2-22-15,0-2 4 0,1 3 4 16,-1-2-19-16,-3-4 3 0,4 5 5 0,-1-2 0 16,-1-3-8-16,0 2-7 0,0-3-9 0,-2 2 9 15,-1-5 2-15,-2 0-12 0,3-3-1 16,-6 2 8-16,2-5-8 0,0 4-10 0,0-4 3 15,-3-2 15-15,0 2-8 0,0-3-2 16,0-1 18-16,-3-1-16 0,-1 0 1 0,1 1-3 16,-4-2 2-16,3-2 5 0,-2 3-15 0,-1-2 1 15,0 2 1-15,0-3-7 0,1-1 13 0,-1 5-3 16,3-5-2-16,-2 1 2 0,1 2-7 16,5-4 10-16,-10 4 2 0,7-2 5 0,3-2-2 15,-7 3 10-15,7-3 11 0,0 0-14 16,0 0 6-16,-6 2 5 0,6-2 2 0,0 0-15 15,0 0-2-15,16-10 15 0,-6 5 0 0,4 1-6 16,0-4-12-16,3 0 16 0,4-1-11 16,-4 1-11-16,4-1-71 0,-2 1 24 0,2 0-6 15,-3 0 2-15,-2 1 16 0,-2-1-5 0,-3 6-3 16,2-4-2-16,-2 2 5 0,-4-1-5 0,2 3 2 16,-1-3-23-16,-2 4-28 0,1-1-35 15,-3-1-70-15,-4 3-28 0,9-2-26 0,-9 2-120 16,0 0-432-16,0 0 50 0,0 7 70 15,0-7 82-15,-10 8 46 0</inkml:trace>
  <inkml:trace contextRef="#ctx0" brushRef="#br0" timeOffset="-108433.84">3939 10924 816 0,'0'0'230'0,"4"-9"-4"15,-1 3-34-15,0 4 0 0,4-4-39 0,1 2-4 16,-1-2-1-16,3-1-30 16,0 4 0-16,1-2-13 0,1-3-3 0,0 6-20 0,1-3 5 15,1 2-5-15,-1 2-13 0,0 0-13 16,1 1 6-16,0 2-11 0,0-1 3 0,-4 5-6 15,0-2-9-15,1 7 9 0,-1-2-7 0,-3 2-28 16,3 0 2-16,-7 3 24 0,1 1-26 16,-4 1 7-16,0-3 13 0,0 4-10 0,-3 2 6 15,-1-5-1-15,-3 6-8 0,3-4 3 0,-3-2-5 16,1 1 3-16,0 2-3 0,2-3 5 0,-4-3-6 16,5 2 6-16,0-4-7 0,-3 1 7 15,5-2-8-15,-2-2 21 0,0-2-3 0,3 3 19 16,-1-1 9-16,1-6-2 0,0 0 0 0,10 4-16 15,-10-4 8-15,21-9-2 0,-8 5-16 16,5-4 1-16,5 0-1 0,2-5-5 0,5 3 8 16,4-5 5-16,11-2-18 0,-10 5 10 0,-1-2 6 15,-1 6-24-15,-2-1 11 0,-6 0-19 16,-2 3-25-16,-3-1-2 0,-2 6-19 0,-4-1-27 16,-1 1-44-16,-3 2-51 0,-3 1-62 0,-3 5-266 15,-1 0-330-15,-7 4 92 0,-2-3 92 16,-4 9 62-16,-5-2 51 0</inkml:trace>
  <inkml:trace contextRef="#ctx0" brushRef="#br0" timeOffset="-107734.2">4330 12327 936 0,'0'-6'336'0,"3"0"-37"0,0-3-28 16,0 1-20-16,4 0-25 0,0-1-19 15,1 1-36-15,2 0-4 0,3-1-14 0,1 0-14 16,2 3-17-16,-1-2-17 0,1 5-23 0,-2-1 3 15,-1 3-11-15,2-1-13 0,-2 4-7 16,-3-1-8-16,1 3-2 0,-4-1-8 0,-1 5-6 16,-2 1 9-16,-1-1-6 0,-6 0-7 0,2 3 7 15,-5 3-8-15,0 0 4 0,-1-3-11 16,-1 4-3-16,1-3 8 0,1 3-10 0,-1-7 7 16,1 3-10-16,1 2 3 0,-1-5-10 0,2 2 5 15,4-3-8-15,-3 0 2 0,3 1 1 16,0-4-3-16,3 3 7 0,0 3-4 0,4-3-3 15,1 1 0-15,2 1 0 0,3-1-8 16,2 0 13-16,1 2-2 0,1-2 5 0,-3-1-6 16,3 4 6-16,0-4-3 0,0 5 5 0,-3-3-2 15,-1 0-24-15,-2-1 9 0,3 1 12 0,-7 1-8 16,2-1 11-16,-5-1 25 0,0 0-5 16,-4 2 11-16,-5 1-14 0,-4 0 14 0,-1-1-1 15,-5-2 19-15,-4 6-14 0,-2-4-10 0,-3 0 21 16,-1-2-13-16,2 0-3 0,-4-2-2 15,3-1-2-15,-3 1 1 0,6-2-4 0,4 0-8 16,-4-4 5-16,4 5-20 0,3-3-13 0,1 1-46 16,-1-2-121-16,4 5-132 0,0-5-357 0,2 6-189 15,2-5 100-15,0 5 69 0,5-6 106 16,-2 4 40-16</inkml:trace>
  <inkml:trace contextRef="#ctx0" brushRef="#br0" timeOffset="-106896.43">4322 13887 1064 0,'0'-4'348'15,"-3"-3"-25"-15,3 7-24 0,-3-8-27 0,2 6-42 16,1 2-25-16,0 0-18 0,-2-8-31 0,2 8-8 16,0 0-4-16,0 0-21 0,0 0-11 0,3 25-2 15,0-17-7-15,-3 7-16 0,3-5-13 16,0 7 0-16,2-2-5 0,-2 2-5 0,1-2-10 16,2 1-3-16,1 0-10 0,-1-2 8 15,2 1-18-15,2 2 4 0,-4-4 1 0,5-1-5 16,-1 1-8-16,-3-1 0 0,3-4 8 0,0-1-6 15,0 1 1-15,0-5-8 0,2 3 0 0,1-5 5 16,4-1-5-16,-4 0 10 0,2-2-26 0,1-4 19 16,2-3-6-16,-2-1-17 0,-1-5 4 15,1 0-4-15,-2-3-6 0,-1 0 5 0,-2-2 6 16,-4 0 2-16,0-1-7 0,0 5-1 16,-1 0 18-16,1 0-2 0,-6 3 5 0,2 3-10 15,3-1-1-15,-6 2 6 0,4 2-10 0,-4 1-16 16,3 1 0-16,0 1 3 0,-3 4 15 15,0 0 5-15,0 0 3 0,8 17-15 0,-5-5 17 16,1 1 0-16,-1 5-15 0,3 1 0 0,-2 2-5 16,3 2 18-16,0 1-5 0,0-2 12 15,0 9-7-15,2-2-8 0,-1-4 0 0,2-2 18 16,-4 2-20-16,1-3 10 0,4 1-6 0,-5-3 3 16,1 1 13-16,0-5-23 0,-3 1 3 15,2-4 5-15,-2-1 2 0,0-1-2 0,-1-1-6 16,0-2-7-16,0 1-18 0,0-2-46 0,-3 0-64 15,0-3-131-15,0 1-647 0,-3-3 87 0,3-2 63 16,-13 0 86-16,13 0 73 0,-24-10 57 16</inkml:trace>
  <inkml:trace contextRef="#ctx0" brushRef="#br0" timeOffset="-103450.29">937 6275 811 0,'-6'-6'276'16,"6"6"-43"-16,0 0-13 0,0 0-28 0,0 0 3 15,0 0-21-15,0 15-13 0,3-8 6 16,0 3-24-16,5 2-25 0,-4 3-1 0,3 0-6 15,-1 3-7-15,5 0 4 0,-5 3-16 0,1-2-15 16,0 3 2-16,-1-3-4 0,2-1-22 16,-4 2 14-16,2-2-8 0,0-2-11 0,-3 0-4 15,1-1-11-15,0 0 11 0,-1-1-34 0,1-3-28 16,-1 2-49-16,-2-4-91 0,-2 1-167 16,2-3-454-16,-1-1 68 0,0-1 58 0,0-5 80 15</inkml:trace>
  <inkml:trace contextRef="#ctx0" brushRef="#br0" timeOffset="-103200.05">692 6416 941 0,'-4'-6'285'0,"4"6"-29"0,0-7-18 0,0 7-28 15,11-12-21-15,-1 3-12 0,3 0-24 16,8-4 1-16,0-1-34 0,3-3-18 0,13-3 14 16,-3 2-14-16,4-6-15 0,2 3-15 0,-8 3-3 15,-1 1 10-15,-1 4-15 0,0-1-18 0,-2-1-7 16,-4 5-24-16,-3 1-36 0,-1 0-76 16,-5 2-90-16,-2 1-163 0,-2 3-370 0,-2 3 27 15,-5 0 68-15,-4 0 57 0</inkml:trace>
  <inkml:trace contextRef="#ctx0" brushRef="#br0" timeOffset="-102467.22">1324 6650 622 0,'10'16'258'0,"-2"-4"1"0,-4 1-21 15,2-3-21-15,0-1-27 0,1-1-29 16,-4 2-2-16,2-3-24 0,1 0-2 0,-3 1-10 16,1-4 0-16,-1 3 26 0,0-2 17 0,1-3-13 15,-4 3-7-15,0-5-2 0,0 0-21 0,0 0-8 16,0 0-10-16,0 0 0 0,-4-16-18 16,1 9-16-16,-3-7-9 0,2 3 7 15,-6-4-10-15,0-3-5 0,3-1-16 0,-3-1-2 16,2 1 2-16,-1-4-5 0,2 4 8 0,0 2 0 15,0 1 5-15,3-1-25 0,1 0 12 0,3 1 3 16,0 0-10-16,3 1-1 0,0-2-7 16,5 4-10-16,2-3-1 0,3 0 1 0,5 0 2 15,3-2 3-15,5 2 0 0,1 0-16 0,4 0-12 16,14-1 23-16,-1-2-26 0,2 3 0 0,4 1-8 16,-2 1 3-16,-1-1-13 0,-8 6-2 15,-5 1-13-15,-7 0 15 0,-3 2 10 0,0 0 3 16,-6 3 3-16,-2-3 10 0,-2 2-1 15,-4 2 9-15,-4 0 2 0,-2 0-5 0,-4 2 5 16,0 0 0-16,0 0 7 0,0 0 1 0,0 0 0 16,-31 9-3-16,18-2 5 0,-5 2 3 0,-1 1-8 15,1 2 0-15,-1 2-7 0,1 3 14 0,1-2-9 16,3 2-8-16,-3 0 13 0,4 0-6 16,2-1-2-16,0 2-5 0,5-2-8 0,2-1 16 15,1-3-11-15,3-2 3 0,0 2 2 16,3-2 1-16,0-2 7 0,4 2-18 0,4-4 16 15,-1-4-11-15,3 4 5 0,2-6-4 16,2 0-1-16,3-6-5 0,-2 4-2 0,-2-4 12 16,1-1 6-16,0-3-18 0,-3 2 2 0,-4-3 0 15,0-2 8-15,1 1 7 0,-4-2-4 0,-1-3 15 16,-2 4-1-16,3-1 29 0,-6 3 3 16,2-1-6-16,0 4-9 0,0-2-9 0,-3 3-12 15,1 3 7-15,1 0 0 0,-2 4-4 0,0 0 1 16,0 0-9-16,0 0-3 0,0 0 5 0,11 15 0 15,-4-7 16-15,-4 2-1 0,1 0-12 0,2 1-16 16,1 0 16-16,-1 3-6 0,3-3 6 16,0 3-13-16,1-2-23 0,1 1-23 0,2 1-36 15,1-6-54-15,-1 4-192 0,1-5-519 16,3-2 81-16,-6-1 67 0,3-2 64 0,-1-4 59 16</inkml:trace>
  <inkml:trace contextRef="#ctx0" brushRef="#br0" timeOffset="-102332.14">2036 6000 790 0,'0'0'213'16,"-11"0"-83"-16,11 0-71 0,-6 4-179 0,9 1-451 15</inkml:trace>
  <inkml:trace contextRef="#ctx0" brushRef="#br0" timeOffset="-101733.97">2309 6309 726 0,'4'12'223'0,"2"1"-33"16,-2-4 2-16,3 1-29 0,-4-2-4 15,0 0-28-15,-2 1 22 0,2-2-45 0,-3 1-1 16,3-1 6-16,0 0-16 0,-3-3 11 0,0 2-3 16,0-6 97-16,1 8-21 0,-1-8-19 15,-1 3-16-15,1-3 0 0,0 0-18 0,0 0-11 16,0 0-17-16,-16-17 3 0,9 9-14 0,3-3-20 16,-2-3 5-16,2-1-12 0,0-2-6 15,1-1-7-15,0 0-8 0,0 0 0 0,3 1-3 16,0 1-10-16,0-2-5 0,3 3-2 15,-3 0-6-15,3 4-2 0,0 2 0 0,1-3-16 16,-1 6 3-16,1 0 8 0,2 0-8 0,2 6 0 16,-8 0 5-16,13 0-10 0,-7 5 15 0,2-3-5 15,-1 5-7-15,0 0-6 0,2-1 13 16,-1 2-7-16,-1 0 2 0,0 1 0 0,2 3-6 16,-1-3 14-16,2-1 7 0,-3 1-4 15,2 0-1-15,-1-2-23 0,-1 1 13 0,3 1-20 16,0-7 2-16,0 4-3 0,0-4-7 0,1 2-15 15,-1-2-32-15,0-4 6 0,4-2-13 0,-4 2 0 16,0-4 13-16,1-2 0 0,-1-2 18 16,0 1-8-16,-3-6 3 0,-3 3 15 0,2-3 2 15,-3-1 29-15,1 1 3 0,-1 4 48 16,-3-3 15-16,3 4-5 0,-3 1 8 0,1 1-18 16,2 2-10-16,-3-1 7 0,0 7-12 0,4-4 4 15,-4 4-7-15,0 0-2 0,0 0 7 0,3 17 3 16,-2-9-6-16,2 0-2 0,0 2 3 15,-3-1-13-15,3 1 12 0,1 3-2 0,-1-2 0 16,1-1-12-16,3 3 1 0,-3-3-19 16,2 0-32-16,1 3-66 0,2-5-92 15,2 0-650-15,-4-4 69 0,0 2 56 0,0-5 85 0,0-1 68 16</inkml:trace>
  <inkml:trace contextRef="#ctx0" brushRef="#br0" timeOffset="-101584.23">2607 5923 719 0,'0'0'192'16,"0"0"-39"-16,0 0-37 0,0 0-47 0,10 13-100 16,-4-7-120-16,6 2-415 0</inkml:trace>
  <inkml:trace contextRef="#ctx0" brushRef="#br0" timeOffset="-100917.4">2938 6294 550 0,'0'6'205'0,"0"-6"-42"16,0 9-14-16,4-7 28 0,-4-2 4 0,-4 6-9 16,4-6 2-16,0 0-23 15,0 0 0-15,0 0-23 0,0 0 13 0,-14-8-24 0,8 0-9 16,2 0-21-16,-3-1 5 0,4-2-15 15,-1-2 2-15,1-1-10 0,3 2 6 0,0-3-9 16,0 5-17-16,0-3-1 0,0 2-4 0,3 1-11 16,-3 1-7-16,4 0 17 0,3 2-9 15,-4 0-9-15,4 2-15 0,-3 2 11 0,5 2-6 16,-1-1-5-16,-1-1 6 0,2 3-11 16,2 0 0-16,0 0 13 0,1 0-8 0,0 0-5 15,1-1 6-15,3 1-9 0,-2-2 3 16,-1 1-2-16,2-5 12 0,1 3-2 0,2-3-3 15,-4-1-7-15,3 0 12 0,-1-3-15 0,-2 3 8 16,0-1-1-16,0-2 6 0,-4 0-10 0,1 0 4 16,-5-3 9-16,1 3-8 0,-4 1 4 15,-2-4-12-15,2 2 82 0,-3 1 5 0,3-2-15 16,-3 3-6-16,0 3-9 0,0-1-11 0,0 0-15 16,0 1-3-16,0 6 2 0,0 0-6 15,0 0-9-15,0 0 5 0,0 0 1 0,3 23 2 16,0-7-13-16,2 3-5 0,2 6 16 0,3 6-16 15,1 2 10-15,5 9-7 0,1 1-3 0,3 7 5 16,-2 0-10-16,-2-1 10 0,-1-5-4 16,4 3-1-16,-4-4-5 0,1 0 5 0,-5-8 2 15,-1-5-1-15,-3-2-4 0,0-3 8 16,-4-1-2-16,1-2-10 0,-4-4 12 0,0-1 31 16,-3-2 0-16,0-4-11 0,-2 1-4 0,-2-6 5 15,-2 1 5-15,-2-2-13 0,-2-5 23 0,-1-1-23 16,0-5 5-16,-3 0 5 0,-4-5 6 15,1-3 1-15,3 1-14 0,0-2-67 0,3-3 8 16,0-3 12-16,4 3-2 0,0 0-5 16,2 2 20-16,5-2 3 0,-3 0-5 0,6 2-13 15,0-3 0-15,3 4 10 0,1-1-2 0,6 0 0 16,-3 0-9-16,2 2-9 0,3-3-8 0,1 7-23 16,-3-1-30-16,1-1-9 0,-1 4-38 15,-1 3-35-15,0-1-75 0,-3 5-18 0,-3-4-74 16,-3 5-427-16,0 0 71 0,0 0 59 0,0 0 77 15</inkml:trace>
  <inkml:trace contextRef="#ctx0" brushRef="#br0" timeOffset="-100450.41">747 7475 813 0,'0'0'287'15,"0"0"-23"-15,0 0-31 0,0 0-23 0,0 0-13 16,24-10-18-16,-6 2 8 0,4 0-21 0,12-8-7 15,15-2 2-15,6-5-23 0,16-4 21 0,1-6-36 16,7 1-8-16,3-1 3 0,10-5-34 16,4 1 6-16,33-12-3 0,-2 2-15 0,3-3-1 15,0-3 1-15,0 2 2 0,-1 1-25 16,2 1 7-16,9 6-12 0,-7-3-1 0,-26 11 6 16,1 2-11-16,-5 1-7 0,6 3-11 0,-10-2-2 15,-3 4 8-15,-4 2 2 0,-3 2-7 0,-10 4 4 16,-17 1-12-16,-4 3 20 0,-4-1-17 15,-13 6-11-15,-6-2 10 0,-8 8 5 0,-4-4-7 16,-1 0 3-16,-2 3-4 0,-6 1-1 0,0 0-1 16,-1 0 0-16,-4 3-7 0,2-4-19 15,-3 4-12-15,-2 0-26 0,-6 1-17 0,0 0-75 16,7 4-69-16,-7-4-254 0,-11 8-375 16,2-4 96-16,-6 3 96 0,-1-3 30 0,-2 2 87 15</inkml:trace>
  <inkml:trace contextRef="#ctx0" brushRef="#br0" timeOffset="-91618.29">114 7953 970 0,'-7'-3'286'0,"7"3"-25"0,-3-7-35 0,3 7-39 16,-3-2-19-16,3 2-14 0,0 0-16 0,0 0 3 15,0 0 0-15,0 0-13 0,0 0-8 0,0 0-12 16,27 11-9-16,-17-5 4 0,7 4-1 16,1-2-2-16,-1 6-10 0,3-4-8 0,4 1-13 15,-1 4-5-15,2 2-8 0,2-2 16 0,-3 1-16 16,3 0-7-16,-3-3-21 0,0 3-3 15,-3-2-17-15,-5-1-21 0,2 1-28 0,0 0-23 16,-2-3-46-16,-2-2-43 0,-3 3-96 0,1-7-63 16,-4 2-456-16,2-1 51 0,-6-4 75 15,2-2 58-15</inkml:trace>
  <inkml:trace contextRef="#ctx0" brushRef="#br0" timeOffset="-91368.35">460 7901 716 0,'0'0'256'0,"-4"-5"-31"0,4 5-27 0,-3-3-17 15,3 3-14-15,0 0-19 0,0 0 1 0,-11 10-14 16,8-2-2-16,-3 6-10 0,2-3-13 16,-3 5 3-16,-1 0-6 0,-1 2 1 0,2 4-13 15,-3 1-8-15,-1-3-8 0,1 7-5 16,-4 1-2-16,4-2-6 0,-3 0-7 0,5-3-5 15,-2-3-16-15,1 4-9 0,2-6-17 0,0 0-40 16,3-3-41-16,4 2-36 0,-3-7-100 0,6 3-63 16,1-4-485-16,6-2 82 0,-3-3 62 15,0-3 51-15</inkml:trace>
  <inkml:trace contextRef="#ctx0" brushRef="#br0" timeOffset="-91118.2">719 8026 890 0,'0'0'318'0,"3"14"-27"0,-2-8-14 0,-1 5-31 16,0 0-1-16,3 2-22 0,-2-1-26 16,-1 3-13-16,0 3-15 0,3-1-10 0,-3 5-18 15,0-4-18-15,3 2-13 0,-3 2-5 0,4 2-8 16,-1-5-15-16,0 3 0 0,0-4-16 15,1 0-32-15,-1 0-16 0,1 0-26 0,-1-2-38 16,1-1-39-16,2 0-73 0,-2-5-98 0,0 0-302 16,2-2-215-16,1-1 66 0,0-6 62 0,-1-1 69 15</inkml:trace>
  <inkml:trace contextRef="#ctx0" brushRef="#br0" timeOffset="-90235.95">1198 7392 639 0,'0'8'208'0,"0"0"-21"0,3 1 10 0,-3 6-3 15,3 2-15-15,1 0-2 0,-1 7-5 0,1-3-9 16,3 8-27-16,-4-2-8 0,1 6 3 16,2 0-21-16,1 2 7 0,-3 0 1 0,3-2-5 15,-3 6-21-15,5 11 3 0,-5-1-6 16,2-8 1-16,-1-5 2 0,4 13-18 0,-8-8 13 15,5-6-5-15,-3 4 8 0,1 11-26 16,3-8 7-16,-6-5-2 0,5 13-5 0,0 0 3 16,-3 0-8-16,4 0-3 0,-4 0-5 0,5 5-7 15,-1-3 5-15,0 3 4 0,2 0-19 0,-1 2 1 16,-1 0 1-16,3 1-10 0,0 2 10 16,0-2-18-16,0 3 17 0,1 1-19 0,-1-3 14 15,-3 5-19-15,2-1 4 0,2 2-7 0,0 9 12 16,3 1-12-16,-4 0 18 0,0-14-14 15,1 1 6-15,2-1-10 0,-6-1 0 0,4 4 2 16,-2-2 69-16,2 12-5 0,-1-11-10 0,-3-1-12 16,2 1-4-16,-2-1 3 0,1 3 11 15,-1 1-16-15,-1-4-5 0,0 3 10 0,1 17 8 16,-3-14-28-16,0 13-11 0,-1-12-7 0,0 11 23 16,1-12-11-16,-1 1-4 0,1 10-3 0,-1-12 2 15,4-1 8-15,-4 1-5 0,1 0-23 16,0-1 11-16,5 12 7 0,-6-11 2 0,5 9 8 15,-1 4-20-15,-1-18 2 0,1 3 0 16,-1-5 1-16,2 5-1 0,2-7 10 0,-6 7-17 16,5-5 5-16,2 17-3 0,0-4-8 0,-2-8 11 15,2-5 10-15,-1 4-16 0,0-3 14 0,1-1-6 16,-1-3 13-16,-1 1-15 0,2 2-3 0,0-3 0 16,-1 1 3-16,3 2-1 0,-5-3 3 15,2 3-12-15,1-1 7 0,1 3 13 0,-1-3 0 16,-1 1-10-16,0 3 7 0,4-4 0 15,-4 0-17-15,1-1 14 0,0 1-17 0,1 1 5 16,-1 0 21-16,6 11 4 0,-4 0-25 0,-2-9-2 16,-1-2 17-16,4-2 11 0,-4 2-3 15,3-3 0-15,-5 0-8 0,5 1 3 0,-3 1 0 16,1-2-15-16,-4-2 2 0,2 0-3 0,2-3 3 16,-4-2-15-16,0 0 8 0,2 0-1 0,0-2 11 15,-3-9-8-15,0-8 2 0,1 1 9 0,-4-7-4 16,1 0-9-16,3 0-14 0,-6-3 9 15,2-6-4-15,0 1-30 0,0-4-2 0,-3-1-13 16,0-3-13-16,0-5-80 0,0-4-97 16,-7 0-312-16,4-10-425 0,-7-11 121 0,0-11 73 15,-8-23 70-15,-2-20 87 0,-4-11 59 16</inkml:trace>
  <inkml:trace contextRef="#ctx0" brushRef="#br0" timeOffset="-89452.41">1697 7686 906 0,'17'7'286'0,"-10"0"-14"15,6 1-1-15,-1 2-43 0,4 4-6 0,2-2-22 16,2 5-5-16,3 3-37 0,1-1-4 16,0 2-21-16,1 1-15 0,-2-4-6 0,1 4-7 15,0 1-10-15,-3-1-8 0,-1 0-18 0,1 2-36 16,-4-4-38-16,3 4-64 0,-6-7-89 0,-1 1-278 16,1 0-314-16,-6-4 64 0,1-5 67 15,-5 0 64-15</inkml:trace>
  <inkml:trace contextRef="#ctx0" brushRef="#br0" timeOffset="-89163.19">2045 7658 752 0,'-3'-5'261'0,"3"5"-30"16,0 0-24-16,0 0-15 0,-10 8-18 0,7-1-13 15,-1 3-18-15,1 3-7 0,-4-1 2 16,3 3-12-16,-3 3-21 0,1 3-8 0,-4 0-2 16,0 1-1-16,-1 3-4 0,1 1-18 0,-1 1 71 15,1-4-20-15,0 4 2 0,0-5-20 0,3 2-13 16,-3-5-7-16,0 4 2 0,3-3-21 16,0 1 4-16,0-2-24 0,4-2-18 0,-5 0-10 15,5-1-36-15,0 1-33 0,-1-7-49 16,2 5-74-16,1-7-154 0,2 2-463 0,1-3 69 15,2 0 54-15,-1-4 82 0,1 1 54 0</inkml:trace>
  <inkml:trace contextRef="#ctx0" brushRef="#br0" timeOffset="-88835.83">2210 7882 788 0,'4'-4'274'0,"5"1"-18"16,-5 2-31-16,3-2-18 0,-7 3-20 0,0 0-33 16,17 5 2-16,-11 0-26 0,-2-1-9 0,3 4-6 15,-4 0-10-15,1 2 56 0,-4 4-10 16,0-3-7-16,0 3-34 0,-3 4 5 0,0-3-10 16,-1 2-8-16,-1 1-7 0,2-3-14 0,-3 2-1 15,0-1-19-15,2-1 10 0,0-3-9 16,1 2-6-16,-1-3 3 0,4-3-13 0,-3 2 2 15,2-2-4-15,1-1 7 0,1 0 10 0,6 0-5 16,-4-4 5-16,4-2-15 0,3 1-10 16,1-2 5-16,2-2-18 0,0 1-28 0,5-6-18 15,-1 2-34-15,0-2-43 0,4-2-66 16,-4-3-172-16,3 2-479 0,-2-5 54 0,-2 3 72 16,-2-5 66-16,-4 0 59 0</inkml:trace>
  <inkml:trace contextRef="#ctx0" brushRef="#br0" timeOffset="-87919.61">2361 7368 693 0,'0'0'241'0,"0"0"-16"16,0 0-13-16,0 0-22 0,0 0-8 0,3 17-8 15,0-8-16-15,0 4-14 0,1 4 9 16,2 0-12-16,-2 3-13 0,4 5-8 0,-2 4-4 16,0 2-6-16,1 1 0 0,1 5-18 0,-1 8 3 15,2 3 4-15,-5-6-6 0,3 8-22 16,3 1 9-16,-6-1-6 0,5 1-3 0,-2 0-12 16,-2 4 5-16,1-5-2 0,1 3-21 0,0 1 7 15,-1-3 6-15,2 1-10 0,-2-2-1 16,-2 0-7-16,2 0 5 0,-3 6 0 0,-2-5-10 15,6 2-6-15,-7 1 11 0,3-3-3 0,-3 3-5 16,1 0 6-16,-1-10 4 0,0-4 3 16,-1 13-15-16,2-6 7 0,1-10 16 0,-2 2 2 15,1 3 8-15,2 9-11 0,-3 2-78 0,3 0 9 16,1-2-4-16,2-1 19 0,-3-7-6 0,0 7 4 16,5 5 18-16,-4-4-5 0,2 0-20 15,1-1 15-15,1 0-3 0,1-2 1 0,-5-7 2 16,3 5 13-16,3 1-3 0,-3-5-13 15,-1-9 3-15,4 17 16 0,1-5-9 0,-1 3 11 16,-3 1-5-16,4-5 0 0,-2 5-3 16,1-1 0-16,-2 1-2 0,2-3-3 0,-3-6 16 15,0 9 4-15,-1-6-4 0,5 4 7 0,-5 1-5 16,1-2-10-16,0 4-1 0,3 0 11 0,-3 2 6 16,3 2-17-16,-2-1 1 0,2-2-5 0,0 3 7 15,1-1 1-15,2 2-6 0,0-3 8 16,-2-1-8-16,2 4-2 0,2-4-6 0,-3 2-2 15,3-3 11-15,-2 3-1 0,3-1-5 16,-1 1-13-16,-2 1 11 0,4-1 12 0,-3 0-12 16,3 1-1-16,-4-1 1 0,2 1-3 0,1-4 10 15,-1 3-5-15,1-2-5 0,-1 3-8 16,1-1 3-16,-2-3 13 0,2 7 2 0,-1-1-2 16,2-1 10-16,0 2-13 0,-3-1 0 0,3-4-2 15,1 3 4-15,-2-1 4 0,1-2-14 0,-3 2 11 16,3-2 4-16,-3 2-19 0,3-1 2 15,-1-2 2-15,2 5 13 0,-2-2-7 0,2 3-6 16,-5-1 19-16,5-4-9 0,-2 3-7 16,2-1 6-16,-5 1 6 0,5-2-14 0,-2 1 7 15,-1 0 5-15,1-2-7 0,2 3 4 0,-1-2 6 16,-1 4 0-16,-1-3-3 0,1 0 3 0,2 2-8 16,-2 2 10-16,-1-5 1 0,1 3-8 0,2-4 4 15,-2 2 9-15,-1-1-21 0,1-2 13 16,1 1-11-16,-3-2 3 0,3 0-2 0,-3-3 7 15,3 0-7-15,-4-2 2 0,2-2 10 16,-2-6-20-16,-2-6 2 0,-2 1-4 0,-1-3 17 0,3-1-18 16,-2-5 13-16,-2-2-5 0,-1 3-2 15,1-8-1-15,-3 1-12 0,0-3-3 0,-1-3-2 16,0 2-21-16,-2-4 2 0,-1-1-2 16,-1-3-48-16,-2 0-65 0,-4-3-58 0,-4-2-157 15,-2-4-527-15,-7-9 72 0,-5-2 71 16,-12-16 72-16,0-6 72 0,-12-12 64 0</inkml:trace>
  <inkml:trace contextRef="#ctx0" brushRef="#br0" timeOffset="-86319.43">14 8975 3373 0,'28'-6'54'0,"-1"5"7"0,1-5 3 0,3 2-28 16,-3-3 10-16,5 6 0 0,-5-5-7 0,6 3-1 15,-4-2 1-15,1 2-6 0,7-4 5 16,-8 6-10-16,5-6-5 0,3 1-7 0,-7 2 7 16,3-3 2-16,3 3 16 0,-6 0-25 15,-3-3 2-15,2 3 10 0,-2-2-5 0,0 4-5 16,2-4 10-16,-2-1 0 0,2 3 0 15,-6-2-10-15,6 4 0 0,-2-4 0 0,-1 3 10 16,1-4-10-16,-1 5-5 0,1-3 0 0,-1 1 5 16,1 0-8-16,-3 2 0 0,3-2 3 0,-7 2-3 15,3 0-10-15,-4 0 8 0,4-3-13 16,-3 4 10-16,0-2 5 0,-2-1-2 0,2 4-8 16,0-6 15-16,-1 4 3 0,-2-1-8 0,1-1-5 15,0 1 6-15,1 2-9 0,-3-5-2 16,3 6-13-16,1-3 21 0,-4-1-16 0,0 1 8 15,0 3-5-15,0-5 0 0,0 3 10 16,-2 2-10-16,0-1 5 0,0 0 13 0,1-1-16 0,-1-2 1 16,1 4 12-16,-2 0-10 0,0-3 5 0,3-1-2 15,-4 1 2-15,2 3-3 0,1-2 1 16,-2-3-1-16,0 4 4 0,3 0-1 0,-4-1 0 16,2-2 2-16,1 4-1 0,-5-2-12 15,5 1 9-15,-2-3 2 0,0 3-7 0,-1-1-1 16,2 2-5-16,-2 0 6 0,1-1 4 15,-1 1 1-15,-3-1-1 0,2 1 1 0,0 0 2 16,-1-3-13-16,-1 3 16 0,0 0 0 0,1-2-3 16,-1 2 3-16,0 0-16 0,-10 0 13 0,18 0 5 15,-9 0-12-15,1 0 4 0,1 0 1 0,-1 0-3 16,0 0 5-16,1 0 10 0,2 0-4 16,-2 0-6-16,-1 0 2 0,3-1-12 0,-2 1 8 15,-1 0 4-15,3 0 6 0,-1 0-8 16,-2 0 8-16,0 0-3 0,3 0 1 0,-3 0-9 15,1 0 14-15,-1 0-1 0,0-1 11 16,4-1-24-16,-3-2 13 0,1 4-2 0,-1-2-18 0,-1 1 26 16,0-3-6-16,1 3 0 0,-1-1-7 0,4 1 2 15,-7 0 1-15,0-2-14 0,2 1-7 16,-1 2-18-16,-8 0-47 0,10-1-68 0,-10 1-49 16,0 0-238-16,7 1-430 0,-7-1 84 15,0 0 57-15,0 0 95 0,0 0 40 0</inkml:trace>
  <inkml:trace contextRef="#ctx0" brushRef="#br0" timeOffset="-80069.55">5967 7125 698 0,'0'0'297'0,"0"0"-25"0,-7-4-50 0,7 4-32 16,0 0-14-16,0 0-9 0,0 0-21 0,-10 7-13 15,9-1 2-15,-2 1-27 0,0 1-6 16,0 0-7-16,0 2 0 0,2 1-21 0,-2 3 0 16,3-3 0-16,0 3-10 0,0-3-12 0,0 3 12 15,3-3-13-15,-2 2-3 0,5-1-14 16,0 2-1-16,-2-5 8 0,4 0-5 0,2 0-8 16,-1 0 3-16,2-4-6 0,-1 2 8 0,0-4 8 15,4 0-18-15,-4 0 13 0,0-2-18 0,1-2 10 16,2-2 6-16,-3-1-14 0,-2-2-7 15,2 2 5-15,-4-3 7 0,1-3-9 0,-2-2 2 16,1 1 10-16,-6-2-13 0,3 1-5 16,-6-5-2-16,0 0 5 0,-1 0 5 0,-7-5-3 15,1 3 21-15,0-2-23 0,-4 2 20 0,1 1-10 16,2 1-10-16,-2 2 10 0,-1-1-10 0,4 6-3 16,0 1-2-16,-1 0-3 0,1 2 0 15,0 2-3-15,-1 4-2 0,4 1 13 0,-5 0-8 16,4 6-5-16,-2 1-5 0,0 1 10 0,3 2 6 15,0-2-9-15,3 3 8 0,-2 3 1 16,3-3-6-16,3 3 0 0,2-2-10 0,2 2 5 16,0 2 10-16,3 0-13 0,3-5 6 15,3 3 12-15,2-3-4 0,8 3-19 0,-6-3-30 16,7 2-37-16,1-5-53 0,5 2-25 0,1-2-108 16,-4 0-177-16,0-1-348 0,0-3 87 15,0 1 70-15,-2-4 53 0</inkml:trace>
  <inkml:trace contextRef="#ctx0" brushRef="#br0" timeOffset="-79720.51">6442 7335 1110 0,'-3'6'336'16,"2"2"-29"-16,-5-3-8 0,2 6-55 0,1-1-14 16,-5-2-30-16,5 5 7 0,0-1-23 15,-3 1-15-15,5 1-26 0,-2 1-12 0,3 0-8 16,0-2-10-16,3 1-21 0,1 1 10 15,-1-3-23-15,4 2 1 0,1-3-16 0,1-1-3 16,1 1-7-16,1-7-11 0,2 3-4 0,0-4 2 16,-2 1-3-16,3-4-12 0,3-1 2 0,-4-3-5 15,2 1 13-15,1-4-5 0,-2-1-26 16,-3-1 18-16,1-1 2 0,-1-5-7 0,-4 0 0 16,-3 0-10-16,-1-3 5 0,0 0 22 15,-3-2-6-15,-6-1 6 0,2 2-14 0,-3-3 7 16,-2 2 0-16,1 4-7 0,-2 0 12 0,0 1-18 15,-4 4 1-15,4 1-11 0,-4-1 2 16,0 6 4-16,0-3-14 0,4 2-7 0,-3 4-28 16,2-2-9-16,1 3-55 0,1 1-36 0,9 0-31 15,-12 1-77-15,12-1-120 0,-3 4-473 0,3-4 60 16,0 0 93-16,0 0 67 0,18 7 48 16</inkml:trace>
  <inkml:trace contextRef="#ctx0" brushRef="#br0" timeOffset="-79537.09">6848 7242 965 0,'8'-2'314'0,"-4"-5"-30"0,5 2-20 0,1 2-34 16,1-4-20-16,2 0-28 0,1 3-28 15,0-3-39-15,3 0-36 0,0 0-69 0,0 5-56 16,-3-6-82-16,3 3-184 0,-3 0-379 15,0-1 74-15,-4 0 41 0</inkml:trace>
  <inkml:trace contextRef="#ctx0" brushRef="#br0" timeOffset="-79353.13">6897 7011 952 0,'-3'6'315'0,"2"1"-36"0,1-2-11 0,0 6-37 15,0-1-9-15,0 1-17 0,4 3-23 0,-1 2-18 16,1 0-24-16,2 2 1 0,1 1-15 16,0 2-19-16,0-2-25 0,3 0-46 0,1-1-67 15,2 2-51-15,-3-4-140 0,4 1-513 0,-1-5 34 16,1-2 81-16,-1-2 60 0</inkml:trace>
  <inkml:trace contextRef="#ctx0" brushRef="#br0" timeOffset="-78886.56">7313 6994 742 0,'0'0'299'0,"0"0"-30"0,0 0-16 16,-7 16-30-16,5-9-26 0,1 4-15 0,1-3-13 15,-3 6-21-15,3-3-14 0,0 3-7 16,0-3-9-16,3 3-13 0,-2-3-13 0,2 4 0 15,3-5-22-15,-1 5-6 0,1-1 5 0,1-4 59 16,0-1-21-16,3-1-7 0,0-1-18 16,-3-3 2-16,3-3-2 0,1 2-28 0,-2-3-5 15,2-3 10-15,3 0-11 0,-5 1-4 16,-1-5-8-16,2-1 4 0,-3-2-16 0,-1-4 4 16,1-2-8-16,-3 0-7 0,-4-1-3 0,0-2 0 15,-4-5 19-15,1 2-4 0,-4 1 8 0,0-1-2 16,-2 3 13-16,1 1 7 0,-2 2-10 15,0 2-10-15,-1 3 7 0,1 3-15 0,0 0 5 16,-1 3 5-16,-2 5-4 0,-1 0 12 16,4 5-18-16,-3 1 0 0,-1-2-3 0,3 5 3 15,2 3-8-15,-2-2-4 0,7-1 22 0,-2 1-20 16,2 3 0-16,1-3 2 0,3-1 0 16,3 1-7-16,1 4 7 0,2-5-4 0,1 0 12 15,4 1-21-15,2 2 11 0,1-6-21 0,0 1-28 16,3 0-15-16,0-1-61 0,1-4-42 0,1 4-58 15,-1-5-134-15,-1-1-486 0,0 0 46 16,1-1 65-16,-2-5 73 0,1 3 52 0,-7-3 84 16</inkml:trace>
  <inkml:trace contextRef="#ctx0" brushRef="#br0" timeOffset="-78719.9">7621 7011 821 0,'0'0'289'0,"7"14"-10"15,-7-10-10-15,0 3-10 0,0 1-16 16,-3 5-15-16,3-3-6 0,0 2-22 0,0 2-11 15,3 2-27-15,-3 0-11 0,1 1-21 0,2 2-15 16,-3-2-10-16,3 4-10 0,0-4 2 16,-2 0-27-16,2 3-27 0,0-4-35 0,0 1-106 15,1 1-127-15,3-3-591 0,-4-1 71 0,4-3 69 16,-4-2 64-16,1-4 75 0</inkml:trace>
  <inkml:trace contextRef="#ctx0" brushRef="#br0" timeOffset="-78487.2">7816 6846 1000 0,'0'0'420'0,"7"-2"-51"15,-7 2-24-15,10 9-27 0,-2-2-24 0,5 2-35 16,0 4-24-16,4 1-20 0,1 1-10 15,5 3-18-15,-2 3-23 0,3-3-8 0,0 5-13 16,0-4-59-16,0 5-30 0,6 2-54 0,-5-2-33 16,-1-5-90-16,-5 2-125 0,2-3-574 15,-3-3 31-15,-5-5 69 0,-3-1 54 0,1-1 85 16</inkml:trace>
  <inkml:trace contextRef="#ctx0" brushRef="#br0" timeOffset="-78253.29">8168 6801 885 0,'0'0'387'0,"-6"-1"-16"15,6 1-44-15,0 0-22 0,-14 16-18 16,4-4-26-16,-1 2-21 0,1 5-25 0,-4-1-15 16,1 7-26-16,-1 3 3 0,0-1-26 0,0 0-16 15,-6 12-12-15,6-5-18 0,1-7-13 0,6 4-15 16,-4 1-13-16,5-6-59 0,2-1-25 15,4 0-75-15,0-6-61 0,1 2-74 0,2-3-308 16,4-2-255-16,3-5 61 0,0-2 63 16,0-3 73-16,1-3 71 0</inkml:trace>
  <inkml:trace contextRef="#ctx0" brushRef="#br0" timeOffset="-78053.29">8417 7003 1062 0,'8'8'412'0,"-8"-2"-23"0,3 2-82 0,-3 2-2 16,1 4-8-16,2-3-34 0,-3 4-32 0,3 2-19 15,0 1-92-15,-2 0-7 0,2 4-3 16,3-3-13-16,-3 4-28 0,5 0-20 0,-4-3-31 16,2 2-54-16,1-1-48 0,-1 0-75 0,2-5-192 15,2-3-460-15,0 0 53 0,-3-4 85 16,3-5 82-16,-6 0 38 0</inkml:trace>
  <inkml:trace contextRef="#ctx0" brushRef="#br0" timeOffset="-77853.16">8627 7165 1069 0,'0'0'364'0,"6"-6"-34"16,-3 0-25-16,1 3-44 0,3-1-26 15,0 0-17-15,3-2-26 0,1 2-21 0,2-3-17 16,4-1-21-16,-3 2-46 0,3 2-28 0,0-3-64 16,0 0-67-16,-4 0-66 0,2 5-100 15,1-6-512-15,-5 3 59 0,-1 1 56 0,0-2 77 16</inkml:trace>
  <inkml:trace contextRef="#ctx0" brushRef="#br0" timeOffset="-77670.59">8756 6946 977 0,'-3'4'305'0,"-1"0"-34"0,4 3-10 0,-3 1-20 15,3 2-3-15,0 3-23 0,3-1-23 0,-3 2-13 16,1 3-15-16,5 1-21 0,-3-2-12 16,1 1-13-16,3 6-13 0,-3-3-8 0,2 2-31 15,1-2-35-15,0 1-36 0,0-4-69 0,-1-1-141 16,4 1-566-16,-2-5 57 0,2 1 79 15,-3-4 51-15,-1-2 64 0</inkml:trace>
  <inkml:trace contextRef="#ctx0" brushRef="#br0" timeOffset="-77204.13">9075 6975 901 0,'0'17'350'0,"3"2"-40"0,-3-2-5 16,3-2-11-16,0 1-41 0,1 0-27 0,2 1-34 15,-2 0-21-15,4-2-10 0,1-3-5 0,1 5-15 16,-2-3-15-16,2-3-14 0,0 1-17 16,4-3-8-16,-4-4-3 0,-3 0-12 0,6-3 0 15,-3-2-6-15,0 0-2 0,1-2-10 0,-1-4-3 16,0-3 0-16,1-1-35 0,-4-6 15 15,-4 1-24-15,1-3 9 0,-1-6 2 0,0-1 5 16,-6-2-8-16,0-3-10 0,-1 4 23 16,1-1 3-16,-4 2 5 0,-1 2-11 0,2 4 9 15,-4 0-1-15,3 4 8 0,-3 0 5 0,0 5-13 16,0 1 6-16,-1 4-11 0,-3 4 13 0,0 1 5 16,1 5-10-16,-4-1-13 0,3 5 10 15,1 3 5-15,-1-2-17 0,4 1-3 0,-4 3 0 16,7 2 10-16,0-4-10 0,1 2 2 15,2 3 6-15,0-5-11 0,4 1 8 0,4-1-5 16,-3 1 3-16,5-4-4 0,1 1 4 0,2-2-11 16,3 0-15-16,4-1-10 0,-1-1-39 0,7-4-41 15,-1 0-56-15,0-2-41 0,-1 0-123 0,4 0-578 16,-3-2 89-16,0-3 52 0,-1 2 71 16,-3 1 85-16,0-5 45 0</inkml:trace>
  <inkml:trace contextRef="#ctx0" brushRef="#br0" timeOffset="-76937">9494 7011 982 0,'4'5'338'0,"0"-3"-36"0,0 5-18 15,2-3-25-15,0 3-16 0,-2 6-20 0,2-3-11 16,-1 0-15-16,1 5-25 0,-2 1-6 0,-4 0-2 16,3 0-8-16,-6 2-99 0,3-1 14 15,-4 1-9-15,-2 1-14 0,-2 5 3 0,-2-3 21 16,1-3-18-16,-3 1-11 0,2 2 1 0,0-3 12 15,-3-2-17-15,6-4 7 0,0 2-18 16,0-5-3-16,0 0 4 0,3-1-6 0,1 0-11 16,0-1 14-16,-1-4-13 0,5 3 12 0,-1-6-7 15,9 2-5-15,-9-2-5 0,21-1 2 16,-11-1-20-16,5-3-18 0,4 2-11 0,-1-5-50 16,3 0-44-16,-2-1-57 0,3-3-94 0,-1 1-556 15,1 0 65-15,-4-5 63 0,-2 0 75 0,-1-1 74 16</inkml:trace>
  <inkml:trace contextRef="#ctx0" brushRef="#br0" timeOffset="-76704.14">9669 6857 1185 0,'0'-6'363'16,"0"6"-45"-16,0 0-14 0,0 0-15 0,0 0-12 15,0 0-26-15,13 10-16 0,-5-2 8 0,2 5-23 16,3-3-38-16,2 5-8 0,1-3-5 0,2 4-33 15,2-1-16-15,3 2 6 0,-2 0-11 16,0-2-21-16,-1-3-4 0,1 2 2 0,-1-3-15 16,0 3-21-16,-2-3-17 0,0 2-24 0,-2-3-38 15,-3-2-44-15,1 0-63 0,-4-4-29 16,1 2-102-16,-4-1-619 0,0-4 58 0,-1-1 75 16,-6 0 78-16,0 0 58 0,4-12 65 15</inkml:trace>
  <inkml:trace contextRef="#ctx0" brushRef="#br0" timeOffset="-76463.28">9943 6786 977 0,'0'0'351'0,"0"0"-13"0,0 0-5 16,0 0-26-16,0 0-36 0,-14 17-17 0,13-9-9 16,-2 6 4-16,-3-3-14 0,2 6-35 0,1 5 4 15,-3-3-29-15,-2 5-9 0,1 1-10 16,0 6-20-16,1-2-21 0,-2 2 15 0,1-4-17 15,1 4-18-15,-1 1-3 0,1-3 0 0,1-4-18 16,-1 0-7-16,2 0-8 0,1 0-6 16,0-2-4-16,-1-3-11 0,1 0-43 0,3-4-36 15,-3-4-56-15,3 2-54 0,0-3-107 0,0-2-267 16,3-2-371-16,-2 0 64 0,5-6 90 0,-3 2 84 16,-3-3 54-16,10 0 59 0</inkml:trace>
  <inkml:trace contextRef="#ctx0" brushRef="#br0" timeOffset="-76086.02">10174 7025 939 0,'8'-7'366'0,"-5"4"-38"0,4-1-31 0,-3 2-24 16,2-3-40-16,2 4-18 0,-8 1-15 15,13 1-34-15,-6 4-17 0,2-3-1 0,-1 4-20 16,2 3-5-16,-7-1-15 0,4 2-1 16,-4 5-20-16,1 1-5 0,0 1-13 0,-4 0 0 15,0 2-12-15,-4-1-4 0,0 4 4 0,-2-4 2 16,5 0-8-16,-5 2 8 0,3-4-3 0,-1-2-10 16,-2 0-8-16,3 0 1 0,1-4 7 15,-1 1-8-15,3-3 6 0,0-2 4 0,0 1-7 16,3-5 8-16,5 0-3 0,-8-2-18 0,16 0 6 15,-1-3-4-15,1 2-7 0,5-6-15 16,-3 1-5-16,2 3-6 0,4-4-10 0,0-2-5 16,-4 3 5-16,1-2-22 0,-4 4 4 15,0-3-36-15,-6 1-25 0,2 3-59 0,-7-2-82 16,-2 3-76-16,-4 2-211 0,0 0-299 0,0 0 76 16,0 0 50-16,-34 2 63 0,17 2 82 0</inkml:trace>
  <inkml:trace contextRef="#ctx0" brushRef="#br0" timeOffset="-73367.58">10759 6342 867 0,'0'0'259'16,"-3"-1"-11"-16,3 1-2 0,0 0-26 15,0 0-20-15,0 0-6 0,-4 16-2 0,4-7-33 16,0 3-8-16,1 1-18 0,2 5-8 0,0-1-9 15,1 7-12-15,6 1-4 0,-6 4-8 0,3 2-7 16,2 2 7-16,2 12-18 0,2 1 1 16,-2-2-1-16,2 3-3 0,-2-4-4 0,3 5 7 15,-1-4-15-15,4 0-3 0,-3 5 14 0,0-2-9 16,-1-1-23-16,1 2 16 0,-1 0 5 16,1 1 5-16,0-4-5 0,-1 5-8 0,1 0 0 15,0-1 3-15,0 1-3 0,-1 1-18 0,1-1 11 16,-3 0-1-16,1-1-12 0,3 2 0 15,-2-1-72-15,-2 4 15 0,2-4 3 0,0-4 8 16,-1 4 0-16,1 0-8 0,1-1 12 16,-1-1 14-16,1 2-6 0,-1-2-7 0,1-3 10 15,3 5 3-15,-4-2 2 0,5-4-3 0,-8 6 6 16,4-3-5-16,-1-1 14 0,-2 1-14 16,2 3 10-16,-2-1 5 0,3-3-11 0,-1 1 6 15,1 0-5-15,-4-1 15 0,3 4-10 0,-2-3 0 16,2-4 4-16,-2 2 4 0,-1 2-19 0,-3-7 9 15,3 3-1-15,1 5 10 0,-1-4-12 16,0 3 5-16,0-7-11 0,-3 8 1 0,3 0-3 16,-2-3 23-16,-1 3 0 0,2 2-8 15,-2 0 3-15,0 0-18 0,0 0 13 0,0-1-3 16,-1-8-7-16,-2 9 0 0,3-8 14 0,-4-6-4 16,1 17-5-16,-1-7-5 0,0 4 7 15,-2 1-3-15,2-4 9 0,0 5-9 0,0 2 17 0,-2-1-22 16,2-2 3-16,1-5 13 0,-4-7-15 15,3 16 17-15,1-3-10 0,-1-1 1 0,0 6-17 16,0-3 1-16,1-1 10 0,-1 3-5 16,1-2 16-16,3 0-3 0,-4 0-16 0,4 2 3 15,-3-4 10-15,2 3 1 0,2-3-11 0,-2 0 2 16,1 2 13-16,-1-3-15 0,-2 2 6 16,3-3 9-16,0 5-7 0,-4-3-3 0,4-2 8 15,-1 3 7-15,2 1-7 0,-4-3 2 0,2 1 8 16,1 1-7-16,-1-3-9 0,-2 0 1 0,6 0-3 15,-6 0 21-15,3-5-34 0,-1 5 8 16,-3-8 3-16,5 8 17 0,-2 0-7 0,1 0-23 16,-4-7 17-16,1 7-4 0,3 0-1 0,-3-10 34 15,2 0-28-15,-5-3-11 0,5 16 26 16,-3-2-18-16,1-7 93 0,-1-8-6 0,4 14-26 16,-3-6-14-16,2 8 12 0,-2-3-13 0,2-6-23 15,-2 6 10-15,6 1 3 0,-3-2-7 0,0-1 4 16,-1 2-15-16,2-9 10 0,-1-5-17 15,-1-2 14-15,1 2-1 0,0-2 6 0,0 1-9 16,0 1-75-16,0-1 14 0,3 0-14 0,0-4 16 16,0 2 4-16,-3-1-1 0,1-4 7 15,1-2-3-15,-2 0 13 0,-1-1 8 0,2-2-13 16,-1-1 3-16,-1-3-3 0,1-3-8 0,0 2 16 16,-3-1-5-16,-1 0-3 0,1-3 5 15,2-1 3-15,-3-1 0 0,-2 0-8 0,2-1 10 16,0 1 0-16,1-3-4 0,0 2 17 0,-1-2-34 15,0 1-27-15,0-1 8 0,-3-1-29 0,0 1 18 16,0-1-74-16,0 0-18 0,-3-4-118 16,0 4-166-16,-3-6-515 0,-2 4 111 0,1-4 63 15,-6-2 100-15,-4-4 41 0,0 4 72 0</inkml:trace>
  <inkml:trace contextRef="#ctx0" brushRef="#br0" timeOffset="-69271.21">7020 8891 877 0,'0'-8'331'0,"-4"6"-24"0,4 2-59 0,-3-6-20 16,3 6-8-16,-8-3-36 0,8 3-22 0,0 0-14 15,-10 11-15-15,7-1-7 0,0 0-14 16,-4 5-4-16,4 2-16 0,-1 1-18 0,0 3-10 15,4-2-2-15,-3 3-1 0,3-4 6 0,3 2-19 16,-2 2 11-16,2-4-18 0,4 0-13 16,-3 3-2-16,5-3-8 0,1 0-3 0,-2-4 16 15,2-3-16-15,0-1 3 0,4-1 0 0,-4-2-18 16,4-1 18-16,-4-3-3 0,3 0-7 16,-1-6 5-16,0 1 5 0,3 1-11 0,-5-6 4 15,3-1 6-15,-2-2-1 0,-1-3-3 0,-3 1 2 16,-1-5 3-16,-1 2-13 0,-2-3 3 15,-3-4 7-15,-3 0-2 0,-2-1 7 0,-1-2-2 16,-1 2 0-16,-3 0 0 0,-1 2 5 16,1-1 3-16,-3 3 4 0,-2 2-7 0,2 2 13 15,-1-2-13-15,1 6 0 0,2-1-7 0,-2 2 2 16,0 2 12-16,2 4-19 0,1-1-9 0,-3 4-2 16,2 1 13-16,0 0-10 0,-2 1-3 0,6 6-11 15,-3 0-4-15,3 2-8 0,-4 0-18 16,5 1-18-16,2 3-23 0,4-1-48 0,-3 2-50 15,6-2-99-15,1 4-440 0,2-1-41 16,-2 0 79-16,6-4 54 0,0 0 66 0</inkml:trace>
  <inkml:trace contextRef="#ctx0" brushRef="#br0" timeOffset="-68538.13">7518 9058 970 0,'0'0'325'15,"0"0"-31"-15,0 0-23 0,0 0-25 0,4 4-26 16,-4-4-25-16,0 0-24 0,0 0-20 0,3 6 3 15,-3-6-18-15,0 0 2 0,0 0 3 16,0 0-8-16,1 4-5 0,-1-4-11 0,0 0 9 16,0 0 2-16,0 0 0 0,0 0-13 0,0 0-25 15,0 0 4-15,0 0-7 0,0 0-12 16,0 0-14-16,0-16-15 0,0 16-10 0,-1-6-5 16,1 6-39-16,-3-7-30 0,3 7-73 0,-4-6-93 15,4 6-103-15,-3-2-254 0,3 2-250 0,0 0 76 16,0 0 62-16,0 0 63 0,4-9 93 15</inkml:trace>
  <inkml:trace contextRef="#ctx0" brushRef="#br0" timeOffset="-68071.32">7844 8741 921 0,'-8'-9'379'0,"1"2"-39"16,1 1 3-16,0 3-48 0,2-2-32 0,-4 2-27 16,2 1-29-16,-1-1-12 0,7 3-26 0,-17 5-13 15,7-1-21-15,-3 6-12 0,1-1-15 16,0 1-14-16,2 0-1 0,-1 5-14 0,1-3-10 16,3 3-2-16,-1 0-19 0,-1 2 14 0,5-5-24 15,-2 2-10-15,3 3 0 0,2-7-5 0,1 3 3 16,0-3-18-16,0 0-11 0,3 1 11 15,1-5-8-15,2 1 5 0,4-1-20 0,-2-4 2 16,5 2-3-16,-3-4 1 0,1 0 5 16,-1-4 5-16,0 2 2 0,1-3-2 0,-4 1 8 15,2-3 9-15,-1 0-4 0,-1-3 10 0,-1 2 15 16,1-2-28-16,-4-4 34 0,0 7-1 0,2-1-5 16,-2 4-17-16,0-3 4 0,-2 0-9 15,2 5-11-15,-3 2 15 0,0 0 0 0,0 0-7 16,0 0 12-16,13 16-4 0,-10-5-6 0,2 6-5 15,1 4 21-15,1 1-11 0,0 8-2 16,4-1-5-16,-1 2 4 0,6 11 11 0,-2-8-10 16,-4-2 5-16,7 10-15 0,-3-9 12 15,0-2-15-15,-4-3 8 0,3 2-21 0,-2-2-33 16,2-3-49-16,-6 0-105 0,1-6-163 0,1 2-525 16,-5-3 99-16,-4-3 78 0,0-5 63 0,-7 1 67 15,0-4 56-15</inkml:trace>
  <inkml:trace contextRef="#ctx0" brushRef="#br0" timeOffset="-66522.01">7119 10508 811 0,'-3'-7'348'0,"2"-1"-31"0,-2 3-17 15,3-1-24-15,0-1-30 0,-3 0 0 0,3 0-31 16,0 2-23-16,0-2-18 0,3 1-5 0,-3-4-26 16,3 3-17-16,0 3-1 0,1 0-15 15,0-3-10-15,6 4-5 0,-3 1-16 0,-1-1-7 16,4 3-13-16,1 3-13 0,2-1 15 15,2 6-7-15,-2 0-21 0,-3 1 8 0,4 1-26 16,-4 5 14-16,-3-1-9 0,1 2 3 0,-2 2 0 16,-3 0-2-16,-3-1-1 0,0 0 0 15,-3 1 6-15,-3 5-18 0,-2-4 17 0,1 1 4 16,-3-1-12-16,-4 0-1 0,1-2 2 0,-1-2-8 16,0-1 18-16,1-3-20 0,-1-1 17 0,0-2 16 15,0-2-2-15,1-2-9 0,-1 0 11 16,4-1-12-16,0-3-4 0,10 0 24 0,-18-7-29 15,12 3-2-15,-1-2-8 0,0-2 6 0,3 1 9 16,1 1-22-16,3-2 10 0,0 1-16 16,3-1 13-16,-1 2 1 0,4-2-9 0,0-1-4 15,1 6 7-15,0-3-21 0,4 0 16 0,2 5 6 16,1-1-9-16,-1 1-5 0,0 1 16 16,5 1-3-16,-5 1-15 0,5-1 12 0,-1 5 4 15,0-5-14-15,0 6 8 0,-3-2-13 16,3 0-33-16,-4 3-31 0,-2-2-35 0,3 2-39 15,-1-1-95-15,1-3-235 0,-4 4-362 0,0-1 45 16,-2-5 84-16,1 2 79 0,-2-2 49 0</inkml:trace>
  <inkml:trace contextRef="#ctx0" brushRef="#br0" timeOffset="-66371.76">7549 10633 1013 0,'0'0'346'0,"4"-7"-75"16,-4 7-82-16,3-4-63 0,0 0-90 0,-3 4-139 16,11-3-519-16,-7 1 28 0,5-2 65 0</inkml:trace>
  <inkml:trace contextRef="#ctx0" brushRef="#br0" timeOffset="-66104.98">7881 10184 1136 0,'0'0'335'0,"0"0"-17"16,4 17-37-16,-1-2-35 0,3 0-8 16,2 5-18-16,-1 4-15 0,0 2-16 0,2 4-12 0,5 0-11 15,3 10-27-15,-3 2-14 0,3-2 0 16,0-5-9-16,-4-6-24 0,-1 0-8 0,4 1-2 15,-2-3-18-15,-1-1 5 0,-2 3-15 16,3-4-31-16,-1 0-8 0,-2-5-43 0,-1-2-64 16,-3 3-79-16,3-7-149 0,-3 1-543 0,-1-1 77 15,-2-5 77-15,-4-3 64 0,0-3 77 16</inkml:trace>
  <inkml:trace contextRef="#ctx0" brushRef="#br0" timeOffset="-64588.37">7094 12126 719 0,'0'-8'222'0,"0"8"-14"15,0-7-37-15,0 7 1 0,1-6-16 0,2-1-5 16,1 0-18-16,0 6-2 0,2-6-9 16,-3 1-22-16,4 4 15 0,-3-2-22 0,6-1-17 15,-3 5-17-15,-7 0-2 0,20 0 1 16,-10 2-1-16,4 3-14 0,-3 3-9 0,2 0 12 16,1 0-3-16,-1 3-2 0,-3-1-23 0,1 5 20 15,-1-1-9-15,-3-2 6 0,-1 5-9 0,-1 0-3 16,-5 1-10-16,0 1 10 0,0-2-10 15,-5 2 5-15,-4-1-8 0,2 4 5 0,-3-3 3 16,-1-3-5-16,1-1 5 0,0-5 0 16,-1 1 5-16,-2 2-10 0,2-5 7 0,1-1 6 15,1-4-6-15,-1 3 3 0,2-4 57 0,1-2 4 16,7 0-7-16,-13-7-16 0,5 6 1 16,5-5-21-16,-1 1 10 0,2-1-18 0,2-1-2 15,2 3 2-15,2-3 13 0,-1 0-15 0,0 5 0 16,5-4-3-16,-1 0 0 0,3 4-10 15,1-1 2-15,2-1 14 0,0 2-11 0,1 2-8 16,0 0 3-16,3 5 7 0,0-4 4 0,3 3-22 16,-2 0 4-16,-1-1-11 0,3 4 5 15,-3-1-36-15,0-1-48 0,-3 2-39 0,0 1-105 16,2-1-261-16,-4 1-312 0,1-2 77 0,-2-2 54 16,-1 1 78-16,-1-4 50 0</inkml:trace>
  <inkml:trace contextRef="#ctx0" brushRef="#br0" timeOffset="-64438.37">7621 12346 893 0,'4'-5'176'0,"-1"4"-50"0,1-3-118 15,2 2-177-15,-2 1-392 0</inkml:trace>
  <inkml:trace contextRef="#ctx0" brushRef="#br0" timeOffset="-64005.25">8056 11939 1003 0,'-5'-13'448'0,"2"3"-46"0,-3 3-23 0,2 3-44 15,-2-1-20-15,2 1-49 0,-3-1-28 0,0 5-31 16,7 0-15-16,-19 6-28 0,8-2-5 16,0 4-13-16,-3 4-23 0,-2 0-13 0,1 5-3 15,2-1-7-15,0 1-21 0,2 0 6 0,1-1-19 16,4 1-25-16,2 0 3 0,0-2-1 0,1-3-4 16,3 2-19-16,3-3-10 0,1 2-10 15,0-5-15-15,2 2-5 0,4-3 14 0,-3-4-17 16,4 2 0-16,-1-3-5 0,4-1 5 15,-4-4 10-15,0-2 3 0,4 2-8 0,-4-4 8 16,0-4 15-16,1 0-15 0,-1 1 7 16,-1-1 11-16,-1 2 2 0,-1 0 11 0,0 2-3 15,-1 0 10-15,-2 1-26 0,3 4 1 0,-4-1 7 16,-3 3 23-16,0 0-2 0,14 12 5 0,-8 0-8 16,2 0 3-16,-2 6-6 0,1 2-7 15,0 0 26-15,3 5-19 0,0 2-9 0,-3 6-1 16,3-1-2-16,4 11 2 0,-1 3-12 15,1-2-24-15,-3-1-22 0,3 3-85 0,-1 0-77 16,-7-7-240-16,1-6-454 0,1 2 93 0,-5-3 46 16,-6-6 74-16,-1-1 87 0,-6-2 51 0</inkml:trace>
  <inkml:trace contextRef="#ctx0" brushRef="#br0" timeOffset="-62989.1">7146 13766 1220 0,'0'-8'331'0,"0"8"-45"0,0 0 1 0,0 0-23 16,0 0-8-16,0 0-23 0,0 0-21 16,0 0-20-16,-3 25-15 0,3-15-16 0,0 5-13 15,3-5-9-15,0 5-17 0,-2 3-11 0,2-3-17 16,3 2 3-16,2-1-17 0,-2 1-14 0,4 0 1 16,1-1-8-16,-1-1-11 0,0-3-9 15,1-1-21-15,2-1-5 0,1-1-3 0,0-3-10 16,2-2 2-16,-4 1-4 0,4-5-24 15,-2 0 8-15,-4-5 0 0,4 3 6 0,-4-6-11 16,3-1-6-16,-5-5 11 0,2 3-5 16,-4-3 3-16,1-3 5 0,1 2 35 0,-2-2-12 15,-2 5 17-15,-1-2 9 0,1 4-6 0,-1-1 0 16,3 2 0-16,-6 2-10 0,4 1-3 0,0 0-4 16,-4 6 9-16,3-1 6 0,-3 1 7 15,0 0-13-15,7 13 11 0,-4-3-3 0,0 0-5 16,-2 4 5-16,5-1-7 0,-2 3 5 0,-1 3 2 15,1 0-10-15,-1-1 0 0,1 0-21 16,2 4-35-16,-2-1-29 0,3 1-74 0,0-4-97 16,-1 0-578-16,-2-1-29 0,3-2 77 0,0-7 82 15,-1 1 69-15,-2-8 57 0</inkml:trace>
  <inkml:trace contextRef="#ctx0" brushRef="#br0" timeOffset="-62838.06">7710 13987 780 0,'3'-4'254'0,"-3"4"-101"0,0 0-102 16,4-7-140-16,0 5-492 0,-4 2 28 0</inkml:trace>
  <inkml:trace contextRef="#ctx0" brushRef="#br0" timeOffset="-62355.12">7888 13726 982 0,'6'-10'343'0,"5"2"-25"0,-4 3-34 0,3 0-31 16,4-2-17-16,-1 6-13 0,2-2-29 0,1 3-17 15,2 2-19-15,-2 0-22 0,5 4 0 16,-7 2-16-16,6 2-18 0,-6 1-2 0,0 4-13 16,-1 2-5-16,-2 1-20 0,-5 3-6 15,-2 0 8-15,-4 2-3 0,-3-2-17 0,-1 1 4 16,-3 8-9-16,-7-4 4 0,-2 0-7 0,-2-1 5 16,-3-1-20-16,1-2-9 0,-4-1 9 0,3-3 5 15,2-4-11-15,1-3 0 0,-3-3-2 16,2-1 18-16,4-1-13 0,2-4-3 0,-1-2-7 15,1-1-6-15,3-4-2 0,-1 3 8 0,4-6-8 16,1 3-3-16,5-2 1 0,-2 1-8 16,3-1 12-16,3 0-10 0,1-1 8 0,2 4-2 15,1-4 7-15,4 3 0 0,2 0-7 16,1 0 4-16,3 5 14 0,1-1-14 0,4 2 3 16,0-1 11-16,5 5-14 0,0 0 8 0,1 2 13 15,2 3-17-15,1 3-4 0,-3-3 11 0,2 7-5 16,1-4 4-16,-3 3-4 0,-2 2-5 0,-2-2 4 15,0 2-4-15,-3-1-19 0,-4-1-4 16,0-1-26-16,-3-1-21 0,3 1-38 0,-7-1-33 16,-3-3-72-16,1-1-76 0,-2-3-541 15,-3 1 77-15,-2 0 66 0,-1-4 68 0,0-4 55 16</inkml:trace>
  <inkml:trace contextRef="#ctx0" brushRef="#br0" timeOffset="-37941.19">11778 6711 601 0,'0'0'195'0,"0"0"-24"0,0 0-12 15,0 0-13-15,0 0-8 0,0 0-20 16,-3 15 4-16,6-6-9 0,-3 2-18 0,4 3-11 16,-1 2-4-16,-3 0-14 0,4 2 11 15,-1 0-13-15,0 4-13 0,1-4-2 0,-1 5-6 16,0-3 9-16,0 3-19 0,2-4-33 0,1 3-39 16,-6-5-30-16,4 2-46 0,2-2-95 15,-5-2-140-15,5 2-249 0,-2-2 28 0</inkml:trace>
  <inkml:trace contextRef="#ctx0" brushRef="#br0" timeOffset="-37391.81">11778 6684 627 0,'0'-9'268'0,"4"1"-30"15,-4 0-15-15,4-1-26 0,2 0 5 16,-2 0-45-16,5 2-9 0,-1-1-17 0,2 2-14 16,-3 4-7-16,7 0-10 0,-5 2-31 0,1 0 6 15,1 3-11-15,-1 0-3 0,0 3-15 16,-3 3 3-16,4-1-8 0,-4 4-6 0,-1 0-1 16,-3 1-14-16,-2-1 3 0,-1 3 16 0,0-4-6 15,-1 4-10-15,1 0 0 0,-3-3-8 16,-3 2 6-16,2-2 4 0,1 1-7 0,-1-2-2 15,1-3-3-15,-4 2 15 0,6-3 8 16,-2-1-11-16,0 0-7 0,0-4 5 0,3-2-10 0,0 0-3 16,0 0-2-16,0 0 10 0,0 0-18 15,0 0 2-15,0 0 21 0,9-17-23 0,-1 11 3 16,-1 3 7-16,-1-3-15 0,4 0 10 16,1 3-2-16,-1 0-3 0,3 1-16 0,-2 0 9 15,2 2-16-15,2 2 12 0,-2 2 16 16,1-1-5-16,0 3 18 0,3 2-18 0,-4 0-5 15,0 1 5-15,-1 0 5 0,-2 2 6 0,-1 2 9 16,-1-1 3-16,-5 2-10 0,0 0 18 0,-3-2-13 16,0 5 15-16,-6 0-13 0,2-2 1 0,-9 3 58 15,3-1 3-15,-2-1 0 0,-1 1 2 16,-4-3-35-16,3 1 23 0,-3-4-11 0,1-1-2 16,1-2 2-16,2 1-14 0,-4-1 6 15,6-1-12-15,-2 0-7 0,2-4-4 0,1 3 16 16,0-4-35-16,3 2-47 0,0-3-44 0,7-1-53 15,0 0-84-15,0 0-90 0,-6-5-285 0,6 5-181 16,0 0 69-16,13-8 67 0,-2 1 76 16</inkml:trace>
  <inkml:trace contextRef="#ctx0" brushRef="#br0" timeOffset="-36491.27">12432 6710 901 0,'0'0'271'0,"-11"-1"-18"15,11 1-28-15,-17 2-15 0,6 4-28 0,1 3-18 16,-3 1-18-16,-4 4-13 0,6 1-18 16,-6-1-15-16,4 3 23 0,-1 3-28 0,4-2-3 15,-3-1-16-15,2 1-19 0,4 3 2 0,0-7 2 16,4 1-20-16,0 0 5 0,3-3-13 0,0 1-10 15,0-3 8-15,6-1-13 0,-3-1 3 16,4-1-9-16,3 0 1 0,1-4 3 0,-1-2 4 16,4-1 3-16,-1-1-15 0,-3-1-1 0,4 0 4 15,-3-4-4-15,3 4 6 0,-4-4 0 16,-1 0-5-16,2 3-3 0,-1-2-8 0,-3 1 16 16,0 2 2-16,0-2-30 0,-3 2 7 0,2 0-2 15,-6 2 7-15,10-4 3 0,-10 4 0 16,7 0-10-16,-7 0 18 0,0 0-21 0,17 4 11 15,-17-4 2-15,7 2 0 0,-7-2 0 16,11 0 5-16,-11 0-3 0,13 0 8 0,-13 0-7 16,13 0 2-16,-5-5 0 0,2 2 5 0,0-2-12 15,1 1 20-15,-2-4-13 0,1 0 0 0,1 0-7 16,-1-1 4-16,0 0 6 0,1-5-1 16,-1 4-7-16,-3-1-2 0,3-3 12 0,-6 4-15 15,3-3 13-15,-1 2-6 0,-2 1 8 0,2-1-15 16,-2 1 5-16,0 3-18 0,-1 3 6 15,3-2 14-15,-2 4-15 0,-4 2 11 0,7 0-1 16,-7 0-2-16,14 11-3 0,-7-3 19 16,2 6-11-16,2-3 0 0,-4 6-3 0,0-1 6 15,2 5-3-15,2-2 7 0,-7 0-12 0,2-3 33 16,-2 1-17-16,-1 1 4 0,0-1 13 0,-3-2-20 16,0 0 5-16,-3 0 2 0,-1-2 3 15,-2 0-3-15,-1-2-10 0,-3-3 11 0,3-1 4 16,-3 0 1-16,0-4-3 0,-4-2 7 15,4-1 3-15,-1-1 1 0,1-2-9 0,0-1 6 16,-1 0 7-16,4-2 5 0,-2-1-7 0,5 3-3 16,-2-2-2-16,1 4-8 0,5-4-8 0,0 6-2 15,0-8 2-15,5 4 8 0,1-2-11 16,1-1 4-16,3 5 12 0,4-6-10 0,-1 0 2 16,5 1-5-16,1-3 3 0,2 1-8 15,0-4-8-15,-1 2 9 0,8-3-1 0,-7 2 2 16,2-1-14-16,-3 1 9 0,-2-1 16 0,0 0 0 15,-2 0-10-15,1 0 2 0,-7-1-2 0,0-1 5 16,-2 2 58-16,-4-1 6 0,2-1-21 16,-3 5-17-16,-3-1 14 0,0-1-17 0,0 4 10 15,-3 1-20-15,0 2 0 0,0-1-6 16,3 6 1-16,-8-1 2 0,8 1-6 0,-14 8 6 16,5 0-12-16,1 2 9 0,1 5-15 0,1 0 11 15,2-1-4-15,-2 5-1 0,6-1 4 0,-3 0-7 16,6-1-6-16,0 1 3 0,4 3-10 0,0-2-2 15,6-2 4-15,-3 0-23 0,4 0-12 16,3-2-36-16,1-4-59 0,-2 3-92 0,5-5-157 16,3-1-470-16,-4-1 58 0,1-6 70 15,3 0 76-15,-4-2 57 0,-2-3 51 0</inkml:trace>
  <inkml:trace contextRef="#ctx0" brushRef="#br0" timeOffset="-35875.39">13525 6690 842 0,'3'4'350'16,"0"5"-40"-16,2 4-31 0,-2-3-31 0,0 6-28 16,1-1-17-16,-1-1-34 0,1 1 5 15,-1 3-26-15,0-3-15 0,3 2-10 0,-4-2-8 0,1 0-17 16,-3-3-1-16,3 1-13 0,-3-4-4 15,0 0 12-15,3-1 3 0,-3 0-8 0,0-4-11 16,0 1 9-16,0-5-3 0,0 0-6 16,0 0-14-16,0 0-1 0,-11-15-7 0,8 6-10 15,-3-3-9-15,3-4-1 0,2-1 7 0,-2-4-21 16,0 2 19-16,3-2-6 0,0 2 13 0,0 0-15 16,3-1-13-16,0 2 12 0,-2 1-19 15,2 2 6-15,3 1-11 0,-1 1-6 0,1 5 12 16,1 0-9-16,-1 5-3 0,1-1-3 15,4 2 8-15,-1 8 1 0,-3-3-4 0,7 5-2 16,-1 0-13-16,-3 5 16 0,1-2-1 0,2 5 4 16,-2 1-4-16,-1 0-4 0,-4-1 4 15,1 0-7-15,1 0 8 0,-2-4 7 0,-2 2-13 16,-1-3 16-16,0 2-5 0,1-4-3 0,-1 0 13 16,-3-3 2-16,3-3-4 0,-3-3-1 0,0 0 3 15,0 0 0-15,0 0 0 0,0 0-5 16,-13-18-1-16,10 4-1 0,-1-3-1 0,1-1-3 15,-3-5 1-15,1-2 0 0,5-3-16 16,-3-1 6-16,3 0 4 0,0 3 1 0,0-2 12 16,3 3-7-16,0 3 5 0,2 0-6 0,-2 6-4 15,1-1-8-15,2 4 10 0,0 1-18 0,1 4 8 16,1 3 2-16,2 0-7 0,0 5 13 16,1 3-6-16,-1 4 24 0,3 1 2 0,4 6-8 15,-4 2-10-15,-2 2 8 0,3 1-5 0,0 4 7 16,-4 2 3-16,3 2-16 0,-2-1-4 15,2 4-42-15,-6 1-38 0,4-4-38 0,-1 0-67 16,-1-3-94-16,-1 1-597 0,-1-1 56 16,-1-5 82-16,4-4 77 0,-5-5 52 0,4 0 58 15</inkml:trace>
  <inkml:trace contextRef="#ctx0" brushRef="#br0" timeOffset="-34638.03">14205 6638 860 0,'0'0'348'16,"0"0"-23"-16,7 15-23 0,-3-8-36 0,-1 2-7 16,1 4-44-16,-1-3-11 0,3 7-19 0,-2-5-29 15,3 3-3-15,3 2-17 0,-3-3-16 16,3 3-15-16,1-3-2 0,-1-2-21 0,0 1 2 16,1-2-2-16,-1-3-16 0,-1 0-12 0,2-5-5 15,-4 3 5-15,3-5-19 0,-4-2-4 16,-6 1-3-16,11-6-12 0,-7-3-9 0,-1 0-9 15,-3-1-6-15,-3-4 11 0,0-3-6 0,-1 2 13 16,-3 1 3-16,-3-3-5 0,3 1 7 16,-3 1 13-16,-1 1-2 0,4 3 0 0,-5 1-9 15,4-1 9-15,-2 3-5 0,3 2-9 0,1-1 1 16,-2 0 5-16,2 5-23 0,2-3-3 16,4 5 11-16,-3-2 15 0,3 2-8 0,0 0-7 15,0 0 9-15,13-6-1 0,-5 6-4 0,5-2 1 16,0 1 5-16,8-3 0 0,0 0-6 15,-1 0-2-15,4 0 0 0,0-4 6 0,3 3 9 16,-3 0-20-16,0-2 3 0,0 1 2 0,0 1-3 16,-6-1 4-16,1 0-12 0,-1 4 6 0,-5-4 11 15,1 4-32-15,-7 1 1 0,3 1 7 16,-10 0 8-16,11 1 7 0,-5 2-9 0,-6 4 2 16,0 0 2-16,0 3 3 0,-6 4-5 15,1-2 7-15,-4 5-9 0,2 3 12 0,-3-1 3 16,2 0-3-16,-2 3 0 0,1-2 0 0,1 1-3 15,1-2-2-15,1-2 8 0,2-1-13 16,1 1-3-16,0-3-25 0,6-3-3 0,-3-1 8 16,3 1-3-16,1-3 3 0,2-4 13 0,5 2-6 15,-4-6 1-15,3 0 7 0,0-4-10 16,1 0 3-16,2-4 2 0,1-1 23 0,-1-7-18 16,2-1-5-16,-5-4 13 0,3-4 7 0,1-4-12 15,-4-2-13-15,0-1 10 0,-3-3 16 16,-3 1-13-16,2-3 5 0,-3 0-3 0,-2 4 16 15,2 5 25-15,-3-1-2 0,0 4 12 0,0 4 13 16,0 3 1-16,-3 2-6 0,3 1-18 0,0 2-5 16,-1 4-2-16,-2 5 5 0,0-2-19 15,3 6 12-15,0 0-1 0,0 0-6 0,-14 15-1 16,11-6-1-16,2 5 8 0,1 0-10 16,-3 3-3-16,3 4 11 0,3-2-6 0,-2 6 0 15,6-2 9-15,-3 2-30 0,2-1 24 0,1 1-10 16,2-2 7-16,-1-2 1 0,2 2-11 0,0-4 2 15,1-1-1-15,-4 1 4 0,2-6-10 16,2 1-8-16,-1-3 18 0,-3-1-15 0,0-2 10 16,3-1-15-16,-3-1 10 0,0-4 16 0,2 2-16 15,-1-2-3-15,-1-2 3 0,3 0 8 16,-10 0-6-16,21-7 1 0,-12 6-8 0,2-5 5 16,0 2 12-16,2-3-12 0,1-1-5 0,-1 0 8 15,1-3 7-15,-1-1-7 0,-3 2-3 16,1 0 7-16,-1-5-9 0,0 0 7 0,1 4-8 15,-4-5 14-15,-1 1-9 0,-2 3 6 0,-1-1-11 16,1 3 6-16,-1 1 17 0,-2-3-12 16,-1 6 2-16,0-1 0 0,-1 0-17 0,-2 5 7 15,3 2-5-15,-14-3 10 0,14 3-5 0,-13 6 0 16,2 0 0-16,4 3-8 0,-3 0 11 0,4 5-6 16,-5-3 6-16,7 5-11 0,-2 0 13 0,3 0 5 15,3 0-7-15,-1-2-8 0,2 1 12 16,-1 3-1-16,6-3-14 0,-3 2 0 0,4-2 11 15,4-1-1-15,-1-3 14 0,0-1-6 16,4-2-18-16,0 1 16 0,3-3-3 0,-1-5 0 16,2 0 0-16,-2-1 13 0,2-2-18 15,0-4 13-15,5-4-5 0,-2 1 5 0,-4-4 4 16,0-1-11-16,3-7-4 0,-6 0-25 0,3-8 3 16,-7 3-9-16,0-6 1 0,-2-2-2 0,-2 0-1 15,-5-1 0-15,2-4-10 0,-3 3 18 16,0 5 8-16,-3 3 10 0,2 0 5 0,-2 6 5 15,0 2 2-15,0 2-14 0,2 6-6 0,-6 0 16 16,3 6 2-16,-2 2-21 0,-1 4 11 16,7 0-2-16,-11 13 4 0,2-2 0 0,5 5 21 15,-3 4-2-15,4 5-9 0,0 5 11 0,-1 2 16 16,8 3 1-16,-4 0-4 0,6 4-13 16,1 12 13-16,3 1-1 0,-2-2-7 0,5-3-2 15,0-3 2-15,1 2-8 0,0-4-4 0,0-8-6 16,-1-6-10-16,-6 1-26 0,4-6-33 15,-5 0-64-15,1 1-136 0,-1 0-248 0,-6-5-384 16,0-1 103-16,-3-1 63 0,-4-3 88 16,1 0 61-16,-4-4 56 0</inkml:trace>
  <inkml:trace contextRef="#ctx0" brushRef="#br0" timeOffset="-28409.47">28436 5267 790 0,'0'0'198'16,"0"0"24"-16,0 0-27 0,0 0-8 15,-3 19-11-15,6-8-12 0,-3 5-15 0,3 5-1 16,-2-2-17-16,3 3-9 0,-1 4-6 0,-3-1-9 16,5 2-22-16,-4-1 4 0,3 4-4 15,-4-3-24-15,3 4-2 0,0 2-13 0,-2-5-49 16,2 3-48-16,0-4-95 0,1-2-125 0,0 0-443 15,2 0 64-15,-2-8 35 0,-1 0 68 0</inkml:trace>
  <inkml:trace contextRef="#ctx0" brushRef="#br0" timeOffset="-28209.25">28638 5688 975 0,'7'-4'312'0,"3"-2"-23"0,1 0-38 16,2 1-15-16,5-2-24 0,-2 1-28 0,2 2-10 16,3-1-12-16,2-2-52 0,-2 4-49 15,2-3-53-15,-2 3-72 0,1-1-92 0,0 0-90 16,-5 3-432-16,1-5 15 0,-5 4 66 0,1-4 88 16</inkml:trace>
  <inkml:trace contextRef="#ctx0" brushRef="#br0" timeOffset="-28059.21">28878 5446 639 0,'-14'13'251'0,"14"-11"-18"15,-2 7-23-15,0 0-23 0,2 4-16 16,-3-2-22-16,3 3-16 0,3 4-15 0,-1 0 7 16,-1 0-22-16,3 4-16 0,-1-2-26 0,2 3-53 15,-2 1-88-15,0-2-119 0,1 0-487 16,2 2 51-16,1-7 74 0</inkml:trace>
  <inkml:trace contextRef="#ctx0" brushRef="#br0" timeOffset="-27709.18">29236 5345 1231 0,'14'-3'348'0,"-1"3"-38"0,-1 0-26 0,-2 3-31 16,2 3-17-16,-1 2-27 0,0 3-22 16,-2 3-18-16,-1-2-20 0,-1 3-16 0,2 2 0 15,-8-2-13-15,2 3-22 0,-3 0-17 16,0 3 17-16,-3-4-24 0,1 2-8 0,-6 2-2 16,1-2-7-16,-1 0-1 0,-1-3-15 0,2-2-8 15,3-1 3-15,-3-1-3 0,3-3 8 16,-2 0-18-16,3-1 8 0,0 0-10 0,3-4-14 15,0 3 21-15,3-2 1 0,0-2-22 0,4 1 4 16,4-2 14-16,-1-1-20 0,3-1 11 0,4 0-29 16,-3-1-28-16,9 1-15 0,-2-5-29 15,2 4-30-15,-1-2-67 0,5-1-105 0,-3 0-457 16,3-2-32-16,-2 2 49 0,-6-3 74 0,-1 0 70 16</inkml:trace>
  <inkml:trace contextRef="#ctx0" brushRef="#br0" timeOffset="-27542.78">29681 5529 918 0,'0'0'297'15,"3"-8"-28"-15,0 5-18 0,-3 3-36 0,7-2-28 16,-3-3-18-16,7 4-13 0,-1 0-13 0,3-4-10 16,4 4-28-16,1-2 10 0,2 0-22 0,0 2-34 15,1-2-65-15,-4 2-45 0,4 0-46 16,-2-4-118-16,-4 4-151 0,-2 0-323 0,3-4 60 15,-8 2 53-15</inkml:trace>
  <inkml:trace contextRef="#ctx0" brushRef="#br0" timeOffset="-27376.47">29759 5353 555 0,'-6'7'246'15,"4"0"-24"-15,-3 4-1 0,2 2-14 0,3-1-5 16,0 2-15-16,0 3-36 0,0 2-13 15,3-1-10-15,2 4-10 0,0 2-16 0,1 0-7 16,-1-4-82-16,5 4-64 0,-2 0-98 16,4 1-506-16,-2-2 20 0,2-5 49 0</inkml:trace>
  <inkml:trace contextRef="#ctx0" brushRef="#br0" timeOffset="-26975.94">30136 5243 1251 0,'10'-9'402'15,"0"1"-46"-15,-3 2-41 0,6 3-39 0,-3 2-15 16,0-2-25-16,2 6-37 0,0-2-22 16,0 4-11-16,1 1-17 0,-3 2-19 0,1 2-30 15,-1 3-5-15,-1-4-13 0,-4 7-8 16,1-4-7-16,-5 3-1 0,-1-1-7 0,0-1-13 15,0 2 0-15,-1-1 3 0,-2-3-16 0,3-1-7 16,-3 2-6-16,3-3-25 0,0-1-5 0,0-3-18 16,0 2-1-16,3-1 1 0,-3 1 8 15,4-2 5-15,-1 1-1 0,3 0 6 0,1 1-3 16,1-1 0-16,1 0 18 0,-2 2-7 0,6 1-3 16,-2-1 5-16,1 0 5 0,0 2-5 15,0-2 8-15,-2 1 15 0,-1-1-5 0,1 0 10 16,-3-1-10-16,1 2 15 0,-5-1 8 15,3-1 0-15,-3 1 2 0,-2 0-2 0,-1 0-7 16,0 0-9-16,-2 0 14 0,-6 1-14 0,0-1-10 16,-2 3-35-16,0-3-72 0,-4 1-62 0,1-1-125 15,-1-1-586-15,4-1 59 0,0-4 81 16,-1 0 62-16,4-4 67 0,7 2 71 0</inkml:trace>
  <inkml:trace contextRef="#ctx0" brushRef="#br0" timeOffset="-26809.12">30638 5578 1267 0,'17'-7'404'0,"3"-1"-51"0,-2 4-25 0,-1-2-39 16,2 3-25-16,-1-2-44 0,0 2-46 16,5-1-72-16,-4 2-89 0,0 0-105 0,-1 2-325 15,0-5-364-15,-3 4 100 0,-4-5 57 0,-1 1 96 16</inkml:trace>
  <inkml:trace contextRef="#ctx0" brushRef="#br0" timeOffset="-26609.03">30727 5329 1254 0,'-3'7'361'0,"3"2"-34"0,0 3-32 0,0-1-19 16,0 5-22-16,5 0-14 0,-3 1-35 0,1 1-26 15,5 4-10-15,-3-1-15 0,3 1-11 0,0 0-20 16,0-1-26-16,-1 3-35 0,3 0-60 16,-1-4-66-16,1 4-92 0,-5-2-246 0,6-3-397 15,-1-3 80-15,1-4 72 0,-2 0 58 16,-2-5 46-16</inkml:trace>
  <inkml:trace contextRef="#ctx0" brushRef="#br0" timeOffset="-26226.2">31116 5254 1013 0,'0'0'394'16,"0"0"-35"-16,0 0-37 0,8 16-30 0,-8-7-31 16,3 3-18-16,0 0-28 0,-2 2-25 15,2 3-14-15,3-1-17 0,-2 0-21 0,5-3-12 16,-4 3-14-16,2-2-20 0,2-1-12 0,-2 0-1 15,4-2 3-15,-1 0-21 0,0-2 9 16,1-5-29-16,-1 1 2 0,0-2-5 0,1-3-4 16,2-3-11-16,-2-2 10 0,-1-2 11 0,0-3-11 15,1-1-8-15,-2-5 6 0,-2 0-10 16,0-2 4-16,2 1-4 0,-4 1 17 0,-2 0 0 16,1 2-2-16,2 3-10 0,-1 2-21 0,-4 1 10 15,0 3 6-15,3 4-3 0,-4 1-8 16,0 0 0-16,5 14 3 0,-3-2 0 0,-2 3 2 15,0 3-5-15,3 4-4 0,-3 2-1 0,0 1 13 16,0 1-16-16,-3 2-30 0,3 2-33 0,-4 4-55 16,-3 1-93-16,0 0-355 0,1 2-314 15,-5-5 82-15,-3-4 87 0,-5-2 67 0,-6 8 38 16,-6-4 89-16</inkml:trace>
  <inkml:trace contextRef="#ctx0" brushRef="#br0" timeOffset="-25825.57">28956 6378 783 0,'-7'4'284'0,"7"-4"-15"16,0 0-26-16,0 0-8 0,0 0-17 16,0 0-16-16,25 2-12 0,-4-4-16 0,2-1-5 15,10 2-1-15,6-4-22 0,2-1-18 0,17-2 8 16,0-3-21-16,7-2 69 0,18-3-15 0,1 0-5 16,12-1-8-16,4-1-20 0,2 0-26 15,0-3-2-15,1 2-9 0,2-5-24 0,1 5 1 16,1-2 4-16,6 3-14 0,-5 0-12 0,-5 0 8 15,-3 4-14-15,-6-1-12 0,-11 3 8 16,-18 3-14-16,-1 1 1 0,-18 2-3 0,-9 1-2 16,-6 0-1-16,-1 3-22 0,-9-3-3 15,-4 4-64-15,-3 0 10 0,-4 1-7 0,-3 1-44 16,-7-1-87-16,0 0-149 0,-7 8-555 0,-9-1 75 16,-5-3 81-16,-7 3 59 0,-9 1 69 0,-21 5 62 15</inkml:trace>
  <inkml:trace contextRef="#ctx0" brushRef="#br0" timeOffset="-25292.81">30054 6436 1259 0,'0'0'409'15,"0"0"-35"-15,3-2-41 0,-3 2-36 0,0 0-34 16,3-6-22-16,-3 6-26 0,0 0-25 16,0 0-14-16,0 0-17 0,0 0-18 0,2 22-11 15,-4-13-12-15,2 3-11 0,0 2-2 16,0 1-20-16,0 2-21 0,0 1 13 0,2 1-3 16,-1 3-10-16,0 2-3 0,5-1-7 0,-1 0-5 15,1-1-6-15,1 2-2 0,3-5-5 0,1 4-5 16,2-6-1-16,1-1 9 0,2 1-26 15,-1-7-13-15,-2-1 23 0,5-2-5 0,-2-1 2 16,1-5 8-16,-3-2-15 0,5-5-16 0,-4-3 9 16,3-1 4-16,-2-6-13 0,2-6 13 15,-5-2-4-15,1-2-9 0,1 1-71 0,-6 1 12 16,-2 4 14-16,1 3 7 0,-3 1 7 0,0 1 4 16,-3 4 4-16,2-1-10 0,-4 6 0 0,3-1 21 15,-1 1 0-15,-2 6 7 0,0 0-5 16,0 0-10-16,0 0 18 0,-5 23-10 0,5-8 2 15,-4 3 0-15,3 0 13 0,0 5-2 16,-4 2 25-16,5 1-34 0,0 0 19 0,0 2 5 16,0-1-18-16,0 0 15 0,5-1-15 0,-4-1 20 15,0 0 1-15,3-1-22 0,1-1 6 16,-3-5 8-16,1-2 0 0,-3-2-6 0,3-1-7 16,0-3-5-16,-2 0-3 0,-1 2 6 15,3-3-22-15,-3-5-42 0,0 3-108 0,0-1-118 16,0-5-581-16,0-1 64 0,0 0 92 0,0 0 54 15,0 0 71-15,-13-9 65 0</inkml:trace>
  <inkml:trace contextRef="#ctx0" brushRef="#br0" timeOffset="-24009.5">31804 5734 719 0,'0'-6'271'0,"0"6"-30"0,5-8-21 0,-3 5-5 16,1-1-13-16,-3 4-33 0,7-6-21 0,-1 0-14 15,-1 5-9-15,1-4-7 0,0 2-26 0,1-1 0 16,-3 2-15-16,6 0-13 0,-3 2-31 15,0-2-53-15,-7 2-14 0,19 0-73 0,-11 0-67 16,-8 0-118-16,13 3-389 0,-8-2 51 0,1 5 62 16</inkml:trace>
  <inkml:trace contextRef="#ctx0" brushRef="#br0" timeOffset="-23873.84">31845 5929 586 0,'6'5'184'0,"1"-4"-15"16,1 0-16-16,2 1-78 0,3 1-78 15,1-2-191-15,1-1-359 0</inkml:trace>
  <inkml:trace contextRef="#ctx0" brushRef="#br0" timeOffset="-23426.82">32159 5428 901 0,'6'-8'368'0,"-1"4"-43"0,1-2-20 16,-2 3-26-16,3-1-31 0,4 4-25 15,0 0-29-15,-1 4-7 0,3 0-8 0,0 3-33 16,4 3-15-16,-3 4-26 0,-1-2 5 0,1 1-10 15,-4 2-8-15,-3-2-15 0,0 3-13 16,-4 1-8-16,-1-2 0 0,-4 2 6 0,-4 1-4 16,-2-3-9-16,-2 3-5 0,-3-1-9 15,-1 0-4-15,-1-1 5 0,-4-1-8 0,1 1 5 16,2-5-12-16,-2 2 2 0,2-4-3 0,4 0 3 16,1-2-7-16,-1-3 4 0,1 1 16 15,2-2 0-15,2-3-21 0,7 0 3 0,-14 0 8 16,14 0-6-16,-4-7 1 0,4 7-8 0,-3-8-1 15,5 4-4-15,-2 4 13 0,5-9-16 16,-2 5 8-16,5 0-8 0,-2 3-8 0,1-4-2 16,0 5 0-16,-7 0 2 0,20 0 11 0,-8 2-3 15,0 2 3-15,-1-3-6 0,6 6-4 0,-1 0 4 16,-1-1 3-16,3 4-46 0,-2 1-43 0,3-2-77 16,-1 5-113-16,0-4-512 0,-2 2-38 15,-2 0 81-15,-3-3 75 0,1-5 62 0,-1 1 68 16</inkml:trace>
  <inkml:trace contextRef="#ctx0" brushRef="#br0" timeOffset="-22892.89">32764 5547 744 0,'0'0'282'0,"0"0"-31"16,-10 13-21-16,8-7-38 0,0-2-13 16,-1 1-17-16,3-5-11 0,-3 11-36 0,2-6 5 15,0-1-20-15,-1 1 0 0,-1-2-13 0,3-3-10 16,-3 7-6-16,3-7-9 0,0 7 7 0,0-7 5 16,0 4-15-16,0-4 5 0,0 0-3 15,6 4-7-15,-6-4-13 0,0 0-5 0,0 0 2 16,0 0 1-16,21-8-9 0,-15 7-1 15,-6 1-6-15,11-5 0 0,-2 5 2 0,-9 0-2 16,12 0-10-16,-4 2 13 0,-3 2-16 0,6-1 5 16,-2 2-10-16,0 2 8 0,0-3 8 0,-2 5-3 15,2-1-3-15,-2 5 3 0,-2-4 13 16,4 1-11-16,-5 1 3 0,-1 2 0 0,0-4 8 16,0 5 7-16,-3-4-5 0,0 2-2 15,-3 1 10-15,-3-2-18 0,2 3-25 0,-5-3-14 16,-2 2-63-16,1-1-34 0,-4-4-71 0,4 1-85 15,-2-3-350-15,-1 0-121 0,0-4 64 0,-1-1 64 16,1-2 60-16</inkml:trace>
  <inkml:trace contextRef="#ctx0" brushRef="#br0" timeOffset="-22724.94">32737 5326 801 0,'10'-23'338'0,"4"5"-21"16,-4 3-35-16,-3 2-24 0,4-1-33 15,-1 5-15-15,2-4-15 0,-1 3-19 0,-1 0-14 16,0 4-32-16,0-1-25 0,-2 3-33 16,2-1-31-16,1 4-85 0,-4-1-48 0,-7 2-74 15,13 8-136-15,-10-4-420 0,3 5 67 0,-5 3 50 16,-4 4 60-16</inkml:trace>
  <inkml:trace contextRef="#ctx0" brushRef="#br0" timeOffset="-22426.09">32392 6251 732 0,'0'0'325'0,"0"8"0"15,0-8-36-15,0 0-30 0,3 4-27 16,-3-4-4-16,4 4-20 0,-4-4-16 0,17 0-18 15,-17 0-5-15,17-1-13 0,-3-2-10 16,-1 1-21-16,2 0-7 0,1 0-21 0,4-2 0 16,-1 1-7-16,0-4-21 0,-2 2 3 0,4 1-16 15,2-2 5-15,-4 1-12 0,0-1 5 0,-1 0-18 16,1 4-6-16,-1-4 9 0,-2 1-16 16,-2 0-31-16,-3 0-46 0,0 1-43 0,0-1-141 15,-3 2-468-15,-4 0-114 0,-1-3 119 0,-3 0 56 16,-3-2 54-16,-1 1 53 0</inkml:trace>
  <inkml:trace contextRef="#ctx0" brushRef="#br0" timeOffset="-22043.03">32562 5792 1192 0,'-6'-6'320'0,"6"6"-30"15,0 0-22-15,0 0-40 0,0 0-18 0,0 0-21 16,0 0-15-16,0 0-20 0,0 0-18 0,0 0-11 16,0 0 6-16,0 0-14 0,0 0-4 15,0 0 0-15,0 0-3 0,0 0 10 0,0 0-7 16,0 0-3-16,0 0 5 0,0 0-28 15,0 0-15-15,0 0-1 0,6-8-12 0,-2 5 0 16,0-2-5-16,3 2-6 0,1-4 6 0,-6 4-26 16,4-1 16-16,-1 1-3 0,-2-1-5 15,-3 4-11-15,9-4-2 0,-8 0-2 0,-1 4-16 16,8-3 5-16,-8 3-10 0,2-3 3 0,-2 3-14 16,0 0-17-16,0 0-49 0,0 0-43 0,0 0-59 15,0 0-172-15,0 0-547 0,-10 13 86 16,10-13 88-16,-4 6 74 0,1 0 54 0,0-4 58 15</inkml:trace>
  <inkml:trace contextRef="#ctx0" brushRef="#br0" timeOffset="-18607.63">12431 8486 1118 0,'0'-4'333'16,"1"-2"-34"-16,2 1-7 0,0 2-26 16,1-3-46-16,2 2-20 0,1-3-10 0,0 2-24 15,3 2-2-15,0-3-26 0,-2 4-7 0,5-1-24 16,-3 2-2-16,1-2-10 0,2 6-13 15,1-1 2-15,-4 1-20 0,3 2-10 0,-1 3 15 16,1 0-18-16,1 3 5 0,-4-1 1 0,0 5-14 16,1-1-7-16,-2 0-10 0,-2 6 12 0,-4-4-15 15,1 3 5-15,-1 2 0 0,-3 0-2 16,0-2-11-16,-6 4 6 0,2 0 4 0,-3 0-12 16,-2-3 13-16,1-2-13 0,-2 3 5 15,-3-4-1-15,2-2-1 0,1-4 12 0,-4 0-5 16,4 1 5-16,0-6 0 0,-1 0 16 15,1 0-21-15,0-5 5 0,-1-1-7 0,4 0 4 16,7 0-12-16,-19-7 0 0,14 4 17 0,-1-5 4 16,2 1-14-16,-2-2-7 0,6 0 5 0,-3 1 0 15,3-1-10-15,3 0 4 0,0 0 19 16,0-1-31-16,1 4 8 0,2-3-8 0,2 2 5 16,-1 0-8-16,3 0 11 0,0 6 7 0,1-5-4 15,2 5 1-15,1 1-12 0,-1 0 13 16,2 0-3-16,1 4-10 0,1 0-7 0,0 2 2 15,0-1 10-15,-3 2-3 0,3 0-2 0,-4 3-15 16,2-2-16-16,-2 4-30 0,1-2-39 0,-4-1-64 16,3-1-71-16,-2 2-160 0,-1-2-477 15,0-1 68-15,-2 0 79 0,-1-4 68 0,2-2 55 16,-5 2 80-16</inkml:trace>
  <inkml:trace contextRef="#ctx0" brushRef="#br0" timeOffset="-18443.65">12995 8719 865 0,'3'-1'312'0,"-3"1"-23"16,0-6-61-16,0 6-80 0,0 0-53 0,0 0-54 0,4-4-77 16,-4 4-140-16,0 0-459 0,0 0 49 0,0 0 48 15</inkml:trace>
  <inkml:trace contextRef="#ctx0" brushRef="#br0" timeOffset="-17992.95">13142 8486 1075 0,'1'-5'368'0,"-1"5"-17"0,0 0-57 0,0 0-22 0,0 0-24 15,0 0-31-15,0 0-12 0,0 0-18 16,-1 19-23-16,-2-11-16 0,0 0-27 0,-2 1-11 16,2-1 23-16,0 2-28 0,0-2-16 0,0 1-9 15,2-1-16-15,-2 0-5 0,0-1-1 16,0 0-1-16,2-4-4 0,1 4-1 0,0-7-22 16,0 7 11-16,0-7 0 0,0 4-7 0,0-4-1 15,0 0-8-15,0 0-7 0,0 0 5 16,0 0 0-16,20-5 6 0,-12 0-11 15,-2 4 2-15,1 0-5 0,3-5-12 0,1 6 7 0,-1-2 0 16,0-2-4-16,4 3-4 0,-4 1-2 16,4 0 13-16,-1 4-5 0,-3-1-3 0,4-2 2 15,0 5 4-15,3 1 17 0,-4 2-3 16,-1 0 9-16,1 1-19 0,-3 2 3 0,1-1 15 16,-2 3-51-16,1-3-10 0,-2 5 0 0,-1-4 25 15,-4 3-9-15,3 2-4 0,-6-7 24 0,0 5-3 16,0-1-8-16,-3-3-9 0,0 4 9 15,0 1 3-15,-4-5-13 0,-4 3-10 0,4-3-28 16,-7-3-31-16,4 2-46 0,0-2-87 0,-4-1-56 16,4-3-510-16,0-1-30 0,-1-4 81 15,-2-5 88-15,3 0 66 0,-1-3 43 0</inkml:trace>
  <inkml:trace contextRef="#ctx0" brushRef="#br0" timeOffset="-17776.53">13162 8518 1113 0,'0'-7'433'16,"1"2"-49"-16,3-2-13 0,-1-2-59 15,3 0-25-15,4-3-29 0,0 3-25 0,5-1-20 16,2-5-21-16,3 5-21 0,7-5-17 0,-5 5-9 16,8-4-22-16,-7 4 5 0,1 2-36 0,0-2-2 15,-3 2-31-15,-1 1-51 0,-2 4-62 0,-5-1-36 16,4 3-127-16,-7 1-177 0,-3 1-464 15,1 3 65-15,-5-1 99 0,-3-3 72 0,0 7 51 16</inkml:trace>
  <inkml:trace contextRef="#ctx0" brushRef="#br0" timeOffset="-16927.09">12708 10015 1036 0,'4'-7'379'0,"2"0"-54"16,1 3-23-16,0-2-43 0,3-1-26 15,0 5 0-15,-3-4-39 0,4 6-20 0,-1 0-13 16,0 0-17-16,1 2-14 0,-1 3-9 0,0 0-14 15,1 1-2-15,-2 3-10 0,1 4-3 16,-6-3-8-16,3 5-79 0,-3 1 3 0,-4-1-5 16,0 3-6-16,-4 0-2 0,1 5 8 0,-5-3 9 15,2 3-14-15,-4-3 15 0,-1 1-6 16,-2-3 1-16,0 0-3 0,1-1 0 0,-1-2 8 16,-1-1 2-16,4-3 6 0,0-1-6 0,-4-3 1 15,4-4-4-15,3 2-12 0,-4-5 13 0,5 0-13 16,6 0 8-16,-10-7 17 0,4 5-4 15,1-4-8-15,5-4-8 0,-3 3-3 0,6-1 16 16,-3 1-10-16,4-1-11 0,0 2 11 16,2-1 5-16,-2 1-8 0,2 0-5 0,5 4 3 15,-4 0-6-15,3 0 16 0,0-1-8 0,0 3 3 16,4 3-8-16,0 0 7 0,-1-2-2 16,1 6-12-16,3-2-1 0,-3 0 0 0,3 3-10 15,-3 0-46-15,2 1-71 0,-1-1-134 0,-5 6-576 16,3-4 36-16,-2-2 90 0,-1 2 72 0,-4-3 66 15</inkml:trace>
  <inkml:trace contextRef="#ctx0" brushRef="#br0" timeOffset="-16760.35">13156 10284 1261 0,'0'-3'308'0,"0"-2"-73"0,0 5-89 16,0 0-115-16,3-2-146 0,-3 2-533 0,11 1 69 16,-11-1 47-16</inkml:trace>
  <inkml:trace contextRef="#ctx0" brushRef="#br0" timeOffset="-16326.97">13504 9959 936 0,'0'0'354'0,"0"0"-29"0,0 0-49 0,11 10-15 16,-11-3-18-16,0 0-43 0,3 3-8 0,-6-2-26 16,3 2-7-16,0 3-16 0,0-4-9 15,0 2-19-15,-3 3-18 0,0-4 0 0,2 4-15 16,1-3-15-16,-4-3 2 0,4-1-5 0,-3 1-5 15,3-2 2-15,0-2-7 0,0 3 5 16,0-7-8-16,0 7-36 0,0-7 16 0,0 0-3 16,8 1 0-16,-8-1-10 0,0 0 5 0,0 0-5 15,22-8-2-15,-17 7 1 0,2-3-6 0,2 2 12 16,-2 2-23-16,-7 0 13 0,17-1-1 16,-7 1-12-16,0 1 16 0,4-1-9 0,-4 6 4 15,5 0-1-15,1-1 5 0,-2 3-7 0,-3 2 17 16,3 3-1-16,-1-4-12 0,-3 7 9 15,1-6 20-15,-4 6-13 0,2-3-2 0,-5 0-16 16,-1 4 10-16,-3-3-4 0,0 1-1 0,0 1 5 16,-4-3 6-16,-2 4-16 0,-1-2 3 15,-4 2-3-15,1-6-15 0,0 3-36 0,-7-1-43 16,4-2-111-16,-1-4-127 0,0-2-574 0,0-1 113 16,1-6 56-16,0-3 76 0,-2-2 70 0,2-1 57 15</inkml:trace>
  <inkml:trace contextRef="#ctx0" brushRef="#br0" timeOffset="-16109.95">13546 9966 1499 0,'6'-8'423'0,"-2"1"-39"16,2-1-36-16,5-2-26 0,-1 1-30 0,3-2-46 15,2-1 7-15,5 4-40 0,-3-4-16 0,7-1-28 16,-3 3-26-16,2 2 1 0,1-1-29 15,-3 0-8-15,-1 1-4 0,1 2-29 0,-4-2-23 16,-3 1-33-16,-3 4-59 0,2 0-110 0,-7-1-56 16,-6 4-223-16,10 1-443 0,-10-1 84 15,0 0 55-15,0 0 86 0,-13 14 67 0,0-7 44 16</inkml:trace>
  <inkml:trace contextRef="#ctx0" brushRef="#br0" timeOffset="-15310.16">12848 11555 1049 0,'3'-7'320'0,"-2"2"-33"0,2-2-37 16,1 4-19-16,2 0-26 0,-2-1-19 0,-4 4-9 16,16 0-26-16,-5 7-31 0,-1-4-7 0,0 4-3 15,1 6-8-15,-1-1-20 0,4 3-5 0,-7-1 0 16,3 5-8-16,-4-1-2 0,2 6-3 15,-5-6-13-15,-2-1 8 0,2 5-11 0,-6-3 1 16,-1 5 0-16,-3-2-19 0,0-1 1 0,-3 0 0 16,-1-2-13-16,1-1 7 0,-3-1 9 15,-1 0-11-15,4-2-11 0,-4-7 17 0,3 2-6 16,2-2-3-16,-5-1 3 0,4-5 5 0,0-2-7 16,-1-2-8-16,4 2 2 0,-3-7-10 15,3 4 8-15,0-3-6 0,3-3 1 0,4 1-3 16,-3 1 3-16,3 2 5 0,0-1-11 0,0-1 6 15,3 0 5-15,1 4-6 0,-1-4 4 0,5 7-9 16,-2-2 6-16,4-1-5 0,-3 3 9 16,4 0 1-16,2 3-18 0,1-1 10 0,-1 3 5 15,2 0-7-15,1 2-3 0,2-1-5 0,-2 1 12 16,2 2-4-16,-1 1-13 0,0-2-26 16,-1 2-56-16,-1-2-62 0,1 6-125 0,-1-5-325 15,1-1-189-15,-2-4 55 0,-1 3 75 16,-1-6 62-16,1 1 69 0</inkml:trace>
  <inkml:trace contextRef="#ctx0" brushRef="#br0" timeOffset="-15160.3">13358 11889 993 0,'0'0'399'0,"3"-6"-43"0,-3 6-70 16,3-7-81-16,-3 7-95 0,1-3-115 0,-1 3-210 15,6-1-435-15,-2 0 38 0,-4 1 64 0</inkml:trace>
  <inkml:trace contextRef="#ctx0" brushRef="#br0" timeOffset="-14727.21">13617 11543 1005 0,'0'0'310'0,"0"0"-33"0,0 0-24 0,3 13-17 15,-3-10-29-15,0-3-36 0,0 12 1 16,-3-7-24-16,0 2-25 0,3-1-10 0,-3-2 7 16,2 4-17-16,-2-3-16 0,3-2-3 15,0-3-15-15,-3 9-2 0,3-5-6 0,0-4-7 16,-3 4 10-16,3-4-23 0,0 0-16 0,0 0 1 15,0 0 10-15,0 0 2 0,0 0-7 0,19-8 2 16,-12 5-12-16,-2-1 9 0,1 1-4 16,1 3-6-16,2-2-9 0,-1-3 9 0,2 5-10 15,0 0 3-15,-2 0 10 0,2 0-10 0,3 5 15 16,1-3-7-16,-4 5 20 0,3-1 0 16,1-1-11-16,0 5 19 0,-3 2 7 0,2-2 3 15,-3 4 0-15,1-2-3 0,-5 4-12 0,1-2-13 16,-1-2 10-16,-1 5-1 0,-2-1-4 0,0 1-5 15,-6 3 0-15,0-2-3 0,-2 1-8 16,-4-1-20-16,2 2 13 0,-3-5-41 0,2 0-67 16,-2 0-63-16,0-5-170 0,-4-2-570 15,4-1 96-15,0-5 78 0,-1-2 71 0,-2-2 65 16,-1-5 65-16</inkml:trace>
  <inkml:trace contextRef="#ctx0" brushRef="#br0" timeOffset="-14510.16">13587 11431 1423 0,'6'-16'430'0,"2"-1"-54"15,1 2-15-15,-2 1-36 0,3 3-36 16,4-4-23-16,0-2-17 0,3 6-39 0,1-3-16 16,1 2-25-16,2-1 0 0,-1 3-33 0,4 0-11 15,-3 1-2-15,0 1-23 0,-1 1-26 0,-3 1-41 16,0 2-58-16,0 0-39 0,-7 4-103 15,5 0-160-15,-5 4-567 0,-1 0 73 0,-1 0 86 16,-5-1 80-16,-3 5 58 0,0-1 62 0</inkml:trace>
  <inkml:trace contextRef="#ctx0" brushRef="#br0" timeOffset="-13810.28">12930 13168 755 0,'10'-13'309'16,"1"-1"-27"-16,-4 6-24 0,3 0-17 0,0-1-34 16,1 5-17-16,2 0-16 0,1-3-18 0,-1 7-15 15,2-1-11-15,1 2-15 0,2 3 6 16,1-1-24-16,-4 5-15 0,4 6-10 0,-1-3 7 15,-5 6 0-15,1 0-17 0,-3-1 4 16,-2 5-7-16,-1 0 0 0,-5-2-8 0,-3 2-2 16,-3 3-13-16,0-3-6 0,-5 2 14 0,1 2-13 15,-3-1-11-15,-3-5 3 0,2 3 3 0,-2-5 2 16,2-1-10-16,-2-4 13 0,3-1-11 0,-4-1-2 16,7-4 5-16,-3-1-15 0,-1-4 15 15,5-1 10-15,6 0-15 0,-15-1 5 0,9-2 3 16,3-2 2-16,-1-2 5 0,1 5-23 15,3-6 11-15,0 8-1 0,0-8-2 0,0 1 10 16,0 7-2-16,4-6-13 0,2 2 5 0,-3 4 5 16,-3 0-3-16,15 0 1 0,-15 0-11 15,21 0-8-15,-9 4 3 0,2 0-2 0,3 1 5 16,-3 0-1-16,3 2-9 0,1 1-26 0,1 2-39 16,2-2-56-16,-4 4-102 0,4-3-144 0,-1 1-470 15,-3-2 89-15,-2-1 59 0,1-4 64 16,-2 3 79-16</inkml:trace>
  <inkml:trace contextRef="#ctx0" brushRef="#br0" timeOffset="-13660.57">13542 13400 908 0,'0'0'297'0,"1"-9"-23"15,-1 9-49-15,3-7-76 0,-3 7-47 16,3-1-69-16,-3 1-86 0,0 0-165 0,7-2-412 15,-7 2 47-15</inkml:trace>
  <inkml:trace contextRef="#ctx0" brushRef="#br0" timeOffset="-13243.76">13764 13226 1098 0,'0'0'337'0,"0"0"-22"15,0 0-48-15,0 0-6 0,0 0-36 0,0 0-20 16,0 0-16-16,-6 15-10 0,6-8-12 0,-4-3-34 16,0 2-3-16,1 2-17 0,0-2-13 0,-1-1-3 15,1 1-18-15,3 0 1 0,-3-4-16 16,0 4 0-16,2-2 7 0,1-4-22 0,-3 7 7 16,0-3-10-16,3-4-2 0,0 0-3 15,0 0 5-15,0 0 0 0,0 0-13 0,0 0 1 16,0 0-11-16,0 0 7 0,20-4-4 0,-20 4 2 15,14 0 3-15,-8 0-3 0,-6 0 0 0,14 0-13 16,-4 0 8-16,0 0-5 0,-3 1 8 0,4 2 0 16,2 1 12-16,-3 1-20 0,1 0 31 15,2 2 2-15,1 1 5 0,-4 1-12 0,0-1 25 16,1 2-26-16,-1 2 3 0,-3-1-2 16,-1 1 7-16,2 1-8 0,-5-3 1 0,1 4 10 15,-1-3-24-15,0 2-9 0,-3-1-3 16,0 2 5-16,-3-3-8 0,3 3-2 0,-6-1 2 15,2 0-7-15,-7 2 0 0,5-5-34 0,-4 2-63 16,-1 1-70-16,1-4-120 0,-3-1-474 0,2-2-127 16,-3-4 66-16,3-2 84 0,-2 0 78 15,3-7 45-15,-7 3 59 0</inkml:trace>
  <inkml:trace contextRef="#ctx0" brushRef="#br0" timeOffset="-13010.38">13696 13183 1384 0,'3'-7'423'0,"1"-3"-24"0,-1 2-41 16,1-2-45-16,5 1-14 0,-1-3-22 0,2 1-34 15,0 3-26-15,4-2-25 0,-1 1-10 16,2 0-23-16,-2-3-24 0,4 3 4 0,-3 1-29 16,3 0 0-16,0-1-16 0,-3 2-7 0,2 1-5 15,-1 0-10-15,-2-1-13 0,1 1-5 0,-4 4-13 16,0-5-18-16,-3 5-34 0,0 0-37 15,-3-4-44-15,2 6-105 0,-6 0-364 0,0-7-348 16,0 7 95-16,0 0 62 0,-13-11 94 0,2 4 61 16,-2 0 70-16</inkml:trace>
  <inkml:trace contextRef="#ctx0" brushRef="#br0" timeOffset="-11310.55">15860 5809 519 0,'0'0'174'16,"0"0"0"-16,0 0-20 0,0 0-16 0,0 0 3 15,10 17 0-15,-7-7-16 0,2 7 3 0,1 0-15 16,1 5-16-16,2 3 13 0,-1 4-13 16,-1 3 3-16,3 1-10 0,4 10-8 0,-4 3-3 15,0-2-10-15,4 3 21 0,-4-2-29 16,0 3 21-16,1-4-13 0,2 4 8 0,-3 1-11 16,1-3 4-16,2 1 6 0,-2 3-1 0,2 0-11 15,-3 1 12-15,4 1-4 0,0 0-3 0,0 0-15 16,-1 1 5-16,1 3-16 0,0 0-12 15,-1-2 20-15,1 2 0 0,-1-2-17 0,2 1 7 16,1-3 0-16,-2 4-8 0,-1 2 0 0,-1-4 8 16,1 0 0-16,-3-1-5 0,1 3 0 15,-2-5 10-15,1 5-8 0,1-4-2 0,-4 5-3 16,0 0-17-16,-1-3 7 0,2 2 10 16,-1-5-5-16,-1 6-7 0,1-5 14 0,-1-1-17 0,2 4 8 15,-5-5 2-15,4 2-2 0,-1-2 7 16,1 0-2-16,0 3-8 0,-3 1-8 15,2-3 3-15,-5 4-5 0,2-3 5 0,0 0 5 0,1 0-8 16,-1 4 11-16,1-13-21 0,-1 8 0 16,-3-5 10-16,4 4-2 0,-4-5 0 0,3-5-5 15,0 14 15-15,0-2-18 0,-2-8 2 16,-1 10-1-16,3-8 6 0,-3 8 1 0,0-1 10 16,3 0-10-16,-3 2 2 0,-3 0 6 0,6 0-11 15,-3-10 8-15,-3 8-8 0,3-1 8 0,-3 4-15 16,3-12 7-16,-1 7 3 0,-2 4-11 15,3-3-2-15,-3 0 16 0,0 2-9 0,3-3-9 16,-3-3 12-16,2 4-10 0,1-9 5 0,0 0 13 16,0 13 8-16,0-13-21 0,0 14 10 15,-3-2-7-15,3-1-1 0,0 5-4 0,0-3 7 16,-4 1 3-16,8 2-13 0,-4 1 3 0,0-2 25 16,-4 0-15-16,4-5-1 0,0 4-4 15,0-2-5-15,0-3-9 0,0 5 9 0,0-4 0 16,4-6-6-16,-4 6 18 0,3 0-9 0,-3-1-6 15,4 1-3-15,-4 1 13 0,3-1 6 0,0-2-9 16,1 4-2-16,-1-3 3 0,0-10 30 16,0 11-30-16,-2-3 5 0,3 4-5 0,2-1-8 15,-2 2 2-15,2 3 6 0,-2 2 2 0,-1-3 8 16,0 0-8-16,2 0-5 0,1-3 8 16,-2 2-5-16,2-2 7 0,-2 0-15 0,6-1 8 15,-6 3 5-15,5-4-13 0,-2 3 0 0,-3-3 0 16,6 1-5-16,-3-2 22 0,0 2 12 15,-1-2-24-15,2 1-8 0,-1-2 19 0,2-2-24 16,-2-7 10-16,-3-5 16 0,6 14-10 0,-6 0-3 16,5 0-5-16,-5-9 8 0,2-6 2 0,2 2-20 15,-1 8 15-15,-1-3 13 0,1-9 5 16,0 4-10-16,0-1 15 0,3 8-10 0,-3-4-23 16,0-5-1-16,0-2 12 0,-1 0 24 0,1-1-17 15,4-1 0-15,-4-2-18 0,3 6 25 16,-4-6-25-16,2-6 0 0,-1 0 2 0,2 0 19 15,-2-2-19-15,0-4 16 0,-3-1 8 0,3-3-29 16,-1 4 0-16,-3-9 13 0,1 4-2 16,0-1 7-16,-1-3 64 0,1 0-20 0,-1-4 20 15,-3 3-22-15,3-1-9 0,-3-2-30 0,0 3-5 16,0-7-47-16,-6 6-33 0,2-4-61 0,-7 2-84 16,1-2-111-16,-4-1-639 0,1 0 53 15,-3-2 95-15,-2-1 76 0,0-3 80 16,-2-3 75-16,-4 1 45 0</inkml:trace>
  <inkml:trace contextRef="#ctx0" brushRef="#br0" timeOffset="-6927.62">7207 7703 883 0,'0'0'302'0,"10"13"-26"0,-6-4-23 0,3 1-25 16,-3 4-28-16,3-2-6 0,-1 5-17 0,5 4-8 15,-5-2-31-15,4-1-7 0,-3 4 2 0,1 1-41 16,-2-1-7-16,1 0-1 0,0-3-5 0,-1 5-56 16,-1-9-43-16,1 3-42 0,-3-1-45 15,1-2-59-15,2-2-72 0,-5-2-90 0,1-2-274 16,2-4-50-16,-4 0 60 0,0-3 52 15</inkml:trace>
  <inkml:trace contextRef="#ctx0" brushRef="#br0" timeOffset="-6594.8">7238 7890 655 0,'-3'-15'269'0,"0"1"7"0,-1 6-7 16,4 1-31-16,-3 1-13 0,3 1-25 0,0 5-19 16,0-7-4-16,0 7-31 0,0 0-3 15,0 0-4-15,0 0-22 0,23 8-2 0,-12-1-12 16,2 1-3-16,-2 2-13 0,6 4-10 0,-4 2 2 15,5-4-10-15,-1 4 62 0,0 0-19 16,0 0-4-16,0 1-11 0,0-3-10 0,0-2-15 16,0 2 7-16,-6-3-18 0,3 1-2 0,-4-3-2 15,-1-3-6-15,2-1 5 0,-4 1-5 16,0-5 3-16,0 1-5 0,-7-2-1 0,13-7-7 16,-9 4-77-16,-1-6 19 0,0-4 1 15,-2 3 6-15,-1-7-3 0,-1-1 5 0,-2-4 3 16,0 1 3-16,-1-4 12 0,1 1-7 0,-4-1 2 15,3 2 5-15,1-2-15 0,-4 6 23 0,4-2-13 16,0 4 13-16,-1 2-8 0,1 2-18 0,-1 4-22 16,1-4-37-16,2 5-66 0,-2-1-36 15,3 6-38-15,0-2-62 0,0 5-174 0,0 0-389 16,0 0 108-16,0 0 76 0,0 0 54 16,0 0 47-16</inkml:trace>
  <inkml:trace contextRef="#ctx0" brushRef="#br0" timeOffset="-5861.79">7611 7936 1023 0,'0'0'359'0,"0"0"-32"15,17-3-35-15,-17 3-26 0,7-7-22 0,0 2-37 16,-1-1-13-16,-2-1-14 0,3-1-6 0,-3 1-13 16,2-4-7-16,-3 0-16 0,1 0-3 0,-1 1-7 15,-3 0-15-15,3 1 2 0,-3 2-18 16,1-1-4-16,3 0-22 0,-4 3-2 0,0 5-5 15,0-4-12-15,0 4-11 0,0 0 2 0,0 0 1 16,-11 11 2-16,7-2-16 0,1 3 4 16,3 0-16-16,-3 2 2 0,3 3 0 0,-3 0 1 15,3 0 5-15,3 0-9 0,0-1-6 16,1 0-6-16,2-2 10 0,2 1-2 0,-1-1 5 16,2-6-3-16,5 2-12 0,-4-2 2 0,1-2-5 15,3-5 5-15,2 1-2 0,-2-2-14 16,-1-3 9-16,2-3 2 0,1-1-3 0,-5-1 1 15,3-2 4-15,-1 0 11 0,-3-3-8 0,0 3 5 16,0-2 11-16,-2 0-1 0,-1 4-2 16,-4 0 5-16,3 1-7 0,-2 2-16 0,2-1 5 15,-5 3 3-15,6-1-1 0,-7 4-7 0,0 0 5 16,0 0-12-16,0 0 9 0,10 15-7 0,-10-12-3 16,3 4 14-16,-2-2-6 0,2 5 2 15,0-4 6-15,0 1-6 0,1-3 6 0,0 4-18 16,2-1 15-16,-5-4 13 0,5 2-11 15,-3-2-7-15,1 4 0 0,3-6 8 0,-3 5-16 16,2-5 21-16,-6-1-18 0,10 5 3 0,-7-3-4 16,5 0 6-16,-4 4-2 0,2-4-1 15,1 5 1-15,0-4-8 0,3 2 7 0,-3 3 6 16,3-5-6-16,-3 4-5 0,3-2 1 0,0-1 12 16,0 1 2-16,1-2-17 0,-1 0 5 0,0 1 0 15,-2-4 2-15,2 0 11 0,3 0-5 16,-2-1-8-16,-1-4 5 0,0 4 0 0,1-6 5 15,-2 4 5-15,-2-4-2 0,0 0-8 16,0-1 2-16,-4 0 21 0,1-2-28 0,-4-1 8 16,0-3 2-16,-4-1 5 0,1-2-15 0,-4 5 15 15,-4-9-2-15,2 4-1 0,-1 0 14 16,-1 1-8-16,1 3 23 0,0-1-21 0,-1 3 16 16,1-1-16-16,3 2-2 0,-3 2 7 0,6 1-2 15,-2-2-13-15,-1 5 3 0,4-3 5 16,-1 2-11-16,0 2-4 0,1-3-3 0,3 6-8 15,0-4 10-15,0 4-20 0,7-5-23 0,0 3-15 16,0 0-47-16,3-1-30 0,4 1-62 16,-4 1-94-16,7 0-287 0,-4 1-271 0,2-5 84 15,1 4 61-15,-1 1 83 0,1 0 55 16,-2-3 57-16</inkml:trace>
  <inkml:trace contextRef="#ctx0" brushRef="#br0" timeOffset="-3994.94">8739 7793 1062 0,'1'7'307'16,"2"0"-26"-16,0 2-25 0,-3 1-28 0,4 0-20 16,-1 4-22-16,0-3-17 0,0 3-20 0,2-4-16 15,-2 5-2-15,0-5-11 0,0 1-15 16,-2 1-18-16,2-2-5 0,0-1 5 0,-3-1 0 16,3 0 36-16,-3-1 17 0,1-4-22 0,2 1-21 15,-3-4 3-15,0 0-20 0,0 0 12 16,0 0-18-16,0 0-2 0,0 0-13 0,-4-16-16 15,4 7 3-15,-3-4-5 0,3 2-5 0,0-1 5 16,0-1-18-16,0 1 10 0,3-1 3 16,-3 1-8-16,1 2-5 0,2-1-5 0,0 4-3 15,2-3-2-15,-2 2-2 0,3 2 1 0,-2 5-14 16,2-2-1-16,1-1 6 0,-7 4-16 16,14 5 10-16,-4-3-7 0,-3 5 31 0,3 0-9 15,0 1-12-15,0 1 3 0,-2 0-3 0,2 1 0 16,-4 3 3-16,5-1-6 0,-4 1 13 15,-4-3-17-15,4-1 4 0,-3 1 3 0,-1-2-3 16,4 0 1-16,-4-1 20 0,1 1 0 16,-1-5 0-16,0 3 2 0,-3-3-7 0,0-3-3 0,0 0 8 15,0 0 0-15,0 0 5 0,10-10-5 16,-9 3-15-16,1-1 9 0,3-2-9 0,-5-5-8 16,3 2 7-16,-2-3 3 0,2-2 11 15,0 2-19-15,0 0 1 0,0 0 4 0,1 2 1 16,-1 3-3-16,0 3-3 0,-2-1-4 0,3 1 1 15,2 3 1-15,-5 2-7 0,5-1 6 16,-6 4-9-16,0 0 12 0,13 7-2 0,-5-2 3 16,-2 3 2-16,-2 0-13 0,2 1 16 0,-2 1-14 15,3 4 11-15,0-3-2 0,-1 4 12 0,1-5-10 16,0 5 8-16,0-2 7 0,0-1-25 16,-1 1-3-16,1-3-7 0,1 0-9 0,-2-2 1 15,4-4-10-15,-3 1-1 0,4-2 4 16,-5-3-6-16,4 0 10 0,-10 0 0 0,18-3 3 15,-12-2-3-15,1 2 11 0,0-3-6 0,4 3 8 16,-5-3 11-16,-2 3 7 0,2-1 7 0,-2 1-4 16,3 2-3-16,-7 1 15 0,7-5-12 15,-7 5-8-15,0 0 5 0,13 5-5 0,-10-3 10 16,1 4-5-16,0-2 10 0,2 3 8 16,1-1-13-16,-3-2 0 0,2 3 16 0,-1 1-6 15,4-1-10-15,-5-1-8 0,5-2 11 0,2 2-3 16,-4-3 6-16,3 2 1 0,-3-3 6 15,4-2-13-15,-1 0-2 0,-1 0 5 0,2-2 4 16,2-3 11-16,-6 2-25 0,1-5 12 0,2 1 3 16,-4 0-3-16,-3-2 3 0,1-1-16 0,0-4 11 15,-4 3-21-15,-4-4 6 0,1-1 14 16,-1 3-17-16,-5-2 5 0,2 0-10 0,-1 4 7 16,-2-3 8-16,0 6-8 0,-4-2 6 15,4 5 7-15,0-2 0 0,-1 4-10 0,1 1 10 16,0 1-8-16,-1 1 1 0,11 0-1 0,-16 3-10 15,5-3 34-15,5 3-24 0,-1 1 6 0,3-1-6 16,1 1 6-16,0-1-1 0,3-3-2 16,-3 8 8-16,3-8 0 0,6 6-3 0,1-5-5 15,0 0 8-15,7 1-3 0,-1-2-5 16,4 3 5-16,0-3 2 0,4 0-7 0,3-3 11 16,-1 0-14-16,2 2 13 0,2-5-7 0,3-1 5 15,-2 4 2-15,-1-4 0 0,1-1-7 0,-4 1 2 16,-1 4 8-16,-2-2-3 0,-3 1-5 15,-2-2-8-15,-3 4 3 0,-1-3 16 0,0 4-26 16,-4-1 12-16,-1 1-15 0,-7 1 8 0,10 0 3 16,-10 0 2-16,0 0-6 0,-4 11 6 15,-2-4-2-15,-1 1 2 0,-1 3 2 0,-2 2-2 16,1-2 3-16,-2 3-3 0,4-2-3 0,0 2 14 16,-2 2-6-16,1-4-15 0,2 3-1 15,2 2 9-15,4-7 7 0,-3 3-20 0,3-4 12 16,0-1-2-16,3 2 0 0,0-3-13 0,1-4-3 15,2 1 11-15,2-3-10 0,2-1 2 16,-10 0 2-16,18-2 4 0,-8-4-4 0,-1-1 9 16,5-1 4-16,-4-2 0 0,0-4-2 15,-2 2-5-15,2-6 0 0,-4-3 0 0,1-3-1 16,-4-1 4-16,2 0 2 0,-5-3 17 0,0-2-14 16,0 2 4-16,0 2 9 0,-5-2 1 0,5 3 6 15,-3 5-7-15,0 2 4 0,-1 2 13 16,4 2-25-16,-6 3 12 0,3 1-12 0,2 3-1 15,-5 1 6-15,1 4-13 0,5 2 20 0,0 0-18 16,-13 9 16-16,10 0 8 0,3 0-19 16,-3 4 3-16,3-2 3 0,3 6-5 0,0-1 17 15,1 1-10-15,2 0-2 0,2 1 10 16,2 3-21-16,3-4 21 0,-2-1-5 0,5 2-5 16,-1-3 7-16,1-2-2 0,2 0 5 0,-1-4-5 15,3-1 5-15,1 0-26 0,-5-5 18 0,2 2 6 16,-1-5 7-16,3-3-3 0,-3 0-23 15,-2-4 14-15,2-1-9 0,-4-2-9 0,0-2 4 16,-2-3 3-16,-1-2 8 0,-3 1-16 0,-1 1-5 16,2 0 8-16,-5 3 10 0,-3-1-7 15,1 3 7-15,1 2-10 0,-4 1 5 0,1 4-13 16,-2-3 13-16,3 6 15 0,-14 0-7 0,14 0 0 16,-13 12-6-16,6-7 1 0,-4 8 12 15,4-4-2-15,1 7 2 0,-1-4-2 0,0 3-8 16,3 2-7-16,1-2 2 0,0 3 5 15,3-1 13-15,0 1-11 0,3-1 1 0,3 1 5 16,-1-3-13-16,1 2-3 0,1-2 11 0,0-2 12 16,2-1-15-16,2-5 8 0,-1 1-5 0,2-5 2 15,1 2 0-15,0-3-17 0,1-2 7 16,2-3-3-16,-1-2 8 0,1-2 0 0,-2 0-2 16,0-3-6-16,0-1-4 0,-1-6-14 0,-3 2-12 15,1-4 13-15,-4-5-16 0,-1 2 5 16,1 0-2-16,-7 1 17 0,4 4-4 0,-4-2 25 15,0 3-15-15,0 1-3 0,-4 0 10 0,4 5 1 16,-3-1-3-16,3 3 2 0,-3 0 1 0,2 0 7 16,-2 3-5-16,0 2 5 0,3 3-10 15,0 0 12-15,0 0 1 0,0 0-8 0,-18 8 3 16,15-5 9-16,0 4 4 0,2 0-3 16,-2 1-8-16,3 2 0 0,0 0 0 0,0 5 0 15,0-5 18-15,3 5-10 0,-2 0-8 0,5 2 5 16,-1-1-2-16,4 0 2 0,-2 1-2 15,0 2-13-15,3-4 15 0,0 5-13 0,0-4-12 16,1 1-46-16,-1 0-26 0,0-2-85 0,1-5-135 16,-1 5-607-16,0-6 67 0,-2 0 97 0,1-2 59 15,-2-6 74-15,-3 1 59 0</inkml:trace>
  <inkml:trace contextRef="#ctx0" brushRef="#br0" timeOffset="-3693.86">10472 7378 967 0,'13'13'338'0,"-1"-1"-28"16,1 3-24-16,1 2-17 0,2 6-41 0,2 1 5 15,2 10-33-15,4 1-14 0,-7-3 9 16,3 4-26-16,-5-2-10 0,-6-4-16 0,2 2-13 16,-4-1-7-16,0 1-5 0,-7 1-16 0,0 5-12 15,-3-4-6-15,-7 11-2 0,-2 2-10 0,-7-3-3 16,-6 2-46-16,-2-3-23 0,-7 0-66 16,-8 7-103-16,-5-5-218 0,-5-1-478 0,-3-8 79 15,-9-2 70-15,-5-7 73 0,-9-3 82 0</inkml:trace>
  <inkml:trace contextRef="#ctx0" brushRef="#br0" timeOffset="-3078.38">7088 7800 916 0,'0'-7'384'0,"0"7"-46"0,-3-8-36 0,3 8-26 16,0 0-30-16,0 0-21 0,0 0-20 16,0 0-18-16,0 0-26 0,-11 23 18 0,8-10-43 0,-4 6 5 15,4-1-16-15,2 9-17 0,1-1-14 16,0 6 1-16,0 1 7 0,7 6-12 0,1 7-3 15,5 1-8-15,4 1-7 0,3-4 2 16,4-1-10-16,1-3 0 0,6-4-5 0,2 2-5 16,2-4 7-16,5-4-7 0,2-1-13 15,-1-4-15-15,3 1-37 0,4-3-37 0,0-4-60 16,-4 0-104-16,4 0-310 0,-10-7-349 0,-4-4 83 16,-7-1 71-16,-5-5 82 0,-3-1 72 0,-2-1 33 15</inkml:trace>
  <inkml:trace contextRef="#ctx0" brushRef="#br0" timeOffset="2453.93">17156 6336 816 0,'0'0'317'0,"-4"-2"-15"0,4 2-43 0,-10-5-26 16,10 5-18-16,-8-1-21 0,8 1-25 15,-13 1-18-15,4 2-20 0,1-1-3 0,-2 0-13 16,0 3-28-16,-4-2-2 0,0 3-3 0,-3 1-13 16,1-1 0-16,1 4-10 0,-1-4-6 0,1 3 14 15,-1 1-16-15,2-1-7 0,1-3-8 0,1 4-1 16,3-4-9-16,-1 1-3 0,3 0-8 15,0 1 14-15,3 0-9 0,1-4 11 0,3 2-11 16,3 1-4-16,1 1 1 0,6-1-6 16,0-2 12-16,3 2-10 0,2-1-8 0,1 1 10 15,2-2-7-15,-1 2 10 0,6 0-13 0,-5 0 13 16,0-1-6-16,5 3-1 0,-2-3-16 0,-1 4 10 16,-6-4 2-16,3 1-4 0,-4 1 7 15,2 1-7-15,-5-2 10 0,0 0 4 0,-1 1 14 16,-1 1 8-16,-1-2-11 0,-4 2 0 15,0-2 10-15,0-1-15 0,-3 2 11 0,-3-1-1 16,0 1-15-16,-4 2 5 0,1-2 8 0,-2-1-8 16,-2 3-11-16,0-2 14 0,-4 3-3 15,1-5 3-15,-1 1-11 0,0-1 0 0,0 0 6 0,-2-3-11 16,1 4 5-16,-1-4-2 0,3 3-13 16,-1-5-20-16,3 0-16 0,-3 4-18 0,4-4-41 15,1 0-63-15,1 0-124 0,1 1-542 16,1 0 43-16,6-2 72 0,0 0 67 0,0 0 53 15</inkml:trace>
  <inkml:trace contextRef="#ctx0" brushRef="#br0" timeOffset="2737.8">17412 6418 931 0,'0'8'377'15,"3"2"-40"-15,1 2-24 0,-1 0-22 16,1 4-40-16,-1 2-8 0,0 1-25 0,4 3-29 16,-4 2-27-16,5-1-9 0,-1 2-20 0,-1-3 8 15,1 3-23-15,-1 3-26 0,-1-6-23 0,4 2-33 16,-5-2-13-16,-1-1-36 0,1-2-40 0,2-5-37 15,-2 1-46-15,0-2-15 0,2-3-107 16,-5-4-124-16,2-1-375 0,-3-1 71 0,0-4 56 16,0 0 67-16</inkml:trace>
  <inkml:trace contextRef="#ctx0" brushRef="#br0" timeOffset="2954.3">17377 6500 834 0,'-3'-14'294'0,"0"6"-12"0,3-3-31 0,-3 4-8 15,3-2-31-15,3 1-9 0,-3 1-32 16,3 0-10-16,0-1-20 0,1-2-8 0,4 3-2 16,1-1-21-16,1-2 0 0,1 2-10 0,2-2-18 15,0 3-6-15,-1 0 4 0,1 3-21 16,1-4-6-16,-1 4-12 0,1 1-15 0,-4 2-18 16,4-1-31-16,-3 2-36 0,-2 2-59 0,1-2-54 15,1 2-83-15,-7 4-168 0,6 0-314 0,-4-1 51 16,2 2 82-16,-5 0 54 0</inkml:trace>
  <inkml:trace contextRef="#ctx0" brushRef="#br0" timeOffset="3154.05">17531 6651 890 0,'0'6'305'0,"0"-6"-39"0,0 0-7 16,4 3-42-16,-4-3-9 0,11 0-17 15,-11 0-19-15,16-1-29 0,-2-4 6 0,-4 4-16 16,3-2-26-16,2-1 1 0,1 1-16 0,-1 1-7 16,1-3-9-16,1 3-35 0,-6 0-43 15,3-2-55-15,-1 4-71 0,1-2-58 0,-7 1-68 0,3 2-281 16,-4 1-148-16,-1-1 38 0,-5-1 61 16</inkml:trace>
  <inkml:trace contextRef="#ctx0" brushRef="#br0" timeOffset="3370.75">17559 6953 767 0,'-3'6'341'0,"3"-6"-34"16,0 0-33-16,0 0-16 0,9 2-37 16,-9-2 1-16,11 0-37 0,-11 0-9 0,23-4-12 15,-11 0-23-15,4-1 0 0,2 0-34 16,2 2-7-16,-3-3-3 0,4 0-17 0,-5 3-29 15,2-1-44-15,2 0-58 0,-3 3-161 0,-2-4-451 16,1 3-69-16,1-4 51 0,-3-1 72 16,0 1 71-16</inkml:trace>
  <inkml:trace contextRef="#ctx0" brushRef="#br0" timeOffset="4237.25">18260 6343 865 0,'-7'-1'343'0,"0"-3"-18"0,7 4-16 0,-10-2-37 16,10 2-37-16,-14 6-15 0,7 0-2 16,-3 3-31-16,3 1-18 0,-3 7 15 0,-1 0-33 15,2 5 8-15,2 5-11 0,-1-2-17 0,2 3-13 16,2 3-6-16,4 2 6 0,-3 1-11 16,6 1-25-16,1 0 3 0,-1 1-6 0,5-2-7 15,2-4-13-15,-1 2-21 0,6-1-7 0,-2-4-26 16,4-2-51-16,0 0-18 0,1-4-59 15,1-3-64-15,2-3-100 0,0-5-550 0,-1-1 29 16,-2-7 81-16,-1-2 76 0,-1-2 63 0</inkml:trace>
  <inkml:trace contextRef="#ctx0" brushRef="#br0" timeOffset="4687.49">18451 6388 709 0,'0'0'261'16,"0"0"-28"-16,0 0-13 0,6 23 0 0,-5-9-31 16,2 3-17-16,1 0-11 0,3 0-20 15,-1 7-8-15,-2-3-20 0,3 1-19 0,0 2 3 16,0-3-17-16,-1 2-1 0,-2 0 3 0,-1-4-8 16,0-3-5-16,1 1 3 0,-4 0 10 0,4-4 0 15,-4-1 8-15,0 0-1 0,3-4 1 16,-6-3-1-16,3 1-27 0,0-6-1 0,0 0-7 15,0 0 7-15,0 0-9 0,0 0 9 16,-11-17-12-16,11 9-24 0,0-5 11 0,0 3-10 16,6-1-8-16,-1 2 2 0,1-4 8 0,1 2-18 15,3 3 6-15,1-3 9 0,-1 5-25 0,0 0-2 16,4 4 7-16,-1-3 3 0,1 4 4 16,0 1-6-16,0 4-12 0,-1-1 6 0,0 3 6 15,1-1-6-15,-3 3-3 0,-1 1 3 16,0 3 28-16,-3-1-13 0,-4 3 9 0,1-3-7 15,-4 4 4-15,0 0-1 0,-4-2 11 0,1 2-8 16,-4 0-18-16,-3-1 13 0,-4-2-2 0,1 1-11 16,-1-1 13-16,1-3-6 0,-2 0 1 15,2-1-15-15,-1 2-4 0,4-3-1 0,0-1-49 16,-1 0-49-16,4-4-57 0,1 2-101 0,-1 0-277 16,7-4-280-16,0 0 81 0,0 0 71 15,0 0 74-15,17-10 69 0</inkml:trace>
  <inkml:trace contextRef="#ctx0" brushRef="#br0" timeOffset="5553.84">18998 6559 1156 0,'0'0'320'0,"0"0"-30"0,-21 9-34 0,15-2-16 15,-1 2-17-15,-4 1-31 0,1 5-8 16,1-5-28-16,2 6-10 0,-4 0-28 0,4 0 2 15,0 1-4-15,-3-3-19 0,6-1-10 0,-2 4-18 16,3-4 5-16,3-1-18 0,-1 0-30 0,-2-2-8 16,3-1 8-16,3-1-6 0,-2-2-2 15,-1-3 13-15,6 0-13 0,-6-3-13 0,0 0 5 16,14-1-2-16,-14 1 20 0,10-3-8 16,-10 3-9-16,10-6-4 0,-6 4 3 0,3 1-15 15,-7 1 0-15,7-5 5 0,-7 5-2 0,10 0 2 16,-10 0 5-16,10 5-3 0,-10-5-4 0,10 1 2 15,-3 0 2-15,0 0 3 0,3 3-5 16,-3-2 8-16,3-2 2 0,1 0-12 16,2-4 7-16,-3 2-3 0,5 0 1 0,-2-4 0 0,4 4-1 15,0-6 8-15,0-1-4 0,0 1 1 16,1-3-4-16,-1-1-1 0,0 1 14 0,0-4-9 16,-4 3-7-16,1-4 3 0,-1 1 2 0,-3-2 3 15,-2 1-1-15,-1-1-2 0,-4 3-2 16,4-3-6-16,-4 4 6 0,3 1-6 0,-5 1 1 15,3 2-6-15,-1 0-2 0,0 2 2 0,-2 1-7 16,5 4 15-16,-6 2-3 0,0 0 3 0,0 0-2 16,21 9-11-16,-14-1 8 0,3 2 0 15,0 3-3-15,-3-2 6 0,3 5-6 0,0 0-2 16,-2 1 2-16,1 1 5 0,-5 0-2 0,-1-2 10 16,0 5 1-16,-3-4 6 0,0 1-7 15,-3-2 6-15,-3 0-4 0,2 0 1 0,-3-3 10 16,-3 1-3-16,0-5-10 0,0-1 1 0,-1 0 9 15,-2-5-7-15,3 1 15 0,-1-2-5 16,1-7-3-16,3 4-10 0,-4-2 8 16,2-3-18-16,2 2 18 0,3-2 2 0,1 0-20 0,-4-1 18 15,7 3-16-15,0-3 8 0,0 7 5 16,3-10-15-16,4 3 3 0,0 0 9 0,0 5-9 16,3-6 7-16,4 1-3 0,2 3-9 0,2-4 12 15,-1 1-10-15,3-2 12 0,1 0-7 0,3-2 6 16,-1 1-6-16,1-1 0 0,-2 2 7 15,2-3-4-15,-4 2 7 0,0 1-12 0,-2-1 2 16,-2 1 10-16,-1-3-3 0,-5 4 6 16,3-2 0-16,-2 0 5 0,-1 1-10 0,-4 1 12 15,-2 0-12-15,3-1 17 0,-4 3 1 0,-2-1-3 16,2 3-3-16,-3 4 1 0,0-6-11 0,0 6-7 16,0 0 7-16,0 0-13 0,-11 13 3 15,4-3 21-15,1 1-24 0,2 3 11 0,-2 3 7 16,2 0-12-16,4 0 10 0,0 1-23 15,0 0 10-15,0 3-8 0,4-4 13 0,-1 1-8 16,4 0 6-16,-1-3-6 0,1 1 19 0,1-4-11 16,1 1 3-16,1-4-6 0,1-1-2 0,-1-2 3 15,0-3 7-15,4-2-18 0,-4 3-12 0,4-4-26 16,-4-4-44-16,0 2-66 0,4-4-105 16,-4 1-604-16,1-2 58 0,3-5 63 0,-4 0 96 15,0-1 49-15</inkml:trace>
  <inkml:trace contextRef="#ctx0" brushRef="#br0" timeOffset="7836.43">20078 6621 575 0,'4'7'203'0,"5"1"-29"0,-1 2-16 15,-1 1-14-15,3-1-9 0,-4 1-7 16,2 1-12-16,-1-2-14 0,-4-1 0 0,3 0 11 15,-2 1 12-15,-1-2-2 0,0-1 8 0,-1 0-13 16,-2 0-16-16,0-3 8 0,3 1-5 0,-3-5-10 16,0 0 2-16,-5 7-7 0,5-7 2 15,0 0-10-15,0 0-8 0,-13-12 5 0,7 8 6 16,5-5-11-16,-5 1-8 0,3-4-7 0,-2 0-2 16,2-3-11-16,3 0-8 0,-3 2 6 15,3-1-14-15,3-2-4 0,0 5-11 16,-2-3 13-16,3 5-12 0,2-2-3 0,1 4-8 0,0 0 13 15,-1 1-3-15,5 1-10 0,-1 3 5 16,0 2-7-16,4 4-8 0,-1-1 7 0,2 3 6 16,-2 1 2-16,1 2-7 0,-1 0 2 0,-3-1 8 15,1 3-11-15,-1 2-2 0,0-3 0 0,-2 0 3 16,-5 0-11-16,3 1 3 0,-5-1 0 16,2-2 5-16,0 1-8 0,-3-2 8 0,0-2 21 15,0 0-14-15,0 1 1 0,0-6 15 16,-6 4 0-16,6-4-15 0,0 0 15 0,0 0-8 15,0 0-2-15,-15-10 10 0,12 2 0 0,3 0-28 16,-3-2 5-16,3-4 5 0,0 3-13 16,0-5 11-16,3 0-3 0,0 2-3 0,2 1 19 15,1 0-9-15,-3 2-17 0,1 3 0 0,2-1 7 16,-2 0-9-16,3 2 14 0,0 2 3 0,0 4-10 16,2 1 0-16,-9 0-3 0,18 6 8 15,-8-4-10-15,1 5 2 0,-1 3 8 0,0-2-5 16,1 6 8-16,-1-4-1 0,0 3-4 15,1-1-1-15,1 3 3 0,-5-4 0 0,4 3 0 16,-4-3-2-16,3 1 12 0,-1-1-2 16,-1-2-11-16,-1 1-2 0,0-3 0 0,-1 0 0 0,2-1 5 15,-5-3-8-15,4-1-12 0,-1 2 12 16,1-2 0-16,1-1 19 0,-8-1-22 0,9 1 6 16,-5 3 0-16,2-2 2 0,-6-2-22 0,7 2 20 15,1 2 0-15,-5-1 5 0,4 0 18 16,-1 3-24-16,1 0-14 0,3-3 17 0,-3 3 3 15,3-2 8-15,1 2-8 0,-1 0 13 0,3-4-23 16,-2 1-1-16,3-1 9 0,0 0 4 0,-1-2-7 16,1 0 13-16,-1-2-5 0,0-2-9 15,-1 2 6-15,-2 0 6 0,-1-4-12 0,2 0 9 16,-4-1 5-16,0 1-1 0,-4-2-2 0,4-3-10 16,-6 1 13-16,-1-1 2 0,-5 1 3 15,2-4-13-15,-4-1 13 0,1 0-5 0,-4 3 25 16,-1-5-5-16,1 3 8 0,0 3-13 0,-4-2 5 15,4 2-2-15,-1 2-3 0,4 0-8 0,-3 1 13 16,4 0-13-16,-2 2-20 0,5-1 18 16,-1 3-26-16,1-2-2 0,0 4 18 0,3 2-6 15,0-8-5-15,0 8 6 0,0 0 2 16,10-5-5-16,1 3 0 0,-1 1 2 0,0 0 6 16,7 1-3-16,-4-1-3 0,5-4 6 0,-2 3-1 15,5-3 8-15,-3 4-12 0,2-4 2 16,1 0 7-16,-1 3-14 0,-3-3 17 0,3 3-5 15,-6-4-5-15,0 4 0 0,-1 1 0 16,-6 1-8-16,4-2-9 0,-11 2 9 0,10 2-5 16,-7 1 10-16,0 3 9 0,-3 1-14 0,-3-2 0 15,0 6 8-15,-1-1-2 0,-5 1 4 0,1 3-4 16,1-2 2-16,-2 2 2 0,5 0 1 16,-2-2-1-16,-2 3-9 0,5-5 7 0,2 3-23 15,-2-3-13-15,3-1 5 0,0-1 3 0,4 0 13 16,-1-2-1-16,0-1-2 0,5-1 6 15,-2-2-14-15,4-1 21 0,1-2-5 0,-1-1-3 16,0-2 13-16,4-3 0 0,0-3-3 0,0 0-12 16,-1-5 28-16,0 0-29 0,-2-3 14 15,-1 0 2-15,0-1 5 0,-2-5-3 0,1-1 14 16,-5 0-11-16,-4 0-5 0,3-4 0 0,-3 2 5 16,-3-2 8-16,3 0-13 0,-4-5 15 0,-2 7 8 15,2 2 5-15,-3 2-2 0,0 4 23 16,1 3-29-16,3-1-5 0,-1 9 8 0,-2-1 6 15,-2 3-17-15,5 6-6 0,3 0 14 0,-14 9-5 16,8-1 1-16,1 6-6 0,-1-3 5 0,3 7-7 16,2 1 5-16,-2 0 5 0,3-1-18 15,4 6 18-15,2-4-26 0,-2 4 8 0,6-2 0 16,0-1 13-16,0 0 0 0,5-3-6 16,-2 0-4-16,4-4-3 0,0 1-10 0,4-4 10 15,0-1-3-15,-2-2 11 0,2-2-6 0,0-2-2 16,-1 0 5-16,1-6-10 0,0-2 13 15,-2 2-18-15,-1-4 7 0,-1-2-7 0,-6-1 12 16,2 0 4-16,1-1-14 0,-7 2 3 0,2 0-5 16,-5-1 10-16,3 2 5 0,-3 0 5 0,-1 5-5 15,-3 2-13-15,3-5 21 0,-3 5-15 16,0 0-4-16,0 0 14 0,-17 14-13 0,10-6 15 16,1 1-17-16,2-1-1 0,1 3 26 15,-1 2-18-15,1-4 2 0,-1 1-7 0,4 2-8 16,0-1 8-16,0-2-10 0,4 1 2 0,0 0 8 15,2 2 2-15,4-2-7 0,-3-2 0 0,3-1 7 16,1 2 3-16,-1-2-2 0,4-4-3 16,2 3 10-16,-1-5-8 0,-2 1-4 0,4-1-4 15,-3-1 14-15,3-1-6 0,-1-2 11 0,-1-1-10 16,1-1 9-16,-1-2-4 0,-2-2-1 16,1-3-9-16,-1 0 4 0,-2-3 1 0,-4 2-4 15,-1-7-4-15,1 1 13 0,-4 1-6 16,1-6 3-16,-4 0-5 0,0 4 8 0,0-3-14 15,0 2 14-15,-4 3 28 0,4 1-13 0,-3 5-6 16,3-2 1-16,-3 5-5 0,3 1 5 16,-4 3-11-16,4 5 3 0,0 0-5 0,0 0 3 0,0 0-3 15,-10 21 23-15,7-10-18 0,3 3-5 16,0 1 10-16,0 3-15 0,3-1 0 0,-2 4 2 16,2 2 3-16,3 1-12 0,1 0-32 15,-1-1-38-15,2-2-76 0,-1 1-101 0,0-3-455 16,-1-2-75-16,2-3 86 0,1-5 65 0,-5-5 65 15,2 0 61-15</inkml:trace>
  <inkml:trace contextRef="#ctx0" brushRef="#br0" timeOffset="8103.86">21842 5991 811 0,'7'9'279'16,"4"2"-13"-16,2 6-23 0,4 6-15 0,0 1-13 16,10 12-20-16,-2 3 12 0,2-3-15 15,1 6-10-15,-4 3-6 0,-1-1-17 0,-3 2 5 16,-6 2-18-16,0 0-26 0,-8-7 5 0,-5-3-14 16,-1 2-4-16,-10 14-30 0,-1-4 5 0,-6 0-5 15,-3-3-19-15,-5 0-22 0,-1-4-23 16,-2-2-64-16,-6-3-49 0,-1-7-82 0,1-1-158 15,0-4-497-15,3-10 77 0,1-6 92 0,5-4 61 16,-1-6 49-16</inkml:trace>
  <inkml:trace contextRef="#ctx0" brushRef="#br0" timeOffset="9686.8">18266 7575 698 0,'0'0'290'0,"0"0"-17"0,0 0-42 0,0 0-3 16,4-6-21-16,-4 6-2 0,0 0-18 16,11 0-26-16,-11 0-18 0,13 0 1 0,-6-1-1 15,-7 1-13-15,20-1 9 0,-6 1-24 0,3-1 0 16,0-4-15-16,4 5-8 0,3-3 8 0,3-1-8 15,1 1-8-15,2-2-9 0,1 1 1 16,3-2 1-16,3-1-15 0,-2 3-3 0,2-4-8 16,2 2 13-16,1-2-11 0,-2 1-1 15,16-3-6-15,-10 2-5 0,-2 1-5 0,9-4-3 16,4 1-5-16,0 1-2 0,-1-3-1 0,0 2 8 16,1 1 16-16,0 0-34 0,0 0 16 15,0-4-5-15,-1 3 7 0,1-1 8 0,0 3 0 16,0-6 0-16,-1 4-5 0,1 0-18 0,3-3 7 15,-3 2 14-15,6-2-6 0,-2 1-7 0,5 2-1 16,-2-1-4-16,3-2-11 0,-4 4 13 16,1-4-10-16,-4 2-8 0,0 1 8 0,4-2-3 15,-4 0 5-15,-1 0-5 0,2 0 3 0,-1 4 13 16,3-5-11-16,-2 1 6 0,5 2-1 16,-2-3 6-16,2 2-8 0,-2 1-8 0,0-2-2 15,3 0 25-15,-4-1-8 0,0 2-9 16,-2-3-1-16,2 3-5 0,-2-3 3 0,2 3-13 0,-3-3 13 15,1 3-5-15,5-3 10 16,-2 2-6-16,0-3-4 0,-1 4 5 0,1-3-18 16,-4 4 15-16,3-3-5 0,-3 2 10 0,-2-3-4 15,-2 3-16-15,3 1 10 0,-5-3-3 0,0 3 8 16,-1-1 6-16,-6 3-1 0,-5-3-2 0,9 0 10 16,-5 2-5-16,-7 1-10 0,1 0 7 15,0 0-5-15,-1-1 8 0,0 1-5 0,-3 1 0 16,-3-1 2-16,-3 1-7 0,-1 2 10 0,0-1 7 15,-5-1-14-15,0 4-14 0,-4-3 0 0,-2 4 24 16,-1-4-3-16,-2 4-13 0,1-3 5 16,-4 4 13-16,-3-2-28 0,1 1 5 0,-2 0-20 15,-2-1 2-15,-4 3-18 0,9-1-38 16,-9 1-67-16,0 0-72 0,0 0-181 0,-34 8-561 16,10-5 83-16,-4 3 73 0,-12 1 98 0,-18 0 63 15,0 2 57-15,-4 1 44 0</inkml:trace>
  <inkml:trace contextRef="#ctx0" brushRef="#br0" timeOffset="11936.01">17214 8250 742 0,'0'0'310'0,"-3"-6"-29"0,3 6-53 0,0 0 0 16,-1-3-26-16,1 3-5 0,0 0 8 0,0 0 2 15,0 0-5-15,0 0-22 0,4 17-24 16,-1-7-16-16,0-2-9 0,0 7-11 0,-2-5-15 16,2 7-2-16,0-2-24 0,1 3-5 0,-3-1 0 15,2 2-12-15,0 0-21 0,0 0-54 16,1-1-28-16,-1 0-51 0,1 2-85 0,2-7-148 16,2 4-484-16,1-2 65 0,-2-4 78 0,0-2 47 15,0-4 78-15</inkml:trace>
  <inkml:trace contextRef="#ctx0" brushRef="#br0" timeOffset="12119.83">17512 8441 1059 0,'6'-5'338'0,"-3"2"-28"0,4-2-31 0,3 2-16 16,1-1-37-16,2 1-27 0,4-4-22 0,0 3-18 15,4-2-54-15,-3 1-59 0,1 2-100 0,2 0-184 16,0-2-502-16,-1 2 64 0,-3-3 75 16,-3 5 53-16</inkml:trace>
  <inkml:trace contextRef="#ctx0" brushRef="#br0" timeOffset="12502.97">17850 8136 1113 0,'6'-8'343'0,"-2"1"-26"15,3 2-30-15,3-3-41 0,3 3-18 0,-2 2-6 16,3-1-27-16,2 2-29 0,-1 4-12 0,4 1-13 16,-1-1-3-16,-2 5-18 0,-1 3-15 15,1-2-18-15,-5 6-2 0,2-3-16 0,-6 6 2 16,1-3-9-16,-2 4-8 0,-3 0 2 0,-2-3-15 15,-5 3 13-15,1 0-19 0,-1-1-4 0,-3-2 10 16,0 2-18-16,-3-2 5 0,1-4 3 16,1 3-21-16,1-4 18 0,1 0-2 0,-1-2-6 15,0-1 1-15,3 1-3 0,1-1 5 0,0-3 8 16,-1 2-16-16,4 0 8 0,0-6 15 16,0 4-17-16,0-4-6 0,7 5 6 0,-1-5-3 15,-6 0-6-15,18 0 4 0,-8 0 4 0,4-2-17 16,0-3 4-16,6 4-9 0,-3-3 15 15,3 1-36-15,-2-3-29 0,2 2-47 0,1 3-106 16,-4-5-125-16,0 5-546 0,4-5 83 0,-8 5 86 16,4-6 62-16,-7 3 57 0,4-2 55 15</inkml:trace>
  <inkml:trace contextRef="#ctx0" brushRef="#br0" timeOffset="12669.92">18444 8274 1223 0,'0'0'399'0,"-3"-6"-28"16,3 6-35-16,0 0-62 0,3-7-29 0,-3 7-63 15,4-4-31-15,-4 4-79 0,9-1-64 0,-1-2-103 16,-8 3-182-16,13-2-444 0,-6 2 55 16,0-2 57-16,3-3 51 0</inkml:trace>
  <inkml:trace contextRef="#ctx0" brushRef="#br0" timeOffset="13055.21">18690 8053 1151 0,'4'-3'364'0,"-4"3"-34"16,0 0-23-16,0 0-23 0,0 0-15 0,0 0-36 16,-3 18-28-16,2-11-26 0,-2 1-8 15,0 2-25-15,0 0-7 0,-2 2-29 0,2-2 18 16,-3 1-18-16,2 2-23 0,1-4-5 0,0 2 2 15,-1-2-15-15,1-1-7 0,-1 2-14 0,0-3 14 16,4-2 2-16,-3 3-18 0,3-5 0 16,-3 3 3-16,3-6-1 0,0 0 1 0,0 0-19 15,0 0-4-15,9 1 10 0,-9-1-16 16,0 0 11-16,15-5-5 0,-8 3-8 0,2 1 5 16,-9 1-11-16,18 0 14 0,-8 0-3 0,4 0-13 15,-4 3 6-15,4 1 4 0,-4-3 1 0,3 5-11 16,1-2 21-16,-3 3 2 0,3 0-5 15,-1 1 3-15,0 2-6 0,-2-2 6 0,-4 2-5 16,3 0 2-16,-3 2-15 0,0-2 2 0,-4 0 13 16,0 3-15-16,-2-3 0 0,-5 4 7 15,1-4-10-15,-1 0-2 0,-6 1-8 0,3 1-8 16,-3-2-25-16,-1-2-74 0,1 1-80 0,0-1-120 16,-1-5-625-16,2 0 67 0,-1-2 74 15,10-1 84-15,-21-7 78 0,11-3 60 0</inkml:trace>
  <inkml:trace contextRef="#ctx0" brushRef="#br0" timeOffset="13252.72">18656 8090 1044 0,'-3'-8'471'0,"3"1"-54"0,0 0-18 16,0 0-45-16,3-3-32 0,-2 3-40 0,2-1-29 15,3 0-12-15,1-1-29 0,1 0-17 0,5-1-29 16,-3 3-5-16,4-4-15 0,-1 3-25 15,2-1-34-15,-2 1-26 0,4 0-58 0,-3 0-55 16,0 0-73-16,2 3-113 0,2-2-335 16,-5 2-285-16,4-3 85 0,-6 0 84 0,2 1 67 15,-2-1 44-15</inkml:trace>
  <inkml:trace contextRef="#ctx0" brushRef="#br0" timeOffset="13435.97">19118 7810 1049 0,'10'14'371'0,"0"-2"-13"16,1 2-15-16,-4 1-40 0,2 1-22 0,-5-1-25 16,7 7-10-16,-5 0-41 0,1 3-26 15,-1 0-3-15,2 1-32 0,-5 1-6 0,-3-1-20 16,0 5-19-16,-6 2-40 0,-2 2-59 0,-8 8-97 16,-8-4-131-16,-1 2-619 0,-6-6 64 0,-6-1 69 15,-7-4 84-15,-8-8 62 0</inkml:trace>
  <inkml:trace contextRef="#ctx0" brushRef="#br0" timeOffset="13919.81">17026 8140 949 0,'-14'6'310'16,"10"-1"-11"-16,4 2-20 0,-3 3-5 0,0 4-10 15,3 3-29-15,0 2-12 0,0 0-21 16,3 6-2-16,0 3-3 0,1 1-23 0,3 3-13 15,0 2-12-15,6 7-21 0,1 4 0 0,-1-1-21 16,5-2-9-16,2-2-1 0,-2-4-15 0,6 0-8 16,3-4-15-16,7 0-13 0,0-7 3 15,3 0-14-15,1-7-24 0,7 0-63 0,-4-5-53 16,2-8-56-16,2 1-164 0,0-6-535 16,19-3 92-16,-2-4 59 0,0-7 64 0,-1-4 59 15,-6-1 59-15</inkml:trace>
  <inkml:trace contextRef="#ctx0" brushRef="#br0" timeOffset="14418.41">19257 7604 1034 0,'0'0'348'0,"11"-3"-26"0,-11 3-12 0,10 2-18 16,-6 3-16-16,5-2-33 0,-4 4-15 0,2 0-36 16,-4 3-18-16,3-2-18 0,-5 5-15 15,2-1-10-15,-3 1-14 0,0-1 1 0,-3 3-13 16,-1 2-23-16,1-2-5 0,0-2-8 0,-4 2 3 16,3-5-11-16,0 3-7 0,1-4 2 0,0-1 6 15,-1 2-11-15,4-3-10 0,-3 0 5 16,3-3 10-16,0 3-15 0,0-7-5 0,3 7 18 15,1-4-24-15,-4-3 11 0,14 0-13 0,-4 0 6 16,3-2 4-16,4 1-12 0,-3-3-8 16,7 1-3-16,-1 1-7 0,-3-3-26 0,4 2-33 15,-4 1-39-15,3-1-53 0,-5 1-108 16,1 1-289-16,1 1-331 0,-3 0 83 0,-4 0 61 16,1 3 87-16,-2-3 51 0,-2 5 62 0</inkml:trace>
  <inkml:trace contextRef="#ctx0" brushRef="#br0" timeOffset="14602.92">19573 8136 1100 0,'3'5'435'0,"-3"-5"-46"0,0 0-25 16,10 0-52-16,-10 0-30 0,18-5-21 15,-8 2-21-15,0 1-27 0,7-3-26 0,0 0-36 16,0 2-31-16,0-4-51 0,0 4-69 0,-3 1-89 15,3-4-170-15,-4 5-555 0,2-2 82 0,-2 0 64 16,-3 3 46-16,-6 0 69 0</inkml:trace>
  <inkml:trace contextRef="#ctx0" brushRef="#br0" timeOffset="14802.87">19706 8291 1062 0,'-4'3'371'0,"4"-3"-18"0,0 0-30 0,0 0-26 0,0 0-18 16,0 0-29-16,14 2-19 0,-14-2-26 16,24-3-29-16,-11-3-12 0,5 1-3 0,2-2-33 15,0 0-38-15,4-1-36 0,-2-2-39 0,2 3-41 16,2-4-76-16,2-3-121 0,-1 2-573 0,0-3 28 16,-2-1 95-16,-1-3 49 0,-1-4 60 15</inkml:trace>
  <inkml:trace contextRef="#ctx0" brushRef="#br0" timeOffset="15002.55">20438 7736 888 0,'9'10'384'0,"-8"-3"-34"0,2 1-7 16,-3 2-2-16,3 1-42 0,1 6-43 0,-1-1-18 15,0 0-10-15,2 3-26 0,-2-1-17 16,3 5-24-16,-2 1-8 0,2-3-19 0,-2 3-17 15,3 1-7-15,-3 0-66 0,2 0-54 16,-2-2-67-16,2 0-138 0,2-3-640 0,-2-3 72 16,1-2 71-16,-4-5 82 0,1-3 49 0,2-1 49 15</inkml:trace>
  <inkml:trace contextRef="#ctx0" brushRef="#br0" timeOffset="15136.69">20715 8035 778 0,'-1'-7'294'16,"1"7"-74"-16,0 0-100 0,-4-3-122 15,4 3-205-15,0 0-385 0,5-6 34 0</inkml:trace>
  <inkml:trace contextRef="#ctx0" brushRef="#br0" timeOffset="15518.36">20906 7803 1057 0,'0'0'317'0,"0"0"-17"0,0 0-47 16,0 0-23-16,0 0-17 0,-4 15-24 15,4-15-15-15,0 8-23 0,0-2-20 0,-3-2 4 16,3 3-17-16,0-7-15 0,0 7-14 0,0-7 1 15,0 7-16-15,0-7-2 0,0 4-13 16,0-4 7-16,4 7-12 0,-4-7-5 0,3 7-1 16,3-7-2-16,-6 0-2 0,10 6 9 15,-2-4-9-15,-1 0 0 0,2 3-6 0,1-2 0 16,-2 0 6-16,2 2-8 0,3 2 10 0,1 1 0 16,-1 0-26-16,-1-1 6 0,1 3 2 0,1 0 3 15,-4 0 5-15,0 4-21 0,1-3 13 16,-5 3-5-16,1-3 3 0,0 3 2 0,-4 1 3 15,0-4-1-15,-3 4-9 0,-3-3 2 0,0 3-5 16,-4 0-13-16,0 2-10 0,-4-6-34 16,-2 4-60-16,3-5-78 0,-4 0-171 0,1-5-535 15,2 1 66-15,1-5 95 0,0-1 59 0,-4-5 80 16</inkml:trace>
  <inkml:trace contextRef="#ctx0" brushRef="#br0" timeOffset="15702.81">20813 7821 988 0,'1'-10'394'0,"2"2"-33"16,0-1-41-16,1 1-31 0,-1 0-18 15,7-2-28-15,-3 2-23 0,0-1-25 0,3 1-21 0,1-2-13 16,2 3-20-16,-3-1-46 0,4 5-36 16,-4-4-44-16,1 0-97 0,-4 5-102 0,3-4-254 15,1-1-353-15,-2 4 80 0,-2-2 63 0,0-2 87 16</inkml:trace>
  <inkml:trace contextRef="#ctx0" brushRef="#br0" timeOffset="16086.07">21149 7357 1351 0,'6'-6'435'15,"1"4"-51"-15,0-5-28 0,4 6-23 0,1-4-44 16,-1 5-33-16,3 0-26 0,-1 0-20 0,4 5-36 15,-3 0-7-15,3 2-16 0,-4 1-8 16,-1 6-13-16,-3-3-2 0,1 3-25 0,-6 2-6 16,3 0-10-16,-7 2-13 0,0 0-4 15,-3 6-14-15,-2-5 3 0,-1 5-3 0,-1-5-18 16,-2 2 6-16,5-4-3 0,-3-1-13 0,3 0 3 16,1-5-6-16,0 0 6 0,2 0 2 0,1-2-5 15,0-1 13-15,1-4-20 0,5 1 22 16,5-3-17-16,-1-1 20 0,6-1-13 0,-1 0 1 15,6-1 1-15,-1-2 4 0,4-1-16 0,0 0-33 16,0-2-36-16,2 3 15 0,-1-4 8 16,-1 2 10-16,0-2 26 0,-4 4-18 0,1-4-5 15,-4 4 2-15,-1-2-2 0,-4 3-3 0,1 0-3 16,-3-3 4-16,1 4-6 0,-5 1-8 0,-6 0-12 16,10 6-6-16,-10-2-35 0,0-4-70 15,-10 13-76-15,0-3-223 0,-10 5-507 0,-5 1 111 16,-15 5 84-16,-2 1 79 0,-9-3 64 0,-3 5 69 15</inkml:trace>
  <inkml:trace contextRef="#ctx0" brushRef="#br0" timeOffset="17818.52">17333 9694 860 0,'0'-6'309'15,"0"-1"-27"-15,0 0-31 0,1-1-13 0,5-2-26 16,-3 3-15-16,4-2-33 0,1 0-15 0,2 3-6 16,-1-1-23-16,3 2-5 0,1 0-17 0,-3 5-14 15,4 0-5-15,2 2 1 0,-1 4 9 16,1 3-32-16,1 1-3 0,-3 4 2 0,0 2-8 15,-4 2-7-15,0 0-5 0,-2 6-5 0,-5-2-5 16,0 0-6-16,-3 2 8 0,-3-2 3 16,0 1-16-16,-1-2 3 0,-4 2-8 0,-1-4 11 15,-1 4 7-15,-4-6-2 0,4 0-19 16,-3-1 11-16,2-7 0 0,1 1-10 0,-1-2-3 16,1-2 3-16,0-5-1 0,3 0 6 0,7-1-8 15,-14-3 3-15,10-3-6 0,-2-3 6 0,3-1-3 16,3-2-2-16,0 1-8 0,3 2 23 15,0-4-13-15,1 2 5 0,6-3-7 0,0 4 4 16,0 2 3-16,3-2-2 0,-1 3 0 0,4 3 0 16,1 0 12-16,0 4 6 0,4 0-16 15,0 0-8-15,-1 0 9 0,7 6-1 0,0-4-2 16,-2 5-8-16,2 3 7 0,-2-3-43 0,2 0-10 16,-4 2-59-16,-2 1-71 0,3-2-129 15,-7 2-529-15,3-1 104 0,-6 1 54 0,-3-5 85 16,-2 1 77-16</inkml:trace>
  <inkml:trace contextRef="#ctx0" brushRef="#br0" timeOffset="18052.75">18096 9869 1254 0,'6'-6'338'16,"-2"-1"-36"-16,3 0-28 0,2-2-29 15,2 1-4-15,2 0-47 0,-1 0-14 0,4 0-22 16,-2 1-14-16,0 3-19 0,3-2-23 0,-4 0-25 16,5 3-15-16,-5-3 4 0,0 4-20 0,1-4-18 15,-3 6-15-15,3-5-8 0,-4 0-15 16,3 3-31-16,-5-3-15 0,2 5-29 0,-1-2-32 16,-5 0-63-16,3-2-101 0,-3 4-479 0,-4 0 86 15,3-2 47-15,-3 2 64 0</inkml:trace>
  <inkml:trace contextRef="#ctx0" brushRef="#br0" timeOffset="18536.41">18592 9449 952 0,'13'-9'320'0,"1"1"-29"0,-1 2-22 15,-3 2-20-15,5 0-17 0,-2 4-29 0,-2-2-14 16,5 4-20-16,-2-2-21 0,-1 4-4 15,1 0-16-15,0 5 2 0,-4-1-20 0,4 2-5 16,-7 5-7-16,3-1-14 0,-4-2 1 0,-1 5-29 16,-2 0 5-16,-3 2-7 0,-3 0 5 15,3-2 0-15,-5 1-23 0,-4 5-1 0,2-4 1 16,0 1-2-16,-4 0 7 0,2-2-11 0,2-1-2 16,0-4-10-16,-1-1-5 0,-1 2 3 0,5-3-1 15,-2-3 8-15,2 1-8 0,4-1 3 16,-4 0 3-16,4-2-11 0,0 0 13 0,4-1-5 15,0-1-3-15,2 0-5 0,4-4 1 0,-3 0 1 16,7 0 6-16,-1 0-5 0,1-2 3 16,0-3-11-16,3 4-16 0,0-2-19 0,0-4-39 15,0 2-77-15,0 2-103 0,1-4-224 0,-5 4-377 16,1-5 80-16,0 0 89 0,-4 0 46 0,4-1 72 16</inkml:trace>
  <inkml:trace contextRef="#ctx0" brushRef="#br0" timeOffset="18668.15">19080 9631 1110 0,'1'-5'320'0,"-1"5"-41"0,0 0-48 16,3-4-47-16,-3 4-38 0,0 0-92 0,7-3-121 16,-7 3-255-16,9 3-344 0,-9-3 52 0,0 0 63 15</inkml:trace>
  <inkml:trace contextRef="#ctx0" brushRef="#br0" timeOffset="19036.12">19251 9418 903 0,'0'0'320'0,"0"0"-28"0,0 0-26 16,0 0-23-16,-4 17-25 0,4-11-36 0,-3 0-3 15,3-2-28-15,0 3-5 0,0 0-18 0,0-7-18 16,0 10-8-16,0-7-12 0,0-3-8 16,0 8-8-16,0-8-3 0,0 7-9 0,0-7-13 15,0 0 2-15,10 1-3 0,-10-1-22 16,11 0 17-16,-11 0-12 0,13-1-18 0,-13 1 15 16,14 0 3-16,-3 1 0 0,-1 2-8 15,0 0 12-15,4-2 4 0,-1 4 7 0,1-1-10 16,2 4 15-16,-1-1 10 0,-2 1-2 0,4 2-13 15,-3-2-7-15,0 1 7 0,-1 0-13 0,-3 4-2 16,1-2 17-16,-4-1-19 0,-1 5-12 0,-2-5 12 16,-4 5-1-16,0-5-18 0,-7 5-46 15,1 0-71-15,-1 1-96 0,-8 0-242 0,2-5-407 16,-1-4 89-16,1 1 64 0,-1-6 93 16,1-2 45-16</inkml:trace>
  <inkml:trace contextRef="#ctx0" brushRef="#br0" timeOffset="19185.01">19275 9266 1382 0,'10'-15'386'0,"1"7"-27"16,-1-3-45-16,3 4-19 0,-2 0-39 0,2 1-57 16,2 2-65-16,1-3-91 0,2 6-107 0,-5 0-233 15,4-1-455-15,-3-1 48 0,0 2 84 0,-1-1 65 16</inkml:trace>
  <inkml:trace contextRef="#ctx0" brushRef="#br0" timeOffset="19368.81">19784 9175 808 0,'18'15'318'0,"-5"2"-9"0,-2 1-24 0,2 0-32 15,-2 4 44-15,-1 6-21 0,3 4-15 0,1 11-33 16,-7-8-23-16,-1 13-26 0,-2 4-41 0,-7 3-27 15,-1-2-37-15,-6 2-84 0,-7-3-85 0,-11 6-210 16,-6 1-481-16,-7-3 59 16,-13-7 90-16,-11-7 59 0,-4-6 50 0</inkml:trace>
  <inkml:trace contextRef="#ctx0" brushRef="#br0" timeOffset="19769.19">17026 9733 926 0,'3'17'269'0,"0"-9"-18"0,1 2-23 0,2 5-11 16,-1 3-15-16,5 0-12 0,-1 6-6 0,1 1-5 15,5 0 6-15,1 4-11 0,-2-1-3 16,7 10-22-16,2 0-11 0,1 4-23 0,1-4-5 15,6 0-2-15,3 1-6 0,3 0-20 16,0-3 0-16,8-1-21 0,7 4-25 0,-5-10-36 16,5-2-33-16,6-2-36 0,-4-5-85 15,4-4-227-15,0-7-403 0,-6-6 57 0,-8-3 59 16,17-8 69-16,-2-4 64 0</inkml:trace>
  <inkml:trace contextRef="#ctx0" brushRef="#br0" timeOffset="20218.36">19743 8897 847 0,'10'-4'317'0,"-2"4"-2"0,2-2-10 0,-1 2-14 16,-9 0-40-16,18 2-10 0,-8 4-29 0,1-4-9 16,-4 5-32-16,3 1-17 0,0 1-3 15,1-1-26-15,-2 3-5 0,-2 2-7 0,1-1-8 16,-2 2 5-16,-2 3-28 0,-1-2-10 0,-3-2 4 15,3 2-14-15,-6-1 2 0,3 1-5 16,0-4 0-16,-3 3-13 0,3-3-5 0,0-1-11 16,-1 0 9-16,1-2 4 0,-3-1-4 0,3 1 2 15,3-2-8-15,-2-2 5 0,2 3 3 16,3-7-5-16,1 4-8 0,1-2 3 0,2-1-6 16,-10-1 1-16,24-1-21 0,-11-1 5 0,4-1-10 15,-3 2-30-15,3 1-42 0,-3 0-43 16,0 0-72-16,2 0-105 0,-1 1-593 0,-5 2 71 15,3 0 74-15,1-2 82 0,-7 4 54 0,2-3 79 16</inkml:trace>
  <inkml:trace contextRef="#ctx0" brushRef="#br0" timeOffset="20402.32">20222 9449 1295 0,'0'0'363'15,"4"1"-33"-15,-4-1-7 0,0 0-49 0,16-1-18 16,-16 1-39-16,21-6-9 0,-11 6-42 0,4-3-25 16,-4-1-54-16,3 1-46 0,1 3-80 0,-3 0-76 15,-1 0-197-15,0 0-466 0,-10 0 71 16,18 0 65-16,-12 2 81 0,-2 0 42 0</inkml:trace>
  <inkml:trace contextRef="#ctx0" brushRef="#br0" timeOffset="20555.86">20365 9594 1031 0,'-3'7'397'0,"3"-7"-39"0,0 0-28 0,0 0-35 15,0 0-21-15,14 0-31 0,-14 0-31 16,16-2-27-16,-4-4-55 0,1 6-40 0,0-5-52 16,4 0-69-16,-3-2-112 0,6 5-474 0,-2-4-118 15,-1-4 60-15,3 3 63 0,-3-1 69 16</inkml:trace>
  <inkml:trace contextRef="#ctx0" brushRef="#br0" timeOffset="20952.27">21134 9240 1159 0,'0'9'346'16,"0"-7"-24"-16,-3 7-17 0,3-1-37 15,0 0-27-15,0 3-13 0,-3 2-31 0,6 2-25 0,-3-4-6 16,0 3-23-16,3-3 1 0,1 6-22 16,-1-3-9-16,4 1-16 0,-3-4 1 0,3-1-11 15,-1-2-8-15,1 3 5 0,1-4-20 0,4-1 8 16,-2-3 0-16,1 1-21 0,-1-4 8 16,0-4-8-16,4 2 5 0,-3-2-7 0,0-6 5 15,1 1-11-15,-2-1-4 0,-2-7 9 16,-1 2-12-16,-1-3 5 0,1-6-8 0,-4 5 8 15,-3 0 11-15,0-1 4 0,0 2-13 0,-3 0 3 16,0 1-10-16,-1 2-8 0,-5 0-2 0,1 5 10 16,-2 0-11-16,-3 2 9 0,-2 2-14 15,2 5-12-15,-4 1 10 0,0 0 0 0,0 1-11 16,0 5-9-16,-1 0-16 0,1 0-41 0,4 4-46 16,3 0-69-16,-1-1-74 0,4 1-236 15,4 1-420-15,0 1 72 0,6-3 82 0,0 1 85 16,4-3 76-16,1 1 36 0</inkml:trace>
  <inkml:trace contextRef="#ctx0" brushRef="#br0" timeOffset="21085.6">21599 9360 1420 0,'0'0'389'0,"8"-7"-36"15,-5 4-40-15,0 0-65 0,-3 3-94 16,4-6-121-16,-1 2-210 0,0 0-547 0,-3 2 61 15,4-4 66-15,-1 0 65 0</inkml:trace>
  <inkml:trace contextRef="#ctx0" brushRef="#br0" timeOffset="21418.28">21726 9168 1059 0,'7'8'389'0,"-7"-8"-33"16,-3 9-18-16,3-1-46 0,-4-2-21 15,3-2-30-15,-2 4-16 0,3-1-28 0,-3 1-20 16,3 1-11-16,0-1-20 0,-3-1-13 0,3 0-2 16,0-2-19-16,0 1 1 0,0 0-16 0,3-4-7 15,0 4-8-15,-3-6 0 0,4 5-1 16,3-1-9-16,0-2 0 0,-4-1-8 0,7 4 5 16,-2-3-5-16,2 0-5 0,0 3 7 0,1-1-2 15,-2 2-15-15,5 0-6 0,0 1 14 16,-1 2-6-16,4 0-20 0,-3 0-3 0,0 1 3 15,-1 0 7-15,-3 3-7 0,4-3 7 0,-4 5-20 16,-3-5 8-16,0 4 9 0,-3-4-17 16,-1 1-7-16,-3 3 12 0,0-3-3 15,-6 3 6-15,-2-3-24 0,1 4-20 0,-3-5-53 0,-4 3-103 16,-3-4-269-16,3 1-530 0,-2-4 90 16,2-4 87-16,1-2 82 0,-5-2 64 0,4-4 58 15,-3-5 52-15</inkml:trace>
  <inkml:trace contextRef="#ctx0" brushRef="#br0" timeOffset="21601.81">21692 9094 1238 0,'7'-11'464'0,"0"2"-16"0,-1-3-46 0,1 1-31 16,0 4-39-16,4-1-30 0,-5-2-33 0,4 6-41 15,1-3-39-15,-1 0-48 0,-3-1-33 16,4 2-98-16,-2 3-123 0,1-3-309 0,-3 2-451 15,4-2 90-15,-4-1 66 0,-1 0 67 0,0-3 74 16</inkml:trace>
  <inkml:trace contextRef="#ctx0" brushRef="#br0" timeOffset="21951.79">22115 8556 1087 0,'7'-5'400'0,"4"4"-24"0,-4 0-54 15,3 1-40-15,1 1-23 0,-1 0-24 16,3 6-15-16,-2 3-20 0,2-2-18 0,-6 7-26 16,4 0-8-16,-5 1-17 0,-3 3-11 0,-2 1-7 15,-2 5-14-15,-5 0-1 0,2 1 7 0,-6-2-11 16,3 0-24-16,0-2 9 0,1-3-7 16,-2-1-21-16,2-2 5 0,2-1-5 0,1-4 11 15,0 2-6-15,2-4 18 0,2-1-5 0,2 1-5 16,3-8 5-16,5 5 57 0,-1-5 2 15,4-1-39-15,3 0-14 0,4-7 24 0,-1 7 37 16,4-1-138-16,0-6 68 0,-4 4-63 0,1-2 76 16,6 3 0-16,-2-5 11 0,-1 3-70 15,-1 0 16-15,-3-2-13 0,-6 2-48 0,3 3 38 16,-4-3-26-16,-1 2-18 0,-2 1-46 0,-4 1-15 16,1 0-15-16,-7 0-14 0,1 3-35 0,-1-3-113 15,-14 9-161-15,0 1-517 0,-4 0 31 16,-9 1 138-16,-7-1 48 0,-17 9 95 0,-7-5 44 15,-7 1 51-15</inkml:trace>
  <inkml:trace contextRef="#ctx0" brushRef="#br0" timeOffset="22834.56">17580 11475 939 0,'6'-7'340'0,"4"4"-22"0,4-3-26 0,0 5-34 16,3-2-28-16,0-1-15 0,3 4-33 15,-6 0-3-15,7 4-25 0,-1-1-23 0,-6 3-6 16,3-2-23-16,-7 4-10 0,0 0-2 15,-2 4-11-15,-2-2-9 0,-6 0-6 0,0 0-6 16,0 3-9-16,-6-2-5 0,2-2 2 0,0 3-5 16,-3-2-6-16,1 0-14 0,2 0 12 0,-2-3-15 15,3 0-8-15,2-1-12 0,1-1-3 16,-4 2-6-16,4-7-1 0,5 8 6 0,-2-6-1 16,4 5-1-16,2-2 0 0,2-2 8 0,-1 4 0 15,4-1 3-15,0-1-8 0,2 2 5 16,-1 0 10-16,-2-1 5 0,4-1 3 0,-3 3 13 15,0 1-8-15,-4-1 13 0,3-1 10 16,-5 1 5-16,1-2 8 0,-5 2 0 0,2-5-5 16,-5 6-1-16,-1-3-6 0,-1 1-14 0,-5-1 8 15,-1 4-13-15,-7-5 10 0,1 5-12 16,-1 0 12-16,-3-5-25 0,-4 5 13 0,1-3-16 0,-1 1-20 16,4-1-41-16,0-4-65 0,-3 2-88 15,9-3-173-15,-3 1-506 0,1-8 87 0,3 4 79 16,3-6 88-16,3 0 63 0,-2-3 44 15</inkml:trace>
  <inkml:trace contextRef="#ctx0" brushRef="#br0" timeOffset="23001.83">18250 11651 936 0,'7'-3'369'0,"2"-2"-21"16,1 3-41-16,1-5-33 0,-1 6-41 15,4-2-46-15,-1-1-44 0,1 0-89 0,4 0-90 16,2 2-41-16,-3 0-591 0,3-4-13 0,-3 4 88 16,-2-3 45-16</inkml:trace>
  <inkml:trace contextRef="#ctx0" brushRef="#br0" timeOffset="23385.37">18681 11376 931 0,'6'-4'323'16,"-2"0"-26"-16,5 2-13 0,-2 0-38 0,4-3-21 16,-1 5-18-16,0 2-17 0,4 2-14 15,-1-1-17-15,-2 1-26 0,2 0-10 0,-3 3 2 16,1 3-15-16,-1-2-5 0,-3 2-5 0,-4 1-8 16,2 0 0-16,-5 2-17 0,-1-1-11 0,-3 3 0 15,-3 2-3-15,-2-2 8 0,-5 2-25 16,4 0-6-16,-7-1-5 0,0-3 1 0,3 2-6 15,-3-1-3-15,-1-2-4 0,5-3 7 0,3-1-10 16,-4-1 0-16,4-1-13 0,3-2-5 16,0-4-5-16,7 0 5 0,-10 0 5 0,10 0-8 15,0 0 1-15,0 0 2 0,0 0-8 0,0 0 13 16,0 0 11-16,14-17-14 0,-7 17 6 16,-7 0 2-16,13-1 3 0,-2 1-8 0,-2 0 18 15,2 1 0-15,0-1-13 0,2 4 8 0,0-1-5 16,4 3-10-16,-3-2 20 0,3 4-5 15,-4-1-6-15,2 1-9 0,-2 2-36 0,4-2-44 16,-4 1-54-16,-1 4-130 0,-2-3-568 0,3 0 28 16,-3-3 66-16,-3-1 87 0,0-2 57 15,-1 0 51-15</inkml:trace>
  <inkml:trace contextRef="#ctx0" brushRef="#br0" timeOffset="23534.95">19076 11626 1297 0,'0'0'407'16,"0"-8"-30"-16,4 6-55 0,-4 2-63 0,4-8-57 15,-4 8-87-15,3-2-112 0,1-3-172 0,2 5-558 16,-6 0 38-16,7-3 65 0,-7 3 58 0</inkml:trace>
  <inkml:trace contextRef="#ctx0" brushRef="#br0" timeOffset="23885.13">19251 11382 924 0,'0'0'332'0,"0"0"-32"0,0 0-26 16,0 19-23-16,0-12-31 0,0 1-18 0,0 1-23 15,0-1-23-15,0 2-10 0,0-2-5 0,0-1-23 16,0 3-1-16,0-5-22 0,0 3-3 15,0-5-5-15,0 4-7 0,0-2-1 0,3-1-10 16,-3-4 8-16,4 5-21 0,-4-5-2 16,10 3-3-16,-10-3-10 0,7 0 0 0,0 0-8 15,-7 0 11-15,17 1 4 0,-10 1-4 16,3 2-1-16,1-1 1 0,-1 0-8 0,3 1 7 16,-2-3 11-16,2 6-3 0,1 0-7 0,-1 0 22 15,-3 1-7-15,1-4-8 0,-1 5 3 0,-3-1-8 16,4-1-5-16,-5 3 10 0,-2-2-17 0,2 0 12 15,-3 1-5-15,-3 3-23 0,-3-2-8 16,0 0-31-16,0-2-40 0,-4 2-57 0,0-2-81 16,-3-1-206-16,3-1-504 0,-3-2 80 15,-1-4 84-15,4 0 75 0,-6-4 73 0,2-2 42 16</inkml:trace>
  <inkml:trace contextRef="#ctx0" brushRef="#br0" timeOffset="24052.12">19272 11326 1116 0,'3'-11'427'0,"1"-3"-28"16,2 6-51-16,0-2-7 0,2 0-42 16,2-2-22-16,3 2-29 0,-2 2-46 0,3-2-2 15,0 3-44-15,2-1-20 0,-2 4-62 0,-3-2-43 16,2-1-80-16,-2 4-81 0,2-2-101 16,-2 3-342-16,-1-3-216 0,3 2 88 0,-2 0 51 15,-1-2 74-15,0-1 61 0</inkml:trace>
  <inkml:trace contextRef="#ctx0" brushRef="#br0" timeOffset="24234.17">19641 11125 967 0,'10'-3'328'0,"-10"3"2"0,14 3 3 0,-7 2-3 16,3-1-13-16,0 6-10 0,4 3-28 15,-1 3-25-15,1 2-37 0,3 6-17 0,0 0-13 16,0 2-10-16,-3 2-14 0,-1-2-12 0,-2 5-25 16,-1-1-1-16,-3 1-27 0,0 1-11 0,-7-2 0 15,0-2-18-15,-4 7-8 0,-6 12-25 16,-7-5-36-16,-6 1-49 0,-5-3-97 0,-6-5-127 15,-8 2-628-15,-16-2 51 0,-3-4 92 16,3-11 67-16,-21-2 77 0,14-4 40 0</inkml:trace>
  <inkml:trace contextRef="#ctx0" brushRef="#br0" timeOffset="24601.02">17303 11568 611 0,'0'0'269'0,"-11"7"-23"15,11-7-21-15,0 9-15 0,4 0-10 0,-1 3-24 16,-2 1-4-16,2 2-3 0,3 3-3 0,-2-1-12 16,-1 6-9-16,5 0 1 0,1-1-13 15,-2 7-7-15,3-2-16 0,1 4-3 0,6 10-2 16,3-4-15-16,4 2-8 0,0-3-10 0,3-4-11 16,4 1-2-16,3-2-8 0,4-2-10 15,3-4 13-15,3-1-11 0,4-6-22 0,4-2-29 16,-1-2-41-16,4-4-38 0,6-2-61 0,-9-8-39 15,12 0-82-15,4-2-104 0,4-6-375 16,14-7 65-16,0 1 56 0,-4-5 104 0</inkml:trace>
  <inkml:trace contextRef="#ctx0" brushRef="#br0" timeOffset="25020.69">20048 10891 1036 0,'9'-8'397'0,"2"1"-36"0,-4 5-39 16,3-4-30-16,-3 4-28 0,7 0-31 0,-1-3-23 15,-2 4-24-15,2 1-19 0,0 0 4 16,-2 0-20-16,2 3-10 0,-6 2-23 0,4-3 5 16,-4 5-23-16,0-1 2 0,0 2-20 0,-4 0-3 15,0 3-10-15,-3-1-2 0,0-2-13 16,-3 6 10-16,0-3-3 0,-1-1-5 0,0 3-15 16,1-4 5-16,0 1-12 0,0-2 4 0,2 2 13 15,-2-3-17-15,3 0-9 0,-3-1 3 0,3-3 16 16,0 4-3-16,3-5-8 0,0 3 3 15,1-2-3-15,3-3 6 0,6 0-14 0,-2 0 1 16,3-1-6-16,2-2-2 0,-1-1-2 0,4 2-37 16,-1 0-28-16,2-4-45 0,0 5-96 15,-2 0-155-15,-5 0-597 0,2-3 66 0,-2 4 98 16,0 0 74-16,-2 0 67 0,-4 0 58 0</inkml:trace>
  <inkml:trace contextRef="#ctx0" brushRef="#br0" timeOffset="25354.77">20503 11257 880 0,'0'8'374'0,"0"-8"-29"0,3 3-30 15,-3-3-31-15,7 4-25 0,-1-3-16 0,2 1-43 16,1-1-44-16,-2-1-59 0,3 0-69 16,1 4-69-16,-1-3-79 0,0 1-105 0,-2 1-65 15,-2 2-278-15,-2-2-46 0,2 4 40 0,-3 0 52 16,-3 3 494-16,-3-3 146 0,0 0 64 15,0 2 22-15,-4 1 24 0,3-2 13 0,-3 1-8 16,-3 4-5-16,6-3 25 0,-5 0-7 0,4-3-3 16,-1 3-13-16,-1-2 1 0,4-1-21 15,-1 1-1-15,1-2-6 0,0-2-6 0,0 3-10 16,3-4-1-16,0-3-32 0,3 7 5 0,3-3-11 16,1-3-12-16,0 1-26 0,-7-2-3 15,21-2-4-15,-8 0-26 0,1-1-8 0,-4 3-13 16,4-3-51-16,-4-1-41 0,0 1-64 0,1 3-89 15,-1-2-343-15,-3-3-357 0,2 4 86 0,-4-3 78 16,1-1 88-16,-5 0 46 0,-1 5 53 16</inkml:trace>
  <inkml:trace contextRef="#ctx0" brushRef="#br0" timeOffset="26001.98">21288 11018 1041 0,'0'0'338'0,"-19"8"-43"16,14-1-27-16,2 3-17 0,0 3-23 15,2 0-18-15,-2 4-31 0,3-2-13 0,0 6 52 16,4-2-23-16,2-2-29 0,-1 6-18 0,4-3 14 16,1 2-42-16,1-4-2 0,2-1-34 15,0 1 11-15,2-5-21 0,1-1-5 0,2-5-7 0,-1 3-6 16,-3-6-2-16,6 0-6 0,-3-4-7 15,-3 0-2-15,3-4 2 0,-3-2-16 0,2-2 6 16,-4-2 5-16,-2-4-11 0,-1-1 11 16,-5-3 8-16,3-1-8 0,-4-4-11 0,-6-2 6 15,3 0 2-15,-4 2 0 0,-3 1 8 0,-2-1-12 16,2 0 4-16,-1 6 3 0,-5-1-6 16,0 3-7-16,-2 4-10 0,-1 3 5 0,-2 2-5 15,-3 2 0-15,-1-1-6 0,1 7 4 0,0 2-9 16,-3-1-7-16,1 5-10 0,2 0-29 15,3 5-33-15,2-3-51 0,6 1-25 0,2 3-52 16,1-3-128-16,7 1-573 0,4-1 102 0,-1-1 85 16,8 3 51-16,-4-8 82 0,3 2 66 0</inkml:trace>
  <inkml:trace contextRef="#ctx0" brushRef="#br0" timeOffset="26135.14">21801 11180 1046 0,'0'0'320'0,"4"-8"-64"0,-1 4-100 16,-3 4-125-16,3-4-233 0,4-2-400 15,-3 5 55-15</inkml:trace>
  <inkml:trace contextRef="#ctx0" brushRef="#br0" timeOffset="26517.7">22054 11016 852 0,'-6'6'315'0,"5"-2"-34"0,-2 6-27 16,-3 1-3-16,6-2-36 0,-5 1-23 16,2 0-16-16,3-2-33 0,-3 1-2 0,3 3-13 15,-1-3-15-15,-2-4-13 0,3 2-21 0,0 0-7 16,0 1 2-16,0-5-7 0,0 3-6 15,0-6-7-15,3 1 2 0,-3-1-10 0,0 0-8 16,11 0-7-16,-7-4 2 0,3 0-4 0,-1 2 1 16,1 0-12-16,3-4-10 0,-3 5 20 15,0 0-13-15,3 0 11 0,1 1 0 0,-1 1 4 16,4 1-4-16,-1 4 12 0,0-2-9 0,-2 4-6 16,3 2 12-16,-3 1-6 0,2 0 12 15,-4 3-8-15,2-2 8 0,-4 2-11 0,-3-1 9 16,2 2-1-16,0 0-17 0,-5-1 17 0,-1-1-10 15,0-1 0-15,-4 1-7 0,1 1 7 0,-4-2-10 16,1 2 8-16,-5-4-57 0,1 3-31 16,-3-3-58-16,2-3-56 0,1 0-180 0,-3-4-497 15,2-2 98-15,-2-2 69 0,2-2 64 16,0-4 62-16</inkml:trace>
  <inkml:trace contextRef="#ctx0" brushRef="#br0" timeOffset="26684.72">22014 10943 1249 0,'3'-10'419'0,"3"3"-35"16,-2-1-43-16,7-3-29 0,-2 1-35 15,1-1-27-15,4 1-27 0,0 2-13 0,0-1-54 16,3 1-48-16,0 0-85 0,-3 4-98 0,0-4-137 16,-1 3-587-16,0 1 57 0,-2-2 66 0,-4-1 72 15,2 3 44-15</inkml:trace>
  <inkml:trace contextRef="#ctx0" brushRef="#br0" timeOffset="27035.15">22365 10556 1126 0,'7'-5'379'0,"0"5"-18"0,-7 0-24 0,17 0-12 16,-6 0-30-16,-1 6-32 0,3 0-27 15,1 3-8-15,-1 1-21 0,-2 1-35 0,-1 3-16 16,0 4-15-16,-3-2 4 0,-3 0-17 15,0 3-30-15,-4-1-4 0,-4 6-7 0,0-1-12 16,0-3-11-16,-5 2-5 0,5 0 17 16,-2-5-27-16,2 0-8 0,-3-5 23 0,4 2-10 15,2-3-8-15,-2-3 2 0,3 1 6 0,-3-1 23 16,6-3-13-16,1-3-21 0,2 1 3 0,5 2 6 16,2-3-80-16,2-2-3 0,7 0 5 0,0 0 24 15,1 0-11-15,2 0-18 0,2-2 23 16,4 1-2-16,-1-3 5 0,-3 2 5 0,4 1 0 15,0 0-33-15,-4-1 30 0,-3-2-2 16,-3 4 5-16,-1 0 5 0,-2-1-23 0,-1 1-20 16,-4 0-18-16,-3 0 15 0,1 1-18 0,-7 3-100 15,-1-1-115-15,-6 4-343 0,-1 0-291 0,-7 4 81 16,-5-1 87-16,-5 2 82 0,-10 1 59 16</inkml:trace>
  <inkml:trace contextRef="#ctx0" brushRef="#br0" timeOffset="28967.5">17576 13022 972 0,'0'-7'320'0,"0"0"-2"0,-3 1-14 16,3 0-30-16,0 1-3 0,0-3-38 0,0 2-18 16,-4 1 3-16,4-1-8 0,0 6-18 0,-3-8-36 15,3 8-8-15,0-7-12 0,0 7-5 0,0 0-19 16,0 0 1-16,0 0-8 0,0 0-11 15,0 20-7-15,3-10-10 0,1 0-8 0,-4 4-20 16,3-1-3-16,1 3 8 0,2 1-11 16,-2 3-4-16,2-2-1 0,2 1-10 0,-1-1-5 15,2 2 3-15,-2-4-16 0,4-1-5 16,-1-1-5-16,-4 0-20 0,5-3-11 0,-4-1-23 0,3-3 26 16,-3 1 10-16,4-6-5 0,-2 2 0 15,1-3 0-15,1-2-2 0,-4-3 12 0,3 1 3 16,0-4 2-16,-3 0 3 0,-3-3-13 0,2-5 8 15,1 1-1-15,-4-1-7 0,2 1 18 16,-2-3 0-16,3 9 18 0,-6-4 0 0,4 0-13 16,-4 4 3-16,3 3-13 0,-3 0 28 0,3 1-3 15,-3 4 11-15,0 0-15 0,0 0 4 16,14 9-2-16,-13-3-8 0,5 7 0 0,-3-1 16 16,1 2 0-16,2 3-16 0,-2 1-13 0,3 2-4 15,-3 0-34-15,2 3-51 0,1-3-54 16,-1 4-80-16,2 1-337 0,-1-3-292 0,2-2 75 15,-2-4 63-15,-3-1 80 0,3-5 61 16</inkml:trace>
  <inkml:trace contextRef="#ctx0" brushRef="#br0" timeOffset="29151.53">18119 13316 980 0,'0'-8'374'0,"4"2"-57"15,0 1-10-15,-1-1-28 0,0-2-36 16,4 2-46-16,0 1-43 0,4-2-54 0,-1 0-59 16,3 4-59-16,-2-2-64 0,2-4-79 0,4 7-90 15,-3-4-404-15,0 3 4 0,-4-2 65 16,3-4 33-16</inkml:trace>
  <inkml:trace contextRef="#ctx0" brushRef="#br0" timeOffset="29517.76">18417 12916 642 0,'10'-7'287'0,"1"4"-13"15,-1-2-31-15,3 5-28 0,1 0-18 0,-1 0-3 16,2 5-17-16,1-2-6 0,2 4-2 0,-5 3-10 16,5 3-3-16,-2-1-23 0,-2 3-5 15,-4 2-10-15,-3 1-8 0,0-3-13 0,-3 2-20 16,-4 2-10-16,-3 2-3 0,-1-1 10 0,-4 3-18 15,-1-2-15-15,-2 0 5 0,-3-3-7 16,4-3-6-16,-4 2 5 0,1 0-9 0,3-8 6 16,-1 3 17-16,1-3-32 0,0-6 1 0,3 3 9 15,0-5-12-15,7-1-2 0,0 0-1 16,-13-6 13-16,13 6-25 0,0-4 12 0,0 4-5 16,0-9 6-16,6 4-4 0,-2 3 1 0,2-3-8 15,5 4 8-15,2-1-18 0,-2 1 18 16,3 2-6-16,2 1 9 0,5-1 7 0,-3 6-23 15,2-2 13-15,4 0 7 0,-3 2-5 16,3 1-15-16,-4 3-5 0,4 1-13 0,-3-4-40 16,-2 3-50-16,2-1-71 0,-3 3-126 0,2-3-524 15,0 0 76-15,-6-3 78 0,3 0 55 16,-7-4 57-16</inkml:trace>
  <inkml:trace contextRef="#ctx0" brushRef="#br0" timeOffset="29651.49">18961 13258 908 0,'3'-7'328'0,"0"3"-57"0,-2-2-56 15,5 2-54-15,-3 0-102 0,4-3-115 16,1 3-535-16,1-2 20 0,-2 2 33 0</inkml:trace>
  <inkml:trace contextRef="#ctx0" brushRef="#br0" timeOffset="29984.01">19213 12976 993 0,'0'0'312'0,"0"0"-18"0,0 0-30 16,-6 20-34-16,6-15-10 0,0 2-20 0,0 1-16 15,0 1-30-15,0-1-6 0,3-1-17 16,-3 0-13-16,4 1-8 0,-4-4-23 0,3 3 0 15,0-2-3-15,1 0-7 0,2 0-18 0,-2-2 8 16,3 3-11-16,0-3 16 0,-1 5-14 16,5-3 9-16,-4 1 5 0,6 3-6 0,-2 0 14 15,2 0 7-15,-3 0-3 0,4 1-12 0,-1 0 12 16,-1 2-12-16,1-1-6 0,-3-1-12 0,1 1 2 16,-1 0-7-16,-1 0-5 0,-5 2-14 15,3-2 6-15,-3-3-8 0,-1 2-33 0,-3 1-28 16,0-2-44-16,0-3-38 0,-4 4-69 15,1-4-118-15,-4 1-553 0,0-5 41 0,1 2 74 16,-4-4 82-16,10 0 72 0,-21-6 56 0</inkml:trace>
  <inkml:trace contextRef="#ctx0" brushRef="#br0" timeOffset="30117.71">19207 12916 765 0,'7'-11'299'0,"-1"-3"-20"16,4 3-28-16,-2-1-31 0,1 2-2 0,2 3-24 15,0-3-48-15,2 2-43 0,1 1-65 0,-1 2-87 16,0-1-102-16,1 0-514 0,-3 5 33 0,0-5 69 16</inkml:trace>
  <inkml:trace contextRef="#ctx0" brushRef="#br0" timeOffset="30300.68">19648 12800 885 0,'10'22'320'0,"1"-3"-15"0,-2 2-49 0,1 0-11 0,1-2-19 16,-1 10-19-16,-3-2-25 0,4 4-8 15,-5-2-23-15,-2 5-23 0,-1 1-10 0,-3 1-14 16,-4 0-52-16,-9 14-60 0,-4-1-102 0,-10 1-279 16,-8 6-364-16,-5-8 67 0,-12-7 87 15,7-11 46-15</inkml:trace>
  <inkml:trace contextRef="#ctx0" brushRef="#br0" timeOffset="30634.5">17446 13200 565 0,'-10'8'246'0,"7"0"-8"0,6 2-10 0,0 3-13 16,0 0-8-16,5 10-25 0,2-1 5 15,3 6-26-15,8 6-5 0,0 5-15 0,2 0-8 16,4 0-8-16,4-3-20 0,0 0-15 0,3-1 7 15,4 3-17-15,3-4-22 0,0 0 14 0,4-2-16 16,-1-2-17-16,4 0-8 0,-1-3-49 16,2-2-54-16,5 0-79 0,0-5-143 0,1-5-449 15,3 0 65-15,-2-5 74 0,2-4 84 0</inkml:trace>
  <inkml:trace contextRef="#ctx0" brushRef="#br0" timeOffset="31058.06">19857 12541 1139 0,'9'-2'335'16,"-2"0"-18"-16,1-1-38 0,-8 3-20 0,13 6-24 15,-3-3-12-15,-3 4-26 0,0 1-25 0,0 0 9 16,-4 2-35-16,0 3-18 0,0-1-5 0,-2 2 3 16,-1-2-29-16,-4 4-5 0,1-1-8 0,-1 3-9 15,-2-4-4-15,3-2-4 0,-1 1-13 16,0-2 7-16,1-3-7 0,0 1 2 0,2-1-10 15,-2-1 5-15,3 1 6 0,0-3 9 16,0-5-12-16,3 9-5 0,1-6 9 0,3-3-19 16,3 0 4-16,-10 0-9 0,21-2-6 0,-5-2-5 15,-1 3 15-15,5-3-22 0,0-2-6 0,0 4-13 16,1-4-45-16,0 3-21 0,0-1-47 16,-1 1-88-16,1 1-229 0,0-1-445 0,-2 1 67 15,-4 2 76-15,1 0 69 0,-2 0 65 0,0 0 51 16</inkml:trace>
  <inkml:trace contextRef="#ctx0" brushRef="#br0" timeOffset="31234.02">20516 13050 1046 0,'11'1'308'16,"-2"-2"-24"-16,-9 1-39 0,17-2-22 0,-6 2-44 15,-1-1-61-15,0 1-69 0,1 0-44 0,-1 0-97 16,3 1-121-16,-5 2-440 0,1 1 37 16,-5-1 27-16</inkml:trace>
  <inkml:trace contextRef="#ctx0" brushRef="#br0" timeOffset="31416.99">20577 13268 829 0,'-3'8'287'0,"0"-1"-11"0,3-3-15 0,-1 0-2 16,1-4 2-16,-3 6-28 0,3-6-8 0,0 0-10 15,7 4-18-15,-7-4-23 0,13 0-15 16,-13 0-11-16,21-3-25 0,-7 1-10 0,0-3-16 16,3 4 0-16,0-5-30 0,-3 5-39 15,2-2-36-15,-1-1-38 0,-2 3-38 0,0-2-67 16,1-1-118-16,-4 2-527 0,1 1 48 0,-4-2 70 16,-1-1 74-16,-6 4 54 0</inkml:trace>
  <inkml:trace contextRef="#ctx0" brushRef="#br0" timeOffset="31867.71">21487 12641 959 0,'0'0'392'0,"0"21"-34"16,0-8-30-16,3 2-23 0,1 3-21 0,2-1-21 16,-2 5-30-16,2 2-18 0,2-2-18 15,2 8-28-15,0-2-20 0,1 2-16 0,-1-3-5 16,3 5-5-16,1-6-36 0,-4 6-33 0,4-3-26 15,-1 0-33-15,-3-4-54 0,4 0-87 0,-3-6-120 16,2-3-561-16,-2 1 51 0,-1-3 72 16,0-5 75-16,-3-6 68 0</inkml:trace>
  <inkml:trace contextRef="#ctx0" brushRef="#br0" timeOffset="32034.12">21849 12927 1105 0,'0'0'282'16,"4"-5"-59"-16,-4 5-49 0,3-6-41 0,-3 6-54 15,7 0-97-15,-7 0-217 0,10-2-387 16,-10 2 35-16,11-5 68 0</inkml:trace>
  <inkml:trace contextRef="#ctx0" brushRef="#br0" timeOffset="32383.49">22174 12664 696 0,'-13'13'266'16,"13"-6"-23"-16,-1 0-13 0,-3 4-27 0,4 1-29 15,-3-1-16-15,3-2-17 0,0 5-8 16,0-4-12-16,3 3-22 0,-3-1 12 0,4-4-17 15,-3 2-17-15,-1-2-16 0,3-1 21 0,0 2-13 16,1-3-5-16,-1-3-5 0,0 3-10 0,1-5-11 16,2 5 1-16,2-5 12 0,-2 2-15 15,1-3-5-15,0 4-1 0,0-3-12 0,3 1 21 16,-3 2-19-16,3 0 3 0,1 1 8 16,-1 0 7-16,0 2 6 0,3 0 22 0,-2 0-20 15,0 4 0-15,-1-3 3 0,2 2-3 0,-4 1-2 16,2 0-9-16,-3-1-9 0,-1 4 5 0,-2-3 12 15,0-3-12-15,-1 3 0 0,-3 3-8 16,0-4-3-16,0 4-43 0,-7-3-43 0,4 0-57 16,-1 0-90-16,-3-1-160 0,-2-2-418 0,1-2 59 15,1-2 69-15,-2-3 74 0</inkml:trace>
  <inkml:trace contextRef="#ctx0" brushRef="#br0" timeOffset="32550.96">22147 12641 888 0,'9'-15'338'0,"2"4"-39"0,-1-2-20 0,0 2-28 15,1 3-26-15,2-2-33 0,2 2-13 0,-2-2-10 16,1 2-46-16,2 0-41 0,-1 0-82 0,-2 0-107 16,-3 1-157-16,1 3-455 0,-1-2 45 15,-1 1 83-15,-5-3 38 0</inkml:trace>
  <inkml:trace contextRef="#ctx0" brushRef="#br0" timeOffset="32917.09">22461 12196 755 0,'10'-3'299'15,"-10"3"-12"-15,11 4-6 0,-1-1-12 16,-3 2-26-16,3-1-20 0,-3 5-16 0,-1 4-22 15,2-1-16-15,-5 4-29 0,-3 2 4 16,-3 2-34-16,-1 1-3 0,-3 2-12 0,0 2-5 16,-3-1-21-16,0-2 10 0,0-1-2 0,0 1-21 15,2-2 6-15,1-5-4 0,-2-3-12 0,5 2 1 16,1-4 4-16,-1-2 5 0,0-1 5 16,4 0-14-16,0-7 1 0,8 4-4 0,-8-4 15 15,17-1-29-15,-3-2 4 0,2-4-1 0,2 0-2 16,2-1-14-16,4-2 12 0,0 2-14 15,0-2 8-15,4-5-15 0,2 5 5 0,-3 1 12 16,-6-3-10-16,3 3-9 0,-3 0 14 16,-5 5-10-16,-2-3 1 0,-4 0-22 0,0 6-7 15,-6-2-33-15,0-1-44 0,-4 4-53 0,0 0-47 16,0 0-89-16,0 0-228 0,-39 8-307 0,20-1 64 16,-4 0 72-16,-6 0 71 0,-2-1 72 15</inkml:trace>
  <inkml:trace contextRef="#ctx0" brushRef="#br0" timeOffset="34433.65">22635 5451 785 0,'0'0'238'0,"0"0"-25"0,4 20-11 16,-4-7-20-16,6-2 5 0,-2 5-16 0,0 1-15 15,3 5-7-15,-1 3-21 0,4 1-8 0,-2 7-12 16,2 0-6-16,3 9 13 0,1 2-5 0,2 3-10 16,-4 1-10-16,1-1-3 0,1 3 5 15,2-2-13-15,-5 2-5 0,2 0-5 0,-3 1-2 16,2 3 10-16,-2-2-13 0,1 2-8 15,-2 2-7-15,1 1 12 0,0-1-2 0,-3 5-10 16,4-2-1-16,-5 2-2 0,4 1 6 16,-2 0-19-16,-1 1 8 0,-1-3 18 0,1 0-18 15,-1 3-11-15,2-3 14 0,-1-2-13 0,3 3 4 16,0 1 4-16,0-2 2 0,0 1-5 0,4 2 2 16,-4-4-7-16,0 0 2 0,1 0-2 0,2 1-6 15,0 12-2-15,-2-12 0 0,0 3 0 16,0-1-5-16,-2-2 8 0,4 13-13 0,-1 2 7 15,-2-11-4-15,2-3 12 0,-1 13-13 16,-4-9 21-16,6 7-18 0,-5-8-3 0,-1 3 11 16,2-2-13-16,-2 10-6 0,1-8 4 0,-1-2 14 15,-1 13-12-15,1-15-11 0,3 14 6 16,-6-10-5-16,2 11-1 0,-2 2 14 0,3 5-6 16,0-4 0-16,-4-2-5 0,1 1 13 0,2-12-10 15,1 12 5-15,-4 0 7 0,5 0-17 0,-1-3 4 16,-1-12-2-16,1 15 3 0,2 0 2 0,-1-5 1 15,-1-10-9-15,0 1 16 0,6 10-10 16,-6 0 15-16,3 3-23 0,1-4-5 0,2 0-3 16,-3 1 16-16,4-1 10 0,-7-13-13 15,6 13 2-15,-2-13 16 0,2-1-15 0,-6-1 2 16,4 5-2-16,2 10-21 0,-3-15 23 0,4 15-7 16,-4-1-3-16,5 1 3 0,-5-3 9 0,0-11-6 15,3 3-1-15,-6-3 7 0,6 14-1 0,-2-12-11 16,-1 16 10-16,5 1-2 0,-5-2-1 15,0-2-9-15,4 2 12 0,-1-6-7 0,1 2 14 16,-1-14-11-16,0 18-4 0,2-8 3 16,-2 4-5-16,4-2-2 0,-3-1 9 0,3 4 4 15,1-6-17-15,-2-9 6 0,2 9-2 0,-2-11 10 16,-1-4 7-16,1 3-5 0,-1-4 8 16,4 2 0-16,-4-5-5 0,1 0 5 0,1 1-18 15,-6-2 10-15,6-4-2 0,-7 0 17 0,3-10-17 16,-2-4-16-16,-1-4 26 0,0 3-20 0,-2-10 7 15,1 5-3-15,-2-7-2 0,0-1-7 0,0-2 1 16,-3 2-1-16,-1-9-3 0,3 4-8 16,-5-1 10-16,2-2-7 0,0-2 9 0,2-3-17 15,-5 2-12-15,3-5 6 0,-3-1-19 16,0 0-8-16,0 0-29 0,0 0-20 0,6-10-95 16,-6 1-61-16,1-4-25 0,-1-5-101 0,3 0-470 15,0-8 66-15,0-12 48 0,-1 0 83 0,-2-21 56 16</inkml:trace>
  <inkml:trace contextRef="#ctx0" brushRef="#br0" timeOffset="35716.96">23613 5692 752 0,'0'-6'302'0,"0"-1"-31"0,0 3-22 0,0 4-21 16,-3-9-24-16,0 4-7 0,3 5-25 15,-5-4-26-15,-1 0-21 0,6 4-20 0,-17 0 5 16,3 4-13-16,4-2-12 0,-7 2-11 15,3 1 8-15,-3 2-23 0,3 0-8 0,-3-3 3 16,4 6-16-16,-2-2-2 0,2 1-13 0,3 1-7 16,0-1 4-16,3 0 1 0,3-2-6 0,-2 2 13 15,3 0-20-15,3-2 10 0,3-1-3 16,0 3-5-16,4-1 0 0,3 0-15 16,4 1 16-16,-1 1-1 0,5-1 5 0,3 0-7 0,-1 0 2 15,3 0-2-15,-1-1-8 0,0 1 10 16,0 0-2-16,-2 1-3 0,0-2 0 0,-2 0-13 15,-2 1 11-15,-1-1-1 0,-2-1 14 0,-2 0-1 16,-1 1 16-16,-4 1 5 0,-2-2-3 16,0 0 3-16,-4-1 10 0,0 1 2 0,-4 2 14 15,0-1-19-15,-3 0-2 0,-3 1 3 0,-4-1-6 16,4 0 1-16,-7-1-9 0,4 1-12 0,0-2 8 16,1-2-13-16,-4 3-6 0,5 0-32 15,1-4-11-15,0 1-41 0,-1-1-35 0,2-2-57 16,2 1-113-16,-1 1-407 0,8-3-78 15,0 0 65-15,-6-7 62 0,6 7 77 0</inkml:trace>
  <inkml:trace contextRef="#ctx0" brushRef="#br0" timeOffset="36366.73">23887 5634 1023 0,'0'0'315'15,"0"0"-18"-15,10 8-26 0,-4-3-17 0,-2 5-16 16,2 0 0-16,-1 5-36 0,4 0-25 16,-2 5-31-16,0-1 7 0,1 4-25 0,3 0-10 15,-6-2-10-15,2 2-14 0,3 1-2 0,-6-1 1 16,3 0-1-16,-4-1-28 0,5 2 0 16,-5-6-13-16,3 0-15 0,-3-1-16 0,-2-2-12 15,2-2 0-15,0-1-6 0,1-4-7 0,-1 0-5 16,-3-2-8-16,3-3-5 0,-3-3 0 15,0 0 15-15,0 0-5 0,0 0 8 0,-3-19-8 16,0 6 6-16,2-2 9 0,-5-2 6 0,3-4-13 16,-1-3 12-16,-2 1 4 0,1-2 27 0,-1 0 8 15,2 0 13-15,-2 4 8 0,3-2 7 16,-1 0-2-16,0 4-1 0,4 2-9 0,-3-1 4 16,3-1-12-16,0 2-8 0,0 0 3 15,3 1-6-15,1 3-4 0,0-3 7 0,2-1-11 16,1 3 4-16,2-1-14 0,-1 2 4 0,-1-1-4 15,3 3-7-15,-2-1 0 0,3 2 0 0,-3 2 5 16,-1-1-23-16,4 7 8 0,-4-4-11 0,5 3-5 16,-4 3-9-16,2 0-35 0,-10 0 4 15,17 3-34-15,-6 1-26 0,-1 0-9 0,1 3-40 16,-2 0-27-16,-2 2-10 0,0-1-14 16,3 3-20-16,-6-3-10 0,-1 3-5 0,1 1 18 15,-4-3-11-15,0 2 44 0,0 2 31 0,0-2 46 16,-4-1 38-16,1 2 31 0,0-2 36 15,-2 0 20-15,2-1 23 0,0 3 26 0,-1-3 0 16,1 0 15-16,0-5 21 0,0 3 2 0,-1-2 19 16,4 2 22-16,-3-3-5 0,3 1 3 15,-3-1-11-15,3-4-23 0,0 8 24 0,0-8-14 16,0 0 11-16,3 6-23 0,-3-6 18 0,10 0-3 16,-1 0-33-16,-9 0 2 0,15-2-2 15,-5-2-20-15,3 2-14 0,-2 1-7 0,2-1-5 16,-2-1-20-16,2 1-32 0,-3 1-30 0,4 1-54 15,-4-1-5-15,-10 1-51 0,15 1-26 0,-9-1-74 16,-2 3-112-16,-4-3-359 0,6 8 23 16,-6-2 51-16,0-2 59 0,-3 3 65 0</inkml:trace>
  <inkml:trace contextRef="#ctx0" brushRef="#br0" timeOffset="36599.8">24248 5916 458 0,'-9'12'204'0,"5"-4"-9"0,1 4-3 0,-2-3-10 15,-1 0-8-15,3-2-5 0,0 2 7 16,-1 0-17-16,4-2 7 0,-3-1-9 0,0 1 6 15,3-1-19-15,-1 2 7 0,1-5 13 0,-3 3-11 16,3-6-4-16,3 8 17 0,-3-8-7 0,4 4-8 16,-1-2-16-16,-3-2-14 0,18-2-1 15,-8-1-5-15,3 1-20 0,4-3-11 0,-3 1 6 16,6-2-8-16,-2 0-10 0,-1-1-6 0,0 3-5 16,0-5-4-16,0 2-9 0,0 0-1 15,0 3-9-15,-3-3-5 0,0 2-23 0,-4 1-33 16,1-3-33-16,-1 1-64 0,2 3-93 0,-4-4-465 15,2 0-146-15,-3 0 71 0,3 3 65 16,0-4 58-16,-3-2 77 0</inkml:trace>
  <inkml:trace contextRef="#ctx0" brushRef="#br0" timeOffset="37583.82">23876 5718 1000 0,'3'-8'300'16,"0"5"-8"-16,-1-1-29 0,1-2-2 0,4 2-17 15,-1-3-6-15,-2 3-23 0,8-3 0 0,-4-1-16 16,5 0-9-16,-1-1-19 0,4-5-7 15,2 4-26-15,3 0 0 0,-2-3-10 0,2 1-10 16,2-1-23-16,4-2 5 0,-2 3-18 0,2-1-13 16,-3 4-5-16,-4 1-11 0,1-2-6 15,-4 6-17-15,-3-2-22 0,3 1-16 0,-5 1-20 16,-1 0-8-16,-3 2-12 0,-4 2-11 0,-4 0-21 16,0 0-27-16,10 5-29 0,-10-5-53 0,-1 9-24 15,-5-2-14-15,-1-1-60 0,0 3-31 16,-3 3-370-16,-3 0 35 0,1 2 44 0,-4 1 33 15,2-2 49-15</inkml:trace>
  <inkml:trace contextRef="#ctx0" brushRef="#br0" timeOffset="37782.97">24007 5879 826 0,'0'0'300'0,"-2"7"9"0,1-2 4 15,1-5-16-15,0 0-3 0,0 0-38 0,0 0-18 16,0 0-18-16,0 0-12 0,23-6-27 15,-12 0-12-15,5 0-10 0,1-1-29 0,0-5 1 16,1 3-6-16,2 0-27 0,0-1-6 16,1 1 3-16,-1 1-29 0,-3 0-38 0,0 2-38 15,-3 2-49-15,0-1-61 0,0 3-57 0,-4 0-76 16,-1-1-541-16,-1 3 21 0,-8 0 74 16,7 5 77-16,-7-5 54 0</inkml:trace>
  <inkml:trace contextRef="#ctx0" brushRef="#br0" timeOffset="38016.82">24061 6142 1264 0,'0'0'363'0,"0"0"-20"15,-1 4-20-15,1-4-31 0,0 0-29 16,0 0-22-16,0 0-26 0,22-4-18 0,-9-2-18 15,1 4-17-15,6-6-32 0,1 0-15 0,6 0-17 16,0 1-29-16,4-4-51 0,0 3-39 16,0-1-74-16,3-3-61 0,0 2-153 0,-3 0-490 15,3 1 54-15,-3-2 77 0,-1-2 46 0,-5-1 61 16</inkml:trace>
  <inkml:trace contextRef="#ctx0" brushRef="#br0" timeOffset="38316.57">24970 5434 1013 0,'-3'-6'364'16,"3"6"-37"-16,-3-8-40 0,-1 5-31 0,4 3-13 15,0 0-36-15,0 0-20 0,-20 9-13 16,13 0-18-16,-1 3-20 0,-1 2-3 0,-1 4-5 15,2 4-2-15,-2 2-21 0,5 1-16 16,-3 3 3-16,0 5-7 0,2-1-1 0,2 3-4 16,1 0-16-16,3 2 5 0,0-2-13 0,3-2-10 15,1 2 5-15,2-2-12 0,2 1 9 0,8 7-12 16,-2-6-20-16,-3-6-40 0,6-4-22 16,-1 0-53-16,-1-6-40 0,4 3-86 0,-4-10-113 15,4 1-471-15,-4-6 65 0,1-4 50 16,-3-1 62-16,-5-2 99 0</inkml:trace>
  <inkml:trace contextRef="#ctx0" brushRef="#br0" timeOffset="38702.34">25128 5741 796 0,'0'0'261'0,"0"0"-16"0,0 0-19 15,0 0-22-15,6 20-19 0,-6-8-19 0,4 0-12 16,-1 1-19-16,0 2-17 0,4 0 2 15,-3 0-20-15,-1 1 0 0,1 0-18 0,-1-5 15 16,0 3-15-16,1-3-3 0,-4-1 1 0,0 1 12 16,3-1 15-16,-3-2 6 0,4-1 5 0,-4-3-3 15,0 1-7-15,0-5-9 0,-7 2-17 16,7-2 5-16,0 0-12 0,0 0-14 0,-11-14-5 16,5 6-2-16,3-4 13 0,-1-2-24 0,0-3-7 15,1 0 0-15,3-1-13 0,-3 0-8 16,6 0 16-16,-3-1 0 0,3 2 10 0,3 3-8 15,-5 0-20-15,3 3-1 0,2 0-6 0,-2 1-1 16,6 6 5-16,-2-2-2 0,4 3 10 16,-1 1-3-16,0 4-7 0,2 0 7 0,1 1-2 15,2 4 10-15,-1 0-16 0,-2 4 14 16,5 2-11-16,-5-1 5 0,4 2 1 0,-3 3 2 16,0-1-11-16,-4 0-17 0,3 0-38 0,-2 2-42 15,-4-2-64-15,2-3-63 0,-5 3-275 0,3-2-355 16,0-3 69-16,-1-2 74 0,-2-2 59 15,-1-1 79-15</inkml:trace>
  <inkml:trace contextRef="#ctx0" brushRef="#br0" timeOffset="39533.19">25527 5925 819 0,'4'-8'299'0,"2"1"-28"0,-2-2-10 0,6 0-28 16,-3-1-18-16,3-1-10 0,1 0-5 0,-1-1-41 15,0-1-1-15,1-1-4 0,-1 2-36 16,-3-4-8-16,4 2-11 0,-2 1 9 0,-2-3-21 16,-1 2-8-16,-2 1-2 0,3 1 15 0,-6 1-7 15,2 2-14-15,0 2-9 0,-3-2-16 0,0 1-3 16,0 4 6-16,0 4-10 0,-6-4 7 16,6 4-26-16,0 0 3 0,-18 8 5 0,11 0-5 15,-2 1 3-15,1 2-18 0,1 3-6 0,0 2 6 16,1-3-3-16,-2 2 0 0,5 0 8 15,0 2 2-15,3-2-7 0,0-4-6 16,0 3 27-16,3-3-19 0,-3 1 0 0,6-1 5 16,-1-3-4-16,1 0-11 0,1-5 7 0,0 3 19 15,4-5-11-15,-1-1 1 0,3 0-6 0,1-3 16 16,-4-1-26-16,4 1 7 0,-4-5 1 0,3 0-6 16,-2 2 9-16,-1-1-6 0,-3 3 8 15,4-3-6-15,-3 1-2 0,-3 3-15 16,1 2 10-16,-2-1-20 0,-4 2 17 0,0 0-2 15,14 5-3-15,-10 1 3 0,-1-2-5 0,0 3 5 16,0 1-3-16,1 0 11 0,-1 4-3 16,4-3 2-16,-3 0 1 0,-1 0-6 0,4 0 14 15,-4-1-19-15,4-2 13 0,0 0 3 0,0 0-6 16,0 0 1-16,-1-5 2 0,2 0 3 0,2-1-1 16,-10 0-4-16,16-2 7 0,-5-3-10 15,-1 1 0-15,-3-3-8 0,3-1 16 0,-3 0 71 16,0 0-12-16,-1-1-18 0,2 3 2 0,-1-2 13 15,-4 5-23-15,3-4-13 0,-2 5-3 16,-1-3 9-16,-3 5-19 0,11-2 13 0,-11 2-5 16,7 0-20-16,-7 0-6 0,10 2 16 15,-10-2 0-15,10 6-5 0,-6-5 4 0,-4-1-12 0,7 5 3 16,-4-3 7-16,3 1 6 0,-6-3-9 16,13 1 1-16,-8-1-6 0,-5 0 4 0,13 0 1 15,-2-1 9-15,-4-2-19 0,3 1 13 16,0-4 3-16,1 2 0 0,-1 0-8 0,-4-2 5 15,5 1 11-15,-4-5-6 0,-1 4 3 16,-2-3-23-16,-1-3 28 0,0 2-15 0,1 1 7 16,-8-4-2-16,4 4 12 0,-3-2-14 0,0 2-9 15,-1 0 19-15,-2 0-9 0,2 2-4 0,-2-1-8 16,-2 1 15-16,2 1-7 0,2 2-3 16,1-1 8-16,0 2-16 0,-1-3 6 0,4 6-6 15,-3-7 9-15,-1 6 1 0,4 1-7 0,-1-6 3 16,1 6 7-16,0 0-5 0,12-5-2 15,-3-1-8-15,3 4 12 0,0-4-9 0,2 3-3 16,3-4 0-16,0 0-11 0,0 5-22 0,1-7-34 16,-1 4-48-16,0-4-49 0,0 5-41 0,0-3-110 15,0-1-550-15,-3 0 35 0,-4-1 72 16,0 0 83-16,0-4 70 0,-6 2 52 0</inkml:trace>
  <inkml:trace contextRef="#ctx0" brushRef="#br0" timeOffset="39733.23">26417 5300 634 0,'19'9'246'16,"-11"-1"5"-16,2 3-16 0,3 7 3 0,5 4-7 15,-1 2-6-15,0 1-18 0,10 11-15 16,-6-3-7-16,2 3 4 0,-2 1-25 0,0 0-16 16,-8-5-15-16,1-1-5 0,-7-4-12 0,3 7 1 15,-7-3-19-15,0-3-4 0,-6 9-12 16,-3-3-2-16,-8 11-27 0,-10 2-40 0,-4-3-95 15,-15 8-140-15,-9-2-598 0,0-6 58 0,-6-7 68 16,-4-5 72-16,5-8 59 0</inkml:trace>
  <inkml:trace contextRef="#ctx0" brushRef="#br0" timeOffset="40766.59">23196 6643 1008 0,'0'0'300'0,"0"-7"-32"0,0 7-4 0,6-2-29 16,-1-3-12-16,1 2-10 0,-2-2-19 0,6 1 3 15,1-2-18-15,2-2-20 0,0 1-5 0,4-1 9 16,4-1-17-16,-1 1-15 0,7-2-6 16,4 0-15-16,0 1 0 0,6-1 3 0,12-4-16 15,-5 5-15-15,8-2-13 0,3-1 8 0,-1 2 8 16,-3 1-37-16,-3 3 3 0,-7-1 13 15,1 3-17-15,-2-3-12 0,1 2-1 0,-2 2 7 16,1-3 5-16,-2 3-5 0,2-2-13 16,-1 1 8-16,-2-2 2 0,3 4-12 0,-2-4-1 0,3 3 19 15,-3-5-8-15,3 2-3 0,0 4-2 16,0-4 4-16,0 3-1 0,4-4-16 0,-4 0 15 16,2 5-10-16,-1-4-5 0,-1 3 0 15,0-3 10-15,-3 3-3 0,3-2 4 0,-1 3-6 16,-2-4-13-16,0 3 0 0,0-3 8 15,-8 4-15-15,4-2 4 0,0 2 6 0,-3 0 5 16,3-4-3-16,3 3-4 0,-3-3 9 0,2 4-5 16,1-4 16-16,1 4 2 0,2-4-17 0,2 3 17 15,-2-4-15-15,1 5-5 0,4-4 2 0,-4 0-5 16,4 3 6-16,-1 0-6 0,14-3 13 16,4 0-13-16,2 4-10 0,-2 0-5 0,0-2 10 15,3 1 8-15,2 1-8 0,-5-2-7 16,7 2 4-16,-7 1 1 0,3-2-8 0,-4 1 10 15,-6 1-13-15,-11 0 26 0,4-1-10 0,-3-1-6 16,-1 2-12-16,17-2 15 0,-9-1-2 16,-9 1 7-16,2 1-2 0,-4-3 10 0,4 3-8 15,-1-4 5-15,-2 3-2 0,-1-4 5 0,-1 2 5 16,-2 1 0-16,0-2 0 0,-4 1-10 16,-3-1 7-16,-2 0 8 0,-4 4 34 0,-4-3-37 15,0 2-14-15,1 0-50 0,-10-1-7 0,4 2 10 16,0 1-10-16,-4-4 5 0,-1 4 16 15,-1 0-6-15,-1-1 3 0,-1-1-18 0,-1 2-26 16,-7 1 16-16,9 0-36 0,-9 0-11 0,0 0-55 16,0 0-78-16,0 0-84 0,-44 10-205 0,14-2-381 15,-6-1 79-15,-24 1 75 0,-2 0 97 16,-10 1 43-16,-17-1 59 0</inkml:trace>
  <inkml:trace contextRef="#ctx0" brushRef="#br0" timeOffset="44015.65">23671 6950 954 0,'1'-6'379'0,"-1"6"-26"16,0 0-25-16,0 0-21 0,0 0-20 16,3 16-29-16,0-7-20 0,0 6-25 0,-2-5-19 15,5 7-14-15,-2 0-4 0,-1-1-30 0,4 7-8 16,-3 0-7-16,2-2-13 0,1 3-34 15,-1 0 13-15,-1-4-17 0,1 4-11 0,-2-1-38 16,2 1-52-16,-2-5-71 0,2 3-95 0,2-5-325 16,-2-1-338-16,-2-5 80 0,2-3 74 15,-3-1 86-15,1-4 34 0</inkml:trace>
  <inkml:trace contextRef="#ctx0" brushRef="#br0" timeOffset="44215.9">23961 7224 1187 0,'1'-6'361'0,"5"4"-49"0,1-4-17 16,1 0-29-16,2 2-28 0,4-2-23 0,2 3-10 16,2-3-34-16,2 0-15 0,0 2-45 15,4-4-27-15,0 2-79 0,0 4-87 0,-3-4-123 16,3 4-560-16,3 0 38 0,-3-5 72 15,-1 1 56-15,-5 4 59 0</inkml:trace>
  <inkml:trace contextRef="#ctx0" brushRef="#br0" timeOffset="44583.06">24587 7016 1087 0,'0'9'348'0,"0"-9"-33"15,-3 10-38-15,1-3-19 0,0 4-25 0,-1-3-25 16,3 6-32-16,-3-3-2 0,6 3-25 0,-3 1-11 16,0-2-18-16,3 1-2 0,0-2-11 15,1 1-7-15,-1-2-10 0,2 2-8 0,1-4-8 16,1 0-15-16,3-1 5 0,0-4-10 0,0 0-8 16,1-1-3-16,3-3-2 0,-4 0-2 15,4-3-11-15,-1-5 2 0,3 1 4 0,-4-3-11 16,-2-4 2-16,1-1 6 0,1-3-8 15,-5-3-8-15,0-2 9 0,-3-2 11 0,0 2-4 16,-1-2-5-16,-3 6 12 0,0 2 8 16,0-1-18-16,-3 1 6 0,-1 2-6 0,-3 0 2 0,0 3-12 15,2 0-2-15,-6 4-16 0,0 3 25 16,1 0-2-16,-1 4-5 0,-3 1 5 0,1 0-23 16,-1 4-15-16,1 3-21 0,-1-1-10 0,3 2-38 15,2 3-50-15,-2 1-70 0,7-2-55 16,-2 1-196-16,6 2-406 0,0-3 112 0,3-1 70 15,4 1 73-15,0-2 60 0</inkml:trace>
  <inkml:trace contextRef="#ctx0" brushRef="#br0" timeOffset="44733.13">25011 7067 1028 0,'6'-1'395'0,"-2"-4"-37"0,3 3-41 16,-3-3-40-16,-4 5-62 0,7-4-59 15,-1 3-97-15,-6 1-97 0,11-5-198 0,-4 4-458 16,-1 0 65-16,1 0 58 0,0-4 26 0</inkml:trace>
  <inkml:trace contextRef="#ctx0" brushRef="#br0" timeOffset="45082.73">25333 6828 1387 0,'0'0'407'0,"-5"-3"-31"0,5 3-43 0,-9-2-11 16,9 2-32-16,-14 5-34 0,4 1-26 16,0 0-25-16,0 2-24 0,-1 1-22 0,1 0-15 15,-3 0-11-15,5 1-10 0,-2-1-19 16,4 1-9-16,-1 1-18 0,3-3 10 0,0-2-23 16,1 1-13-16,0 1-7 0,3-2-3 0,0-2-11 15,3 1-25-15,0-3 3 0,-3-2 10 0,14 4-23 16,-7-4-3-16,-7 0 11 0,16-5 2 15,-8 4 3-15,-1-4-8 0,0 4 0 0,3-2 20 16,-6 1-12-16,4-2-8 0,-8 4-3 0,11-1 16 16,-11 1-8-16,12 3 5 0,-6 1 1 0,-2 0 1 15,5 3 11-15,-5 3-23 0,3 1 16 16,0-1-16-16,0 5 13 0,-4-3-13 0,4 3 2 16,0 1-27-16,-2-1-65 0,-3-1-87 15,4 3-120-15,-2-2-616 0,-1-2 78 0,4-3 67 16,-6-2 82-16,2 0 82 0,0-5 46 0</inkml:trace>
  <inkml:trace contextRef="#ctx0" brushRef="#br0" timeOffset="45283.2">25582 6804 1069 0,'7'22'407'0,"0"-2"-20"0,2 2-34 0,-4 2-25 15,2 1-26-15,-4 6-38 0,3 0-6 0,-5 5-38 16,-1-1-23-16,0 1-12 0,-4 3-37 0,-6 7-20 16,-1-1-44-16,-5-3-55 0,-5-1-63 15,-6-7-124-15,-1 0-336 0,-6-8-318 0,-4-3 65 16,-10-7 71-16,-3-6 57 0,0-9 68 0</inkml:trace>
  <inkml:trace contextRef="#ctx0" brushRef="#br0" timeOffset="45616.37">23278 7000 811 0,'-10'9'305'16,"10"-3"-16"-16,0 0-15 0,3 5-31 16,-2 0-31-16,2 6-2 0,4 5-38 0,-1-1 2 15,1 4-23-15,0 0-3 0,3 6-12 0,0-4-26 16,1 4-5-16,2 1-8 0,0-3-12 0,8 9-9 16,0-1 1-16,7 0-5 0,2-2-18 15,4-3 7-15,1-3-5 0,5 0-2 0,5-8-23 16,2 0-21-16,2-7-18 0,6-2-40 0,-1-4-16 15,-6-6-36-15,2-2-46 0,13-7-36 16,2 0-69-16,3-3-109 0,14-6-390 0,-3-2 89 16,0-1 52-16,-1-5 54 0</inkml:trace>
  <inkml:trace contextRef="#ctx0" brushRef="#br0" timeOffset="45999.69">25719 6451 785 0,'9'-3'336'0,"-4"-1"-22"0,2 2-37 0,2 1-21 15,-2-2-31-15,-7 3-30 0,18 4-14 16,-8-3-30-16,0 4-2 0,-3 1-19 0,0 1-14 15,1 5-6-15,-6-1 7 0,5-2-24 0,-4 2-17 16,-2 2 1-16,-1-1 15 0,-1 1-28 16,1 2 3-16,-3-5-1 0,3 2-17 0,-4 0 18 15,1-2-9-15,3-2-6 0,0 0-6 0,0 0 8 16,0-4-1-16,0 3-4 0,0-1 2 0,0-2-13 16,3 0 11-16,-3-4 13 0,11 4-19 15,-5-1-12-15,1-3 7 0,-7 0-10 0,21-3 0 16,-8 2-7-16,1 1-3 0,-1-2-3 0,2 1-2 15,-2 1 2-15,3-4-27 0,-1 2-11 16,-1 1-54-16,1 1-72 0,-3 1-53 0,2 3-113 16,-4-2-389-16,1 1-92 0,-1 3 72 0,-1-2 63 15,-5 1 63-15</inkml:trace>
  <inkml:trace contextRef="#ctx0" brushRef="#br0" timeOffset="46182.21">26020 6942 839 0,'0'0'338'0,"0"0"-31"0,3 8-20 0,-3-8-34 16,0 0-28-16,10 0-20 0,-10 0-18 0,14-2-10 15,-4-2-21-15,0 3-26 0,1-1-32 16,2 1-29-16,1-4-51 0,-2 4-69 0,0-1-98 16,-1-1-138-16,-1 2-455 0,-1 1 82 15,-9 0 63-15,14 0 44 0</inkml:trace>
  <inkml:trace contextRef="#ctx0" brushRef="#br0" timeOffset="46348.34">26067 7101 1190 0,'-6'6'368'0,"6"-6"-20"0,-4 3-38 0,4-3-41 16,0 0-8-16,0 0-38 0,0 0-16 0,0 0-25 15,0 0-8-15,18 0-21 0,-18 0-35 16,20-3-49-16,-9-1-51 0,2 1-69 0,-3-3-113 15,4 4-432-15,-1-5-162 0,4-2 64 0,-3 0 62 16,3-5 56-16</inkml:trace>
  <inkml:trace contextRef="#ctx0" brushRef="#br0" timeOffset="46732.78">26506 6776 1082 0,'-1'9'364'0,"-2"0"-37"0,-1 4-17 0,1 1-26 0,2 1-30 16,-2 3-19-16,0 3-20 0,3-4-2 16,0 2-37-16,0-1-12 0,0 3-31 0,0-4-5 15,6 2-13-15,-5-2 3 0,6 1-13 16,-3-3-13-16,5 0-10 0,-2-1 3 0,4-4-16 16,-1-1-11-16,0-1 17 0,1-4-14 15,-1 0-12-15,3-3-6 0,-2-2 1 0,2 0-11 16,-3-6 11-16,4-1-14 0,-4-1 1 0,1-7 0 15,-1-7 2-15,0 3-10 0,-3-10-2 0,0 3 7 16,-1 0 2-16,-5-1-4 0,2 3 10 16,-3 5 10-16,0-3-3 0,-3 5-4 0,2 1-3 15,-5 1 7-15,-1 2-4 0,0 2-11 0,-3 1 2 16,-4 3-4-16,1 2-11 0,-5 1 21 16,5 4-31-16,-5 2 8 0,0 4 3 0,-5 2-1 15,2 2 3-15,2 1-13 0,1 5-18 16,2 0-23-16,2 2-41 0,4-1-45 0,3 3-109 15,4-2-242-15,2 0-451 0,1-1 89 0,1 1 72 16,2-7 77-16,0 3 70 0,1-4 63 0</inkml:trace>
  <inkml:trace contextRef="#ctx0" brushRef="#br0" timeOffset="46899.6">26860 7003 1126 0,'7'-2'440'0,"-7"2"-33"16,8-1-46-16,-8 1-41 0,0 0-41 0,8-1-59 16,-8 1-54-16,0 0-68 0,0 0-106 15,0 0-120-15,8 1-532 0,-8-1-85 0,4 3 56 16,-4-3 88-16,0 0 53 0</inkml:trace>
  <inkml:trace contextRef="#ctx0" brushRef="#br0" timeOffset="47099.77">26995 6782 1123 0,'0'9'346'0,"3"0"-21"16,0 2-33-16,2 6-18 0,-3-1-31 0,1 5-36 16,0-2-7-16,1 1-26 0,-1 4 0 0,0-1-33 15,1 1-8-15,-3 1-13 0,2-1-33 16,0-2-23-16,-3-1-41 0,3-2-100 0,-2 2-166 15,-1-3-156-15,3-7-382 0,0 3 57 0,-3-4 74 16,5-3 53-16</inkml:trace>
  <inkml:trace contextRef="#ctx0" brushRef="#br0" timeOffset="47498.5">27262 6610 1021 0,'11'-9'363'0,"-3"4"-20"16,2 1-38-16,-3 3-13 0,4-2-49 0,-2 1-18 16,-9 2-20-16,14 6-31 0,-3-4-5 0,-1 4-16 15,-1 3-17-15,-1-1-8 0,-1 3-23 0,-1 3 3 16,-2 3-6-16,-4-1-20 0,0 1 2 16,0 2-2-16,0-1-10 0,-3 3 2 0,-1-4-5 15,1 1-10-15,0-2 3 0,3 0-11 0,-1-4 0 16,-2 1-5-16,3-4-5 0,3 0 5 15,-2-2 5-15,2 1-10 0,4-1 5 0,5-3 5 16,-2 0-15-16,2-2 5 0,2-2 3 0,2 0-3 16,2 0-11-16,1-1 14 0,3 0-8 15,2-3-5-15,-3 2-3 0,1 0-3 0,0-2 24 16,0 2-18-16,-7-1 15 0,3-1-36 0,1 3 13 16,-4 0 0-16,-2 1-3 0,-2-1-4 15,-1 0-6-15,0 1-7 0,-3-4 2 0,-7 4-8 16,10 6-7-16,-10-6-21 0,0 6-23 15,0-6-22-15,-10 11-55 0,-1-3-61 0,-2 3-97 16,-5 2-369-16,-9 0-245 0,-4 2 104 0,-16 6 82 16,-8-4 75-16,-3 1 66 0,-4-1 74 0</inkml:trace>
  <inkml:trace contextRef="#ctx0" brushRef="#br0" timeOffset="49981.96">24095 8765 1131 0,'-1'-5'330'0,"1"5"-41"0,-9-3-12 15,9 3-39-15,-7-1-23 0,7 1-21 0,-14 6-17 16,7 0-8-16,0 2-26 0,-2 7-7 16,1-3-16-16,1 3-15 0,-2 4 8 0,2 2-24 15,1-3 4-15,1 3-14 0,2-2-15 0,3 0-5 16,0-1 0-16,0 3-11 0,3-2 1 0,3-4-6 16,2 2-14-16,2-2-1 0,0-5 5 15,1 1-5-15,5-3-12 0,-1-2 7 0,3 0-3 16,-2-5-15-16,0-2 11 0,2-4-6 0,-2 1 3 15,-1-6-6-15,1-1-7 0,-1-4 18 0,-2-3-10 16,-2 0 0-16,-2-7-8 0,-5 0 10 16,-4-3-18-16,0-1 8 0,-3 1 15 0,-1-1-17 15,-2 4 27-15,-5 0-12 0,4 5 5 16,-3-3 5-16,-4 6-5 0,1 2-13 0,3 4 3 16,-5 2 0-16,-1 1 12 0,2 1-12 0,1 6 7 15,1 1-2-15,-1 0-21 0,-1 1-17 16,4 6-27-16,2 1-24 0,0 0-42 0,3 1-51 0,2 1-95 15,3 3-189-15,3-1-371 0,2 2 74 16,4-3 74-16,1-1 82 0,1-1 39 0</inkml:trace>
  <inkml:trace contextRef="#ctx0" brushRef="#br0" timeOffset="50132.62">24645 8786 1013 0,'0'0'274'0,"4"-5"-90"0,-1 0-79 0,-3 5-77 16,8-2-145-16,-2-3-467 0,0 4 23 0</inkml:trace>
  <inkml:trace contextRef="#ctx0" brushRef="#br0" timeOffset="50332.03">24841 8583 1069 0,'3'10'418'0,"-3"-3"-32"0,3 4-38 15,0 4-33-15,-2 2-20 0,5 1-27 16,-2 4-37-16,2 2-14 0,-1 1-32 0,4 0-6 0,-2 4-10 16,0 3-46-16,3-3-8 0,-3 0-49 15,0 2-91-15,2-3-108 0,-4-3-292 0,2-2-397 16,-1-6 64-16,1-1 67 0,-4-7 79 15,-3-2 70-15</inkml:trace>
  <inkml:trace contextRef="#ctx0" brushRef="#br0" timeOffset="50714.96">25045 8276 1118 0,'11'-7'417'0,"-1"6"-51"0,-3-1-33 0,3 4-33 16,4-2-19-16,-4 3-30 0,4 4-26 0,-1 5-17 16,-3-1-19-16,1 4-17 0,-1 1-14 15,-3 1-14-15,0 0-11 0,-4 0-23 0,-2 1 2 16,-2-1-7-16,-2 1-25 0,-1-3 9 0,1 2 1 16,2-3 15-16,-2-3-18 0,0 2-10 15,3-4 20-15,-3 0-18 0,3-2 8 0,0-2 5 16,0 0-5-16,6-3-17 0,-6-2-6 0,18 0-11 15,-5 0 14-15,8-3-11 0,0-2 0 0,9 2-4 16,5-4-6-16,-1 0-3 0,3 1-20 16,2 0-2-16,-6-1 22 0,5 1-15 0,-4-4 3 15,-5 5 0-15,-4 1-18 0,-1-2 17 0,-3 3-4 16,-1-2-16-16,-6 2-7 0,3-1-26 0,-7 2 0 16,0 1 0-16,-6 1-8 0,-4 0-30 15,3 3-19-15,-3-3-109 0,-23 9-118 0,-1 0-646 16,-10 2 6-16,-21 1 92 0,-10 4 90 15,0-1 66-15,-24 3 75 0,-4 4 73 0</inkml:trace>
  <inkml:trace contextRef="#ctx0" brushRef="#br0" timeOffset="53081.78">23777 10501 1018 0,'0'0'325'0,"0"0"-33"0,0 0-23 15,0 0-21-15,-10 12-20 0,7-3-36 0,0 1-13 16,3 1-12-16,-5 4-14 0,5-1-10 0,0 0-12 15,0 5-18-15,3-2-21 0,-1 1 5 0,1-1-12 16,0 1-6-16,1-3-2 0,2 1-13 16,0-3 2-16,1 1-20 0,4 0 13 0,-1-3-18 15,0-1-8-15,1-2 1 0,2-2 4 16,2-5-2-16,-2 2 0 0,1-3-11 0,-1-3 1 16,-3 1-8-16,7-5 0 0,-6-3-3 0,3-5 3 15,-4-4-5-15,0-4 10 0,0-1-5 16,-6-1 0-16,-1-1 12 0,1 0 9 0,-4 1 4 15,0 2-2-15,0 1-7 0,-4 4-1 0,-2-1 8 16,-2 0-10-16,-2 4 4 0,0 1-9 0,-7 3 5 16,3 2-3-16,-3 2-3 0,0 1-2 15,0 4-7-15,0 1 4 0,0 2-7 0,-1 1-15 16,2 4 14-16,1-2-12 0,2 4-12 16,0 0 1-16,2 1-19 0,1 4-11 0,7-3-41 15,1 0-67-15,0 3-50 0,4-3-93 0,0 5-502 16,7-5-17-16,1 3 84 0,2-4 74 15,1 0 49-15,1-5 69 0</inkml:trace>
  <inkml:trace contextRef="#ctx0" brushRef="#br0" timeOffset="53231.71">24269 10594 729 0,'4'-1'276'0,"-4"1"-71"0,0 0-72 15,10-2-74-15,-10 2-130 0,10 0-521 16,-6 0 32-16</inkml:trace>
  <inkml:trace contextRef="#ctx0" brushRef="#br0" timeOffset="53464.96">24539 10426 1180 0,'0'0'360'16,"0"0"-27"-16,1 12-23 0,2-6-39 0,-3 6-15 15,3 0-18-15,1 3-25 0,-1 3-32 0,3-1-17 16,-1 5-8-16,2-3-7 0,-1 5-24 16,0-2-15-16,-2-1-15 0,4 3-23 0,-2-6-19 15,-2 5-50-15,2-6-26 0,-2 1-77 16,-1-3-92-16,6-5-156 0,-4 7-458 0,-2-9 63 15,4-1 50-15,-4-1 61 0,1-4 79 0</inkml:trace>
  <inkml:trace contextRef="#ctx0" brushRef="#br0" timeOffset="53848.18">24841 10103 883 0,'10'-10'371'0,"0"3"-46"0,0 2-21 16,-3 0-32-16,0 3-32 0,3 0-12 0,0 2-23 16,-10 0-21-16,20 4-17 0,-9 3-11 15,2 3-21-15,-2 0-4 0,1 5-18 0,-4 0-3 16,2 3-8-16,-5-1-12 0,1 8-1 16,-3-7-2-16,-3 4-10 0,-3 2 5 0,-3-3 0 15,1 2 0-15,-5 0-16 0,4-4-9 0,-1-1 4 16,0-3 3-16,0 2 5 0,3-4-5 0,-2-3 5 15,3 0-2-15,2-3 7 0,-2 3-30 16,0-4 14-16,6-4-9 0,1 3-5 0,-4-5 4 16,16 1-9-16,0-2-4 0,2-4 9 0,3 4-21 15,6-5-8-15,1 3 11 0,0-5-8 16,6 1 0-16,-1 0 5 0,-5 3-8 0,6-4 3 16,-6 2 8-16,-1-1-19 0,-3 4 9 0,-4-2-19 15,-2 2-22-15,-5 2-21 0,-2-3-24 16,-5 4 1-16,-6 0-66 0,0 0-111 0,0 0-366 15,-34 13-304-15,7-10 76 0,-15 4 93 0,-23 1 66 16,-27 2 64-16,-4 2 72 0</inkml:trace>
  <inkml:trace contextRef="#ctx0" brushRef="#br0" timeOffset="56064.85">24502 12221 1000 0,'0'0'336'0,"3"-6"-47"0,-3 6-25 0,1-6-39 0,-1 6-18 16,0 0-15-16,0 0-15 0,0 0-19 0,-8 17-14 16,5-10-14-16,1 3-7 0,-6 5-20 15,5-1-6-15,-1 3-2 0,-2 2-19 0,1-2-4 16,2 1 0-16,3 4-13 0,-3-4-16 15,3 4 1-15,3-2 7 0,0-4-23 0,2 5-8 16,1-6 11-16,1-1-8 0,2 1 3 0,2-5-19 16,0 0-1-16,2-3-6 0,-2-6 15 0,5 2-2 15,-2-3 2-15,-1-4-7 0,2 1 2 16,-2-4-10-16,4-2 5 0,-6-5-5 0,2-3 15 16,-5 0-2-16,1-3-13 0,-5-3 11 0,-1-2-6 15,-6 0 0-15,2-2 13 0,-5-3 15 16,0 5-10-16,-2-2 15 0,-2 4 1 0,0 0 7 15,-1 6-3-15,-2-1-2 0,-1 1 5 16,-3 3-20-16,-1 3-8 0,2 3 5 0,-1 5-3 16,0-1-2-16,2 4 0 0,-1 1-5 0,-1 5 0 15,5 0-5-15,-4 2-26 0,9 3-3 0,-2-1-38 16,5 3-28-16,1-3-25 0,3 7-73 16,3-3-76-16,1 3-220 0,6-1-348 0,4 0 76 15,2-3 77-15,-2 0 77 0,0-4 49 0</inkml:trace>
  <inkml:trace contextRef="#ctx0" brushRef="#br0" timeOffset="56231.64">25056 12334 1100 0,'5'-1'423'16,"-4"-1"-65"-16,-1 2-87 0,4-5-84 15,-4 2-164-15,0 3-120 0,10-1-233 0,-4 0-351 16,-1-2 64-16,-5 3 77 0</inkml:trace>
  <inkml:trace contextRef="#ctx0" brushRef="#br0" timeOffset="56599.13">25295 12090 790 0,'7'-6'346'0,"0"5"-52"16,0 1-20-16,4 0-23 0,1 0-26 0,-1 3-28 15,3 2-17-15,2 5-11 0,-6-2-18 0,4 5-13 16,-4-2-13-16,-3 4-20 0,1 1 8 0,-2-3-18 16,-3 1-1-16,-3 3-7 0,0 1-15 0,-3-3 5 15,3 2-6-15,-6 2 16 0,-2-3-7 16,4 2-11-16,-2-3 0 0,-1 0-13 0,1 2-5 15,-2-4 8-15,2-1-13 0,-1-4 3 16,4 3-11-16,1-1 1 0,-3-4 7 0,2 2-13 16,-1-1 3-16,4-1 2 0,0-6-4 0,0 7 2 15,4-3-8-15,5-3-3 0,-2-1-2 16,-7 0 0-16,24-1-10 0,-10-3 5 0,3-1-5 0,4-3 2 16,-1 1-7-16,1-3-5 0,0 2-32 15,-1-2-35-15,0-1-53 0,1-1-73 0,-4-4-145 16,0 3-543-16,-3-2 87 0,0-2 79 15,-4-6 78-15,-1 0 58 0,-5 1 46 0</inkml:trace>
  <inkml:trace contextRef="#ctx0" brushRef="#br0" timeOffset="56997.83">25630 11683 1108 0,'0'-7'409'0,"3"-1"-45"16,2 5-36-16,-2-4-24 0,3 5-27 0,-2-3-34 15,5 2-21-15,2 2-22 0,-1 1-13 0,0 1-21 16,4 2-20-16,-3 4 0 0,2 1-23 16,1 1-23-16,-4 0 5 0,1 5-18 0,-1-1 2 15,-4 2-7-15,1 2-15 0,-4-2-6 0,1 3 19 16,-3-1-19-16,-1 1-2 0,0 1-3 16,0-1 3-16,-1-1-13 0,-3-1-7 0,4-1-11 15,0-3 23-15,-3-2-28 0,3 3 5 0,0-5 0 16,0 0 8-16,3-4-18 0,1 3 20 15,0-4 3-15,3 1-12 0,2-4 1 0,5-1 6 16,0-4-13-16,6 2 3 0,1-3 7 0,3-3 3 16,7 1-11-16,2-3 11 0,1-2 18 15,2 5-28-15,11-9 20 0,-6 8-34 0,7-8 9 16,-7 9 25-16,-3-2-20 0,-1 0 15 16,-6 1-16-16,3-1 16 0,-7 5-13 0,-2-1-10 0,-5-2 8 15,-3 6-16-15,0-4 5 0,-3 5-15 16,-4-2 6-16,0-1-14 0,-2 4-7 0,-8 0-19 15,9 4-37-15,-9-4-116 0,-3 10-210 16,-3-2-614-16,-6 2 100 0,-1 0 94 0,-7 2 88 16,0-1 68-16,-8-1 44 0,-1 4 90 0</inkml:trace>
  <inkml:trace contextRef="#ctx0" brushRef="#br0" timeOffset="62479.99">5389 16245 1005 0,'0'0'313'0,"-3"-8"-11"0,3 8-28 16,-3-6-26-16,3 6-25 0,-1-4-16 0,1 4-38 15,-3-4-18-15,3 4-8 0,0 0-4 16,0 0-9-16,0 0 11 0,-3 22-29 0,3-11-1 15,0 6-17-15,0 2 6 0,0 4-18 16,0 2 5-16,0 1-5 0,0 0-18 0,0 3-5 16,0-2 0-16,0 1 2 0,3 1-10 0,-3-3-5 15,0 3 0-15,3-2-12 0,-3-1-6 0,1-1-5 16,2 0-5-16,0-2-26 0,0-4-33 16,-2-1-18-16,2-3-17 0,0-2 17 0,0-2 20 15,-3-3-15-15,0-4-17 0,0-4-42 16,0 0 8-16,0 0 8 0,0 0 5 0,0 0 18 15,-7-32-11-15,1 13 29 0,-1-3 10 0,1-8 12 16,-5-1 19-16,4-3 2 0,0 1 26 16,1 2 23-16,-1-1 10 0,3 2 13 0,-2 4-8 15,2 1 11-15,1 1-14 0,3 5 1 0,-3 0 2 16,3 6-2-16,0-1-3 0,3 1-16 16,-3 3-1-16,3 1 4 0,4 3-10 0,-1 3 8 15,5 2 4-15,-1 1 9 0,1 4-18 0,6 0-9 16,-4 5 12-16,8 0-4 0,-4 2-12 0,3 2 15 15,-2-1 0-15,-1 1-12 0,3 0-19 16,-3-1 16-16,0 1 10 0,-3-3-13 0,-1 0 21 16,1-1-21-16,-3-1 0 0,-1-1-2 15,-3-1 10-15,3-1 2 0,-3-1-14 0,-1-1 4 16,1-3 15-16,-7 0-7 0,11-6 0 0,-7 0-8 16,2-3 8-16,-3-2-12 0,1-6 11 15,-1-1-14-15,4-2 17 0,-6-4-17 0,2 2 2 16,0-1-5-16,0 4 8 0,1 1-8 0,-4 0 8 15,3 2-3-15,0 3 0 0,-3 1-3 16,1 2-12-16,-1 1-13 0,2-1 10 0,-1 6 29 16,2 2 2-16,-3 2-11 0,0 0 9 15,0 0-4-15,17 13 1 0,-13-1-3 0,2 1 6 16,2 3-1-16,2 2 0 0,-6 4 1 0,5 0 2 16,-1 0-13-16,-1 2 5 0,2 1 5 0,-2-2-4 15,-3 2-9-15,3 2-2 0,0-2 0 16,2-2-18-16,-5 1-30 0,3-2-44 0,-3 1-77 15,2-3-26-15,1-4-143 0,-1-1-506 16,5-1 63-16,-4-7 67 0,-1-2 76 0,1-5 70 16</inkml:trace>
  <inkml:trace contextRef="#ctx0" brushRef="#br0" timeOffset="62880.68">6158 16138 1067 0,'-7'-1'389'16,"7"1"-23"-16,-17 0-43 0,7 3-27 15,0-1-34-15,-4 4-14 0,4 0-23 0,-1 1-36 16,1 2-4-16,1 1-29 0,2 0 0 0,2 2-25 16,-1-2-14-16,3 2-9 0,2 2-1 15,2 0-35-15,2 1 7 0,3 3-7 0,5 1-13 16,-1 0 2-16,4 0-9 0,0 0-9 15,4 1-5-15,1 1 11 0,2-2-16 0,0 0 1 16,-4-1-4-16,6 0-7 0,-6-3 0 0,-2 0 6 16,1-1 4-16,1-1 0 0,-7 0 3 15,4-3-8-15,-7 0 5 0,3 1-10 0,-4-2 24 16,2 1-22-16,-5-1 8 0,-2-1-4 0,2 2 12 16,-6-2-8-16,-1-1-8 0,-4 3 4 15,-1-2-17-15,-1 1 17 0,-5-1-6 0,2-1 10 16,-7 0-2-16,3-2-19 0,-1 2 1 0,2-1-13 15,-5 0-18-15,3-2-28 0,2-2-38 16,2 1-57-16,0-3-74 0,2 0-159 0,1-4-542 16,4-1 63-16,3-1 86 0,1-3 81 0,0-4 56 15,3 1 69-15</inkml:trace>
  <inkml:trace contextRef="#ctx0" brushRef="#br0" timeOffset="63281.02">6515 16188 1116 0,'6'7'322'16,"-3"2"-22"-16,4 2-21 0,-1 4-16 15,-2 3-30-15,3 4-18 0,0 3-15 0,-1 0-29 16,4 4-17-16,-5 3-3 0,2-2-13 0,2 0-7 16,-2 0-21-16,-3-3-10 0,3-2-11 0,-1 0-10 15,1 0 3-15,-3-6-10 0,-1 1-23 16,3-2-6-16,-2-3-7 0,0-4 0 0,-1 0 7 15,-2 1 3-15,1-6-17 0,-1-1 9 16,-1-5 0-16,0 0-17 0,0 0-6 0,0 0 3 16,-13-23-5-16,5 7 5 0,1-8-3 0,0-5 8 15,-2-3-18-15,1-1 1 0,1-2 1 16,1 0 19-16,2 2-11 0,1 1 11 0,0 1-6 16,3 4 3-16,0-1 11 0,3 2 7 0,0 1-11 15,4 0-9-15,-1 1-11 0,1 2 5 16,4 2 3-16,2-1-8 0,-1 3 6 0,4 2-9 15,1 0 6-15,0 2 3 0,0 2 4 16,3 0-10-16,-2 2-15 0,0 4-25 0,-2 1-29 16,1 2-31-16,-6 2-84 0,2 2-21 0,1 0-45 15,-4 2-180-15,1 4-432 0,-5-1 76 0,1 1 77 16,-4 2 70-16,-3 1 65 0</inkml:trace>
  <inkml:trace contextRef="#ctx0" brushRef="#br0" timeOffset="63448.31">6743 16423 865 0,'0'0'384'0,"0"0"-29"15,0 0-47-15,0 0-35 0,0 0-24 0,13-18-32 16,-5 11-14-16,5 0-17 0,0-1-22 16,1 1-41-16,-1 1-26 0,2-1-33 0,1 2-59 15,-5 2-66-15,2 2-72 0,-3-2-159 0,-2 4-453 16,2 1 59-16,-10-2 54 0,7 6 54 15</inkml:trace>
  <inkml:trace contextRef="#ctx0" brushRef="#br0" timeOffset="63697.35">6716 16731 762 0,'-1'5'318'0,"1"-5"-16"0,-3 5-26 16,3-5-20-16,-3 5-18 0,3-5 0 0,0 0-33 0,0 0-10 15,10 3-16-15,-10-3 2 0,17-1-12 16,-4 1-35-16,2-3-9 0,4-1-15 0,-1 1-10 16,6-2-11-16,-1 2 6 0,1-4 2 0,1 1-15 15,2 4-20-15,-3-3-14 0,-4 1-7 16,1-1-5-16,-5 0-28 0,2 1-44 0,-3 2-66 16,-3-1-80-16,-1 2-361 0,-1-2-268 0,-3 1 79 15,-3-2 76-15,-1 0 60 0,-3-3 61 16</inkml:trace>
  <inkml:trace contextRef="#ctx0" brushRef="#br0" timeOffset="64513.11">7399 15948 583 0,'3'-10'218'0,"0"3"-11"0,-3 0-7 0,5 3-3 0,-5-1 23 16,0 0-10-16,0 5 2 0,3-9-30 15,-3 9-16-15,0-5-35 0,0 5-3 0,0 0-5 16,0 0-8-16,-11 17 5 0,5-6-7 16,2 6-18-16,-2 5-6 0,2 5-7 0,1 6-5 15,-4 2-11-15,6 3-9 0,1 3-11 0,0 13 8 16,4 0 7-16,3-1-23 0,3-3 3 15,0 0 3-15,4-6-8 0,0 2-3 0,6-4 5 16,-3-5-30-16,4 2-8 0,0-10-59 0,-2-4-51 16,2-4-74-16,1-4-177 0,5 0-425 15,-7-6 77-15,1-4 51 0,-1-4 82 0,-3-3 49 16</inkml:trace>
  <inkml:trace contextRef="#ctx0" brushRef="#br0" timeOffset="64964.56">7696 16029 865 0,'4'13'317'0,"-1"1"-30"16,1 3-26-16,2 2-21 0,2 2-37 0,-2 2-6 15,1-1-31-15,0 1-12 0,1 2-13 0,1-2-11 16,-2-1-17-16,-1-2-8 0,-2-3-13 15,3 0-13-15,-4-5 11 0,1 2-31 0,-1-4 5 16,-2-2 7-16,1-1-20 0,-1-2-20 0,-1-5-23 16,0 0 12-16,0 0 6 0,0 0-11 15,6-15-20-15,-6 5-3 0,4 0 21 0,0 0 8 16,2 0 4-16,1 0-12 0,0 0-5 0,7 1 15 16,-4 2-13-16,3-1 21 0,2 4-11 15,1 2 3-15,1 2 5 0,1 0 8 0,-1 4 10 16,3 1-5-16,0 1-2 0,-2 3 2 0,2 1-16 15,-3 1 3-15,-3 1-5 0,-1 1 11 16,-6-1 17-16,1 1-2 0,-2 1 7 0,-5-2-20 16,-2 2 0-16,-2 0 5 0,-5 1 7 0,-5 0-7 15,0-2 5-15,-5 1-25 0,-3-2 22 16,-2 0-15-16,-1-3-5 0,0-2-5 0,0 1 10 16,4-3-4-16,-1-3-14 0,1 4-36 0,3-6-17 15,2 3-75-15,2-3-79 0,3-2-197 0,3 1-484 16,4-1 97-16,3 2 64 0,0-10 85 15,3 1 51-15,4-1 56 0</inkml:trace>
  <inkml:trace contextRef="#ctx0" brushRef="#br0" timeOffset="65813.01">8295 16113 1080 0,'-7'7'312'0,"0"-1"-18"0,-7 4-40 15,4 0-26-15,0 2-21 0,-1 1-18 16,1-1-17-16,1 3-19 0,2-1-20 0,-1 1-7 16,2-1 4-16,5-1-40 0,-2-2-5 15,0 0-14-15,3-2-22 0,0-2-31 0,3 0 10 16,1-1-8-16,2-3 1 0,2-1-24 0,2-2-7 16,-10 0 7-16,16-6-14 0,-8 0 14 0,2 0 3 15,-4-1 3-15,1-1 9 0,0-2-22 16,0 4 8-16,-4 0 14 0,1 0 4 0,-1 2-9 15,0 0-19-15,-3 4 22 0,8-3 0 16,-8 3 8-16,0 0-10 0,14 4-1 0,-8-1 11 16,5 1-2-16,-4 1 7 0,3-3-23 0,4 4 7 15,-4-2-2-15,3 0 11 0,1-1 17 0,-1-2-12 16,2 1-11-16,-2-2-2 0,4-2 12 16,-3 1-15-16,3-2 8 0,-1-2 2 0,-1-2-10 15,-2-2 11-15,4 1 2 0,-7-2-6 0,4-1 1 16,-4-3 0-16,0 3-18 0,-3-3 15 15,1 0 0-15,-5 1-4 0,4-3-4 0,-4 2 11 16,1 2 5-16,-1 1 2 0,0 2-7 16,0 2-10-16,1 1-6 0,0 0-7 0,2 4 20 15,-6 2 8-15,10 2-5 0,-10-2 10 0,14 10-13 16,-4-1-5-16,0 4 13 0,-2-1-8 0,-1 2 3 16,0 3-3-16,-1-2 6 0,0 3-14 15,-5 0 1-15,3 0 15 0,-4 2-3 0,-4-1-7 16,0-1-1-16,-3 0 9 0,1 3-3 15,-8-3 2-15,1-1-2 0,0-7 7 0,1-1-15 16,-4 1 3-16,1-6 2 0,-1 1 21 0,2-3-28 16,-2-3 17-16,4-1-17 0,-1-2 7 0,-1-1 5 15,4 0-5-15,3 0-4 0,-2-1 1 16,4 1 4-16,2-1-4 0,3 2 16 0,0 4-20 16,7-9-1-16,0 4 1 0,3 1 5 0,0 0-19 15,4-2 14-15,3 1 5 0,3-1-6 16,1-2-2-16,-1 0 5 0,4-1-2 0,0 1-1 15,1-3-9-15,-1 1 2 0,2-2 10 16,2-1 2-16,-4-1-1 0,-3 3-6 0,-4-1 5 0,3-2 7 16,-6 4-12-16,-1-1 3 0,-3-2 10 15,1 2-8-15,-7 3-3 0,2-2 1 0,-5-2 10 16,2 3-6-16,-3 0 1 0,-3 2-16 16,2 1 11-16,-2-1 0 0,0 4-6 0,3 3-2 15,-8-4 7-15,8 4-4 0,-13 9 2 0,6-1-5 16,1 2-8-16,-2 3 3 0,5 1 17 15,-1 0 1-15,1 3-5 0,3 0-1 0,0 1-2 16,0-2 5-16,3 2 0 0,1-2-10 0,2 0 18 16,-1-2 15-16,4 1-25 0,1-3-3 15,-3 0 5-15,7-2 0 0,-4-2-23 0,4-1 8 16,0-3-16-16,0 1-9 0,-1-4-35 16,1-1-32-16,0-3-54 0,2 0-98 0,-2-4-419 15,-1 1-120-15,-1-6 71 0,-2 0 74 0,0-4 88 16,0 0 30-16</inkml:trace>
  <inkml:trace contextRef="#ctx0" brushRef="#br0" timeOffset="66101.58">9256 15716 995 0,'20'21'302'0,"-3"-2"-12"15,-3 1-35-15,6 3-11 0,-3 4-17 0,4 9-19 16,-1 3-19-16,0 0-10 0,1 4-15 16,-6 0 0-16,1 4-26 0,-6 0 8 0,1 0-23 15,-5 6 0-15,-2-11-13 0,-4-5-18 16,-3 2-7-16,2 0-11 0,-8 8 5 0,1-8 3 16,1-4-21-16,1-2-4 0,-4-2-14 0,-1-2 1 15,4-3 15-15,-2-2-11 0,2-4-25 0,-1-4-10 16,2-1-13-16,2-2-31 0,-3-5-61 15,4 0-118-15,-4-3-217 0,6-5-418 0,1 0 72 16,0 0 67-16,-3-20 86 0,4 6 42 16</inkml:trace>
  <inkml:trace contextRef="#ctx0" brushRef="#br0" timeOffset="66230.54">9888 16162 555 0,'17'-6'202'15,"-7"4"-61"-15,0-1-74 0,1 6-96 0,-4-1-65 0,-1 2-83 16,-3 1-309-16</inkml:trace>
  <inkml:trace contextRef="#ctx0" brushRef="#br0" timeOffset="66396.4">9891 16433 778 0,'-3'8'268'0,"-1"-3"1"15,4 0-28-15,-3-1 12 0,3-4-22 0,0 6-14 16,0-6-10-16,0 0-20 0,0 0-15 0,13-1-13 15,-13 1-16-15,21-8-13 0,-8 1-4 0,2-1-26 16,1 1-6-16,2-2-1 0,-2 1-32 16,-2 1-18-16,0 0-58 0,0 0-87 0,-4 5-154 15,1 0-428-15,-5 0-27 0,-6 2 40 16,10-1 59-16,-10 1 77 0</inkml:trace>
  <inkml:trace contextRef="#ctx0" brushRef="#br0" timeOffset="67262.82">11413 15906 606 0,'-4'-5'269'0,"4"5"-28"0,-4-6-3 16,4 6-39-16,-3-5-9 0,3 5-3 0,0 0-6 15,0 0-9-15,0 0-11 0,0 0-5 16,0 0-25-16,0 23-14 0,3-12 6 0,0 2-20 16,2 4-6-16,1 0-7 0,-2 4-3 0,2 2-13 15,-2-1-13-15,2 2 6 0,-1 0-8 0,1 1-6 16,1 0-1-16,-1 0-4 0,1-2-2 15,-2 0-7-15,1 2 4 0,1 0-30 0,-4-2-23 16,3-3-54-16,-2 1-67 0,0-4-104 16,0 1-270-16,2-3-250 0,-3-4 77 0,-2-1 84 15,2-3 39-15</inkml:trace>
  <inkml:trace contextRef="#ctx0" brushRef="#br0" timeOffset="67563.78">11163 16636 752 0,'-4'5'302'0,"4"-5"-25"15,0 0-14-15,0 0-20 0,0 0-15 0,0 0-20 16,18 1-19-16,-8-2-5 0,4 0-17 0,-1-2-11 15,5-1-18-15,2 0-13 0,7-2 3 16,0 0-18-16,4-1-5 0,3-2-15 0,3 0-8 16,-1-2-10-16,1 3-3 0,0-2-8 0,1 1-5 15,-1-3 1-15,-2 5-16 0,0-2-8 0,-2 0-7 16,-5 5-32-16,-8 1-29 0,1-1-68 16,-4 3-55-16,-3 2-1 0,-1 1-110 0,-3 2-489 15,0 1 37-15,-9 2 58 0,2 0 61 16,-7 2 75-16</inkml:trace>
  <inkml:trace contextRef="#ctx0" brushRef="#br0" timeOffset="68047.09">11552 16804 972 0,'-6'4'307'0,"2"0"-38"15,1 1-21-15,0 2-22 0,-4 2-24 16,6 0-10-16,-5 4-26 0,3-1-22 0,-1 2-9 16,4 1-9-16,-3-1-11 0,3 0-8 15,0 2-20-15,0-1-15 0,0-3-3 0,3 2-7 16,-3 3-4-16,4-4-1 0,2 0-3 0,1-1-8 16,3-3-18-16,-3 0-5 0,0-3 10 15,7-3-7-15,-4 0-8 0,3-2-6 0,1-2 1 16,0-2-10-16,3-4-3 0,-3 2 0 0,0-5 5 15,2-4-20-15,-2-2 9 0,-3-3-9 0,2 0 12 16,-3-2-2-16,-3 0 16 0,0 3-1 16,0 3 18-16,-3 0-2 0,2 3 12 0,-3 2 3 15,-2 1-15-15,2 2-3 0,0 3 0 16,0 1-3-16,-3 3-5 0,0 0 14 0,0 0-4 16,4 20 8-16,0-5 1 0,-4 2-9 0,0 1 3 15,3 7 6-15,1 2-6 0,-1 3-2 16,-3-3 4-16,3 8 16 0,-2-2-12 0,5-1-16 15,-3-4 15-15,0 0-8 0,2-3-9 0,1 0 7 16,-5 0-8-16,2-3 11 0,0-4-6 16,0-1-10-16,1-1 6 0,-4-4-16 0,3 0 0 15,0-1-8-15,-3-4-33 0,0 1-56 0,1-5-69 16,-1-3-216-16,4 3-478 0,-4-3 87 16,0 0 79-16,-5-23 62 0,-1 0 69 0</inkml:trace>
  <inkml:trace contextRef="#ctx0" brushRef="#br0" timeOffset="68413.3">12008 15701 860 0,'3'-3'373'0,"-3"-4"-9"16,3 3-47-16,0-2-20 0,1 4-49 0,-1-3 3 15,8-3-31-15,-4 5-15 0,6-2-23 0,1-2-18 16,-1 4-13-16,5-4-21 0,-2 3-4 16,-2 0-11-16,-3 2-56 0,3 0-41 0,-4-1-29 15,-1 1-32-15,2 2-19 0,-11 0-78 16,10 2-88-16,-10-2-192 0,-3 5-340 0,3-5 53 16,0 0 55-16,-14 7 68 0</inkml:trace>
  <inkml:trace contextRef="#ctx0" brushRef="#br0" timeOffset="68763.28">12017 15666 545 0,'-6'4'184'0,"2"-1"-2"0,-2 5-11 16,2-1 3-16,0 3 0 0,-2 0-2 0,5 5-6 15,-5 3 21-15,6-1-21 0,-3 5-12 0,0 2 0 16,3 3 4-16,0 0-4 0,0 5-8 0,0 2-8 16,3 4-10-16,3 12 5 0,-3 3 3 15,1-2-13-15,3 0-11 0,-3 5-14 0,2-6-6 16,-2 1 2-16,6 1 4 0,-3-2-14 15,3-3-25-15,-3-7 10 0,-1-5-13 0,2 2 3 16,2 8-15-16,0-8 17 0,1-3-22 16,-1-2 14-16,0 0-1 0,4-5-6 0,-4 2 0 15,3-2-5-15,1-4-5 0,3-2-3 0,-3-2 3 16,-4-4 5-16,4-3-21 0,-1-2-7 0,2-2 23 16,1-2-6-16,2-3-1 0,1-3-14 0,2-3 13 15,3-3-5-15,-3-2-10 0,9-7-10 16,-3 2-11-16,-2-5 0 0,2-1-10 0,-2-1-12 15,5-10-17-15,-2 1-11 0,-8 1-27 16,0 3-48-16,-7 0-36 0,2 0-23 0,-2-2-97 16,-2 1-95-16,-4 1-410 0,-1 0 52 0,1 1 71 15,-4-2 62-15,1 2 51 0</inkml:trace>
  <inkml:trace contextRef="#ctx0" brushRef="#br0" timeOffset="69229.59">12660 15917 980 0,'-3'-5'315'0,"3"5"0"0,0 0-8 0,0 0-28 16,0 0-16-16,7 19-22 0,-4-8-36 16,4 3-13-16,-3 4-21 0,2 4-15 0,1 2-10 15,-1-2-5-15,2 9-8 0,-1-3-20 16,-1 4-6-16,1 0-12 0,0-1-16 0,0 2-7 16,0-4-11-16,-4 3 1 0,4-6-8 0,-4 0 2 15,1-1-5-15,0-1-28 0,2-5-13 16,-3 0-7-16,-2-2-29 0,2-3-30 0,0-1-64 15,0-3-57-15,1-1-120 0,-4-2-550 0,3-2 59 16,-3-5 99-16,0 0 64 0,0 0 50 16</inkml:trace>
  <inkml:trace contextRef="#ctx0" brushRef="#br0" timeOffset="69413.7">12951 16181 926 0,'0'0'384'0,"3"-2"-41"0,-3 2-56 0,0 0-42 15,0 0-94-15,0 0-51 0,0 0-118 16,10 2-473-16,-10-2-167 0,0 0 62 0,0 0 66 16</inkml:trace>
  <inkml:trace contextRef="#ctx0" brushRef="#br0" timeOffset="69829.77">13214 15916 1244 0,'-3'7'358'0,"-1"0"-38"0,1 1-23 15,-5 2-31-15,5 2-33 0,-4 1-13 0,1-1-25 16,2 1-14-16,-2 1-22 0,3-2-26 0,-2 1 0 16,2-2-5-16,0-1-15 0,-1-1-26 15,4 0-8-15,-3 0-5 0,3-3-15 0,-3-1 5 16,6 0-5-16,-3-5 8 0,4 5-16 16,-4-5 8-16,9 0-21 0,-9 0 3 0,0 0 0 15,21-5-13-15,-14 5-2 0,-7 0 12 0,18-2-10 16,-9 2 1-16,2 2-1 0,2 1 10 15,-2-1-7-15,3 2 10 0,2 1 7 0,-2 1 1 16,0 3 5-16,3-1-11 0,-7 2 6 0,3 0 10 16,-2 2-11-16,-1-1-12 0,1 0 0 0,-4 3-3 15,-4-3-4-15,3 3-4 0,-6 0-4 16,0-1-3-16,-3 3-8 0,0 0-10 0,-4-1-54 16,-3-3-36-16,0 1-73 0,0-1-88 15,-1-2-653-15,1-4 24 0,0-2 102 0,-4-4 71 16,1-2 72-16,-2-4 57 0</inkml:trace>
  <inkml:trace contextRef="#ctx0" brushRef="#br0" timeOffset="69996.27">13142 15781 1136 0,'10'-15'320'0,"0"5"-38"0,1 2-19 0,2-2-40 16,-3 3-8-16,1 0-28 0,2-1-49 15,-1 5-51-15,1-2-67 0,1 3-81 0,-1-3-64 16,0 3-188-16,-2 1-398 0,2-2 73 0,-3-1 65 16</inkml:trace>
  <inkml:trace contextRef="#ctx0" brushRef="#br0" timeOffset="70279.81">13549 15454 1021 0,'4'-5'279'16,"2"4"-8"-16,-6 1-20 0,17 0-10 0,-7 3-14 16,0 4-17-16,-2-2-20 0,2 6-14 15,0 2-9-15,1 1-26 0,-4 5-3 0,-1 1-23 16,0 2 0-16,-5 2-18 0,2-2-7 0,-3 1 0 16,0 0-11-16,0-3-7 0,-3 2 2 0,3-3-8 15,-1-1 9-15,-2-2-34 0,3 0 5 16,0-5 7-16,-3 1-14 0,3-1-1 0,3-2 11 15,-3-1-6-15,3-1-17 0,-2-1 10 16,6-4 12-16,0 0-22 0,6 1 0 0,-2-3-26 16,2-3-16-16,5 0-32 0,1-1-32 0,-1-1-53 15,6-3-64-15,-1 0-79 0,2-1-52 0,-1-1-153 16,0 0-262-16,4-3 57 0,2-1 41 16,-4 1 77-16</inkml:trace>
  <inkml:trace contextRef="#ctx0" brushRef="#br0" timeOffset="70462.92">14212 15586 660 0,'4'-3'261'0,"-4"3"-8"0,0 0 1 16,0 0-24-16,13 8-10 0,-13-1-2 16,4 3 7-16,-1 2-20 0,3 4-23 0,-1 3-3 15,1 2-13-15,-2 2-10 0,2 1-10 0,1 4-15 16,1 2-11-16,1 1-18 0,-2-1-7 16,0 1 5-16,0 1-28 0,0 1-26 0,-4-1-39 15,1-1-65-15,-1-1-96 0,0-3-169 0,0 2-485 16,1-4 68-16,-4-4 72 0,0-3 61 15,0-4 67-15</inkml:trace>
  <inkml:trace contextRef="#ctx0" brushRef="#br0" timeOffset="70679.68">14226 16126 1428 0,'0'0'438'0,"3"-10"-44"0,1 5-33 0,2-1-31 15,2-1-38-15,2 0-34 0,3 1-25 0,4-3-18 16,0 0-25-16,4 2-22 0,0-2-22 16,3 0-15-16,-1 2 7 0,-2-2-41 0,-3 6-22 15,1-3-29-15,-1 1-28 0,-2 1-44 16,-2 1-51-16,-3 2-61 0,3-2-118 0,-4 3-553 16,-4 0-20-16,1-2 66 0,-7 2 80 0,14-1 79 15,-14 1 51-15</inkml:trace>
  <inkml:trace contextRef="#ctx0" brushRef="#br0" timeOffset="71313.14">15254 15608 842 0,'0'0'325'0,"-16"3"-39"15,9-1-17-15,-4 5-15 0,1-1-14 0,-4 4-35 16,4 2-10-16,-3 3-27 0,2 3-4 0,1 0-10 16,1 3-29-16,1-1-15 0,1-2 3 15,4 3-13-15,0-4-21 0,3 0-2 0,3 1-13 16,3-1 0-16,-2-2 2 0,3-2 1 16,3-1-11-16,3-1-12 0,-2 0-11 0,0-4 16 15,3-1-3-15,-1-5-18 0,0 1-2 16,1-2 7-16,-1-3 0 0,-2 0-5 0,-1-4-5 15,0-1 5-15,1-2 3 0,-4-4-18 0,-4-2 2 16,0-1 3-16,-3-2-7 0,-3-2-9 0,0 4 8 16,-4-3 16-16,0 0-3 0,-3 5-15 15,0-1 4-15,-1 2 11 0,-2 6-28 0,-1-3 0 16,0 4-15-16,-2 1-14 0,5 2-35 16,-3 0-56-16,3 4-47 0,2 4-68 0,2-1-103 0,0 0-469 15,4 1 68-15,3-4 91 0,-4 7 49 16,4-7 97-16</inkml:trace>
  <inkml:trace contextRef="#ctx0" brushRef="#br0" timeOffset="71713.5">15758 15638 1005 0,'0'10'320'0,"0"0"-20"0,6 3-19 15,-5-3-35-15,8 4-18 0,-2-3-10 16,4 4-26-16,2 0-13 0,4 0-23 0,-3 0 8 16,6 0-24-16,-3 0 1 0,-2 0-28 15,5 0 0-15,-3-1-9 0,0 0-4 0,-3-1 3 16,3 1-11-16,-7 0-13 0,0-3 3 0,1 0-8 16,-5 3-10-16,-2-3 0 0,-4 1-36 0,0-1-51 15,-3 0-58-15,2 0-86 0,-5 0-120 16,-2-3-544-16,-2-1 63 0,0-3 56 0,-1 2 64 15,2-6 62-15</inkml:trace>
  <inkml:trace contextRef="#ctx0" brushRef="#br0" timeOffset="71845.92">15774 15562 854 0,'11'-14'279'0,"-1"-1"-28"0,0 3-28 16,4 3-28-16,-4-2-16 0,3 1-44 0,1 5-71 15,0-2-87-15,0 1-102 0,-1-2-205 0,2 1-292 16,1 4 48-16</inkml:trace>
  <inkml:trace contextRef="#ctx0" brushRef="#br0" timeOffset="72148.04">16106 15172 749 0,'10'-6'310'16,"-2"3"-31"-16,2 2-25 0,0-2-19 0,1 6-10 16,2 1-30-16,-3 1 25 0,1 3-20 15,-1 3-16-15,-1 0-23 0,2 3-2 0,-4 1-39 16,-1 3 1-16,-5-1-24 0,2 1 8 16,-3 0-16-16,0 4-12 0,0-4-3 0,-3 2-15 15,2-5 15-15,1 4-20 0,-3-6 0 0,3 2 2 16,0-5-15-16,0 2 3 0,0-3 4 15,3 0-12-15,-2-1 3 0,5-3-1 0,-3 0 11 16,8 0-24-16,-4-3 6 0,3-2-13 0,4-1-18 16,3-3-49-16,3 2-48 0,-2-3-36 0,2 2-103 15,1-4-153-15,3 3-420 0,-1-2 54 16,-2-1 72-16,0-1 79 0,-1 3 56 0</inkml:trace>
  <inkml:trace contextRef="#ctx0" brushRef="#br0" timeOffset="72362.32">16869 15426 898 0,'-3'11'410'0,"3"1"-14"0,0 2-35 16,0 4-31-16,0 0-35 0,0 6-32 0,3 1-9 16,0 1-19-16,3 5-30 0,-2 1-5 15,2 1-26-15,-1-2-26 0,1 1-4 0,-2 1-39 16,2-1-16-16,-2 0-53 0,-1 0-46 0,3-4-54 15,-4-1-82-15,1 1-169 0,0-6-517 16,-3 1 51-16,0-7 72 0,0-5 77 0,-3 1 54 16</inkml:trace>
  <inkml:trace contextRef="#ctx0" brushRef="#br0" timeOffset="72562.95">16701 15931 1236 0,'-1'-5'368'0,"1"5"-40"16,0-10-31-16,1 5-26 0,6-2-40 0,0 1-21 16,3-1-16-16,4-1-20 0,3 1-23 0,3-2-15 15,3-2-13-15,2 3-34 0,5-2-14 0,1-2-37 16,-3 2-20-16,3 0-77 0,2 2-43 16,-8 0-98-16,6-2-102 0,-4 3-446 0,4-4 45 15,-7 0 47-15,6 1 60 0,-5-2 84 16</inkml:trace>
  <inkml:trace contextRef="#ctx0" brushRef="#br0" timeOffset="72912.89">17593 15470 783 0,'-3'6'312'0,"-4"4"-18"0,0 2-22 15,0 3-24-15,0 2-18 0,1 4-27 0,2 1-22 16,-2 1-1-16,2 1-29 0,0-3-11 0,1 4-19 15,2-4-4-15,1-2-12 0,0 1 3 16,1-1-24-16,2-2-17 0,1-3 10 0,3 1-3 16,-1-1-10-16,1-4 2 0,0-2-19 0,4-5 1 15,-1 2-4-15,0-5-3 0,4 0-11 16,-1-5 14-16,1-5-6 0,-4 2-2 0,4-9-3 16,-1 2 3-16,-6-6-13 0,4-1 0 15,-4-3 11-15,-1-2-1 0,-3 1-5 0,-2 0 13 16,2-2 2-16,-3 3-7 0,0 4 0 0,-3-1-10 15,2 5 10-15,-5 0-11 0,-1 1-7 0,-3 4-8 16,0 2 3-16,-1 0 5 0,-6 7 0 16,1 0 0-16,1 3-28 0,-6 3-44 0,5 0-41 15,-2 2-74-15,2 2-53 0,2 3-183 16,1 0-435-16,6-3 96 0,-1 1 47 0,5 0 83 16,3-1 48-16</inkml:trace>
  <inkml:trace contextRef="#ctx0" brushRef="#br0" timeOffset="73046.35">18014 15637 1034 0,'6'-6'307'0,"-3"1"-72"0,1 2-114 0,-1 0-234 16,2-4-489-16,1 2 26 0</inkml:trace>
  <inkml:trace contextRef="#ctx0" brushRef="#br0" timeOffset="73262.84">18158 15496 921 0,'0'10'338'16,"6"0"-16"-16,-2 7-27 0,2-2-11 0,1 0-44 15,3 5-24-15,1 1-19 0,-1-2-13 0,1 3-20 16,2-1-11-16,-3-1 1 0,1 0-34 15,-1 0-12-15,3 2-3 0,-6-4-13 0,0 2-18 16,0-2-30-16,-7-2-34 0,3 1-74 16,-3-3-74-16,-4 1-239 0,1-2-421 0,-3-4 60 15,-1 1 68-15,4-3 79 0,-8-4 50 0</inkml:trace>
  <inkml:trace contextRef="#ctx0" brushRef="#br0" timeOffset="73412.98">18205 15479 1213 0,'7'-16'358'0,"3"2"-35"16,-3 5-29-16,-1-1-33 0,1 1-41 15,1 1-33-15,-1 0-59 0,3-1-84 0,3 0-98 16,-3 1-120-16,0-1-515 0,1 0 16 0,-4-1 54 16,0 0 71-16</inkml:trace>
  <inkml:trace contextRef="#ctx0" brushRef="#br0" timeOffset="73695.87">18461 14913 934 0,'14'-5'330'16,"-1"-2"-28"-16,1 5-13 0,-3 0-28 0,6 2-25 16,-4 1-19-16,5 2 9 0,-2 2-24 0,-1 2-23 15,1 1-13-15,-2 2-12 0,-4 0-16 0,0 5-25 16,1 0-8-16,-7 1-3 0,-1 1-17 15,-3 0-11-15,0 0 5 0,-3 3-15 0,-4-2 0 16,-1 3-7-16,1-2-4 0,-2-2-9 0,2 1-3 16,0-3-5-16,3-1-11 0,-2-3 3 15,2-1-5-15,1-2 3 0,0 3-3 0,3-5-13 16,3-1 1-16,4-2-17 0,2 1-6 0,2-1-32 16,3-3-51-16,3 0-94 0,0 0-103 15,4 0-553-15,3-3 75 0,-4-2 48 0,4 5 87 16,0-7 59-16</inkml:trace>
  <inkml:trace contextRef="#ctx0" brushRef="#br0" timeOffset="73863.11">19223 15241 1044 0,'1'17'340'0,"2"-1"-25"15,0 0-36-15,1 0-28 0,0 1-23 16,-1 0-11-16,0 1-32 0,1 3-4 0,-1 1-60 15,0 3-57-15,-3 3-67 0,-3 1-227 0,0 4-274 16,-1-1-206-16,-2-6 55 0,2-2 97 16,-3-6 28-16</inkml:trace>
  <inkml:trace contextRef="#ctx0" brushRef="#br0" timeOffset="74028.84">19118 15631 1136 0,'3'-7'356'0,"4"-1"-29"0,-1 0-35 16,5-2-23-16,0 2-33 0,2-1-21 0,7-2-39 16,1-1-20-16,3 2-46 0,-1 0-51 15,5-2-74-15,-4 2-95 0,0 2-272 0,4-4-355 16,2-1 56-16,-6 0 67 0,3-3 56 0</inkml:trace>
  <inkml:trace contextRef="#ctx0" brushRef="#br0" timeOffset="74245.88">20065 15172 1011 0,'7'15'442'0,"-4"-1"-60"16,1 1-42-16,2-1-12 0,-3-3-34 0,0 6-43 15,-2 1-13-15,3-3-28 0,-1 6-18 0,0 0-23 16,-2-3-21-16,2 4-7 0,-3-4-72 15,3 4-48-15,-3-2-78 0,3 1-135 0,-3-2-639 16,-3-4 45-16,3-2 74 0,0-1 72 0,0-4 52 16</inkml:trace>
  <inkml:trace contextRef="#ctx0" brushRef="#br0" timeOffset="74396.38">20331 15512 1105 0,'4'-4'348'0,"-4"4"-35"16,3-7-34-16,0 4-54 0,-3 3-74 15,4-7-95-15,-4 7-122 0,7-3-305 0,-7 3-295 16,6-5 67-16,-5 1 36 0</inkml:trace>
  <inkml:trace contextRef="#ctx0" brushRef="#br0" timeOffset="74761.93">20618 15226 1095 0,'0'12'381'0,"0"-12"-32"16,-3 10-32-16,3-3-38 0,-4-1-38 15,4-1-8-15,0 5-34 0,-3-3-9 16,3 1-6-16,0 2-23 0,0-3-10 0,0 1-23 15,0 2-25-15,3-3 9 0,0 1-17 0,-2 0-21 16,2 1-2-16,1-2-3 0,0 1 8 16,2-1-11-16,-2 0-12 0,5 1 20 0,-1-2-10 15,-1 1-15-15,2 1 10 0,-2 2-6 0,4-3 11 16,-1 1-2-16,0 2-6 0,4 1-2 16,-4 0 2-16,4-1-7 0,-4 5 0 0,0-5-19 0,-3 2 9 15,4 1-14-15,-2 0 11 0,-2-1-10 16,-3 3 12-16,3-2-23 0,-3 0-4 0,-1 0 32 15,-3-1-22-15,0 2-16 0,-4-1-10 16,-2 1-36-16,-2 0-85 0,-5 2-112 0,3-5-699 16,-4-1 52-16,1 0 68 0,-1-3 88 0,3-3 76 15,-3-3 59-15,4-2 74 0</inkml:trace>
  <inkml:trace contextRef="#ctx0" brushRef="#br0" timeOffset="74946.94">20669 15216 1077 0,'4'-15'379'0,"7"5"-18"15,-4 2-51-15,-1-3-34 0,4 4-25 16,1 0-18-16,-1-2-36 0,3 1-43 0,-2 0-39 16,5 1-92-16,-8 1-51 0,5-2-129 0,-3 2-485 15,-2-1-54-15,2-1 51 0,-4 0 41 16,1-4 79-16</inkml:trace>
  <inkml:trace contextRef="#ctx0" brushRef="#br0" timeOffset="75246.62">21090 14799 703 0,'14'2'318'0,"0"3"-26"0,-1-3-21 16,-3 6-41-16,4-1-7 0,-4 3-28 15,1-2-21-15,-1 6-5 0,-3-3-8 0,-4 4-20 16,3-1-13-16,-5-1 0 0,-2 2-21 16,-2 0-10-16,-3 1 6 0,2-4-1 0,-2 5-2 15,-1-2 2-15,0-4-7 0,0 3-13 0,3-4-5 16,-2 2-8-16,3-3 0 0,-1-4-5 0,0 2 2 16,1 0-7-16,0-1 5 0,2-2-12 15,1-4 1-15,4 8-4 0,3-8-3 0,0 5 5 16,0-4-23-16,3-1-17 0,4 0-11 15,-1-1-36-15,4-4-46 0,0 4-77 0,1-5-99 16,2 2-590-16,0-5 68 0,4-3 53 0,-3 1 71 16,2-4 93-16,2-3 31 0</inkml:trace>
  <inkml:trace contextRef="#ctx0" brushRef="#br0" timeOffset="75678.89">21623 14583 1269 0,'3'-3'371'16,"-2"-3"-35"-16,2 2-45 0,4-1-22 16,-3-2-26-16,3 7-10 0,3-5-31 0,3 3-12 15,-3 0-26-15,1 2-29 0,3-1-9 0,-1 2-8 16,1-1-6-16,0 2-20 0,0-2 0 0,2 4-5 16,-2-1-17-16,0-3 4 0,-4 6-23 15,4-4 18-15,-1 5-30 0,-2 0-6 0,-1 2-8 16,0 0 16-16,-3 1-10 0,3 5 0 15,-3-1-13-15,-1 3 0 0,1 1 5 0,-2 1-11 16,1 6 19-16,1 0-13 0,-1 0-13 0,-2 7 21 16,3 0 5-16,-3 0-21 0,2 2 3 0,-2 0-6 15,-1 1 6-15,3-1 0 0,-5 1-18 16,6 2 10-16,-4 0 13 0,0 3-18 0,-2 0 2 16,-1-2 14-16,3 2-16 0,-3 0 2 0,-3-1-4 15,3-1 12-15,0 2 0 0,-1 13-15 16,-2-9 0-16,-4-6 13 0,3-5-6 0,-2 5 8 15,-1-4-12-15,1-1 7 0,-5 0 8 0,1-1-21 16,0-2 6-16,-8 10-14 0,5-8 21 0,-1-3-10 16,0-1 0-16,-10 6 2 0,-3-1 9 15,0 0-12-15,-4-5 4 0,-7 0-6 0,-2 1-38 16,-5-4-49-16,-6 0-102 0,-18 3-181 0,-2 0-521 16,-4-4 85-16,-5-3 95 0,-8-4 64 15,-1-5 63-15,-7-2 55 0</inkml:trace>
  <inkml:trace contextRef="#ctx0" brushRef="#br0" timeOffset="76563.37">8250 17856 755 0,'0'0'250'15,"-3"-8"-14"-15,3 8-21 0,0-7-33 16,0 7-24-16,-3-5-7 0,3 5-5 0,0 0 41 15,0 0 3-15,0 0-21 0,0 0-11 16,10 15-17-16,-7-4-8 0,4 3-10 0,0 2-10 16,0 4-14-16,3 4-19 0,-4 0-9 0,5 4 4 15,-4 1-11-15,0 2 2 0,2 0-22 16,-1 0-6-16,-4-2-17 0,5 3-60 0,-2-2-43 16,-3-1-38-16,6-4-90 0,-7-1-141 15,4-4-399-15,0-3 72 0,0-3 56 0,-3-5 67 16</inkml:trace>
  <inkml:trace contextRef="#ctx0" brushRef="#br0" timeOffset="76978.71">8298 17748 752 0,'0'0'323'0,"18"10"-27"16,-9-2-19-16,2 2-29 0,3 3-33 15,3 4-23-15,-4 0-10 0,5 3-21 0,-2 1-10 16,2 2-18-16,-1 0-7 0,3-2-19 16,-2 0-15-16,-2-2-2 0,-2-3-13 0,0-1 15 15,-5-1-38-15,2-3 12 0,-1-1-4 0,-3-1-19 16,0 0-4-16,0-4 4 0,-4-2-10 16,1 0-4-16,-4-3-12 0,0 0 14 0,10-11-10 15,-10 2-1-15,0-4-10 0,0 0-2 16,-3-5 18-16,6-3-19 0,-6 1 1 0,3-3 2 15,0 1-10-15,3-1 5 0,-3 3 11 16,0 2 9-16,0 0-7 0,0 4-8 0,0 1 3 16,3 1 5-16,-3 5-13 0,3 2 13 0,-2 0-2 15,-1 5 2-15,14 2 10 0,-14-2-5 0,16 10 7 16,-8 1-9-16,2-1 2 0,0 5-15 16,4-1 17-16,-4 4-7 0,4 1-3 0,-4 0-7 15,0 5 8-15,-3-2 14 0,7 4-27 0,-7 1-24 16,2 1-45-16,2-3-49 0,-4 0-52 15,-1-3-119-15,1 1-534 0,4-3 73 0,-5-5 56 16,1-1 79-16,0-5 64 0</inkml:trace>
  <inkml:trace contextRef="#ctx0" brushRef="#br0" timeOffset="77370.53">9084 17737 1156 0,'0'0'397'0,"-9"-4"-41"0,9 4-31 16,-11 0-38-16,11 0-31 0,-14 5-23 15,5 2-34-15,1 0-14 0,1 2-4 0,-3 1-17 16,4 2-26-16,-2 3-7 0,1-1-21 0,1 1-20 16,2 0-1-16,2 1-15 0,1-1-10 15,1-1-23-15,3 3-7 0,1-1-9 0,2 0-4 16,1-1 4-16,7 1-22 0,-4 0 10 15,5-1-13-15,1 1 0 0,1-1 23 0,0-1-23 0,0 1 7 16,3 0-1-16,-2-3 6 0,0 1-9 16,-2 1 10-16,-1-2 2 0,1 2-5 0,-2-4 11 15,-4 2-8-15,-3-1 20 0,2-2 3 16,-4-1 7-16,1 2-2 0,-2-3-10 0,-4 1 0 16,0 0-14-16,-4 1 14 0,-2-2 5 15,1 1-15-15,-5 1 12 0,1-2-18 0,-5 0-7 16,3 1-16-16,-2-1 16 0,-1-1-21 0,1 0-25 15,-1-3-55-15,4-2-42 0,-4 2-73 0,3-4-239 16,1-1-411-16,4-1 80 0,-2-4 64 16,2-2 66-16,-1-4 93 0,4-3 30 0</inkml:trace>
  <inkml:trace contextRef="#ctx0" brushRef="#br0" timeOffset="77745.04">9450 17921 1082 0,'7'18'323'0,"-3"-1"-29"16,2 0-7-16,1-1-29 0,-6 0-17 0,5 0-21 15,-3 0-33-15,1 3-8 0,2-2-20 0,-2 1-8 16,0 0-23-16,-1-3-10 0,0 2-21 0,1-3-15 16,-1-3-13-16,0 0-10 0,-3-2-3 15,4-3-20-15,-7 0-36 0,3-6-5 0,0 0 2 16,-4 1-10-16,4-1 3 0,-10-13 2 15,3 0 6-15,-3-4 15 0,0-3-6 0,-4-5 19 16,1-3 20-16,3 1 5 0,-2 0 6 16,3-3 14-16,-1 4-7 0,2 1 10 0,5 0-4 15,-1 1-1-15,1 1-8 0,0 1-12 0,3 3-3 16,3-2-3-16,0 2-7 0,4-3 15 0,1 4-15 16,-1 0 3-16,5 4-14 0,-1-3-2 15,0 3-5-15,1 3-10 0,0 3-16 0,1-1-15 16,-3 3-31-16,1 3-30 0,-2 0-82 15,1 2-14-15,-10 1-12 0,15 4-53 0,-8 1-80 16,-1 1-459-16,-3 1 42 0,2 1 64 0,-5 2 81 16,0 1 47-16</inkml:trace>
  <inkml:trace contextRef="#ctx0" brushRef="#br0" timeOffset="77894.97">9512 17912 647 0,'0'0'274'16,"6"4"-5"-16,-6-4-26 0,0 0-13 0,0 0-27 15,21-10-14-15,-11 6-18 0,3 0-14 16,-1-3-9-16,4-1-20 0,1 2-23 0,-3-1-31 16,3 0-51-16,1 0-59 0,-2 2-74 0,-3 0-146 15,2 2-409-15,-2 1 25 0,-5 2 69 16,-1-2 69-16</inkml:trace>
  <inkml:trace contextRef="#ctx0" brushRef="#br0" timeOffset="78111.79">9628 18198 970 0,'0'0'317'0,"0"0"-43"16,0 0-23-16,0 0-23 0,24-6-19 0,-13 2-14 16,2-1-23-16,4-1-6 0,0 0-23 15,0-2-25-15,4 0-3 0,-4 1-38 0,3-3-34 16,-3 3-43-16,4-3-64 0,-3 0-51 0,1 0-69 15,-5 0-223-15,3-1-274 0,4-3 46 0,-4 0 52 16,3-1 58-16</inkml:trace>
  <inkml:trace contextRef="#ctx0" brushRef="#br0" timeOffset="78395.71">10168 17598 767 0,'-3'-6'292'0,"3"6"-28"0,0 0-29 15,0 0-20-15,0 0-7 0,-14 18-29 16,10-7-3-16,-2 4-7 0,2 3-20 0,-2 5-11 16,2 2 13-16,1 4-23 0,3 4-8 0,-3 5-4 15,3-2-14-15,0 3-7 0,0 0-8 0,3 12 7 16,3-8-17-16,1-7 0 0,0 11 2 16,7-4-27-16,-1-8 4 0,1-7-7 0,0 0-9 15,3-1-1-15,0-4 12 0,7-2-13 16,0-3-12-16,3-3 10 0,-2 2-18 0,-2-9-5 15,4 0-13-15,-3 1-11 0,1-3-1 0,-2-4-32 16,-2 2-12-16,-1-2-34 0,0 0-38 16,-2-2-74-16,-1 0-110 0,-3 0-469 0,3-2 59 15,-4-2 67-15,-2 0 56 0,3-5 69 16</inkml:trace>
  <inkml:trace contextRef="#ctx0" brushRef="#br0" timeOffset="79061.86">10589 17945 880 0,'0'0'284'16,"3"17"-23"-16,0-6-23 0,4 1-18 15,0 4-10-15,3 3-10 0,0 0-26 0,2 6-15 16,1-3-8-16,-3-2-18 0,4 5-18 0,-4-4-13 15,-3 1 1-15,3-1-26 0,-3-2 7 0,0-2-15 16,-1-2-12-16,-3-1 4 0,1-1-2 16,3-5 10-16,-3 3 10 0,-4-5-12 0,3 0-3 15,-3-4-3-15,0-2-10 0,0 0 1 16,0 0-11-16,-6-14-6 0,5 3-19 0,-2-4 9 16,-4-3-14-16,3-7-6 0,1 0-3 0,0-3-2 15,3 0-5-15,0-1 28 0,3 4-15 16,0 0 10-16,0 3-11 0,-2 4 4 0,6 1-9 15,-4 2 1-15,4 3 30 0,0 3-15 16,2 1 3-16,2 4-1 0,-1 2 11 0,-3 4-6 16,7 1 3-16,-4 3 3 0,4 1-5 15,-1 4-1-15,-3 2 1 0,5 0-6 0,-2 2-12 0,1 2-5 16,-1 2-8-16,-3 0-29 0,1-1-42 16,-1 1-55-16,-3 1-66 0,4-4-141 0,-5 0-502 15,1-3 85-15,-1 2 62 0,2-8 71 16,-5-1 76-16</inkml:trace>
  <inkml:trace contextRef="#ctx0" brushRef="#br0" timeOffset="79811.53">11064 18173 880 0,'6'-7'292'0,"-2"1"-18"0,0 0-21 0,2-2-12 15,1-1-21-15,0-1-23 0,3 0-13 16,-3-1-20-16,-3 0 0 0,5 1-23 0,-1-2 2 15,-5 1-25-15,1 1 2 0,2-1-15 0,-6 0-13 16,3 1 3-16,-3 1 5 0,0 2-18 16,-3-1-13-16,3 1-5 0,-3 3-21 0,3 4 19 15,-7-4-11-15,7 4-5 0,0 0-10 0,-17 12 0 16,13-3-6-16,-2 1 9 0,-1 2-3 16,0 3-16-16,3 1 8 0,4 0-15 0,-3 0 5 15,0-2-3-15,3 1 3 0,3-1-5 16,0-2-5-16,1 1-8 0,3-2-28 0,0-1 17 15,0 0 11-15,2-3-2 0,3-2-6 0,0-2 0 16,3-2 3-16,-2-1-8 0,0-3-2 16,2 2 13-16,-2-4-9 0,1 0-7 0,-4 2 11 15,4-1-1-15,-4 0 3 0,0 0-3 0,-4 2-5 16,2 1-7-16,-1-1 2 0,-7 2 15 16,13 2-4-16,-13-2-1 0,8 6 8 0,-2-2 5 15,-2-1-7-15,2 3-1 0,-2 0 13 0,2-2-5 16,2 3-10-16,1-2 5 0,-2 0 8 15,0 0-8-15,1 0-15 0,2 0-1 0,-1-3 3 16,2 2 1-16,-4-2 22 0,0 1-8 16,2-2-14-16,-1 2 19 0,-2-1-9 0,-6-2-8 15,11 1-1-15,-5 2 16 0,2-1-20 0,-8-2 10 16,13 2-3-16,-7 0 3 0,2 2 5 16,-1-2 5-16,0 1 0 0,2 1-15 0,2-1 8 15,-1 0-3-15,0 1 2 0,4-2 13 0,-4 2 3 16,0-3 0-16,4 0-6 0,-4 1 1 15,4-2-10-15,-4-2 7 0,0 1 7 0,2-1-6 16,0-3 1-16,-2 1-7 0,-2 0 18 16,2-3-13-16,-6-1-2 0,2-2-1 0,1 0 9 15,-6-1-14-15,-1-2 6 0,-1 0-6 0,-3-5 8 16,-2 2-10-16,-1-3 13 0,-3 1 17 16,-1 0-22-16,1 4 10 0,0-1-6 0,-1 3 4 15,-2 1 14-15,3 0 3 0,-1 1-7 0,1 2 5 16,4 1-11-16,-2 0-5 0,1 1-10 15,1 1 10-15,0 1-2 0,2 0 5 0,1 1-18 16,3 3 7-16,0 0 19 0,6-9-19 0,-2 6 3 16,2 1-5-16,1 0 3 0,4-3 2 15,2 4-5-15,-3-4-25 0,4 1-1 0,3 0-46 16,-3 0-46-16,2 0-61 0,-1 0-87 0,1-1-102 16,-1 0-421-16,1-2 65 0,-2 2 68 15,-1-3 63-15,-2 1 70 0</inkml:trace>
  <inkml:trace contextRef="#ctx0" brushRef="#br0" timeOffset="80061.92">11894 17671 829 0,'0'0'299'16,"18"10"-27"-16,-8-2 12 0,-3 4-28 15,6 1-8-15,-2 4-18 0,6 8 3 0,-1 0-18 16,-1 2-25-16,5 13-24 0,0-1-17 0,-2 4 2 15,-8-7-13-15,3 8-13 0,-5-6-22 16,-1-5-9-16,-1 3-14 0,-2 1 2 0,-4-3-18 16,3 1-6-16,-7-2 4 0,4-4-3 15,-3-1-3-15,-3-2-15 0,2-1-5 0,-3-3-8 16,3-3-18-16,-2-3-2 0,2-2-41 0,-2-3-65 16,2-2-111-16,-3-4-255 0,3-4-363 15,4-1 70-15,0 0 78 0,-10-20 73 0,4 3 73 16</inkml:trace>
  <inkml:trace contextRef="#ctx0" brushRef="#br0" timeOffset="80378.18">12613 18163 924 0,'0'0'350'15,"0"0"-27"-15,0 0-34 0,0 0-28 16,0 0-28-16,31-12-23 0,-18 4-13 0,0 0-5 15,8-1-44-15,-3-1-27 0,1 0-21 0,2 0-47 16,-3 1-76-16,1 1-110 0,-4 0-187 16,1 0-432-16,-1 1 86 0,-2 0 57 0,1-1 64 15</inkml:trace>
  <inkml:trace contextRef="#ctx0" brushRef="#br0" timeOffset="80878.79">14339 17433 1185 0,'3'13'384'0,"-2"1"-26"15,5 3-53-15,-3 2-19 0,1 5-32 0,2 1-21 16,-2 1-29-16,3 2-22 0,0 4-5 0,0-1-42 15,-1 2-40-15,-2 1-59 0,3-1-136 0,0 3-82 16,-4-4-163-16,0-2-408 0,0-3 44 16,-3-2 77-16,-3 0 48 0,0-6 57 0</inkml:trace>
  <inkml:trace contextRef="#ctx0" brushRef="#br0" timeOffset="81101.23">14048 18235 793 0,'0'0'333'0,"0"0"-24"15,0 0-22-15,0 0-21 0,0 0-30 0,27-12-8 16,-9 7-21-16,5-2-18 0,1-2-32 16,7-1-4-16,3-1-25 0,0 0-13 0,0-1-2 15,15-3-11-15,-9 3-15 0,-9 4-25 0,3-1-37 16,-3 4-50-16,-4 1-52 0,-3 3-54 0,-6-1-173 15,-1 5-454-15,-3 1 44 0,-7-1 69 16,2 2 74-16,-9 1 59 0</inkml:trace>
  <inkml:trace contextRef="#ctx0" brushRef="#br0" timeOffset="81495.43">14414 18396 1274 0,'3'6'376'0,"-3"2"-20"0,3-1-43 0,1 3-24 16,3 1-23-16,-3 3-23 0,-1 1-33 0,4-1 0 15,-1 3-36-15,-2-2-13 0,6 2-7 0,-3-1-29 16,3 1-4-16,-3 0-9 0,4-2-14 16,-2-2-11-16,1 0-16 0,1-1-9 0,-1-1-16 15,4-3 0-15,-4 0-13 0,0-4-5 16,4 1-10-16,-4-4-20 0,0-1 4 0,1-4-15 15,-1 0 3-15,-3-3-15 0,0-3-6 0,3-4 5 16,-6 0-2-16,2-1 13 0,-6-1 10 16,4 1 2-16,-1 2 8 0,0 3 10 0,1-1-2 15,-3 1 10-15,-1 4 5 0,0-1-10 0,0 7 0 16,3-3-2-16,-3 3 2 0,0 0 10 16,0 0-3-16,6 16-7 0,-6-6-13 0,1 1 11 15,2 3-1-15,0 1-10 0,0 2 11 0,-2-1-16 16,5 2-13-16,-2 0 13 0,0-2-31 15,2 2-43-15,-2-2-67 0,-1-1-77 0,3 0-199 16,2-4-443-16,-4-2 67 0,2-4 84 16,0-4 71-16,-6-1 60 0,0 0 84 0</inkml:trace>
  <inkml:trace contextRef="#ctx0" brushRef="#br0" timeOffset="81795.23">15097 17248 1126 0,'1'-5'386'16,"2"2"-32"-16,0-2-42 0,5 1-31 15,1 0-14-15,-2 0-19 0,4-1-25 0,2 2-29 16,0-1-20-16,5-1-23 0,-1 3-15 16,0-4-6-16,-2 4-12 0,1-2-28 0,1 2-49 15,-7-1-59-15,3 2-100 0,-2 0-202 0,-4 1-161 16,0 0-295-16,-1 1 52 0,-6-1 99 0,0 0 49 16,0 0 41-16</inkml:trace>
  <inkml:trace contextRef="#ctx0" brushRef="#br0" timeOffset="82061.48">15019 17287 719 0,'0'9'263'0,"0"1"-9"0,0 4-8 0,0 1-14 16,0 2-16-16,4 5-1 0,2 5-24 15,1 5-16-15,-1 2-12 0,5 13-4 0,-1 1-10 16,4 2-11-16,-4 0-3 0,4 2-4 15,-3 1-18-15,2 1-6 0,1 2 3 0,-4-2-13 16,3 2-4-16,-2-1 6 0,2 1-22 0,-3 0-3 16,4 0-4-16,-4-3-1 0,5 4-3 0,-5-4-4 15,0 1-9-15,4-1 11 0,-1-2-15 16,-2 3-11-16,2-2 1 0,0-3 4 0,-2-4-2 16,2 1-2-16,-2-2-1 0,-1 4 0 15,0-4 60-15,1-6-9 0,-4-8-2 0,3 0-18 16,-3-6 1-16</inkml:trace>
  <inkml:trace contextRef="#ctx0" brushRef="#br0" timeOffset="82195.07">15696 19042 5375 0,'24'-23'-87'16,"0"2"-80"-16,0-3-73 0,-4 3-188 0,-3-1-465 15,1 2 84-15,-5 0 77 0,1-1 74 0,-7-1 59 16,-1-3 64-16</inkml:trace>
  <inkml:trace contextRef="#ctx0" brushRef="#br0" timeOffset="82911.29">15839 17520 831 0,'-7'-3'323'0,"7"3"-29"0,0 0-30 16,0 0-13-16,-9 13-34 0,9-4-17 16,-1 4-3-16,-2 1-38 0,6 3-18 0,-2 2-1 15,2 5-4-15,0-1-16 0,4 1-25 0,0-1-10 16,3 1-1-16,3 1-5 0,-1 0-10 15,1-6-7-15,0-2-8 0,1 1-6 0,0-3 1 16,0-3-6-16,2-2-7 0,-2-3 3 0,-4-2-1 16,5-4 0-16,-6-1 6 0,2-1-13 15,2-5-1-15,-3-3 4 0,-3-3 1 0,0-3-11 16,-3 0-4-16,-1-3 8 0,-3-4-2 0,-3-5-8 16,-5-2 0-16,-1-3 12 0,-1 0 4 15,-4 3 4-15,3 1-2 0,-6 3-3 0,4 2 3 16,-2 3-8-16,2 2 10 0,0 3-4 0,-1 2-16 15,1 1 5-15,1 4 2 0,-1 1-12 16,3 3 8-16,-1 1-1 0,1 1-7 0,-3 5-18 16,2 0-21-16,2 2-35 0,2 1-44 15,-1 2-46-15,2 4-69 0,3 0-77 0,2 1-517 16,5-1 46-16,-1 1 54 0,4-3 94 0,3 0 57 16</inkml:trace>
  <inkml:trace contextRef="#ctx0" brushRef="#br0" timeOffset="83245.05">16513 17273 1164 0,'0'0'371'0,"0"0"-30"0,0 25-32 16,3-12-6-16,0 2-24 0,2 2-36 15,1 5-33-15,-2 0 2 0,2 2-28 0,1 7-25 16,4 0-18-16,-2 2-6 0,-2-1-50 0,4 3-36 15,2 6-60-15,-3-4-73 0,1-7-116 16,-1 1-578-16,3-5 43 0,-2-4 55 0,-1-5 58 16,-3-5 53-16</inkml:trace>
  <inkml:trace contextRef="#ctx0" brushRef="#br0" timeOffset="83544.46">16718 17006 1021 0,'13'-7'276'0,"-2"4"-17"15,-1 2-37-15,-3 4-14 0,0 0-11 0,3 2-10 16,-6 2-26-16,2 3-13 0,-2 3-7 16,2 2-26-16,-3 1 8 0,-3 2-25 0,2-1 4 15,-4 2-12-15,-1-2 4 0,0 1-2 0,0-1-20 16,-1 0 7-16,1-2-7 0,0 0 2 15,0-4-10-15,2 0-7 0,-2-2-16 0,3-2 12 16,0 1-9-16,3-1 10 0,-2-3-11 0,5 0-10 16,1 1 3-16,4-3 0 0,2 0-15 15,0-2-9-15,5 0-24 0,2-2-37 0,0 1-38 16,4-1-51-16,0-2-77 0,4 3-144 16,-1-3-427-16,4-1 67 0,-3-1 61 0,1-3 65 15,2-1 55-15</inkml:trace>
  <inkml:trace contextRef="#ctx0" brushRef="#br0" timeOffset="83728.35">17545 17073 957 0,'1'8'348'16,"-1"3"-26"-16,0 3-9 0,3 3-24 0,-3 0-25 16,0 3-21-16,3 0-28 0,0 2-26 15,1 2-17-15,2 2-8 0,-2 1-6 0,3-1-22 16,-3 4-54-16,2 1-36 0,-2 1-59 0,2 0-87 15,-2-7-156-15,3 1-537 0,-4-1 58 0,-2-5 67 16,2-3 67-16,-3-4 73 0</inkml:trace>
  <inkml:trace contextRef="#ctx0" brushRef="#br0" timeOffset="83928.29">17453 17539 1323 0,'-7'-3'394'0,"7"3"-23"15,-1-6-38-15,1 6-41 0,1-7-11 0,3 1-30 16,2 0-20-16,1 0-32 0,6-1-25 16,5 0-18-16,3-3-22 0,-1 3-35 0,7-1-24 15,4-2-29-15,3 2-46 0,0 0-46 0,1-2-52 16,2 1-83-16,-2 0-116 0,12-5-471 16,-5 2 5-16,-8-1 87 0,9-4 70 0,-4-3 65 15</inkml:trace>
  <inkml:trace contextRef="#ctx0" brushRef="#br0" timeOffset="84261.19">18338 17106 1080 0,'0'0'350'0,"0"0"-32"15,0 0-9-15,0 0-22 0,-7 21-39 0,4-10-12 16,-1 3-24-16,1 1-17 0,-3 3-1 16,3 1-19-16,2 0-27 0,1-1-28 0,0 2-12 0,-4 0-3 15,8-2-8-15,-4 3-7 0,4-3-14 16,-1 0 4-16,3-1-21 0,-2-3 5 0,3 0 12 15,0-2-35-15,0-2-5 0,0-2 5 16,2-3-10-16,2-1-11 0,-1-3 14 0,-3-2 7 16,4-2-11-16,-1-3-2 0,0-2 1 0,0-4-14 15,-6-3-5-15,2-2 13 0,-2-6-5 16,-4-2 8-16,0-1-6 0,-3-2 21 0,-1-1-10 16,-2 4 10-16,-2-3-13 0,1 4 16 0,0 1 4 15,-6 4-20-15,3 1 0 0,-4 3-2 16,3 5-11-16,-2 1 8 0,-4 2-2 0,3 3-3 15,-3 3-13-15,4 3-10 0,-2 2-21 16,-1 5-48-16,6 1-39 0,-1 2-56 0,1 2-74 16,4 1-136-16,5 2-509 0,1-4 74 0,4 2 72 15,2-3 74-15,1 1 95 0,4-1 40 0</inkml:trace>
  <inkml:trace contextRef="#ctx0" brushRef="#br0" timeOffset="84411.88">18799 17295 1351 0,'5'-4'422'0,"-5"4"-66"0,3-4-36 0,-3 4-64 15,0 0-79-15,0 0-88 0,3-6-96 0,-3 6-134 16,0 0-561-16,7 0 24 0,-7 0 82 16,10-4 43-16</inkml:trace>
  <inkml:trace contextRef="#ctx0" brushRef="#br0" timeOffset="84614.06">18947 17061 926 0,'6'13'420'16,"-2"-6"-54"-16,-3 7-15 0,2 1-31 0,0 2-31 16,0 4-23-16,4 1-18 0,-3 1-20 15,6 2-21-15,-6 0-27 0,5 2-17 0,-2 1-24 16,0 1-19-16,0 0-15 0,3 1-21 15,-3-3-48-15,-1-2-49 0,-1-2-61 0,1 1-100 16,1-4-333-16,-3-2-314 0,5-5 73 16,-4-4 83-16,-2-5 66 0,0-1 56 0</inkml:trace>
  <inkml:trace contextRef="#ctx0" brushRef="#br0" timeOffset="84928.38">19207 16754 767 0,'10'-9'336'0,"0"4"-47"0,4 0-20 0,-4 5-13 15,0 1-21-15,1 1 8 0,-4 2-35 0,2 6-27 16,-1 0-9-16,2 4-21 0,-4 1-20 16,-2 0-24-16,-1 3-5 0,0 0-4 0,-3 0-6 15,0 1-10-15,1 0-5 0,-1-2-13 16,0-2-6-16,0-3 14 0,0 1-26 0,0-2 0 15,0 0 3-15,4-2 7 0,-4-3 0 0,0 1 1 16,3-1-9-16,3-3 1 0,-2 0-5 16,3-2-9-16,4-1-1 0,2-1-1 0,0 0-15 15,4-3-36-15,1 2-36 0,2-1-43 0,1-2-49 16,6 1-64-16,0-3-169 0,-3 1-427 0,6 0 59 16,-2 0 68-16,0 1 67 0,5-2 52 15</inkml:trace>
  <inkml:trace contextRef="#ctx0" brushRef="#br0" timeOffset="85110.98">20143 16855 1116 0,'3'10'337'0,"1"1"-35"0,-1 1-17 0,2 4-29 16,-2 1-31-16,3 4-20 0,1 3-16 0,0 1-18 15,3 4-12-15,-3 0-23 0,0 2-13 16,-1-1-31-16,-2-3-46 0,0 1-61 0,-1-1-78 15,0-1-163-15,-2 2-529 0,-1-3 81 0,-1-4 61 16,-2-3 62-16,0-4 56 0</inkml:trace>
  <inkml:trace contextRef="#ctx0" brushRef="#br0" timeOffset="85328.24">20069 17371 1169 0,'0'0'430'0,"-4"-6"-64"16,4 6-25-16,0-9-26 0,0 9-36 0,7-8-16 16,0 1-43-16,2-1-20 0,6 1-11 15,1-2-22-15,2-2-21 0,6 3-13 0,-4-2-26 16,7 2-17-16,-3-2-29 0,0 2-43 0,-4 1-51 16,1-2-90-16,-3 3-97 0,-2 1-269 15,2-1-333-15,-2 0 78 0,-2-4 81 0,-1 2 82 16,-6-2 33-16</inkml:trace>
  <inkml:trace contextRef="#ctx0" brushRef="#br0" timeOffset="85944.91">21189 17042 1348 0,'0'-4'377'15,"0"4"-24"-15,0 0-46 0,0 0-25 0,0 0-31 16,-17 14-26-16,10-5-31 0,0 3 1 15,-2 3-29-15,-2 3-2 0,1 2-18 0,0 2-13 16,-1-2-23-16,1 2-23 0,3-1 23 16,1-1-20-16,1 3-8 0,2-6-21 0,0-1 6 15,3-1-11-15,3 0-15 0,0-1 13 16,2-2-13-16,5-1-3 0,-1-3-5 0,2-2-7 0,0-1 2 16,2-2-5-16,1-3 16 0,2-2-6 15,-4 1-10-15,1-5-8 0,1-1 13 0,-1-4-5 16,-6-1-20-16,3-2 5 0,-6-3 12 15,-1 3-17-15,0 1 27 0,-6-3 1 0,0 1-5 16,-5 3-13-16,2-1 2 0,-4 3-2 16,-4 2-6-16,0 1 9 0,1 4-11 0,-5 1 18 15,1 2-18-15,-3 3 0 0,3 0-2 0,-3 3-19 16,5 0-27-16,-1 1-34 0,2 2-28 16,4 0-41-16,-1 1-77 0,8 0-114 0,2-3-557 15,2 0 73-15,2-1 71 0,5-1 94 16,-2-1 50-16,4-3 53 0</inkml:trace>
  <inkml:trace contextRef="#ctx0" brushRef="#br0" timeOffset="86278.27">21787 17102 1113 0,'0'11'374'15,"5"2"-36"-15,-5 2-21 0,6 0-43 0,-3 5-26 16,1-3-28-16,2 5-12 0,1-1-32 0,1 1-27 16,-2 1-52-16,1 0-64 0,2-1-107 15,-1-2-156-15,-1 2-541 0,0 0 67 0,2-6 59 16,-4-2 67-16,-2-4 56 0</inkml:trace>
  <inkml:trace contextRef="#ctx0" brushRef="#br0" timeOffset="86594.97">22119 16562 872 0,'11'-2'346'0,"2"2"-34"0,-6 2-38 16,3 3-23-16,-3 2-21 0,0 2-15 15,-1 6-15-15,-2-1-21 0,3 4-25 0,-6 0-19 16,-1 4-12-16,0 3-18 0,-1 0-5 0,-3 0 0 16,-2 0-21-16,-1-3 1 0,3 2-16 0,-2-3-3 15,-2-3-2-15,5-2-8 0,0-1-2 0,0-3-11 16,-1 0-12-16,1-2 20 0,3-3-8 0,3 1-12 16,0-2-16-16,1-1 8 0,2-3-13 15,5 2-13-15,-1-1-25 0,5-2-18 0,-2-2-36 16,4 1-31-16,0-3-51 0,4 0-28 15,3 0 8-15,-1-3-126 0,4 1-356 0,1-3-10 16,3-3 49-16,3 0 56 0</inkml:trace>
  <inkml:trace contextRef="#ctx0" brushRef="#br0" timeOffset="86777.62">22906 16748 775 0,'9'6'253'0,"-5"-2"-9"0,-1 3-6 15,1 1-16-15,0 2-19 0,-1 5 1 16,0 2-32-16,-2 1-3 0,5 5-10 0,-3 2-19 15,4 0-12-15,-4 6-15 0,5 2-13 16,-1-1 5-16,-1 1-23 0,1-1-13 0,0 0-28 16,0 0-44-16,-1 0-46 0,1-2-86 0,-3-3-149 15,-1-2-456-15,4-3 59 0,-6-4 72 16,2-5 64-16</inkml:trace>
  <inkml:trace contextRef="#ctx0" brushRef="#br0" timeOffset="86961.27">22851 17224 1295 0,'-3'-4'414'0,"2"0"-37"0,1 4-27 15,1-10-43-15,2 8-30 0,5-4-31 0,1 1-16 16,1 2-38-16,4-2-15 0,9 0-11 0,-2-1-33 16,-1 3-43-16,5-2-49 0,5 0-49 15,-3 0-59-15,-2 0-73 0,6 0-121 0,-4-1-541 16,1-1 52-16,5-3 62 0,-5-2 66 15,0-1 66-15</inkml:trace>
  <inkml:trace contextRef="#ctx0" brushRef="#br0" timeOffset="87277.93">23667 16865 982 0,'0'8'305'0,"-3"2"-18"15,0 3-26-15,2 3-21 0,-2 3-19 0,0 1-14 16,0 2-23-16,3 3-20 0,-3 0-5 0,3 0-19 15,0 0-6-15,3 0-19 0,0-2-18 0,0-3 0 16,1-1 1-16,2-3-27 0,-1-1-4 16,4-2-3-16,-2-1-13 0,0-5-8 0,4-1-2 15,-1-4 18-15,4-2-28 0,-4-1-3 16,3-6 3-16,1-1-5 0,2-8 2 0,-1-2 0 16,-2-5-3-16,-3-4 9 0,4 0 17 0,-7-4-5 15,0 0 21-15,-3 6 7 0,-1 0 10 0,-3 4 6 16,0 1 2-16,-3 0-8 0,-1 2-14 15,-3 3-12-15,0-2-1 0,-1 6-16 0,-5 1 10 16,0 2-2-16,-1 2-19 0,1 2-22 16,0 4-13-16,-5 0-44 0,5 6-53 0,-5 2-52 15,4-1-76-15,4 4-159 0,3 1-502 0,1-3 87 16,2 0 82-16,4-2 75 0,-4-1 55 16,8 1 52-16</inkml:trace>
  <inkml:trace contextRef="#ctx0" brushRef="#br0" timeOffset="87428.11">24033 17087 1407 0,'5'-4'400'16,"-2"1"-32"-16,0-1-81 0,2 1-93 0,-3-3-91 16,4 2-213-16,-2 2-599 0,2-3 69 0,2 3 46 15,-5-4 54-15</inkml:trace>
  <inkml:trace contextRef="#ctx0" brushRef="#br0" timeOffset="87744.49">24283 16781 1233 0,'11'-1'374'15,"-2"0"-49"-15,-9 1-25 0,21 2-29 0,-11 0-20 16,0 3-29-16,7 2-14 0,-6 2-9 0,0 0-4 15,-1 4-26-15,-4-1-23 0,1 4-8 16,0-3-10-16,-4 6-10 0,-2 0-18 0,2 0-6 16,-6 2 1-16,2 1-18 0,-2-2-3 15,-4 1-23-15,3-2 11 0,-2-1-1 0,2-2-15 16,-2-1-5-16,3-3-23 0,2-1 20 0,1 1 11 16,0-3-21-16,-3-2 3 0,7 1 7 0,-1-1-12 15,3-1 17-15,1-2-7 0,4-1-15 0,-1 0 9 16,6-3-7-16,-1 0-15 0,1 0-28 15,5-2-24-15,0-2-53 0,3 0-80 0,3-4-125 16,-3 1-632-16,3-2 94 0,-6-2 111 16,7-4 56-16,-9 2 43 0,2-5 87 0</inkml:trace>
  <inkml:trace contextRef="#ctx0" brushRef="#br0" timeOffset="88043.94">24768 16573 1256 0,'4'-7'394'0,"-4"2"-48"0,7 0-26 0,-3 3-31 16,2 0-40-16,4 1-6 0,-10 1-39 15,18 3-29-15,-8-1-17 0,3 4-17 0,-2 2-8 16,-1 1 3-16,1-2 2 0,0 3-28 0,-6 0-10 16,2 1-5-16,0 1-26 0,-3 0-3 0,-1 1 6 15,-3 0-13-15,0 0-8 0,0-1 3 16,-3 1 7-16,-1-1-25 0,0 1 8 0,1-1-1 15,3-2 3-15,-2-1-20 0,-3-3 10 0,5 3-6 16,0-4-4-16,-3 2 0 0,3-3 2 16,3 2-5-16,-3-6-36 0,7 3-33 0,-7-3-44 15,14-2-66-15,-4-1-118 0,0-2-614 0,1-3 61 16,2-1 64-16,-2-3 72 0,2-2 72 16,-3-5 84-16</inkml:trace>
  <inkml:trace contextRef="#ctx0" brushRef="#br0" timeOffset="88560.88">25121 16073 1151 0,'0'-6'313'0,"0"6"-16"15,0 0-36-15,13-4-23 0,-6 3-28 16,4 1-18-16,2 0-16 0,5 1-22 0,4-1-13 15,0 2-19-15,2 0 1 0,0-2-15 16,3 4-13-16,-1-2-19 0,-1 1-7 0,2 0 6 16,-2-1-16-16,2 3-1 0,2 0-9 0,-7 2 0 15,2-1-6-15,0 2-12 0,0 1 7 0,-4 1 3 16,1 5-18-16,-1 0 0 0,-3 5-7 0,1 3 12 16,-5 2-15-16,-2 2 5 0,2 3-1 15,-6 1-4-15,0 4 3 0,0 1 2 0,-4 2-6 16,4 13 4-16,-4 1 25 0,-3-8-26 15,5 10-12-15,-4 0 2 0,0 1 2 0,-1 0 1 16,4 2-3-16,-1 0 5 0,1 0-15 0,-1 1 16 16,3-4 76-16,-2 1-3 0,3-1-20 15,-3 0 8-15,5 4-19 0,-5-1-4 0,-1 1-11 16,1-5-4-16,2-2 4 0,2-3-2 0,-1-6 2 16,-1-8-7-16,0 2-16 0,-2 0-2 0,4 0 10 15,-2-1-10-15,-2 1-8 0,-1-2 28 16,3-2-17-16,-2-4 12 0,0-1-15 0,-1 1-3 15,-1-3 8-15,-1 0-5 0,0-2 5 0,-1-1 5 16,0-2-16-16,-1-2 27 0,-2 1-4 16,-7 1-1-16,3 0-12 0,0-1 6 0,-3 0-5 15,-4-2-5-15,-2 1-13 0,-5-1 8 0,-3 1-11 16,-4-3-50-16,-16 5-83 0,-7 0-197 0,-5-4-611 16,-8-1 76-16,-4-4 77 0,-21-1 82 15,-4-4 69-15,-9-4 64 0</inkml:trace>
  <inkml:trace contextRef="#ctx0" brushRef="#br0" timeOffset="93227.11">3075 3970 668 0,'-7'-7'261'0,"0"0"-34"15,3 1 9-15,1 2-24 0,3 4-27 0,-6-4-24 16,6 4-23-16,0 0-30 0,0 0-6 0,0 0-7 16,0 0-8-16,13 21 0 0,-5-9 2 15,1 1-14-15,1-1 1 0,4 5-17 16,-4 0-10-16,3-5 0 0,1 3-1 0,0 0 19 0,1-3-8 15,0 0-8-15,0-3-2 0,-1-1 14 16,3 0 9-16,0-5 13 0,6-2 2 0,-2-2-5 16,4-2 7-16,6-6-4 0,15-11-6 15,-1-1 8-15,3-8-18 0,0 0-5 0,10-10-5 16,-3-4 18-16,2-4-21 0,-5-3-2 0,3 0-8 16,-4-3 0-16,0 2-2 0,1-5-14 0,-2 4-12 15,-1 2-13-15,-2 1-5 0,1 3-15 16,-10 9-47-16,3 2-60 0,-3 2-111 0,6 2-615 15,1 3 55-15,-4-3 84 0,-4-2 72 16,-10 0 73-16,-9 4 63 0</inkml:trace>
  <inkml:trace contextRef="#ctx0" brushRef="#br0" timeOffset="128039.73">19426 2666 389 0,'-4'7'140'0,"1"1"-12"0,-1-1 8 0,0-1-23 16,1 0-19-16,0 2 14 0,0-2 2 0,-1 1-13 15,1 1-15-15,0 1 15 0,-1-1-12 16,0 2 4-16,1-2-14 0,-1 1-14 0,1 1 6 15,0-1 7-15,-1 0-18 0,1 1 11 0,0 0 2 16,0 2-3-16,2-4-12 0,-3 2-5 16,1 2 10-16,0-4 0 0,3 4 12 0,-1-3-4 15,-2 1-1-15,3 1-2 0,0 1-7 0,0-4-14 16,0 3 3-16,0-2 0 0,0 2-10 0,3 1 15 16,-2 0-15-16,-1-4 0 0,3 4 5 15,0-1-18-15,1-1 3 0,-3 2-3 0,5-1 0 16,-3 0-3-16,1 1 3 0,2 1-10 15,1-1 7-15,1-1 6 0,-2-1-13 0,1 4 10 16,3-4-3-16,-3 1-15 0,3-1 6 16,-3 1 4-16,0 0-15 0,3 1 3 0,0-3 15 15,0 1-8-15,-2-1 8 0,2 1-8 0,-3-2-10 16,6 0 8-16,-6 1-3 0,0-1-3 0,3-1 14 16,-3 3-16-16,3-3 5 0,-3-1 2 15,0 2-4-15,3-3 2 0,-3 2-5 0,0 0 10 16,-1 0-7-16,2 0 5 0,-1-3-16 15,-1 3 8-15,1-1 0 0,1-2 2 0,-2 3-2 16,1-2 3-16,2-2-6 0,-1 3 3 16,-1-2 6-16,-1 0 19 0,1-2-15 0,0 0-2 0,3 3 2 15,-3-3 6-15,3 1-3 0,-2 0 2 16,2-2-13-16,0 2-2 0,1-2 11 0,-2 2 1 16,1-2-12-16,1 2-2 0,-1-3 4 0,-3 4 9 15,3-4-6-15,1 1-3 0,-2 0 6 16,-2 0-11-16,4-1 16 0,-1 1-5 15,-3-1-8-15,-7 0 10 0,17-1 0 0,-7 1-2 16,-3-1-3-16,4-1 8 0,-2 2 0 0,-2-4 0 16,0 3-1-16,4-2-6 0,-1-1 22 0,-1 1-21 15,2-1 9-15,-4-1-1 0,3 0 3 16,1 1-5-16,-4-2-3 0,3-1 13 0,-1-1-20 16,-1 1-3-16,2 2 2 0,0-4 19 0,-2-3-11 15,1 3-2-15,-2 0-1 0,4-1-2 16,-4 0 1-16,-1-2 4 0,4 0-3 0,-2 3-7 15,-2-4 3-15,1 3-3 0,-1 0 18 0,-2-3-21 16,4 3-7-16,-2-1 20 0,1-1-12 16,-1 0-6-16,-2 2 8 0,2-2 13 0,-1 2-11 15,-2-1 6-15,3-1 0 0,-5 1 10 0,5 1 0 16,-3-2-18-16,-3 0 0 0,4-1 12 16,-4 2-1-16,4-2 12 0,-4 1-13 0,0-1 3 15,-4 1 10-15,4-2-15 0,-3 2 17 0,2-1 3 16,-2 1-5-16,0-1 18 0,-1 0-20 0,-2-2 4 15,3 1-9-15,-5-1-1 0,4 1 6 16,-2 0-11-16,-1 0 3 0,1 0-3 16,-2 0-5-16,2-1 10 0,-1 2-4 0,0 1-4 15,1-1 3-15,-5 1-15 0,4 1 16 0,1-1-14 16,-1 2 8-16,-4-1-10 0,4 3-3 0,-2-1 8 16,1 0 3-16,-2 2-6 0,0-1 11 0,-4-1 0 15,4 3-3-15,-5-2-13 0,-1 3 6 16,-1-1-9-16,-3 0 4 0,-1 2-4 0,-6 0 4 15,2 1 2-15,-1-1 7 0,1 1-15 16,-2 2-2-16,0 1-13 0,-4 1-16 0,3 2-4 16,-6-1-9-16,0 4-42 0,0 1-14 15,-3 5-51-15,-11 5-41 0,4 2-120 0,2 3-461 16,1 0 62-16,0 1 76 0,3-1 49 0,7-2 72 16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9T18:10:41.7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0,'0'3328,"0"-3304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9T18:11:10.70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1,'0'3535,"0"-3511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9T18:11:46.618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1,'6456'0,"-6414"0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9T18:12:04.19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0,'6593'0,"-6573"0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9T18:12:07.9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0,'4'0,"9"0,18 0,15 0,15 0,10 0,11 0,16 0,-6 0,-2 0,-5 0,-13 0,-15 0,-9 0,-13 0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9T18:13:35.58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2888,'2869'-2869,"-2851"2850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9T18:13:47.31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2745,'2728'-2728,"-2711"2711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9T18:14:11.825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0 0,'5846'0,"-5812"0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9T18:11:52.832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1,'5936'0,"-5907"0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9T18:11:54.28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1,'4'0,"17"0,9 0,10 0,15 0,2 0,6 0,-3 0,-4 0,-8 0,-9 0,-2 0,-4 0,-3 0,-4 0,-5 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12-29T18:14:34.374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 1,'0'3545,"0"-3513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15:09.91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24575,'0'0'-8191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15:11.01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24575,'0'0'-8191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15:12.1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24575,'0'0'-8191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15:13.24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0 0 24575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15:16.08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24575,'0'0'-8191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15:39.07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24575,'0'4'0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15:40.13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24575,'0'0'-8191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15:40.85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15:41.53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24575,'0'0'-8191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15:42.4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2-29T18:15:48.14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24575,'0'0'-8191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8T10:02:31.02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24575,'0'0'-8191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8T10:02:31.02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24575,'0'4'0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8T10:02:31.0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24575,'0'0'-8191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8T10:02:31.025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8T10:02:31.02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24575,'0'0'-8191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8T10:02:31.02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5-08T10:02:31.028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24575,'0'0'-8191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5:50:01.9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24775 1477 665 0,'0'0'284'0,"0"0"-28"15,-10 11-23-15,7-4-26 0,1 4-17 0,-6 3-24 16,5 4-17-16,-2 4-6 0,2 0-15 16,0 3-8-16,-1 0-20 0,1 1 5 0,3 1-26 15,-3-2 1-15,3 1-16 0,-1-1 10 0,1-3-7 16,-3 1-14-16,3-2 1 0,0-2-5 15,0 1-11-15,0-1 6 0,0-2-9 0,0-3-22 16,0-2 18-16,0-1 2 0,0 1 11 0,0-5 2 16,0 2 18-16,0-5-16 0,0-4-4 0,0 0-1 15,0 0-2-15,0 0 5 0,0 0-12 16,0-21-4-16,0 6 1 0,0-4-8 0,0-6-2 16,0-3 4-16,3-2 1 0,-2-7-6 0,2 2 11 15,4-1-8-15,-1-13-10 0,5 11 7 16,-4 3-7-16,6 3 15 0,-2 2 6 0,-1 2-4 15,4 0 9-15,2 3-14 0,-1 3 1 16,1 5-6-16,-1 2-7 0,1 4 3 0,1 2-11 16,-3 4 10-16,6 1-12 0,-6 3 9 0,0 2-14 15,2 3 10-15,-4 1-11 0,1 3 0 0,0 1 14 16,-2 1-19-16,-1 3 5 0,-7 0 1 16,0 1 7-16,-2 0 0 0,-5 4 3 0,-2 2-1 15,-4-2-7-15,-2 3 13 0,-1-4 0 0,-4-1-5 16,4 1 2-16,-1-4-5 0,0-1 3 15,4-1-6-15,-4-3 1 0,4 0 12 0,0-2 3 16,1-1-2-16,-1 1 4 0,2-3 8 0,0 1-2 16,2-1-8-16,2 0 7 0,-2-1-2 0,6-2-10 15,-7 5-8-15,7-5 0 0,-5 5-2 16,2-2 2-16,3-3-8 0,3 9 6 0,-1-4-6 16,6 3 1-16,-3 0 4 0,8 3 11 0,1 3-8 15,0 0 8-15,6-1-18 0,1 3 8 16,-1 2-3-16,7 0 5 0,-2-1 2 0,-1-1-12 15,3 3 3-15,-3-2-11 0,3-1-36 16,-3 0-35-16,0 2-57 0,-3-4-110 0,-4-2-151 16,0 1-435-16,-3-5 62 0,3-1 81 0,-7-4 82 15,-3-2 57-15</inkml:trace>
  <inkml:trace contextRef="#ctx0" brushRef="#br0" timeOffset="366.58">25544 1055 1238 0,'14'-11'354'0,"0"0"-22"0,-3 3-45 16,0 2-18-16,-3 1-39 0,3 4-20 16,-4 1-23-16,3 3-33 0,1 1-6 0,-1 3-17 15,0 2-24-15,-4 1-7 0,2 4-8 0,-5 1-15 16,2 2 10-16,-7-1-10 0,-1 2-8 15,0 1-15-15,-5 0 7 0,1 3-10 0,-2-2-20 16,2 0 5-16,-4-2 2 0,5-2-7 0,-1-3 5 16,0 2-11-16,4-7 6 0,-2 4 15 15,2-3-15-15,0-1 25 0,0-1-15 0,2-1 23 16,1 0 8-16,0-6-13 0,4 6-11 0,3-5 8 16,4-1-4-16,2-1-16 0,4-1 4 0,0-1-9 15,3-1 5-15,1 1-3 0,1 0-15 16,-3-1 0-16,5 1-13 0,-4 0-28 0,1-1-56 15,0 3-44-15,-1-2-59 0,0 3-92 0,-5 2-153 16,3 0-433-16,-5-2 54 0,0 4 84 16,-3-2 72-16,1 2 69 0,-5-2 46 0</inkml:trace>
  <inkml:trace contextRef="#ctx0" brushRef="#br0" timeOffset="568.29">25808 1691 770 0,'0'0'348'0,"-3"5"-5"0,3-5-26 0,-1 5 1 16,1-5-29-16,0 0-23 0,7 4-22 15,-7-4-37-15,18-3-15 0,-8 2-8 0,7 0-25 16,-1-3-3-16,2 2-38 0,2-3-39 0,-2 4-43 16,5-4-44-16,-3 3-92 0,-2 1-120 0,-1-1-210 15,0 2-333-15,-2-1 80 0,-2 2 43 16,-4-1 69-16,-9 0 64 0</inkml:trace>
  <inkml:trace contextRef="#ctx0" brushRef="#br0" timeOffset="749.91">25795 1917 880 0,'-5'4'323'0,"-1"-2"2"0,5 1-21 0,1-3-7 15,-6 4-31-15,6-4-35 0,0 0-16 16,0 0-21-16,0 0-22 0,10 5-19 0,-10-5-9 15,18-2-11-15,-5 2-28 0,4 0 0 16,0-2-69-16,7-1-54 0,-3 2-46 0,6-1-90 16,1-2-104-16,-5 3-492 0,4-5 38 0,1 2 67 15,2-1 56-15,-5-4 59 0</inkml:trace>
  <inkml:trace contextRef="#ctx0" brushRef="#br0" timeOffset="1016.88">26695 1353 760 0,'0'0'302'0,"0"0"-36"0,0 0-23 16,0 0-12-16,1 22-14 0,-1-9-2 15,-1 4-15-15,-1 1-18 0,2 4-11 0,-3 3-17 16,3 1-3-16,0 4-21 0,0-1-12 0,0-1-5 15,0 3-9-15,0 1-6 0,3-1-6 16,-1 3-5-16,-1 1-18 0,0-6-5 0,2-1-51 16,0 1-52-16,0 0-66 0,1 1-110 0,-1-2-547 15,2-3 19-15,1-3 83 0,1 0 66 16,-4-8 62-16</inkml:trace>
  <inkml:trace contextRef="#ctx0" brushRef="#br0" timeOffset="1316.82">27069 1905 1190 0,'0'0'350'0,"10"-4"-30"15,-10 4-33-15,0 0-26 0,16-5-15 16,-8 5-46-16,-1-1-24 0,7-2 3 0,1 0-20 15,1 2-21-15,3-1-7 0,-1-1-24 0,3 1-2 16,-1-1-23-16,1 1 15 0,3 1-33 16,-7-3 3-16,3 3-6 0,-3-2-4 0,2 2-4 15,-6-1-9-15,0 1-13 0,-3-1 7 0,1 1-5 16,-2 1-27-16,-2-2-37 0,-3 1-64 0,2 1-89 16,2-1-93-16,-8 1-352 0,0 0-121 15,0 0 36-15,0 0 76 0,3-5 65 0,-3 5 76 16</inkml:trace>
  <inkml:trace contextRef="#ctx0" brushRef="#br0" timeOffset="3966.77">28339 1313 698 0,'0'-6'279'0,"-2"1"-25"15,2 5-32-15,-3-7-37 0,3 7-16 16,0 0-11-16,0 0-17 0,0 0 15 0,0 0-43 16,0 18-16-16,0-5-7 0,0-1-13 0,0 3 2 15,3 3-18-15,-3 2 11 0,2 0-18 16,-2 0-6-16,1 1 9 0,0 0-4 0,-1 2-12 15,3 0-5-15,-3-3-5 0,0 2-3 0,3-3-7 16,-3-1-16-16,4-2-5 0,-3-2-18 0,-1-1-3 16,0-2 9-16,0 0 17 0,3-3-5 15,-3 1 2-15,0-4-4 0,0-5-1 0,0 3 8 16,0-3-5-16,0 0 5 0,0 0-5 0,0-17-10 16,0 6 8-16,-3-3 12 0,3-4-10 15,0 0 15-15,-1-4-5 0,1-2 6 0,0-1 9 16,0-1 11-16,0 1 5 0,1 0 5 15,-1 4 10-15,0 0 6 0,3 3-13 0,0 3 2 16,-3-2-3-16,0 4-14 0,5 1-22 0,-5 2 14 16,2 4-8-16,1-1-3 0,0 4-2 15,-3 3-5-15,11 0 5 0,-11 0-16 0,13 10 18 16,-6-2-17-16,4 0 10 0,-4 6-1 0,3-1 14 16,4 2-11-16,-4 3-13 0,3-1 14 0,-2-1-9 15,2 2-4-15,-3-2 7 0,4-1 5 16,-4-1-7-16,1-2 9 0,-4 1-9 0,3-2 2 15,-1-3-2-15,-1 1 14 0,-1-1-14 16,1-4 5-16,-3 0-3 0,6-2 3 0,-4-2-1 16,3-2 9-16,2 0-6 0,-1-4-3 0,-1-4 4 15,2 1 1-15,1-7-9 0,-3-1 20 0,1-2-20 16,-1-2 4-16,2 1 4 0,-7-3-9 16,2 1 21-16,2-2-20 0,-2 3 2 0,-2 1 10 15,1 2 16-15,-1 3-13 0,-3 2 25 16,4 1-20-16,-3 0 11 0,-2 4-22 0,2 0-17 15,-3 3 3-15,6 1-1 0,-6 4 3 0,0 0 10 16,0 0-7-16,5 15-6 0,-2-3 1 0,-3 3-13 16,0 3 15-16,3 2 7 0,-2 0-12 15,2 5 5-15,-3 0 3 0,0 2-1 0,3 1 1 16,-3-2 4-16,3 0-4 0,0 2 5 0,-2-3 2 16,-1 1-8-16,4-1-2 0,-4-4-12 15,3 1 12-15,-3-2-28 0,2-2-24 0,-1 1-50 16,0-1-29-16,-1-5-84 0,3 0-117 15,-3-1-78-15,3-4-325 0,0-2 52 0,1-2 64 16,-1-3 50-16</inkml:trace>
  <inkml:trace contextRef="#ctx0" brushRef="#br0" timeOffset="4383.29">29254 1289 939 0,'0'-7'261'16,"0"7"-31"-16,0 0-27 0,-10-1-19 0,10 1-15 15,-18 4-8-15,10 0-15 0,-8 3-13 0,3 0-20 16,-1 1-6-16,2 1-15 0,-4-1-17 16,6 2-1-16,0-2-13 0,-1 3-4 0,2-1-6 15,5-2-5-15,-2 0-15 0,2 1 15 0,1 0-16 16,-1 0 4-16,8-2-4 0,-4 1-2 0,6 0-10 15,1 0-2-15,0 1 7 0,4-1-10 16,2 1-3-16,0 0 3 0,3 1-1 0,-1 0 6 16,3 2-20-16,-1 0 7 0,-4-1 5 15,1-1-12-15,0 0 7 0,-4 2-8 0,1-4-7 16,-1 3 10-16,-4-1-10 0,1-1 5 0,0 0 10 16,-4 0-3-16,-2-1 26 0,-1 1 11 15,-1 0 7-15,-6-1 3 0,2 2-14 0,-6-2 1 16,1 1-10-16,-3-1 7 0,-2 0-10 0,-2-1 8 15,3 0-6-15,-3-1-12 0,0-1-8 16,3-1-28-16,1-2-15 0,2 1-65 0,-2-5-73 16,3 1-147-16,-1-5-370 0,4 2-14 0,4-5 85 15,0-1 46-15,6-2 57 0</inkml:trace>
  <inkml:trace contextRef="#ctx0" brushRef="#br0" timeOffset="4599.93">29531 1453 670 0,'3'25'210'0,"-3"-2"-23"16,3-3-28-16,-3 3 4 0,0-4-14 16,3 3-24-16,-2 1 6 0,-1-1-29 0,3-1-10 15,-3 1-2-15,0-1-26 0,0-1-36 16,0-1-38-16,0 1-49 0,0-2-56 0,0-4-69 15,0-1 12-15,0-3-76 0,0-1-285 0,0-3 21 16</inkml:trace>
  <inkml:trace contextRef="#ctx0" brushRef="#br0" timeOffset="4799.3">29445 1486 796 0,'0'-28'266'16,"0"6"-5"-16,0 0-23 0,0 4 5 15,0 3-25-15,3 1-29 0,-3-2-17 0,4 0-16 16,-1 2 0-16,1 0-13 0,1 1-7 15,-3 0-16-15,6-1-15 0,-3 2-8 0,2 1 1 0,4-1-19 16,-2 1 0-16,3 3-7 0,-1-2-5 16,0 2-24-16,2 1-7 0,-1-1 7 0,-2 3-7 15,1 1-20-15,1 0-16 0,-1 1-18 16,-1 2-26-16,-3 1-27 0,3 3-47 0,-2-2-28 16,0 3-33-16,-3 1-54 0,2 0-49 0,-4 2-163 15,0 0-228-15,2 1 35 0,-5 2 70 16</inkml:trace>
  <inkml:trace contextRef="#ctx0" brushRef="#br0" timeOffset="5033.2">29518 1526 581 0,'-2'6'256'0,"2"-6"-3"0,0 0-20 0,0 0-41 16,0 0 2-16,15 0-20 0,-15 0-25 15,16-4-8-15,-5 2-3 0,4-1-23 0,-3 0-15 16,2 0 0-16,0-1-16 0,-1 2-17 16,0-2-39-16,1 2-31 0,-3-1-43 0,0 1-51 15,1 0-16-15,-5 0-107 0,-7 2-15 0,13 2-101 16,-13-2-273-16,2 4 49 0,-2-4 66 0</inkml:trace>
  <inkml:trace contextRef="#ctx0" brushRef="#br0" timeOffset="5283.06">29482 1831 486 0,'0'0'212'0,"3"8"14"16,-2-3 1-16,6-3-17 0,-3 2-20 0,5-3-11 16,-2 0 3-16,4-1-29 0,2 0 19 0,4 0-9 15,-3-1-14-15,0 0-13 0,2-1-6 16,-1 0-22-16,1 1-11 0,-1-2 0 0,-2 2-7 15,0-2-11-15,-2 3-2 0,-1-2-13 16,0 1-3-16,-2-1-4 0,1 1-9 0,-9 1 9 16,14-1-24-16,-10 0-51 0,-4 1-33 0,10-2-3 15,-10 2-102-15,7-1-44 0,-7 1-94 0,0 0-405 16,0 0 16-16,0 0 66 0,0 0 72 16</inkml:trace>
  <inkml:trace contextRef="#ctx0" brushRef="#br0" timeOffset="6050.2">30238 1491 860 0,'0'-6'232'0,"0"6"-34"16,0 0-12-16,0 0-6 0,0 0-17 15,2 18-9-15,-1-5-21 0,-1 2 0 0,1 4-10 16,-1 2-26-16,3 4 1 0,-3 0-14 0,3 0-10 16,0 2-15-16,-2-2 5 0,-1 2-7 15,3-2-4-15,-3-4-4 0,4 3-6 0,-4-5-9 16,3 2 2-16,-3-4-1 0,2 1 1 0,-1-2-3 16,0-4-9-16,-1 1 1 0,0-3 19 15,3-1 2-15,-3-1 0 0,0 0-5 0,3-2 2 16,-1-3-27-16,-2-3 12 0,0 0-5 0,0 0 5 15,0 0-5-15,10-11-5 0,-8 2-10 16,2 0 4-16,-1-1-7 0,4 0 13 0,-4-1-15 16,4 1 7-16,-4 1-7 0,5-1 10 0,0 1-16 15,-3 2-5-15,1-1 1 0,1 2 2 16,1 2-3-16,-2 2 0 0,1 0-7 0,-7 2-6 16,17 4 11-16,-10 2-10 0,0 0 7 0,3 2 10 15,-1 1-4-15,-4 1-4 0,1-1-17 16,-2 2 26-16,-1 0 4 0,2 1-9 0,-2 0 12 15,-3 0-3-15,0 0 8 0,-2-1-4 16,-1-1 4-16,-3 2 10 0,2 0 8 0,-2-2-10 16,-4 1 5-16,2-2 13 0,0-1-8 0,-3 0-10 15,0-3 13-15,1 1-11 0,0 0-4 0,2-3-11 16,-5-1-26-16,3-1-27 0,2 1-47 16,1-2-69-16,7 0-127 0,-13-3-224 0,7 1-181 15,6 2 51-15,-5-6 36 0,5 6 68 0</inkml:trace>
  <inkml:trace contextRef="#ctx0" brushRef="#br0" timeOffset="6366.23">30686 1758 801 0,'0'-6'263'0,"0"6"-7"0,-1-6-28 16,1 6-21-16,0 0-15 0,-1-4-7 16,1 4-39-16,0 0-8 0,0 0-18 0,-8-3-20 15,8 3-3-15,0 0 1 0,0 0-32 16,0 0 3-16,-7-1 11 0,7 1-24 0,0 0-5 16,0 0 0-16,0 0-5 0,0 0-5 15,0 0 10-15,0 0-10 0,0 0-5 0,0 0-13 16,0 0-5-16,0 0 13 0,0 0 0 0,0 0-13 15,0 0-16-15,0 0-35 0,-14 0-57 0,14 0-91 16,0 0-183-16,0 0-376 0,0 0 59 16,0 0 70-16,-13 0 63 0</inkml:trace>
  <inkml:trace contextRef="#ctx0" brushRef="#br0" timeOffset="7650.37">30255 1576 514 0,'0'0'195'0,"0"0"-9"0,-3 22-12 0,3-7-12 16,0 2-11-16,0 1-5 0,-1 5-6 0,1 2-14 15,0 0-6-15,0 2-7 0,-3 2-11 0,6 0 16 16,-3 0-34-16,0-1-12 0,1 1 10 15,-1 0-13-15,0-2-2 0,3 0-9 0,-3-1-6 16,0-6-1-16,4 1-5 0,-4-2-10 0,0-2-39 16,0-1-10-16,0-4-15 0,0 1-25 15,0-5-22-15,0 0-78 0,0-4-211 0,0-4-288 16,0 0 45-16,0 0 57 0</inkml:trace>
  <inkml:trace contextRef="#ctx0" brushRef="#br0" timeOffset="8016.57">30240 1619 637 0,'2'-16'248'0,"1"5"-23"0,0 2-4 0,-3 3-27 16,3 0-33-16,-2 5-15 0,-1 1-2 0,0 0-19 15,0 0 3-15,20 11-26 0,-16-3-4 16,6 6-11-16,0 2-5 0,0 3 12 0,2 1-25 16,1 4-10-16,0 2-2 0,1-1 7 15,1 2-18-15,-2-2 5 0,3 1 3 0,1-1-24 16,-3-1 11-16,0-2-20 0,-1-2 7 0,-3-1-2 15,4-2 27-15,-4-2-30 0,-3-2 3 0,1-2 10 16,1 0 2-16,-5-4 24 0,5 0 4 0,-4-3-4 16,2-2-14-16,-7-2-4 0,0 0 7 15,13-12-2-15,-7 4-9 0,-3-5 12 0,2-4-9 16,-2-3 11-16,-1-7-11 0,-2-2-2 16,1-5 5-16,-2-1 3 0,-1-3-18 0,-1 1 12 15,0 0 3-15,3 2-10 0,-3 0 3 0,1 6-4 16,-1 0-6-16,0 4 9 0,3 2 6 15,-3 3-11-15,3 3-5 0,-1 0-8 0,0 3-2 16,1 2 8-16,-2-1-11 0,2 2-38 0,0 3-41 16,0 1-43-16,-3 1-21 0,3 2-21 0,0 4-50 15,0 0-96-15,0 0-217 0,0 0-263 16,0 0 73-16,16 15 86 0,-11-6 55 0</inkml:trace>
  <inkml:trace contextRef="#ctx0" brushRef="#br0" timeOffset="8815.61">30778 1827 831 0,'9'-6'295'0,"-4"-2"-24"0,2 1-38 16,-1-3-15-16,1-1-16 0,0-3-20 0,0 0-21 15,-2 1-2-15,0-3-8 0,-2 1 0 0,2-2 15 16,-2 3-7-16,-3 2-42 0,3 0 9 0,-3 0-14 15,0 4-17-15,0 0-16 0,0 1-12 16,-3 1-6-16,-2 2-14 0,5 4 4 0,-16 0-5 16,16 0-10-16,-18 8-8 0,5-1 5 0,-1 3 3 15,1 2-10-15,3 2 7 0,-4 3-13 16,1-2-2-16,1 3 5 0,3 0-2 0,2-4-9 16,2 4-1-16,0-2 2 0,2-1 4 15,3-2-1-15,0 0-1 0,3 1 3 0,2-3 8 16,0 0-19-16,5-1 4 0,4-1 9 0,1-3-12 15,1 0-1-15,1-3 1 0,3-2 2 0,-3-1 3 16,4-3-13-16,-1 0 23 0,-3-3-13 0,4-3-7 16,0-1 15-16,-8 1-18 0,4 2 5 15,-6 0 13-15,2 0-3 0,-3 1-10 0,-1 1-12 16,-1 1-6-16,-3 1 0 0,1 1-12 16,-6 2 7-16,0 0 20 0,0 0-17 0,10 10 7 15,-10-5-5-15,-3 1 13 0,3 1 3 0,0 0-3 16,0 2-8-16,0-1-5 0,0-1 8 15,3 0-5-15,-3 2 10 0,3-1-5 0,0-2 13 16,-2 0-1-16,2 1-4 0,4-1-1 0,-3-2 29 16,3 0-23-16,-1-1 10 0,1 0-18 0,2-1 13 15,-4-1-13-15,2 1 2 0,2-2 3 16,-9 0 0-16,14 1-10 0,-14-1-5 0,10 2 10 16,-10-2-13-16,10 1 3 0,-5 1-3 0,-5-2 0 15,7 6-2-15,-4-4 12 0,0 4-12 0,2-3 15 16,-3 2 0-16,1-1 5 0,4 1 5 15,-3 0-10-15,2 0-2 0,-2 1 15 0,2-2-13 16,-2-1 0-16,5 1-11 0,-4-1 24 0,5 0 0 16,-3-3-8-16,4 0-7 0,0 0 2 15,0-3 10-15,1 0-5 0,1-3 8 0,-2 2-6 16,2-2-1-16,0-3 6 0,1-1 1 16,-4-1 3-16,-3-4 4 0,4-5 0 0,-5 1 3 15,-2-3 6-15,2-2-1 0,-2 1 10 0,-4 3-12 16,0-2 2-16,0 1 0 0,0 2-2 15,0 0-6-15,0 0 16 0,0 2 5 0,-1 3-5 16,1-1 7-16,0 1-2 0,1 2-38 0,3-1 12 16,1 1 6-16,0 1 4 0,5 0-9 0,4-1-4 15,2 3 1-15,2 0-10 0,6 2-13 16,-1 1-1-16,2 1-25 0,2 1-33 0,-6 3-43 16,2-1-57-16,-2 2-82 0,-1 0-156 0,-6 3-438 15,-3 0 54-15,-1-2 95 0,-7 3 59 16,-3-4 71-16,0 0 46 0</inkml:trace>
  <inkml:trace contextRef="#ctx0" brushRef="#br0" timeOffset="9366.42">28347 2338 1126 0,'-10'1'340'16,"10"-1"-25"-16,0 0-28 0,0 0-21 15,-6 2-41-15,6-2-2 0,0 0-36 0,0 0 2 16,0 0-22-16,27 5-9 0,-11-1 3 0,6-3-15 15,10-1-7-15,3 0-14 0,11-1-10 16,22-3-5-16,10 3-2 0,28-5-6 0,3 2-7 16,1-2 7-16,7-2-7 0,9 4-5 0,7-3-24 15,38-1-2-15,-34 1-10 0,31-3 2 0,-1 0-17 16,-27 2-4-16,34-1 4 0,-3 1-1 16,-34 2-7-16,0 0 0 0,3 1-21 0,-6-1 28 15,-1 0-7-15,-10 5-13 0,-7-2-5 16,-11 0 0-16,-26 2-8 0,-10 1-8 0,-14-2-12 15,-12 2-3-15,-12-3-49 0,-7 3-22 0,-7 0-65 16,-6 0-110-16,-6 0-580 0,-5 0-1 0,0 0 67 16,-39-6 74-16,5 4 77 0,-25-4 61 15</inkml:trace>
  <inkml:trace contextRef="#ctx0" brushRef="#br0" timeOffset="10232.74">28214 2738 934 0,'0'0'340'0,"0"0"-35"15,0 0-13-15,0 0-36 0,0 0-23 0,0 0-24 16,0 0-14-16,0 28-13 0,4-15-24 0,-1 4-17 16,-3 0-13-16,3 3-8 0,3 5-7 0,-4-2-31 15,1 2 10-15,2 0-12 0,-3-2 1 16,1 2-14-16,0 0-13 0,-1-1-11 0,0 0-9 16,-2-5-34-16,3 1-16 0,-3-3-27 0,0-4-26 15,4 1 12-15,-4-3 3 0,0-1 1 16,3-3-11-16,-3-1-36 0,0-6 10 0,0 0 11 15,0 0 10-15,0 0 13 0,0 0 2 0,-7-30 15 16,4 16 14-16,1-5 12 0,0-2 18 0,-1-3 21 16,0-1 15-16,3-1-8 0,-1 1 21 15,1 0 20-15,-1 3 16 0,1 3-16 0,0 0 8 16,0 2 0-16,0 1-8 0,0 3-13 16,0 3-12-16,0 1-13 0,0 1-3 0,1 2 13 15,-1 6-23-15,4-2 15 0,-4 2-2 0,0 0 3 16,14 10-19-16,-7-3-4 0,-1 3 1 0,1 2 12 15,0 1-9-15,3-1 3 0,-3 5-5 16,3-4-3-16,1 1 3 0,-1 3 3 0,0-3-14 16,-2-1 11-16,3 1-7 0,-3-3 1 15,3 1-4-15,-4-1 7 0,0-4 3 0,2 0 0 16,2-2 3-16,-4-1 4 0,3-2-9 0,1-2-9 16,2-3 14-16,-3-2-16 0,4-3 10 0,-1-1 6 15,0-2-8-15,-2-6-3 0,0 1-2 16,3-6 12-16,-4-2-23 0,4-1 16 0,-7 2-2 15,-1 0-1-15,4 1-10 0,-3 2 13 0,-3 2 4 16,2 3-6-16,-2 1 12 0,-1 3-13 16,1-1-13-16,-1 4 6 0,0 3 5 0,1 1 2 15,-4 4-10-15,0 0 2 0,0 0-7 0,10 12 3 16,-8-2 12-16,0 2 0 0,-2 4-12 16,3 1 2-16,0 4 2 0,-1 0-12 0,-1-1 5 15,0 5 25-15,-1 2-12 0,3-1-16 0,1 1 3 16,-4-2-31-16,3 1-20 0,-2-1-54 15,5 2-64-15,-1-4-105 0,-3 1-330 0,6-2-192 16,-2-6 71-16,1-1 72 0,3-4 59 0,-4-3 67 16</inkml:trace>
  <inkml:trace contextRef="#ctx0" brushRef="#br0" timeOffset="10632.59">29163 2756 949 0,'-8'-2'287'0,"8"2"-31"0,-15 0-21 16,5 2-22-16,-2 2-26 0,0-1 2 15,-4 3-17-15,1 0-24 0,-1 2-20 0,2 0-21 16,1 2-14-16,-1-1-4 0,3 1-2 0,1-1-10 16,-1 1-23-16,5 1-3 0,0-3 8 0,2 3 0 15,1-3-23-15,3 3 2 0,3-3-10 0,1 4 0 16,-1-3 0-16,6 3 3 0,2 0-13 15,-1-1 10-15,1 0-15 0,3 1 2 0,-1-1-7 16,4 3 0-16,-3-3 10 0,0-1-3 16,-1 2-7-16,0-3-6 0,-2 0 1 0,-1 1 7 15,-3-4-13-15,1 2 16 0,-2-2-5 0,0 1 7 16,-2 0 1-16,-4-2-6 0,0 3 8 0,-4-3 23 16,-5 2-13-16,-2 0 10 0,-2-1 3 15,0 2-7-15,-5 1-1 0,3-3-5 0,-4 1 0 16,1-1 3-16,2 0-3 0,-2-2 0 15,1 3-10-15,0-1 10 0,4-2-30 0,-1 0-24 16,3-1-20-16,-2 0-41 0,6 0-95 0,0-3-166 16,1 0-438-16,6 0 54 0,0 0 56 0,-1-9 60 15,1 9 78-15</inkml:trace>
  <inkml:trace contextRef="#ctx0" brushRef="#br0" timeOffset="10848.86">29420 2838 821 0,'1'6'277'0,"6"2"-29"0,-5 1-15 0,0 5-5 16,1-3-39-16,0 5-20 0,1 2-8 16,-1 0-15-16,0 5-13 0,1-1-5 0,-1 3-15 15,1-4-31-15,1 2 2 0,-3 1-22 16,1 0-39-16,0-4-23 0,-1-1-54 0,0 0-51 15,1-1-66-15,-3-2-47 0,3-4-135 0,-1-2-285 16,-2-3 42-16,-2-2 43 0</inkml:trace>
  <inkml:trace contextRef="#ctx0" brushRef="#br0" timeOffset="11032.05">29404 2976 872 0,'-3'-22'292'0,"3"6"-10"0,-3-1-29 0,3 4-7 15,0 1-16-15,3 2-28 0,-3-1-7 0,3 0-26 16,0 1-5-16,1 1-26 0,-1 0-13 0,4-1-15 15,4 1-5-15,-2 0-10 0,2-1-16 16,3 3-4-16,-1 1-14 0,1 0-25 0,-1 3-10 16,1-2-47-16,-3 5-25 0,2-1-46 15,1 1-34-15,-1 1-53 0,-2 1-72 0,-4 1-84 16,2 2-377-16,-5 0 60 0,2 1 53 0,-5 0 61 16</inkml:trace>
  <inkml:trace contextRef="#ctx0" brushRef="#br0" timeOffset="11186.66">29484 2985 706 0,'-5'3'243'0,"5"-3"-7"0,-3 4-6 15,3-4-23-15,0 0-20 0,0 0-8 16,0 0-35-16,0 0-6 0,17 0-13 0,-17 0-7 16,17-4-15-16,-6 1-1 0,2 1-53 0,0 0-44 15,1-1-90-15,-2 3-79 0,1-1-156 0,-1 1-348 16,-2 0 54-16,-2 1 59 0</inkml:trace>
  <inkml:trace contextRef="#ctx0" brushRef="#br0" timeOffset="11383.53">29475 3227 744 0,'0'0'290'0,"0"0"-9"0,11-1-38 0,-11 1-30 15,22-5-6-15,-9 1-28 0,6 0-17 16,2 0-24-16,4-3-33 0,-2 1-36 0,7-2-41 16,-2 4-105-16,6-5-133 0,-3 0-435 0,4 1 21 15,-1 0 48-15,-3-4 74 0</inkml:trace>
  <inkml:trace contextRef="#ctx0" brushRef="#br0" timeOffset="11834.92">30208 3100 642 0,'0'25'243'16,"0"-5"-30"-16,0 2-24 0,3-1 0 16,-3 0-25-16,3-2-15 0,0 4-14 0,0 2-25 15,-2-1 16-15,2 1-29 0,1-4-12 16,-1 0 7-16,-2-2-13 0,-1-1-15 0,3-2 5 15,0-2-2-15,-1-3-3 0,-1 0 25 0,0 0 21 16,-1-7-15-16,3 1-18 0,-3-5 5 0,0 0-8 16,0 0-10-16,0 0 10 0,3-15-28 15,0 4-2-15,-2-1-3 0,2 0 5 0,1-1 3 16,2 0 4-16,-2 1-27 0,1 0-1 16,-3 0 14-16,6 2-29 0,-2 1 13 0,1 0-13 15,-1 1 6-15,4 1 7 0,-2 3-8 0,2 0-7 16,0 4 7-16,2 0-15 0,-2 1 0 0,0 4 3 15,-1-3-8-15,1 5 10 0,0 1-3 16,-3 2 1-16,4 0 5 0,-5 1-11 0,-2-1 16 16,-1 1-3-16,-3 1 16 0,0-2-3 15,-3 1 7-15,-1 2-4 0,-3-2 7 0,-3 0-2 16,0 0 2-16,0-3 8 0,-1 1-8 0,-2-1 1 16,3 0-9-16,-1-4 1 0,-2 2 2 0,3-3-25 15,-2 1-21-15,0-3-21 0,1 2-48 16,4 1-64-16,-3-4-30 0,10 0-155 0,-14 0-212 15,14 0-202-15,0 0 64 0,0 0 77 16,0 0 44-16</inkml:trace>
  <inkml:trace contextRef="#ctx0" brushRef="#br0" timeOffset="12732.72">30684 3279 852 0,'1'-2'338'0,"-1"2"-34"0,5-6-35 15,-5 6-36-15,0 0-15 0,0 0-21 0,0 0-8 16,0 0-30-16,0 0-16 0,-24 14-12 16,16-7-14-16,1 1 1 0,-3 1-18 0,1-1-5 15,1 0-3-15,-2 2-28 0,5-1 5 0,-3-1-8 16,2 1-14-16,1 0 4 0,1-3-13 0,1 2 6 16,0-3 2-16,3 1-10 0,0-6-6 15,0 8 6-15,6-5-10 0,-2 0-8 0,-4-3 7 16,14 1-4-16,-4-1-3 0,-10 0 0 15,18-1-6-15,-8-2-1 0,-1 1 12 0,-9 2-21 16,15-1 3-16,-6 1 3 0,-9 0-16 0,11 0-2 16,-11 0 15-16,14 6-13 0,-8-5-2 0,-2 2 8 15,4 1-1-15,-2 0 1 0,1 1 2 16,-1 3-6-16,0-4 14 0,1 0-5 0,-2 0-6 16,4 1 8-16,0-2 5 0,-1 3 1 15,0-3-16-15,2-2 22 0,-1 2-4 0,2-3-2 16,-1 0-9-16,2 0 16 0,0-4-10 15,-1 2 4-15,3 0-14 0,-4-5 20 0,3 1-21 16,1-2 11-16,-4-1 0 0,4-2-11 0,-4-1 3 16,-3-2 5-16,3-1 13 0,0 1-15 0,-3 1-6 15,0 1 1-15,1 1 14 0,-2 1-14 16,0 2 2-16,-2 0 5 0,1 1 0 0,0 1-18 16,1 3 6-16,-6 3-9 0,8-1 11 0,-8 1-8 15,13 4 16-15,-9 0-19 0,5 4 11 16,-4 1 0-16,0-1-2 0,0 2 9 0,-2 1 1 15,1 1-8-15,-1 1 12 0,-3-1 1 0,0-2-16 16,0 1 8-16,0 2 3 0,-3-4 10 0,-1 2 12 16,-2-2-7-16,4 3-3 0,-6-3 9 15,0-5-7-15,3 1 4 0,-6 2 20 0,7-5-3 16,-3 2-2-16,0-1-8 0,2-1-5 16,-3 0 3-16,8-2 10 0,-7 1-8 0,7-1-8 15,0 0 11-15,0 0-10 0,0 0 4 0,0 0-2 16,0 0 3-16,0 0-11 0,17-18 8 15,-6 14-13-15,2-3 6 0,4-1-9 0,-3-1-7 16,9 0 8-16,-3-4 2 0,3 1 1 0,0-2-4 16,4-3-2-16,0 2 11 0,-3-3-11 15,0 0-3-15,0 0 9 0,-3-3-11 0,-1 3 7 16,-3 2-9-16,-1 1 22 0,-4 4-7 0,-2 0-5 16,0 3-3-16,0-1 0 0,-6 1-15 0,2 2 7 15,-3 4 3-15,-3 2 0 0,0 0 0 16,0 0 0-16,0 0-10 0,-19 10 15 0,5-1-5 15,3 7 8-15,-1 0-6 0,-3 1-4 0,1 2 7 16,4 2 3-16,0 0-1 0,-1 0 1 16,5 1 0-16,-1-1-8 0,4 2 7 0,2-5-4 15,2 0 2-15,-1-1 74 0,3 0-12 16,4-2-8-16,3-4 0 0,-3 2-6 0,8-5-9 16,-2-4 7-16,0 2-10 0,1-4 8 0,2 0-14 15,-5-2-14-15,3-2-8 0,-1-1 0 0,-2-2-39 16,-1 1-41-16,0-3-68 0,0-1-98 15,-6 1-177-15,2-3-501 0,-5 0 46 0,-1-2 94 16,0-5 83-16,0 0 56 0,0-1 79 0</inkml:trace>
  <inkml:trace contextRef="#ctx0" brushRef="#br0" timeOffset="13798.87">32562 1830 939 0,'0'0'317'16,"0"0"-30"-16,0 0-26 0,0 0-23 15,0 0-20-15,0 0-16 0,0 0-23 0,0 0-15 16,0 0-5-16,0 0-31 0,0 0 5 15,0 0-21-15,39-5-2 0,-26 3-12 0,4 0-22 16,-3 2 1-16,5-1-3 0,-4-2-12 0,5 2-1 16,-6-1 1-16,5 1-8 0,-4 1-19 0,1-2-17 15,-3 1-20-15,0 1-42 0,-3 0-17 0,1 0-62 16,-11 0-54-16,13 1-27 0,-5 1-24 16,-6 1-51-16,-2-3-136 0,3 5-289 0,-3-5 62 15,-3 10 58-15,-1-5 54 0</inkml:trace>
  <inkml:trace contextRef="#ctx0" brushRef="#br0" timeOffset="14065.63">32501 2071 719 0,'-4'4'289'15,"4"-4"-20"-15,0 0-8 0,0 0-23 0,0 0-28 16,-3 5-5-16,3-5-16 0,0 0-12 0,0 0-8 15,0 0-21-15,0 0-10 0,21 0 0 16,-21 0-10-16,17-2-15 0,-3 0-21 0,-1 1-7 16,4-1-1-16,-3 0-15 0,6 1-10 0,-3-2-5 15,0 2 5-15,3-2 10 0,-5 1-18 16,4 1-20-16,-7-1 7 0,2 0-7 0,2 1-26 16,-2-1-31-16,-1 1-53 0,-2 0-67 0,3 0-138 15,-7 1-146-15,6-2-328 0,-2 0 70 16,-2 2 61-16,0-2 58 0</inkml:trace>
  <inkml:trace contextRef="#ctx0" brushRef="#br0" timeOffset="14465.32">33185 1611 670 0,'0'0'218'15,"7"10"-6"-15,-7 0-12 0,5 1-8 16,-3 3-3-16,1 5-22 0,-3 0-14 0,3 1-12 15,-3 5-10-15,0 2-11 0,3-2 0 0,-3 3-15 16,2-2 8-16,-1 0-3 0,0 3-26 16,-1-3-4-16,4 0 7 0,1 0 7 0,-3-2-30 15,1 0 18-15,-3-4-15 0,5-2-11 0,-3 1 6 16,1-4-14-16,-3 1-4 0,5-3 12 16,-4-2-5-16,0 1-12 0,3-2 2 0,-4-3 2 15,3 1 1-15,-3-2-21 0,0 1 10 0,3-1-5 16,-3 0-31-16,0-6-50 0,0 8-147 15,0-6-501-15,0-2-47 0,0 0 62 0,0 0 67 16,0 0 66-16</inkml:trace>
  <inkml:trace contextRef="#ctx0" brushRef="#br0" timeOffset="16947.68">30310 698 765 0,'0'0'240'0,"-2"-6"-9"0,2 6-29 16,0 0-23-16,-5-6-5 0,5 6-10 0,-3-4-15 0,3 4-11 15,-4-4-20-15,4 4-6 0,-10-3 1 16,6-1-26-16,4 4-8 0,-13-2-7 0,6-1 0 16,-3 0-11-16,0 3 0 0,-1-3-7 15,-3 0-13-15,1 1 18 0,-1 0 5 0,-1 0-28 16,-4-1 0-16,-1 1 7 0,-1 1-7 0,0-2 5 16,-3 2-10-16,4-1-3 0,-4 1 3 0,0 1-11 15,-3 0-10-15,6 0 0 0,-4 0 19 16,-4 0-6-16,5 0 0 0,0 0-13 0,0 0 13 15,-6 1-10-15,2 1-8 0,4-1 3 0,-3 2-1 16,2-2 3-16,-2 3 3 0,4-2 5 16,-3 2-5-16,-3-2-10 0,4 3 7 0,-2-1-20 15,-1 0 25-15,-2 2-10 0,-1-1 8 0,0 2-18 16,-3 0 5-16,-3 2 5 0,0-1-10 16,3 0 15-16,-1 1-2 0,4 0 4 0,-3-2-9 15,3 3 12-15,0-2-2 0,4-1 3 0,3 2-6 16,-3 0-8-16,0 0 16 0,5 1-13 0,-5-1 6 15,0 4 7-15,0-2-8 0,3-1 8 16,-4 3-16-16,1 0-4 0,-3 2 14 0,5-1-6 16,-2 1 6-16,3 2-1 0,-3 0 1 0,0-1 6 15,2 2 10-15,-2 1-17 0,3-1 2 16,-3 1 10-16,6 0-6 0,-3 0-11 0,2 3 12 16,-1-2 5-16,0 1 10 0,1 0-15 0,-1 0 7 15,-7 10-4-15,10-5-3 0,-1-4 2 16,3 3 3-16,-1-1-23 0,1 2 16 0,2-1 9 15,-2 3 1-15,-3 7-21 0,5-2 5 0,4-4 21 16,-4 0-6-16,-1 13-14 0,6-7-6 0,-1-2 3 16,0 11 7-16,3-8-7 0,-1-2-3 15,2-2 5-15,2 4-10 0,2-1 2 0,-2 2 4 16,2-1-6-16,4 4-8 0,-3-3 18 0,3 1 0 16,0 2 3-16,3 0-5 0,0 11-16 15,1-1 26-15,-1-7-13 0,4 7 11 0,2-9-22 16,1 4 17-16,-2 1 4 0,6-10-10 15,0 7 0-15,0-8-7 0,-1-5 4 0,8 10 1 16,-1-3 7-16,1-2 21 0,3 0-31 0,0-1 2 16,-1 0 14-16,4-2-19 0,-3-4 3 0,1 5-2 15,5-2 9-15,-2-2-7 0,3 2-5 16,-1-2 3-16,1 2 22 0,0-1-20 0,0-4 8 16,0 2-8-16,3 1 2 0,0-2 9 15,-3 1-11-15,2-2-3 0,-1-1 3 0,2 3-8 16,0-3 19-16,3 0-11 0,3-4 0 0,-1 2 0 15,2-3 5-15,1 1 0 0,2-2 0 0,0 2 0 16,-3-4 3-16,-3-1-11 0,-5-3 3 0,0-1 0 16,0-1 10-16,1-1-15 0,1 3 5 15,-1-5 16-15,3 2-11 0,0-1 2 0,-2 1-7 16,6-3 3-16,7 4 7 0,-3 0 6 16,-5-5-9-16,1 1-14 0,14 1 12 0,-7-1 2 15,-10-1-9-15,5-2 12 0,-5-3-7 0,4 2 7 16,-5 0-5-16,-3-2-15 0,0-1 15 0,0 0 5 15,0-1-15-15,1-1 5 0,3-2-3 0,-4 3 37 16,6-2-14-16,-2-1-20 0,2 0 8 16,-4-2 0-16,4 2-1 0,-2 0 16 0,3 0-10 15,-3-4 23-15,5 2-18 0,-4-1-8 16,2 3 0-16,6-10 1 0,-2 5 4 0,-7 0 0 16,-1-1-5-16,3 2-2 0,6-9 20 15,-9 6-20-15,-3 0-3 0,-3-3 16 0,14-3 2 16,-11 3-23-16,0 0 15 0,-3-1 5 0,9-5-4 15,-9 3-6-15,8-6 0 0,-6 4-2 0,1-6 15 16,-6 3-5-16,6-4-8 0,-7 2 6 0,-6 4-11 16,3-2-3-16,0 0 26 0,6-7-23 15,-5 4 6-15,-5 1 2 0,0 0-6 0,5-9 9 16,-3 6-32-16,-7 2 21 0,3 0 0 0,-2 0 3 16,1-2 5-16,-3-1-11 0,3 2 4 15,-4-2-4-15,2-3 3 0,-5 0-7 0,3 0 2 16,4-10 0-16,-3-2 13 0,0 1 10 0,-4 4-13 15,1 5-10-15,-1-12-8 0,0 8 13 0,-1 1-7 16,-4 1 2-16,2 1 0 0,-1-3 7 16,1 4-17-16,-4-3 20 0,4 3-17 0,-3-3 9 15,-4 3 1-15,3-3 2 0,-1 3-10 0,-2-2 5 16,-2 2-5-16,-1-3 15 0,-1 0-5 16,-3 0-10-16,4 1 15 0,-10-12-12 0,3 2 4 15,-1 8 16-15,-1-6-23 0,-7 3 2 0,5-1-4 16,-3 9 12-16,-3-7 0 0,1 10-2 15,-4-6-1-15,3 6 6 0,0 4-3 0,-1 2-8 16,3-1 8-16,-3 1 6 0,-2 3-9 0,-1-2 11 16,1 2-8-16,-1 0 8 0,-3 1 2 0,3 0-15 15,-1 2 16-15,-1 1-19 0,1-1-5 16,0 0 11-16,-1 3 10 0,-1-1-8 0,7 1-3 16,-1 2 4-16,0-1-1 0,3 1 13 0,-3-1-16 15,-1 2-2-15,2 0-8 0,2-1 6 0,-3 1 4 16,1-1 1-16,-1 1-3 0,-2 1 10 15,2-2-7-15,-2 0 5 0,0 2-6 0,-3-1-10 16,-1 0 8-16,3 0 13 0,-6-1-28 0,2 4 12 16,1-2-4-16,3 1-1 0,-1 1 13 15,-2-1-10-15,1 1 5 0,2-1 10 0,1 1-10 16,-3 1 5-16,2 0 3 0,1-3-16 0,-1 3 19 16,0 0-22-16,1 0 6 0,0 1 5 0,-3-1-2 15,2 1-6-15,3-1 23 0,3 2-4 16,-2 0-6-16,0 1-5 0,0 0-5 0,2-1 5 15,-1 2-13-15,-2-1 15 0,5-1-4 0,-5 1 2 16,3 0-8-16,0-1 0 0,-1 3 11 16,-2-2 5-16,1 2-21 0,-1 0-5 0,-3 0-3 15,-1 2-4-15,-5 0-14 0,-1 2-9 16,0 1-44-16,-9 1-29 0,4 1-7 0,-7 1-30 16,5 1-24-16,-15 3 13 0,11 1-197 0,-6 1-115 15,-3 5-111-15,6 1-76 0,4 2-23 0,2 4 44 16,0 2 68-16,4 1 49 0</inkml:trace>
  <inkml:trace contextRef="#ctx0" brushRef="#br0" timeOffset="17700.75">28454 3621 399 0,'0'6'189'15,"0"-6"3"-15,0 0 3 0,3 7-11 16,-3-7-5-16,0 0-12 0,0 0-9 0,21-9-4 16,-14 4 2-16,4-4-23 0,2-1 13 0,0-2-18 15,6-2-3-15,1-2-4 0,2-5-9 16,9-4 9-16,3-4-29 0,-3-2 0 0,3 3 10 16,4-3-15-16,-3 0-12 0,2-3-1 0,4 5-2 15,2-4-3-15,-1 0-3 0,2-1-10 16,3 1 3-16,6-6-20 0,-9 7 17 0,1-1-15 15,-4-1 3-15,3 1-9 0,1 0 14 0,6-5-13 16,3-2-5-16,-2-1 12 0,0-1-12 16,2 0 12-16,4-4-9 0,0 2-4 0,2-5-4 15,3 1-1-15,-2 0-1 0,1-2 1 0,0-2-4 16,-1 2 17-16,-6 0-12 0,0 0-8 16,5 4-1-16,-11 2-9 0,6-3 15 0,-3 3 0 15,1 2-13-15,-1 0 16 0,0 0-11 0,1 1-4 16,-1-1 22-16,3 3-20 0,-3-2-1 0,2 1-6 15,1 0-6-15,1 0 7 0,-3 3 6 16,-7 5 0-16,10-5-8 0,0 1-2 0,2 0-1 16,0 1 6-16,-8 6 2 0,-1 1 3 0,1 1-13 15,-1 1 2-15,4-1-4 0,-4 1 7 16,2 1-5-16,-6 3 8 0,0 0 7 0,-1-3-20 16,1 4 15-16,-2 0-5 0,-5 0-2 0,-3 3-1 15,-8 2 6-15,6 0-11 0,-8 1-2 16,5 0 5-16,-2 0-10 0,-4-2 15 0,4 2-10 15,-4 0 10-15,3 2 0 0,-4-2 3 0,-2 2-13 16,0 1 5-16,-4-1 8 0,6 2-11 16,-5 0 3-16,-1-1 10 0,-3 2-17 0,2 1 25 15,-5 2-11-15,3 0-14 0,-4 1-1 0,0 0 0 16,-1 0 18-16,-4 1-10 0,3 1-12 0,-3 2-9 16,1-2-15-16,-4 0-15 0,-2 4-49 15,6-6-23-15,-6 6-28 0,0 0-12 0,-3-6-106 16,-2 5-366-16,-5-1-120 0,1 0 69 0,-4 2 59 15,1-4 84-15,-4 0 26 0</inkml:trace>
  <inkml:trace contextRef="#ctx0" brushRef="#br0" timeOffset="18031.98">32155 727 860 0,'10'-1'250'0,"1"2"-12"0,0-1-23 16,3 1-25-16,-1 2-3 0,5 2-31 15,-2 0-10-15,2 0-5 0,4 4-19 0,-1 0-6 16,0 3-11-16,-1 0-3 0,4 5-23 0,-3-1-2 16,0 1-13-16,-1 2 0 0,-2 1-2 0,-5-2 2 15,1 1-6-15,-1 0 14 0,-6 0-8 16,4 0-20-16,-3 2 4 0,-6-3-4 0,1 0 12 15,-3 0-7-15,0 0 7 0,-3 0-15 0,2 0-13 16,-2-2 26-16,-3-1-21 0,-2 0-10 16,2 2 3-16,-4-3 7 0,3 0-15 0,-4 0 2 15,1-3-4-15,0 1-21 0,-1-1-18 0,-2 1-67 16,3-3-76-16,-4 0-118 0,4-3-443 0,3-1 5 16,-1-2 43-16,2-1 88 0,0-1 64 0</inkml:trace>
  <inkml:trace contextRef="#ctx0" brushRef="#br0" timeOffset="18597.43">32993 513 1046 0,'0'0'318'0,"5"-5"-44"0,-5 5-29 16,0 0-17-16,0 0-28 0,0 0-16 0,-8 15-20 16,4-5-8-16,-5 2-13 0,2 3-15 15,1 1-15-15,-3 4-8 0,0 0-8 0,-2 2-17 16,6-2 2-16,-4 3-8 0,0-1-8 0,7 1-2 16,-4-4 0-16,3 0-18 0,3 0-5 0,0 0 11 15,0 0-11-15,3-2-6 0,5 1 17 0,-2-3-14 16,1 2-2-16,0-3 5 0,6-2 2 15,-3 1-17-15,1-2-1 0,6-3 1 0,-4-2 0 16,2 0-11-16,5-1-10 0,-3-2 18 16,1-2 3-16,-2-1-11 0,5-1-5 0,-5-2 11 15,2-2-3-15,0-1 5 0,1-1-5 0,-4-2 7 16,-2-2 11-16,1-3 3 0,1-2-1 16,-5-1 3-16,-1-1-8 0,1-3 0 0,-3-1-15 15,1 0 8-15,-2-2-6 0,-1 3-4 0,-3-2 22 16,1 3 11-16,-3 1-1 0,0 0 14 0,0 0-19 15,-3 0 3-15,2 4 3 0,-2-1 5 16,0 1-16-16,-3 1-2 0,-2-1 2 0,4 4-2 16,-4-1-15-16,-4 2 2 0,5 0 5 0,-3 3-10 15,-4 2-5-15,4 0-11 0,-3 3 14 0,-2-1-1 16,-1 1-10-16,-2 1-2 0,2 2-8 16,-5 1-6-16,0-1-1 0,1 2-22 0,1 0 6 15,-3 1-21-15,5 0-17 0,1 1-36 16,-6 1-24-16,8-2-40 0,-6 5-67 0,8-1-72 15,-7-1-240-15,4 4-282 0,-1-3 80 0,3 1 79 16,-1-1 56-16,2 3 69 0</inkml:trace>
  <inkml:trace contextRef="#ctx0" brushRef="#br0" timeOffset="21514.62">22304 4271 729 0,'0'0'243'0,"0"0"-25"15,0 0-8-15,0 0-31 0,0 0-3 16,0 20 1-16,0-10-31 0,0 5-15 0,3 0-1 16,-3 4-2-16,3-2-10 0,-3 2-16 0,5 6-12 15,-2-1-6-15,0 1-12 0,1-1-3 16,-1 1-8-16,0-3 1 0,3 0 4 0,-2 1-27 15,0-6-14-15,-4 1-4 0,4-3-16 0,-1-3-5 16,-3 0 8-16,3-3-6 0,0-2-2 16,-2-3-30-16,2-2 1 0,-3-2-6 0,0 0 4 15,0 0-5-15,0 0 5 0,0-21 3 0,-3 8 10 16,3 0-2-16,-1-3 9 0,-2-5 9 16,0 1 7-16,3-5 5 0,-3 2 13 0,2-2 8 15,-2 5 18-15,3-2 2 0,0 3 3 16,0 2-6-16,0 1 9 0,0 1-6 0,0 4-3 0,0-3-19 15,0 6 6-15,3 1-9 0,-2 3 0 16,5 0-3-16,-2 2-13 0,-4 2 13 0,0 0-21 16,20 9 9-16,-13-3-4 0,3 2-4 15,1 0 5-15,-1 3 12 0,3-3-10 0,-2 6 11 16,2-4-19-16,1 1 11 0,-1 2-15 0,-2-5 9 16,3 3-7-16,-1-3 11 0,-2 2 6 0,2-3-1 15,-3 0-3-15,1-1-6 0,-4-4 11 16,3 1 5-16,3-3-7 0,-3 0-6 0,0-3 3 15,2 1 7-15,-1-5-10 0,0-1 3 0,0-1-8 16,-1-5 16-16,2-1-21 0,-3-2 13 16,1-1-16-16,-3-1 18 0,1-5-12 0,-2 2 7 15,0 2-7-15,-2 3 2 0,2 1 10 16,-5 1-5-16,2 4 13 0,1-2-5 0,0 3-18 16,-4 2 5-16,3 5-7 0,-3-1-8 0,0 4 10 15,0 0-3-15,0 0 13 0,3 20-5 0,-3-10 3 16,0 2-10-16,0 3 9 0,0 3 1 15,0 2-3-15,-3-1 5 0,3 2-2 0,0 1-3 16,0 3 10-16,0 0-12 0,0 0-34 0,0 0-28 16,0 0-38-16,3 0-46 0,-3-3-75 15,4-5-76-15,-1 1-95 0,0-3-351 0,2-4 80 16,1-1 61-16,0-3 56 0</inkml:trace>
  <inkml:trace contextRef="#ctx0" brushRef="#br0" timeOffset="21881.76">23084 4195 875 0,'0'0'305'0,"-5"-7"-29"0,-1 5-23 16,6 2-20-16,-10 0-13 0,10 0-22 0,-18 6-22 16,8-2-4-16,0 3-16 0,0-1-18 0,0 2-28 15,3 0 0-15,0-2-15 0,0 4-6 0,0-1-4 16,4 0-13-16,3 0-1 0,0 1-14 15,3 3 1-15,1-4-4 0,6 2-15 0,0 3-9 16,0-3 1-16,5 4 23 0,-2 0-24 16,4-3 1-16,0 3-8 0,0 1-2 0,-3 0-6 15,3 0-2-15,-4-4 7 0,2 3-7 0,-5 1-13 16,-1-4 5-16,-1 1 8 0,-2-1-13 0,-2 1 10 16,-1-4-2-16,1 1 15 0,-4 0-8 15,-1 2 6-15,-2-2-6 0,-3 0 8 0,-1-2 11 16,-4 0-19-16,1 2-5 0,-4-3 5 0,0-1 19 15,-3 1-24-15,1-5-15 0,1 1-10 16,2-2-57-16,0-1-46 0,-1-1-99 0,1-2-198 16,2-2-371-16,1-2 69 0,0-3 70 15,2-2 50-15,5-2 70 0</inkml:trace>
  <inkml:trace contextRef="#ctx0" brushRef="#br0" timeOffset="22265.17">23361 4326 773 0,'3'20'314'15,"-3"1"-24"-15,3-2-22 0,-3 1-19 0,3 0-29 16,-3 0-13-16,1 4-20 0,-1 1-16 0,3 0-4 16,0-2-19-16,0 1-17 0,-2-3-16 15,-1 0-10-15,0-4-3 0,3 0-25 0,-3-1-8 16,0-4 3-16,3 1-11 0,-3-5-7 15,0 0-3-15,0-2-20 0,0-3-18 0,0-3 7 16,0 0 1-16,0 0-1 0,0 0 3 0,-6-25-20 16,5 9 20-16,-2-2 0 0,3-4-10 0,-3-2 23 15,3-2-1-15,-3-1 22 0,3 1-3 16,0-4-1-16,0 2-4 0,3 3 5 0,0-1-1 16,0 1 11-16,-2 1-12 0,5 0-6 0,2 2 5 15,-2 2-18-15,1 3 3 0,3-1 2 16,1-2-20-16,2 5 3 0,-2 2-1 15,2 4-2-15,0-4 0 0,2 5-5 0,-5 1-16 16,4 1 11-16,-1 1-23 0,-3 1-24 0,4 0-32 16,-4 3-42-16,1 0-15 0,-4 2-38 0,2 0-93 15,-2 4-56-15,-3-2-376 0,3 3-56 0,-4 2 56 16,-3-4 76-16,0 4 73 0</inkml:trace>
  <inkml:trace contextRef="#ctx0" brushRef="#br0" timeOffset="22447.54">23470 4431 888 0,'-1'5'304'0,"1"-5"-17"0,0 0-26 15,0 0-36-15,0 0-15 0,15-1-8 16,-6 1-30-16,-9 0-16 0,17-4-18 0,-3 1-17 16,-1 1-11-16,-1 1-31 0,1-3-28 15,1 3-38-15,-1-2-87 0,0 3-95 0,-2-1-123 16,-1 1-394-16,-10 0 59 0,15 1 36 0,-15-1 66 15</inkml:trace>
  <inkml:trace contextRef="#ctx0" brushRef="#br0" timeOffset="22648.01">23395 4721 734 0,'0'7'302'0,"0"-7"-2"0,3 6-26 0,-3-6-8 15,10 2-33-15,0 0-23 0,1 1-16 0,2-3-28 16,4 0 1-16,0 0-21 0,4-3-16 0,0 1-27 16,2 0-37-16,4-3-43 0,-2 4-41 15,-1-2-94-15,0-4-124 0,-4 5-493 0,1-4 48 16,2-3 69-16,-6 0 49 0</inkml:trace>
  <inkml:trace contextRef="#ctx0" brushRef="#br0" timeOffset="23014.51">23832 4703 729 0,'0'19'220'0,"0"-3"-20"16,3-1-21-16,-3-1-13 0,0-2-15 0,0 1-15 16,0-2-18-16,3-1-6 0,-3-1-14 15,1 1-16-15,-1-1 7 0,0-4-4 0,0 2 35 16,0 0 23-16,0-7-10 0,0 7-23 0,0-7-15 15,3 3-3-15,-3-3-12 0,0 0-4 16,0 0-4-16,3-19-10 0,0 9 2 0,-2-6-3 16,6 0-17-16,-3-7-1 0,2 3 1 15,0-4-4-15,-2 3-9 0,4 0 5 0,-2 5-23 16,1-1 15-16,-1 3-5 0,-2 2-8 0,2 0-7 16,-1 4-8-16,1 4 18 0,-2-2-8 0,2 6-7 15,-6 0 4-15,0 0 1 0,21 9 13 16,-14-3-14-16,3 3 4 0,0 3-6 0,-3 0 0 15,0 1 0-15,2 1-13 0,-1 0 11 16,-4 2-24-16,5-4-25 0,-5 3-38 0,4 1-24 16,-2-4-73-16,0 2-104 0,-2-3-221 0,3 2-188 15,-4-4 34-15,5 1 55 0,-2-4 83 0</inkml:trace>
  <inkml:trace contextRef="#ctx0" brushRef="#br0" timeOffset="23797.8">24184 4854 524 0,'6'-3'225'15,"-1"-3"-33"-15,4-1-10 0,-5 3 3 0,3-5-9 16,3 1-7-16,-6 0-13 0,5-4-12 0,-5 0-16 16,6-1-3-16,-2-3-15 0,-2 1 8 15,1-1 2-15,-1 0 11 0,-2-1 9 0,0 4 6 16,-1 1-18-16,1 4-2 0,-4-4-24 0,0 6-10 16,0-1-10-16,0 1-20 0,0 6 9 15,-7-2-7-15,7 2-10 0,0 0 7 0,-21 12-12 16,14 0-8-16,-3-2-3 0,0 5-7 15,3-4 0-15,-4 6 7 0,5-3-7 0,2 0-18 0,-2 1 10 16,5-2-16-16,1-1 19 0,-3 1-18 16,6-1 17-16,-2 1-9 0,2-5-3 0,4 1 4 15,-1 0 12-15,5-2-17 0,-1-2-4 16,4-1-3-16,-1-1 3 0,1 0-21 0,0-3 13 16,2 0-3-16,-1-4-9 0,1 1 4 0,2-1 0 15,-5 0-4-15,-2 3 17 0,2-4-10 16,-2 3-6-16,-1 0-4 0,0-2 2 0,-3 4-23 15,-7 0 6-15,13 0 7 0,-13 0 0 0,7 6 7 16,-3-2 1-16,-1 1 5 0,0 2 2 16,1 2-15-16,-3-5 13 0,-1 4 10 0,3-1-8 15,0 3 3-15,1-2 2 0,-1 0 1 0,0-1 7 16,3 0-8-16,-2 0 11 0,4-3-3 16,-2 2-10-16,1-3 10 0,3 1-2 0,0-1 4 15,0-2-2-15,0-1-5 0,1 0-2 0,2-3-8 16,-1 2 10-16,1-5 0 0,0 4-8 0,4-4 18 15,-3-1-10-15,0 2 3 0,-1-2-1 16,1-1-2-16,-3 2-13 0,-2 2 31 0,2-3-18 16,-4 1 11-16,0 3-4 0,3-1-4 15,-6 0 12-15,4 0-15 0,-3 2 3 0,-2 0-3 16,4-3 10-16,0 4 8 0,-7 1-26 0,7-6 3 16,-3 4 23-16,2-1-20 0,-6 3 9 0,11-4-12 15,-11 4 0-15,7-2 0 0,-7 2-11 16,10-1 11-16,-10 1-5 0,0 0 8 0,14 1-9 15,-14-1 19-15,9 5-18 0,-5-4 0 16,-4-1-3-16,7 5 20 0,-1-2-9 0,-6-3-3 16,8 3 7-16,-5 1 3 0,-3-4 13 15,7 2 3-15,-7-2-8 0,6 2 10 0,-6-2-11 16,0 0 4-16,7 0 15 0,-7 0-11 0,0 0 13 16,11-4-15-16,-5 0 10 0,-6 4 0 0,7-7 3 15,-4 2-5-15,1-1 10 0,0-3-11 16,-1 0 6-16,1-1-5 0,-1-2-11 0,0-5 3 15,0 0-3-15,-2 1-5 0,2-3 6 0,-3-1-3 16,0 2 2-16,0 0 5 0,0 1-12 16,0 5 5-16,-3-3 5 0,2 5-11 0,-2-3 6 15,0 3-18-15,-4 2 0 0,0 1-3 0,0 1-53 16,-3 2-18-16,0 2-49 0,-1 2-103 16,1 0-73-16,-4 1-380 0,4-1-76 0,3 3 56 15,-2-3 67-15,9 0 71 0</inkml:trace>
  <inkml:trace contextRef="#ctx0" brushRef="#br0" timeOffset="24047.42">25503 4554 1146 0,'7'-1'343'0,"4"-2"-43"16,-1-1-26-16,0 1-29 0,4 2-30 15,-1-3-18-15,2 2-17 0,1 0-32 0,2 2-20 16,-2-5-36-16,2 4-51 0,2 1-72 0,-6-2-53 16,3 2-144-16,-3 0-174 0,-1 0-312 0,-2 2 72 15,-1-2 68-15,-1 0 50 0</inkml:trace>
  <inkml:trace contextRef="#ctx0" brushRef="#br0" timeOffset="24264.14">25651 4726 1036 0,'0'0'323'0,"0"3"-24"0,0-3-25 15,0 0-26-15,0 0-25 0,0 0-23 0,0 0-6 16,6 7-25-16,-6-7-18 0,10 0-13 15,-10 0-10-15,17 2-18 0,-10-2 1 0,4 0-19 16,-1 0-8-16,5 0-30 0,-3 0-36 16,-1 0-44-16,3-2-58 0,-4 2-70 0,3 0-81 15,-2-1-234-15,2 0-268 0,1-2 77 0,-4 1 50 16,4-2 68-16</inkml:trace>
  <inkml:trace contextRef="#ctx0" brushRef="#br0" timeOffset="24681.36">26229 4509 645 0,'0'4'291'0,"0"4"9"0,0-1-31 16,-1 6-29-16,-2-3-12 0,3 5-18 0,-4-2-23 16,1 5-11-16,3-2-9 0,0-1-11 15,0 0-10-15,0 1-31 0,0 1-10 0,3 0-13 16,1 0-10-16,0-1 0 0,2 0-10 0,1-4 7 15,-1 1-18-15,2-1 1 0,2 0-11 16,-3-3-5-16,3-2 23 0,4-3-10 0,-4 1 8 16,4-4 2-16,-1 0-16 0,4-1-1 0,-3-1-9 15,6-5 1-15,-3 2-14 0,-2-3 6 0,8-7 3 16,-6 3-6-16,1-4-5 0,1-4 21 16,-4-5-21-16,3 2-5 0,-5-3-3 0,-3 2 3 15,-1 1-10-15,-4-2 5 0,3 2 13 16,-6 3-8-16,-2 1 18 0,0 1 48 0,0-2-7 15,-1 5 16-15,-2-2-14 0,-3 1-17 0,-2 4-6 16,-2-1-7-16,-3 2-8 0,-1 2 0 0,-3-1-15 16,-1 7 7-16,-5-3-7 0,3 4-8 15,-4 1-10-15,2 3-8 0,-5 1-18 0,-1 3-10 16,1 1-26-16,-3 3-35 0,3 6-47 16,-11 6-35-16,10 1-72 0,1 4-118 0,0-3-509 15,9 0 64-15,-5-2 56 0,3 1 90 0,2-3 53 16,-10 11 72-16</inkml:trace>
  <inkml:trace contextRef="#ctx0" brushRef="#br0" timeOffset="52244.99">23087 6143 709 0,'0'0'209'0,"0"0"-24"16,0 0-14-16,-3-2-4 0,3 2-19 0,0 0-5 15,0 0-7-15,0 0-28 0,0 0-14 16,0 0-25-16,0 0-5 0,0 0-2 0,0 0-11 16,0 0 3-16,0 0-13 0,0 0 12 0,3 18-29 15,0-11 9-15,0 2 3 0,1 0-3 0,2 1-5 16,1 3 16-16,1-1-21 0,2 3 5 16,-1-3 2-16,3 2-6 0,4 1 9 0,1 1 5 15,-3-4-10-15,6 2 1 0,0-3-6 16,1 2 12-16,4-4-6 0,5 1-9 0,1-1 11 15,3 0-8-15,3-3-3 0,-2 1-7 16,6-4 10-16,0 3-5 0,0-3-8 0,4 1 18 16,-5-1-15-16,-2-2-8 0,0 1-5 0,-7 1-7 15,0-2-14-15,-8-1-4 0,1 0-1 0,0 0-10 16,-3 0 8-16,-4-1 2 0,0-2 1 16,-4 1-1-16,1 0 11 0,-2-3-3 0,-4 2 10 15,3-2-5-15,-4 1 3 0,0-3 3 0,-1 0-1 16,-3 4 16-16,0-5 15 0,-1 2-8 15,1 2 18-15,-3-3 8 0,0 1-18 0,0 6 8 16,3-8 0-16,-3 6 10 0,0 2-21 0,3-8 3 16,-3 8-8-16,1-7-20 0,-1 7 8 15,3-2-3-15,-3 2-5 0,0 0 12 0,0 0-4 16,0 0 5-16,21 8-1 0,-12-4-9 0,-2 3-3 16,0 0 15-16,4 1-20 0,-4 0 7 15,5 0 6-15,-4 3-8 0,-1-3 15 0,0 2 0 16,-1 1-7-16,-2-2 2 0,-4 0 2 0,0 2 4 15,0 1-4-15,-4-1 4 0,-3 1 6 16,-2 1-24-16,-4 1-24 0,-5-1-46 0,0 1-87 16,-1-3-181-16,1 3-369 0,-3-5 48 0,5-1 80 15,1-2 43-15</inkml:trace>
  <inkml:trace contextRef="#ctx0" brushRef="#br0" timeOffset="53077.65">24307 6373 619 0,'0'0'179'15,"10"12"0"-15,-9-5-17 0,2 1-27 0,0 1 1 16,1 0-29-16,-1 2 6 0,3 1 0 16,-5 0-19-16,2-2-9 0,4 3-8 0,-6-1-8 15,5 0-16-15,-3-1-6 0,-1 1 1 0,0-1 6 16,-2-3-3-16,3 0 16 0,0 1-14 16,-3-5 14-16,3 2 30 0,-2 0 11 0,-1-2 30 15,3 1-10-15,-3-5-23 0,4 2-15 0,-4-2 4 16,0 0-25-16,0 0 0 0,0 0-5 0,7-11-7 15,-4 2-6-15,-3 0-5 0,4-2-13 16,-4-1-5-16,3-3 11 0,0 0-8 0,3-1-8 16,-5 3 0-16,6-3 2 0,-3 0 1 15,-1 7-11-15,0-4 8 0,1 2 0 0,-1 2-18 16,3 0-7-16,-5 3 2 0,6 2-10 0,-2-2-3 16,0 5 13-16,1-1-21 0,-6 2 3 0,12 3 11 15,-6 0-6-15,1 4 10 0,3 0 3 16,0 3 13-16,-3-2-13 0,3 4-10 0,-3 0 0 15,4-1 7-15,-2 2 1 0,-2-4 7 0,-3 1-8 16,6-2 8-16,-6 2-5 0,4-2-5 16,-6-1-3-16,4 0 8 0,-1 0 8 0,-2-4-8 15,0 3 0-15,0-4 15 0,1 3 9 0,-4-5-4 16,0 0-5-16,0 0-12 0,0 0 5 16,19-9-6-16,-17 3 14 0,4-2 7 0,-3-1-31 15,1 0 8-15,2-5 5 0,-2 3 0 0,3-4-7 16,-3 3 2-16,4-2 5 0,-3-1 5 0,-2 6 5 15,1-1-12-15,3 1-6 0,-3 2-12 16,-1-2 2-16,0 2-5 0,1 5-13 0,-1-3 19 16,-3 5-9-16,0 0 16 0,0 0-10 0,14 8-8 15,-11-2 10-15,0 3 5 0,-2-1 6 16,5 1-3-16,-2 1-6 0,-1 5 4 0,4 0 4 16,-3-3-7-16,-1 3 0 0,3 1-47 0,-2-2-17 15,2-1-18-15,-2 1-41 0,4-3-28 16,1 1-67-16,-2-1-49 0,4-3-201 0,-4 0-198 15,3-5 67-15,4 1 74 0</inkml:trace>
  <inkml:trace contextRef="#ctx0" brushRef="#br0" timeOffset="53427.42">25059 6393 573 0,'0'0'248'0,"0"0"-20"0,0 0 2 16,0 0-25-16,-10 20-13 0,9-8-23 0,-2-3-10 15,0 0-6-15,3 2-30 0,-3 2-8 16,3-2-17-16,-1 2 7 0,1-3-21 0,-3 0-2 16,6 4 0-16,-2-5 0 0,2 1-28 15,0 0 2-15,0-1 0 0,1-1-2 0,5-1-11 16,-4 0 4-16,2-4 4 0,3 1-3 0,0-2-9 16,0 0 9-16,0-4-7 0,1 1-7 0,-1-1 7 15,0-5-18-15,1 1 5 0,-4-4-8 16,2 1 13-16,-5-6-7 0,4 0 0 0,-5-1-8 15,-3 1 23-15,0 1 5 0,-3-4 13 0,3 2 12 16,-4 0-9-16,-3-1 22 0,3 3-25 16,-2 3 18-16,2 1-18 0,-2-1-13 0,-2 1-5 15,2 3 0-15,-1 3-21 0,0 0-22 16,0 1-39-16,-3 3-39 0,10 0-32 0,-14 5-29 16,4-2-138-16,6 3-154 0,-2-3-342 0,6 4 66 15,0-7 71-15,3 9 55 0,3-3 66 0</inkml:trace>
  <inkml:trace contextRef="#ctx0" brushRef="#br0" timeOffset="53877.76">25613 6313 1008 0,'-7'-3'348'16,"3"2"-36"-16,4 1-20 0,-19-5-31 0,8 5-30 15,-3 5-27-15,0-3-14 0,-2 4-24 16,1 0-7-16,-1 0-13 0,-2 3-16 0,5 1-22 16,-1 1-21-16,1-2 0 0,3 2-13 15,-1 2-20-15,4-2 5 0,1-3-11 0,2 6-9 16,1-5-3-16,3-1-6 0,3 1 11 0,0-1-20 16,1 0-3-16,6-2-5 0,0-3 4 0,0 0-14 15,1 2-13-15,3-4-11 0,-1-2 3 16,1 1-5-16,-1-5-12 0,1 1-4 0,-3-3-7 15,2-1 5-15,1-2-18 0,-4-2 3 0,0-1 2 16,-2-2 11-16,-2-3-9 0,-1 1 17 16,0-7-11-16,-2-1 30 0,-3 0 16 0,3 0 18 15,-3-1 18-15,0 1-3 0,0 1 6 0,-3 5 14 16,3-2 16-16,-3 4 11 0,0 1-24 16,3 5 6-16,-1-2-19 0,-2 3-5 0,0 2-14 15,0 6 11-15,0 0-12 0,3 2-10 0,0 0 8 16,-15 9-6-16,12 0-2 0,-1 0-6 15,-2 3 1-15,2 3-3 0,1 0 16 0,-1 2-29 16,4 1-30-16,0-1-47 0,0 5-50 0,7-3-75 16,-3 4-67-16,3-2-245 0,3 0-228 15,1-2 79-15,2-3 47 0,-3-1 71 0</inkml:trace>
  <inkml:trace contextRef="#ctx0" brushRef="#br0" timeOffset="54377.38">25907 6393 706 0,'11'-8'302'16,"-1"-1"-13"-16,-1 1-30 0,-2 1-24 0,1-1-33 15,1-1 6-15,-2 1-32 0,0-3-1 0,4-1-14 16,-1-1-13-16,-4 1-12 0,5-1-13 16,-4-1 5-16,1 1 2 0,-3 0 16 0,0 3-8 15,-2-2-10-15,0 3 3 0,0 1-18 16,0 0-26-16,-2 4-8 0,-1-4-28 0,0 8 13 15,0-7-13-15,0 7-5 0,0 0 3 0,0 0-11 16,-21 10 1-16,14-1-21 0,-3 3 25 0,2-2-17 16,-2 3-1-16,1 0-17 0,2 4 2 15,-1-3 3-15,2 3-5 0,3-3 10 0,-1-1-8 16,1 2 0-16,3 0-7 0,0-3 7 0,3 1 3 16,0-3 5-16,1 0-13 0,3 4 0 15,6-4 3-15,-2-2-19 0,6 0 17 0,0-2-22 16,0-2 11-16,3 1-5 0,1-4-16 0,0-2-22 15,3-4 27-15,-4 3-7 0,1-4-16 16,3-4 1-16,-5 1-8 0,-1-7-16 0,-1 1 6 16,0-6-3-16,-3-2 2 0,0-2 19 0,-4-2 12 15,0 4 8-15,-3-1 28 0,-3 2 28 16,-1 5 6-16,0 0 9 0,0 5-9 0,0-2-14 16,-3 5-1-16,-1 1-7 0,-1 6 12 0,-4-3 1 15,6 5-14-15,0 0 4 0,-21 13 11 16,14-5-8-16,-3 3 0 0,-4 6 5 0,4-1-5 15,-3 3-13-15,2 3-43 0,-2 3-31 0,-1 1-77 16,3 4-94-16,-12 7-525 0,9-5-31 0,-3-7 64 16,0 0 87-16,-1-1 56 0,-5-5 59 15</inkml:trace>
  <inkml:trace contextRef="#ctx0" brushRef="#br0" timeOffset="55277.14">22670 6613 261 0,'14'0'110'0,"-5"3"10"0,-2-2-30 16,0 0 4-16,4 2 1 0,2 1 0 0,-3-1-16 15,7 1 0-15,-3 0 3 0,3 2-7 0,1 0-9 16,1-1-15-16,2 3 8 0,-4 2-10 16,4-2-16-16,-2 4 8 0,-1-2-3 0,0 4-7 15,-5-1-16-15,4 2 16 0,-6 2-18 0,2 1 0 16,-3 0 33-16,-3 3-13 0,-3 3 11 15,-1-4-3-15,1 4-11 0,-1 0 34 0,-3-1-20 16,1-2-3-16,-2 1 10 0,1 3-5 0,0-1 3 16,0-5-6-16,1 6 16 0,2 0-23 15,0 0-8-15,0-1 16 0,4 1-9 0,0-1 6 16,3-4-2-16,0 2 9 0,0-1-22 0,5 3 7 16,-2-3-2-16,4-3-5 0,4 1-3 0,-4 2 2 15,4-3 6-15,3-1-29 0,-4-1 16 16,4 0-2-16,3-4 12 0,0 2-5 0,-6-6 0 15,3 1-8-15,0 0-2 0,3 0 5 16,-6-2 3-16,2 0-14 0,-5-3 1 0,3 1 0 16,-5-2-19-16,-1 3-12 0,-2-4-30 0,0 3-27 15,-2-3-20-15,-1 1-48 0,-1 1-70 0,-4-1-25 16,-2 3-333-16,1 1-36 0,-1-3 72 16</inkml:trace>
  <inkml:trace contextRef="#ctx0" brushRef="#br0" timeOffset="55694.05">23596 7391 918 0,'0'0'262'16,"0"0"-17"-16,0 0-35 0,0 0-8 0,0 0-30 15,0 0 4-15,0 0-27 0,11 20-8 16,-5-12-13-16,1 6-16 0,0-3-7 0,4 6-23 0,2 1 5 15,-3 2-2-15,1-2-1 0,-1 1-12 16,-1 2-8-16,-2-3 13 0,1-1-3 0,-5-1-18 16,3 2 8-16,-5-1 8 0,2-3 17 15,-6 0-35-15,-1 1-3 0,-2 0 6 0,-5 0-1 16,-2 1-18-16,-5-2 3 0,-2 5 0 0,-1-8 0 16,-6 4-15-16,3-6-31 0,1-1-23 15,-2 2-39-15,1-4-94 0,3-5-95 0,2 2-545 16,-2-3 74-16,4-2 53 0,0 0 63 0,-1-4 73 15</inkml:trace>
  <inkml:trace contextRef="#ctx0" brushRef="#br0" timeOffset="56496.57">24013 7419 988 0,'0'0'271'0,"-9"-2"-20"0,9 2-23 16,-15 4-29-16,9 1-17 0,-2 2-28 0,1 2-3 16,-1 2-21-16,0 3-12 0,0 2 5 0,-2 4-16 15,4 1-30-15,2-4 0 0,1 0 2 16,-1 1-28-16,3-1 8 0,-2 1 13 0,3-1-21 16,3-1 3-16,-2 0-21 0,0-2 3 15,2-3-8-15,3-2-2 0,-2 3 7 0,3-7 5 16,3 2 1-16,-3 0-11 0,0-6 5 0,3 1-15 15,1-4 10-15,-11 2-7 0,16-7 12 0,-8 3-20 16,1-5 7-16,-2-4-4 0,0-2-6 16,-1 2-2-16,-1-3 9 0,3-2-6 0,-6 2 17 15,4 0-8-15,-2 0 8 0,-1 2 13 16,0 3-7-16,-3 2-16 0,5 0 17 0,-5 1-24 16,3 2-1-16,-3 4-5 0,0 2 5 0,0 0 16 15,0 0-18-15,0 0-8 0,0 0 12 0,7 19-6 16,-7-9 1-16,0 3 3 0,3-1-2 0,-3 2-18 15,3 2-26-15,0 0-23 0,1-4-28 16,-1 5-41-16,5-2-54 0,-2-1-56 0,1-3-130 16,3-1-372-16,4 2 62 0,-1-6 56 15,-2 1 69-15,-1-4 28 0</inkml:trace>
  <inkml:trace contextRef="#ctx0" brushRef="#br0" timeOffset="56762.76">24467 7508 908 0,'-3'-4'297'0,"3"4"-13"16,-7-5-30-16,1 0-21 0,6 5-31 0,-10-1-3 15,10 1-14-15,-15 3-16 0,5 1-3 0,-1 3-15 16,-1 1-5-16,-2 2-5 0,3 0-11 16,-2 1-17-16,2 4-13 0,1-1 5 0,0 1-13 15,3-2-13-15,-3 2-7 0,6 0 12 0,-2-2-25 16,6 1 0-16,-3 0-10 0,3-3-1 15,3 3-19-15,3-5 6 0,1 4-6 0,4-2-12 16,2 0 1-16,2-4-23 0,4 1-51 16,5-1-29-16,1-4-58 0,2 0-36 0,-4 0-67 15,3-6-171-15,0 0-346 0,1 0 46 0,-2-4 88 16,-1-5 43-16,-4-1 53 0</inkml:trace>
  <inkml:trace contextRef="#ctx0" brushRef="#br0" timeOffset="56960.91">24796 7300 629 0,'0'0'210'0,"-4"15"0"15,1-5-13-15,3 0-10 0,0 5-13 16,0 2-15-16,0 2-19 0,0 3-6 0,3 3-14 16,-2 0-2-16,2 2-8 0,5 4-3 15,-2-5-20-15,0 6-41 0,-2-6-46 0,2-1-61 16,-2 1-65-16,2-1-135 0,-1-1-409 0,1-6 50 15,-3-3 65-15</inkml:trace>
  <inkml:trace contextRef="#ctx0" brushRef="#br0" timeOffset="57994.41">24648 7583 760 0,'-3'-7'284'15,"3"7"-33"-15,3-7-26 0,-2 4-20 0,6-2-11 16,3-2-27-16,3 3-4 0,2-4-27 0,1-1-3 16,5 1-25-16,3-1 9 0,0 0-17 15,1-2-8-15,-2 1-28 0,1 2 8 0,0 4-8 16,-5-3-23-16,-1 1 10 0,-1 3-12 16,-3-1-9-16,-1 3-14 0,3 1 7 0,-8 0 2 15,2 4 9-15,1 0-9 0,-1 2-12 0,-3 3 10 16,0 0-8-16,0 5-4 0,-1-2-4 15,-2 2 14-15,-1 1-8 0,1-2-3 0,-1 3-5 16,4 0 3-16,-3-1-16 0,2 0 31 0,-2-2-15 16,2 2-11-16,-2-2 11 0,6-1-11 15,-6-2 6-15,4-2-3 0,0 0-21 0,0-1 19 16,-1-1-6-16,6-2 13 0,-3-4-10 16,1 4 0-16,-1-8-5 0,4 3 23 0,-4-3-26 15,4-6 13-15,-4-1-21 0,3-3 3 0,1-1 0 16,-1-5 3-16,-1 2 2 0,0 1 21 0,-2-1-8 15,-2 3 3-15,-1 1 22 0,0 2-2 16,-1 3-28-16,0 1 18 0,-1 0-16 0,-2 2-12 16,1 3 12-16,-4 3-7 0,6-1 20 0,-6 1-5 15,0 0 3-15,3 14-5 0,-2-3-3 16,-1-1 18-16,3 5-11 0,-3-4-2 0,3 6 11 16,1-2-6-16,0 3-5 0,2-3 0 0,1 1-7 15,0-4 17-15,4 3-2 0,2 2 0 0,-3-7-13 16,7 3 10-16,0-4 3 0,3-1-13 15,-2-1 10-15,2-4 5 0,1-3 1 0,3 0 4 16,0-3-7-16,-1-4 0 0,1 0 2 16,0-1-5-16,-2-10 1 0,1 1-1 0,-3-5 5 15,-2 1-7-15,-2-3 2 0,-5 2 0 0,1 3-5 16,-4-2 13-16,-4 8-2 0,2-3 17 0,-2 2-10 16,-4 3-13-16,0 3 3 0,-4-1 0 15,1 4 2-15,0 1 11 0,-4-2-24 0,0 5 19 16,-3 1-16-16,10 0-5 0,-20 2 0 15,9 4 3-15,4-3 2 0,-3 1 2 0,0-1 4 16,3 3-6-16,3-4-10 0,-2 4 5 0,2-5-3 16,1 2 11-16,-3 2-8 0,6-5 5 15,-5 3 10-15,5-3-5 0,0 0-7 0,5 10 10 16,-2-6-16-16,-3-4 13 0,9 3-4 0,-5 2 1 16,2-3-7-16,2 3 0 0,-1-2-2 15,3 3 9-15,-1-2-14 0,2 1 9 0,-1 3 1 16,1 0 4-16,2 0 1 0,-2 0-8 15,3 1-2-15,-1-1 7 0,-3 1-10 0,4-1 15 16,-4 0-8-16,6 0 1 0,-5-4-8 0,0 3-3 16,0-1 11-16,1-3 4 0,0 2 1 0,-2-2 7 15,3-3 3-15,-2 0-18 0,2 0 11 16,1 0-11-16,1-3 10 0,-3-4-8 0,-1 2 1 16,2-5-11-16,1 0-2 0,-1-2 5 15,-3-6-16-15,6 1 4 0,-8-3 22 0,3-4-13 16,-4 0 3-16,1-4 7 0,-3-4-14 0,1-1-4 15,-5-1 11-15,3 1 13 0,-1 3-18 0,-3 2 12 16,0 3 3-16,0 3 8 0,-3 2 10 16,3 4-2-16,-4-1-16 0,2 7 5 0,-3-1-13 15,2 8 14-15,-4 2-4 0,7 1 6 0,-14 9-5 16,1-1 10-16,6 4-18 0,-7 5 7 16,4 4 1-16,3 2 0 0,-2-2 7 0,0 4-5 15,0 5 3-15,6-5-13 0,-4 1-2 0,3 0 9 16,3 2 9-16,-2 0-14 0,3-2-7 15,0-5-21-15,3 2-43 0,-3 0-38 0,1-4-52 16,-1 3-87-16,0-2-299 0,0-2-243 0,-4-3 81 16,1-2 85-16,-2-5 54 0</inkml:trace>
  <inkml:trace contextRef="#ctx0" brushRef="#br0" timeOffset="84674.4">6189 14606 1236 0,'-3'6'345'15,"-1"-2"-45"-15,1 6-26 0,0 1-21 0,-2 0-25 16,2 3-23-16,0 0-26 0,-1 1-15 0,2 3-11 15,2 2-12-15,-1-2-15 0,1 1-19 16,0-2-2-16,0 4-15 0,0-3-14 0,0 1 4 16,0-2-16-16,0 4-8 0,1-4 3 15,1-1-8-15,-2-2-15 0,1 1 0 0,-1-2 7 16,3-2-17-16,-3 0 2 0,0-4-2 0,3 1 9 16,-3 0-9-16,0 1-3 0,3-5-2 0,-3 0-4 15,0-4 4-15,0 0-3 0,0 0-3 16,0 0-2-16,5-15 0 0,-5 4-11 0,3-3 9 15,-3-4-6-15,3 1-10 0,-2-8 17 0,2 0 1 16,0-1-10-16,1-6-1 0,2-3 14 0,0 3-19 16,2-1 3-16,-1-1 0 0,3 1-2 15,-2 6 20-15,2-4-18 0,2 4 0 0,-1 4 2 16,-1-1 1-16,-3 6 4 0,7 0 14 16,-4 3-21-16,0-2-3 0,1 9 11 0,-1-1-26 15,0 5 10-15,1 0 8 0,-2 2-2 0,-1 2-6 16,2 2 11-16,0 2-3 0,-3 2 0 0,-1 1 5 15,-2 1-8-15,0 4 6 0,-4 1-11 16,-5 4 0-16,-1-1 14 0,-1 5 1 0,-3-2-17 16,-4 0 15-16,-2-3 0 0,1 1-2 0,-1 0 2 15,-2-2-8-15,-2-1 3 0,6 0-2 0,-6-3 15 16,6-2-6-16,0 0-7 0,1-5 10 16,3 3-2-16,-1-2-3 0,1-2 8 0,0 2 5 15,2-1-10-15,2-4-8 0,0 4 2 16,2-1 6-16,-2-2-11 0,5 3 6 0,1-4-6 15,0 6 3-15,3-1-2 0,4 3 2 0,0-2 10 16,4 3-5-16,2 1-10 0,0-2 10 16,8 3-2-16,-3 3-3 0,2-3-3 0,1 3 3 0,6 1-2 15,-3-1 7-15,2 1-16 0,-4 2-35 16,5-3-38-16,-7-3-136 0,0 2-75 0,1-1-48 16,0-4-496-16,-4-1 81 0,0-1 72 15,-4-2 54-15,-2-4 61 0</inkml:trace>
  <inkml:trace contextRef="#ctx0" brushRef="#br0" timeOffset="85040.13">6876 14143 1267 0,'6'-9'355'0,"2"5"-47"0,-1-2-27 0,-1 3-33 15,-2-2-25-15,-4 5-23 0,14 0-8 0,-14 0-16 16,10 10-17-16,-4-3-11 0,1 1-4 0,-2 6-24 16,-2-1-15-16,0 6-5 0,-3-1 0 15,-3 0-26-15,0 0 0 0,-5 6-5 0,1-2-5 16,0-1-7-16,-3-1-14 0,0 0 1 0,3-2-14 16,-3-1 11-16,-1-2-5 0,4-1 5 15,1-2-10-15,-1-2-3 0,4 1 0 0,-4-3-7 16,3-2 14-16,1 1 6 0,3-2-5 0,0-5-8 15,3 7 6-15,-3-7-9 0,11 2 6 0,2-2 5 16,-3 0-18-16,8-2 2 0,2 0 1 16,0 2-24-16,1 0 1 0,0-2-24 0,2 2-33 15,1 0-41-15,0 2-46 0,-3-2-53 0,2 2-106 16,-1 1-545-16,1-1 36 0,-6 2 98 16,-3 0 55-16,-4-4 65 0,0 6 45 0</inkml:trace>
  <inkml:trace contextRef="#ctx0" brushRef="#br0" timeOffset="85240.84">6965 14881 880 0,'0'0'320'0,"0"0"-26"0,0 0-27 15,10 2-19-15,-10-2-43 0,21-4-21 0,-4-1-15 16,0 3 2-16,7-4-35 0,-3 5-13 0,6-5-34 15,-3 5-48-15,3-3-28 0,-6-1-90 16,3 3-102-16,-5 1-156 0,2 1-366 0,-3-1 48 16,-5 1 74-16,-3 0 47 0</inkml:trace>
  <inkml:trace contextRef="#ctx0" brushRef="#br0" timeOffset="85440.63">7010 15047 801 0,'-5'4'284'16,"5"-4"-15"-16,0 0-26 0,0 0-26 15,0 0-20-15,21 3-2 0,-11-3-41 0,4 0-9 16,3-3-11-16,4 3-27 0,0-2-30 0,-2 1-41 16,3 0-62-16,2 0-61 0,0 0-87 0,-1-3-430 15,1 4-49-15,0 0 62 0,-3-4 48 16</inkml:trace>
  <inkml:trace contextRef="#ctx0" brushRef="#br0" timeOffset="86257.51">7959 14596 1121 0,'-3'-5'345'0,"-3"3"-15"0,6 2-20 16,-7-6-51-16,7 6-16 0,0 0-26 0,-21 8-30 15,14 2-5-15,-3-2-21 0,0 7-15 16,3 0-8-16,-3 4-12 0,3-1-8 0,-3 3-1 16,6-2-25-16,-2 6-17 0,2-2 1 0,4-4 4 15,-3 4-6-15,3-3-13 0,3 1-12 16,0 2 10-16,4-2-16 0,0-3 4 0,3 3-12 16,1-4 1-16,2-2-2 0,4-1 6 15,4-3-9-15,-1-2 2 0,1-4-12 0,0 0 12 16,-2-3-7-16,2-2-3 0,0-2-3 0,-1-3 3 15,1-5-5-15,0 2 0 0,-4-9-5 0,0 2-10 16,-1-3 7-16,-4-6 10 0,0-1-17 16,-2 3 2-16,-5-2 8 0,1 1-13 0,-6-2 5 15,0 5 8-15,-3-1-3 0,-4 1 0 0,3 3 3 16,-6-4-5-16,-3 6 4 0,-1 1 1 16,-3 1 5-16,-4 4-15 0,4 2 2 0,0-2 15 15,-4 5-9-15,0 0-9 0,2 3 13 0,-2 1 1 16,0 1-3-16,4-1-19 0,-3 7 14 0,6-1-16 15,0-1-12-15,1 2-21 0,-1 6-20 16,7-3-55-16,-2-1-17 0,8 1-74 16,-2 2-72-16,3 1-366 0,3-5-166 0,4 7 43 15,-1-5 64-15,5 0 77 0,0-3 84 0</inkml:trace>
  <inkml:trace contextRef="#ctx0" brushRef="#br0" timeOffset="86457.66">8705 14801 1008 0,'7'-3'333'0,"0"-4"-26"0,3 6-31 0,0-5-22 16,0 5-34-16,1-3-18 0,2-1-59 0,-2 4-45 15,3-1-62-15,-4 2-80 0,3 0-76 0,-2 1-152 16,2 0-403-16,-2 0 40 0,-4 1 51 15,2 1 52-15</inkml:trace>
  <inkml:trace contextRef="#ctx0" brushRef="#br0" timeOffset="86640.21">8695 15023 924 0,'0'0'325'15,"0"0"-36"-15,0 0-25 0,0 0-16 0,0 0-46 16,0 0-15-16,30-7-39 0,-19 4-43 0,2-1-28 16,1 3-41-16,3-2-95 0,4-1-59 15,-1-1-94-15,1 0-479 0,3-2 48 0,3 2 62 16</inkml:trace>
  <inkml:trace contextRef="#ctx0" brushRef="#br0" timeOffset="86874.37">9313 14541 934 0,'0'0'358'0,"0"0"-23"16,11 17-17-16,-11-4-29 0,0-1-10 16,3 2-36-16,-3 5-28 0,1-2-18 0,1 5-17 15,2 3-29-15,-4-1-3 0,3 2-17 16,0-1-6-16,-3 3-23 0,1-3-12 0,2 0-3 15,-3 0-5-15,4 1-64 0,-1-2-59 0,1 1-74 16,-1-2-167-16,0 0-545 0,-3-3 57 0,4-3 86 16,-1 0 91-16,0-3 40 0</inkml:trace>
  <inkml:trace contextRef="#ctx0" brushRef="#br0" timeOffset="87107.34">9789 14905 1484 0,'0'0'443'0,"3"-4"-36"0,-3 4-38 16,10-4-14-16,-2 2-48 16,-1-2-48-16,5 1-13 0,3-1-18 0,4 3-31 0,2 1-18 15,0-3-15-15,2-1-16 0,-2 2-38 16,3-1-28-16,-2-2-8 0,4 4-30 0,-2-6-19 15,-3 7-76-15,0-7-79 0,-2 4-193 0,2-4-586 16,-8 3 75-16,2-3 87 0,-5-2 73 0,-1 0 70 16,-5-2 57-16</inkml:trace>
  <inkml:trace contextRef="#ctx0" brushRef="#br0" timeOffset="87623.52">11067 14305 1200 0,'3'10'399'15,"-3"1"-45"-15,0 3-32 0,4 4-28 0,-4-2-32 16,1 5-27-16,2-1-23 0,0 4-14 15,0 1-19-15,-2 0-31 0,2 1-45 0,0-1-55 16,0-1-61-16,-2-1-79 0,5-1-120 0,-6 0-577 16,4-5 57-16,-4-3 57 0,3-3 63 0,-6-1 74 15</inkml:trace>
  <inkml:trace contextRef="#ctx0" brushRef="#br0" timeOffset="88007.33">11023 14330 755 0,'3'-4'312'0,"-3"4"-23"0,0 0-18 0,0 0-7 0,0 0-21 16,14 7-12-16,-7 1-9 0,0 0-25 15,2 1-33-15,2 5-8 0,0-3-30 0,5 3-3 16,-2 1-18-16,-1-1 15 0,2 1-28 16,1 0-7-16,-2-1-11 0,3-1-15 0,0 0-8 15,-6-1 8-15,6-4-8 0,-4 2 3 16,1-3-21-16,-1-1-2 0,2-4-6 0,-2 2 3 15,0-4-7-15,-2-4-21 0,2 3-5 0,-2-6-11 16,-1-2-4-16,0-3 2 0,4-5-5 0,-4-4 3 16,-3 0 9-16,0-2 6 0,3 1 8 15,-3-2 4-15,-3 5-7 0,2 2 13 0,-2 2 0 16,0 4-16-16,2 1 21 0,-3 1-5 16,-2 4-5-16,2 4 7 0,-3 1 26 0,0 0-15 15,10 11 7-15,-7 2-5 0,1-1 5 0,0 6-7 16,2 4 0-16,1 1-3 0,-1 1-8 15,-2 1-5-15,3 0 3 0,0 3 10 0,0 0-10 16,0-3-26-16,3 5-20 0,-3-3-13 0,3-2-46 16,1 0-39-16,-1-7-71 0,3 2-108 0,-2-2-501 15,5-6 56-15,-2-1 71 0,-3-7 90 16,2 1 36-16</inkml:trace>
  <inkml:trace contextRef="#ctx0" brushRef="#br0" timeOffset="88374.3">11974 14306 903 0,'-7'-1'300'0,"-4"-1"-14"0,11 2-30 16,-20 3-20-16,6-1-16 0,4 4-31 16,-1-4-22-16,1 6-6 0,3 1-31 0,-2-1-9 15,4 0-9-15,-1 1-12 0,5 4 0 0,1-3-13 16,0 0-8-16,1 4-4 0,5-3-11 15,2 3-11-15,-1 1 4 0,5-1-11 0,-1 3-5 16,3-2 5-16,0 3-15 0,2-1-1 16,-1-2-2-16,-2 2-15 0,0 1 3 0,1-3 9 15,0 2 3-15,-4-5 0 0,0-1 1 0,-3-1-6 16,0 0 5-16,0-2 10 0,-3 4 8 0,-4-4-2 16,-3 0-6-16,-1 0-12 0,-3-2 2 15,0 1 13-15,-3-3-18 0,-1 0 3 0,-2 1 7 16,-1-2-2-16,0-1-14 0,-2 1-1 15,1-2-6-15,-1 0-5 0,2-1-10 0,1 0-36 16,1-1-51-16,3-3-49 0,2 1-56 0,1-4-54 16,5 3-79-16,1-4-146 0,1-5-284 15,5 2 63-15,1-4 106 0,3-5 20 0</inkml:trace>
  <inkml:trace contextRef="#ctx0" brushRef="#br0" timeOffset="88740.35">12239 14349 849 0,'8'9'282'0,"-5"-2"-29"0,1 2-7 0,2 6-21 16,-2-3 1-16,-1 3-24 0,4 2-33 16,-3 3-5-16,-1-2-24 0,0 1-9 0,1-1-16 15,-1 4 8-15,0-4-18 0,-3 0-23 16,3-1-8-16,-3 1-5 0,1-3-5 0,-1-2-8 16,0-1-10-16,3-2 16 0,-3-2-21 15,-3-1 7-15,2-1 11 0,1-6-33 0,0 0 2 16,0 0-2-16,0 0-3 0,-16-21 5 0,10 9 0 15,1-11-7-15,-1 3-6 0,-1-5-5 0,3-1 5 16,1-3 16-16,0 2 26 0,0-3-19 16,3 4 11-16,0 1-11 0,0 0 8 0,0 1-5 15,3 4 8-15,3-3-14 0,1 4 14 16,-3 2-16-16,6-1 3 0,1 2-5 0,5 1 2 16,-2 0-12-16,3 4-6 0,0-1-10 0,1 3 0 15,-2 3 18-15,2 0-15 0,-2 0 10 0,-1 2-13 16,-2 0-2-16,1 2-26 0,-1 1-6 15,0-1-27-15,-2 4-39 0,-1-1-35 0,-3 1-47 16,0-1-76-16,-3 6-218 0,-1-2-333 16,0 0 69-16,-6 2 83 0,3 1 68 0,-6-1 54 15</inkml:trace>
  <inkml:trace contextRef="#ctx0" brushRef="#br0" timeOffset="88923.16">12352 14437 821 0,'0'0'353'0,"0"0"-33"16,7 3-20-16,-7-3-26 0,14-3-36 0,-4 0-21 16,4 2-22-16,-4-1-18 0,4 1-21 0,0-3-16 15,2 2-42-15,-1 1-45 0,-2-1-50 16,1 2-67-16,-4-1-82 0,0 2-54 0,-2-1-15 16,-2 3-460-16,-2-1 14 0,-1 3 50 15,-3-5 60-15</inkml:trace>
  <inkml:trace contextRef="#ctx0" brushRef="#br0" timeOffset="89106.91">12233 14748 668 0,'-4'8'268'0,"4"0"-12"0,0-2-23 16,1-2 0-16,2 2-13 0,3-3-12 0,2 1-11 16,2-1-16-16,3-2-4 0,2-1-23 0,8 4-19 15,-3-4-14-15,4-4-6 0,4 4-20 16,3 0-14-16,-1-2-17 0,1-4-17 0,-3 6-71 15,2-7-37-15,-2 3-75 0,-1-2-127 0,-3-1-495 16,0 4 75-16,0-5 53 0,-3 0 72 16</inkml:trace>
  <inkml:trace contextRef="#ctx0" brushRef="#br0" timeOffset="89673.18">12882 14495 854 0,'0'0'356'0,"0"0"-23"16,0 0-28-16,0 0-26 0,0 0-6 0,-3 25-19 15,6-12-26-15,-3 1-44 0,3 5 0 16,-3-2-22-16,0 5-11 0,1-1-13 0,-1 0-23 15,4 2-7-15,-4-2-11 0,0 0-10 0,0 0-3 16,0 0-12-16,0-2-3 0,0-1-8 16,0-1-2-16,0-2-15 0,0-1-6 0,0-2 6 15,0-3-6-15,0 3 13 0,0-3 13 0,0-5-18 16,3 3 8-16,-3-7-13 0,0 0 5 16,0 0 3-16,0 0-16 0,0 0-12 0,10-16 7 15,-7 8-8-15,1 0-20 0,2-2 23 0,2 0 0 16,-2 2 3-16,4-2-11 0,-3-1-4 15,1 6 4-15,1-2-7 0,1 1 12 0,1-1-7 16,-1 4-3-16,3-2-5 0,-2 3 13 16,0 1-18-16,1 0-2 0,-1 0 2 0,-1 1 0 15,2 0-16-15,-3 1 9 0,1-1 12 0,-3 1-10 16,1 0 5-16,1 1 7 0,-2 2 6 0,-7-4-10 16,6 3-11-16,-1-2 28 0,-5-1-22 15,3 7 2-15,-3-7 2 0,0 6 1 0,0-6 7 16,0 0 0-16,-3 7-12 0,3-7 2 0,-5 4-10 15,5-4 7-15,0 0 11 0,-6 4-6 16,6-4-9-16,0 0 14 0,-3 4-2 0,3-4-10 16,0 0 8-16,0 0-3 0,-4 4-3 15,4-4-10-15,0 0-12 0,0 0-31 0,0 0-62 0,-6 2-74 16,6-2-100-16,-7 1-586 0,-1-1 72 16,8 0 46-16,0 0 89 0,-16 0 49 15,16 0 82-15</inkml:trace>
  <inkml:trace contextRef="#ctx0" brushRef="#br0" timeOffset="90326.39">12998 14591 970 0,'0'0'302'0,"-3"-7"-34"0,3 7-22 0,0 0-26 15,0 0-12-15,0 0-22 0,0 0-29 16,0 0-6-16,0 22-13 0,-3-12-28 0,3 4 5 16,0 2-18-16,-3 2 3 0,3 1-3 0,-3-1-15 15,2 2-7-15,-2 0-6 0,-1 1-10 16,1 0-1-16,2 4 9 0,-5-3-13 0,2-4-3 15,1 0-5-15,0-1-2 0,-1 1-16 0,1-3 13 16,-1-2 12-16,1-2-14 0,3-2-1 0,-4 0 1 16,4-1 14-16,0-2-14 0,-3-2 12 15,3-4-15-15,0 0-5 0,0 0-6 0,0 0 8 16,7-17-12-16,-4 7-1 0,4-6 3 16,-3-1 0-16,2-3-2 0,-2-4-1 0,3 1-7 15,0 0-3-15,0-2 3 0,2 3-5 0,1-1-6 16,1 1-2-16,-4 4 16 0,3 1-16 0,1 2 13 15,-1 4-11-15,-3 2 3 0,4 3 3 16,-2-1-16-16,1 4 8 0,1 3 13 0,-1 3-10 16,-3 4-1-16,3 1-2 0,1 2 10 0,-2 4-10 15,1 1-2-15,-2 0 7 0,-1-2 3 16,2 5 2-16,-5-3 0 0,4 8-5 0,-2-4 0 16,1-1 1-16,-4-3-9 0,3 6-18 15,-2-3-25-15,0-2-28 0,-1 0-59 0,-2-2-85 16,2 1-163-16,-3-5-430 0,3 1 43 0,0-3 69 15,-2-2 74-15,2-3 60 0</inkml:trace>
  <inkml:trace contextRef="#ctx0" brushRef="#br0" timeOffset="91106.51">13420 14851 854 0,'10'-10'326'0,"2"0"-24"0,-1-1-46 0,-4-1-11 16,3 3-27-16,1-1-6 0,-1-5-35 15,-3 3-13-15,4-5-29 0,-1-2 6 0,-1 1-23 16,2-1-8-16,-7 1 13 0,2 2-16 16,-2 1 3-16,2-1-15 0,-3 6-3 0,-3-3-17 15,0 7-4-15,-3 0-9 0,0 0-6 0,-1 6 0 16,4 0 1-16,-16 1-6 0,5 6-13 0,-2 3-5 16,-2 3 6-16,2-1-8 0,-1 3 20 15,4 2-28-15,0-2-10 0,2 1 22 0,2 0-14 16,0-1-6-16,5-2-5 0,1-1 11 0,0 1-8 15,1-5 5-15,5 5 0 0,2-5-1 16,1-4-4-16,2 4-5 0,3-3-11 0,-1-3 14 16,0-2 1-16,5 0-14 0,-4-1 12 15,2-3-10-15,-3 1 0 0,2 1 3 0,-5-3 2 16,4 3-8-16,-4-3 8 0,0 4-10 0,-3-1 3 16,3 0-9-16,-3-1 4 0,-7 3 7 0,10 0 2 15,-10 0-4-15,11 5 4 0,-5-3-9 16,-2 5-6-16,2-1 8 0,-1-1 7 0,1 2-7 15,-2 1 5-15,5 0 10 0,-5 1-10 16,4-2-5-16,1 0 8 0,-2 0-3 0,0-2 2 16,3 2 14-16,0-2-21 0,-3 0 5 0,3-2 2 15,4-1 6-15,-4-2-3 0,1 2-5 0,-1-4 5 16,0 2 0-16,4-1 13 0,-7 0-20 16,3-2 9-16,1 0-9 0,-2 1 7 0,-2 1-8 15,0-3-7-15,1 4 18 0,-8 0-21 16,13-3 8-16,-7 2 2 0,-6 1-2 0,11-3 8 15,-11 3 9-15,7-1-6 0,-7 1-9 0,7 0 0 16,-7 0-2-16,12-4 5 0,-7 1 13 0,-5 3-13 16,13-3 5-16,-9 1-10 0,2-3 5 15,2 5 3-15,-2-4-6 0,1 0 3 0,-1 0 3 16,1-2 12-16,1-1-5 0,-1 0-7 16,-1 2 10-16,1-3-1 0,0-4-12 0,-4 4 18 15,1-4-7-15,-1-1 7 0,0 1-11 0,-3-3 16 16,0 0-7-16,0 3-1 0,0-2 16 15,-3-3-6-15,3 7 19 0,-3-5-6 0,-1 7-2 16,1-4-3-16,-1 0-12 0,1 4-1 0,-1-2 11 16,1 2 0-16,0 1-13 0,0 2 2 15,2 0-5-15,-2-2 6 0,3 3-11 0,0 4 13 16,-3-8-23-16,3 2 18 0,0 6 0 0,3-7-10 16,0 6-11-16,4-2 6 0,-1-1-3 0,2 1-3 15,2 1 13-15,3-3-4 0,2 4-19 16,1-2 8-16,2-1-34 0,-5 4-17 0,4-2-59 15,-6-1-77-15,3 1-138 0,-1 0-584 16,-3 1 77-16,-2 0 79 0,-8 1 110 0,9-6 47 16,-9 6 48-16</inkml:trace>
  <inkml:trace contextRef="#ctx0" brushRef="#br0" timeOffset="91740.21">11180 15162 1172 0,'-7'-3'376'16,"7"3"-30"-16,0 0-24 0,-6-1-33 15,6 1-38-15,0 0-15 0,0 0-21 0,0 0-21 0,0 0-14 16,31-2-19-16,-15 2 0 0,8 0-7 15,7 0-14-15,10-1-17 0,7 0 0 0,23-2-8 16,5 1-12-16,20-1-6 0,6-2-18 0,8 1 11 16,16 0-21-16,1 0 10 0,6-1-2 15,4 1-5-15,3-1-34 0,37-2 3 0,2 4-2 16,-3-3-1-16,-38 4-2 0,2-4-21 16,0 6 3-16,4-1 0 0,-8 1 10 0,-6 0-10 15,-7 1 10-15,-10-1-10 0,-14 0-10 16,-20 4-8-16,-11-4-8 0,-20 0-10 0,-10 1-25 0,-11-1-1 15,-7 0-25-15,-9 1-36 0,-8-1-48 16,-3 0-88-16,0 0-256 0,-54 1-391 0,9-1 74 16,-27-1 85-16,-10 2 79 0,-24-3 40 0,-10 1 75 15</inkml:trace>
  <inkml:trace contextRef="#ctx0" brushRef="#br0" timeOffset="92456.55">11241 15396 1159 0,'0'-6'338'0,"0"6"-23"16,0 0-8-16,0 0-15 0,0 0-24 0,0 0-32 16,1 18-11-16,-1-10-17 0,0 5-34 0,-1-1-8 15,1 3-10-15,-3 2-15 0,0-2-5 16,-1 3-14-16,1 0-11 0,-4-1-14 0,3 0-2 16,1 1-24-16,-3-3-4 0,2 0-1 15,1 0-7-15,-1-5-3 0,0 0-12 0,1 0-1 16,0 0-4-16,2-5 4 0,-1 2 9 0,1-6-24 15,1-1 8-15,0 0-1 0,0 0-14 0,0 0 10 16,-3-19-8-16,6 5 10 0,-2-1-13 16,2-5 3-16,0-4-7 0,4 0-3 0,-3-1 7 15,2 0-15-15,-2 0-2 0,2 4 7 0,1 0 16 16,-3 6-19-16,0 2-4 0,2-1 5 16,-2 6-8-16,2 0-8 0,1 6 3 0,0 1 10 15,-7 1-5-15,17 6 2 0,-6 3-4 0,-1 2 7 16,3-1 0-16,1 7-7 0,0-1 4 15,3 1-4-15,-4 0 2 0,5 5 2 0,-5-4 6 16,4-1-8-16,-7-1 2 0,1 1-2 0,2-7 8 16,-3 3-5-16,-3-3-3 0,4-3 7 15,-4 1 3-15,-1-5 3 0,1 2-5 0,4-5 7 16,-11 0-10-16,16-6-5 0,-8-1-2 16,-2-1 10-16,1-2 12 0,0-5-7 0,-1-2-13 0,2-3 15 15,-4-3-15-15,2-1-2 0,0 1-1 16,-2 1 0-16,-1 1 9 0,1 4-1 0,0 2-3 15,-1 2 3-15,0 1-12 0,-2 1 2 0,2 4 5 16,0 0-11-16,0 4 19 0,-3 3 5 16,0 0 0-16,11 10-6 0,-7-2-9 0,-1 7-3 15,3 2 17-15,-5 1-12 0,5 6 11 16,-3-1 1-16,1 2-1 0,3 3-9 0,-3-3-20 16,-1 4-15-16,3-1-10 0,-2-3-70 0,-1 1-59 15,1 1-89-15,0-2-248 0,3-3-400 0,2-4 77 16,-2-3 82-16,0-5 85 0,3-3 56 15,-3-4 74-15</inkml:trace>
  <inkml:trace contextRef="#ctx0" brushRef="#br0" timeOffset="92806.4">12031 15346 980 0,'0'0'356'16,"-14"-1"-31"-16,5 1-31 0,-2 3-23 0,-3 0-22 15,1 4-14-15,-5-2-27 0,5 2-24 16,-4 2-8-16,3-1-32 0,0 1-3 0,4 1-26 16,0 0 0-16,-1 0-15 0,1 1 2 0,4 0-28 15,3-1 11-15,-1-2-11 0,3 5-12 0,2-2-11 16,3 0 8-16,2 1-3 0,4 1-13 16,-3 1 6-16,4-3-16 0,-1 3 8 0,3 0-20 15,4-2 7-15,-6 3-10 0,6 0 23 16,-4-3 0-16,-2 3-5 0,-1-5-3 0,0 2-5 15,-2-1 13-15,-2-1 13 0,-3 0-16 0,-2 1 1 16,-1 0 1-16,-1-3-4 0,-5 2-5 16,-2 0-13-16,1 0 8 0,-5-1-9 0,1-3 4 15,0 1 2-15,-2 0 3 0,-4-1-19 0,4-3-17 16,1-1-21-16,-1 1-43 0,-1-2-59 16,4-2-79-16,-3-2-249 0,2-2-435 0,4-1 100 15,1-4 56-15,3-4 82 0,2-1 67 0,2-5 51 16</inkml:trace>
  <inkml:trace contextRef="#ctx0" brushRef="#br0" timeOffset="93139.72">12100 15488 680 0,'6'20'305'0,"1"-2"-26"16,-4 1-15-16,1-2-8 0,-3 0-26 15,2 0-25-15,0 2-6 0,0-3-40 0,-3 4-13 16,1-1-8-16,2-2-7 0,-3 0-16 0,3-1-18 15,-3-5-17-15,0-1-4 0,3 4-4 0,-3-6 0 16,0-1-3-16,0-1-3 0,0-6-9 16,0 0-24-16,0 0-2 0,0 0 7 0,0 0-12 15,0-31-1-15,0 12 3 0,-3-2 11 16,3-4-1-16,3-1-2 0,-3-2 2 0,1 1 11 16,2 1 7-16,4 1-12 0,-3 0 20 15,2 1-18-15,1 1 5 0,0 3-7 0,3 1-8 16,-3 5-3-16,0-1-2 0,3-2-6 0,1 6-12 15,-1-3 10-15,4 6-5 0,-4 1-39 16,3 1-17-16,-5 1-21 0,2 2-48 0,-1 2-67 16,2 1-72-16,-11 0-220 0,10 4-338 0,-3 1 62 15,-4-2 89-15,-3-3 47 0,3 10 94 16</inkml:trace>
  <inkml:trace contextRef="#ctx0" brushRef="#br0" timeOffset="93307.09">12253 15583 1092 0,'0'0'364'16,"0"0"-47"-16,0 0-27 0,14 0-22 0,-14 0-37 15,14-3-26-15,-4-1-26 0,4 2-8 0,-1 1-43 16,-2-6-41-16,3 7-54 0,-1-1-89 0,1-2-77 16,-4 2-205-16,3-2-389 0,-2 3 64 15,-11 0 39-15,13 3 73 0</inkml:trace>
  <inkml:trace contextRef="#ctx0" brushRef="#br0" timeOffset="93474.43">12171 15837 965 0,'0'5'322'0,"0"-5"-17"0,0 0-34 15,14 0-25-15,-4 0-39 0,3 0-10 0,8-1-18 16,0-2-12-16,7-2-24 0,2 3-23 0,1-3-51 15,0 2-61-15,3-4-67 0,3 2-146 16,-3-5-516-16,-3 0 19 0,3 0 78 0,-6-5 81 16</inkml:trace>
  <inkml:trace contextRef="#ctx0" brushRef="#br0" timeOffset="94772.99">12787 15523 604 0,'-4'22'261'0,"1"-2"-23"16,0-2-10-16,2 4-29 0,-2-4-4 0,3 0-11 16,-3 3-36-16,3-2-7 0,-3-1-13 15,3-1 3-15,-4 3-21 0,4-2-15 0,-1-6 4 16,2 2-22-16,-2-3 0 0,1 2 10 16,0-5-5-16,0 0-3 0,0-2-7 0,1-1 0 15,-1-5-1-15,7 2-25 0,-7-2 6 0,0 0 4 16,10 0-18-16,-10 0 3 0,0 0-10 0,17-3 5 15,-10 2 0-15,-7 1-16 0,13 0 3 16,-13 0-5-16,18 2 0 0,-11 0-3 0,2 3 3 16,2 2-2-16,-4-1 9 0,3 1-4 15,-4 2-9-15,2 0-1 0,-4 1 14 0,-1 2 3 16,0-2-10-16,0-1 5 0,-6 4-10 0,3-2 5 16,-6-1 3-16,2 2-19 0,-4-2 21 0,-1-2-2 15,-1 2 17-15,-1-3-2 0,1 0 0 16,-3-2 7-16,1-2-7 0,-1-1 0 0,3-1 5 15,-1-1-3-15,1 0-2 0,-3-1 3 16,13 1-4-16,-14-3 4 0,7 2-11 0,1-2-8 16,6 3 1-16,-4-7 4 0,4 7 1 15,7-10-16-15,0 5 16 0,-1-1-13 0,9-3 7 16,-2 0-7-16,5-2-16 0,4 1 6 0,0-2 7 16,5-2-5-16,4-2-5 0,10-4 8 0,0-3-13 15,0 5 13-15,0 0 4 0,3-1 1 16,-10 4-3-16,-6 2-20 0,0 1 15 0,-6 2-12 15,-1 0-1-15,-3 2 10 0,-5 4-9 16,0-2-1-16,-2-1 0 0,-7 6 6 0,2-3 7 16,-6 4-2-16,0 0-9 0,0 0 4 0,0 0-1 15,-30 5-4-15,16 0 7 0,-6 3 2 0,-1 1 1 16,1 1-3-16,-1 0-3 0,0 3 6 16,1-1 2-16,0 0-3 0,6-1 6 0,0-1-10 15,1 3 2-15,2-4-3 0,4 1 3 0,1-3 15 16,2 0-12-16,1-2-3 0,3 2 5 15,3-2-13-15,1-3 1 0,5 2-1 0,2-3 11 16,-1-1-14-16,4-1 11 0,0-1-7 0,2 0 17 16,-1 2-15-16,1-2-3 0,-2 2 6 15,-1-3-14-15,-1 3 11 0,1 0-8 0,-3 0 11 16,4 3-9-16,-4-1-4 0,0 0 18 0,0 1-1 16,0 1-4-16,0-2-9 0,1 4-1 15,-4-3 4-15,3 2 3 0,1 0 0 0,-1-3 5 16,0 2 12-16,4-1-9 0,-4 0 5 15,4-3-13-15,-1 0 10 0,0 0-8 0,2-2 11 16,-2-2-6-16,4 0 1 0,-3-1 0 0,3 1 2 16,-4-4-8-16,2 0 13 0,-5-1-7 0,4-3-3 15,-4-1 15-15,0-4-12 0,1 3-1 16,-5-3 1-16,1 2 5 0,-1 3-8 0,-2-1 2 16,2 3 3-16,-1 0-12 0,-2 0 7 15,3 4-3-15,-5 0-2 0,5 5 5 0,-6 1-3 16,0 0 21-16,14 1-23 0,-7 6 13 0,0 2-21 15,-1 2 10-15,1 1 16 0,0 1-8 0,0 2-12 16,0 0 7-16,-1 2 18 0,-1-3-11 16,-2 3-9-16,0-4 9 0,-3 1-1 0,0 0 1 15,-6 1-7-15,1-2 3 0,-1 0-1 0,-4-1-4 16,3-4-1-16,-4 1 19 0,2-3-6 16,-1-3-8-16,-1-1 4 0,4 1 9 0,7-3-10 15,-18-5 10-15,12 2-7 0,-1-1 25 0,1-1-28 16,2 1 16-16,1-3-11 0,3 2 0 15,0 5-2-15,3-13 10 0,0 6-10 0,4 2-1 16,3-3 1-16,4 1-11 0,-1-1 19 0,5 1-9 16,2-3-7-16,1 2 0 0,3 0 6 15,3-2-4-15,1-3 1 0,2 2-6 0,-2-4 1 16,-2 5 7-16,5-5-8 0,-7 4 8 0,1-3 11 16,-4 2-19-16,-2-4 6 0,-1 1 7 15,0 0-15-15,-2 2 7 0,-6-1 9 0,1 4-14 16,-5 1 3-16,-2 1-3 0,-1 2 16 0,-6-1-10 15,3 7 12-15,-7-4-15 0,7 4 8 16,-21 4-8-16,8 3 10 0,-5 3-5 0,2 5-2 16,-1 0-1-16,3 3 1 0,-3-1 12 15,7 1-10-15,-4 2 11 0,7 0-6 0,3-3 0 16,1 1 13-16,3-3-13 0,0 2-7 0,3-2 15 16,4 1 28-16,3-3-20 0,4-1-1 0,3 0-2 15,0-2-5-15,7-1-5 0,-7-4 15 16,7 0 3-16,-3-2-13 0,-1-2-13 0,1 1 13 15,-4-2-3-15,0 0-2 0,-3 0 7 16,2 0-2-16,-5 0-5 0,-1 0 5 0,-3 0-8 16,-7 0-12-16,10-3-34 0,-10 3-28 0,0 0-62 15,0 0-129-15,-27 3-708 0,7-3 93 0,-5 3 76 16,-5-2 80-16,-4-2 82 0,-7-2 51 16,-20 0 54-16</inkml:trace>
  <inkml:trace contextRef="#ctx0" brushRef="#br0" timeOffset="100605.09">15358 14833 893 0,'0'0'389'0,"0"0"-8"16,0 0-56-16,0 0-33 0,0 0-18 15,0 0-33-15,30-9-21 0,-20 7-31 0,1 0-15 16,6-2-12-16,-1 2-29 0,2 0-44 0,-1-1-43 15,-3 2-41-15,3 1-79 0,-4 0-84 0,1 0-229 16,-3 1-371-16,-1 4 65 0,-1-3 58 16,-4-2 51-16,-2 6 85 0</inkml:trace>
  <inkml:trace contextRef="#ctx0" brushRef="#br0" timeOffset="100772.68">15423 15066 624 0,'0'0'261'16,"13"0"-25"-16,-13 0-19 0,18 0-27 0,-2-3-16 16,1-1-8-16,4 3-35 0,-1-3-29 15,4-1-61-15,0 3-62 0,1-4-96 0,1 3-490 16,1-2 8-16,-2 1 54 0</inkml:trace>
  <inkml:trace contextRef="#ctx0" brushRef="#br0" timeOffset="101371.9">16093 14740 821 0,'3'9'284'0,"-3"1"-35"0,3 4-29 16,-3 3-16-16,1 1-19 0,2 4-9 0,-3-1-17 15,3 4-10-15,0 0-16 0,-3 0-21 16,4 0-7-16,-4-2-15 0,3-1-11 0,-3-2-20 15,3-2 15-15,-3 3-15 0,0-5 0 16,0-4 10-16,4 2-25 0,-4-3-3 0,0-3 7 16,0 2-12-16,-4-3 0 0,4-3-3 0,0-4 8 15,-6 3-20-15,6-3-6 0,0 0 8 0,-13-17 3 16,6 3-1-16,2 1-7 0,-4-9 10 16,5 2 3-16,-2-4 0 0,2-2 5 0,1-2 7 15,-1 1 19-15,1 1-9 0,3 1-2 16,0 3 6-16,3 4-9 0,-3 0 6 0,4 1-23 15,-4 2 5-15,4 6-6 0,2 1-4 0,0 0 5 16,1 6-8-16,1 2-13 0,-8 0 13 0,16 2 8 16,-6 6-6-16,1-1-17 0,2 3 13 15,-2-2 9-15,-1 6-20 0,3-3-4 0,-2 4-1 16,-1-1 10-16,4-1-10 0,-3 3 0 16,-1-3-2-16,-1-2 2 0,2-1-2 0,-4-2 12 15,0 2-18-15,3-3 1 0,-3 1 12 0,0-3 5 16,-1-3 6-16,1-1-29 0,-7-1 8 0,0 0 3 15,17-8 4-15,-10 4-7 0,0-3-10 16,0-7 8-16,-3 3-1 0,2-3 3 0,1-4-3 16,-1 1 1-16,-1-5 4 0,1 4 9 15,1 3-19-15,-1 1 5 0,-2-1-2 0,4 1 0 16,-5 5-5-16,3 1 7 0,-5 0-9 0,5 8-1 16,-3-2 0-16,-3 2 16 0,0 0-1 0,15 10-7 15,-9 3 15-15,-2-2-22 0,-1 4 14 16,3 1-10-16,-2 4 21 0,3 2-18 0,-3-1 5 15,2 3-5-15,-2-1-5 0,2 1 2 0,-2 0-35 16,3-2-45-16,-3 0-70 0,2 1-83 16,-2-3-353-16,5 1-209 0,-1-3 68 0,-1-7 72 15,2-1 108-15,-2-3 22 0</inkml:trace>
  <inkml:trace contextRef="#ctx0" brushRef="#br0" timeOffset="101755.88">16790 14774 1174 0,'-10'-1'333'0,"-4"1"-21"0,4 0-35 16,0 1-21-16,-1 4-39 0,-2-3-19 0,3 1-24 16,-1 4-11-16,4-1-19 0,-3 1-11 0,7 1-10 15,-2 1-16-15,2 1-15 0,3 0 3 16,3 0-16-16,2 2-12 0,1 1-6 0,1 2-7 15,3 2 0-15,4-3-11 0,-1 2 4 16,2 0-4-16,1 0-12 0,-2-2 10 0,0 3-11 16,0-2-9-16,-1 0 7 0,-6-5-18 0,4 5 11 15,-2-5-8-15,-5 3-6 0,2-4 24 16,-5 1 7-16,2 0 8 0,-3-2-7 0,-4-1-6 16,1 1 18-16,-7-1-12 0,3 0 7 0,-10-1-23 15,4-1 10-15,-1-2 3 0,-3 4-13 16,0-7 0-16,0 5 3 0,3-4-6 0,0-1-5 15,-3-1-20-15,4 0-20 0,-1-3-24 16,3 3-71-16,-2-6-57 0,6 3-102 0,0-5-210 0,4-3-335 16,3 1 48-16,3-6 93 0,0-5 61 15,7 1 64-15</inkml:trace>
  <inkml:trace contextRef="#ctx0" brushRef="#br0" timeOffset="102122.28">17060 14816 867 0,'3'21'292'0,"1"0"-18"0,-1-3-31 16,0 2-7-16,-3-1-32 0,3-1-17 0,-3 4-5 15,2-1-13-15,1 2-21 0,-3-1-30 0,3-2-3 16,-3 2-5-16,3-2-25 0,-3 1-14 0,3-3-37 16,-2-2-29-16,-1 1-5 0,3-6-8 15,-3-1-2-15,0-2-8 0,3-1 13 0,-6 0-31 16,3-7-2-16,0 0 22 0,0 0 1 0,0 0-8 15,-7-19 18-15,4 6 0 0,0-5 23 0,-2-4 2 16,2-3 1-16,0 0 20 0,0-2 12 16,2 1 16-16,1 1-7 0,0 0-1 0,0 0 14 15,1 0 1-15,5 3-12 0,-1 1 3 16,1-1-6-16,1 2-4 0,3 3-6 0,0 0-10 16,1 0-3-16,2 2 6 0,1 1-11 15,-1 2-2-15,-2 0-11 0,5 4 1 0,-4-2-3 16,4 2-18-16,-3 4 0 0,1-1-47 0,-3 2-14 15,2 2-34-15,-6 1-30 0,-7 0-29 0,14 2-53 16,-7 2-54-16,-4 1-138 0,-2-2-318 16,2 4 41-16,-3 0 67 0,-3 1 51 0</inkml:trace>
  <inkml:trace contextRef="#ctx0" brushRef="#br0" timeOffset="102289">17162 14916 642 0,'-3'5'243'0,"-1"-2"-12"0,4-3 14 15,-3 6-7-15,3-6-10 0,0 0-18 0,7 7-3 16,-1-6-35-16,5-1-6 0,-11 0-22 0,20 0-6 16,-6 0-18-16,-1 0-18 0,2-1-12 15,-2 1 0-15,1 0-57 0,0-3-31 0,-1 3-58 16,1 0-54-16,-4 3-72 0,-2-2-145 16,-2 1-387-16,1-1 51 0,-4 4 71 0,-3-5 52 0</inkml:trace>
  <inkml:trace contextRef="#ctx0" brushRef="#br0" timeOffset="102472.16">17104 15226 821 0,'7'3'302'0,"0"-2"-20"0,3 0-31 16,4 1-34-16,0-2-17 0,3 0-21 0,3 0-23 15,1-2-15-15,0 1-11 0,2 0-25 0,1-2-41 16,-3 1-76-16,3 1-50 0,-4-6-150 15,1 6-487-15,-1-5 49 0,0 3 48 0,-2-5 67 16</inkml:trace>
  <inkml:trace contextRef="#ctx0" brushRef="#br0" timeOffset="102838.42">17555 15137 588 0,'0'19'205'0,"0"-2"-10"16,0-2-11-16,0-2-23 0,0 1-10 0,0-3-23 16,0-3-18-16,-3 6-2 0,3-4-1 0,0-2 1 15,-3-1 7-15,3 1 8 0,0-2 5 16,-3-2 20-16,3 1-15 0,0-5-20 0,-4 5-18 16,4-5-6-16,0 0 11 0,0 0-23 15,-7-13 10-15,7 6-31 0,3-1 6 0,-3-7-9 16,4 5 9-16,0-5 2 0,2-2-16 0,-3 2 6 15,4 1 2-15,0 0-9 0,3-1 4 16,-3 5-10-16,3-1 18 0,1 3-21 0,-4 0-2 16,3 3-11-16,1 1 14 0,-2 1-1 0,1 3-7 15,4 3 2-15,-4 1 6 0,0 1-11 16,1 3 5-16,2 1-13 0,-3 1-2 0,-2 0 5 16,-1 5-10-16,0-4 8 0,2 4-26 15,-4 1 25-15,-2-1-22 0,0 0-24 0,1 1-43 16,-1-1-54-16,-3 0-89 0,3 0-180 0,0-1-425 15,-2-1 67-15,2-5 98 0,0 0 53 0,1-1 48 16</inkml:trace>
  <inkml:trace contextRef="#ctx0" brushRef="#br0" timeOffset="103604.67">17952 15208 908 0,'10'-17'302'15,"-6"6"-38"-15,6-3-18 0,-6 4-11 0,2 0-45 16,1-2-9-16,-4 4-12 0,5-2-18 0,-5 2 10 16,1-2-4-16,-1 3-9 0,0-1-28 15,3 4 6-15,-5-3-26 0,-1 1-13 0,0 6 5 16,0-4-15-16,0 4-6 0,0 0-4 0,0 0-16 16,0 0 3-16,-25 11-8 0,19-4 10 0,-1 0-17 15,-3 3 4-15,3 1-7 0,-3 2-16 16,3-1 9-16,1 2-14 0,2-2 16 0,0 2-11 15,1-4-7-15,3 5 2 0,0-5 6 16,3 2-1-16,1-1-7 0,0-1 5 0,-1-2-8 16,4 1-7-16,2-2-6 0,2-1 3 0,-1-1 10 15,0-2-2-15,1-1-16 0,2 0 11 16,-3-4 5-16,1 0-8 0,2-4 2 0,-6 3-7 16,4-2 3-16,-1 1-6 0,0-1 23 15,-3 0 8-15,0 2-18 0,0 0 0 0,-1-1-5 16,-2 3 6-16,-4 1 14 0,11-3-15 0,-11 3-10 15,0 0 18-15,0 0-21 0,12 4 13 16,-11 3-7-16,2-4 2 0,0 1-8 0,-3-1 8 16,5 4 5-16,-5-7-7 0,6 8 7 15,-2-2-5-15,-1-2-3 0,0-1 6 0,1 1-1 0,2 1 3 16,1-2-5-16,0-2 0 0,-7-1 0 16,10 5 0-16,-3-4 11 0,0 2-19 0,0-3 5 15,0 4 11-15,-1-1 5 0,2-2-26 16,-2 4 13-16,-2-2 5 0,3 2-10 0,-1-1 0 15,2 1 2-15,1-2 1 0,-2 4-1 0,-3-1 8 16,6-2-7-16,-3 0 4 0,0 0 4 0,-1 0-4 16,5-1 1-16,-4-2-14 0,3 1 17 15,-1 1-12-15,2-3 9 0,-4 1-8 0,3-1 20 16,-10 0 1-16,18-4-16 0,-9 1 15 16,-2-4-18-16,4 2 14 0,-4-1-16 0,-1-1 7 15,1-1 1-15,-3-2-8 0,0-4 7 0,-1-1 3 16,0 4-10-16,-3-5 0 0,0 0 13 0,-3-1-8 15,0 2 23-15,2-2-8 0,-6 3 13 16,4-1 0-16,-4 0-12 0,4 4 22 0,-1-3-15 16,-2 4 18-16,3 0-3 0,2-1-2 0,-3 3-15 15,4 2-1-15,-3-2 1 0,6 1-1 16,1-1-10-16,0 1 8 0,6 0-5 0,0 0 3 16,4 2-11-16,-1-1 7 0,5-1 9 0,1 3-19 15,-1-2 9-15,3-1-16 0,-5 6-6 16,5-2-1-16,-7-1-27 0,3 4-15 0,-7 0-27 15,1 0-42-15,-4 0-44 0,-1 4-109 0,-3 0-579 16,-3-4 67-16,-6 10 38 0,-4-3 104 16,-4-2 60-16,-3 6 56 0</inkml:trace>
  <inkml:trace contextRef="#ctx0" brushRef="#br0" timeOffset="104005.61">15655 16176 883 0,'0'0'343'16,"-11"-2"-8"-16,2 1-10 0,9 1-15 16,-8 0-29-16,8 0-17 0,0 0-23 0,-7-3-19 15,7 3-25-15,0 0-25 0,0 0-8 0,11-10-21 16,-1 6-20-16,0-1-21 0,8 2-2 0,1-4-5 15,3 2-11-15,5 0-17 0,1-2 2 16,5 4-28-16,-2-2-46 0,0 2-44 0,0 0-79 16,-1 1-74-16,-2 2-627 0,-4 0 30 15,-4 0 57-15,-3 2 89 0,-6-4 77 0,2 4 54 16</inkml:trace>
  <inkml:trace contextRef="#ctx0" brushRef="#br0" timeOffset="104188.99">15788 16385 890 0,'0'0'323'15,"0"0"-24"-15,14 0-33 0,-14 0-25 0,27-4-23 16,-13 0-24-16,9 1-43 0,-1 2-38 16,5-5-36-16,4 5-98 0,-4-3-76 0,1 0-241 15,5 1-348-15,-1-6 59 0,2 1 66 0</inkml:trace>
  <inkml:trace contextRef="#ctx0" brushRef="#br0" timeOffset="104737.82">16537 16037 890 0,'-3'12'318'0,"2"2"-9"0,1 4-32 0,-3 0-26 16,3 0-23-16,-3 5-19 0,3-2-4 15,0 1-38-15,0 3-11 0,0-2-13 0,0 0-2 16,0-4-34-16,0 3-2 0,0-4-18 0,0-1-15 16,0-5-8-16,3 2-10 0,-3-3 5 15,0-4-6-15,0-1-17 0,0-3-8 0,0-3 0 16,0 0-4-16,0 0 11 0,0 0-1 0,3-27-24 16,-6 13-13-16,3-4 29 0,0-1 10 0,0-5-13 15,3-1-5-15,-2 5 18 0,-1 0 2 16,3 2 5-16,0 0 1 0,0 1-11 0,-2 5 1 15,5 2-1-15,-2 0 0 0,0 5-2 16,2 2 15-16,-2 0-15 0,-4 3-3 0,0 0-15 16,21 10 2-16,-12-4 8 0,-2 0-8 0,0 3 8 15,3 2-7-15,-3 0-1 0,3 2-2 0,-2-1 0 16,2 0-1-16,0-1-4 0,-1-1 10 16,2 1 0-16,-1-1-5 0,1-2-8 0,-1-2 13 15,0-1-5-15,1-3-1 0,-1 1-1 0,0-3 9 16,1-2-2-16,-1 1-10 0,0-5-3 15,1 0 2-15,2-3-7 0,-3-2 13 0,1-3-18 16,-1-2 3-16,-1-3 20 0,-1 0-13 0,-1 1 2 16,2-2-14-16,-2 0 14 0,-3 3 14 15,3 2-14-15,-3 3 4 0,2 1-11 0,-3 2 7 16,-2 0-14-16,2 5 7 0,0 2 10 16,-3 2-18-16,0 0 19 0,0 0-6 0,11 13 10 15,-11-4-10-15,3 3-13 0,-3-1 11 0,3 6 7 16,-2 0 8-16,2-1-20 0,-3 4-4 15,3 0-24-15,0-1-52 0,1 1-26 0,-1-1-66 16,4 1-94-16,-3-2-544 0,2-2-20 0,1-1 103 16,0-7 48-16,1 1 74 0,4-4 54 0</inkml:trace>
  <inkml:trace contextRef="#ctx0" brushRef="#br0" timeOffset="105089.04">17334 16010 749 0,'-7'-4'320'0,"7"4"-35"16,-14 2-17-16,14-2-32 0,-14 5-16 0,3-1-18 15,1 3-28-15,-3 0 0 0,-1 3-35 16,4 0-14-16,-1 1-7 0,1 0-21 0,1 1-7 16,2-1-3-16,2-1-6 0,2 1 4 0,0 1-13 15,3 0-16-15,0-2-5 0,3 5-5 0,2-2-15 16,1 0 2-16,4 1 11 0,-3 0 4 15,4-1-27-15,-2 0 4 0,1 1 4 0,1-1-9 16,-1 0 16-16,0-1-11 0,-3 0 1 0,4-1-8 16,-5-1 0-16,-2-1 13 0,2-1 4 15,-1 0 12-15,-2 1-12 0,0-1 9 0,-6-1 2 16,3-1-10-16,-3 0-8 0,-5 0-5 16,1 1 3-16,1-2-1 0,-5-2 1 0,1 1-8 15,-3 0 0-15,2-2-26 0,-2-2-23 0,2 0-20 16,-3 0-39-16,1-3-27 0,-1-1-91 0,4-1-155 15,0-1-436-15,-1-7 47 16,4 2 79-16,1-3 76 0,3-1 49 0</inkml:trace>
  <inkml:trace contextRef="#ctx0" brushRef="#br0" timeOffset="105437.71">17501 16101 685 0,'6'16'303'0,"-1"3"-22"0,1-4-40 0,-3 1-19 16,-2 0-19-16,2 0-24 0,-3 2-5 16,3 1-23-16,-3-1-21 0,0-1-9 0,3 0-19 15,-3-1-12-15,0-3-16 0,0 1-10 0,0-3-15 16,0 1 7-16,0-4 5 0,3-3-20 16,-3 1-5-16,0-6 0 0,0 0-10 0,0 0-6 15,0 0 18-15,0 0-9 0,1-27 6 16,-1 12-12-16,0-4 13 0,3-2-5 0,-3-4 0 15,4 0 22-15,0-1-1 0,2 1 24 0,-2 0-6 16,5 0 1-16,-1 2-4 0,-1 1-1 0,3 0-9 16,0 3-4-16,1 0 4 0,2 1-4 15,1 2-17-15,-4 5-2 0,0 0-9 0,4-1 16 16,-1 5-18-16,-2-2-20 0,2 6-3 16,-3-3-44-16,-2 4-38 0,2 0-41 0,-4 2-81 15,-6 0-121-15,10 4-492 0,-5-1 64 0,-5-3 78 16,0 6 66-16,-1 1 58 0</inkml:trace>
  <inkml:trace contextRef="#ctx0" brushRef="#br0" timeOffset="105605.3">17627 16161 737 0,'0'0'307'15,"21"-5"-26"-15,-21 5-37 0,13-2-29 16,-5-1-26-16,2 0-48 0,-1 0-57 0,2 0-58 15,2 1-77-15,-6 0-141 0,1 0-435 0,-2 1 33 16,-6 1 77-16</inkml:trace>
  <inkml:trace contextRef="#ctx0" brushRef="#br0" timeOffset="105772.13">17538 16365 1028 0,'0'6'328'15,"0"-6"-28"-15,0 0-24 0,8 5-35 0,-2-4-14 16,-6-1-29-16,17-1-9 0,-6 1-35 16,2-3-14-16,1 1-22 0,2 1-36 0,2-3-28 15,-4 1-39-15,6 0-61 0,-6-1-67 0,6 3-120 16,-2-2-496-16,-2 2 43 0,2-2 64 0,-1 0 74 16</inkml:trace>
  <inkml:trace contextRef="#ctx0" brushRef="#br0" timeOffset="106288.3">18072 16371 1356 0,'-7'15'382'0,"0"0"-32"0,4-1-12 15,-1 1-41-15,1-3-41 0,0 6-23 0,2-4-10 16,-2 3-21-16,0 0-26 0,3-1-25 16,-3 1-2-16,3-2-24 0,-5 0-17 0,2 1-3 15,3-5-5-15,-3 2-8 0,2-3-10 0,-2 0-16 16,3-3 6-16,-3 1 0 0,3-2-11 0,0-2-10 16,0-4-5-16,-3 5 0 0,3-5-17 15,0 0 6-15,0 0-12 0,3-16 11 0,0 7-1 16,1 0-18-16,-1-1 1 0,0 1 14 0,5 0-14 15,-5 2-9-15,4 0 9 0,-1-2 4 16,1 3-7-16,1-1-5 0,1 2-13 0,-2 2 17 16,4 0-4-16,-4 3-8 0,3 0 0 0,-10 0 13 15,20 4-3-15,-10 1 0 0,0 1-15 16,-2 1 5-16,2 2 23 0,-3 3-23 0,-1-2 5 16,2 0-12-16,-5 1 12 0,0 0 10 0,0 1-15 15,-3 0 8-15,-3 0 7 0,3 0-12 16,-3-1 10-16,-4 1-11 0,-3 0 3 0,3-2 3 15,-3 1 5-15,-1-3-13 0,-2-1 20 16,-1 0-10-16,0 0-2 0,-3-3-3 0,4 1 5 16,3-3-12-16,-5-2-13 0,2 2-19 0,2-2-19 15,4 0-42-15,7 0-43 0,-16-2-80 16,13 1-48-16,3 1-87 0,-4-7-484 0,4 7 23 0,0 0 66 16,14-10 85-16,-8 5 46 0,4-1 62 15</inkml:trace>
  <inkml:trace contextRef="#ctx0" brushRef="#br0" timeOffset="107171.18">18390 16498 842 0,'3'-6'304'0,"-3"6"-35"0,0 0-34 0,0 0-2 16,0 0-10-16,0 0-28 0,-17 12-16 15,9-8-5-15,-1 4 0 0,2-1-28 0,0 1-21 16,-3-1-4-16,3 3-19 0,0-3 3 0,1 0-3 15,2 2-17-15,-3-1-8 0,4-2 7 16,-1 0-20-16,4 1 0 0,0-3-13 0,0-4 6 16,3 9-11-16,1-7-13 0,3 1 0 0,-7-3-20 15,14 1 18-15,-8-1-16 0,5-2 3 16,-1 0-8-16,0 1 6 0,4-1-9 0,-4-2-2 16,-3 4-2-16,4-2 17 0,-5 0-17 0,1 1 5 15,-7 1-6-15,13-3-4 0,-5 3 2 16,-8 0 2-16,13 0 14 0,-13 0-9 0,14-2 3 15,-7 2 1-15,-7 0 1 0,16 0-6 16,-8 0 9-16,2-1-18 0,-10 1 11 0,17-3-5 16,-7 3 7-16,0-1-2 0,0 0-11 0,1-2 13 15,-4 1-7-15,3-2 7 0,1 2-5 16,-2-4 8-16,-2 0-8 0,4 1 3 0,-4-1 7 16,2-2-12-16,-2 0 2 0,1-1-5 0,-2-1 5 15,-2 0-8-15,2 0 3 0,1 1 16 0,-4 0-1 16,2 2-25-16,1 1 7 0,-2 1-4 15,-1 1-9-15,0-1 14 0,-3 5 4 0,10-2-9 16,-10 2 9-16,0 0-7 0,14 6 2 16,-10-1-2-16,-1 1-5 0,0 2 20 0,1 0-12 15,-1 3 9-15,1-3-9 0,-4 3 10 0,0 2-3 16,0-2 0-16,0 0-5 0,0 0 2 0,-4 0 6 16,1 1-8-16,-1 0 10 0,-2-4-2 15,-1 2-5-15,1 0 4 0,-2-3-2 0,1 1 6 16,0-1 6-16,-2-3-4 0,1 0 8 15,1 0-14-15,-2-2 14 0,2-1-1 0,7-1-4 16,-14 0-9-16,14 0 14 0,0 0-11 16,-14-2-7-16,14 2 7 0,-3-5 8 0,3 5-10 0,0 0-1 15,0-7 3-15,0 7 3 0,10-4 0 16,-3 0-13-16,3 1 8 0,1 0-11 0,2-1-2 16,1-1 2-16,-1 0 6 0,5 0 5 15,-2 0-11-15,2-1 19 0,1-1-11 0,-1 0-3 16,3-3 3-16,-4 2 3 0,4-2-8 0,-1 1 0 15,-3-3 10-15,-3 1-5 0,2 3 0 16,-5-2 1-16,3 2-1 0,-4 1 8 0,0-1-3 16,-3 1 3-16,0 1-19 0,-4 2 12 0,0 1 1 15,-3 3 1-15,0 0-11 0,0 0 8 16,0 0 6-16,0 0-11 0,0 0 15 0,-24 16-10 16,18-10 18-16,-1 4 0 0,0-1-7 0,1 1-9 15,1-1 19-15,-1 2 2 0,3-1-23 16,-1 0 18-16,1 0-10 0,3-1 2 0,0-1-7 15,0 2-5-15,0-3 7 0,6-1 10 0,-2 0-4 16,3 0-4-16,0-2-17 0,3 0 18 16,-3-4-15-16,-1 2-14 0,-6-2 24 0,14-2-44 15,-7 1 10-15,-3-3-48 0,2 1-82 16,-2-3-90-16,-4 0-191 0,0 0-444 0,0-1 98 16,-4-3 56-16,-3-1 69 0,1-1 85 0,-1-2 58 15</inkml:trace>
  <inkml:trace contextRef="#ctx0" brushRef="#br0" timeOffset="109254.71">15546 14733 857 0,'3'-3'235'15,"-3"3"-19"-15,0 0-17 0,7-1-17 0,-7 1-26 16,0 0-20-16,14 0-3 0,-14 0-26 0,10 2 6 16,-10-2-23-16,10 2-3 0,-10-2-8 15,11 1-13-15,-11-1-2 0,6 3-17 0,-6-3 4 16,7 3 0-16,-7-3-23 0,0 0 23 0,0 0 6 16,13 1 1-16,-13-1 19 0,0 0-3 15,5 0-12-15,-5 0 4 0,0 0-4 0,0 0-1 16,0 0-4-16,0 0 4 0,0 0-25 0,0 0 2 15,3-8-7-15,-3 8 0 0,0 0-3 16,0 0 18-16,0 0-3 0,0 0 6 0,-3-7 5 16,3 7-21-16,0 0 0 0,0 0-10 0,0 0-2 15,0 0-3-15,0 0 5 0,0 0-3 16,0 0-9-16,6 15-4 0,1-8 6 0,-4 3 2 16,4-2-9-16,3 7 14 0,-3-1-7 0,3-1 10 15,4 5-18-15,-1 1 8 0,-2-1-11 16,6 2 11-16,1 5-13 0,-2-3 18 0,2-1-21 15,1 2 16-15,-4-1 3 0,4-2-14 0,-4-3 3 16,-2 1 3-16,1-3 5 0,-4 2-21 0,0-5 3 16,-2-1 13-16,1-1 4 0,-2 0-9 15,-4-3 5-15,5 1 5 0,-5-1-1 0,1 3 16 16,-1-3 1-16,-3 0-17 0,-3 4-1 0,-1-3 1 16,1 5 19-16,-5-1-3 0,2 3 6 15,-4 0-14-15,-1 1 8 0,1 2 0 0,-3 0 3 16,-1 0 0-16,0 6-6 0,-3-3-2 15,0 1-5-15,-4 3-5 0,1 0-3 0,-4 7 8 16,-6-2-25-16,2 1-29 0,1 1-59 0,-1 1-97 16,-3 2-292-16,4-3-355 0,6-4 61 0,2-8 87 15,4-3 48-15,-1-4 70 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433.37708" units="1/cm"/>
          <inkml:channelProperty channel="Y" name="resolution" value="2150.06567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7-12T15:53:38.3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12643 1013 399 0,'0'0'133'0,"0"0"-18"0,0 0-10 0,0 0 8 16,0 0-16-16,0 0 8 0,0 0-26 15,0 0-10-15,0 0-10 0,-4-6 13 0,4 6 17 16,0 0-37-16,0 0-6 0,0 0-10 0,0 0-3 15,0 0 15-15,0 0-4 0,0 0-3 16,0 0-3-16,0 20 11 0,4-14 7 0,-4 2-10 16,1 2 3-16,2 0-16 0,0 0 18 0,0 4-15 15,1-1 8-15,-1 2 7 0,0 2-10 16,1-1-5-16,3 1 0 0,-3 2-3 16,-1 0 10-16,4 1-14 0,-1 4-11 0,-2-2 17 0,3 0 6 15,0 3-7-15,-1-1 9 0,1 1-17 16,0 1 10-16,3 4-8 0,0-3 15 0,-3 2-10 15,1 1-2-15,1-2-28 0,-2 2 45 16,0 1-35-16,0-4 8 0,0 4 2 0,0-1-3 16,2 1 31-16,-1 0-40 0,-1-4 4 0,-1 5 5 15,1 0-4-15,0-1-1 0,0-1 3 0,0 1-15 16,0 0 15-16,2-1 2 16,-1 3-2-16,-1-1 0 0,-1 1-8 0,1 1 18 0,0-2 8 15,0 1-15-15,-3 1 2 0,2 0 5 16,1 1-5-16,0 0-18 0,-3-2 23 0,2 0-7 15,1-1-1-15,-1 0-5 0,-2 3 8 0,3-3-2 16,-3 0-16-16,2-1 10 0,-3-4 3 16,1-1 5-16,2 5-7 0,-1-3-14 0,1 4-2 15,-2-1 16-15,-1-3-1 0,0 0-2 0,1 0-3 16,-1-1 11-16,0 5-27 0,2 0 9 16,1-1 12-16,-3-3-10 0,1 5 11 0,2-4 4 15,-2 3-7-15,3 2 5 0,-3-2-8 0,-1 1 11 16,0-1-9-16,0-3-17 0,1 3 26 0,-1 1-3 15,0 1 0-15,1 2 0 0,0 0-11 16,-4-8 9-16,3 5-6 0,1 0 5 16,-4 1 3-16,3-1-2 0,0 2-9 0,1-2 1 15,-1 2 5-15,0-2 2 0,0 3 8 0,5-2-5 16,-5-1-10-16,-2 3 4 0,5 2-9 0,-3-4 7 16,1 1 8-16,-1 0-8 0,0-2-7 0,2 2 7 15,1 2 0-15,-3-3 3 0,1 0-5 16,2 1 10-16,-2 3 0 0,-1-3 2 0,2 2-4 15,1 1-1-15,1 11-10 0,-1-8 8 16,-2 6 0-16,6 1-16 0,-3-8 8 0,-4-5 13 16,4 4-10-16,-4-5 2 0,5-1 5 15,-2 3-12-15,1 11 23 0,0-6 55 0,4 4-4 16,-5-3-20-16,1-7 17 0,-1 2-13 0,1 9 3 16,4 1-18-16,-4-6 3 0,0 4-11 0,2 2-4 15,2-1-4-15,-1 0 1 0,-3-5-8 16,1-9 3-16,-2 2 4 0,1-2-4 0,2 2-21 15,-1-3 23-15,-1 6-10 0,0-4-2 0,5 11 7 16,-1-4-11-16,-4-6 9 0,0-1-3 16,-1 2 10-16,2-2-18 0,-1 1-5 0,2 0 21 15,-2 0 0-15,4 12-14 0,-1-7 4 0,-3-8-6 16,7 13 0-16,-4-6-7 0,-1-6 20 16,-1 1-13-16,2 0-5 0,-3 0 3 0,1 0-3 15,1-1 3-15,-2-3-62 0,3 3 0 0,-3 0 5 16,3 2 16-16,-3-5 5 0,0 1-5 15,3 3 7-15,-3-2 6 0,-3-4-3 0,2-2 7 16,2-2 3-16,-2-2 1 0,-2 1-4 0,2-5 6 16,-2 0-5-16,2-1 7 0,-3-1 5 15,2-4-7-15,-2 3-8 0,0-4 16 0,-3-1 4 16,4-2-14-16,-4 0-17 0,0-4-32 0,0-3-59 16,0 0-90-16,0 0-274 0,-15-19-376 0,5-2 64 15,0-5 105-15,-7-18 41 0,-3-9 61 16</inkml:trace>
  <inkml:trace contextRef="#ctx0" brushRef="#br0" timeOffset="1749.34">11364 5134 598 0,'0'0'244'0,"0"0"-17"0,-13 0-27 15,13 0-16-15,0 0-22 0,0 0-22 0,0 0-22 16,0 0-8-16,0 0 13 0,0 0-5 0,0 0-11 16,0 0-20-16,0 0-7 0,0 0-3 0,0 0-1 15,0 0 1-15,34 0-13 0,-24 0 15 16,0 0-2-16,4 0 3 0,3 0-14 0,0-2 8 15,-3-1-2-15,10 2 0 0,-3 1 2 0,6-3-5 16,-4 3-13-16,8-3-7 0,-3 1-5 16,3 0 7-16,2 1-8 0,2 0-7 0,3-4-3 15,3 5-4-15,0-2-6 0,3 0 7 16,1-2-4-16,16 1-1 0,1 0-7 0,2-1-5 0,2 3 8 16,-4 0-9-16,2-2 1 0,-10 1 0 15,-8 2-5-15,5-1 15 0,10 0 2 0,-7 1-12 16,11-2 0-16,-3-1-10 0,-7 3-6 15,9-1 13-15,1-2-5 0,4 3 6 0,-4-3 1 16,3 1 4-16,-3 0-6 0,0 1-2 0,-3-3-3 16,0 2 5-16,2 1 3 0,-2 0-16 15,2-1-2-15,-2-2 5 0,0 2 23 0,4 1-10 16,1-2-10-16,-2 1 2 0,0-1-5 0,0 2 15 16,3-2-10-16,-3 1 3 0,-3 0-16 15,3-3 21-15,0 4-5 0,-3-2 4 0,3-1-9 16,-1 1 5-16,1 2-3 0,-3-3 13 15,3 2-16-15,-1 0 16 0,1 2-5 0,0-5-8 16,0 4 8-16,-3-1 7 0,-4 2-25 0,4-1 28 16,6 1-25-16,-6-3-3 0,6 2 12 0,-3 0-2 15,0-1 0-15,0 2-5 0,0-1 8 0,3 1-3 16,1 0 11-16,2 0-19 0,-3 0 16 16,-2-1 0-16,3 1-6 0,-1 0-4 0,-3-3 7 15,3 1-2-15,0 2-8 0,1 0-8 16,2-1 11-16,-2 0 7 0,2 1-7 0,2 0 7 15,1-5-8-15,2 4 6 0,-4-1 7 0,-1 1-7 16,1-3 0-16,0 1-6 0,-1 2 1 0,2-5 5 16,-2 4-3-16,1 0 7 0,3-2-4 15,0 1 7-15,-3 0 1 0,3-1-14 0,-3 3-14 16,-7-3 29-16,4 2-4 0,-1 0-8 16,-6-3 1-16,2 4-4 0,1-2-2 0,0-1 0 15,0 0 23-15,3 3-18 0,1-4 8 0,-4 3-5 16,0-4 2-16,0 3-15 0,0-1 23 15,-1 0-13-15,-2 0-3 0,0 1 9 0,2 0 9 16,-2-1-20-16,0 1 18 0,2-4-8 0,-2 5-2 16,-1-4-3-16,5 3-2 0,-8-1 2 15,3-2 2-15,-3 1-1 0,-6 1-9 0,-11 1 16 16,4 0-5-16,-1-1-6 0,-3-2 6 0,3 2-3 16,-6 2-10-16,3-4 18 0,-3 3-8 15,2-3 5-15,-5 1-13 0,2 1 1 0,-6-2 12 16,-1 4-13-16,1-4 14 0,-3 3-4 0,-1-2-7 15,1 1-2-15,-8-1 10 0,0 3-11 0,1-4 8 16,-3 4 5-16,-2-2-2 0,-2 2 5 16,-1 0 2-16,-2 1-7 0,-1-3 5 0,-3 2-19 15,0 2-14-15,2-1-31 0,-9 1-23 16,12-1-39-16,-12 1-92 0,3-3-87 0,-3 3-452 16,0 0-50-16,0 0 65 0,0 0 73 0,-21-9 62 15,14 5 44-15</inkml:trace>
  <inkml:trace contextRef="#ctx0" brushRef="#br0" timeOffset="2065.67">20253 4510 726 0,'0'0'226'0,"7"-1"-9"15,-7 1-17-15,13 0-16 0,-13 0-28 16,14 4 1-16,-4 0-4 0,3 4-17 0,1 1 10 16,-3-1-36-16,6 6-3 0,0 1 1 0,0 2-26 15,-1 1-3-15,2 4-7 0,-1 0-3 0,-3-1-3 16,4 3 9-16,-5-1-4 0,0 2-25 16,-2-1 0-16,-4 0 13 0,2-4-13 0,-4 5 11 15,-2-1-22-15,0 1-1 0,-6 1 7 16,-2-1-8-16,-7 7-7 0,-9 9-1 0,-7-5 11 15,-6 4-44-15,-10 7-43 0,-7-1-38 16,-3-3-139-16,-2-1-556 0,-5-2 81 0,-4-8 63 16,-7-6 53-16,7-11 83 0</inkml:trace>
  <inkml:trace contextRef="#ctx0" brushRef="#br0" timeOffset="3133.26">12503 1014 558 0,'0'0'217'0,"3"-7"1"0,-3 3-34 0,0 4-10 15,0-7-36-15,0 7-10 0,0 0-13 0,0 0 11 16,0 0-3-16,0 0-16 0,-13 20-15 16,5-9-12-16,-1 4-11 0,-1 1 0 0,-1 2-8 15,1 2 1-15,-4 0-3 0,0 3-3 16,1 1-5-16,-5 1-12 0,5 0-6 0,2-6-20 15,1 2 20-15,0-3 0 0,0 0-2 0,3-2-3 16,0-2-7-16,4-3 2 0,-4-2-16 0,4 2-2 16,-1-3 18-16,4-3-5 0,0 1-20 15,0-6 12-15,0 0 5 0,7 2-12 0,-7-2 2 16,0 0 0-16,10-14 0 0,-3 5-12 16,0-1 9-16,0-3 11 0,0-2-3 0,3-4 3 15,1-1 0-15,2-5-8 0,0 0-3 0,1-2 4 16,-4 0-9-16,5 1 0 0,1-1 9 15,1 4 1-15,-7 3-4 0,5 1-1 0,-2 3 9 16,0 0-6-16,-2 4-3 0,2 2-2 0,2 3 0 16,1 1 3-16,-2 4-1 0,3 2 9 15,0 5-27-15,0-1 21 0,4 4-5 0,0 3 8 16,-2 1-5-16,6 3 2 0,2 2 0 16,-3-1-15-16,0 4-21 0,0 0-15 0,0 0-82 15,0 1-100-15,7 7-478 0,-7-3 35 0,-4-4 64 16,-6-3 95-16</inkml:trace>
  <inkml:trace contextRef="#ctx0" brushRef="#br0" timeOffset="4065.81">11060 932 872 0,'-3'-6'295'16,"3"6"-29"-16,0-5-28 0,0 5-31 0,0 0-20 16,0 0-26-16,0 0-12 0,0 0-8 15,0 0-3-15,10 17-10 0,-3-9-13 0,-3 2-15 16,6 1-16-16,-4 2-15 0,5-2 16 16,-1 1-19-16,0-1-19 0,1 1-1 0,-1 0 2 15,0-2-7-15,4 2 0 0,-4-2 8 0,0 0-13 16,1-2-6-16,2 0 4 0,-3-1-1 0,1 0 5 15,-4-3-12-15,3 2-3 0,1-5 18 16,-2 1-13-16,1 0-5 0,1-2 8 0,-4-4 10 16,0 4-28-16,2-5 2 0,-1 0 5 15,-1-3-9-15,-1 0-1 0,1-5 5 0,0 0 1 16,-3-3-1-16,-1-1 3 0,0 0-5 16,0-1-8-16,-3-1 5 0,0 1 0 0,0 0 1 15,1 4 6-15,-2 1 17 0,1 0-21 0,0 1 2 16,0 3-2-16,0 1-18 0,0 2 7 0,0 6 21 15,0 0-15-15,0 0 5 0,0 0-3 16,-3 20 8-16,0-6 2 0,3 4-12 0,-3 5 15 16,-1 4-5-16,0 1-3 0,1 1-7 15,3-1 0-15,-3 2 4 0,2 1 9 0,1-2-8 16,0 1 7-16,0 0-2 0,1-2-3 0,2 0-12 16,0 0 10-16,-3-1-8 0,5-1 0 0,1-1 18 15,-3-1-28-15,1-2 25 0,2 0-2 16,-2-2-18-16,-1-1 5 0,4-2-2 0,-3 0-39 15,-1-2-46-15,1 0-61 0,-1 0-93 16,0-2-388-16,3-4-185 0,-1 1 90 0,-2-4 48 16,0-4 95-16,-3 2 49 0</inkml:trace>
  <inkml:trace contextRef="#ctx0" brushRef="#br0" timeOffset="8733.34">20950 5213 831 0,'6'8'249'16,"5"0"-19"-16,2 5-20 0,2-1-23 0,1 4-11 15,9 2-12-15,-1 3-8 0,0-2-12 0,10 6-14 16,-7-2-4-16,0-4-14 0,8 6-4 0,-5-3-21 15,-6-5 23-15,0 0-26 0,3-1-9 16,-3 1-24-16,-4-4 13 0,1 1-5 0,-3-3-16 16,2 2-2-16,-3-2-2 0,-4 0-16 0,1-2-11 15,-4 0-40-15,0-5-49 0,-2 3-43 16,-1-1-33-16,2-1-91 0,-5-1-477 0,4-1 50 16,-5 0 36-16,-3-3 67 0</inkml:trace>
  <inkml:trace contextRef="#ctx0" brushRef="#br0" timeOffset="9133.02">21518 5184 721 0,'0'0'307'0,"0"-9"-25"0,0 9-39 0,0-5-28 16,0 5-10-16,0 0-33 0,0 0-14 0,0 0-4 15,0 0-26-15,-18 16 2 0,11-7-4 16,-2 5-16-16,-5 2 10 0,3 1-5 0,-6 4-23 16,1 2-2-16,-5 2 0 0,3 0 4 0,-8 10-2 15,2-6-17-15,-1 0-1 0,1 1 0 16,-3-1-5-16,7-4-5 0,-1-2 11 0,4 0-19 16,0-4-2-16,3 0 2 0,0-3-15 0,-3 3 13 15,4-5-13-15,3 1-6 0,-1 0-4 0,1-5 5 16,3 4 10-16,1-5-28 0,-2-1 5 15,1 0 0-15,1 1-3 0,2-1 11 0,-2-2-3 16,2-1-10-16,0 1 21 0,1-4 2 16,0 3-11-16,-1-3 4 0,1 3-11 0,3-5 10 15,-3 5 10-15,0-1-17 0,3-4 7 0,-4 3-20 16,4-3 2-16,0 0-4 0,-7 1-11 16,7-1-21-16,0 0-45 0,-7 5-85 0,7-5-151 0,-10 1-599 15,4 0 92-15,-5-1 41 0,1-1 100 16,-3-3 69-16,-2 0 56 0</inkml:trace>
  <inkml:trace contextRef="#ctx0" brushRef="#br0" timeOffset="10865.32">13854 4395 931 0,'0'0'279'16,"0"0"-33"-16,0 0-26 0,0 0-23 0,-1-7-30 15,1 7-32-15,0 0-35 0,0 0-59 0,-3-3-18 16,3 3-59-16,0 0-71 0,0 0-257 16,0 0-296-16,-8 8 79 0,8-8 51 0</inkml:trace>
  <inkml:trace contextRef="#ctx0" brushRef="#br0" timeOffset="11115.48">14001 4691 908 0,'6'1'312'0,"-6"-1"-30"0,0 0-36 0,0 0-31 16,0 0-21-16,0 0-25 0,0 0-48 15,0 0-16-15,0 0-34 0,10 0-50 0,-10 0-75 16,7 1-92-16,-4 1-363 0,-3-2-136 0,0 0 53 16,0 0 55-16</inkml:trace>
  <inkml:trace contextRef="#ctx0" brushRef="#br0" timeOffset="11332.28">14260 4346 975 0,'3'-4'286'0,"-3"4"-37"0,1-4-55 16,-1 4-38-16,0 0-61 0,6-4-33 16,-6 4-47-16,7-6-38 0,-3 3-59 0,2-1-46 15,-2 0-264-15,2 0-214 0,1 0 84 16</inkml:trace>
  <inkml:trace contextRef="#ctx0" brushRef="#br0" timeOffset="11531.84">14328 3953 726 0,'0'-7'290'0,"-3"3"-27"0,3-3-4 16,-3 0-42-16,3 4-19 0,0 3-30 0,-1-9-22 15,-2 4-74-15,3 5-62 0,0-8-51 0,0 8-58 16,0-7-106-16,0 6-443 0,0 1 44 15,0 0 100-15</inkml:trace>
  <inkml:trace contextRef="#ctx0" brushRef="#br0" timeOffset="11732.12">14493 3626 903 0,'0'-8'282'0,"0"8"-49"15,3-5-57-15,-3 5-40 0,0-4-57 0,0 4-28 16,4-5-45-16,-4 5-101 0,9-2-212 16,-5 2-300-16,2 0 57 0</inkml:trace>
  <inkml:trace contextRef="#ctx0" brushRef="#br0" timeOffset="11949.02">14889 3542 837 0,'0'0'314'0,"7"-3"-37"15,-7 3-39-15,0 0-44 0,3-3-35 0,-3 3-69 0,0 0-42 16,0 0-40-16,0 0-82 0,0 0-185 16,4 10-381-16,-4-5 49 0,0-5 48 0</inkml:trace>
  <inkml:trace contextRef="#ctx0" brushRef="#br0" timeOffset="12148.02">14903 3942 798 0,'0'0'330'0,"0"0"-23"16,0 0-53-16,0 0-42 0,3 4-66 0,-3-4-51 15,0 0-57-15,0 0-68 0,3 4-121 16,-3-4-451-16,0 0 6 0,0 0 61 0</inkml:trace>
  <inkml:trace contextRef="#ctx0" brushRef="#br0" timeOffset="12348.29">14762 4100 734 0,'0'0'277'0,"0"0"-29"16,-3 3-23-16,3-3-25 0,0 0-49 0,0 0-64 16,0 0-23-16,0 0-54 0,0 0-46 15,0 0-30-15,0 6-131 0,0-6-400 0,0 0 39 16,0 0 41-16</inkml:trace>
  <inkml:trace contextRef="#ctx0" brushRef="#br0" timeOffset="12566.27">15481 3471 1223 0,'0'0'325'0,"0"0"-36"15,3-4-51-15,-3 4-46 0,3-4-59 16,-3 4-79-16,0 0-44 0,0 0-99 0,4-3-144 16,-1 2-450-16,-3 1 68 0,0 0 42 15</inkml:trace>
  <inkml:trace contextRef="#ctx0" brushRef="#br0" timeOffset="12781.68">15166 3154 1095 0,'-7'-4'325'16,"4"0"-33"-16,3 4-26 0,-4-2-43 0,4 2-54 15,-3-5-57-15,3 5-48 0,0 0-33 0,-3-4-49 16,3 4-61-16,0 0-144 0,6-4-430 15,-6 4 42-15,4-5 63 0</inkml:trace>
  <inkml:trace contextRef="#ctx0" brushRef="#br0" timeOffset="12947.7">15244 3000 596 0,'0'-4'169'0,"0"4"-18"16,4-7-31-16,-1 6-64 0,-3 1-71 15,11-7-103-15,-4 4-422 0</inkml:trace>
  <inkml:trace contextRef="#ctx0" brushRef="#br0" timeOffset="13131.92">15679 2796 888 0,'0'0'261'0,"6"-4"-10"0,-6 4-54 16,0 0-56-16,4-4-42 0,-4 4-55 0,0 0-100 15,7 0-428-15,-7 0-97 0,0 0 41 16</inkml:trace>
  <inkml:trace contextRef="#ctx0" brushRef="#br0" timeOffset="13298.32">15877 2829 793 0,'0'4'266'0,"0"-4"-87"0,0 0-33 0,0 0-61 16,0 0-103-16,-7 6-532 0,7-6 20 0</inkml:trace>
  <inkml:trace contextRef="#ctx0" brushRef="#br0" timeOffset="13498.05">15624 3126 947 0,'0'0'343'0,"-7"5"-13"0,7-5-38 15,0 0-34-15,-3 2-40 0,3-2-34 16,0 0-15-16,0 0-51 0,0 0-34 0,0 0-71 16,0 0-28-16,0 0-52 0,0 0-89 0,0 0-423 15,10 2-71-15,-10-2 64 0,0 0 49 0</inkml:trace>
  <inkml:trace contextRef="#ctx0" brushRef="#br0" timeOffset="13681.11">15651 3028 939 0,'0'0'251'0,"-3"-3"-59"0,3 3-82 16,0 0-51-16,0 0-77 0,0 0-238 0,0 0-318 16,6-6 52-16</inkml:trace>
  <inkml:trace contextRef="#ctx0" brushRef="#br0" timeOffset="14131.84">15580 2588 962 0,'0'-7'266'0,"0"7"-35"16,0-5-34-16,0 5-46 0,0 0-54 0,0 0-59 15,0-6-66-15,0 6-49 0,0 0-120 16,3-1-415-16,-3 1 60 0</inkml:trace>
  <inkml:trace contextRef="#ctx0" brushRef="#br0" timeOffset="14365.47">16021 2378 1108 0,'0'0'351'0,"6"-3"-49"0,-6 3-52 15,7-5-50-15,-7 5-67 0,4-6-56 16,2 5-51-16,-6 1-119 0,10-5-480 0,-2 3-54 16,-1-1 43-16,2 0 60 0</inkml:trace>
  <inkml:trace contextRef="#ctx0" brushRef="#br0" timeOffset="14564.5">16516 1903 893 0,'0'-5'299'0,"0"5"-27"0,3-9-24 0,-3 6-36 15,0 3-50-15,0-6-39 0,3 3-57 16,-3 3-43-16,2-4-61 0,-2 4-113 0,6-2-162 16,-6 2-337-16,0 0 77 0,0 0 66 0</inkml:trace>
  <inkml:trace contextRef="#ctx0" brushRef="#br0" timeOffset="14747.78">16776 1864 959 0,'0'0'341'0,"10"-1"-39"0,-10 1-41 16,0 0-56-16,0 0-47 0,0 0-50 16,10 0-67-16,-10 0-67 0,8 3-176 0,-2 0-448 15,-2-2 33-15,-4-1 74 0</inkml:trace>
  <inkml:trace contextRef="#ctx0" brushRef="#br0" timeOffset="14914.66">17053 1958 655 0,'4'2'279'16,"-4"-2"-57"-16,0 0-50 0,6 3-44 0,-6-3-21 15,0 6-53-15,0-6-56 0,3 6-119 16,-3-6-472-16,-3 8 34 0</inkml:trace>
  <inkml:trace contextRef="#ctx0" brushRef="#br0" timeOffset="15114.29">16821 2175 867 0,'0'0'295'0,"0"0"-52"0,0 0-26 15,-7 1-43-15,7-1-53 0,0 0-55 0,-7 2-40 16,7-2-65-16,-11 5-140 0,5-2-430 0,-1-1 43 16,0 2 31-16</inkml:trace>
  <inkml:trace contextRef="#ctx0" brushRef="#br0" timeOffset="15280.95">16489 2421 790 0,'0'0'269'0,"-7"4"-44"15,7-4-30-15,-3 2-24 0,3-2-63 0,-4 4-62 16,-2-2-72-16,6-2-122 0,-7 6-446 0,3 0 26 15</inkml:trace>
  <inkml:trace contextRef="#ctx0" brushRef="#br0" timeOffset="15447.88">16263 2723 645 0,'-3'6'199'0,"3"-6"-30"0,-3 6-10 0,3-6-52 16,0 0-45-16,-1 7-62 0,1-7-123 0,0 6-415 15,0-6 3-15</inkml:trace>
  <inkml:trace contextRef="#ctx0" brushRef="#br0" timeOffset="15631.48">16260 2908 765 0,'0'0'307'0,"0"0"-38"0,3 3-23 0,-3-3-24 16,0 0-35-16,0 0-46 0,0 0-36 16,0 0-49-16,0 0-66 0,15-7-44 0,-15 7-123 15,13-3-473-15,-7-2 44 0,1 1 58 0</inkml:trace>
  <inkml:trace contextRef="#ctx0" brushRef="#br0" timeOffset="15814.53">16561 2491 796 0,'0'0'232'0,"0"-8"-50"16,3 4-44-16,-3 4-56 0,4-6-146 16,-1 4-494-16,0-2 11 0</inkml:trace>
  <inkml:trace contextRef="#ctx0" brushRef="#br0" timeOffset="16048.3">16475 2073 683 0,'0'0'248'0,"-3"-3"-25"16,3 3-36-16,0 0-36 0,-3-6-31 0,3 6-38 15,0 0-51-15,0 0-54 0,6-6-72 16,-6 6-133-16,3-2-361 0,-3 2 44 0</inkml:trace>
  <inkml:trace contextRef="#ctx0" brushRef="#br0" timeOffset="16448.22">17142 1595 819 0,'-4'-6'302'0,"1"3"-46"16,3 3-67-16,-4-6-58 0,4 6-50 0,-3-9-32 16,3 9-67-16,0-4-133 0,0 1-440 0,0 3 30 15</inkml:trace>
  <inkml:trace contextRef="#ctx0" brushRef="#br0" timeOffset="16648.29">17313 1758 762 0,'3'8'110'0,"-3"1"-161"16,3-2-474-16</inkml:trace>
  <inkml:trace contextRef="#ctx0" brushRef="#br0" timeOffset="16781.41">17398 1889 1026 0,'0'0'358'0,"0"0"-20"0,0 0-38 15,0 0-34-15,0 0-54 0,0 0-43 0,0 0-74 16,0 0-52-16,0 0-63 0,0 0-205 15,-9 11-471-15,4-9 58 0,2 2 65 0,-1 0 53 16</inkml:trace>
  <inkml:trace contextRef="#ctx0" brushRef="#br0" timeOffset="19098.84">13781 4541 509 0,'0'0'164'0,"-6"1"-47"0,6-1 14 0,0 0-44 15,-4 3-23-15,4-3-38 0,-3 5-24 16,3-5-33-16,0 0-33 0,-7 6-61 0,7-6-57 16,-6 5-278-16</inkml:trace>
  <inkml:trace contextRef="#ctx0" brushRef="#br0" timeOffset="19331.8">13508 4761 965 0,'0'0'307'0,"-7"2"-26"0,7-2-27 0,0 0-14 15,0 0-27-15,-7 3-32 0,7-3 4 0,0 0-27 16,0 0-19-16,0 0-22 0,-10 1-40 15,10-1-15-15,0 0-32 0,-6 1-32 0,6-1-26 16,-5 7-34-16,2-4-27 0,-3 3-37 0,2 1-73 16,-3-2-57-16,1 2-110 0,-2 1-274 15,-2 3 30-15,1 1 68 0</inkml:trace>
  <inkml:trace contextRef="#ctx0" brushRef="#br0" timeOffset="19447.84">13309 5009 499 0,'0'0'202'0,"0"0"-10"16,0 0-16-16,0 0-14 0,0 0-14 0,21-6-17 16,-21 6-8-16,10-3-47 0,-3 0-45 15,4 1-118-15,-5 0-538 0,4 1 52 0</inkml:trace>
  <inkml:trace contextRef="#ctx0" brushRef="#br0" timeOffset="19664.5">13983 4800 1085 0,'0'0'281'0,"0"0"-50"0,0-4-57 16,0 4-103-16,0 0 22 0,0 0-75 0,0 0-287 15,0 0-361-15,0 0 64 0</inkml:trace>
  <inkml:trace contextRef="#ctx0" brushRef="#br0" timeOffset="20248.3">10605 2188 276 0,'-10'0'87'0,"10"0"-33"0,-9 1-36 0,9-1-44 15,0 0-30-15,-8 2 12 0,8-2-135 0</inkml:trace>
  <inkml:trace contextRef="#ctx0" brushRef="#br0" timeOffset="20997.52">10404 2198 481 0,'4'4'202'0,"-1"0"-13"0,-3-4-7 0,6 7-10 16,-2-4-1-16,-1 2-12 0,5 0-16 16,-5 0-12-16,3 2 2 0,1-1-15 0,0 0-8 15,1 2-8-15,1-2-2 0,1 1-11 16,1 3 11-16,-1-2-10 0,0 1 2 0,4 1-18 15,-4-1 3-15,4 0 13 0,-3 1-19 0,1 0-9 16,3 0 2-16,-5 0 0 0,7 1-13 16,-4 0 18-16,2 1-2 0,1 1-6 0,-1 0-10 15,1 0 11-15,1 0-24 0,-3 1 13 0,3-1-7 16,0 2-3-16,0-1-11 0,-3-2 9 16,3 1-3-16,-4 0-13 0,5-1 15 0,-5 1-18 15,1 1 11-15,-3-3 0 0,2 1-13 16,1 1 5-16,-1-1-8 0,-2 0 13 0,2 1-10 15,-3-1 21-15,4-1-24 0,-1 0 0 0,-2 1-2 16,-1 0-8-16,1-1 0 0,2 0 13 0,-3-1-10 16,0 0-5-16,1 1 4 0,-1-3-7 15,0 3 16-15,1-3-1 0,-4 4-15 0,2-4 5 16,2-1-2-16,-4 3 12 0,3-4 3 0,-3 1-13 16,1 0 10-16,1 3 6 0,-2-4-11 0,-1 1 3 15,2 0 7-15,-1-1-9 0,-1 1 12 16,1-1-13-16,0 0 3 0,0 0 2 0,-3 0-7 15,2-1 10-15,-2-2-3 0,2 2 3 16,1 0-15-16,-3-2 17 0,2 1-12 0,-2 1-13 16,-1-3 15-16,0 2-3 0,1-2-9 0,-4-2 10 15,7 6 4-15,-3-3-17 0,-4-3-8 16,6 4-22-16,-3 0-40 0,-3-4-53 0,7 3-92 16,-7 0-379-16,0-3-215 0,0 0 87 0,0 0 64 15,0 0 77-15,0 0 56 0</inkml:trace>
  <inkml:trace contextRef="#ctx0" brushRef="#br0" timeOffset="25180.55">11224 2928 217 0,'0'0'87'0,"0"0"13"0,0 0-3 16,0 0 0-16,0 0-12 0,0 0-1 0,0 0-7 15,0 0-8-15,0 0 18 0,0 0-7 0,0 0-21 16,0 0 12-16,0 0-9 0,0 0-16 0,0 0 5 16,0 0-13-16,0 0-2 0,0 0 5 15,0 0 8-15,-7-3-24 0,7 3 14 0,0 0 2 16,0 0-5-16,0 0-1 0,0 0 4 0,0 0-3 15,0 0-6-15,0 0 9 0,0 0-9 16,0 0 1-16,0 0-5 0,0 0 4 0,0 0-22 16,0 0-8-16,0 0-5 0,0 0 18 0,0 0-11 15,0 0 3-15,0 0 3 0,0 0 15 16,0 0 8-16,0 0-23 0,0 0-11 0,0 0-12 16,0 0 43-16,0 0-5 0,0 0 2 0,0 0-9 15,11 11-3-15,-11-11-11 0,3 5 24 16,1-1-11-16,-1 1 8 0,0-3-10 0,-2 4 13 15,2-3-24-15,3 2 39 0,-5-1-43 0,2 2 14 16,4-1 9-16,-6 0-8 0,5 0-8 16,-3 0 13-16,1 1-8 0,2 0 3 0,-2 0-3 15,3 1-20-15,-3 0 25 0,2 1 0 16,1-2-2-16,-1 3 3 0,2-2-11 0,-2 1 5 16,1-3-8-16,-3 5 4 0,6-3-9 0,-3 1 16 15,-1-1-8-15,1 3-5 0,0-2-3 0,0 0-2 16,0 1 13-16,3-1 0 0,-4 0-3 15,5 2-5-15,-4 1 20 0,3-2-12 0,1-1-8 16,-1 1-5-16,0 1 38 0,1 0-28 0,-1-2-2 16,3 1 2-16,-2 3 5 0,-1-3 13 15,4-1-10-15,-1 0-10 0,-3 2 4 0,4-1-4 16,-4-1 4-16,4 1 4 0,-3 1 4 0,2-2-10 16,-2 1 5-16,2 3-15 0,-3-3 8 15,4-1 7-15,-4 0 13 0,1 2-23 0,2-1 0 16,-3-1 8-16,1 1-8 0,-1 1 10 15,0-2-5-15,1 5 3 0,2-4-6 0,-3 3 3 16,1 0 3-16,-4-2-5 0,5 1 15 0,-4 2-6 16,2-2 9-16,0 3-13 0,-2-3 4 0,1 3 19 15,-2-5-8-15,3 4-5 0,-2-1 5 16,2 4-18-16,-1-4 16 0,2 2-6 0,-4-3 0 16,0 4 1-16,3-5 7 0,0 4-5 0,-3-3-3 15,3 2 0-15,-2-1-2 0,2 1 8 16,-1-2-6-16,2 0 3 0,-1 3-3 0,-3 0-4 15,3-3 19-15,-2 3-4 0,2-3-6 0,-1 3 6 16,2-3 0-16,-4 3-11 0,0-3 11 0,2 3-1 16,2-2-4-16,-4 1 2 0,0-1 0 15,3 1 0-15,0-1-8 0,-3 1 0 0,0-1 8 16,0 1 18-16,0-1-25 0,0 1-6 16,2-2 5-16,-1 3 14 0,-1-5-12 0,0 4 1 15,2-2 5-15,-1 1-2 0,-1 1-11 0,-1-2-5 16,1 3 23-16,4-3-17 0,-5 2 1 15,1-1 6-15,0 1 0 0,3-3 0 0,-3 2-10 16,3 0 15-16,-4-1-10 0,2 3 5 0,-1-3-11 16,3 3 4-16,-4-3-4 0,5 3-2 15,-4-3 8-15,3 3-8 0,-3-4 11 0,3 5-16 16,0-4 2-16,0 3 8 0,1-1 1 0,-1 0-1 16,0-1 0-16,1 3-7 0,-4-1 2 15,3-3 5-15,3 3-2 0,-3 0-8 0,0 0-3 16,1 0 6-16,2-1 7 0,-2 3-10 0,3 0-3 15,-4 0 6-15,1-2-8 0,-2-1 10 0,2 0-2 16,-1 2 4-16,0-4-2 0,0 3 3 16,1-3-3-16,-4 3 3 0,3-3-1 0,1 0-9 15,-2 1 7-15,-2-1 10 0,3-2-9 16,1 4 4-16,-4-2-8 0,3-3 6 0,0 3-11 16,-3 1 16-16,3-4-13 0,-3 3 3 0,3-3-8 15,-3 1 5-15,0-1 5 0,-1 0-3 0,5 2 6 16,-4-2-5-16,0 1 7 0,3 0-18 15,-3-2 3-15,0 0-3 0,-1 2 11 0,1-1-1 16,1 0 11-16,1 1-18 0,-2-1 13 16,4 0-13-16,-1 2 18 0,0-2-21 0,1-1 3 15,-4 2 7-15,5 0-2 0,-1 3-7 0,-4-3 9 16,3 1-10-16,0-2 21 0,-2 2-13 16,1-2 0-16,1 2-5 0,1 1-3 0,-1-2 8 15,-3 0 0-15,4 2 6 0,-1-2-12 0,0 0 6 16,-1 3 8-16,2-3-5 0,-1 0-1 0,1-1-4 15,2 1-1-15,-3 1 8 0,-2-3 3 16,2 1-13-16,0 0 7 0,1 0 4 0,2 0-6 16,-6-1 12-16,4-3-9 0,-1 3 2 15,-1 1-8-15,1 0 3 0,1-1-10 0,-1-2 13 16,1 2 2-16,-4-1-3 0,3 1 6 0,0-3-3 16,0 2 0-16,0 0-7 0,-3-2-1 0,4 2 8 15,-1 2-2-15,-3-5 7 0,2 4 8 16,2-1-26-16,-4-2 11 0,0 1 12 0,4-1-12 15,-2 2-1-15,1 0 6 0,1-2 5 0,-4 1 2 16,3-1-15-16,1 2 3 0,-1 1 2 16,0-2 10-16,1 1-15 0,-1 0 5 0,3 2 3 15,-2-3 2-15,-2 2-5 0,1 0-2 0,2 2 5 16,1-1-3-16,-3 0-3 0,1-1 3 0,2 3 3 16,1-2 2-16,-4 1-2 0,3-1 5 15,-2 0-13-15,2 2 2 0,1-3 4 0,-3 1-6 16,2 2 2-16,1-2 3 0,-4 1-5 15,7 0-5-15,-4 3 10 0,-1-4 3 0,4 1-13 16,-3 1 5-16,5 4 5 0,-5-5 3 0,4 3-3 16,-3 1 13-16,3-2-13 0,-2 1 0 15,1-2-5-15,1 2 2 0,-3 1 4 0,-1-2-9 16,1 2 0-16,-1-3-4 0,2 0 12 0,1 4-5 16,-2-4-5-16,0 3 2 0,3 0 19 0,0 1-4 15,-3-3-17-15,3 3 8 0,-3-4 2 16,2 1-5-16,2 3 10 0,-5-3-12 0,2 2 2 15,-2-4 2-15,7 2-2 0,-9 2-5 0,6-4 13 16,-1 1-13-16,-1 4-8 0,1-3 3 16,-2-1 20-16,0 1-5 0,0-1 0 0,2-1-8 15,-4 1 11-15,4 4 0 0,-2-5-3 0,3 5 5 16,0-1-10-16,0 1 5 0,0-3-5 16,0 3 11-16,0-3-11 0,0 3 2 0,1-1 11 15,2 2-5-15,0-1-3 0,1-2-8 0,3 5 8 16,0-2 0-16,-4-1 3 0,7-1-5 15,-5 3 7-15,5-1-5 0,0 1 0 0,-3-1 0 16,3-2 0-16,0 3 0 0,1-2 11 0,2 3 4 16,-2-2-22-16,3 2 9 0,0-2-4 15,9 6 12-15,2 1-4 0,-8-5-17 0,-3 0 1 16,9 2 18-16,-2 3-8 0,4-4-7 0,-8 0-3 16,-3-3 10-16,12 7 15 0,2-2-12 15,-4 3-13-15,3-3 25 0,-2 3-12 0,2-4-6 16,-4 3 6-16,2 1-8 0,-1-2-2 0,0 3 4 15,0-1 16-15,0 1-18 0,4-3 3 16,-1 4-11-16,0-1 10 0,-2 0-7 0,2-1 3 16,1-2 15-16,-1 4-29 0,-4-3 14 0,5 2 14 15,-4-4-14-15,4 3 22 0,-1 2-25 0,-3-2 18 16,1-3-5-16,1 4-8 0,-1-5-5 16,-1 3 10-16,-1-1 13 0,5 1-13 0,-4 0-10 15,0-2 10-15,4 2 5 0,-1-3-7 16,1 1-6-16,-1 1 3 0,-3-2 0 0,4 2 3 15,-1-3 2-15,0 1-10 0,-3 2 17 0,0-3 1 16,4 2-23-16,-1 2 7 0,-2-4 9 16,2 4-14-16,-4-4 5 0,5 0 6 0,-1 2 5 15,1 0-3-15,-1-1-8 0,1-1-5 0,-1 0 21 16,0 2-10-16,4-3-8 0,-4 1 2 0,-2-1 6 16,-4-2 2-16,6 5-10 0,-6-5 2 15,-4-1 13-15,-3-3 1 0,10 7-11 0,-4-3 0 16,-3-1 12-16,1-1-7 0,6 5 3 0,3 1-16 15,-2-1 11-15,-5-5 0 0,-6 1-3 16,13 2-6-16,1 2 9 0,-8-2 0 0,-3-2 7 16,11 3-5-16,-11-2-8 0,0-3 3 0,0 2-2 15,-3-2-8-15,0 2 2 0,13 4 0 16,-10-1 11-16,-3-3 2 0,-1 0-3 0,1 0 6 16,0 1-5-16,0-3 4 0,0 2-7 0,-1 3-7 15,-2-4 2-15,2-1-3 0,-2 3 5 16,3 2-20-16,-4-5 26 0,4 4-3 0,-4-1 8 15,1-1-8-15,3-2 2 0,-1 2 3 0,-2-1 0 16,2 1 0-16,-2 1-2 0,0-4-6 16,2 3 1-16,-3-3-3 0,0 3 12 0,0-6 9 15,1 5-21-15,-4-2-3 0,0 0 11 0,-1-3-9 16,-2 3 17-16,3 1-6 0,-2-3 5 0,1 1-18 16,-2 3 14-16,3-3 9 0,-4-1 3 15,4 2-13-15,3 3 0 0,-6-3-8 0,3 2-4 16,-4-4 25-16,7 7-3 0,-6-7 6 15,3 2-11-15,-1 2 18 0,-2-2-18 0,3-1-2 16,-4 3-6-16,1-4 4 0,3 1 11 0,-3 2-4 16,-1-2-5-16,1 1-6 0,0-3 6 0,-1 2-8 15,0-2 13-15,0 1-3 0,-2-1-7 0,-1-1-3 16,0 1 2-16,-3-1 11 0,3 1-18 16,-3-2 10-16,-1-2-2 0,0 3 7 0,-2-4-10 15,-1 4 5-15,0-6-8 0,-2 5 3 16,2-5 0-16,-4 5-12 0,2-5-6 0,-5 1-31 15,4 3-56-15,-7-5-128 0,3 3-706 0,-3-3 69 16,0 0 97-16,0 0 81 0,0 0 76 0,-21-10 70 16</inkml:trace>
  <inkml:trace contextRef="#ctx0" brushRef="#br0" timeOffset="34446.48">2480 9100 908 0,'0'25'277'0,"0"-6"-39"0,0 2-13 0,0-3-23 15,3-1-20-15,-2 1-16 0,2-3-12 0,-3 3-16 16,3 0-18-16,0 0-10 0,-2-2-10 15,2-1-10-15,0 0-16 0,-3-5-18 0,1 3 6 16,1-4-3-16,-2-2 7 0,4-3-15 16,-4-2-10-16,0-2 0 0,0 0-7 0,0 0 1 15,0 0 1-15,-10-18 5 0,7 7 8 0,0-7 5 16,-1-5-8-16,-3-2 10 0,0-5-7 16,0-1-3-16,1-5 5 0,2 1-15 0,1 2 0 15,-1-2-6-15,0 5 6 0,4 2 3 0,1 0-11 16,3 0-8-16,2 3 13 0,-3 3-15 0,4 0 5 15,0 0-5-15,3 5-5 0,0 0 0 16,0 5 2-16,2 2-4 0,0 3 4 0,3 0-20 16,-2 5 5-16,0-1 5 0,1 6-10 0,0-1 0 15,3 5 12-15,-6 2 6 0,2-1 5 0,-3 3-8 16,-3 3-2-16,-1-2-8 0,-5 5 3 16,-1 0 4-16,-1 4-12 0,-2-2 15 0,-3 0-10 15,-1 2 13-15,-3-3-10 0,0 3-6 16,2-7 8-16,-1 0-7 0,-2-2 4 0,1 1 6 0,3-5-3 15,-4 0 5-15,2-5 8 0,2 3-15 16,0-5 12-16,0-1-10 0,0 2 8 0,7-2 5 16,-10-2-8-16,10 2 3 0,-7-1-5 0,7 1 22 15,-10 0-9-15,10 0-16 0,0 0 3 16,0 0-6-16,-3 1 8 0,3-1-2 0,10 9-3 16,-3-1 0-16,3-1 1 0,4 0 9 0,-1 4-2 15,0-4-8-15,5 5 5 0,0 1-7 16,1-2 2-16,2 2-8 0,0-2 11 0,-1 1-16 15,4-1-12-15,-3-1-37 0,-4 0-32 0,3 2-65 16,-3-5-79-16,0-3-263 0,-4 3-308 16,2 0 77-16,-2-4 69 0,-2-3 59 0,-4-3 54 15</inkml:trace>
  <inkml:trace contextRef="#ctx0" brushRef="#br0" timeOffset="34761.74">2887 8493 1131 0,'7'-15'343'0,"2"5"-39"0,-1 2-22 15,2-1-23-15,-4 8-19 0,1-5-20 0,1 5-30 16,-1 1-1-16,-7 0-33 0,16 1-2 0,-5 5-6 16,-5 1-25-16,1 1-10 0,0 1 7 15,-4 0-30-15,0 2 2 0,-3 3-10 0,0-1-13 16,0 1-5-16,0 1-3 0,-3-3-17 0,0 1 7 15,0-1-7-15,2 1-4 0,-1-5-1 16,1 2-1-16,1-3-10 0,0 1-5 0,0-4-5 16,0 2 16-16,1 0-4 0,-1-6-1 0,12 2-6 15,-4-2-3-15,-8 0 3 0,20-1-2 0,-6-5-11 16,-1 5-10-16,8-2-21 0,-5-2-17 16,3 2-26-16,1-1-33 0,0 1-70 0,1 3-101 15,-4-1-285-15,-3 1-266 0,3 1 69 16,-4-1 76-16,-2 1 65 0,0 5 61 0</inkml:trace>
  <inkml:trace contextRef="#ctx0" brushRef="#br0" timeOffset="34961.62">3228 9043 921 0,'0'0'387'0,"0"7"-24"0,0-7-17 16,0 6-39-16,0-6-23 0,0 0-33 0,0 0-24 15,18-5-9-15,-8 4-31 0,3-5-31 16,1 3-25-16,0-5-37 0,3 1-40 0,0 0-80 16,-2 3-81-16,0-3-251 0,3 0-431 15,-4 6 65-15,0-6 69 0,-4 7 71 0,0-6 69 16</inkml:trace>
  <inkml:trace contextRef="#ctx0" brushRef="#br0" timeOffset="35146.33">3399 9226 1087 0,'0'7'361'15,"0"-7"-31"-15,0 0-10 0,0 7-30 0,0-7-27 16,11 1-19-16,-11-1-29 0,13-4-34 16,1 2-7-16,-3-1-33 0,5-3-21 0,1 4-30 15,1-4-52-15,2 0-58 0,-2 1-57 0,5-3-169 16,0 0-529-16,2-1 30 0,-1 1 87 15,0-5 54-15,1 2 59 0</inkml:trace>
  <inkml:trace contextRef="#ctx0" brushRef="#br0" timeOffset="35395.62">4316 8628 1156 0,'3'8'372'0,"0"3"-45"0,-3 0-25 0,3 6-25 16,2 1-24-16,-2-3-33 0,0 5-10 0,0 3-33 15,1 1-3-15,0 1-13 0,2-1-28 0,-3 1-5 16,2 1-28-16,-2-1-5 0,3 0-52 16,-2-1-35-16,-1 1-54 0,1-2-113 0,2-2-255 15,-1 1-375-15,1-5 65 0,1 0 66 16,-1-5 69-16,1-4 49 0</inkml:trace>
  <inkml:trace contextRef="#ctx0" brushRef="#br0" timeOffset="35695.49">4822 8986 1072 0,'4'5'358'16,"-4"-5"-25"-16,6 2-23 0,-6-2-29 0,6 0-30 16,-6 0-28-16,15 1-23 0,-5-1 2 0,3-1-43 15,1 1-1-15,3 0-2 0,3-3-33 0,1 0-18 16,-1-1-8-16,1 2-10 0,0-3 3 16,2 4-21-16,-5-2-5 0,2-1 5 0,0 2-12 15,-5 1-4-15,-2-3-14 0,1 1-3 0,-1 3-6 16,-3-1-4-16,-2 0-26 0,1-4-28 15,-9 5-21-15,11 0-33 0,-11 0-43 0,10 0-103 16,-10 0-276-16,4 2-326 0,-4-2 68 0,0 0 81 16,0 0 69-16,0 0 51 0</inkml:trace>
  <inkml:trace contextRef="#ctx0" brushRef="#br0" timeOffset="37111.93">6453 8424 819 0,'0'9'307'0,"3"7"-26"0,-3-4-32 0,0 5-9 15,3-1-35-15,0 5-23 0,1-4-21 0,-1 1-5 16,1 0-15-16,2-1-16 0,-1-1-33 16,1 2-35-16,1 0-21 0,-1-4-41 0,-3 1-13 15,4-6-39-15,-3 1 6 0,3-2-3 0,-4-2-2 16,1-4 10-16,-1-2-3 0,-3 0-4 16,0 0 32-16,0 0 11 0,7-8 7 0,-7 1 29 15,-3-3-8-15,2 2 20 0,-2-4 16 0,0-4-11 16,-1-2 14-16,-2-3 17 0,0 1 3 0,1-3-6 15,-2 1 4-15,4 2 2 0,0 0 10 16,-1 5-6-16,1 0 1 0,0 0-15 0,-2 5-16 16,5 0 3-16,0 3-11 0,0 1-7 15,0 6 5-15,5-6-8 0,-5 6 1 0,0 0-6 16,16 13-5-16,-6-6 3 0,1 2 9 16,-1 1-1-16,1 1-22 0,2 2 4 0,0 2-9 15,2-4-1-15,1 6 6 0,-2-3-1 0,0-2 4 16,3 2-7-16,-4-4 4 0,2-2-6 0,-2 2-12 15,-2-3 22-15,-1-1-21 0,0-5-3 0,4 0-5 16,-1-1-2-16,-3-2 2 0,1-4-5 16,2-2 13-16,1-1-3 0,-4-1-4 0,0-5 9 15,-3 1-7-15,1-5 7 0,1-3-5 16,-5 1 14-16,2-4-4 0,-1 1-2 0,-5-1 3 16,3 0 10-16,0 7-1 0,-2 1-7 0,1 0-5 15,-2 1 13-15,1 4-8 0,2 2 0 0,-3 2-5 16,0 5 0-16,3-1 16 0,-3 4-8 15,0 0 4-15,0 0-4 0,10 20 2 0,-7-10 0 16,2 7-2-16,-2 0 2 0,1-1-15 0,-1 7 16 16,3-3-1-16,-3 4-8 0,4 1-9 15,-3 0-34-15,3-3-23 0,3-2-44 0,-3 2-53 16,7-3-44-16,-4-1-158 0,4-1-410 0,0-3 48 16,0-4 93-16,-1-2 33 0</inkml:trace>
  <inkml:trace contextRef="#ctx0" brushRef="#br0" timeOffset="37479.79">7321 8268 1100 0,'0'0'323'0,"-11"-6"-26"0,11 6-39 16,0 0-27-16,-20 6-19 0,9-3-17 0,1 2-14 15,0 2-32-15,-1 3-14 0,1-2-14 0,0 2 7 16,-3 0-31-16,6 1-10 0,0 0 8 15,1-3-13-15,5 2-18 0,-3 0 2 0,1 1-22 16,6 0 2-16,1-1 2 0,0 2-17 16,2-1 2-16,1 3 6 0,3-3-11 0,4 3 8 15,-1-3-6-15,2 6 4 0,1-4-11 0,-2-1-3 16,0 3-7-16,3 1-3 0,-4-5-7 0,-2 3 10 16,-1-3 10-16,-3 1 0 0,3-1-11 15,-3-1 1-15,-4-2 23 0,-2 3-18 0,-1-1 26 16,0-1-9-16,-4-3-1 0,-3 4-9 15,-3-1-4-15,-3 0 7 0,-1-2 3 0,0-3-11 16,0 3 3-16,0-3 8 0,0 0-23 0,1-2 2 16,-4-2-23-16,7 0-23 0,-4-2-46 15,1-2-56-15,3 0-95 0,3-1-200 0,-1-1-391 16,2 0 87-16,5-3 64 0,1-1 51 0,0-2 87 16</inkml:trace>
  <inkml:trace contextRef="#ctx0" brushRef="#br0" timeOffset="37861.42">7529 8333 1090 0,'10'10'317'0,"-3"0"-4"16,0 5-22-16,-1-1-32 0,2 3-16 16,-2 2-23-16,4-1-18 0,-3 4-33 0,1-4 5 15,-2 6-23-15,4-3-20 0,-6 1-18 16,6-3-8-16,-6 0-29 0,2-3 4 0,-2-2-24 15,2 1-18-15,-3-1-9 0,2-4 12 0,-2-2-13 16,-3 2-8-16,1-6 6 0,-1-1 2 0,0-3 8 16,0 0-13-16,0 0 8 0,0 0-8 15,-9-18 15-15,6 5 5 0,0 1 1 0,-4-5-16 16,1-1 11-16,2-4 14 0,-3-3-7 16,4 0 11-16,-1 1 2 0,1-1-21 0,3 0 18 15,-3 6-17-15,3-2 12 0,0 3-5 0,3-4 0 16,-3 2 0-16,3 2-13 0,0 3 1 15,1-2-14-15,0 2 6 0,3 3 2 0,-1-4-3 16,-2 8-19-16,2-2 6 0,2 1-9 0,-2-1-3 16,1 5-23-16,3-1-13 0,-2 3-20 15,-2-1-29-15,1 2-27 0,-7 2-68 0,13 2-37 16,-5 3-85-16,-2-2-82 0,-2 4-394 0,-1 0 41 16,0 1 48-16,-2 2 72 0,-1-3 59 0</inkml:trace>
  <inkml:trace contextRef="#ctx0" brushRef="#br0" timeOffset="38045.46">7707 8407 606 0,'-3'5'251'16,"2"1"0"-16,-2 0-18 0,-1-4 13 16,1 4-11-16,3-6 13 0,-3 8-15 0,3-5 10 15,0-3-15-15,0 0-28 0,0 0-8 16,0 0-8-16,6 3-28 0,-6-3-23 0,0 0-15 16,21-10-13-16,-11 7 3 0,1-4-14 0,2 5-7 15,1-4-33-15,0 0-39 0,-1 2-32 0,-3 2-37 16,4-3-51-16,-7 5-108 0,3 0-112 15,-6 0-417-15,-4 0 25 0,13 6 52 0,-13-3 48 16,1 3 74-16</inkml:trace>
  <inkml:trace contextRef="#ctx0" brushRef="#br0" timeOffset="38211.75">7734 8650 752 0,'0'0'271'0,"3"6"-12"16,-3-6-3-16,11 0-26 0,-11 0-45 15,17-5 1-15,-3 3-17 0,0-4-15 0,3-1-18 16,0 2-19-16,6-2-9 0,-2-2-11 16,-4 2-35-16,4-1-19 0,-5 2-79 0,2 2-94 15,-8-1-193-15,4 2-373 0,-4-3 51 0,-4 5 56 16,-2 1 46-16</inkml:trace>
  <inkml:trace contextRef="#ctx0" brushRef="#br0" timeOffset="38612.11">6664 9226 975 0,'0'6'327'0,"0"-6"4"16,-3 4-34-16,3-4-11 0,0 0-7 0,14 7-28 16,-4-7-18-16,7 0-13 0,3-2-25 15,8-3-21-15,12 0-8 0,12-4-2 0,9-3-26 0,1-1 11 16,3-2-11-16,14-2-23 0,-1-5 5 16,-16 5-12-16,16-1-8 0,-16 1-26 15,3 1 0-15,-3-1-10 0,2 2 8 0,-6 0-16 0,-3 3-5 16,0-3 6-16,-17 7-29 0,-4-2 18 15,-7 3-21-15,-3 5 9 0,-4-4-22 0,-2 0 17 16,-5 2-1-16,1 3-28 0,-4-5 7 16,0 5-12-16,-3 1-15 0,0-1-39 0,-7 1-38 15,0 0-65-15,0 0-96 0,0 0-308 0,0 0-317 16,0 0 90-16,0 0 73 0,-27 4 73 16,17-1 66-16,10-3 53 0</inkml:trace>
  <inkml:trace contextRef="#ctx0" brushRef="#br0" timeOffset="39512.12">8195 8518 796 0,'7'14'299'0,"-4"-9"-23"16,2 4-27-16,-2 1-37 0,0 0-20 0,-2 0-10 15,5 4-23-15,-3-4-8 0,0 2-21 16,1 1-15-16,-1-1-5 0,1 1-10 0,-3-3-8 15,2 2-5-15,-3-3 1 0,3 0-12 16,0-2 1-16,-3-1 25 0,1 1-14 0,2-1 22 16,-3-3 0-16,0-3-5 0,0 0-13 0,3 6-10 15,-3-6-11-15,0 0-2 0,0 0 1 0,0-17 4 16,3 10-26-16,-3-1 6 0,0-7 5 16,4 5-26-16,-4-7 6 0,3-1-6 0,1 3 8 15,0-2-5-15,2 1-3 0,-2 0 5 16,2 3-15-16,1 0-2 0,0-2 10 0,0 5-11 15,-1 0 1-15,1 2-16 0,4 2 15 0,-1 5-2 16,-3-1-8-16,4 4 8 0,2-2-10 16,0 6 5-16,-2-4-8 0,2 7 3 0,-2 0-1 15,2 3-2-15,-3 0 6 0,4 1 4 0,-4-1-36 16,-3 3-19-16,4-1-17 0,-4 4-53 0,3-1-77 16,0-5-153-16,-3 4-510 0,0-1 64 15,0-4 70-15,-1 0 60 0,1-5 65 0,-3-1 61 16</inkml:trace>
  <inkml:trace contextRef="#ctx0" brushRef="#br0" timeOffset="40301.33">8667 8668 970 0,'4'-7'338'0,"0"2"-26"0,2-4-23 15,-3 2-15-15,1-5-13 0,2 3-28 16,-2 0-28-16,0-1-18 0,0 0 22 0,-1-4-50 15,0 4 5-15,0-5-5 0,-3 5-21 0,1-5-5 16,-1 7 3-16,0-3-8 0,-1 0-11 16,1 5-19-16,0-1-9 0,-3 0-7 0,0 5-8 15,0-4-7-15,3 6-8 0,0 0 5 16,-15 3-16-16,8 1-4 0,-2 3-1 0,1 2-9 16,1 0-1-16,-2-1-7 0,5 3-6 0,-3 1 1 15,3 0-6-15,1-2 3 0,0 2 2 16,3-1-9-16,3-1-14 0,-3 3 13 0,3-5-23 15,1 3 24-15,-3-4-24 0,5-1 18 0,1-2-5 16,-1-2-8-16,1 2 3 0,4-2-10 0,-1-2 17 16,-10 0-4-16,21-2 4 0,-12-2-9 15,1 0 4-15,1 3 6 0,-4-3-6 0,0 2 3 16,0 1 0-16,0 0-5 0,-7 1 5 16,13-5-15-16,-13 5 10 0,10 3-1 0,-10-3 9 15,11 3-8-15,-7-2 2 0,2 5-4 0,0-3 2 16,-2 5 15-16,3-7-10 0,0 5-5 0,-3-3-6 15,5 2 9-15,-5 2 15 0,6-4-29 16,-6 1 6-16,6-1 5 0,-4-3-13 0,5 1 8 16,-4 1 0-16,3-2 7 0,1 0 13 0,-1-2-25 15,-1 2 7-15,2 0 1 0,-1-1-1 16,-3 0-8-16,0-1 11 0,1-1-2 0,1 2 2 16,-9 1-3-16,13 0-10 0,-5 0 8 0,-8 0-1 15,10 0-1-15,-10 0-6 0,13-2 15 0,-13 2-10 16,11 2 8-16,-4-2 3 0,-7 0 9 15,10 0 4-15,0 0-22 0,-10 0-1 0,11 1 4 16,-11-1 0-16,17-1 16 0,-10 1-13 16,2 0 5-16,1-2 0 0,-2-2 7 0,2 0-17 15,-3 2 15-15,3-4 0 0,-3 3 6 16,0-1-1-16,-1-4 0 0,1 1 11 0,-3 3-16 16,-3-2 18-16,2-4 0 0,0 2 5 0,-3 1-2 15,-3-4 17-15,0-2-10 0,-2 2-4 0,2 2-17 16,-4-4 14-16,0 2 10 0,-2-2-8 15,1 2-10-15,1 3 15 0,-2-2-5 0,2 2-10 16,2-1 8-16,-1 1 2 0,2 1-2 0,-2 0-8 16,3 3 5-16,0-3 12 0,2-1-14 0,1 1 12 15,3-1-20-15,1-1 5 0,3 1 5 16,2-3-10-16,6 0 2 0,-2 1-10 0,1 0-2 16,3 0-11-16,3 0 11 0,1-2 12 15,-7 5-15-15,3 1-8 0,-3-1-2 0,0 1-31 16,-4 0-51-16,-1 4-49 0,-2 0-25 0,-7 2-65 15,0 0-183-15,8 7-505 0,-8-7 89 16,-11 10 86-16,1-3 76 0,-3 4 71 0,-5-3 52 16</inkml:trace>
  <inkml:trace contextRef="#ctx0" brushRef="#br0" timeOffset="41344.87">6654 9699 862 0,'3'9'266'0,"-3"8"-12"0,3 1-14 16,-3 4-27-16,4 1-24 0,-1 4-20 15,1-1-2-15,0 1-22 0,-1-2-22 0,1 4-10 16,2-2 0-16,-3-1-19 0,5-1 1 15,-5 0-26-15,1-3-5 0,-1 0-8 0,3-3-7 16,-5-1-3-16,2-6-15 0,0 2 12 0,0-3-17 16,-3-3-8-16,1-1-18 0,3-4 5 15,-4-3-8-15,0 0 3 0,0 0 0 0,0 0 11 16,0 0-9-16,-2-23-2 0,0 11 18 0,1-6 0 16,-5 3 3-16,2-10-11 0,1 0 0 0,-3-7 13 15,2 4 0-15,1 3 5 0,-4 0 0 16,6 0 6-16,-2 7-22 0,3 2 19 0,-3-2-3 15,3 5 0-15,0 2-20 0,3 3 2 16,-3 2 21-16,3 1-18 0,-3 5-5 0,11 0 2 16,-11 0-2-16,13 6 4 0,-3 1-4 0,1 3-3 15,-1 1 5-15,3 0-7 0,-2 0-1 0,3 3 6 16,0-3-3-16,2 3 16 0,-5-3-26 16,2 2 2-16,2-2 21 0,-5-3-23 0,3-1 15 15,-2 1-7-15,-1-2 2 0,-3-2 0 16,6 1-5-16,-6-4 8 0,3-1 4 0,-10 0-12 15,18-6 5-15,-8-1 6 0,0-1-6 0,0-2-3 16,0-5 4-16,-3-3-12 0,4 0 17 0,-5-6-4 16,1 1-4-16,-3 1 12 0,2-3-7 15,-3 1-3-15,1 0 5 0,0 6-7 0,-1 0 10 16,-3 3-3-16,3 1-8 0,-2 3-4 0,2 1-3 16,-3 3-8-16,3 2 16 0,0 3-6 15,-3 2 8-15,0 0 0 0,12 10 0 0,-6-2-2 16,-2 2-1-16,2 5 11 0,-3 2-13 15,4 1 8-15,-3 2-3 0,0 0-5 0,2 4 10 16,-2 0-12-16,2-5-14 0,-2 4-14 0,3-5-29 16,-1 1-15-16,1 0-52 0,0-5-45 15,-1 1-50-15,5-1-78 0,-1-4-77 0,0-3-354 16,4-3 98-16,-4 1 69 0,4-5 18 0</inkml:trace>
  <inkml:trace contextRef="#ctx0" brushRef="#br0" timeOffset="41678.47">7416 9643 790 0,'-3'-5'287'0,"3"0"-18"16,0 5-23-16,-3-7-39 0,3 7-10 0,0 0-36 15,-8 0-2-15,8 0-16 0,0 0-10 0,-10 7-15 16,4 0-23-16,2-3 5 0,-3 3-23 16,3 2 17-16,1-1-9 0,0 0-16 0,3 4-28 15,-3-1 0-15,3-2-3 0,3 1-15 0,0 3 10 16,0-1-4-16,5-4-6 0,-1 7 7 15,2-3-12-15,1 3 3 0,5-2-6 0,-5-1-2 16,7 2 7-16,-4-2-2 0,1 1-7 16,0-1 9-16,0 1-12 0,-1-2 7 0,-3-3-2 15,1 4-3-15,-1-6 0 0,-3 1 11 0,-1 1-14 16,2 1 11-16,-4-2 18 0,2-4 5 16,-6 3-20-16,3 3-6 0,-3-5 16 0,0-4-6 15,-9 10 4-15,5-4-12 0,-4-1 4 0,-2-1-26 16,1 0-3-16,2-2-2 0,-4 1-44 15,4-2-38-15,-3 0-85 0,10-1-150 0,-14-5-444 16,5 3 57-16,5-6 66 0,-2-1 65 0,1 1 43 16</inkml:trace>
  <inkml:trace contextRef="#ctx0" brushRef="#br0" timeOffset="42045.41">7694 9669 645 0,'10'17'253'16,"-1"-2"-33"-16,2 2-18 0,-7-2-12 0,5 1 9 16,-2 0-40-16,0 2-21 0,0 0-15 0,0-1 8 15,0 3-24-15,0-5-15 0,-1 1-5 0,-2-2-17 16,2 2-9-16,-2-7 16 0,-1 1-21 16,0 0 21-16,2-2 10 0,-2-1 2 0,-3-1-4 15,3-4-6-15,-3-2-12 0,0 0 17 16,0 0-2-16,0 0-15 0,-6-20 12 0,1 7 3 15,2-4 2-15,-4-1-17 0,1-2 0 0,0-3-11 16,2-2 82-16,-4 0 11 0,5 0-11 16,0 0-41-16,-1 1 3 0,4-1 0 0,0 3-16 15,0 4 1-15,0-1-14 0,0 2-9 0,4 1 9 16,-1-1-24-16,0 3 9 0,5-1-20 16,-5 5 5-16,4 0-6 0,-1 2-17 0,1 1-33 15,1-1-26-15,-1 4-31 0,2-1-2 0,-2 4-44 16,0 1-74-16,-7 0-28 0,14 3-120 15,-7 2-121-15,-1-1-358 0,-1 3 66 0,1 0 91 16,-3 0 52-16,-3 3 42 0</inkml:trace>
  <inkml:trace contextRef="#ctx0" brushRef="#br0" timeOffset="42212.47">7844 9725 652 0,'-3'3'269'0,"3"2"-8"0,0-5 16 0,-1 10 2 15,1-10-16-15,1 6-2 0,-1-6-41 16,6 2 3-16,-6-2-16 0,0 0-25 0,0 0-8 15,24-8-25-15,-14 3-16 0,0 0-18 0,1-2-2 16,2 0-24-16,0 3-38 0,2-4-38 16,-2 2-61-16,-2-2-52 0,-1 5-85 0,0-4-178 15,-3 5-379-15,0-3 38 0,-1 5 64 16,-6 0 61-16,0 0 75 0</inkml:trace>
  <inkml:trace contextRef="#ctx0" brushRef="#br0" timeOffset="42411.89">7871 9941 675 0,'0'9'297'0,"0"-9"-8"0,3 3 1 15,1 0-29-15,-4-3-23 0,10 0 8 0,-10 0-19 16,18-5-30-16,-6 1-20 0,3-2 0 16,1-2-19-16,-1 1-17 0,4-3 5 0,-1-3-15 15,-1 3-24-15,0 1-10 0,-3 1-27 0,0 0-24 16,-1 1-46-16,-6 2-67 0,3 0-87 0,-3 1-232 15,-1 0-390-15,-2 2 52 0,-4 2 79 16,7-3 56-16,-7 3 47 0</inkml:trace>
  <inkml:trace contextRef="#ctx0" brushRef="#br0" timeOffset="43211.42">8448 9849 931 0,'-3'-6'274'0,"3"6"-33"0,0 0-19 0,0 0-14 15,0 15-9-15,0-4-25 0,3 3-12 0,0 3-11 16,2-1-21-16,-2 1-9 0,1 1-6 15,5 3-18-15,-5 0 8 0,2 1-15 0,2-3-19 16,-4 5-2-16,2-6-12 0,0 3-6 0,-2-2 0 16,3-3-15-16,-3-1 0 0,-1-1-3 0,0-1-2 15,1-4 10-15,-1 1 2 0,0-2-2 16,-2-1-13-16,2-4 3 0,0 1 0 0,-3-4-3 16,0 0 0-16,0 0-7 0,0 0-4 0,14-18 12 15,-11 11-22-15,-2-2-7 0,5-3 18 16,-2 2-20-16,3 2-9 0,-1 0 32 0,-2-2-11 15,2 3-7-15,1-1-8 0,1 3-1 16,-2 0 14-16,1 0-8 0,-1 3-8 0,5 2 1 16,-11 0 14-16,14 0-1 0,-4 5-12 15,-2-3 12-15,1 5-6 0,-2-4-3 0,-1 5 13 0,2-1 13 16,-5 1 16-16,1-2-1 0,-4 0-12 16,3 4 2-16,-6 1-13 0,-1-3 11 0,-3 3-1 15,0-3 6-15,-3 2-5 0,0 1 7 16,-4-1-18-16,1-1-2 0,-4 0 15 0,6-2-5 15,-6-1-15-15,4 0 5 0,2 1-18 0,-2-5-26 16,2 3-7-16,1-4-47 0,3 1-79 0,7-2-48 16,-10 0-77-16,10 0-136 0,-3-5-330 0,3 5 43 15,0 0 49-15,10-13 79 0</inkml:trace>
  <inkml:trace contextRef="#ctx0" brushRef="#br0" timeOffset="44060.82">8900 9933 877 0,'0'0'364'0,"3"-5"-31"0,-3 5-31 16,0 0-36-16,0 0-13 0,0 0-15 0,-16 15-35 15,8-11-24-15,1 5-10 0,-2 0-18 16,2 1-16-16,-4-1-14 0,4 4-9 0,-3-2-9 16,3 0-16-16,0 3-10 0,0-4-6 15,4-2 1-15,-3 0-21 0,3 1 0 0,2-1 0 16,1-2-7-16,0 0 0 0,0-6-9 0,4 6 1 15,2-3-10-15,-6-3 5 0,10 0-1 0,-10 0-17 16,14-3 0-16,-14 3 7 0,14-1-2 0,-8 1 3 16,-6 0-24-16,14 0 6 0,-7 0-3 15,-7 0-3-15,14 0 8 0,-4 0-12 0,-10 0 7 16,17 0 5-16,-6 0 5 0,-1 0 0 16,-1 0-10-16,2 0 8 0,3 0 12 0,-4-2-7 15,7-3 0-15,-4 2-3 0,-1 1 13 0,4-3-15 16,-2-3 15-16,0 1-21 0,3-1 1 15,-4-1 10-15,2 1 0 0,1-4-6 16,-2-1 4-16,-1-1 4 0,2-1 0 0,-5-2-2 0,3-5 13 16,-5 5 7-16,1-3-33 0,1 0 20 15,-6 6 9-15,3-1-1 0,0 1-15 0,-4 4-1 16,3 1 11-16,-2-2-28 0,-1 5 10 0,1 0-7 16,3 4 15-16,0 0-3 0,-7 2-5 0,13 4 3 15,-2 3 2-15,2 3-5 0,-3 0-5 16,4 5 5-16,-1 0-5 0,-2 3 23 0,0-1-23 15,-1 1 16-15,3 2 14 0,-6 0-22 16,-4-3-16-16,1-2 16 0,-1 3 0 0,-3-3-1 16,0-3 9-16,-3 3-6 0,-1-5 8 15,1 3-11-15,-3-3-1 0,2-3 14 0,-3 0 1 16,3-4-1-16,-2 1-17 0,6-4 12 0,-13-3 13 16,13 3-25-16,-8-3 17 0,4-4-12 0,1 1-3 15,3 0 0-15,0-1 10 0,3-7-12 0,1 4 15 16,4-5-28-16,2-4 2 0,2 0 16 15,6-3 7-15,-4-1-18 0,6-2-7 0,1 0 23 16,-4 0-5-16,3 1 2 0,-2 2-23 16,2 0 23-16,-3-2 3 0,-3 6-15 0,0 3 7 15,-4 0 0-15,0 3 15 0,0-1-15 0,-3 3-2 16,-3 2 5-16,2 1 12 0,-3 5-17 0,-3-2-1 16,0 4 26-16,0 0-20 0,0 0 2 15,-20 9-2-15,10 0 0 0,0 2-8 0,0 1-3 16,-1 6 11-16,1-2-3 0,0 3-5 15,2-2-8-15,5 1 13 0,-3-1 6 0,5-2-9 16,1 2 11-16,0-2-18 0,4-2-3 0,2 2 21 16,2-5 15-16,2 5-2 0,0-7-6 15,4-1-15-15,0 3-5 0,6-6 8 0,-6 0 2 16,7-4 0-16,-1 2 11 0,-3-2-6 0,3 0 19 16,-6 0-32-16,3-2 8 0,-3 2 11 0,0 0 4 15,-1 0-27-15,-2 0 17 0,-4 0-7 16,-7 0 5-16,16-1-16 0,-16 1-30 0,8 0-31 15,-8 0-56-15,0 0-88 0,0 0-311 16,-18 6-423-16,5-4 66 0,-1-1 106 0,-3 5 74 16,-3-3 63-16,-1-3 73 0</inkml:trace>
  <inkml:trace contextRef="#ctx0" brushRef="#br0" timeOffset="47064.47">14134 4851 478 0,'0'0'161'0,"0"0"8"0,0-8-20 0,0 8-8 15,0 0-11-15,0 0 6 0,-3-5 2 0,3 5 8 16,0 0-3-16,0 0-4 0,0 0 6 0,0 0-17 15,-1-4-12-15,1 4-4 0,0 0 3 16,0 0-28-16,0 0-12 0,-6-2 1 0,6 2-14 16,0 0-6-16,0 0-7 0,0 0-8 15,0 0-3-15,-11 10 6 0,8-5-6 0,2 2-28 16,1 0 8-16,0 7 3 0,-3-3 2 0,3 3-3 16,0 3 8-16,0 1-15 0,3 4-8 15,-2 0 8-15,2 3 0 0,3 3 7 0,-1-1 1 16,-2 2-1-16,4 4-2 0,-1 0 3 15,1 1 4-15,1-1-22 0,1 0 10 0,-2-1-16 0,0 0 18 16,0 1 6-16,0-2 2 0,-1-2-20 16,1 1 7-16,0-1-3 0,1 1 17 0,-2-5-14 15,1 1-3-15,-1-1 6 0,-3 2 13 16,5-4-16-16,-4 4-2 0,2-4-13 0,-2 1 2 16,2-3 13-16,-3 0-12 0,2-2 12 15,1-2-7-15,-3 1-3 0,1-3-8 0,-1 0 21 0,0 0-6 16,-2-3-4-16,2-2 5 0,0 2-3 15,-3-3 2-15,4-1 4 0,-3 0-6 0,2-4 0 16,-3 3 3-16,0-1 12 0,3-2 0 16,-3 1 1-16,0-5-1 0,0 8-2 0,0-8 0 15,0 0 0-15,0 0-5 0,0 0 0 0,0 0 5 16,0 0-11-16,0 0 4 0,-18-17 4 16,15 9-12-16,-4-1 2 0,1 1 10 0,-2-2-5 15,-1-2-12-15,5 3 12 0,-3 1-5 0,1 0 21 16,-2-1-11-16,5 2 8 0,-1 3-15 15,-2-1 7-15,3 1-15 0,-1-1 0 0,4 5 10 16,-7-2-12-16,7 2-1 0,0 0 1 0,0 0 9 16,0 0-12-16,-7 11 10 0,7-6-7 15,0 2-3-15,0-7 10 0,4 10 5 0,-1-2-13 16,1-4 1-16,3 3-3 0,-4-1 10 0,3 0-8 16,-2-3 1-16,3 0 9 0,3 2 14 15,-3-3-13-15,0-2 10 0,4 0-8 0,-11 0 0 16,16-1 13-16,-2 0-2 0,-4-5-6 0,0 3-10 15,1-4-5-15,-1 0-13 0,-3-1-5 16,3-2-53-16,0 1-70 0,-3-5-113 0,-4 1-362 16,1-3-163-16,-1-4 78 0,-3 0 82 0,-3-3 58 15</inkml:trace>
  <inkml:trace contextRef="#ctx0" brushRef="#br0" timeOffset="47527.82">14042 4800 555 0,'0'0'159'0,"-10"7"-36"15,9-4-13-15,-6 3 7 0,3-1-27 0,1 2 15 0,-3 1-5 16,2-1-13-16,1 3-18 0,-3-2-3 16,1 1-14-16,2-1 4 0,-1 0-7 0,-2 1-1 15,2-1-15-15,1-2 19 0,0-2-6 16,-1 3 0-16,3-2 28 0,-2-2 16 0,0 3 9 16,3-6 4-16,-3 7 4 0,3-7 21 15,-3 2-15-15,3-2-13 0,0 0-6 0,0 0-17 0,0 0 0 16,0 0-3-16,0 0-15 0,9-15 13 15,-5 9-16-15,0 0-7 0,2-1 5 0,-2-2-16 16,2 1-7-16,-2 2-1 0,4-2-9 16,-2 5-8-16,1-4 5 0,-1 6-11 0,1-3 1 15,0 2-8-15,-7 2 10 0,17 5-2 16,-3-4 5-16,-4 4-8 0,0 1 2 0,4 2-9 16,-1 1 2-16,2-1-18 0,-2 2 0 0,4 2-61 15,-3-1-47-15,3 3-48 0,0-3-138 0,-3-1-407 16,3 1 43-16,0-1 67 0,-3-5 58 15</inkml:trace>
  <inkml:trace contextRef="#ctx0" brushRef="#br0" timeOffset="49027.41">14933 4051 447 0,'0'0'154'0,"0"0"-11"15,0 0 19-15,0 0-50 0,0 0 26 0,0 0-12 16,0 0-3-16,0 0-5 0,1 10-6 15,-1-4-22-15,0-6 10 0,0 11-3 0,0-1-8 16,3 2-17-16,-3 1 2 0,3 2-10 16,-3 2 5-16,3 0 1 0,-2 5-12 0,2-3 1 15,4 3 3-15,-3 3-6 0,-1 0-18 0,4 1 3 16,-1 4 5-16,-2 2-2 0,3 1-21 16,0 0 13-16,-1 4 0 0,1-3-3 0,-3 1-5 15,3 1 10-15,0-1-7 0,-4 1-3 0,3 0 3 16,-2-1-13-16,2 2 20 0,-5-1-7 15,6 3-3-15,-4-3-7 0,1 3 2 0,-1-3 8 16,0 0-1-16,1 1 16 0,-1 0-23 16,0 1 3-16,1 0 0 0,0 0-6 0,-1 2 0 15,4 7 9-15,-4-6-14 0,1-4 23 0,-1-1-17 16,4-1-3-16,-4-2 7 0,1 4 4 0,-1-3-6 16,4 0 10-16,-1-1-10 0,-2 1-10 15,0 0 25-15,3-2-12 0,-1 1-16 0,-2 1 13 16,2-2 8-16,2-2-26 0,-2 2 13 15,-2-1-11-15,3-2 1 0,-1 3 10 0,1-2-8 16,-3-1 11-16,2 1 2 0,-2-5-10 0,2 0-1 16,-2 0 1-16,-1 0 8 0,2-2-3 0,1-1-11 15,-3 2 19-15,1-1-6 0,-1 1-9 16,0-6-9-16,0 2 6 0,1-1 2 0,0-1 5 16,-1-1 3-16,1 1 3 0,-1 0-16 15,-3-2 13-15,3 1 7 0,1 1-9 0,-1-1-1 16,-3-2-12-16,3 0 15 0,0 0 7 0,-2-3-7 15,-1 2-8-15,4-3-5 0,-4-1 6 0,3 2-1 16,0-3 5-16,-3-1 1 0,1 0 9 16,-1-1-7-16,3-3-5 0,-3 3-3 0,0 0 8 15,3-4 8-15,-3 3-1 0,0-6 11 0,0 0 0 16,3 4-18-16,-3-4 15 0,0 0-5 16,0 0-15-16,0 0 2 0,-3-25 9 0,0 12-14 15,0-2 10-15,2-3-17 0,-5-5 7 0,1 2-7 16,-4-4-3-16,5 2 15 0,-5-2-10 0,5 1 21 15,-4 1-26-15,2 4 10 0,-1-4-2 16,1 8 4-16,2 1-9 0,-3-1-3 0,3 5 8 16,1-3-8-16,0 5-8 0,0 0 13 15,2-1-5-15,-2 3-10 0,0 3 10 0,3 3-16 16,-4-6 11-16,4 6 5 0,0 0 3 0,0 0-8 16,0 0 5-16,-7 15 7 0,7-6-19 15,0-2 9-15,0 2 11 0,3 1-21 0,-3 3 10 16,5-2 1-16,-2-1 4 0,0 2 6 0,0-1-13 15,4 1 10-15,-4-3-7 0,4 1 4 16,-2-2 3-16,4-1 11 0,-2-3-4 0,-1 2-14 16,5-2 4-16,-1-2 11 0,0-2-8 15,4-2 0-15,-3-1-5 0,6-2 6 0,0 1-1 16,0-5-3-16,0-3-7 0,3-1-5 0,-2-1-5 16,-2-3-21-16,2-2-39 0,-5-5-32 0,1 1-65 15,-7-2-104-15,0-2-489 0,-4-7-37 16,-6 1 68-16,-1-7 73 0,-5-8 60 0,-3-5 56 15</inkml:trace>
  <inkml:trace contextRef="#ctx0" brushRef="#br0" timeOffset="50261.34">15227 6553 670 0,'-3'-7'282'0,"3"7"-42"0,-3-5-22 15,3 5-6-15,0-6-25 0,0 6-13 0,0 0-15 16,0 0-11-16,0 0-4 0,10-1-19 0,-10 1 8 15,10 8-12-15,-3-2-11 0,0-1-11 16,4 3-6-16,2 4-4 0,-3-1-2 0,4-2-15 16,-1 2-11-16,1 2 16 0,-1-2-18 15,2 3-21-15,-2-2 1 0,1 1 9 0,-1-2-17 0,-2 1-13 16,3-4-18-16,-5 1-10 0,-2-1-23 16,1-4-31-16,-1 3-8 0,-1-4-23 0,1 2-66 15,-1-3-121-15,-6-2-168 0,0 0-272 0,0 0 72 16,0 0 51-16,11-10 54 0</inkml:trace>
  <inkml:trace contextRef="#ctx0" brushRef="#br0" timeOffset="50577.43">15467 6479 683 0,'-1'-6'253'0,"1"6"-27"16,-3-6-4-16,3 6-19 0,-3-6-19 15,3 6-10-15,0 0 2 0,0 0-17 0,0 0 0 16,0 0-11-16,0 0-2 0,-18 14-15 0,15-7-13 15,-4 2 2-15,-2 0-25 0,2 0 9 16,-1 3 1-16,-2 1-5 0,0 1-15 0,-4-1 17 16,1 4-12-16,-1-1-8 0,0 1 5 15,-3 1-18-15,4 1 0 0,-5-1-8 0,5 0-12 16,-4-2 12-16,6 2-2 0,-6 0-13 0,4 0-2 16,0-1 2-16,-1 2-18 0,3-2 5 0,0-3-4 15,2 0 4-15,-1-1-5 0,3-2-2 16,-1-3-11-16,2 1 16 0,-1-1-11 0,4 0 11 15,-1-2-21-15,-3-1 3 0,4 1-3 16,-1-4-20-16,4-2-62 0,-6 4-46 0,6-4-53 16,0 0-82-16,-4-12-111 0,4 3-463 0,0-1 82 15,0-5 67-15,0-3 74 0,0-4 49 0</inkml:trace>
  <inkml:trace contextRef="#ctx0" brushRef="#br0" timeOffset="51677.82">14872 4110 481 0,'4'-4'171'0,"-4"4"-7"16,6-3 18-16,-6 3-3 0,6-3-10 16,-6 3 2-16,0 0-14 0,5-5-1 0,-5 5-16 15,0 0-22-15,0 0 8 0,0 0-9 16,0 0-9-16,0 0-3 0,3 11 7 0,-3-4-32 15,0 1 2-15,0 2 0 0,0 1-3 0,-3 0-18 16,-1 2 6-16,4-3-3 0,-4 5-13 0,4-3-12 16,-6 1 12-16,6-1-10 0,-4-2-16 15,4 3 14-15,-3-3-16 0,0 0 7 0,3-2 4 16,0-1-6-16,-3 2 8 0,2-1-34 0,1-2 19 16,0-4 7-16,0-2 15 0,0 10-4 15,0-10 2-15,4 4-3 0,-4-4-7 0,0 0 7 16,0 0-12-16,0 0 7 0,0 0 11 0,13-15-14 15,-7 9-7-15,-1-2 0 0,1-2 13 16,-2-1-8-16,2-3 1 0,1-1-9 0,-3 3 3 16,6-1 0-16,-6 1-7 0,2 3-1 0,-2-3 10 15,2 5-27-15,-2-3-3 0,0 6 5 16,-1-1-5-16,0 3 5 0,-3 2 12 0,10-1-14 16,-10 1 4-16,0 0-14 0,14 8 7 15,-7 0 17-15,0-2-4 0,3 4-8 0,0-1-5 16,0 2-18-16,5 4-41 0,-2 1-82 0,0-2-235 15,5 1-428-15,-1 0 69 0,0-1 77 0,0-4 74 16,-3-2 49-16</inkml:trace>
  <inkml:trace contextRef="#ctx0" brushRef="#br0" timeOffset="53427.34">16281 3083 616 0,'0'0'218'0,"0"0"-24"0,0 0-7 0,0 13-13 15,0-8-20-15,0 2-13 0,3 1-6 0,-3 1-12 16,3 2-8-16,-3 3-20 0,1-1 5 16,2 2-8-16,0 2-2 0,0 1-1 0,0 3 1 15,-2 1-3-15,2 1 3 0,4 2-14 0,-3 2 6 16,-1 5-13-16,1-1 8 0,2 0-13 16,-2 3-10-16,3-1 12 0,0 0-17 0,-1 1 15 15,1-1-13-15,0 2 0 0,4 13 3 0,-2-10-13 16,-2-5 3-16,1 0-3 0,1 13-16 15,-2-8 14-15,0-1 7 0,0-3-13 0,0-1 0 16,-4 3-12-16,4-1 20 0,-4-2-5 0,1 2 2 16,3 0-10-16,-4-1 13 0,1 0-10 15,-1-1-1-15,3 3 1 0,-2-3-3 0,-1 6 1 16,1 11-1-16,3-9-3 0,-4-6 3 0,4 0-7 16,-4 4-6-16,-2-3 1 0,5 0 2 15,-3 1-3-15,2-3-2 0,-2 2 7 0,3 1 1 16,-5-2-9-16,5 0-1 0,-3 4 4 0,-2-4 0 15,2 0-15-15,4 2 18 0,-3-1-15 16,-1 0 5-16,0 2 7 0,1-1-7 0,-1 2 20 16,0 0-15-16,1-3 4 0,3 3-1 0,0 7-9 15,-1-7 11-15,-2-5-2 0,2 1 7 16,-2-3-8-16,3 1-5 0,-3 0 1 0,2 0-14 16,-2 0 16-16,2-4-13 0,-2 3 13 0,3 2-3 15,0-3 5-15,-1 0-15 0,-2-2 11 0,2 2-4 16,-1 2 19-16,4-5-24 0,-5 3 9 15,2-5-4-15,-2 5 1 0,3-5-3 0,0 3 8 16,-1-2 2-16,1-2-5 0,-3 2-2 16,6 1 13-16,-3-3-29 0,0 0 8 0,-1 0-5 15,2 0 20-15,-1-2-2 0,2 1-13 16,-2 1 5-16,1 0 5 0,-2 0-12 0,1-2-1 0,-1 2 3 16,-2-2 10-16,6 0 3 0,-6 0-8 15,3 2-7-15,-1-4 9 0,1 2 4 0,0 0-9 16,-3 0 16-16,2-1-13 0,1 2 3 15,0-2-8-15,0 1 5 0,-4 0-20 0,4-1 22 16,-4 2 11-16,4 0-7 0,-1-4-1 0,-1 3 23 16,-2-3-28-16,4 4 11 0,-4-2-14 15,1-5 6-15,2 2-8 0,-3-1 18 0,2 3-16 16,-2-4 19-16,3 2-11 0,-5-1 8 0,2 2-5 16,0-3-11-16,0-1 1 0,1 1 10 0,-1-1-8 15,1-5 8-15,-3 3-6 0,2-3-4 16,0 3 15-16,0-4-18 0,-3 1 0 0,4-1-3 15,-4 1-4-15,3-3 7 0,-3 1 7 16,3-4-4-16,-3 2-8 0,0 0 12 0,3 0 6 16,-2-3-10-16,-1 3-11 0,0-1 11 0,0 1 4 15,4-3-7-15,-4 1-2 0,0-5 9 0,0 8-4 16,0-8-3-16,-4 8 2 0,4-6-2 0,0-2 16 16,-1 7-11-16,1-7 3 0,-6 3 4 15,6-3 1-15,0 0-3 0,-13-3-4 0,13 3-9 16,-11-7 8-16,4 0 8 0,-3-1-18 15,-1-2 23-15,1 1-18 0,1-5 7 0,-1 3-9 16,-1-2 10-16,4 2 4 0,-3 2-9 0,2-1 2 16,-1 1-2-16,5-2-16 0,-2 6 26 15,-1-3-13-15,3 2 0 0,0-1 0 0,1 4-6 16,0-3 6-16,0 3-2 0,3 3-6 0,-7-6 8 16,7 6-5-16,0 0 10 0,0 0-10 0,0 0 5 15,0 0-5-15,-4 16 0 0,5-8 18 16,2 0-18-16,-3 3 2 0,6-3 3 0,-2 5-5 15,-1-3 13-15,0-1-16 0,1 2 5 16,3 0-2-16,-3-1 13 0,2-2-8 0,1 0-10 16,0-3 12-16,0 2 6 0,3-3-8 0,0-3 8 15,1-1-6-15,2 0-7 0,0-5 2 0,5-2 11 16,3-3-8-16,-1-1 5 0,0-3-5 16,5-3 13-16,-4 1-5 0,2-1-1 0,-2-2-9 15,2 2-6-15,-3-4-10 0,1 3-7 16,-3-1-29-16,1-2-41 0,-4 0-33 0,-2 0-102 15,1 2-172-15,-4-6-484 0,0-1 65 0,1-5 112 16,-1-1 35-16,-4-3 73 0,-2-17 61 0</inkml:trace>
  <inkml:trace contextRef="#ctx0" brushRef="#br0" timeOffset="54326.54">16345 3225 813 0,'-13'14'221'15,"2"1"-6"-15,2 1-13 0,1-1-28 0,1 0-21 16,-3-2 1-16,4 1-13 0,-2 1-23 0,1 2-6 16,-2-5-9-16,5 5 2 0,-2-5-11 0,1-2-7 15,2 0 0-15,-3-2-15 0,5 2 15 16,-2-5 10-16,0 2 29 0,3-1-19 0,-3-2 3 15,3-4-2-15,-1 4-13 0,1-4-1 16,0 0-20-16,0 0 3 0,0 0-10 0,0 0-16 16,7-18-20-16,-4 10 22 0,-2-1-12 0,5 0 13 15,2-5-23-15,-5 0 5 0,4-3 0 16,3 1-8-16,0-5-5 0,-3 2-8 16,3 0 0-16,0-3 3 0,1 5-10 0,2 0 7 0,-2 0-7 15,-1 4 0-15,0 1-8 0,1 2 7 0,2 3-12 16,-3 1 5-16,4 4 8 0,-1 2 5 15,2 1-11-15,4 5-2 0,2 2 3 0,0 2-6 16,2 5 1-16,5 2-29 0,-1 0-33 16,7 9-69-16,0 0-161 0,2 2-536 0,-2 0 83 15,-7-3 61-15,-7-6 59 0,1 3 84 0</inkml:trace>
  <inkml:trace contextRef="#ctx0" brushRef="#br0" timeOffset="56426.59">3026 12455 885 0,'0'0'269'0,"0"0"-44"0,7 21-10 15,-5-8-18-15,1 3-25 0,0 1-11 0,0 4-12 16,0 2-9-16,0 4-35 0,1-2 21 0,0 0-27 16,3 3-9-16,-4-3-3 0,-2 0-8 15,5-3-9-15,-3 1-14 0,-2-2-2 0,2-2 7 16,0-2-10-16,0-1-7 0,-3-4-11 0,3 2-5 15,-3-3 16-15,1-3-1 0,1-1-2 16,-2 2-2-16,0-7-16 0,0-2-16 0,0 0 4 16,0 0 22-16,0 0-26 0,0 0 4 0,-9-15-4 15,5 4 16-15,1-6 0 0,0-1-10 16,-4-2-8-16,4-4 26 0,-4-2-18 0,3-2 0 16,1 1-11-16,2 2 19 0,-1 0-14 15,2 2 1-15,0 5 0 0,0-1-1 0,2 4 1 16,-1 1-5-16,2 3 4 0,1 3 4 0,3 2-6 15,-3 4 0-15,5 2-15 0,-9 0 15 0,16 6-5 16,-7 0-3-16,3 3-2 0,3 3 3 0,-2-4-1 16,0 7 0-16,-1 0 3 0,3-3 6 15,0 5-1-15,-2-3-8 0,1-3 8 0,-4-2-12 16,0 3-6-16,1-2 28 0,-4-2-12 16,2-1-1-16,-2-2 11 0,1 0 0 0,-2-3-13 15,1-2 10-15,-7 0-2 0,14-2-8 0,-7-3 7 16,-1-5-7-16,1 2 3 0,-3-3 7 0,3-3-15 15,0-3 23-15,-4-2-18 0,0-2 5 16,0 0 0-16,1-3-7 0,-1 1 2 0,-3-2 0 16,3 4 5-16,2 0-10 0,-5 3 2 15,3 3 11-15,-3-2 5 0,1 7-19 0,-1-3-9 16,2 4 10-16,-1 5-3 0,2 0 8 0,0 1-12 16,-3 3 14-16,0 0-2 0,10 11 3 0,-5 1-1 15,-2 0-12-15,3 2 13 0,-3 4-3 16,1 0 0-16,-1 7-8 0,0-2-10 0,1 1-20 15,-1-2-29-15,1 2-61 0,0 1-113 0,-1-3-196 16,0-2-313-16,1 1 51 0,2-8 77 16,-2 1 56-16</inkml:trace>
  <inkml:trace contextRef="#ctx0" brushRef="#br0" timeOffset="56796.55">3681 12396 1154 0,'-21'5'348'15,"14"-1"-41"-15,-4-1-33 0,1 4-31 0,3-1-20 16,-4 0-18-16,5 1-29 0,-1 5-20 0,0-3-12 16,4 1-29-16,-1 1-23 0,1-3-12 15,3 1-9-15,3 3-2 0,1-1-12 0,-1-1-1 16,4-3-2-16,0 6-11 0,3-3-10 0,4 0-4 15,-4 0 4-15,4-2-2 0,-1 5-13 16,1-2-6-16,0-3 6 0,-1 3 0 0,1 1 8 16,-3-3-1-16,2 1-2 0,-2-2 8 15,1 3-3-15,-3 2 16 0,0-3-8 0,-2-2 10 0,-1 0-10 16,-1 3-11-16,-2 1 8 0,0-3-15 16,-3 1 5-16,-3 0 11 0,0 3-1 0,-2-3-15 15,-1-1 7-15,-1-1-12 0,-2 2 10 0,-2-1-18 16,1 1-25-16,0-6-31 0,-1 5-88 15,4-3-129-15,-3-4-569 0,3 2 48 0,0-7 67 16,7 3 85-16,-13-4 59 0,9-4 71 16</inkml:trace>
  <inkml:trace contextRef="#ctx0" brushRef="#br0" timeOffset="57161.14">4008 12441 916 0,'6'17'297'0,"5"-2"-39"16,-8 1-20-16,1-4-25 0,0 2-14 0,2-2-12 15,-3 2-15-15,1 3-31 0,3-3-8 0,-4-2-18 16,-2 2 3-16,2-3-19 0,0 1-32 0,0-2 15 16,-2-1 10-16,1-2 5 0,-1-2 3 15,2 1 0-15,-3-6-3 0,0 7-17 0,0-7-4 16,0 0-9-16,0 0 7 0,0 0-2 0,-10-22-8 15,7 12 18-15,-1-1-26 0,1-5 13 16,-4-3-10-16,4-2-10 0,2-2-8 0,-2 1-3 16,3-3 8-16,0 0 3 0,3-3-8 0,0 6-11 15,2-3 11-15,1 1-5 0,-2 2 8 16,2-2-24-16,4 6 14 0,-5-4-1 0,4 2-15 16,1 6-8-16,-3 2-8 0,0-2 6 0,0 3-13 15,0 1-15-15,-4 1-34 0,4 3-18 16,0-1-48-16,-3 5-36 0,-1-2-82 0,-3 4-113 15,0 0-463-15,0 0 44 0,4 13 91 16,-4-13 65-16,-4 11 48 0</inkml:trace>
  <inkml:trace contextRef="#ctx0" brushRef="#br0" timeOffset="57360.53">4028 12530 785 0,'4'3'333'0,"-4"-3"-28"0,0 0-19 0,0 0-17 15,16-11-26-15,-8 5-23 0,2 2-28 16,0-2-18-16,1 0-35 0,2-3-11 0,1 1 0 16,-3 1-5-16,-1-3-29 0,3 6-12 15,-3 0-38-15,-3-3-75 0,0 4-74 0,1-2-82 16,-2 3-82-16,-6 2-76 0,7 0-357 0,-7 0 60 16,0 0 53-16,0 0 82 0</inkml:trace>
  <inkml:trace contextRef="#ctx0" brushRef="#br0" timeOffset="57526.44">4032 12701 639 0,'-7'15'264'0,"0"-4"-16"0,3 1-15 0,1-3-13 16,0 1-7-16,3-3 2 0,0 0 13 15,3-3-16-15,-3 3-20 0,4-1-15 0,3-4-16 16,-3 4-10-16,5-5-15 0,2 2-11 0,3-3-7 16,2-1-11-16,-1-1-12 0,4-3-16 0,-2 3-30 15,4-5-49-15,2 0-54 0,-1 1-173 16,1-1-541-16,-1-2 25 0,-3-5 73 0,-1 6 78 15,-1-7 57-15</inkml:trace>
  <inkml:trace contextRef="#ctx0" brushRef="#br0" timeOffset="57893.13">4490 12677 665 0,'0'21'243'0,"0"-4"-25"15,1-2-19-15,-1-4-19 0,2 6-11 0,-2-9-31 16,1 6 10-16,-1-4-20 0,0-2-13 0,0 0-7 16,0 1 5-16,0-2-6 0,0-2 24 15,0 1 9-15,0 0-14 0,0-6-8 0,0 0-11 16,0 0-7-16,0 0-16 0,0 0-4 16,0 0-11-16,-14-23-3 0,13 13-12 0,1-5 5 15,-3-1-13-15,6-3 13 0,-3-3-28 16,0 4 4-16,4-1 1 0,0 2-10 0,-1-1 2 15,1 3 0-15,2 1 5 0,-2 3-12 0,2 3-6 16,2 0 13-16,1 2-17 0,1 2 2 0,1 1-1 16,-1 1 1-16,3 7 0 0,-1-1-5 15,4 1-1-15,-2-2 4 0,-1 5-11 0,-2 2 20 16,2 1-23-16,-2 2 11 0,0-1-13 16,-1 2-3-16,-1-1-40 0,2-1-60 0,-4 3-68 15,-1-4-144-15,1 3-461 0,1 0 51 0,-5-4 65 16,1-2 63-16,-1-1 75 0</inkml:trace>
  <inkml:trace contextRef="#ctx0" brushRef="#br0" timeOffset="58560.41">4890 12798 788 0,'10'-11'287'15,"0"-1"-14"-15,-3 1-29 0,0-2-22 16,0 3-25-16,-1-1-5 0,2-3-18 0,-4-1-30 15,2 3 4-15,0-2 3 0,1-3-20 0,-6 7 4 16,6 1-19-16,-4-3-1 0,0 1-15 16,-3 4 0-16,1 3-6 0,2-1-14 0,-3 5-14 15,-4-7 1-15,4 7 2 0,0 0-21 0,0 0-12 16,-14 15 3-16,8-7-1 0,3 3-2 16,-1 1-13-16,-2-1 0 0,5-3 0 0,-2 5-3 15,-1-1-14-15,1-4-4 0,2 3 1 16,1 1-11-16,0-4 8 0,0 0-3 0,1-1 1 15,2-3-6-15,4 2 3 0,-3-2-10 0,3-3 10 16,2 2 7-16,2-3-7 0,-4 0 3 0,3-3 4 16,1 2-10-16,-1 1 3 0,0-3 8 15,0 2-16-15,-10 1 10 0,14 0-9 0,-7 1-1 16,3 1 3-16,-10-2-8 0,10 2 10 16,-4 4 5-16,1-5-9 0,-3 5 1 0,3-3 11 15,-3 4-2-15,2-2-1 0,-3-2 3 16,1 4 5-16,2-4-10 0,-2 4 21 0,0-5-19 0,2 4 8 15,1-5-2-15,-3 5-6 0,6-5 3 16,-6 4-5-16,3-3 10 0,2 1-2 0,-2-3-21 16,1 4 15-16,1-1 6 0,-5-2 7 15,3 4-7-15,3-3-1 0,-6-2 3 0,3 5-10 16,2-3 3-16,-5 1 2 0,6-3-5 0,-3 1 15 16,0 2-5-16,-7-3-8 0,17 0 8 15,-7-3-5-15,0 2 6 0,1 0 6 0,-1-2-9 16,0-3 2-16,0 5 0 0,0-6-7 0,-2 4 14 15,2-5-14-15,0 1 12 0,-4-2-5 16,2-4 0-16,-1 3 0 0,-1-7 6 0,-2 3-14 16,-1 1 13-16,-3-5 11 0,0 2-11 0,0-2 5 15,-6-1 3-15,2 2-7 0,-2 0 1 16,-2 4-1-16,-2-2 14 0,3 0 3 0,-4 5-5 16,2-3 0-16,2 3-5 0,0 3 3 0,0-3-21 15,0 3 13-15,1 0-11 0,2 3 3 0,1-3-10 16,-1 6-8-16,4 1-30 0,-3-7-36 15,3 7-44-15,0 0-49 0,0 0-97 0,0 0-232 16,11 0-295-16,-11 0 87 0,20 4 79 16,-13-7 54-16</inkml:trace>
  <inkml:trace contextRef="#ctx0" brushRef="#br0" timeOffset="59110">5995 12168 893 0,'0'0'299'0,"0"0"-30"16,0 0-39-16,0 0-17 0,0 0-8 0,6 15-29 15,1-8-17-15,-1 0-11 0,-2 2-4 16,7 0 4-16,2 1-27 0,1-2-16 0,-1 2-13 16,8 2 13-16,-4-1-13 0,4-1-3 15,2-3-14-15,-2 1-1 0,3 2-15 0,3-3-3 16,-3 0-10-16,1-4 16 0,2 4-19 0,-7-6-5 16,4 3-15-16,-3-1 18 0,-1-3-10 15,0 3 0-15,-2-3-3 0,-2 3 8 0,-1-3-11 16,-2 1-9-16,-3-1 4 0,1 1 6 0,-1-1 7 15,-4 0-20-15,1 0 0 0,-7 0 0 0,11 6 7 16,-8-2-10-16,-3 1 24 0,0 0-17 16,0 6 6-16,-6 0-12 0,-2 4 4 0,1 3 3 15,-3 0 5-15,-7 6 0 0,1 1-13 16,1 1 11-16,-4 2-11 0,-3 8 13 0,2-8 10 16,3 1 6-16,0-3-16 0,3-1-3 15,-3 2 6-15,3-4 2 0,0 2-8 0,1 0 6 0,3-5-18 16,-1 0 7-16,4-7 0 0,1 4 6 15,-1-3-18-15,3-3 7 0,-3 0-3 0,1-2 14 16,2 0-16-16,1 0 10 0,0-5-2 16,0 4 3-16,-1-3 4 0,3-3-7 0,1-2-11 15,-3 8-12-15,3-8-46 0,0 5-54 0,0-5-110 16,0 0-320-16,11 1-326 0,-11-1 78 0,0 0 92 16,10-13 56-16,-7 5 79 0</inkml:trace>
  <inkml:trace contextRef="#ctx0" brushRef="#br0" timeOffset="60293.5">7287 12086 616 0,'0'0'274'0,"6"15"-10"15,-5-8-23-15,2 3-16 0,0 5-28 16,-3 2-13-16,3-1-15 0,-2 1 0 0,2 6-33 16,0-3-24-16,-3 1-4 0,0 0-8 15,0 2-13-15,0 1-13 0,0 1 5 0,0 0-15 16,-3-6 13-16,3 5-41 0,-1-6-16 0,-1-1-17 16,1 2-26-16,1-5 8 0,0-3 12 0,-3 0 8 15,3-4-30-15,0-3-16 0,0 1-13 16,0-5 0-16,0 0 11 0,0 0 2 0,-7-17 12 15,4 7-4-15,0-2 8 0,-1-5 19 16,3-1 14-16,-5-6 7 0,3-1 1 0,2 0 17 16,-2 0 11-16,0-1 2 0,3 1 7 0,0-1 14 15,0 3 5-15,0 4-11 0,0 2-7 16,0 3-18-16,3 0 12 0,0 3 4 16,1 6-4-16,-1 2 6 0,1 3-18 0,-4 0 0 0,17 3-6 15,-11 2 1-15,5 4-8 0,-1-1 5 16,0 5 8-16,1-1-13 0,2-4-5 0,-3 7 8 15,2 0-6-15,0-3-2 0,-1 2 5 16,0-3 0-16,-1 2-10 0,-1-1-3 0,2-4 8 16,-1-1-5-16,-3 1 5 0,0-3 0 15,0 0-6-15,-1 0 9 0,1-4-11 0,-7-1 0 0,14 0-2 16,-7-6 18-16,3 4-8 0,-4-6-16 16,2-1 6-16,-1-2-11 0,0-2 14 0,-1-2-14 15,1-2 16-15,0-3 0 0,-3-1-13 16,2 1 5-16,1-2 2 0,-4 5-4 0,1 2-6 15,0-2 11-15,-1 8-3 0,0-2-15 0,0 2-3 16,1 4 11-16,-1 2-4 0,-3 3 1 16,0 0 8-16,0 0 2 0,14 12-5 0,-10 1 15 15,2-2 1-15,-2 4-11 0,2 2-5 0,-3-1 5 16,2 1 3-16,-1 1-11 0,-1 0 6 16,3 6 2-16,-3-1-10 0,1-2 5 0,-1 0-18 15,0 2-26-15,2-3-22 0,-2-3-34 0,0 2-28 16,0-3-49-16,1 0-86 0,0 0-47 15,2-7-440-15,5 0 56 0,-5-1 47 0,4-4 76 16</inkml:trace>
  <inkml:trace contextRef="#ctx0" brushRef="#br0" timeOffset="60676.71">8014 12111 926 0,'0'0'266'0,"-10"-3"-20"15,10 3-34-15,-14 0-4 0,14 0-29 16,-17 8-20-16,7-2-21 0,0-1-5 0,0 4-10 16,0 1-18-16,-1 2 2 0,4-4-14 0,4 2-12 15,-4-2-11-15,4 4 9 0,3-2-23 16,-4-1 1-16,8 2-19 0,-1-3 8 0,1 4-5 16,2-2-5-16,4 0 0 0,1 0-6 0,-1 3-2 15,3-4-12-15,1 1 9 0,0 3-7 16,3-1 0-16,-3-4-2 0,3 6 12 0,-4-3 0 15,1-1-8-15,-3 3 14 0,3-4-6 16,-5 1 0-16,1 0-2 0,1-1 15 0,-4 1-3 16,-3-1 3-16,-1 0 8 0,0-2-14 0,-3-1 6 15,-3 3 0-15,-4 1 3 0,0-4-19 0,-3 2-2 16,-3 0 0-16,1-1 6 0,-4 0-1 16,-1-3-3-16,3 2-4 0,0-5-6 0,-2 4 18 15,5-3-27-15,-3-2-9 0,1 0-28 16,2-2-25-16,-2-3-26 0,6 4-15 0,-1-6-67 15,2 2-41-15,2-1-104 0,1-4-206 0,3-2-220 16,3 2 49-16,1-5 75 0,2 2 53 16</inkml:trace>
  <inkml:trace contextRef="#ctx0" brushRef="#br0" timeOffset="61059.8">8281 12121 888 0,'4'9'279'15,"2"1"-26"-15,1 1-2 0,-3 4-16 16,3 2-27-16,-1-3-24 0,-2 4-12 0,2 0-19 16,2 0-17-16,-2 4 2 0,-2-4-18 15,2-1-30-15,1 5 5 0,0-2-16 0,0-4-2 16,-4-1-21-16,-2 0 6 0,5-5-19 0,-3 0 3 16,-3 0-18-16,4-3-2 0,-4 1-8 0,3-3 2 15,-3-5 1-15,0 0-6 0,0 0 16 16,0 0-18-16,0 0 7 0,-10-19 3 0,7 8-10 15,-1 0 5-15,-2-5-8 0,-1-2 11 16,6-5-6-16,-5-2-5 0,2 0-5 0,4-2 11 16,-3-3-4-16,3 4 1 0,3-5 10 0,-2 5-15 15,5 1 18-15,-3 1-9 0,2 1-4 16,4 3 3-16,-2 0 2 0,0 0-6 0,4 2 6 16,-2 1-15-16,1 6-1 0,1-3 1 0,0 6-6 15,1-2-4-15,0 3 9 0,1-1 6 16,-2 5-13-16,-4-1-16 0,2 3-14 0,1 2-29 15,-10-1-39-15,14 4-33 0,-7-1-86 0,-1 5-90 16,-2 1-259-16,-4-1-151 0,4 0 79 16,-4 2 60-16,0 4 45 0</inkml:trace>
  <inkml:trace contextRef="#ctx0" brushRef="#br0" timeOffset="61243.35">8425 12240 877 0,'-4'1'295'15,"4"-1"-32"-15,0 0-12 0,0 0-33 0,0 0-11 16,7 7-20-16,-7-7-13 0,11 0-23 0,-11 0 3 16,17-2-24-16,-7-1-9 0,3 1-34 15,1 2-26-15,-4-1-30 0,0 0-59 0,1-2-65 16,-1 1-106-16,-3 2-72 0,-7 0-382 0,14 2 15 16,-8 1 50-16,-6-3 48 0</inkml:trace>
  <inkml:trace contextRef="#ctx0" brushRef="#br0" timeOffset="61410.33">8473 12400 691 0,'-1'5'291'0,"-2"-2"-22"15,3 3-13-15,0-6-28 0,-3 7-10 16,3-7-16-16,3 6-18 0,0 0-7 0,4-6-26 16,-3 4 2-16,6-2-25 0,3-1-25 15,-2 0-6-15,3-1-2 0,3 0-37 0,-3 0-32 16,6-2-13-16,-3 0-69 0,4-2-85 0,0 2-146 15,-2-3-440-15,2 1 49 0,-4-2 64 0,3-2 53 16</inkml:trace>
  <inkml:trace contextRef="#ctx0" brushRef="#br0" timeOffset="61859.41">8893 12266 872 0,'0'25'274'0,"0"-5"-28"0,0 2-23 16,0-4-29-16,0 3-7 0,1 0-21 16,1 2-22-16,-1 2-9 0,2 0-14 0,-3 0-6 15,0 2-8-15,3-4-4 0,-3-2-26 16,0-2 10-16,0-2-18 0,0-1-3 0,0-4-7 0,0 2 10 16,3-4 6-16,-3-2-6 0,0 0 0 15,0-6-18-15,0-2 5 0,0 0-10 0,0 0-2 16,0 0-8-16,0 0 7 0,11-22-17 15,-10 9-1-15,5 1 1 0,-2-1 10 0,5-2-31 16,-5 5 10-16,6-2 3 0,-3 3 0 0,0-1-13 16,0 4 0-16,3 0 3 0,0-1 10 15,0 5-21-15,-2-2 16 0,2 3-3 0,-1 1-2 16,2 4 2-16,-1-1-17 0,0 1 12 0,1 0-3 16,-4 3-7-16,0 1 5 0,2 1 0 15,-5-1 10-15,0 2 16 0,-1-2-11 0,-3 3-4 16,0 2 12-16,-3-2 0 0,-4 0-3 0,3 2 6 15,-6-4-11-15,0 3 3 0,-1 0-3 16,1-4 3-16,-4 2 8 0,4-3 2 0,0 0-23 16,-1-1 8-16,2-1-10 0,2 0-26 0,0-2-21 15,-3 2-46-15,6-4-55 0,4-1-101 16,-7 1-92-16,7-1-72 0,0 0-314 0,0 0 41 16,0 0 43-16,0 0 77 0</inkml:trace>
  <inkml:trace contextRef="#ctx0" brushRef="#br0" timeOffset="62842.34">9310 12401 916 0,'0'0'302'16,"0"-8"-36"-16,0 8-23 0,0 0-28 16,0 0-23-16,0 0-10 0,-20 8-8 0,12-1-15 15,-1 1-13-15,2-1-23 0,-3 3-3 0,-1-2-18 16,1 6 6-16,3-3-16 0,-3 0 0 0,3 3-20 15,0-4-6-15,4 1-4 0,-4-1-14 16,3-1-7-16,1 0 5 0,0-2-7 0,2-2-1 16,1 1-10-16,0 1-2 0,4-6-6 15,-4-1-2-15,8 6-7 0,-8-6 1 0,12-1 9 16,-12 1-6-16,18-6 3 0,-11-1-3 0,0 1-2 16,2 2-13-16,-1-3 10 0,-1 3 1 15,2 0-1-15,-5 2 0 0,2-2-12 0,-6 4-3 16,8-4 10-16,-8 4-10 0,7 0 7 0,-7 0 16 15,0 0-15-15,10 3-1 0,-10-3 1 16,10 7-6-16,-6-6 1 0,-1 4-1 0,-3-5 13 16,7 2-2-16,-1 4-8 0,-2-3 5 15,6-2 0-15,-6 0-2 0,-4-1 4 0,17 0-4 16,-7-1 12-16,0 0-12 0,0-2 5 0,1-3-3 16,2 4 7-16,-3-4-1 0,1 0-6 0,2 1-3 15,1-3-2-15,-4 0 6 0,1-2 9 16,0-2-13-16,-2 1-2 0,1-3 8 0,-2 3-3 15,2-4-5-15,-4 3-2 0,1-1-3 16,-1-2 2-16,-1 5 0 0,1 0 6 0,-2 2-6 16,-1-1 6-16,1 1 2 0,2 1 0 0,-2 5-5 15,0-3-10-15,2 4 2 0,-6 1 16 0,0 0-5 16,21 8-1-16,-14-3 6 0,-1 0-11 16,1 2 1-16,-1 3 2 0,2-1-8 0,-5 3 16 15,1-1 2-15,2-2-8 0,-5 5-2 16,2-4 0-16,-3 3-5 0,0-1-5 0,-3-4 13 15,2 3 15-15,-5 1-6 0,2-4 1 0,-2 0-3 16,-2-1-7-16,-2-3 2 0,1 2 8 0,5-2 5 16,-4-4 5-16,2 1 0 0,6-1-5 15,-14 3 10-15,14-3-13 0,-10 0 6 0,10 0 7 16,0 0-15-16,-10-4 0 0,10 4-1 16,0 0 6-16,0 0-2 0,0 0-4 0,0 0-4 15,0 0 5-15,0 0 5 0,0 0-11 0,34 0-9 16,-20 0 17-16,0-1-15 0,3-1 3 15,0 0 7-15,3-3 3 0,0 3-11 0,1-4 6 16,3 0-10-16,0 0 4 0,-1 0-2 0,1-1 5 16,-2-1-5-16,1-1 8 0,-3-1 2 15,1 0-15-15,0-3 10 0,-4 3-5 0,0-1 0 16,0-1 16-16,-3-1-9 0,-1-1-2 16,-3-1 3-16,1 4-3 0,-4-3 5 0,2 3-2 15,-4 0 2-15,-2 2 3 0,1 0-3 0,-4 5-10 16,-1-2 8-16,1 6-8 0,-6 0 5 0,6 0-2 15,-17 6-16-15,10-2 21 0,-4 5-6 16,1 4 1-16,0-2 12 0,-1 4-12 0,4 0-1 16,1-3 6-16,2 3-11 0,1 3 3 15,3-3-2-15,0-1 9 0,4-1 4 0,2 2-4 16,1 0 1-16,4-5 0 0,2 3 2 0,4-3 3 16,0-2-6-16,1-4 9 0,1 3-14 0,2-5 98 15,0 2-8-15,2-2-23 0,-5-2 11 16,-1 0-11-16,0 0 13 0,0 0 15 0,-4 0-20 15,2 0-82-15,-5 0-8 0,-1 0 26 0,2 0-16 16,-4 0-10-16,-7 0-20 0,10 0-5 16,-10 0-44-16,0 0-26 0,0 6-61 0,0-6-76 15,0 0-221-15,0 8-448 0,0-5 82 0,0-1 95 16,3 2 79-16,-3-4 46 0,7 6 72 16</inkml:trace>
  <inkml:trace contextRef="#ctx0" brushRef="#br0" timeOffset="62943.32">10380 12591 898 0,'4'0'322'0,"2"2"-9"16,-6-2-27-16,7 4 6 0,-7-4-13 15,7 3-33-15,-7-3-28 0,0 0-16 0,0 0-18 16,7 1-61-16,-7-1-87 0,0 0-231 0,0 0-596 16,0 0 77-16,-10 7 77 0,10-7 61 15</inkml:trace>
  <inkml:trace contextRef="#ctx0" brushRef="#br0" timeOffset="65259.56">2986 14271 724 0,'0'-7'205'0,"0"7"-16"0,0 0-12 15,0 0-1-15,0 0-7 0,0 0-13 0,10 19-20 16,-7-6 7-16,4 0-15 0,-3 4-15 0,0-2 10 15,2 2-10-15,-3 1-24 0,0 2-10 16,1-2-7-16,1 1 2 0,-2-1-15 0,0 2-18 16,0-1 31-16,1-1-13 0,-1 0-18 15,0-4-8-15,-3 2 0 0,3-6 1 0,-3 4 1 16,1-3-12-16,1-3 16 0,-1 1 40 0,-1-2 11 16,4-1-19-16,-4-6-2 0,0 3-2 15,0-3 10-15,0 0-31 0,0 0-10 0,-8-16 7 16,5 5-15-16,0-3-5 0,2-3 11 0,-2-1-4 15,3-7 4-15,-3-1-11 0,3-5-3 16,-3 4-10-16,6-9 1 0,-3-1-4 0,3 1 6 16,1-3 3-16,3 6-1 0,0-2-7 15,6-12 15-15,-3 12-5 0,1 10-11 0,-1 0-4 16,0 5 2-16,4 0-8 0,-4 6-7 0,3 3 5 16,-1 3-8-16,0 6 13 0,2 0-5 0,0 2-10 15,0 2 12-15,0 3 1 0,3 2 2 16,-4 4 5-16,0-1-8 0,-2 3 3 0,-1 1 5 15,-3 1-5-15,-4 2 5 0,1 3-5 16,-4 0 0-16,-4 4 3 0,-2-3-3 0,2 2 5 16,-6 2-5-16,1-4 5 0,-3 0-15 0,0-3 18 15,0 1-3-15,-1-5 0 0,0 3 3 0,-1-6-11 16,4-1 11-16,-2 1-19 0,3-3 29 16,-1-2-15-16,-1-2 2 0,4 3 5 0,0-1 3 15,1-4-5-15,0 4-16 0,1-4 3 16,2 2-13-16,3-4-10 0,-6 6 18 0,5 1-3 15,2-2 0-15,1 2 3 0,2-2-8 0,2 3 8 16,2 2 2-16,2-3 8 0,3 1-5 0,1 4 2 16,3-3 6-16,4 2-6 0,3-1-2 15,0-2-3-15,-1 4 11 0,2-3 0 0,5 1 2 16,-5-1-18-16,2 0 0 0,-6-2-43 16,2 1-39-16,-3-4-58 0,-2 3-68 0,-4-1-178 15,3-2-374-15,-4-1 51 0,-6-3 80 0,-7 0 76 16</inkml:trace>
  <inkml:trace contextRef="#ctx0" brushRef="#br0" timeOffset="65676.21">3629 13747 893 0,'10'-4'266'0,"-1"4"-38"0,2 4-16 0,-4-2-17 16,3 2-13-16,-2 1-19 0,-1 3-19 16,2 6-11-16,-5-3-18 0,2 6 13 0,-2-2-36 15,-4 3 11-15,0-1-11 0,-4 3-3 16,-2 1-12-16,2 1-8 0,-6-2-7 0,1 4-4 16,-2-6-1-16,1 4 17 0,0-4-23 0,-4 0-7 15,6-4 15-15,-2-3-18 0,3 1 15 0,-2-3 33 16,2 0-12-16,-1-2 13 0,2-2-18 15,2 1 2-15,-3-4 8 0,7-2-13 0,-9 0-8 16,9 0-2-16,0 0-8 0,0 0-5 16,0 0-7-16,0 0 4 0,-5-8-12 0,5 8-8 15,0 0 8-15,15-9-13 0,-6 7 7 0,3-2-12 16,1 2 2-16,0 2 8 0,4 2-20 0,1 1 2 16,-2-1 8-16,5 1-5 0,-1 4-6 15,4 0-2-15,-3 0 3 0,3 4-11 16,-1-3-20-16,-2 6-46 0,0-3-24 0,3 6-60 15,-4 1-129-15,-3-3-215 0,3 2-314 0,-2-1 79 16,-1-1 51-16,0-3 79 0,-3-4 51 0</inkml:trace>
  <inkml:trace contextRef="#ctx0" brushRef="#br0" timeOffset="66159.28">4853 14105 988 0,'0'0'307'0,"0"0"-31"0,0 0-25 0,0 0-21 15,-14 11-35-15,10-4-6 0,-6 3-22 16,0-2-11-16,-1 6-31 0,-2-1 3 0,-1 3-13 16,-3 1-10-16,0-2-18 0,4 3 6 0,-5 1-22 15,1-6 3-15,3 4-10 0,1-1-2 16,2-3-11-16,-2-1-2 0,6-3-6 0,-4 3-9 16,5-4-17-16,-1-2 19 0,1 1-2 0,1 3 4 15,2-3-2-15,0 0-11 0,0-1 16 16,3-1-5-16,0 2-10 0,3 1-3 0,0 0 5 15,4 1-5-15,0-1 0 0,3 0 3 0,0 1-6 16,4-1 1-16,-1 4 17 0,5-3-25 16,-5 0 7-16,8 1 6 0,0 0-1 0,-1-2-2 15,1 1-2-15,-1-1-8 0,0 0 5 16,1 1 0-16,-3-2-6 0,-2-2 1 0,2 1-3 16,-5 1-7-16,2-3 5 0,-3 0-1 0,-2 2-35 15,1-2-41-15,-1 1-61 0,-3-3-91 16,-1 2-147-16,2-1-441 0,-5-2 51 0,-3-1 88 15,10 0 48-15,-10 0 74 0</inkml:trace>
  <inkml:trace contextRef="#ctx0" brushRef="#br0" timeOffset="66527.53">5263 14298 724 0,'0'10'228'0,"3"3"-16"16,-3-1-12-16,0 0-31 0,3 1-13 0,-2 0-20 15,5-1 27-15,-3 1-37 0,2-1-8 0,1 1-14 16,1-4-1-16,-1 0-16 0,5-1 5 16,-4 0-10-16,3-4 2 0,4 3-14 0,-1-7 1 15,5 4 1-15,-1-4-11 0,3-4 14 16,0 2-9-16,1-4 21 0,0-3-8 0,-1 0 16 15,1-5-15-15,-1 2 9 0,-6-5-2 0,3-2-7 16,-7-1-1-16,0 2 3 0,1-2-16 16,-8 1-9-16,0 1 19 0,-2 1-14 0,-1 2-19 15,-1 1-2-15,-8-1-10 0,-2 1 0 0,-3 3-1 16,-6-2-12-16,-1 7 0 0,-5 0-2 16,-2 0-32-16,-3 6-20 0,-3 0-17 0,-7 6-39 15,3-2-77-15,-14 9-121 0,5 1-168 0,-1 1-346 16,13 0 80-16,-9 5 61 0,10-7 64 15,0 4 77-15</inkml:trace>
  <inkml:trace contextRef="#ctx0" brushRef="#br0" timeOffset="66975.64">3301 15255 729 0,'-11'3'264'0,"4"1"-11"0,3-1-23 0,-2-2-4 16,6-1-4-16,-4 4-42 0,4-4-24 15,0 0 2-15,-3 4-1 0,3-4 1 0,10 5-27 16,1-5-13-16,2 1 2 0,8-1-15 0,10 0 0 15,10-4-18-15,20 1-3 0,7-5 1 16,24-1-3-16,1-2-8 0,10-1-5 0,0-5-23 16,10 2 8-16,9-2 0 0,1 4 2 0,1-3-13 15,5 1 3-15,29-3 3 0,-26 4 0 16,30-3-6-16,-35 9-4 0,-2-2-1 0,-2 2-18 16,1 1 6-16,-7 0-3 0,-5 3 0 0,-3-2-2 15,-10 5 2-15,-17-1-13 0,-7-2-2 16,-6 3 2-16,-4 1 8 0,-11 0-8 0,-12 0 0 15,-1-2-7-15,-8 2 4 0,-5 0 9 0,-4 0-8 16,-1-1-3-16,-5 1 2 0,-2 0 14 0,2-1-1 16,-5 1-12-16,1 0-36 0,-4 0-69 15,1 0-134-15,-4 1-312 0,-7-1-291 0,10 0 71 16,-10 0 93-16,0 0 60 0,0 0 68 16</inkml:trace>
  <inkml:trace contextRef="#ctx0" brushRef="#br0" timeOffset="77741.31">6555 12109 877 0,'0'-7'310'0,"0"7"-26"0,0 0-2 0,0-9-26 16,0 9-23-16,-3-3-21 0,3 3-12 15,-1-7-3-15,1 7-15 0,0 0-16 0,-2-7-2 16,2 7-34-16,0 0 9 0,-1-4 9 0,1 4-20 16,0 0-23-16,0 0-8 0,0 0 6 15,0-6-6-15,0 6-13 0,0 0-14 0,0 0-9 16,0 0-5-16,0 0-17 0,0 0 9 0,0 0-19 16,0 0 14-16,0 0-2 0,0 0-15 15,0 0 4-15,24 10 6 0,-13-3-13 0,2 0-5 16,1 1 20-16,6 2-27 0,-2-2-6 0,5 6 15 15,-2-3-7-15,9 4 2 0,-3-3-15 16,4 3 16-16,0 2-6 0,3-2-7 0,-6 0-1 16,3-4 14-16,-1 6-1 0,-2-3-10 0,-4-3-15 15,0-3 17-15,-4 3-1 0,-3-2-1 16,0-2 0-16,-3 1-5 0,-1-1-5 0,-2-4 5 16,-1 2-3-16,0 1 11 0,1-2 0 15,-5 1-6-15,-2-3 1 0,2-1 2 0,1 5-13 16,-7-6 8-16,8 3 18 0,-5 1-10 0,-3-4-8 15,4 5 10-15,-4 1-13 0,0-6 6 0,-1 8 5 16,-2 2 2-16,-3-3 3 0,1 3-8 16,-2 5 0-16,-2-5-5 0,2 5 20 0,-4 3-12 15,-2 2-13-15,-2 5 0 0,2-3 15 0,-4 6-5 16,3-2 0-16,-10 10-2 0,5-5 5 16,-6 5 9-16,1-3-14 0,-3 5 12 0,2-3-4 15,1 0-1-15,-2-1 5 0,2-1 13 16,3-4-20-16,5-4 5 0,-2 0 0 0,2 2-8 15,1-4 2-15,-1 4 4 0,2-7 4 0,0 4 5 16,3-5 14-16,1 0-19 0,1-3 3 0,1-2-10 16,1-1 12-16,0-2-7 0,1-3 2 15,2 2-7-15,0-2 0 0,-2 0-1 0,3-1 1 16,2-1-11-16,-2-2 14 0,0 3 2 0,-1-3 4 16,1 0-11-16,3-4-1 0,-3 7 20 0,3-7-22 15,-3 7-1-15,3-7 6 0,-4 4 7 16,4-4-9-16,-1 6-6 0,1-6 10 0,0 0-10 15,-3 6 10-15,3-6 5 0,0 0-9 0,0 0-1 16,0 0-5-16,-3 5-3 0,3-5 3 16,0 0-5-16,0 0-3 0,0 0-25 0,-1 5-39 15,1-5-66-15,0 0-92 0,0 0-154 16,-3 2-517-16,3-2 43 0,0 0 83 0,-6 6 76 16,2-4 67-16,4-2 53 0</inkml:trace>
  <inkml:trace contextRef="#ctx0" brushRef="#br0" timeOffset="83423.33">7030 7526 189 0,'-14'7'115'0,"0"-4"-36"16,4 3 1-16,0 2-32 0,-1-4 1 0,-2 2 10 16,3 0 2-16,-4-1 1 0,1 2 2 0,-2 0-16 15,2 0 19-15,-1 1-41 0,-2 0 17 16,1 2-15-16,2-3 57 0,-1 0-65 0,-2 2 8 15,1 0-2-15,-1-1 17 0,1 2-17 16,-1 0 2-16,-2 3-5 0,2-1 3 0,-2 1-26 16,-1-1 15-16,1 3 18 0,0-1 6 0,-2 0-8 15,-3 5 4-15,1-2 1 0,0 1-25 16,0 0 19-16,-1 0-12 0,1 2 10 0,-1-1 13 16,2 2-2-16,-3-1-4 0,4-1-22 15,-1 2 15-15,1-1 16 0,0 3-24 0,-1-3-20 16,1 4 16-16,3-1-3 0,-4 1 2 0,4-3 3 15,-4 4-8-15,4 4-7 0,0-3 12 16,-4-1 16-16,5 2-16 0,-2-2-2 0,1 1 0 16,1 4-6-16,1-4-7 0,-1 0 16 0,2 1-14 15,0 2 29-15,4-1-8 0,-1-1-13 16,1 4 6-16,0-3-21 0,-1 2-1 0,2 1 19 16,2-1 5-16,0 1 0 0,3-6-15 0,1 6-1 15,-1-2 6-15,1 0 0 0,0-1 7 16,3-1-18-16,-4 4 14 0,4-5-1 0,0 5 8 15,0-5-23-15,0 4 10 0,1-3-3 0,-1 1 14 16,3 1-14-16,0-1-4 0,1 4 7 16,-1-6-3-16,0 6 3 0,5 1-10 0,-5-5 16 15,3 4 14-15,1-1-35 0,-4-5 18 0,5 3 15 16,-1-1-28-16,-1 0 15 0,1-3-13 16,-1 7 1-16,2-6-1 0,2 6 6 0,-3-4 9 15,4 2-1-15,-4-3-4 0,3-2 1 0,-1 0 5 16,-1 0-29-16,2-2 16 0,0 4 3 15,1-2 5-15,2 4 4 0,-3-4-19 0,1-4 4 16,-1 2 11-16,4-5 5 0,-4 5-13 0,0-4 13 16,4 2-11-16,2 1 8 0,-4 2 1 15,4 1-1-15,1 0 0 0,-6-9-25 0,6 6 27 16,-4-3-6-16,1-1 4 0,6 4-10 0,-2-4 2 16,-1 6 4-16,3-5 9 0,-3 2-2 15,3 0-13-15,-2-5 10 0,2 3-10 0,1 0 2 16,-1 0 9-16,1-2 2 0,2 1-1 15,-1 3-12-15,0-2 5 0,0-3 11 0,1 3-9 16,2-2 6-16,-1-2 5 0,2 3-13 0,-2-1-2 16,-2-2 10-16,5 2-1 0,-4-1-27 0,1-1 28 15,0-2-21-15,1 2 24 0,-2 0 7 16,-2-6-8-16,2 5 0 0,-2-3 16 0,2-1-3 16,-1 2-5-16,2-2-7 0,0 1-1 0,-1-3 11 15,4 2 4-15,-3 2-14 0,0-3 9 16,1 1 6-16,-2-2-3 0,4 2 3 0,-3-2-13 15,0 2 0-15,1-2 17 0,-2 3-17 0,1-2 0 16,-3-1 0-16,3 2 3 0,-1 1-3 0,-2-3 0 16,0-1-1-16,-1 3 4 0,4-2-3 15,0-1-3-15,0 3-5 0,-4-2 21 0,4-2-5 16,0 2-6-16,0-1-2 0,1-3 0 16,1 4 3-16,-2 1-1 0,1-3-2 0,2 0 5 15,0 3-8-15,1-5 1 0,-5 4-3 16,4-1 4-16,-3 0-4 0,4-4-8 0,-4 5 13 0,1-2-5 15,1 1-3-15,1-3 1 0,-3 3-6 16,1-1-3-16,2-3-2 0,1 6 3 0,-1-5 7 16,0 0 11-16,3 3-6 0,1 0-7 15,-4-4-3-15,4 4 2 0,0-6 11 0,-3 5 8 16,5-4-11-16,-2 4-2 0,0-3 7 16,-3-3-2-16,3 1 3 0,-1 2-8 0,1-3-1 0,-3 0 4 15,2 1-11-15,-3-1 18 0,4-1-10 16,-3 1 2-16,-1-3-2 0,4 2-10 0,-4 1-9 15,-4 0 14-15,5 0 5 0,0-2-11 16,2 0 6-16,-6-1 2 0,4 0-5 0,-1 0 3 16,1-1 0-16,-1 0 2 0,4 0 3 15,-5-3-11-15,5 2 68 0,4-1-6 0,-1-3-11 16,1-1-4-16,-1 1 0 0,3-2 4 0,-3 1-17 16,0 2-8-16,0-3 11 0,-3 1-11 0,4-3-3 15,-1 5-4-15,-3-3-6 0,-1-3 6 0,1 4 4 16,0-1-4-16,0-1-6 0,-3-1-10 15,2 1 11-15,-4-5-1 0,2 7-10 0,-1-5 8 16,1-2-5-16,-1 1-8 0,-3 3 15 16,1-6-7-16,-2 1 2 0,1 1 8 0,0-2-8 15,-4 0-2-15,1-1-8 0,0 2 18 0,-4-2-11 16,3-2 1-16,-2 4 7 0,-2-4-2 0,2 1-10 16,-2-2 4-16,2-1 11 0,-2 0-5 15,2-3-8-15,-5-3-2 0,5 4 4 0,2-14-4 16,-3 11 0-16,-3-1-6 0,-1 2 3 15,2-2 5-15,-5 1-2 0,3-2 2 0,-2-1 10 16,2 1-15-16,0-10-5 0,-2 3 8 0,-1 5-3 16,0 1-3-16,-2 1 6 0,-2-4-6 15,1 6 8-15,-1-4 0 0,-2-1-2 0,3 1 5 16,-3-3-6-16,2-1-17 0,-2 2 28 0,-1-5-19 16,3-8 17-16,2 8-22 0,-5 2-9 0,1 0 17 15,-1 1 11-15,0-2-10 0,-2 3 7 16,-1-3 0-16,0 3 5 0,-1-3 0 0,-2 4-7 15,0 2-1-15,-4-3 6 0,-1 1 5 16,-5-11-21-16,0 3 8 0,-5 3 3 0,1-2-1 16,0 2 9-16,-3 3-14 0,0-4 8 0,-1 5-7 15,0-3 4-15,4 7 1 0,-6-4 2 16,2-3 0-16,1 4 3 0,-1-5-14 0,-3 4 9 16,3-4 5-16,-2 2-11 0,-1 1 1 0,0 2 4 15,0-4 3-15,0 4 16 0,-3 0-19 16,-4-3 1-16,3 3-13 0,-5 2 10 0,-1-1-3 15,-2 0-10-15,-1 2 6 0,-1 0 14 0,1 0-12 16,-5 4 10-16,-1 1-18 0,5-1 19 0,-3 3-17 16,-1 0 11-16,2 0 11 0,2 3-17 15,-3-2 4-15,4 0 2 0,-1 2 8 0,7 4 2 16,1 1-15-16,2 1 2 0,-12-8 11 0,6 7 10 16,3 5-13-16,0-2-15 0,0-1 15 15,0 3 2-15,-4-3-14 0,4 5 4 0,-3-3 1 16,1 2 14-16,2 1-7 0,0-1-5 15,-3 1-2-15,0 2-1 0,3-3 1 0,-3 2 2 16,0 1 0-16,0-1 0 0,3 0-3 0,0 2 19 16,0-2-14-16,1 1-7 0,2 1-8 0,0 2 3 15,1 0 7-15,-3-3-2 0,2 3 8 16,-3 1-8-16,0-3 7 0,1 5-2 0,-5-5-12 16,5 2-1-16,-4 3 18 0,3 0-5 0,-3-4-5 15,0 5 7-15,3-1-9 0,-3-2-4 16,-1 4 1-16,1-1 2 0,0-1 14 0,3 2-9 15,3 0 0-15,-5 0 9 0,8 0-22 0,-1 0 16 16,1 0 3-16,1 2 2 0,0-2 0 0,0 1-5 16,4-1 8-16,-1 0-13 0,-3 0 10 15,4 0 0-15,-1 4-15 0,-2-3 12 0,2 0-2 16,1 0 5-16,-1 0 3 0,-3 5 0 16,1-5-16-16,-2 5-5 0,-5-2 13 0,3 1-2 15,2 0 14-15,-3 0-27 0,1 2 15 0,-3-4 5 16,6 4-7-16,-6 0-1 0,2 1 11 0,-3 1-8 15,4-1 13-15,-1 2-24 0,-3-1 14 16,1 4-6-16,-1-3 6 0,0 2-1 0,0 2 4 16,1 1-12-16,2-2 1 0,-2 2 13 15,2 0-18-15,0 1 12 0,5 0-17 0,-4 1 20 16,0 1-8-16,3-1 3 0,0 1 3 16,3 4-18-16,-2-4-8 0,5 0 5 0,1 4-18 15,-1-2-23-15,5-2-25 0,-1 2-21 0,4-1-31 16,1 3-43-16,1-1-159 0,4 1-161 0,1-4-295 15,3 0 75-15,0-1 64 0,3-1 61 0,1 0 61 16</inkml:trace>
  <inkml:trace contextRef="#ctx0" brushRef="#br0" timeOffset="84723.5">6958 10943 629 0,'10'-17'223'0,"4"-1"-16"16,-4 0-20-16,0 0-8 0,5-5-15 0,1-4-15 15,2-12-4-15,5-1-19 0,1-2-14 16,-3-4-7-16,3-4-18 0,3-14 0 0,1-3-10 16,-5-1-5-16,4-4 7 0,-3-3-4 0,-2-2 1 15,2-4 1-15,-1 2 2 0,1-2-12 16,-4-2 10-16,1 1-18 0,2-1 7 0,-2 1-4 15,0 2 2-15,-1-2-26 0,1 1-5 0,0-1 11 16,-1 4-1-16,0 2 6 0,2 0-18 0,-2 2-11 16,0 0 1-16,4 2 17 0,-1 4-20 15,1-3 0-15,1 2-5 0,-4 1 10 0,2 1 13 16,1 0-13-16,-3-1-8 0,-1 16-5 0,0-14 6 16,1 9-11-16,-7 2 2 0,6 3 1 15,-2 0-8-15,-2-3-5 0,2 4 5 0,-2-1 10 16,2-3-2-16,-1 5-3 0,3 0 5 15,-2 0-10-15,-2 0 18 0,2 5-10 0,-2-3 5 16,-1 5-16-16,1-3 8 0,-5 10-5 0,2 4 10 16,-3 0-4-16,1 3-9 0,-1-4 8 0,0 2-5 15,-2 4 8-15,-1-3-11 0,2 8 21 16,-5-1-13-16,2 0-7 0,2 3 4 0,-2 0-2 16,-2 2 5-16,-1 1 0 0,0 2-2 0,1-2 2 15,-1 3 8-15,1-1-11 0,0 0-4 16,-1 3 4-16,0-1-7 0,0 1 5 0,-2 0 5 15,2 4-2-15,0-2-3 0,0 2 3 0,-2 1-1 16,2 0-4-16,-3 2-4 0,4-1-11 16,-4 3 1-16,0-1 9 0,0 4-4 0,0 0-1 15,0 0 9-15,0 0 0 0,-11 15-4 0,4-7-6 16,-2 2 8-16,1 4-16 0,-5 1 19 0,-1-2 2 16,-3 1-5-16,4-2-6 0,-2 2 1 15,-1 2 5-15,2-8 10 0,4 3-15 0,-4-3 5 16,4 0-3-16,3-1 6 0,0 1 2 15,-4-2 17-15,5-3-9 0,0 3 0 0,2-4 0 16,1 0-11-16,3-2 8 0,0 0 0 0,0 0 8 16,-11-9-21-16,11 6 6 0,3-4-3 0,-3-2 0 15,3-5 5-15,2 4 2 0,1-5-2 0,-2 3 0 16,5-5 13-16,-2 1-26 0,1 0 8 16,2-2 0-16,0 2 7 0,0 1-2 0,0 0-2 15,0 5 4-15,-2 0-7 0,2 3 8 16,-3-1-6-16,2 3-4 0,2 2-16 0,-1 3 17 15,0 5-4-15,4 0 8 0,-3 2 12 0,3 4-13 16,2 3-7-16,-1 2 8 0,1 6 4 16,1-1-17-16,0 4 17 0,0 0-9 0,5 15-4 15,0-6-37-15,-4 2-50 0,3 4-81 0,-5 0-92 16,2-7-407-16,-2 7-42 0,2-7 47 0,-8-8 69 16</inkml:trace>
  <inkml:trace contextRef="#ctx0" brushRef="#br0" timeOffset="86190.89">6862 6400 957 0,'-3'-4'243'0,"3"4"-2"16,0 0-39-16,0 0-8 0,0 0-38 0,13 11 3 16,-6-7-31-16,4 6-8 0,-1 3-7 15,3-1-5-15,5 2-16 0,-1 1-8 0,0 2-12 16,3 1-8-16,0 0-3 0,-2-2 1 0,-1 1 4 15,0 0-17-15,-2-3-11 0,1 1-2 16,-2-5-8-16,-4 1 6 0,3-3 4 0,-5 2 11 16,2-3 15-16,-4-1 25 0,1-4 14 15,-2 4-1-15,1-6-15 0,-6 0 0 0,13-4-15 16,-10 0-8-16,1-5 13 0,-1-6-24 0,1-1 4 16,-3-2-11-16,2-1 5 0,-3-9-8 0,-3 2 1 15,2-1-8-15,1 1-8 0,-4-1 0 0,4 0-2 16,-3 2 2-16,3 5-10 0,0 3 5 15,-3-1-5-15,3 2-11 0,-1 2-7 0,1 3-46 16,0 2-33-16,1 0-3 0,2 2-8 0,0 0-27 16,5 2-27-16,-2 3-14 0,1 1-24 15,-7 1-13-15,21 3-68 0,-8 1 9 16,-2 2 78-16,2 0-1 0,0 1-7 0,2 5 22 0,-2-3 22 16,1 0 27-16,-4 0 16 0,4 0 33 15,-4 0 36-15,0-1 20 0,-3 0 8 0,1-1 33 16,1-2 34-16,-2 0 30 0,-1-2 34 0,-1 2 30 15,2-3-5-15,-1 3 21 0,-6-5-21 16,10 1-8-16,-10-1-10 0,14-6-7 0,-10 4-8 16,2-4-5-16,1 1-3 0,0-2-8 15,-4 0 1-15,1-2-13 0,0-3-19 0,-2 2 11 16,2-1-5-16,-4 3-10 0,0-5 18 0,0 5-14 16,0-1-4-16,0 3-8 0,0-1 8 0,-3 0-26 15,3 1 10-15,0 6-20 0,-4-3 13 16,4 3-16-16,0 0-5 0,-14 9 0 0,11-5 3 15,-4 6-13-15,4 1 2 0,-1-2 8 16,-2 7-20-16,2-2 18 0,0-1-16 0,4 5 3 16,0-3-8-16,0 2 2 0,1 0 9 0,6-3-11 15,-4 3-2-15,4-5-14 0,0 2 11 0,4-3 8 16,1 2-13-16,-1-5 0 0,6 0-3 16,-3-5-35-16,3 3-11 0,-1-6-31 0,5 0-27 15,0 0-34-15,-4-6 2 0,3 3-12 16,-2-5 13-16,-2 0-21 0,2-5 13 0,-5 1 10 15,-3-4 16-15,-2 1 33 0,-5-2 2 0,1-2 11 16,-1 2 17-16,0-1 24 0,-3-1 12 0,3 4 34 16,-3 2 13-16,0 1-11 0,0 0-3 15,0 4-4-15,0 1-3 0,1 3 8 0,1 0 4 16,-2 4-22-16,0 0 20 0,0 0 6 0,12 15-3 16,-6-7 2-16,-2 2-7 0,5 3-11 15,-1-3 24-15,-2 6-11 0,1-1-13 0,0-4 1 16,0 4-3-16,0 0 17 0,0-3 9 15,-1 1-13-15,-3-4 2 0,1 1 8 0,0-3 20 16,3 2 29-16,-4-1 35 0,-3-4 3 0,3 0-8 16,-3-4-7-16,0 0-16 0,0 0 0 0,0 0-12 15,0 0-1-15,-9-16 1 0,4 6-4 16,2-6 4-16,-4 0-3 0,4-1-5 0,-4-7 4 16,4 2-1-16,-4 1-16 0,3-4-5 0,4 3 7 15,-3 3-7-15,3-2 2 0,0 4-17 16,0-1 2-16,0 1-13 0,3 6-2 0,0-3-19 15,2 3-29-15,1-1-37 0,-2 2-51 0,3 3-34 16,2-1-37-16,2 4-67 0,-1-2-131 0,0 3-412 16,1-3 56-16,-1 5 70 0,-3 0 79 15,3 1 51-15</inkml:trace>
  <inkml:trace contextRef="#ctx0" brushRef="#br0" timeOffset="86623.19">8029 6207 470 0,'6'6'187'0,"-2"2"-15"0,2-1-11 0,-2-1-10 16,6 2-5-16,-3-4 13 0,-1 1-11 0,1 1 3 16,4-3 0-16,-1-2-15 0,0-1-8 15,1 0-13-15,2 0-2 0,-3-2-19 0,4-4 9 16,-1-1-24-16,-1-1 13 0,1-2 0 0,-3-1-25 16,0-3 2-16,0 2 0 0,-3-4-10 15,0 1 5-15,-3-3-10 0,-1 1-8 0,-3-1 8 16,3-1 15-16,-3 6-18 0,0-1 5 0,0 3-5 15,0-3-2-15,0 6-16 0,0 3-7 16,0 0-8-16,0 5 7 0,0 0-1 0,0 0-12 16,4 24 14-16,2-7-13 0,-2 6 0 15,3 2 7-15,0 6-12 0,3 2 12 0,4 13-12 16,-1-2-6-16,1 4 9 0,0-4-1 0,-1-1 5 16,1-5-5-16,-4-6 3 0,-3-2-5 0,1 2-11 15,-2-1-2-15,-3-5 10 0,-2-1-12 16,-1 0 12-16,-1 0-5 0,-8-3 13 0,1-4 7 15,-2-2 11-15,0-7-11 0,-4 0 3 16,-3-7-12-16,0-2 6 0,0 0 12 0,-4-4-4 16,0-3 6-16,1-1 0 0,-3 0-13 0,5-1 2 15,1 1-7-15,3 1 12 0,1-2-22 0,2 1 2 16,4 1-38-16,-2-1-26 0,8-1-25 16,1 1-98-16,0 4-184 0,7-7-458 0,0 1 89 15,7-1 57-15,-1-4 73 0,2-1 58 16</inkml:trace>
  <inkml:trace contextRef="#ctx0" brushRef="#br0" timeOffset="86906.97">8862 5635 813 0,'0'0'331'0,"0"0"-27"0,0 0-32 16,0 0-24-16,7 25-18 0,-4-9-25 0,4 4-28 15,1 1-14-15,-2 4-6 0,4 4-19 0,-3 0-8 16,4 3-20-16,-1-1 1 0,-1 2-24 0,2-1 0 16,-1 1-13-16,0-1 3 0,2 1-13 15,0 0-23-15,-2-6-62 0,1 3-58 0,0-4-88 16,2-7-114-16,-2 2-490 0,-1-5 73 15,3-5 47-15,-3-3 68 0,-3-4 63 0</inkml:trace>
  <inkml:trace contextRef="#ctx0" brushRef="#br0" timeOffset="88090.22">9352 5928 1200 0,'-1'-7'371'16,"1"3"-38"-16,0 4-46 0,-3-8-26 0,3 8-28 15,-7-2-11-15,7 2-25 0,0 0-17 16,-14 4-22-16,8 2-12 0,-2 2-13 0,1 1-15 16,-3 0-13-16,4 2-10 0,-5 2-8 0,4-2-8 15,1 2-18-15,2-4 11 0,-2 2-23 0,1-1-1 16,2-2-4-16,0 1-11 0,3-1 1 16,-3-1-4-16,3-1-7 0,3-2-10 0,0 0 15 15,-3-4-5-15,8 4-18 0,-8-4 13 16,10-2 0-16,-10 2-15 0,10-3-3 0,-4-2 5 15,-1 3 0-15,1 0 0 0,-2-2 0 0,-4 4 5 16,9-3-17-16,-9 3 2 0,4-4 0 0,-4 4-6 16,0 0-1-16,0 0 4 0,17 7 3 15,-14-3 0-15,1 0-3 0,-1 2 13 0,4 0 0 16,0-1-2-16,-3 2-11 0,2 0 8 0,1-1-10 16,-1-1 0-16,2 1 17 0,-1-4-12 15,3 0-3-15,-3 2-9 0,3-4 1 0,0 0 6 16,4 0-13-16,-4-1-5 0,3-4 5 15,-1 3-11-15,1-4 6 0,1-1-2 0,-4 2-1 16,0-4 10-16,1-2 3 0,-4 0-5 0,-1 1 5 16,-3-4 13-16,1 4-18 0,-1-3 3 0,0 3-11 15,0 0 31-15,2 1 8 0,-5 1-13 16,3 3-16-16,-3 0 6 0,3 0 7 0,-3 5-2 16,0 0 2-16,0 0 3 0,7 14 18 15,-4-5-28-15,1 3-1 0,-1 2 24 0,1 2-13 16,3 1-5-16,-4 1 4 0,4 5 6 0,-4-6 0 15,4 0 3-15,-3 1 0 0,0-1-3 16,2-2-6-16,-3 1 1 0,-2-6 8 0,5 3 2 0,-6-3 18 16,3-2 5-16,-3-4 11 0,3 2-9 15,-3-6 14-15,-3 6-29 0,3-6 8 0,0 0 0 16,0 0 5-16,-10-16-7 0,7 8 4 16,0-6-1-16,-1 2-14 0,-3-4 8 0,4 0 0 15,2-1-6-15,1 0-1 0,0 1-4 0,0-1 4 16,4 0-1-16,0 2-5 0,0-2-3 15,5 2 11-15,-2-2-8 0,4 2-7 0,-1-2 7 16,6 1 5-16,-2 3-12 0,0-2 2 0,3 0 5 16,-3-1-5-16,6 3 5 0,-2-2 3 15,-2 0-3-15,-1 4-5 0,1-3 10 0,-1 3-2 16,-2-3 7-16,0 6-18 0,-2-3 16 16,-1 3 0-16,-4-1-8 0,2 1 8 0,-4 1-11 15,2 0 1-15,-3 4-8 0,1-2 2 0,-4 5 1 16,3-3 4-16,-3 3-9 0,0 0-9 0,0 0 3 15,-4 25 1-15,1-13-1 0,3 7 10 16,3 0 3-16,-3 6-7 0,4 0-1 0,-1 8-7 16,5 1 15-16,2-1 7 0,-1 11-4 0,6 2-3 15,-2-3 8-15,0-1-19 0,1-5 1 16,-7-5 7-16,3-1 9 0,1 2-9 0,-4 1 3 16,-1-5 8-16,2 1-6 0,-5-4-7 0,0-2 8 15,-3-1-1-15,0-4 14 0,0-1 7 0,-3-3 10 16,0-1 16-16,-1-4 2 0,0-2-8 15,-3-4-4-15,1-1 20 0,-5-6-29 0,1-1-4 16,-3-4-3-16,2-5-5 0,-2 0 2 16,6-3-7-16,-4 0-5 0,1-2 23 0,4-4-8 15,3 4-8-15,2 1-7 0,1-6-3 0,4-2 18 16,5-2-13-16,1 0-7 0,1-2 14 0,3 1-9 16,6-12 10-16,-3 8-8 0,7-4-22 15,-3-2 37-15,3 2-17 0,-7 4-11 0,0 6 3 16,3-9-5-16,-2 5-3 0,-8 6 8 0,1 4 3 15,-1 1 5-15,-1 4-11 0,-1 1 1 16,-2 2 7-16,-2-1 2 0,-1 5 4 0,0-1-29 16,-3 7 7-16,0 2 6 0,0 0-10 0,0 0 18 15,0 0-1-15,-24 19-4 0,18-5 4 16,-4 3 3-16,3 3-7 0,-1 4 4 0,5 1 8 16,-3 0-12-16,3 0 2 0,3 1 20 0,3-2-22 15,3 1 17-15,-2-2-12 0,6-1 9 16,0-3 6-16,5 0-7 0,4 2-1 0,-1-7-10 15,2 1 8-15,1-3-11 0,3-1 8 0,3-3-7 16,-4-2-55-16,-1-3-20 0,1-1-68 16,-9-2-181-16,3 0-600 0,-7 0 91 0,-3-5 73 15,-3-1 83-15,-4-4 55 0,-8-5 58 0</inkml:trace>
  <inkml:trace contextRef="#ctx0" brushRef="#br0" timeOffset="88798.72">9029 6975 788 0,'4'9'253'0,"3"3"-40"16,0 3-19-16,0 8-17 0,2 0-13 16,3 4-13-16,-2 0-18 0,3 4-5 0,-2-4-18 15,2 3-10-15,-2-4-3 0,-1 0-10 0,-1-2-13 16,2-3-5-16,-4 0-10 0,3-3 0 15,-3-3-13-15,0-4 5 0,-4 3 42 0,1-4 19 16,2-3 6-16,-5 1-23 0,2-7-19 16,-3-1 4-16,0 0-11 0,0 0-5 0,-7-15-8 15,0 3 0-15,0-5-7 0,0-5-3 0,-2-6-10 16,-1-3-8-16,-4-12 0 0,3-4 8 0,-3 3-18 16,4-2 23-16,1 9-3 0,5 4-20 15,0 1-2-15,0 6 7 0,4 1-16 0,0 5 19 16,0 0-16-16,1 3 1 0,2 0-1 15,4 2-5-15,-3 3 26 0,2 4-29 0,4 0 6 16,-2 3-3-16,2 1-5 0,3 4 8 0,-2 0-8 16,-1 4 12-16,0 3-14 0,4 0 12 0,-7 2 0 15,3 1 8-15,0 3-18 0,-6-2-2 16,2 3-6-16,-6-3 16 0,1 3-11 0,-2 3 6 16,-2 0-1-16,-4-1-4 0,-3 3-6 15,3-1 21-15,-6 3-16 0,2-4-2 0,-3 0-23 16,0-2-8-16,4-4-30 0,0-2-47 0,-1 1-35 15,1-3-124-15,1-1-168 0,5-5-343 16,1 0 68-16,3-1 88 0,0 0 51 0</inkml:trace>
  <inkml:trace contextRef="#ctx0" brushRef="#br0" timeOffset="89539.75">9440 7025 555 0,'4'10'148'16,"2"-1"14"-16,-2 0-37 0,-1-2 1 16,3 0-1-16,-2 0-2 0,3-5 5 0,0 1-5 15,0 3 15-15,0-5-13 0,4 3-2 0,1-4 10 16,-2-4-18-16,2 2-10 0,1-4-23 16,1 2 23-16,-1-4 3 0,1-1-26 0,-4-4 18 15,-3 1-26-15,0-3-3 0,0-1-4 0,-3-1-6 16,-1-1-7-16,-6-4 8 0,2 4-1 0,-2 1-17 15,-5 0-9-15,2 0 9 0,-1 3-8 16,-3 3 0-16,-1 3-11 0,-2 0 11 0,2 6-5 16,-2 2-21-16,-4 2 5 0,3 4-2 15,1 0-5-15,-4 5 10 0,3 0-3 0,3 3-10 16,-2 0 3-16,2 1-3 0,4-1-2 16,1 1-3-16,3-4 12 0,2-1-14 0,1 4 20 15,4-5 2-15,2-1-10 0,1 0-15 0,1-4 18 16,5 2-10-16,-3-5 15 0,7 3-21 0,-3-4 16 15,3-4-3-15,4 2-7 0,-5-4 12 16,2-3-12-16,2 1 12 0,-2-2-10 0,2-1 3 16,-3-3-1-16,0-1-9 0,-6-2 9 15,6 1-7-15,-4-1 11 0,-3 4-9 0,1-1-2 16,-1 1 5-16,0 2-10 0,-2 1 5 0,1 2 8 16,1 2-23-16,-2 2 7 0,2 1-5 0,0 3 13 15,4 5 8-15,-1 3-26 0,2 0 8 16,1 3 7-16,1 6-2 0,0-2-5 0,0 8 12 15,-3-5 1-15,3 2-11 0,-3 4 6 16,-3-2-4-16,-2-4 9 0,-2 5-16 0,0-3 13 16,-4-3-7-16,-3 1 9 0,0 2 1 0,-3-4-14 15,0-2 9-15,-1 0 15 0,1-3-8 0,-1 0-3 16,-2-3 14-16,-2-5 4 0,2 3-10 16,-1-6-4-16,7 0-4 0,0 0 13 0,-18-13-15 15,15 5 11-15,-3-3-16 0,5-3 2 16,-2-3 13-16,6 2-12 0,-3-3-3 0,4 1 17 15,2 0-19-15,2 1 7 0,-1 3-3 0,0-1 6 16,5 3 7-16,-1-1-23 0,-1 3 3 0,0 5 10 16,4-2 2-16,-3 1-7 0,3 4-2 15,-1 1 17-15,1 1-18 0,0 4 3 0,0-3 5 16,2 4 8-16,-3 2-8 0,1-1-8 16,0 1 18-16,0 1-17 0,-4-1 4 0,0 2 6 15,1-1-16-15,-4-1-41 0,2 0-48 0,-1 0-44 16,-2-1-69-16,-2-4-80 0,-1 2-467 15,0-3 58-15,-3-2 72 0,0 0 66 0</inkml:trace>
  <inkml:trace contextRef="#ctx0" brushRef="#br0" timeOffset="89656.37">10134 6728 701 0,'0'0'187'0,"-4"-5"-26"0,4 5-13 16,0 0-58-16,0 0-3 0,4-6-159 0,-4 6-181 15,0 0-313-15</inkml:trace>
  <inkml:trace contextRef="#ctx0" brushRef="#br0" timeOffset="89858.05">10380 6560 563 0,'0'9'204'0,"3"4"6"0,1 1-20 0,-1 1-9 16,0 6-12-16,5 1-25 0,-5 3-19 16,4 5-10-16,-1 1-10 0,1-3 5 0,1 4-25 15,-2-6 2-15,-2 2-23 0,2 0-41 0,1-3-62 16,-3 0-114-16,0-4-93 0,-1 0-401 16,0-5 42-16,-3-3 68 0</inkml:trace>
  <inkml:trace contextRef="#ctx0" brushRef="#br0" timeOffset="90089.47">10305 6929 793 0,'0'-10'223'0,"3"1"-1"15,-2-1-25-15,5-4-5 0,1 3-35 16,4-4-6-16,-1 1-21 0,3 0-15 16,4 0-2-16,-3 3-13 0,3-2-8 0,3 3 5 0,-2 1 11 15,2 2-39-15,-3 4 3 0,1-2-3 16,3 4-21-16,-2 2 37 0,2 0-29 0,-1 5-12 15,4 2 2-15,-3 2 0 0,-3 1-21 16,1 3 24-16,-1 1-18 0,-2 1-1 0,-2 0 1 16,0-2-16-16,-4 1-43 0,-2 2-77 0,-2-3-171 15,0 1-466-15,-2-5 56 0,-1 1 46 0,-3-5 71 16</inkml:trace>
  <inkml:trace contextRef="#ctx0" brushRef="#br0" timeOffset="90222.6">10650 6535 637 0,'7'-7'171'16,"-7"7"-94"-16,7 0-149 0,-7 0-224 16</inkml:trace>
  <inkml:trace contextRef="#ctx0" brushRef="#br0" timeOffset="90689.1">10869 6760 529 0,'10'15'226'15,"-4"-4"-34"-15,5 3-6 0,-4-5-9 0,-3 0-28 16,5 1-9-16,-4-2-14 0,4 0-6 0,-5 1-18 16,2-2-4-16,1 0 12 0,-3-1 2 15,3-3-19-15,-4-1 9 0,-3-2 3 0,10 0-18 16,-10 0 2-16,11-5-19 0,-8-1-12 0,1-2-1 15,2-5-6-15,-2 1 5 0,2-4-15 0,-3 1 0 16,2-2 3-16,1 6-11 0,-2-5-2 16,2 1-11-16,-2 3 8 0,2-1 0 0,2 3-15 15,-1-3 10-15,2 3-15 0,2 0 0 16,-4 2-1-16,3 1-2 0,4-1 11 0,-4-1-6 16,3 3 16-16,-1 0 2 0,0-1-10 0,-1-1-3 15,3 0 6-15,-1 0-1 0,-2 1-7 0,-1-1 2 16,0 0 3-16,0 3 15 15,-3-2 19-15,0 0-11 0,-1-1-3 0,-2-1 3 0,3 2 5 16,-6 0 15-16,2 2-25 0,0-1 3 16,-3 0-1-16,0 2 6 0,0 4-24 0,0 0 8 15,0 0-10-15,0 0 72 0,0 0 4 0,-21 18-14 16,18-8-11-16,-1 5-15 0,-2 2-1 16,2 0-1-16,1 2-17 0,3-1 1 0,0 3-2 15,0 0 1-15,1 2-1 0,5 1-14 0,0 0 11 16,4-1-21-16,-2-2 8 0,2 1 2 15,0-3-50-15,4 2-50 0,-4-2-114 0,0-2-331 16,1 0-320-16,-4-3 70 0,-1-4 84 16,-6-2 64-16,0-4 81 0,0 1 29 0</inkml:trace>
  <inkml:trace contextRef="#ctx0" brushRef="#br0" timeOffset="91789.16">10151 7694 834 0,'0'0'248'0,"0"0"-20"0,0 0-28 16,0 0-36-16,11 16 10 0,-5-7-23 0,0 3 0 15,2 0-21-15,-1-2-17 0,-1 5 2 16,1-2-23-16,1-1-7 0,-2 3-3 0,-2-4-6 15,2 2-4-15,-2-2-11 0,-1-3-4 16,3 2-6-16,-4-3 13 0,1 0 23 0,0-1 23 16,-3-1-13-16,3-1 8 0,-3-4-18 0,0 0-18 15,0 0 6-15,0 0-17 0,0 0-1 0,0 0-14 16,-14-22 6-16,11 12-6 0,-1-5-2 16,-2-2-7-16,2-1 2 0,1 0-8 0,3-4-5 15,-3 0-5-15,3 1 7 0,0 2-4 16,0-1-9-16,3 3-4 0,-3 4 5 0,3 0-3 15,1 2-5-15,-1 3-2 0,0 2 7 16,4 4 0-16,-2 1-7 0,-5 1 2 0,19 4-10 16,-9 5 5-16,4 3 8 0,-4-1 4 0,4 6 1 15,0-2-10-15,0 3-3 0,-1-1 7 16,5 6-7-16,-5-6-5 0,4 6 8 0,-3-5 5 16,-1-1-6-16,4 0-10 0,-6-4 11 0,3 2 5 15,-1-2-26-15,-2-5 25 0,2 1-19 0,-3-6 12 16,1 3-8-16,2-6-2 0,-3 0-1 15,1-4 6-15,-1 1-10 0,0-7 7 0,-2-2 3 16,1-1-5-16,-2-2 7 0,-4-4-2 16,1-5-8-16,-4-1 16 0,4 0-6 0,-4-1 3 15,0 3 0-15,0 4-7 0,0-2 7 0,-4 6 2 16,4 1-2-16,0 1 3 0,0 5-13 0,-3 1-3 16,3 4 15-16,0 3 4 0,0 0 4 15,0 0-10-15,-1 17 0 0,1-7-5 0,0 3 7 16,0-1-9-16,0 3 7 0,1 0 7 0,2 1-9 15,1 0-1-15,2-3 3 0,1 2-10 16,0 0 10-16,1 1 2 0,2-7-7 0,2 2 8 16,-1-2-18-16,3-1 7 0,-4-1 10 0,4-4-4 15,-1 0-24-15,1-3 11 0,-4-5-13 16,3 4 10-16,2-9-10 0,-5 3 15 0,4-3-13 16,-4-5 21-16,-4-1-15 0,1-4 12 0,-2-2 3 15,-2-3-8-15,0 1 3 0,0 5 7 16,-3-3 14-16,0 4-14 0,0 2 6 0,0 4 7 15,0-2 0-15,0 4-13 0,0 2 1 0,0 1 7 16,0 7-5-16,0 0 15 0,0 0-7 0,0 0 15 16,0 0-13-16,-6 24-7 0,6-13-3 15,0 3 8-15,0-3-8 0,3 4 17 0,0-1-11 16,0 0-1-16,1 1-3 0,-1-1-4 16,1 2 7-16,3-4-8 0,0 1 14 0,0-3-6 15,2 0-8-15,-1-2-30 0,2-1-29 0,0 0-45 16,1-5-52-16,-2-1-66 0,1-1-85 0,1-1-432 15,0-2 64-15,1-3 38 0,-4-2 66 16,-1-3 47-16</inkml:trace>
  <inkml:trace contextRef="#ctx0" brushRef="#br0" timeOffset="92755.5">11039 7507 796 0,'5'-4'225'16,"-5"4"-15"-16,0 0-16 0,0 0-15 15,3 14 3-15,0-5-21 0,-3 1-2 0,3 4-10 16,1 3-19-16,-1-1-17 0,0 2 5 0,1 0-14 15,-1-1-1-15,2 3-6 0,-2-1 5 0,0-1-17 16,0-3-6-16,1 1-15 0,-4-4 11 16,3 1-6-16,0-4 10 0,-2 1 16 0,1-2 22 15,-2-1-4-15,1 0 2 0,2-4-12 16,-3-3-27-16,0 0 11 0,0 0-25 0,0 0 2 16,4-15 0-16,-1 5-10 0,-3-2-11 0,0-3 1 15,1-1-11-15,2-2 8 0,-3 2-21 0,3 0 16 16,0-1-3-16,-2 3-27 0,2 3 17 15,0 3-13-15,1-1-10 0,3 1-5 0,-4 3 7 16,4 5-7-16,-7 0-5 0,0 0 15 16,21 8 10-16,-15-1-17 0,4 1 17 0,-3 2-15 15,4 3 3-15,-4-4 15 0,2 4-18 16,-2-1 0-16,-2-2 0 0,1 0 2 0,0 2-12 0,-2-3 10 16,-1-2 0-16,0-2 10 0,1 2-2 15,0 0 12-15,-4-4 6 0,3 1-13 0,-3-4 18 16,0 0-8-16,0 0 0 0,0 0 2 15,0 0-22-15,0-14 15 0,0 4-8 0,0-2-5 16,-3-2-2-16,3-2 9 0,-4-1 11 0,4-1-23 16,-3 2 3-16,3 1 2 0,-1 0-2 15,1 4 4-15,0-2-14 0,0 5 17 0,0-1-10 16,0 6-15-16,1-2 25 0,-1 5-23 0,10-1-5 16,-10 1 8-16,0 0 2 0,13 11 6 15,-6-4 7-15,1 1-13 0,-1-1 13 0,2 3-5 16,1-2-5-16,-2-1 0 0,2 1 7 0,-3-1-2 15,7 3-12-15,-4-3 7 0,3-4-16 16,1 2-7-16,-4-2-21 0,4 1-4 0,0-3-6 16,0-1-46-16,-1 0-10 0,0-5-24 0,1 2-27 15,-4-2 5-15,1-2-11 0,-1-3-17 16,0 0-1-16,-6-1-2 0,3-4 3 0,-4-2 28 16,0 1 17-16,-3-2 6 0,-3-3 61 0,0 1 31 15,-1-3 18-15,0-1 31 0,1 6 12 16,0 1 26-16,0 1 0 0,2 5 2 0,-2-2-7 15,0 5-2-15,3 4-1 0,-3-2 5 0,3 6 1 16,0 0-4-16,0 0 1 0,-1 17 0 0,1-6 3 16,1 3 7-16,2 2 2 0,0 2-7 15,0 4-8-15,1-2 11 0,2 4-8 0,-2-1-3 16,0-3-2-16,2 3-8 0,-2 0 2 16,2-6 4-16,-2-1-4 0,-1-2-15 0,0-2 11 15,-2-1 30-15,3 2 28 0,-1-4 6 0,0-4-11 16,-2-1-2-16,2-1-16 0,-3-3-2 0,0 0-11 15,0 0 14-15,10-13-14 0,-7 5-9 16,0-3-11-16,2 1-3 0,1 2 6 0,-3-2-1 16,1 2 1-16,2 1 17 0,1 0-38 15,1 4-7-15,-2-4 10 0,1 6-11 0,3 1-2 16,-10 0 10-16,20 6 8 0,-10-1 0 16,1 5-3-16,0 0-2 0,2-1-1 0,-3 2 11 15,-3 3-3-15,3-3 29 0,-2 4-6 0,-2 0-4 16,1-3 7-16,-4 3 12 0,0-5-1 15,-3 3-9-15,0-1 13 0,-3 0-12 0,0-2 22 16,-1 0-19-16,-2-2-6 0,0 2-6 0,-2-5-4 16,1 3 0-16,-3-6 2 0,-1 4 0 0,2-5-2 15,-1-1-21-15,-2 0 8 0,2-1-33 16,-2-5-41-16,0-1-60 0,2 3-53 0,0-4-197 16,0 0-504-16,3-1 48 0,1-4 80 0,2 4 77 15,1-1 58-15,3 1 72 0</inkml:trace>
  <inkml:trace contextRef="#ctx0" brushRef="#br0" timeOffset="93673.11">11905 7678 632 0,'3'-9'220'0,"1"1"5"0,2 0-33 16,-2 1-15-16,2-3-39 0,-2 0 3 15,0 2-11-15,-1-7-7 0,0 4-20 0,-2-2 1 16,-1 1-1-16,0 2 2 0,0-4-8 0,-1 4 3 16,1 3-16-16,-3-1-2 0,0 1-2 0,-1 3-11 15,0 0-10-15,4 4-11 0,-13-2 9 16,13 2 12-16,-14 6-31 0,4-2 6 16,3 4 9-16,-2 2-1 0,1 4 6 0,1 1-9 15,4 2-13-15,-1-1 7 0,1 0-4 0,0 2 2 16,3 0-21-16,0-3 16 0,0 2-13 15,6 1 8-15,-2-4 2 0,2-2 3 0,1 2-8 0,1-1-13 16,2-1 3-16,-1-2-2 0,6-4 7 16,-2 1-10-16,4-5-6 0,0 1 9 0,1-3-4 15,-2 0 6-15,5-1-5 0,0-1-8 16,-4-3-2-16,3 2 20 0,-2-4-13 0,-1 0-10 16,0 3 13-16,-1-4-23 0,-4 0-19 15,0-1 9-15,-1-4-21 0,0 2-13 0,-2 2 8 16,-2-5 0-16,-1 0-8 0,-1 0-2 15,-2 0-13-15,-3 2 23 0,3-1 13 0,-3-2-21 16,0 4 15-16,0-2 24 0,-3 2-16 0,3 1 13 16,-3 1 3-16,3-4 2 0,-4 5 0 0,3-2-7 15,-2 0 10-15,3 2-3 0,-3 0 13 16,0-1 0-16,0 2 5 0,2-1-5 0,-2 1 23 16,0 3-8-16,0-2 9 0,2 1 1 0,1 5 11 15,-3-10-16-15,-1 7 6 0,4 3-21 0,-4-4 18 16,4 4-5-16,0 0 3 0,0 0 4 15,-13 12 3-15,10-7-2 0,0 2 5 0,3 1-16 16,-3 5 23-16,2-4-17 0,1 2 2 16,1 2-8-16,2-3 16 0,0 2-16 0,0 1-2 15,0-2 0-15,1-3 0 0,2 2 2 0,2-2 16 16,-1-1-18-16,-1 0-6 0,4 0 4 16,-2-4 4-16,2 2-7 0,0-5 7 0,4 2-5 15,-1-4-15-15,-3 1 18 0,4-3 0 0,-1 0-13 16,2-3 15-16,1 1-10 0,-2 2 5 0,-3-2-10 15,3 1 3-15,-7 1-3 0,2 3-5 16,-2-4 2-16,0 5-2 0,-7 0 13 0,10 5-1 16,-9-2 1-16,2 4 8 0,-3 3-11 15,-3 0 10-15,2 4-15 0,-2 2 15 0,-3 1 21 16,5 1-15-16,-6 3 2 0,3 0-3 0,1-3 6 16,0 4-3-16,3-7-3 0,-3 3-4 0,3-1 14 15,0-3-12-15,3-3 5 0,-3 3 13 16,6-3-8-16,-2-1 11 0,7-3-1 0,-1 1 6 15,3-8 4-15,1 1-12 0,0-1 8 16,6-1-3-16,-2-1-16 0,2-4 29 0,-3 2-13 16,3-2 0-16,-3-1-8 0,1 4 23 0,-1-4-10 15,-3-1 75-15,2 1-34 0,-6 4 5 0,4-4 0 16,-4 2 3-16,1-2-11 0,-4 4-12 16,0 0 0-16,2-4-16 0,-5 6-10 0,3-3-2 15,-3 1-14-15,-4 3-30 0,3-4-7 16,-3 4-52-16,0 0-54 0,0 0-69 0,-37 5-135 15,16 1-638-15,-3-2 87 0,-4 3 80 0,-9-6 82 16,-1 5 61-16,-2-3 53 0,-2 1 68 0</inkml:trace>
  <inkml:trace contextRef="#ctx0" brushRef="#br0" timeOffset="106304.53">8882 8400 191 0,'1'8'62'16,"3"2"10"-16,-1 0-29 0,0 2-120 16</inkml:trace>
  <inkml:trace contextRef="#ctx0" brushRef="#br0" timeOffset="115204.47">26088 9133 639 0,'0'10'269'0,"0"5"-21"0,0 2-22 0,3 1-16 15,0 7-29-15,-2 0-9 0,6 4-8 0,0 0-24 16,2 3-12-16,-2-3-17 0,1 2 1 0,-1-2-17 16,2-1-3-16,-5-3-15 0,4-1-8 0,-5-5-3 15,3 1-12-15,-3-1 5 0,-2-2 0 0,2-3-8 16,0-1-7-16,0-1 7 0,-2-1 26 15,2-2 12-15,-3-2-15 0,0-3 3 0,0-4-15 16,-4 6-3-16,4-6-1 0,0 0 4 16,-10-17-19-16,4 2 3 0,-2-3-17 0,-1-6 6 15,2-5-17-15,0-6 3 0,-2 1 2 0,0-11-5 16,0 5 10-16,6 3-10 0,2-1-8 16,-2 2 0-16,3-2 6 0,3 4 7 0,1 0-16 15,2 1 11-15,1 1-13 0,4 4 11 0,-1 1-1 16,8 2 1-16,-2 2 1 0,2 1-9 0,5 4-5 15,-2 7-1-15,2 1 8 0,-2 3-7 0,6 2-3 16,-3 5 8-16,0 2-3 0,0 4-3 16,-4 4-2-16,4 5 3 0,-6 0-11 0,-5 2 8 15,1 1 0-15,-7 0 13 0,-1 2-21 0,-6-1 11 16,-6 5 5-16,1-4-6 0,-11 5-4 16,0-1 2-16,-2 1-5 0,-6-2 12 0,4-3-9 15,-4 0 9-15,-3-7-2 0,6 1-5 0,1-3 6 16,-1 2 1-16,0-4 6 0,5-1 0 15,-2-6-3-15,2 5 5 0,5-4 1 0,0 2 12 16,-1-3-8-16,1 4-7 0,4-5-5 0,0 0 7 16,0 1-10-16,0 3 11 0,4-2-9 0,3-3 1 15,-1 8-16-15,2-1 16 0,2 0 2 0,4 3-12 16,3 3 15-16,0-1-19 0,4 1 1 16,0-1 10-16,4 3-7 0,5 2 2 0,1-1 8 15,3-1-3-15,1-2 0 0,-1 4 2 0,1-2 1 16,5-1 2-16,-5-3-7 0,0 1-8 15,-5-1-21-15,1-4 3 0,-3 0-48 0,-2-2-27 16,-1 1-45-16,-3-4-52 0,-2-2-61 0,0 0-578 16,-2-4 89-16,2-2 59 0,-6-3 64 15,4-5 69-15</inkml:trace>
  <inkml:trace contextRef="#ctx0" brushRef="#br0" timeOffset="115619.98">26844 8557 783 0,'7'-8'327'0,"2"0"-22"15,-2 2-29-15,4 4-22 0,-4 1-34 0,3 2-28 16,0 1-10-16,0 4-13 0,0-1-23 16,1 7-11-16,-1-2-14 0,-3 5-1 0,2 1-28 15,-4 1-5-15,-5 0 3 0,0 1-16 0,-3 0-15 16,-5 6 2-16,2-2 1 0,-4-2-4 15,-5 2-4-15,2-3-8 0,-4-1-2 0,0-1 4 16,0-2-4-16,0 2 17 0,2-7-2 0,2 2 0 16,-1-5 13-16,6-1-8 0,-4 1-5 0,2-2 20 15,3-2-12-15,-3-3-16 0,10 0 2 16,0 0-6-16,-14-6 6 0,14 6-14 0,0-9-11 16,0 6 5-16,0 3 11 0,7-10-21 0,-3 3-8 15,2 0 8-15,1 3-15 0,0 0 12 16,5-2-12-16,-2 2 0 0,2 3 4 0,-1 0-9 15,2 2 5-15,4 0-8 0,0 2 2 0,2 4 14 16,3 0-14-16,-2 1-2 0,1 2 10 16,3-2-17-16,-4 7 12 0,1-5-3 15,-3 5-9-15,3-3-6 0,-5 3-20 0,-3-1-31 16,4 1-34-16,-6-1-35 0,0 0-54 0,1 1-53 16,-5-4-165-16,3 6-432 0,-2-7 75 0,2 5 65 15,-1-8 78-15,-1 1 48 0</inkml:trace>
  <inkml:trace contextRef="#ctx0" brushRef="#br0" timeOffset="116188.9">28088 8943 977 0,'3'-7'348'0,"1"4"-15"0,-4 3-31 15,6-7-30-15,-2 5-40 0,-4 2-19 0,4-6-13 16,-4 6-29-16,0 0-7 0,0 0-18 0,0 0-23 16,0 0-18-16,3 14-13 0,-3-9 5 15,-3 1-12-15,2 2 4 0,-2 1-17 0,-4 0 2 16,0 4 0-16,1-2-15 0,-1 2 15 15,-4-1-22-15,-2 5 4 0,-1-2 3 0,2 1-3 16,-3 0-7-16,1 1-3 0,1-4 5 0,2 1-8 16,-3 3 9-16,0-3 4 0,1-3-20 0,3 3-16 15,-1-3 11-15,1-1 5 0,4 2-8 16,-1-3-13-16,1-1 1 0,-2 1 7 0,5 0 2 16,-1-1-12-16,1 2 15 0,3-2-7 15,0 2-6-15,3 1 8 0,1 0-13 0,-1 0 8 16,7 2 13-16,1-2-18 0,-1 3-5 0,4 1-8 15,4-1 12-15,-2 1 9 0,4 0-21 16,1-5 10-16,2 5-7 0,2-3 4 0,-2 0 1 16,5-1-6-16,-1-2 4 0,-3-1 12 0,0 0-8 15,-1 1 0-15,-2-1 0 0,-3-1-7 16,1-4 20-16,-1 4-3 0,-3-2-17 0,-2-2 7 16,0 1-5-16,-2-1-5 0,-1-2-2 0,0 4-3 15,-4-3 7-15,2-2 3 0,1 3-2 0,-5-1-13 16,2 1 7-16,-6-3-20 0,8 6-23 15,-8-6-23-15,2 4-16 0,-2-4-53 0,-6 7-44 16,6-7-51-16,-10 8-153 0,5-6-487 0,-6 5 69 16,3-6 85-16,-2 5 71 0,0-3 60 15,-1 0 60-15</inkml:trace>
  <inkml:trace contextRef="#ctx0" brushRef="#br0" timeOffset="116871.12">27931 9699 716 0,'0'-6'284'0,"0"6"-33"0,0 0-20 0,0 0-19 16,0 0-15-16,0 0-13 0,0 0-4 0,0 0-11 16,0 0-21-16,10 10-12 0,-4-5-6 0,2 5-10 15,-1-3-22-15,5 1 14 0,-1 2-7 0,0-2 8 16,2 7-39-16,6-5-5 0,-3 5 8 15,2-3-21-15,-2 3 3 0,4-5 5 0,0 5-23 16,-2-7 16-16,2 4-22 0,-2 0-4 16,-2-5-10-16,1 2 20 0,-3-1-11 0,-3-4-12 15,-1 1 13-15,0 2-16 0,0-4 1 0,-3 1-14 16,0 0-22-16,-1-4-21 0,-2 5-41 16,5-3-74-16,-9-2-121 0,8 1-460 0,-8-1 10 15,0 0 54-15,0 0 48 0,10-8 75 0</inkml:trace>
  <inkml:trace contextRef="#ctx0" brushRef="#br0" timeOffset="117386.85">28844 8928 883 0,'3'-3'273'16,"-3"3"-17"-16,5-7-25 0,-5 7-37 0,5 0-14 15,-5 0-14-15,0 0-2 0,7 10 2 0,-1-1-17 16,-1 4-14-16,-2 3 1 0,4 1-6 16,-1 7-12-16,0 0-13 0,2 5 3 0,-4 4-11 15,2-1 5-15,-2 1-7 0,2 2-11 16,-2-2-14-16,3 3 4 0,-2 1-5 0,-3-3 3 16,4-1-24-16,-3-5 9 0,-2 0-1 0,2 0-8 15,0-3-22-15,1 0 10 0,0 1 10 0,-1-2-18 16,1 0 16-16,-1-4-19 0,0 1 1 0,0-3 15 15,-1 0-26-15,0-1 8 0,1-2 0 16,0 1-2-16,-1-5 7 0,1 1-8 0,-3-1 11 16,3-1-3-16,0-2 3 0,-3-1-5 15,3 0 7-15,-2-4-23 0,-1 4 16 0,3-6-21 16,-3-1 5-16,3 7-10 0,-3-7-82 0,0 0-118 16,0 0-214-16,0 0-472 0,0 0 93 0,0 0 84 15,-27-8 71-15,14 1 65 0,1-3 63 16</inkml:trace>
  <inkml:trace contextRef="#ctx0" brushRef="#br0" timeOffset="-110998.75">14181 12616 995 0,'-7'0'374'15,"4"-4"-49"-15,3 4 0 0,-10-4-46 0,3 4-20 16,7 0-32-16,-11-3-27 0,11 3-10 0,-13 3-19 15,7-3-12-15,-2 7-19 0,-2-4-17 16,0 5-15-16,-1 3-13 0,1 2 2 0,-3 2-5 16,-1 1 0-16,4 4 3 0,-4 0-11 0,1 2 3 15,-2 3-15-15,2 3-3 0,0-2-2 16,2 2-8-16,4-6-8 0,-3 6-74 0,0-3 5 16,6 0 13-16,1-3-13 0,3-3 15 0,0 4 1 15,6-3-1-15,-2 4 8 0,3-6-5 16,3 2 5-16,4-2-7 0,0-5 4 0,4 1-2 15,4-3 11-15,0 1-14 0,2-4 8 0,-1 0 3 16,1-4 12-16,0 2-17 0,-6-5 7 16,2-1 8-16,0 2-13 0,-7-4-10 0,2 2 13 15,-2 0-29-15,1-1-20 0,-4-2-46 0,0-1-15 16,-2 2-54-16,1-2-67 0,-5 2-105 0,2-1-475 16,-2-3 68-16,-4 6 52 0,7-4 68 15,-3 0 73-15,-1-2 50 0</inkml:trace>
  <inkml:trace contextRef="#ctx0" brushRef="#br0" timeOffset="-110297.39">14530 12901 1018 0,'-6'-4'351'0,"-2"0"-44"0,1 2-38 15,-2 2-13-15,9 0-26 0,-24 2-15 16,13 5-28-16,0-2-15 0,-2-1-27 0,-1 5-4 16,-2 0-13-16,6 3-18 0,-5-3 0 0,5 1-17 15,0 3-14-15,0-1-7 0,6 1-16 0,-2-3 0 16,2 0-17-16,1-1 14 0,3-1 4 0,0 0-16 16,3 1-6-16,-2-1 1 0,5-4-2 15,1 0-1-15,2 2-10 0,-1-5-3 0,-1 2-9 16,3-3 12-16,1-1 2 0,-1-1-12 15,0 0 15-15,1-3-10 0,-1 1-5 0,-1 0 5 0,2-2-16 16,-4 2 6-16,0-3 10 0,-1 6 0 16,1-2-13-16,-3-1-2 0,2 2-14 0,-6 2-1 15,7-4 6-15,-7 4 17 0,0 0-14 16,0 0-5-16,10 6 3 0,-7 0 5 0,2-4-5 16,-2 3-3-16,0-1 11 0,4-2 0 0,-4 4 2 15,4-2 0-15,0-1-10 0,0-2 10 16,0 1 0-16,3 1-2 0,0-3-3 0,0-3 0 15,1 1-6-15,3 2 14 0,-4-7-3 0,7 4-2 16,-4-3 2-16,2-3-8 0,-2 1 14 16,-3-2-14-16,1 1 8 0,2-4-2 0,-3 1 2 15,-2-2 2-15,-2-3-1 0,1 0-1 0,-1 2-10 16,-2-3 7-16,0 0 11 0,2 0-8 16,-5 2-13-16,2 1 8 0,0 4-5 0,0-3 0 15,-2 6 0-15,2 0 0 0,3 1 0 0,-1 5-5 16,-2 0-3-16,-3 2 3 0,16 1 20 15,-5 0-15-15,-1 8-6 0,0-1 14 0,4 0 0 16,0 3 2-16,0 3-13 0,-1 1 5 16,0 0-2-16,1-2-2 0,-4 4-4 0,1-2-1 0,-4 0 9 15,0 0 16-15,-4-2-11 0,0 4 3 16,0-3 19-16,-3-3-19 0,-3 2 5 0,-3-1-2 16,2 1-6-16,-5-2 11 0,1-3-11 0,-2 0 19 15,0-2 10-15,-1-2-19 0,1 0 4 16,-3-1-9-16,-1-3-1 0,1-2 1 0,-2-3 6 15,2 0-3-15,-5-2-20 0,5-2 10 0,-1-3-28 16,4 3-26-16,-3 0-20 0,5-1-59 16,2 0-95-16,2-4-161 0,1 6-440 0,0 0 84 15,6-1 79-15,0-1 54 0,1-3 72 0</inkml:trace>
  <inkml:trace contextRef="#ctx0" brushRef="#br0" timeOffset="-109833.08">15255 12822 990 0,'3'-6'379'0,"-3"4"-39"15,4-4-20-15,-1-1-33 0,-2 2-23 16,5-1-34-16,-3-1-15 0,1-1-23 0,2-1-26 15,-2 1 16-15,0 1-18 0,2-3-31 0,-2 3-5 16,-1 0-5-16,0-2-10 0,1 3-6 16,-1-1-12-16,0-1 5 0,-2 2-3 0,-1-2-10 15,4 5-13-15,-4-2 8 0,0 5-13 0,-4-9-2 16,4 9-16-16,-4-4-5 0,4 4 13 16,0 0-11-16,-13 9-17 0,3-3 0 0,2 6-3 15,-2-1 8-15,0 3-11 0,-1 3 1 0,2 0-5 16,-1 1 2-16,2-1 0 0,2 0-5 15,5-1-11-15,-2 1 3 0,3-2 1 0,0 2-6 16,3-1 10-16,4-1-5 0,-2-3 3 0,4 3 3 16,1-5-1-16,4 0-10 0,-3-1 10 0,6-2-4 15,-4 0-1-15,1-1 3 0,6-2-21 16,-6-3 18-16,0 2-2 0,-1-6-3 0,1 3 8 16,-1-1 2-16,-2 0-15 0,2-2-10 15,-6-1-8-15,1 2-10 0,-1 1-44 0,-1-5-61 16,0 5-59-16,-6 1-120 0,7-8-581 0,-3 4 50 15,0-1 81-15,-1 1 81 0,0 0 69 16,1-3 59-16,-1-1 44 0</inkml:trace>
  <inkml:trace contextRef="#ctx0" brushRef="#br0" timeOffset="-109248.64">16287 12572 1036 0,'1'-7'333'0,"2"0"-28"0,-3 0-3 15,3-1-54-15,-3 2-10 0,0-4-28 0,3 1-36 16,-3 0 5-16,0 0-33 0,0-2-18 0,0-2-10 15,0 3-11-15,0 2-2 0,0-3-8 16,0 4-10-16,-3 0-10 0,3 0 5 0,0 2-20 16,0 5-11-16,-3-6-5 0,3 6 2 0,0 0-1 15,0 0-12-15,0 0-12 0,-4 22-2 16,4-9 4-16,1 3 9 0,2 5-11 0,-3 0-8 16,3 4 6-16,0 0-3 0,0 1-6 0,1 4 4 15,0-3-1-15,0-2 0 0,-1 2-9 0,0 1 17 16,1-2-5-16,2-1-1 0,-3 0-19 15,-2-1 7-15,-1-4 0 0,0 1-10 0,-1-2 0 16,1 0-3-16,-3-3 18 0,0 1-2 16,-1-3-13-16,-2-2 10 0,-1 1 8 0,0-2-16 15,3-4 8-15,-5 1 6 0,5-1 4 0,-3-3 0 16,-3 3-15-16,6-1 11 0,-3-2-4 0,1 1 11 16,3-3 0-16,-2 4-10 0,2-4 2 15,3-2 11-15,-7 6 2 0,7-6 5 0,-3 4 2 16,3-4 6-16,0 0-25 0,0 0 17 0,0 0-5 15,0 0-3-15,34-8-7 0,-20 6 13 16,0-5-11-16,3 4 5 0,3-2-4 0,-2 0-9 16,2 0 4-16,0-2-4 0,1 4 6 0,-4-2 10 15,0 1-28-15,-4 0-20 0,-1 2-60 16,0 1-61-16,-5 1-23 0,-7 0-133 0,8 1-571 16,-8-1 85-16,0 0 81 0,-14 11 57 15,1-5 77-15,-5 1 51 0</inkml:trace>
  <inkml:trace contextRef="#ctx0" brushRef="#br0" timeOffset="-108716.8">14264 14191 1108 0,'-4'-2'340'16,"1"-4"-27"-16,3 6-40 0,-10-2-27 0,10 2-26 15,-11 2-20-15,11-2-23 0,-13 4-16 16,6 0-2-16,-1 4-14 0,-1 1-22 0,2 1-5 15,0 5-13-15,0-5-10 0,3 5-3 0,-2 0-15 16,2 1-8-16,1 0-3 0,3 0-2 16,0-4-2-16,3 6-6 0,1-3-5 0,2 0 13 15,-2-1-10-15,7-1-16 0,-1 0-4 0,3-1 2 16,4 1-3-16,-3-1-8 0,3-4-2 16,1-1-10-16,-2 0-51 0,2-4-21 0,1 3-56 15,2-4-52-15,-3-2-53 0,-1 0-89 0,0 0-196 16,0-2-252-16,0-4 53 0,0-1 61 15,-3-3 75-15,-1 2 64 0</inkml:trace>
  <inkml:trace contextRef="#ctx0" brushRef="#br0" timeOffset="-107950.09">14608 14272 701 0,'1'-6'310'0,"-1"-1"-13"0,0 7-13 16,-1-4-28-16,1 4-23 0,0 0-36 0,-6-4-3 16,6 4-25-16,0 0-10 0,-14 11-18 15,4-7-13-15,3 6-8 0,0-3-15 0,-2 6-5 16,1-1-1-16,1-4-11 0,-2 6-12 0,5-3-1 15,-3-1-9-15,3-3-12 0,1 5-13 0,0-2 10 16,2-3 3-16,1 1-16 0,1-2-2 16,2 1-8-16,0-6 0 0,1 5 13 0,3-5-10 15,3-1-5-15,-10 0-14 0,17 0 6 16,-10-1-2-16,0-2-9 0,3-1 4 0,-3 2-6 16,0-1 18-16,0 1-5 0,-1-1-11 0,1 0 4 15,0-1-9-15,-3 3 3 0,2-5 8 0,1 5-13 16,-1-1-5-16,2-1 5 0,-1-1-10 15,3 1 12-15,0-2-4 0,0 1 4 0,0 0-7 16,1-3 8-16,3 1-8 0,-1 0 5 16,4-2 2-16,-4-1 3 0,-1 1-5 0,4-3 3 15,-2 3-1-15,-4-3 11 0,4 3-13 16,-4-2-2-16,0 3-1 0,1 3 11 0,-4-3-6 0,-1 0 1 16,1 3-3-16,0 0-10 0,0 4 2 15,0-2 10-15,-7 2-7 0,13 2-7 0,-5 4 1 16,-2-2 9-16,1 4 12 0,3 5-10 15,-3-3 8-15,0 0 12 0,0 4-12 0,-1-3-1 16,-2 3 22-16,-1-3-6 0,1 2 2 16,-4-2-12-16,0 2 2 0,-4-1 6 0,4-4-6 15,-4 6-15-15,1-4 16 0,-3-3 14 0,-1 2-12 16,4-1-2-16,-5-1-1 0,2-2 21 0,2-1-5 16,-2-1-8-16,2-2-11 0,4-1 11 15,-11 5-15-15,11-5 13 0,-6 1 2 0,6-1-11 16,0 0-9-16,0 0 5 0,0 0 12 0,0 0-15 15,0 0 8-15,14-14-5 0,-4 10 5 16,0-2-11-16,4-2 3 0,-1 1 5 0,5-3-10 16,-1 0 8-16,6-1 5 0,-2-1-5 0,3-5-6 15,-3 2 1-15,3-2 4 0,0 3 4 16,-5-1-9-16,-1-1 3 0,-1-1-10 0,-3 0 10 16,-1-1-5-16,-2-1-5 0,-4 6-3 0,2-2 6 15,-5 1 12-15,0 4-5 0,-1 0-7 16,-2 1-6-16,-1 2 29 0,-1 1-27 0,1 6-4 15,-7-3 26-15,7 3-14 0,-13 2-25 16,13-2 33-16,-13 10-17 0,8-2 1 0,-2 0 14 16,4 5 0-16,-3-2-6 0,5 2-4 0,-2-1-3 15,3 2 0-15,3-2-3 0,-3 5 10 0,4-3-2 16,2-1 13-16,1 0-2 0,1 1-17 16,5-3 6-16,-3-1-10 0,4-2-5 0,2 3-3 15,-1-5-18-15,2 1-33 0,3-3-36 0,-2 0-43 16,2-4-32-16,0 4-140 0,-2-4-276 15,2 0-205-15,-2-4 87 0,1 2 53 0,2-4 65 16,-3 1 53-16</inkml:trace>
  <inkml:trace contextRef="#ctx0" brushRef="#br0" timeOffset="-107566.65">15843 13978 1026 0,'7'-6'425'16,"-1"0"-51"-16,1 2-42 0,-3 0-35 0,6 1-15 15,-3 1-34-15,3 2-28 0,-10 0-20 16,18 5-13-16,-9 3-13 0,-2-1-26 0,0 3-7 16,3 0-26-16,-6 5 6 0,-1 0-17 0,-3 2 7 15,0 1-22-15,-3 0-4 0,-1-1-16 16,-2 6-8-16,-2 1-2 0,2-5-3 0,-4 3-4 15,3-2-19-15,0-5 5 0,0 2-2 0,4-3-3 16,-1-3 6-16,-2-1-3 0,6 0-13 16,-4-1 15-16,4-5-2 0,4 4-5 0,-1-4-8 15,4-1 10-15,3-3 5 0,4 0-7 0,-1-3-3 16,8 1 5-16,3-4 1 0,4 0-19 0,-2 0 8 16,1-3-13-16,4 1 13 0,-3 0 0 15,-1 1-12-15,0-3 1 0,-2 3-1 0,-1 3-6 16,-4-2-46-16,-3 3-46 0,-3-2-69 0,0 5-47 15,-7 0-111-15,2 0-598 0,-5 5 63 16,-1 0 101-16,-3-5 72 0,-7 11 72 0,-3-2 36 16,-4 1 64-16</inkml:trace>
  <inkml:trace contextRef="#ctx0" brushRef="#br0" timeOffset="-107033.17">14629 15691 1190 0,'0'-8'394'15,"-3"1"-33"-15,-3-3-28 0,2 6-24 0,0-2-32 16,-3 1-34-16,0 0-15 0,-2 0-31 0,-2 5-13 16,4 0-12-16,-6 0-19 0,-1 7 1 15,0-1-36-15,-6 5-6 0,3 0 6 0,-1 4-21 16,1 0-7-16,-3 5-8 0,3 2 0 0,6-4-3 16,-3 2-2-16,5 0-26 0,2-2 16 15,0 4-14-15,7-5-4 0,-3 1-6 0,6 0-12 16,0-1 13-16,4-2-14 0,0 2 4 0,7-2-9 15,-1 1 6-15,5-3-3 0,-2 1-7 16,5-3-9-16,0 1-27 0,-1-4-26 0,4 0-51 16,0-2-64-16,-4-1-67 0,4-1-235 0,-3-3-435 15,3-1 68-15,-4-3 98 0,-2 1 82 16,2-3 31-16,-3-1 92 0</inkml:trace>
  <inkml:trace contextRef="#ctx0" brushRef="#br0" timeOffset="-106199.46">14909 15741 1121 0,'-10'0'332'0,"-4"7"-24"0,1-1-24 16,-1 1-26-16,1 3-27 0,-5 2-6 16,5 3-36-16,-1-1-22 0,0 3-14 0,1-1-9 15,2 1-14-15,1-3-15 0,4 2-12 0,2-2-9 16,1 0-12-16,3-3 5 0,3 0-33 0,-2 2 20 15,5-5-15-15,1 2-23 0,3-3 5 16,0-1-10-16,1-2 25 0,3-3-23 0,-1 0-7 16,0-2 10-16,1 0-18 0,0-2-3 15,-3-1 3-15,2 1 0 0,1-1-10 0,-4-1 4 16,0 1 11-16,-3 2-2 0,3-2-21 0,-3 1-10 16,0 1 33-16,3 0-26 0,-6-1 6 0,3 1 2 15,2 1 0-15,-2-2 0 0,1 0-5 16,1 1 0-16,1-1 0 0,1 1-3 0,-1-2-7 15,0 3 13-15,1-3 7 0,-1-1-20 16,0 1 10-16,4-1-3 0,-4-1 6 0,0-1 7 16,-2 0-5-16,2 1-7 0,-1 0 2 0,2-3 5 15,-4 1-3-15,0 1 3 0,2-1-5 16,-1 1-2-16,-1-1-6 0,-1 1 13 0,1 2-5 16,1 0-7-16,-2 1 9 0,1 0-4 0,-1 2 2 15,5 2-6-15,-11 0-4 0,17 5 5 0,-7-1 13 16,1 2-19-16,2-1 14 0,-2 5-11 15,2-1 1-15,-3 2 4 0,1-1-2 0,-1 0 2 16,-4 2-2-16,1-2 10 0,-3 2-7 16,-3-2 2-16,2 0 8 0,-6 1-8 0,2-1 5 15,-6 0 0-15,3 0-13 0,-5-1 8 0,2-2 0 16,-4-2 0-16,1 1 8 0,0 0-6 0,-1-4 6 16,1 0 2-16,0 0-7 0,-1-2 5 15,2 0 12-15,9 0-15 0,-18 0 3 0,11-2-11 16,7 2 26-16,-10-2-7 0,10 2 7 15,-6-2-11-15,6 2 4 0,0-6-1 0,0 6-5 16,6-6-2-16,1 4 5 0,0-2 7 0,1-1-14 16,5 0-12-16,0 0 14 0,1-1-5 0,3-3 7 15,0 2-10-15,4-2-3 0,-1-1 14 16,4 0-1-16,0-4-15 0,0 0 5 0,-1 3 0 16,-2-3 5-16,0 2 2 0,-4-2-12 0,3-1 5 15,-6 0-2-15,0 0 4 0,-1-1-7 16,-2-1 0-16,-4 3 13 0,0 1-21 0,-1 0 5 15,-3 2 6-15,1 0 2 0,-4 1-3 0,0 5-7 16,-4-1 5-16,1 0-11 0,-3 5 19 16,6 1 5-16,-10-2-19 0,10 2 14 0,-15 9-6 15,8-2 6-15,1 2 5 0,-1 1-3 0,0 4-3 16,3-1 11-16,-2 2-5 0,3-2 2 16,3 2 5-16,0-1-17 0,3 2 4 0,3 1 1 15,-2-3 0-15,3 0-3 0,3 1-31 16,0-1-23-16,1-2-35 0,-1 1-14 0,3-1-66 0,5 0-74 15,-1-1-382-15,-3-3-173 0,3-1 76 16,-4-2 62-16,1-3 71 0,-4-3 54 0</inkml:trace>
  <inkml:trace contextRef="#ctx0" brushRef="#br0" timeOffset="-105766.97">15949 15521 908 0,'10'-9'323'0,"1"3"-34"0,-1 1-15 0,0 2-49 16,1 1-10-16,-1 1-18 0,0 2-20 16,4 1-13-16,-5 1-13 0,1 2 0 0,1 1-28 15,-4 3 7-15,0 0-4 0,-1 2-4 16,-2-1-22-16,0 5-5 0,-4-1-11 0,-4 2 9 16,3 0-24-16,-5 1-18 0,2-1-3 0,-2-3 16 15,-1 3-17-15,0-2-7 0,3-1-11 0,1-3 9 16,0 0-5-16,0-1-17 0,-1-2 17 15,4 1-10-15,3-2-10 0,-2 1 5 0,5 0 7 16,-2-1-7-16,6 2-2 0,0-4 2 16,0 4-1-16,1-1-11 0,2 0 9 0,1-1 8 15,-3-1-13-15,2 5-5 0,1-3 13 16,-4 1-10-16,-3-1 7 0,3 0 21 0,-3 0 0 0,0 2-5 16,-4 0 2-16,0-2-23 0,-3 2 8 15,-3 1 3-15,-4-1 4 0,1 2-7 0,-5-1 8 16,-2-1 7-16,-1 0-23 0,-3-1 13 15,3 0-10-15,-6-2 7 0,5-1-2 0,-4-1-12 16,1-1 6-16,2-1-1 0,1-1-9 16,-1-2 6-16,2-2-6 0,-3 1-14 0,0-3-42 15,3-1-38-15,-3-1-49 0,4 2-49 0,-2-3-135 16,2-1-527-16,-1 0 53 0,4-1 90 0,0-1 69 16,-1-3 59-16,-2-4 52 0</inkml:trace>
  <inkml:trace contextRef="#ctx0" brushRef="#br0" timeOffset="-102182.8">17210 12766 540 0,'-11'0'256'0,"11"0"-44"0,0 0-10 15,-9 0-10-15,9 0-23 0,0 0-13 0,-10 2 8 16,10-2-8-16,0 0-10 0,-4 4-28 0,4-4 10 16,0 0-13-16,0 0 5 0,-11 3-7 15,11-3 12-15,0 0-9 0,0 0-17 0,-3 2 6 16,3-2 3-16,0 0-6 0,0 0-17 0,0 0 12 15,8 10-15-15,-8-10 2 0,6 3-4 16,1-2-1-16,-7-1 6 0,13 0-24 0,-2 0 0 16,-1 0-2-16,3 0 0 0,5 0 0 15,3 0-8-15,-2-1-10 0,5-2-2 0,1-1 4 16,2 2-15-16,1-3-7 0,-1 2 15 0,0 1-3 16,0-3-15-16,-3 3 7 0,-3-3-7 0,-1 4-5 15,1 1 13-15,-4-3-11 0,-3-1-5 0,3 4-2 16,-7-1-13-16,0-1-11 0,1 1-27 15,-5 1-16-15,-6 0-30 0,11-1-27 0,-11 1-58 16,0 0-77-16,0 0-186 0,6 0-352 16,-6 0 62-16,0 0 70 0,0 0 47 0,0 0 68 15</inkml:trace>
  <inkml:trace contextRef="#ctx0" brushRef="#br0" timeOffset="-101900.83">17538 12606 619 0,'7'-5'197'0,"-7"5"-18"0,0 0 0 0,0 0-7 15,17 13 5-15,-6-9-32 0,-4 5-4 16,3 5-20-16,4-3-6 0,-4 5 0 0,0 0 0 16,1 2-5-16,-2 2 0 0,1-1-2 15,-6-2-24-15,-1 2 1 0,1 1-1 0,-4-1-2 16,-4-2 0-16,-3 5-16 0,1-2-12 0,-4-2 10 15,-4 3-20-15,0-2 2 0,0-2 5 16,-6 1-2-16,-1 3-24 0,4-8-2 0,0 1-33 16,-3 3-10-16,0-4-39 0,2-1-46 0,0-4-57 15,2 2-119-15,-1-3-420 0,3 1 40 16,0-2 55-16,4-2 65 0</inkml:trace>
  <inkml:trace contextRef="#ctx0" brushRef="#br0" timeOffset="-99318.04">18325 12409 639 0,'0'0'244'0,"0"0"-17"0,0 0-6 16,0 0-35-16,0 0 6 0,0 0-23 16,3 22-25-16,0-12-11 0,-3 7-26 0,0-2-2 15,3 3 5-15,-2-1 8 0,-1 2-36 0,3 1-5 16,-3-1-18-16,4 2-6 0,-4-2-12 0,3-2 23 15,-2 1-23-15,-1-3-2 0,0-3-4 16,0 3-9-16,3-7 5 0,-3 2 7 0,0-3-5 16,0 1-4-16,0-6-6 0,0-2 5 0,0 0-5 15,0 0-8-15,0 0 8 0,0 0-7 16,0-17 2-16,-3 5-1 0,3-1-1 0,0-5 2 16,0-1-23-16,0 1 12 0,0-2 14 15,0 2-14-15,0-3 9 0,0 2 12 0,3 3-25 16,-3 3 4-16,3 0 6 0,-3 3-8 0,3 2 21 15,-2 1-31-15,2 2 15 0,3 2-5 0,-6 3-5 16,0 0 3-16,18 8-1 0,-11-1 3 16,2 0-15-16,2 1 13 0,-1 2 4 0,0 4 3 15,4-2-10-15,-1 1-5 0,2-1 16 0,-2 1-6 16,-2-2-3-16,2-3-2 0,0 2 3 16,-2-3-3-16,-1-1-8 0,0-4 8 0,1 0-2 15,2-2-1-15,-2-2-2 0,-1 1-5 16,3-6 7-16,-2 0 6 0,-1-3-11 0,0 0 8 15,1-5 13-15,-4 0-26 0,3-3 5 0,-4 0 1 16,2-6 14-16,-2 5-9 0,-2-2 4 0,2 1 11 16,-2 1-18-16,-1 4 10 0,2-1-2 15,-2 3-3-15,0 3 10 0,0 0-2 0,0 3-16 16,-2 6 8-16,-1 1 5 0,0 0-2 0,0 0 4 16,0 0 1-16,6 18 10 0,-3-4-18 15,-2 1-8-15,-1 3-2 0,0 2 15 0,0 1 0 16,3 4-10-16,1-3-23 0,-1 3-57 0,-2 0-50 15,5 0-78-15,-2-2-117 0,5 1-356 0,-1-6 8 16,-1 1 84-16,2-5 44 0</inkml:trace>
  <inkml:trace contextRef="#ctx0" brushRef="#br0" timeOffset="-98983.79">19029 12347 1116 0,'-17'-1'314'0,"10"1"-37"0,7 0-21 16,-13 4-18-16,5-2-26 0,1 4-35 15,-2 1-11-15,5 0-7 0,-2-2-31 0,1 5-13 16,2-1-5-16,0 0-20 0,3 0 10 0,3 0-26 16,0 1-8-16,1 0-2 0,3 3-12 15,3-3-1-15,0 4 0 0,4-3-7 0,3 6-6 16,-3-4 0-16,3-1-12 0,0 2-13 0,1-3 10 15,-2 3 2-15,-2-3 3 0,0-1-10 0,-4 2-2 16,1-2 14-16,-1 0 9 0,-4-2 4 16,1 0 16-16,-3 1-8 0,-4-1 1 0,0 0-11 15,-4-1 0-15,0 1-3 0,-2 0-5 16,-1-1 6-16,-3-2-19 0,-1 2 13 0,1-1-12 16,0-4-21-16,-1 3-31 0,1-3-28 0,1-2-48 15,-2 0-111-15,4-2-281 0,1-3-300 0,2-2 67 16,1-1 75-16,-1-2 50 0,4-5 67 0</inkml:trace>
  <inkml:trace contextRef="#ctx0" brushRef="#br0" timeOffset="-98617.33">19446 12375 793 0,'4'21'266'16,"-1"-2"-25"-16,0-1-11 0,-3-1-25 0,1-1-21 15,2 2-20-15,0 3-10 0,0-3-8 16,0 0-21-16,-2 0-20 0,2 3-3 0,0-5-17 16,1-3 10-16,-3 1-21 0,-1-4-5 0,3-2 8 15,-3 1-24-15,0-4-4 0,0-5 12 16,0 0-22-16,0 0-3 0,0 0 2 0,-14-16-5 16,7 2 13-16,0-3-7 0,-3-1 9 0,3-6 4 15,0 4-11-15,1-3 20 0,-1 1-5 16,3-3 8-16,0 7-5 0,1-1-5 0,3-4 2 15,0 7 6-15,0-1-21 0,3-1 0 0,1 0 0 16,3 2-8-16,3-1 8 0,0 3-21 16,1-3 6-16,5 0-1 0,-1 7-12 0,-2-3 5 15,4 3-8-15,-3 3 11 0,0-3-16 0,-1 5-23 16,0 2-41-16,-1 0-58 0,1 0-60 16,-3 3-107-16,-3 3-328 0,-7-3-146 0,10 3 65 15,-6 0 63-15,-1 2 77 0</inkml:trace>
  <inkml:trace contextRef="#ctx0" brushRef="#br0" timeOffset="-98434.21">19470 12491 1036 0,'0'0'394'0,"0"0"-35"0,0 0-29 0,0 0-36 15,24-2-33-15,-14-4-17 0,4 4-29 16,-1-3-21-16,2 0-7 0,1 0-36 0,2-2-8 15,-2 4-40-15,-2-2-52 0,0 2-49 16,0-2-99-16,-4 2-177 0,3-3-509 0,-2 5 59 16,-5-1 73-16,-2 1 58 0,-4 1 47 0</inkml:trace>
  <inkml:trace contextRef="#ctx0" brushRef="#br0" timeOffset="-98267.55">19470 12647 903 0,'0'0'274'0,"3"5"-23"0,4 1-16 16,-3-5-25-16,6 4-2 0,0-3-29 0,7-2-15 15,-3 2-16-15,6 1-53 0,1-3-36 0,2 0-85 16,-2 1-112-16,3-2-338 0,-3-4-172 0,2 5 39 16,-2-4 59-16</inkml:trace>
  <inkml:trace contextRef="#ctx0" brushRef="#br0" timeOffset="-97901.7">19914 12572 729 0,'0'11'253'16,"0"-1"-20"-16,0 3-7 0,0-1-17 16,-3 3-27-16,3-5-18 0,-4 5-8 0,4-5-2 15,-3 3-13-15,3-3-19 0,0 0 6 16,0-2 13-16,-3-1 0 0,3 3-8 0,-1-5-7 15,1-2-11-15,0-3-8 0,-6 6-4 0,6-6-1 16,0 0-28-16,0 0 6 0,-7-17-11 0,7 6-10 16,0-1-11-16,0-4-4 0,3-2 4 15,-2 3 73-15,5-3-19 0,-3 1-5 0,1 2-5 16,3-3-97-16,0 6 13 0,0-1 0 16,-1 1-13-16,1 5-1 0,1-1 12 0,1 3-1 15,-2 2-13-15,4 3 16 0,-11 0-8 0,17 3 7 16,-5 4-2-16,-1-1 8 0,-4 2-8 0,3 3 11 15,1-3-3-15,-1 7-6 0,-3-3-9 16,4 3-3-16,-5 0-29 0,1 1-7 0,2-3-64 16,-1 3-76-16,-4-1-75 0,2 0-167 0,1-4-350 15,0 2 51-15,0-2 62 0,-1-3 51 16,-2-2 69-16</inkml:trace>
  <inkml:trace contextRef="#ctx0" brushRef="#br0" timeOffset="-97268.03">20226 12783 808 0,'6'-7'282'15,"1"2"-16"-15,0-1-7 0,3-1-21 0,0-4-26 16,0-2-2-16,1 4-15 0,2-2-16 16,1-3-8-16,-3-3-12 0,-1 0-13 0,4-1-5 15,-4 0-16-15,0-3 3 0,-3 5 64 0,0 3-15 16,-4-1-14-16,0 0-9 0,1 3-11 16,-4 3-9-16,0 0-14 0,0 1-5 0,-4 4-25 15,-2 0-3-15,6 3-5 0,-14 2 7 0,4 0-33 16,3 4 3-16,-4 2-7 0,1 1-4 0,3 0-4 15,-2 1-21-15,4-2 5 0,-1 3 5 0,6 2-7 16,-4-2-6-16,4 0 1 0,4-2-3 16,-1 1 0-16,4-2-11 0,0-1 9 0,0-2-4 15,3 0-4-15,1-3 5 0,-1 2-6 16,0-2-1-16,4-1-14 0,-4-1 18 0,-1 1-15 16,-1-1 15-16,-1 0 3 0,-7 0-15 15,16 2-4-15,-11 2-1 0,4-1 4 0,-5-1 6 16,3 4-3-16,-1 0-3 0,-1-4 6 0,4 7-3 15,-5-3 5-15,5 2-10 0,-5-4 2 0,4 4 1 16,1-1-14-16,-2-1 14 0,1-2 4 16,1 4-7-16,-2-4-13 0,3-1 5 0,1 1 1 15,-1-2-4-15,0 0 11 0,1-2-5 0,-1 0 2 16,0 0 6-16,4-1-19 0,-4 0 14 16,0-4-4-16,0 4-2 0,-3-5 3 0,0 4-5 15,1-5 10-15,-2 1-3 0,1 0 18 16,-4-2-22-16,0 0 4 0,1-1 13 0,-4 0-15 15,0-1 2-15,0-1 11 0,-1 1-9 0,-2 0-4 16,-3 0 18-16,3-2-3 0,-4 4-5 0,2-2 8 16,-1 2-3-16,2 1 3 0,-2-3-3 15,2 6-3-15,1-2 6 0,0 1-3 0,-1 0-8 16,1 0 3-16,3 5 11 0,-1-8-4 0,1 8-7 16,1-6 5-16,-1 6-2 0,7-2 0 15,0-1-3-15,-1-3 7 0,4 5-2 0,1-5 1 16,2 5 4-16,-3-5-3 0,4 2 1 0,-3-3-10 15,3 5-1-15,-1-4 0 0,-3 4 9 0,4-3 1 16,-4 1 3-16,1-2-7 0,-4 6-3 16,-1-2-5-16,1-3-26 0,-1 4-51 0,-6 1-87 15,11 0-71-15,-11 0-659 0,0 0 60 16,0 0 76-16,0 0 74 0,0 0 83 0,0 0 45 16,0 0 26-16</inkml:trace>
  <inkml:trace contextRef="#ctx0" brushRef="#br0" timeOffset="-96601.65">21989 12293 770 0,'0'0'340'0,"0"-3"-25"0,0 3-28 15,0 0-31-15,-7-6-15 0,7 6-32 0,-13 2-22 16,13-2-8-16,-17 5-15 0,3 4-23 15,1-1 10-15,-5 0-18 0,-2 6-18 0,-4-1-5 16,0 3-2-16,-1 2-18 0,-2 3-9 16,4-3 1-16,-1 3-2 0,3-2-14 0,1 1-9 0,3-5-6 15,3 2 2-15,0 1 1 0,1-3 3 16,9 2-9-16,-3-3-15 0,4-3 6 0,2 3-8 16,2-3-3-16,5 3-8 0,2-3 21 0,2 2-15 15,0-1-6-15,4-4-2 0,2 7-8 16,2-5 3-16,-1 4-3 0,4-5 1 0,3 0-1 15,0 1 3-15,-1-3 5 0,1 0-18 16,3-2 0-16,-2 1 5 0,-1 0 0 0,-4-4 8 16,1 3-11-16,-4-3 1 0,0 1 12 0,-3-2-5 15,-1 3-7-15,0-2 0 0,-2-2 7 16,-4 1-15-16,3 4-11 0,-3-5-25 0,0 1-18 0,-7-1-28 16,13 1-10-16,-6-1-64 0,-7 0-18 15,11 2-85-15,-11-2-105 0,10 0-393 0,-4 0 24 16,-6 0 73-16,14-2 71 0,-10 0 69 15</inkml:trace>
  <inkml:trace contextRef="#ctx0" brushRef="#br0" timeOffset="-95950.73">22690 12241 916 0,'0'0'353'0,"0"0"-48"0,0 0-24 0,0 0-22 16,0 0-6-16,-7 24-38 0,5-14-25 0,0 1-24 16,-1 4-5-16,3 0-12 0,0 0-29 15,-3 2-5-15,3 0-12 0,-3 1-14 0,3-3-4 16,0 1-6-16,0-3-20 0,-1 1 5 0,2-4 5 15,-2 3-8-15,1-5 1 0,0 0 17 16,0-4-20-16,0 3 10 0,-3-2-23 0,3-5 0 16,0 0-5-16,0 0-2 0,0 0-11 15,0 0 5-15,-3-15 3 0,3 6 0 0,0-4 0 16,-3 2-11-16,6-4-2 0,-3 0 23 0,0-2-33 16,3 0 3-16,-3 1 9 0,4 0-2 15,-4 5-2-15,3 0-6 0,0-3 0 0,0 6-10 16,-1 2 3-16,1 2 20 0,0 2-20 0,-3 2-5 15,10-3-1-15,-10 3 6 0,10 7-6 0,-3-2-9 16,-3-2 9-16,4 5 3 0,-3-3 6 16,2 1-11-16,0 0 5 0,0 2 2 0,0-1 11 15,2 0-18-15,-1-3 8 0,-1 3-11 16,-1-5 11-16,1 3-8 0,0-2 8 0,0-3-6 16,-7 0 3-16,16 0-5 0,-9-1 0 0,1-3 8 15,2-1 7-15,-2-2-7 0,-3 3-3 0,3-5-10 16,1-4 0-16,-2 2 2 0,0-3 16 0,0-1-13 15,0 2 13-15,-1-1-26 0,-2-1 26 16,2 3-18-16,-1 0 8 0,1 1-6 0,-2 3-7 16,-1 2-1-16,0 2-4 0,-3 4 10 15,7-1-3-15,-7 1 13 0,0 0-5 0,11 12-2 16,-8-3 7-16,0 3-5 0,-2-1 3 0,5 0-3 16,-3 3-11-16,1 3 9 0,-1 0-6 0,1-1-10 15,3 1-10-15,-4 0-28 0,4-1-31 16,0 1-41-16,0-4-39 0,0-1-109 0,2 2-413 15,-2-3-117-15,1-3 94 0,2 1 62 0,0-4 64 16,1-2 49-16</inkml:trace>
  <inkml:trace contextRef="#ctx0" brushRef="#br0" timeOffset="-95601.43">23370 12125 895 0,'0'0'343'0,"-9"-4"-18"15,9 4-33-15,-12 0-31 0,12 0-15 16,-16 4-16-16,9 1-22 0,-3-2-29 0,0 4-15 16,3 0-13-16,0 1-26 0,0-2-10 0,0 4-7 15,4-1-16-15,0 0 3 0,-1-1-18 16,4 3-11-16,0-3-4 0,0 2 2 0,4-2-18 16,-1 4 13-16,0-2-13 0,4 0-8 0,0 1 8 15,0 2-25-15,3-2 4 0,-3-1 1 16,2 2-8-16,-1-1 0 0,-1 2-6 0,2-2-9 15,-2-3 12-15,1 2 8 0,-2-2 8 0,-2 1-10 16,-1 0 19-16,1 3 14 0,-4-5-5 16,0 2-13-16,0-2 5 0,-4 2 0 0,-2-3 5 15,2 1-16-15,-4 0 11 0,-1 2-7 0,2-1 1 16,-3-2-29-16,-1-4-19 0,1 3-31 16,3 0-43-16,-3-5-43 0,3 4-96 0,7-4-265 15,-13-4-341-15,13 4 69 0,-7-10 82 16,3 3 54-16,4-1 62 0,0-4 78 0</inkml:trace>
  <inkml:trace contextRef="#ctx0" brushRef="#br0" timeOffset="-95267.95">23559 12184 931 0,'6'18'284'15,"-3"-2"-7"-15,0 0-34 0,-2 1-23 16,3-2-20-16,-4-4-11 0,3 3-25 0,0 3-21 15,-2-3-4-15,2 0-11 0,0 0-29 16,-3-3-1-16,3 0-6 0,-2 0-3 0,2-3 9 16,-3-1-4-16,0-3 6 0,0 2-13 15,0-6 0-15,0 0-18 0,0 0 24 0,0 0-12 0,0 0-17 16,0 0 11-16,-3-25-9 0,3 14 11 16,0-3-13-16,-1-3 5 0,1 2 3 0,1-3-8 15,-1-1 2-15,3-4 1 0,0 7-1 0,1-3-2 16,0-1-7-16,2 2-4 0,1 1-6 15,0-1 4-15,2 1-10 0,-1 2-3 0,2 3-2 16,0-1-5-16,4 2-8 0,-4 1-3 0,0 1-4 16,4 2-27-16,-4 1-35 0,-2 0-36 15,2 4-18-15,-1 0-38 0,-2 4-72 0,-7-2-64 16,11 2-135-16,-7 4-408 0,2 0 49 0,-6-2 70 16,0 4 71-16,0-1 56 0</inkml:trace>
  <inkml:trace contextRef="#ctx0" brushRef="#br0" timeOffset="-95101.11">23675 12261 596 0,'0'5'243'0,"0"-5"18"0,0 0-23 0,0 0-36 15,7 7-12-15,-1-5-3 0,-6-2-11 16,14 0-35-16,-14 0-13 0,17 0-10 0,-6 0-18 16,-1-2-8-16,0 4-41 0,1-2-59 0,-2 0-86 15,1 1-106-15,-10-1-135 0,14 4-316 16,-10-1 53-16,-1-3 63 0</inkml:trace>
  <inkml:trace contextRef="#ctx0" brushRef="#br0" timeOffset="-94951.95">23582 12521 709 0,'4'6'256'0,"2"0"-21"15,-2-6-20-15,7 4-26 0,2-1-15 16,0-2-17-16,5-1-24 0,-2 0-39 0,5-1-58 15,0 0-33-15,3-4-134 0,2 4-470 0,-1-5 12 16,2 2 46-16</inkml:trace>
  <inkml:trace contextRef="#ctx0" brushRef="#br0" timeOffset="-94551.85">24010 12462 624 0,'-3'21'195'0,"3"-3"2"16,-2-3-51-16,1 2-24 0,1-4-6 0,-2-1-11 15,-1 1-6-15,3-1-6 0,-3-4-6 16,3 2 0-16,0-3 12 0,-3 1 22 0,3-2-3 16,0-2-6-16,0-4-4 0,0 7-14 0,0-7-19 15,0 0 4-15,0 0-15 0,0 0 8 0,11-17-1 16,-8 13 11-16,3-3-13 0,1 0-5 15,0 0 13-15,2 0-13 0,-1 3-20 0,2 0 9 16,-3 0-19-16,4 3 1 0,-1-2-12 16,1 3 6-16,-2 3-6 0,4-1 5 0,-3 1 0 15,-2 4 5-15,2-1 13 0,-3 1-7 0,-4-1 4 16,3 4-2-16,-4-4 8 0,1 6 12 0,-6-3-2 16,1-1 8-16,-4 3-14 0,2-3-4 15,-6 3-8-15,-3 1 3 0,3-4-9 0,-1 1-1 16,-1-1-4-16,0 0 4 0,2-4-24 0,-1 3 10 15,2-1-22-15,2-4-26 0,1 0-75 16,-2 2-71-16,8-4-118 0,0 0-445 0,0 0-20 16,0 0 104-16,0 0 33 0,14-13 65 15</inkml:trace>
  <inkml:trace contextRef="#ctx0" brushRef="#br0" timeOffset="-93818.57">24475 12475 967 0,'-8'-9'315'0,"8"9"-34"0,-7 0-25 16,7 0-12-16,-16 5-40 0,8-1-12 0,-1-2-20 15,-1 4-19-15,-1 0-4 0,4-2-19 0,-3 4-12 16,4-1-10-16,2 0-11 0,-3-1 0 16,6-1-15-16,1 2-15 0,0 0-14 0,1-1 9 15,-1-6-16-15,7 9-3 0,-3-6-2 0,5 1-5 16,-5 0-10-16,6-4-1 0,-3 2-7 15,0 1-2-15,0-1-6 0,2 0 8 0,-1-1-16 16,-1 0 9-16,-1 3 4 0,1-2 6 16,1 2-9-16,2 0 1 0,-1 1-3 0,2-3-10 15,-1 1 3-15,0 2 12 0,1-3 13 0,2-1-28 16,-3 4-10-16,5-4 18 0,-2-2-11 0,-2 1 11 16,5-2-5-16,-2-2 4 0,-1 1 11 15,-2-2-8-15,6-4 1 0,-4 2-4 0,-2-1-4 16,2-2-6-16,-3 2 6 0,-2 0 7 0,2-3-2 15,-3-2-3-15,-1 1-5 0,2-2 10 16,-2-3-12-16,1 2-4 0,-1 3 6 0,-2-3 0 16,4 4 13-16,-2-1-13 0,-2 2-2 0,-1 3 2 15,3-3-13-15,-2 3-2 0,3 4 7 16,-3-1 5-16,5 3-4 0,-9 1 2 0,14 4 10 16,-5-1-3-16,-1 3-7 0,-1-2 13 0,4 8-6 15,-2-1 6-15,0 0-18 0,0 3 5 16,-5 3 12-16,2-3 6 0,-2 3-8 0,2-1-2 15,-6 0 10-15,0-3-1 0,-3 4-7 16,0-2 8-16,-4 0 5 0,0-3-5 0,-2 3 0 0,0-7 0 16,-3 2-1-16,4-3 4 0,-2-1 7 15,3-4 2-15,0-2 4 0,-3 0-12 0,10 0 4 16,-10-2-8-16,7-4 2 0,-1 0-2 0,4 6-5 16,4-12-6-16,-1 2-7 0,7-4 0 15,1 6 10-15,2-9-5 0,0 6-3 0,4-4 65 16,-3-2-1-16,4 2-4 0,5-2-14 15,-3-2 6-15,-2 5 7 0,-1-3-20 0,-3 3-3 16,3 3 11-16,-7 0 12 0,0-1-7 0,-3 6-8 16,3 0-16-16,-6 1 14 0,2 2-19 0,-6 3-10 15,0 0 21-15,0 0 5 0,0 0 2 16,0 0-7-16,-6 18 5 0,3-8 10 0,1-2-31 16,0 5 6-16,-1-1-3 0,6 4-6 0,-3 0 12 15,4 1-17-15,-1 0 9 0,4-1-1 16,-1 1 3-16,5 1-26 0,-4-3-25 0,3 6-85 15,-4-7-87-15,-1 1-714 0,1 2 44 16,-6-9 87-16,-6 2 84 0,-2-3 64 0,-8 1 74 16,-2-2 31-16</inkml:trace>
  <inkml:trace contextRef="#ctx0" brushRef="#br0" timeOffset="-93033.3">16875 14314 637 0,'-3'-6'246'0,"3"6"-21"0,0 0-25 0,-3-2-14 16,3 2-17-16,0 0-30 0,0 0 6 15,0 0 17-15,0 0-24 0,0 0 3 0,0 0-1 16,0 0-14-16,27 3-24 0,-14-3 6 0,2 0-8 15,1 3-3-15,5-6-8 0,2 2-14 0,5-2 9 16,-1-1-15-16,1 0-15 0,2-2 10 16,-2-1-15-16,3 3-42 0,3-3-40 0,0 0-41 15,0-1-123-15,-7 1-259 0,1 2-271 16,-4-2 74-16,0 1 65 0,-8-3 35 0</inkml:trace>
  <inkml:trace contextRef="#ctx0" brushRef="#br0" timeOffset="-92784.98">17419 14056 678 0,'0'0'248'0,"0"0"-35"0,0 0-14 16,20 8-14-16,-6-6-22 0,-1 8-7 16,5-3-15-16,-1 7-28 0,4-2-16 0,2 5 6 15,-3 3 1-15,1 0-9 0,-3 1-28 0,-5-2 15 16,0 1-18-16,-5 1 2 0,-2-2-4 15,-2 4-1-15,-4-4-12 0,-3 1 2 0,2 3-10 16,-5-4 2-16,-2 1-4 0,2-4-19 16,2 0-30-16,-2-1-54 0,2-1-72 0,1-1-230 15,0-5-327-15,3 0 45 0,0-5 72 0,0-3 54 16</inkml:trace>
  <inkml:trace contextRef="#ctx0" brushRef="#br0" timeOffset="-92202.07">18380 14016 793 0,'3'15'228'0,"0"-3"-11"15,-3 3-40-15,4-5-13 0,-1 5 0 0,-3-7-34 16,3 6 1-16,-3-3-16 0,3-1-23 15,-3 3 3-15,0-5-16 0,0 0 13 0,1-1-12 16,-1-3 9-16,0 2-7 0,0-6-5 0,0 0-11 16,0 0-14-16,0 0-14 0,0 0 13 15,0 0-5-15,-14-19-5 0,11 7-10 0,-1-3 2 16,-2-2-12-16,1-1 9 0,-1-2-9 0,0-3 20 16,2 1-13-16,1 4 23 0,0-3-10 0,3 2 0 15,-4 4 5-15,4 2-23 0,0-1 5 16,3 4 1-16,-2 2 1 0,5 1-7 0,1 5-10 15,-1 1-3-15,-6 1 16 0,21 7 5 16,-8 0-19-16,2 2-1 0,1 3 2 0,2 1-8 16,-1-1 0-16,0 2-8 0,0-2 19 0,0 3-1 15,-3-2-13-15,3-1 1 0,-6-3-6 0,2 1 11 16,-3-2 0-16,1-1-13 0,-2 0 20 16,-2-6-10-16,4 1 11 0,-4-2-24 0,-7 0 21 15,16-3-16-15,-5-3 16 0,-1 0-18 0,-3-4 10 16,4 0 8-16,-5-5-8 0,1 2 8 15,0-3-21-15,-1-2 11 0,-2-2-3 0,3 2 5 16,-4 1 7-16,1 4-9 0,2-1 7 0,-3 1-10 16,-2 3 0-16,6 3 3 0,-4 6-11 15,1-2 6-15,-4 3 7 0,0 0 13 0,16 11-8 16,-8-1-8-16,-1 5 16 0,2 0-7 0,-2 3-1 16,1 4 5-16,2-2-7 0,-1 4-16 0,-2-2-17 15,4-1-27-15,-4 4-14 0,3-3-57 16,4 3-8-16,-1-6-66 0,-2-2-43 0,2 0-119 15,1-2-347-15,0-5 58 0,-1-4 72 0,-2-4 59 16</inkml:trace>
  <inkml:trace contextRef="#ctx0" brushRef="#br0" timeOffset="-91884.8">19186 13858 875 0,'-3'-3'312'0,"0"-1"-40"0,3 4-9 16,-11-4-25-16,11 4-20 0,-13 1-16 15,13-1-28-15,-11 5-8 0,1 0-15 0,3 2-12 16,4-1-16-16,-4 3 7 0,4 0-35 0,0 0-6 16,3 1-7-16,3 3-10 0,-3-1 0 0,6-2-3 15,1 5-15-15,0-1-1 0,3-2-4 16,0 5-3-16,3-2-10 0,-1 2 2 0,1 1 3 16,4-3-8-16,-4 2-4 0,-1-1-6 0,1 1 15 15,-3-2 0-15,1-3 1 0,-2 3-3 16,-5-2 2-16,2-1 16 0,-2-4 2 0,0 4-2 15,-4-3 7-15,0 0-2 0,-4 0-23 16,0-2 13-16,-2-1 2 0,-1 2-20 0,0-4 7 16,-3-1-15-16,3-3-10 0,0 0-11 0,7 0-76 15,-20-3-28-15,10-3-85 0,3-2-113 0,-4 0-455 16,4-7-28-16,1 2 74 0,2-3 74 16,-2-1 54-16,6-4 62 0</inkml:trace>
  <inkml:trace contextRef="#ctx0" brushRef="#br0" timeOffset="-91568.51">19415 13862 906 0,'11'16'281'15,"-2"-3"-9"-15,-5 4-29 0,2-2-21 0,-1 1-7 16,-2-2-20-16,1 4-18 0,2 0-37 0,-3-1-17 16,1 0 21-16,-4 1-24 0,6-1-5 15,-6-2-23-15,4-1-15 0,-3-3-31 0,-1-1-15 16,0-2 20-16,0 2-13 0,0-3-12 15,-1-6-13-15,1-1-6 0,0 0 6 0,0 0 0 16,0 0 10-16,-20-13-5 0,13 1 13 0,0-1 12 16,0-3 6-16,0-5-6 0,1 2 21 0,-1-5 11 15,3 1-1-15,0 2-3 0,1 2 1 16,0-1-3-16,3 3-7 0,0-1-1 0,3 3-12 16,1-2-6-16,3 2 1 0,0 1-8 0,3 1 5 15,0 1-13-15,0 1-5 0,3 1-16 16,-1 2-40-16,-2 3-67 0,0 1-53 0,4 1-49 15,-5-2-93-15,-2 5-327 0,-7 0-97 0,14 5 25 16,-10-3 49-16,-1 1 72 0,-3 4 58 0</inkml:trace>
  <inkml:trace contextRef="#ctx0" brushRef="#br0" timeOffset="-91401.81">19469 13951 540 0,'0'0'261'0,"-3"7"-5"0,3-7 5 16,0 6-36-16,0-6-20 0,0 0 7 0,7 2-22 15,-7-2-14-15,11 0-17 0,-1 0-11 16,-10 0-9-16,21-1-32 0,-8 0-12 0,-3-4 2 16,4 4-38-16,-1 1-49 0,-2 0-79 0,-1 0-87 15,0 0-141-15,-2 0-391 0,-5 0 32 16,-3 0 67-16,6 7 55 0</inkml:trace>
  <inkml:trace contextRef="#ctx0" brushRef="#br0" timeOffset="-91251.74">19453 14243 703 0,'10'3'244'0,"0"-3"-27"0,4-3-27 16,0 1-1-16,6 2-46 0,1-2-43 0,-1-4-54 16,1 4-51-16,6-5-161 0,-3-1-400 0,-4 4 21 15,1-5 33-15</inkml:trace>
  <inkml:trace contextRef="#ctx0" brushRef="#br0" timeOffset="-90901.45">19845 14016 729 0,'-3'24'220'0,"3"-16"-15"16,0 2-8-16,-3-2-23 0,3 9-15 16,0-3-11-16,3 3-15 0,-3 0-2 0,0 0-21 15,0 1 5-15,0-1-18 0,0-2-2 0,0 1-10 16,0-4 2-16,0 3-8 0,0-5 18 0,0 1-5 15,0-1 8-15,0-2 10 0,0-4-5 16,3 2-8-16,-3-6-4 0,0 0-19 0,0 0 3 16,0 0-11-16,0 0 1 0,5-17-1 15,-2 3-14-15,0 3-6 0,-2-4-8 0,5-2 0 16,-3 0 6-16,4 1-16 0,-1-1 0 0,2 2 5 16,-1 4-2-16,-1-1-15 0,5 0-1 0,-4 4-5 15,3 5 6-15,-3-1-1 0,3 2 0 16,0 2-7-16,0 4 10 0,1 1 2 0,-4 1-9 15,6 2-9-15,-2 3 19 0,-4-1-11 16,3 3 0-16,-1-1-5 0,2 3-2 0,-4 0-26 16,0 1-21-16,3-2-45 0,-3 1-83 0,-3 0-122 15,2 0-497-15,1-4 43 0,0 1 75 16,-3-5 64-16,2-2 71 0</inkml:trace>
  <inkml:trace contextRef="#ctx0" brushRef="#br0" timeOffset="-90285.38">20273 14216 839 0,'11'-11'335'0,"-1"-1"-30"0,-4 2-26 15,4 1-26-15,-5 1-25 0,1 0 0 0,1-2-26 16,-4 2-23-16,1-1 3 0,2 0-3 0,-6 3-17 16,4-2-24-16,-4 3 3 0,3 0-21 15,-3 5-15-15,-3-7-10 0,3 7-8 0,0 0-18 16,0 0 10-16,-21 14-10 0,15-10-20 15,-2 3 5-15,2 5-6 0,2-1-2 0,-2-1 0 16,3 0-7-16,2 3-6 0,1-2-2 0,1 2-3 16,-1-1-8-16,3-4 1 0,3 2-6 0,1-3 18 15,1 1-7-15,2-2-11 0,3-2 1 16,1 0-6-16,-1-4-2 0,2 0-6 0,-2-2 6 16,1 0-5-16,-1 0 9 0,0 0 1 15,-2 1-5-15,-1-4 2 0,0 5-15 0,-2 0 15 16,1 0-18-16,-9 0 19 0,14 0-11 0,-6 0-11 15,-2 6 9-15,1-2-3 0,-1 3 18 16,5-1-13-16,-4-2-16 0,0 4 14 0,4-1 4 16,-2 1-9-16,-2 0-1 0,3-1 5 0,1-1-2 15,-1-2-5-15,0 4 2 0,1-4-2 0,-1 1 0 16,0-1-6-16,4 0 9 0,-4-4 9 16,4 5-4-16,-1-4-8 0,0 0 2 0,1 0 3 15,0-1 15-15,0-1-18 0,-1 0 6 16,2 0 7-16,-2-4-13 0,4 3 13 0,-4-4-7 15,1 1-1-15,-3-1-2 0,-1-1 5 0,1 0-3 16,-5-3 11-16,1 2 2 0,-4-4 8 0,3 0 16 16,-5 1-16-16,-2-3-16 0,-2 1 21 15,0-1 59-15,-4-2 10 0,1 1 0 0,-2 3-102 16,1-1 25-16,-2 1-17 0,2-1 10 0,-4 4-11 16,5 1-10-16,-1 0 31 0,3 1-18 15,-2-1-8-15,2 5-15 0,0-4-23 0,1 4 10 16,3 3-4-16,0-8-1 0,0 8-3 0,6-6-2 15,-1 2-3-15,2 0-17 0,3 1-8 0,-1-1-26 16,5 0 8-16,0-2-36 0,3 2-13 16,0 0-31-16,4-3-158 0,0 4-481 0,3-4 84 15,-1 3 59-15,4-2 82 0,-2-2 45 16</inkml:trace>
  <inkml:trace contextRef="#ctx0" brushRef="#br0" timeOffset="-89968.5">21555 13962 496 0,'0'0'261'0,"3"4"18"0,-3-4 13 15,0 0 7-15,4 5-7 0,-4-5-15 16,0 0-9-16,0 0-19 0,0 0-19 0,14-6-23 16,-14 6-20-16,10-6-15 0,-4 5-11 0,1 1-18 15,-3-5-7-15,6 3-18 0,0-2-13 16,-3 0-21-16,4 2 3 0,-1 0-12 0,0-4-9 16,-3 6-7-16,3 0-33 0,-3-3-32 0,3 1-45 15,-3 0-54-15,-7 2-69 0,13 0-84 0,-13 0-193 16,10 2-335-16,-5 1 62 0,-2-1 97 15,-3-1 46-15,0-1 46 0</inkml:trace>
  <inkml:trace contextRef="#ctx0" brushRef="#br0" timeOffset="-89801.54">21599 14108 929 0,'0'0'358'0,"-6"6"-12"15,6-6-24-15,0 2-35 0,0-2-1 0,0 0-22 16,0 0-28-16,6 7-29 0,2-6-13 0,-1 1-22 15,-7-2-39-15,16 0-28 0,-5 0-36 0,2 0-48 16,-3 0-93-16,4 0-110 0,-1 0-598 16,2 0 47-16,-2 0 81 0,5-2 45 0,-5 0 72 15</inkml:trace>
  <inkml:trace contextRef="#ctx0" brushRef="#br0" timeOffset="-89101.63">22303 13866 939 0,'0'0'338'0,"-6"8"-26"0,6 1-38 15,0-1-23-15,-3 4-18 0,6 1-23 16,-3 4-31-16,3-1-3 0,-3 1-22 0,3 4-3 16,-2 0-33-16,2-3 0 0,4 4-19 0,-6-4-4 15,2 5-16-15,0-6 1 0,1 0-11 0,-1 0-3 16,0-4-14-16,-3-1-4 0,3-3 6 15,-3 0-5-15,3-2-8 0,-2-4-11 0,-1 1 14 16,0-4-21-16,0 0 2 0,0 0-7 0,0 0 8 16,-4-14 5-16,4 7-13 0,-3-3-8 15,0-3 8-15,3-1-13 0,-3-7 13 0,3 4 0 16,0-4 2-16,0-1-4 0,3 4 12 0,0-1 10 16,0 1-2-16,1 2-18 0,3 2-16 15,-3 3 21-15,2 2-10 0,1 3 0 0,0 0 8 16,3 6-1-16,-3 0 11 0,3 5-24 15,1 0 1-15,-1 0-5 0,0 3 4 0,4 0-9 0,-1 1 12 16,1 1-15-16,0 0 10 0,-4-3 0 16,4 1-2-16,-4 2 7 0,4-3-5 0,-4 1 5 15,0-3-5-15,0 0 1 0,0-1 1 0,-3-1 9 16,3-3-14-16,1 0 11 0,-4-2-3 16,3-3-5-16,1 1 0 0,0-2-7 0,-3-4 10 15,6-5 4-15,-7 4-1 0,3-5-4 0,1-2 11 16,-1-2-23-16,-3 0 13 0,4-2 17 15,-2 4-9-15,-5 3-4 0,2-2-1 0,1 6 9 16,-3 0-12-16,3 0 17 0,-4 3-9 0,1 6 2 16,-1 0 0-16,3 2 5 0,-6 0 0 0,4 7-8 15,3 2 6-15,-3 2-27 0,-1 3 22 0,0-1-1 16,4 3 1-16,-4 3-4 0,5-1-12 16,-2 2-20-16,1-2-16 0,3 3-41 0,1-3-25 15,-1 0-77-15,0-1-82 0,1-1-346 0,-1-3-210 16,3-3 65-16,-2-4 48 0,-1-1 90 15,4-5 48-15</inkml:trace>
  <inkml:trace contextRef="#ctx0" brushRef="#br0" timeOffset="-88784.02">23186 13766 1075 0,'-3'-2'291'0,"3"2"-24"0,-11-6-27 0,11 6-20 16,-13 1-23-16,13-1-15 0,-18 7-18 0,8-5-21 15,3 4-17-15,-2 1 2 0,-2 1-28 16,7-1-6-16,-2 2-12 0,2 0-13 0,1-1-2 16,3 3 5-16,0-3-29 0,3 4 13 0,1 0-15 15,2-1-5-15,1 2 5 0,4-1-8 0,-1 1-2 16,0-1 13-16,1 1-19 0,2-1 3 16,-3 3-15-16,4-1 18 0,-4-3-16 0,1 3 6 15,-2-3 9-15,-2-1 4 0,-3-2-1 16,-1 4-2-16,0-2 7 0,2-1-12 0,-7-1 4 15,-1 0-1-15,-3 0 1 0,2-1 16 0,-3-2-20 16,-6 2 2-16,3-3-20 0,0 0-13 16,-2-4-44-16,0 5-20 0,-2-4-69 0,3 0-88 15,1-3-437-15,1-3-115 0,1 1 77 0,1-3 66 16,1-5 64-16,2 2 57 0</inkml:trace>
  <inkml:trace contextRef="#ctx0" brushRef="#br0" timeOffset="-88435.78">23414 13851 1136 0,'4'20'330'0,"4"-1"-25"0,-5-3-24 16,3 0-20-16,-2-1-30 0,-1 1-21 0,0-1-21 16,0 1-22-16,-2 1-9 0,3-2-22 0,-1-1-11 15,0-3-17-15,-2-1 10 0,-1 1-31 16,3-5 18-16,-3 0-24 0,3-2-11 0,-3-4-4 15,0 0-7-15,0 0-5 0,0 0 2 16,0 0 3-16,-6-20 5 0,5 5 5 0,-2 0-23 0,0-5 13 16,-1-4 5-16,4-1 5 0,-1-1-18 15,2 1 49-15,-1 0-31 0,4-2-5 16,-1 2-18-16,-3 2 11 0,4-1-6 0,2 5 5 16,-2 0-23-16,2 1-2 0,2 2 7 0,1-3-12 15,1 7-11-15,-3-3 19 0,7 7-11 0,-4-2-8 16,0 3-17-16,1 0-27 0,-1 4-29 15,1 0-58-15,-1 3-47 0,-3 0-47 0,2 3-149 16,-1-1-516-16,-2 4 63 0,-2-4 78 0,-1 5 58 16,-3-2 77-16,0 1 56 0</inkml:trace>
  <inkml:trace contextRef="#ctx0" brushRef="#br0" timeOffset="-88268.81">23534 13855 821 0,'0'4'343'0,"0"-4"-33"0,0 0-29 0,4 6-35 16,-4-6-23-16,10 0-18 0,-10 0-21 16,14 0-15-16,-5-1-26 0,3 1-7 0,-2 0-52 15,4-2-38-15,-1 2-51 0,0 0-95 0,-2 2-225 16,2-2-389-16,-6 1 51 0,1 0 62 16,-8-1 71-16</inkml:trace>
  <inkml:trace contextRef="#ctx0" brushRef="#br0" timeOffset="-88085.4">23484 14091 1185 0,'0'0'338'0,"13"5"-24"0,-13-5-37 0,13-3-16 16,1 1-23-16,0 2-26 0,0-1-22 15,6-2-29-15,1-1-38 0,-1 2-41 0,3-3-62 16,-2 1-102-16,4-2-181 0,-1 2-464 0,0-2 48 15,-4-4 73-15,1-3 56 0</inkml:trace>
  <inkml:trace contextRef="#ctx0" brushRef="#br0" timeOffset="-87685.84">23904 13801 737 0,'0'13'307'0,"0"-1"-38"0,0 3-21 0,0 3-15 16,3 4-28-16,0 0-3 0,0 3-20 15,2 0-21-15,-2 0-18 0,0 0-5 0,1 0-10 16,-1 0-18-16,0-2-7 0,1 2-14 0,-1-3-9 16,0-4-6-16,-3-1-7 0,4-2 2 15,-3-4-8-15,2 2 41 0,-3-2-7 0,0-4-3 16,3-4-10-16,-3 2-10 0,0-5-11 0,0 0-7 16,0 0 0-16,0 0 0 0,0 0 2 15,16-11-7-15,-12 7-14 0,3 1 9 0,-3-1 5 16,2-1-6-16,-2 0 1 0,5 4-6 0,-1 0-10 15,-1-1-13-15,3-1 1 0,1 3 9 0,-2 3 1 16,-2-1-8-16,3 0-10 0,1 0 4 16,-4 3-1-16,2 0 4 0,-1 0 3 0,-4 1 13 15,-1-2 15-15,0 4-5 0,-3-1 2 16,0-1-4-16,-3-2 12 0,-1 4-41 0,-3-1 16 16,0 1-1-16,-2-1 9 0,-1 1-4 15,-2-2-9-15,-1-2 4 0,-1 6-17 0,1-3-5 16,0-3-21-16,2 0-26 0,1 1-17 0,-1-3-42 15,4 1-66-15,1-3-130 0,-1 2-566 0,7-2 28 16,0 0 97-16,0 0 90 0,-3-12 41 16,3 12 51-16</inkml:trace>
  <inkml:trace contextRef="#ctx0" brushRef="#br0" timeOffset="-86985.38">24252 14053 1044 0,'0'0'299'0,"0"0"-32"0,-13 11-29 16,9-9-8-16,-2 5-43 0,-2 1-8 0,5 0-25 16,-4-4-9-16,4 4-6 0,0-1 1 15,-1 1-19-15,4-2-21 0,-3 0-3 0,3-1-8 16,3 2-30-16,0-4 13 0,-2 2-13 0,5-2-21 16,-2 2-12-16,2-3 5 0,2-1-11 0,2 4-2 15,-4-3 0-15,1-2-5 0,1 2 0 16,-2 2 2-16,1-2-13 0,-1 0 16 0,2 2-18 15,-2-1 5-15,1-3 6 0,0 4 2 16,2-1-13-16,-1-2-11 0,-1-1 14 0,3 2 10 16,1 1-16-16,-1-3 16 0,3 1-11 0,-2-1 11 15,2 0-15-15,-2-1-1 0,2-4 3 0,0 5 5 16,0-4-2-16,-2 0 2 0,0-3 13 16,0 3-23-16,0-2 10 0,-2-2 13 0,1-1-13 15,0 0-10-15,1-1 0 0,-4-4 7 0,2 6 24 16,-2-7-16-16,-3 3 3 0,6-1-16 15,-6 3-2-15,-1 1 15 0,4 1 1 0,-4 0-1 16,0 1-10-16,2 3-3 0,1 0 3 16,-2 2 13-16,-4 2-18 0,0 0-5 0,22 8 7 0,-14-2 3 15,-1 1-2-15,0 2-4 16,0 1 1-16,3 0 0 0,-3 5 0 0,-1-5-3 0,-2 7 8 16,0-7 8-16,-1 3 5 0,-3-1-11 15,0 3 6-15,-3-7 5 0,-2 6 0 0,-1-4 7 16,-1 1-15-16,-2-4 8 0,1 1-5 15,-2-1 5-15,0 0 5 0,3-4 2 0,-3 1 13 16,6-1-12-16,-2-2 10 0,6-1-11 0,-10 0 0 16,10 0-2-16,0 0-13 0,0 0 16 0,0 0-8 15,0 0-6-15,20-15-1 0,-7 11-6 0,1-3-3 16,3 0 0-16,-3 0-2 0,7-3 16 16,-2 2-1-16,-1-4-13 0,3-1 1 0,-5 2 2 15,5-3 12-15,-5 3-9 0,-1-3 10 16,-2 5 10-16,-2-1 8 0,-1 2 15 0,0 0-13 15,-2 1-13-15,-5 3 11 0,0 0-3 0,-3 4-2 16,0 0-6-16,0 0 16 0,0 0-3 16,0 0 1-16,0 0-6 0,-14 13 0 0,11-6-10 15,3 2 0-15,-1 0-5 0,1 1-3 0,1 0-2 16,2 4 4-16,-3-3-9 0,7 4-36 16,-3-3-49-16,-1 3-118 0,0 0-499 0,-1-4-135 15,-4 3 84-15,-4-4 69 0,-2-2 69 0,-5-2 49 16</inkml:trace>
  <inkml:trace contextRef="#ctx0" brushRef="#br0" timeOffset="-86235.92">16930 15901 747 0,'-6'3'264'0,"1"-1"-19"16,-1 0-19-16,6-2-17 0,-10 5 1 0,6-2-5 15,4-3-26-15,-6 4 11 0,6-4-16 16,-5 3-8-16,5-3 3 0,-3 6-3 0,3-6-7 15,0 0 8-15,0 0-11 0,11 4-8 16,-11-4-22-16,20-2-19 0,-6 2 13 0,6-5-15 16,7 2-10-16,1-3-8 0,-1 0-2 0,8-1-6 15,2 1-23-15,-3-2-5 0,4 1 6 16,-4 0-47-16,0 2-43 0,-6 0-65 0,3-3-42 16,-4 5-147-16,1-3-540 0,-9 3 54 0,2-2 69 15,-7 0 72-15,-3-1 59 0,-2 0 53 16</inkml:trace>
  <inkml:trace contextRef="#ctx0" brushRef="#br0" timeOffset="-86018.88">17436 15679 867 0,'6'-3'284'0,"-6"3"-12"0,15 5-11 0,-2 0-23 0,1 0-13 16,2 3-2-16,2 5-16 0,2 1-30 15,4 1-16-15,-3 2-18 0,-5-1 1 0,2 5 7 16,0 0-5-16,-5-4-21 0,-3 5 3 15,-3-3-26-15,-4-1-7 0,-2 2 5 0,-2 1-18 16,-6 1-21-16,1-1 1 0,2-1-21 0,-3-3-23 16,-2 0-59-16,4-2-54 0,2-2-158 15,-1-1-336-15,1-2-184 0,3-3 71 0,4-3 91 16,-4-4 42-16,10-1 55 0</inkml:trace>
  <inkml:trace contextRef="#ctx0" brushRef="#br0" timeOffset="-85451.74">18362 15599 1210 0,'3'22'346'0,"1"-2"-24"0,0 1-45 0,-4-2-34 16,3 1-8-16,-3 0-12 0,3 4-31 15,-2 1-10-15,2-4-34 0,0 4-7 0,1-4-8 16,-4-2-13-16,3 1-17 0,0-1-11 15,0-3-13-15,-3-4-10 0,1 1 8 0,3-3 3 16,-4-2-1-16,0-4-12 0,0 0-11 0,0-4 0 16,0 0 3-16,0 0 0 0,0 0-16 15,-11-16-12-15,8 5 2 0,2-4-2 0,-2-4-13 16,-3-3 3-16,6-6 12 0,-4 3-2 0,4 0-3 16,0 4-5-16,0-1-13 0,0 4 10 15,4 1-9-15,-1 0 1 0,3 6 14 0,-2 2-18 16,3 2-11-16,6 1 6 0,-6 6 10 0,7 0-16 15,-3 3 11-15,5 2-3 0,1 5 0 16,1-2-13-16,-2 1 16 0,2 4-6 0,-2-3 1 16,-1 0 10-16,-2 0-16 0,1 0 16 0,0-5-10 15,-4 3-3-15,0-1 2 0,0-1 6 0,-3-2-6 16,0-4 4-16,3 0-4 0,-10 0-2 16,17-3 5-16,-9-4-2 0,1 2 2 0,-2-5-5 15,0-2 8-15,0-4 7 0,0 1-13 16,-4-4-9-16,4-4 25 0,-1 0-18 0,-2-2 2 15,0 3 9-15,0-1-11 0,-1 5-3 0,3 2 0 16,-6 2 3-16,4 0-7 0,-1 4-4 16,0 5 9-16,0 0-3 0,2 4 2 0,-5 1-4 15,0 0 9-15,10 11 1 0,-7 2 7 0,4-1-10 16,-4 5 8-16,1 4-11 0,3 1 0 0,-4 1-7 16,1 2 13-16,2-1-6 0,-2 1-10 15,2 0-35-15,2-2-24 0,-2 1-46 0,1-4-40 16,0-2-75-16,4-3-131 0,-2-1-465 15,1-3 38-15,1-3 69 0,-1-3 77 0,0-1 69 16,4-6 51-16</inkml:trace>
  <inkml:trace contextRef="#ctx0" brushRef="#br0" timeOffset="-85144.56">19155 15533 888 0,'-9'-2'289'16,"9"2"-41"-16,-11 2 1 0,11-2-40 0,-14 7-19 15,5-6-24-15,1 9 1 0,1-3-14 0,-3 1-25 16,4 2-10-16,-2 2-16 0,2-2-7 16,5 0 0-16,-5 5-11 0,6-5-17 0,0 3 4 15,0-1-9-15,3 3 10 0,1-1-21 16,2 3 8-16,2-5-16 0,2 8-5 0,0-5-9 16,1 0 6-16,2 2 1 0,-3-1-10 0,4 1 2 15,-4-2-7-15,0 0 7 0,1-3-10 0,-5 1 17 16,1-1 4-16,-1-3-1 0,-1 3 13 15,-2-3 11-15,0 1-11 0,-3-2-7 0,-3-1-3 16,0 3-8-16,-2-2 5 0,-4-1-22 16,2 0-1-16,-7-1-20 0,4-1 0 0,-3-3-23 15,2 1-26-15,1-1-51 0,-3-2-54 0,1-2-81 16,3-1-365-16,-1-4-162 0,-1-2 75 16,1-2 68-16,0-5 50 0</inkml:trace>
  <inkml:trace contextRef="#ctx0" brushRef="#br0" timeOffset="-84818.89">19422 15766 719 0,'7'21'246'0,"-1"-3"-31"16,-2-2-16-16,-1-1-17 0,1-2-23 0,-4-1-8 15,4 0-26-15,-4 0-12 0,0-2-1 16,3-1-4-16,-6-2 12 0,3-2-2 0,0 0-6 15,0-5-12-15,-4 3-2 0,4-3-19 16,0 0 8-16,-7-14-15 0,3 3 4 0,-2-3-9 16,3-5 10-16,-1-5 5 0,1-3 2 0,-1-1-12 15,1-5 12-15,3 2-2 0,3-1-5 0,-3 6-8 16,4-2 3-16,2 2-8 0,-5 1-10 16,5 2 4-16,1 1-22 0,4 4 10 0,-4 0-12 15,5 4-4-15,-1 2-9 0,0 3-19 16,-2-3-17-16,5 9-54 0,-4-3-59 0,0 5-46 15,-2 1-126-15,-1 1-401 0,2 1-29 16,-5 3 44-16,-1 0 62 0,-3 0 81 0</inkml:trace>
  <inkml:trace contextRef="#ctx0" brushRef="#br0" timeOffset="-84668.63">19497 15698 788 0,'0'0'294'0,"3"3"-17"16,-3-3-39-16,0 0-23 0,14-2-31 15,-14 2-5-15,17-3-30 0,-6-2-11 0,-1 4-10 16,0-2-39-16,1 2-45 0,-1-2-57 0,0 1-41 16,0 2-104-16,-10 0-208 0,10 2-290 0,-10-2 57 15,1 7 41-15</inkml:trace>
  <inkml:trace contextRef="#ctx0" brushRef="#br0" timeOffset="-84518.6">19405 15981 685 0,'0'6'264'0,"0"-6"-8"16,6 5-26-16,-2-1-12 0,6-2-34 16,0-2-15-16,1 0 0 0,6 0-23 0,4-2-3 15,2-2-55-15,4 2-22 0,1-3-35 16,-1 0-54-16,4-2-218 0,0-1-435 0,0-3 47 16,-4-1 66-16,1 0 48 0</inkml:trace>
  <inkml:trace contextRef="#ctx0" brushRef="#br0" timeOffset="-84153.03">19980 15856 719 0,'0'20'228'0,"0"-4"-16"0,3 2-10 0,-3-4-17 16,0 0-1-16,0-3-15 0,0 2-23 15,0-2-26-15,0 1 16 0,0-2-24 0,0-1 14 16,0-2 7-16,-3-1 2 0,3 1-7 15,0-2-7-15,0-5-11 0,0 0-10 0,0 0-1 16,0 0-19-16,0 0 4 0,0 0-12 16,3-23-13-16,-3 12-8 0,3-5 10 0,0-3-17 0,1-3-11 15,2 0 3-15,2 1 0 0,-1-1 18 16,3 0-6-16,-1 2-7 0,2 5-10 0,-1 0 10 16,1 2-13-16,-1 4-5 0,0 3-5 15,1-1 0-15,2 7 8 0,-3 0-1 0,4 5-7 16,-4 0 5-16,3 5-5 0,-2 0 0 15,-1 0 0-15,0 5 5 0,1-3-8 0,-1 6-10 16,1-3 8-16,-4 4-8 0,-1-5-20 0,1 3-23 16,-1 0-47-16,-1-2-22 0,1 2-73 0,-2-2-109 15,2-3-512-15,-2 1 51 0,2-3 77 16,2-4 58-16,-2-1 73 0</inkml:trace>
  <inkml:trace contextRef="#ctx0" brushRef="#br0" timeOffset="-83469.84">20537 15937 1023 0,'6'-13'295'0,"1"2"-34"0,1 2-15 15,-2-3-24-15,-3 1-17 0,1 0-3 0,-1-3-35 16,3 4-1-16,-5-3-2 0,-1 3 5 16,3 0-28-16,-6 2-1 0,3 1-19 0,-1 0-6 15,-5 2-10-15,3 2-18 0,3 3-8 0,-18 3 8 16,8 1-13-16,0 4-12 0,-4 0-14 15,4 6-4-15,0-3-3 0,-4 6-3 0,4 0 6 16,4-2-6-16,1 0-4 0,-1 0 4 0,5 1-12 16,-2-4 4-16,7 1-7 0,-1 3 3 15,4-3-8-15,0-1-5 0,3-3-3 0,4 1-10 16,0-5 0-16,3-1-5 0,0-1-3 16,0-3 0-16,3-2-10 0,1-2 1 0,0 0 4 15,-1-3 0-15,0-1 0 0,-2 1 13 0,-2-1 3 16,-1 1-16-16,1 1 13 0,-6 1-3 0,1 0 3 15,-1 0-15-15,0 1 12 0,-3 2-9 16,-7 2 9-16,10 0-5 0,-10 0-2 0,7 5 13 16,-7-5-1-16,3 6 8 0,0-1-10 15,-2 0-5-15,3-2 0 0,-4 4-2 0,3-2 7 16,0-2 12-16,1 4-17 0,-1-4 0 0,1 3 5 16,-1-4 8-16,3 4-13 0,2-3 0 0,-1-1 5 15,-1 2 15-15,4-2-10 0,-2 1 10 16,2 0-4-16,0-1-9 0,1-2-2 15,2 2-7-15,-3 0 9 0,1-2-7 0,-1 0 13 0,1 0-11 16,2-2 8-16,-4 0-15 0,2 2 7 16,-1-2 1-16,-3-1 10 0,3 0-3 0,-2 0-5 15,1-1 15-15,-2-1-7 0,-3 0 10 16,3 0-11-16,0-1 9 0,-4-2-1 0,3 1-12 16,-5-2 7-16,2-1 3 0,0 0 20 0,0 1-25 15,-2-2 4-15,-1 3-4 0,0-3 15 0,0 3-13 16,0-4 11-16,-1 5 4 0,-2-2-12 15,3 0 10-15,-3 3-5 0,3 0-10 0,-3-1 10 16,2 1 0-16,1 6-6 0,-3-9-12 16,3 6 8-16,0 3 7 0,0-7-7 0,0 7 5 15,0-7-10-15,0 7 2 0,4-8-5 0,-1 6 2 16,-3 2 8-16,7-5 6 0,-3 2-14 0,2-4-2 16,1 6-12-16,3-2-11 0,1-1-26 15,-1 1-41-15,3-1-66 0,5 1-72 0,3 3-281 16,2-3-331-16,4-1 85 0,1 1 77 0,5-2 64 15,1 1 61-15</inkml:trace>
  <inkml:trace contextRef="#ctx0" brushRef="#br0" timeOffset="-82953.23">22030 15423 867 0,'0'0'361'0,"7"-3"-2"0,-7 3-29 0,0 0-44 16,17 4-9-16,-7 1-31 0,4-1-21 0,3 0-8 15,3 0-37-15,2 6-11 0,1-3-6 0,-2 1-9 16,6-1-36-16,-3 1-3 0,0-2-3 0,-1 2-25 16,-2-4-7-16,0 2-1 0,-1-3-20 15,-2 2 3-15,-1-2-1 0,-4 2-15 0,-3-2 0 16,1-1-10-16,-1 2-10 0,-3-1 12 0,3 2 13 15,-6-2-2-15,-1 4-21 0,0 1 23 16,-2-1 0-16,-1 3 0 0,-4 3 6 0,1 2-6 16,-5 0-10-16,1 7-15 0,-5-2 17 15,1 2-7-15,-3 3-8 0,-3-1 3 0,0-2-6 16,0 3 4-16,0 0 1 0,-1-2-12 0,-1 1 5 16,1-1-7-16,1-2-9 0,0-1 11 0,0-2-3 15,3 0-15-15,4-3-28 0,-4 2-54 0,4-5-53 16,4 2-116-16,-2 0-691 0,2-3 46 15,5 0 141-15,-2-5 61 0,0 0 77 0,3-6 70 16,0 0 35-16</inkml:trace>
  <inkml:trace contextRef="#ctx0" brushRef="#br0" timeOffset="-82168.82">23070 15726 944 0,'3'23'305'15,"0"-2"-34"-15,0-3-23 0,2 0-10 0,-2-3-30 16,0 1-32-16,0 1-9 0,-2-1-19 16,2-5-12-16,0 3-13 0,0-3-21 0,-2-1 11 15,-1-2-11-15,3-1-7 0,-3 0-13 0,3-3 5 16,1-1-16-16,-4-3-14 0,0 0 2 0,0 0 5 16,0 0 10-16,0-21-18 0,-4 9 13 0,4-4-7 15,-3-4-4-15,0-5-11 0,-1 0 17 16,1 0 0-16,3 0-3 0,-3-2 3 0,3 4 13 15,-1 3 0-15,1 2-16 0,0 4-7 16,-3 1-3-16,6 3 3 0,-2 0-11 0,2 5-17 16,3 0 15-16,-2 5-5 0,-4 0-11 0,14 5 3 15,-4 0-5-15,-3 3 0 0,4 1-5 0,-1 3-7 16,2-1 17-16,0-1-18 0,-2 4-5 16,0-3-2-16,0-1-3 0,0 2 15 0,0-2-15 15,-2-3 23-15,2-1-15 0,-1-1-1 16,-1 0 6-16,2-2 3 0,-3-3-9 0,7-1 1 15,-4-2 5-15,0-1-8 0,4-6-8 0,-1 2 3 16,-3-4 5-16,5-3-2 0,-2-5 2 0,-2 2 8 16,-1 0-11-16,0-2 1 0,1-1 0 15,-2 3 4-15,-2 3-17 0,-1 0 15 0,2 2 0 16,-4 4-18-16,2 1 8 0,-3 3 5 0,-2 1 13 16,-1 4-10-16,0 0-11 0,9 11 28 15,-4-4-20-15,-2 4 16 0,0 5-21 0,0 1 7 16,-2 0 21-16,2 4-30 0,0 3 7 15,1-2 7-15,-1 1-17 0,3 1-3 0,-1-3-43 16,1 1-8-16,1-4-49 0,0 4-53 0,3-5-47 16,0-2-94-16,0-4-522 0,1-1 28 0,3-3 64 15,-4-1 71-15,7-5 75 0,-4-2 58 16</inkml:trace>
  <inkml:trace contextRef="#ctx0" brushRef="#br0" timeOffset="-81853.21">23884 15476 1008 0,'-5'-3'294'0,"2"1"-20"0,-4-3-33 16,7 5-26-16,-16 4-13 0,8-1-20 0,-2 0-11 15,2 2-27-15,-4 1-16 0,2 2-8 16,3 2-13-16,-4 0-14 0,7-1 4 0,-2 0-13 16,3 6-7-16,0-5-10 0,6 5-16 0,-3-2-8 15,3 2-7-15,4 0-5 0,-1 2 20 0,5 1-23 16,-1 2 3-16,0-3 0 0,4 1-11 15,-4-1 8-15,4 1-15 0,-4-3-8 0,0 2 8 16,-2-3 13-16,-1 0-13 0,-1 0 10 16,1 0-3-16,-4-3 8 0,0 0-2 0,0 0-6 15,-3-2 14-15,-6 0 1 0,3-1-9 0,-4 0 5 16,1 0-6-16,-1-2 9 0,-1-1-6 16,1 0-10-16,-2-2-16 0,-1 0-56 0,2-3-22 0,1 0-86 15,7 0-188-15,-13-2-449 0,6-1 54 16,4-2 85-16,-1-3 51 0,4 1 66 0</inkml:trace>
  <inkml:trace contextRef="#ctx0" brushRef="#br0" timeOffset="-81502.88">24150 15666 1008 0,'3'17'323'0,"3"1"-32"0,-1-3-42 0,-2 2-9 15,-3-2-38-15,4 0-10 0,-1 2-15 16,3-1-16-16,-3-1-25 0,-2-2 2 0,2 0-23 16,0-2-20-16,2-1 2 0,-5 2-4 0,3-6 1 15,0 1-20-15,-3-3-10 0,0-4 0 0,0 0-10 16,0 0 0-16,0 0 15 0,0 0 10 0,0 0-4 16,-6-29-1-16,1 12-5 0,2-3 8 15,0-3-3-15,2-2-7 0,0-2 2 0,-1-3 5 16,4 5 0-16,-1-1-12 0,0-1 4 15,2 2-22-15,4 3 17 0,-3-3-28 0,3 7 24 16,3-4-24-16,2 4 0 0,-1 1-2 16,0 5 5-16,3-1-8 0,-1 5-18 0,1-2-18 15,0 3-30-15,0-1-28 0,-1 6-42 0,0 2-56 16,-2 0-51-16,-1 2-115 0,0 1-458 0,1 1-32 16,-4 1 99-16,-1-1 71 0,1 5 76 15,-3-4 42-15</inkml:trace>
  <inkml:trace contextRef="#ctx0" brushRef="#br0" timeOffset="-81336.22">24310 15701 885 0,'0'0'282'16,"0"0"-21"-16,0 0-41 0,0 0-23 0,0 0 0 16,0 0-38-16,31-10-6 0,-20 10 6 0,2-4-41 15,1 0-26-15,-1 2-33 0,0 1-51 16,-1-3-52-16,1 4-43 0,-2-2-74 0,-1 2-80 15,-1 0-281-15,-9 0-95 0,7 5 36 0,-2-3 64 16</inkml:trace>
  <inkml:trace contextRef="#ctx0" brushRef="#br0" timeOffset="-81169.43">24195 15915 716 0,'0'0'272'0,"6"6"-11"16,-2-4-31-16,2 1-23 0,4 0-4 15,4-3-40-15,0 1-4 0,6-1-21 0,1-1-15 16,-1-2-10-16,7 1-8 0,1 1-18 0,0-1-46 16,-1-2-57-16,0 4-78 0,-7-1-242 15,4 0-342-15,-3-1 56 0,0 1 56 0,-5-1 65 16</inkml:trace>
  <inkml:trace contextRef="#ctx0" brushRef="#br0" timeOffset="-80652.86">24724 15823 816 0,'-6'19'300'0,"6"-10"-29"15,0-2-25-15,-1 8-26 0,1-3-16 0,0 2-14 16,0 2-24-16,0 0-10 0,1 4-22 16,-1-1-17-16,0-1-4 0,0 2-13 0,0-2-6 15,3 2-4-15,-3-3-16 0,0 1-7 0,0-4-13 16,0-1 4-16,0-1 14 0,0-2 5 16,0-2-3-16,-3 2-12 0,3-7-4 0,0 2 14 15,0-5-26-15,0 0 13 0,0 0-15 0,0 0-6 16,0 0-5-16,0 0-15 0,3-21 5 15,0 12-2-15,1 0-1 0,-1 3-7 0,4-1-10 16,-1 1 14-16,2-1-11 0,-2 3 11 16,-2 0-9-16,6 1-5 0,-3 2-3 0,3 1 2 15,-10 0 19-15,15 2-8 0,-6 0-11 0,-2 3 3 16,0 2-5-16,2-1 0 0,-4-1 13 0,1 5-5 16,-4-3 7-16,0 1 3 0,-3 1 2 15,0-1 3-15,-4 0 6 0,0 1-11 0,-4-1 12 16,-1 0-2-16,0 1 6 0,-1-1-14 15,-5-2-2-15,1 0 13 0,2 0-16 0,-1-1 6 16,1-2-6-16,2 3 3 0,-2-3-16 0,3 0-25 16,-1 1-30-16,4-2-32 0,0 2-86 0,1-2-78 15,-1-1-196-15,7-1-359 0,0 0 67 16,0 0 74-16,0 0 72 0,0 0 41 0</inkml:trace>
  <inkml:trace contextRef="#ctx0" brushRef="#br0" timeOffset="-79868.91">25062 16054 893 0,'-10'2'320'0,"3"3"-26"16,0 0-30-16,-2 2-8 0,-2 0-28 16,4 0-36-16,0 2-11 0,1 0-14 0,-2-1-9 15,2 2-17-15,2-2-21 0,1-1-22 0,0 1-14 16,3 0-20-16,0-4-2 0,0 1-1 15,6-1-20-15,-2 2 8 0,2-5-16 0,2 1-13 16,-8-2 11-16,13 3-5 0,-3-3 4 0,-2 1-1 16,1-1 1-16,-9 0-17 0,14 0-5 15,-4 1 12-15,-3-1-7 0,-7 0-10 0,18 0 4 16,-8 2 9-16,0 1 4 0,4-2-7 16,-1 2 0-16,1-2 5 0,0 0 0 0,-1-1-3 15,4 3 0-15,-3-3-2 0,3 0-3 0,0-3 1 16,-3 3 12-16,3-2-11 0,0-1-1 0,0-1 9 15,-3 0 11-15,3-2 0 0,-3 0-14 16,0-1 19-16,-1 1-10 0,0-2 5 0,-2-1-8 16,2 1-3-16,-6-4 8 0,1 1 6 15,-2 1-11-15,1-3 0 0,-1 3-8 0,-5-2 0 16,6 2 1-16,-4 0 2 0,0 0 2 0,-2 2-12 16,2 1-11-16,0 2 6 0,0 0-3 0,-3 5 0 15,4-2 2-15,-4 2 3 0,0 0 8 16,11 9-23-16,-4-2 5 0,-1 2 15 0,1 0-5 15,4 4-5-15,-2-1-2 0,1 1-6 0,-3 3 8 16,4 0 0-16,-4 0-3 0,2 0 11 16,-5 0 0-16,3-1-6 0,-6-1 3 0,-1-1 11 15,0-1-1-15,-1-1 1 0,-6-1 7 16,0 0 5-16,0-3-13 0,-3 0-7 0,-3-2 12 16,3-2-2-16,0-1-5 0,-1 0 0 0,1-2 5 15,3 0-23-15,7 0 17 0,-17-1-12 0,10 0 3 16,7 1 0-16,-10-4 9 0,6 1 14 15,4 3-16-15,0-6-10 0,0 6 0 0,11-10 16 16,-2 4-14-16,-2 0 8 0,8-1-15 16,-2-3 13-16,4 1 10 0,0-3-13 0,0 1-8 15,4-3-4-15,-1 2 12 0,-2-2 5 0,1-1-7 16,-4 2-6-16,5-1 8 0,-7 3-2 0,-2 2 2 16,0 0 10-16,-2 0-20 0,-2 2 13 15,0 1 5-15,-3 0-1 0,-1 2-7 0,-3 4 6 16,0 0-1-16,0 0 0 0,0 0 0 15,0 0-10-15,-27 11 8 0,23-4-8 0,-6 2-8 16,6-1 11-16,-2 0-11 0,4 1 11 0,-3 0-1 16,5 0 1-16,0 0-16 0,0-2 13 0,6 2-2 15,-2-1 4-15,2-1-4 0,2 1-1 16,2-3 13-16,0 0-5 0,1-4-12 0,2 5-50 16,-3-5-63-16,6 1-210 0,-4 2-566 15,-1-3 79-15,-1-2 88 0,-4-3 79 0,1 1 61 16,-7-7 64-16</inkml:trace>
  <inkml:trace contextRef="#ctx0" brushRef="#br0" timeOffset="-77403.23">26023 13801 1108 0,'-6'-2'430'0,"6"2"-36"0,-4-2-48 16,4 2-26-16,0 0-34 0,-3-6-20 0,3 6-35 15,0 0-8-15,10-7-37 0,0 6-9 0,4-2-23 16,2-1-6-16,2 1-28 0,2-2 1 16,10 2-11-16,-2-4-16 0,10 2-7 0,0 0-15 15,2-2 7-15,1 3-15 0,-2 0-5 0,4 1-5 16,-5-3-3-16,2 4 6 0,-11-2-14 0,2 2-10 15,-2 0-10-15,-7 0-38 0,2-1-44 16,-4 2-12-16,-6 1-24 0,0 1-33 0,-1 2-33 16,-6-1-44-16,0 0-159 0,-7 0-171 0,0 2-276 15,0-4 76-15,-4 9 54 0,-2-7 77 16,-4 6 54-16</inkml:trace>
  <inkml:trace contextRef="#ctx0" brushRef="#br0" timeOffset="-77186.29">26156 13999 821 0,'-10'9'266'0,"4"-3"-15"0,2-4-28 16,-3 4 0-16,6-2 2 0,-2 0-15 0,3-4-16 15,0 0-7-15,4 7 8 0,3-4-34 0,0-2-2 16,3-1-8-16,7 2-26 0,-3-2-2 16,10 3-13-16,0-6-13 0,5 1-10 0,0 2-2 15,2-1-1-15,0 0-25 0,2-4-3 0,-2 4-7 16,-3-1-5-16,1-3-32 0,-8 5-27 15,2-2-36-15,-4 1-36 0,-2-1-62 0,0-3-30 16,-3 5-131-16,-3-4-452 0,0 0 55 16,-6-1 42-16,2 0 81 0,0-2 47 0</inkml:trace>
  <inkml:trace contextRef="#ctx0" brushRef="#br0" timeOffset="-76803.41">26587 13600 685 0,'0'0'295'0,"0"-9"-31"0,0 9-34 0,0 0-10 15,0 0-25-15,0 0-1 0,0 0-12 16,17 15-23-16,-13-7-6 0,6 0-17 0,1 3-3 16,2 4-18-16,1 1-7 0,-1 1-1 0,1 0-17 15,0 1-8-15,2 6-11 0,-2 0 1 0,-1-1-21 16,-2-2 11-16,-4 4-14 0,-3-2-12 15,-1-1 13-15,-3-1-6 0,-3 2-15 0,-1 1 16 16,-3-4-6-16,-7 5 16 0,-2-1-8 16,-2-5 10-16,-6 3-4 0,4-4 9 0,-7-1-2 15,3 0 7-15,-4-3-7 0,4-3 13 0,1-3-26 16,2 2 3-16,-3-3-13 0,7 1 15 16,-3-3-13-16,5-2 0 0,-1 3-9 0,2-3 14 15,4-3-7-15,0 4-13 0,-1-1-2 0,1-2-6 16,3-1-10-16,1 5-31 0,-2-4-35 0,8-1-64 15,-13 2-16-15,6 0-44 0,1 0-27 16,-2 1-139-16,-2-1-445 0,0 2 59 0,-4 0 61 16,0-2 57-16,-6 1 66 0</inkml:trace>
  <inkml:trace contextRef="#ctx0" brushRef="#br0" timeOffset="-75486.84">27459 13741 962 0,'0'0'287'15,"0"27"-13"-15,0-12-39 0,-4 3-28 16,4-1-22-16,0 6-22 0,0-2-6 0,0 6-4 16,0 0-22-16,0-2-8 0,0 0-21 0,0 2-18 15,0-2 6-15,4 3-8 0,-4-8-18 0,0 3 2 16,0-4-7-16,0-3 5 0,0 0 0 16,0-3-18-16,0 0 21 0,-4-3 20 0,4-3-28 15,0-1-5-15,0-4 12 0,0-2-15 0,0 0 3 16,0 0-21-16,0 0 6 0,-13-17 4 15,9 7-20-15,1-6 11 0,-3 1-9 0,1-10 6 16,2 1-5-16,0-2-9 0,3-1-6 16,-1-3 4-16,2-5 13 0,2 2-18 0,5 1-10 15,-2 2-2-15,1 0 15 0,3 3 2 0,1 0-15 16,-1 6 5-16,3 1 5 0,-2 2 6 16,2 4-19-16,1 1 19 0,-4 3-19 0,3 8-7 15,-2-4 17-15,4 6-4 0,-4 0-3 0,0 0 5 16,-1 6-7-16,1-4 12 0,-4 6-20 0,0 1 7 15,-1-1 3-15,-2 0-5 0,0 2-3 16,-4 2 1-16,-4 0 12 0,3-4 2 0,-8 7-14 16,2-5 17-16,0 5-13 0,-4-5 14 0,-2 4-11 15,3-4 0-15,-4-1 7 0,1 1-2 16,-1 2 6-16,3-2-17 0,-3-1 9 0,1 0-3 16,5 0 0-16,-2-1 8 0,1 4-8 0,2-1 7 15,1-2-1-15,2 1-4 0,4 3-7 0,0-3 13 16,0 0 7-16,4 2-7 0,2 1-1 15,4-3 6-15,1 4-8 0,-1-3-2 0,3 0 2 16,3-1 21-16,-4-1-14 0,8 0 1 16,-3-1-5-16,1 0-8 0,4 1 13 0,-7-3-11 15,3-1 3-15,-2 2 11 0,2-3-11 0,-2 0 2 16,-2 1-12-16,-4-2-23 0,1 1-15 16,-1-1-39-16,-3-1-92 0,2-2-200 0,-1 0-455 0,-8 0 66 15,0 0 85-15,10-5 61 0,-7 0 59 16,-3-2 66-16</inkml:trace>
  <inkml:trace contextRef="#ctx0" brushRef="#br0" timeOffset="-75120.11">27937 13441 1026 0,'4'-2'340'0,"6"-3"-30"0,-3 4-10 15,-7 1-60-15,15 6-15 0,-6-4-2 16,-2 5-33-16,0 3-19 0,3-2-17 0,0 4-24 16,-3 1-7-16,-1 1-13 0,-2-3-15 0,-1 6-3 15,-3-7 0-15,0 5-15 0,0-5-5 16,0 5-6-16,-6-5-2 0,5 3 15 0,-5-3-15 16,3 0-5-16,2-3 16 0,-5 1-1 15,6 2-8-15,-4-3-7 0,1-1-2 0,3-4 9 16,-1 5-22-16,1-2 4 0,0-5 1 0,1 6-3 15,2-1-8-15,4-3 8 0,-7-2-17 0,14 0 1 16,-4 0-7-16,1 0 8 0,2 0-13 16,1 0 0-16,2 0 7 0,-1 0-17 0,-2 0 13 15,5 0-1-15,-2-1 1 0,-2 1-50 0,0 0-45 16,-1 1-46-16,-2-1-98 0,-1 0-184 16,3 2-478-16,-3 1 71 0,-6-1 110 0,3-1 39 15,-7-1 84-15,10 2 44 0</inkml:trace>
  <inkml:trace contextRef="#ctx0" brushRef="#br0" timeOffset="-74886.82">28201 13996 1302 0,'0'0'397'0,"0"0"-39"0,0 0-40 0,6 9-19 16,-2-6-32-16,3-3-19 0,5 0-23 15,-1 1-23-15,0-1-30 0,6 3-13 0,0-3-14 16,0 2 1-16,1-2-18 0,2 0-15 16,3 0-8-16,-3-2-23 0,-5 2-41 0,4 0-36 15,-4 0-67-15,-1 0-48 0,1 2-102 0,-3-1-305 16,-5 0-289-16,0-1 81 0,-7 0 55 0,10 0 60 16,-10 0 63-16</inkml:trace>
  <inkml:trace contextRef="#ctx0" brushRef="#br0" timeOffset="-74670.71">28241 14184 929 0,'-6'3'286'0,"6"-3"-12"0,0 0-31 0,-3 4 3 16,3-4-10-16,0 0-11 0,0 0-28 0,0 0-5 15,9 8 0-15,-9-8-26 0,11 2-15 16,0 0-23-16,-2-2 8 0,3 0-29 0,1 2-12 15,0-4-10-15,6 2-6 0,-4 0-38 0,4-2-36 16,-4 2-74-16,3-2-59 0,5 0-113 16,-3 1-191-16,-2-4-326 0,3 4 57 0,-1-6 86 15,-1 0 40-15</inkml:trace>
  <inkml:trace contextRef="#ctx0" brushRef="#br0" timeOffset="-74287.1">28875 13915 826 0,'0'0'315'16,"0"15"-10"-16,-1-11-44 0,0 3-13 0,-5 5-12 15,6-1-29-15,-3-1-18 0,2 0-9 16,0 3-29-16,1-2 10 0,0 2-33 0,1-1 0 0,0-2-13 16,2 3-8-16,0-3-2 0,2 0-15 15,1-2-3-15,-2 1-5 0,7-1-13 0,-2-1 8 16,1-1-16-16,4-4-7 0,3 3 13 0,0-3-19 15,0-2 11-15,4-1 5 0,-1-3-13 0,1 2 8 16,3-6-18-16,0 1-18 0,-4-3 23 16,1-1-13-16,0-3 8 0,-5-1-5 0,2-2-5 15,-5 1 5-15,-3-1-5 0,1-1-6 0,-2-3 11 16,-5 0-16-16,-4 4-4 0,0 1 12 16,-3-3 10-16,-4 2-20 0,2 1 10 0,-8 0-10 15,-3 0 3-15,-2 4-13 0,-1-1 17 16,-2 4-15-16,0 2 8 0,-3 0-7 0,4 3-6 15,-4 3-3-15,0 1 1 0,4 3-3 16,-5 4-23-16,3 3-21 0,-7 2-35 0,5 6-93 0,1 2-227 16,5 5-492-16,0-2 82 0,2-3 90 15,2 2 59-15,1-6 84 0,3-4 49 0</inkml:trace>
  <inkml:trace contextRef="#ctx0" brushRef="#br0" timeOffset="-62305.53">26252 15998 831 0,'17'0'328'0,"-17"0"-36"0,14-6-23 0,0 6-21 15,-1-2-13-15,5-1-30 0,4 1-21 0,-1-2-25 16,4 3-5-16,7-3-29 0,-3 1-5 16,2 0-2-16,0-1-26 0,0 1-2 0,3 1-16 15,-2-3 0-15,0 4-12 0,-1-3-8 0,-3 2 15 16,2 1-21-16,-6-1-14 0,-1-2-16 15,-2 3-31-15,-6 0-28 0,1 1-67 0,-1-2-104 16,-5 1-108-16,3 1-389 0,-6 1 7 16,-7-1 60-16,10 0 74 0,-10 0 56 0</inkml:trace>
  <inkml:trace contextRef="#ctx0" brushRef="#br0" timeOffset="-62071.54">26574 16086 906 0,'-7'2'314'0,"2"1"-11"0,5-3-35 15,-9 1-40-15,9-1-5 0,-4 4-18 0,4-4-19 16,0 0-22-16,0 0-15 0,12 5 12 16,-6-2-41-16,4-3-17 0,3 0 2 0,5 1-3 15,-1-2-7-15,3-2-11 0,1 3-17 16,3-2-3-16,-1 1-23 0,3-1-11 0,-3 1-19 15,0-2-68-15,-2-1-78 0,1 3-111 0,-3-1-525 16,-5-2 44-16,0-1 65 0,-4 2 63 0,-1-5 58 16</inkml:trace>
  <inkml:trace contextRef="#ctx0" brushRef="#br0" timeOffset="-61821.5">26864 15776 716 0,'3'-5'277'0,"-3"5"-24"0,0 0-25 16,0 0-21-16,21 10 1 0,-14-4-4 0,7 3-45 16,2 3-11-16,2 3 11 0,0-1-23 0,-2 4-16 15,0 0-15-15,-2 0 0 0,-3 2-10 16,3 0-13-16,-7 0 5 0,-1 2-21 0,-6-3 1 16,0 0 2-16,-7 3-13 0,-3 0 6 15,-7-1-9-15,-1 4-12 0,-1-3 3 0,-5 0-6 16,-1-2-7-16,-2 0-13 0,3-1-39 0,-3-2-43 15,3-1-115-15,0 2-233 0,4-7-343 16,2-4 56-16,1-1 95 0,7-4 38 0,0-2 70 16</inkml:trace>
  <inkml:trace contextRef="#ctx0" brushRef="#br0" timeOffset="-60821.71">29021 15746 929 0,'0'0'302'0,"0"0"-31"15,10 8-7-15,-9-1-29 0,5 3-27 0,-2 2-9 16,2 4-20-16,-2 1-17 0,3 0-24 16,-3 4-10-16,2-1-16 0,-1 4-9 0,-3-2-19 0,1-1 3 15,2-1-12-15,-3 0-4 0,-2-2-7 16,4 0-13-16,-4 0-5 0,3-4 1 0,-3-1 6 16,0-1 11-16,3 0-2 0,-2-6-11 15,-1 3 18-15,0-2-2 0,0-2-9 0,0-5-1 16,0 0-21-16,0 0 10 0,0 0-5 0,0 0-13 15,-11-22-5-15,10 7 18 0,-2-5-26 0,0-3 11 16,3-4 2-16,0-3-2 0,3-6-6 16,0 0-2-16,2-1-5 0,2 3-1 0,2 0 9 15,1 5-8-15,3 0 5 0,-2 3-6 16,4 2-1-16,-2 4-11 0,4 4 15 0,-3-1-20 16,3 5 20-16,-3 2-15 0,3 5 8 0,-1 0-3 15,-1 4-10-15,-2 0 8 0,3 3-1 16,-4 3-2-16,1 0 5 0,-2 5 3 0,-1 2-6 15,-1 1-12-15,-4 1 3 0,-5 0 7 0,0-2-6 16,-4 3-4-16,0 2 10 0,-4 0-2 16,-7-1 4-16,1 1 1 0,-1-2-3 0,-4-2 7 15,-2 1-7-15,6-3 11 0,-1 0-9 0,0-2 14 16,3-1-14-16,-2-1-2 0,5-1-10 16,-1 1 12-16,3-1-4 0,-3-1 2 0,3 0 8 15,4 0-14-15,-2-2 6 0,2 4 8 16,1-1-5-16,0 0 10 0,3 0-13 0,0 2 12 15,5-1-9-15,-3 0-3 0,4-1-5 0,1 3 7 16,4-2 14-16,2 0-14 0,1 0-9 0,0 0 12 16,3 1 7-16,-1-3 12 0,2 2-24 15,-1 0 2-15,3-1 1 0,-3-1 4 0,1 0 4 16,-1 0-6-16,0 0 0 0,0-1-3 16,-7-1 9-16,3 0-17 0,-2 1 1 0,-1-3 10 15,-3 3-12-15,3-3-9 0,-6 1-1 0,-4-2-14 16,13 2-77-16,-13-2-50 0,7 1-111 0,-7-1-322 15,0 0-226-15,4-6 77 0,-4 0 62 0,0-2 66 16,-4-3 75-16</inkml:trace>
  <inkml:trace contextRef="#ctx0" brushRef="#br0" timeOffset="-60432.29">29652 15266 875 0,'5'-1'279'16,"-5"1"-18"-16,13 1-36 0,-5-1-15 15,0 5-18-15,-3 0-28 0,1 2-16 0,-2 1 6 16,0 2-11-16,-1 1-43 0,-3 1 13 0,-1 0-13 16,-5 3-13-16,2 0-8 0,-5 0-2 0,2 0 12 15,0-3-17-15,-3 3-16 0,0-1 8 16,0 0 0-16,-1-3-2 0,4 0-21 0,0-1 7 15,-3-2 16-15,6-1-20 0,-2 1 7 0,-1-2-7 16,4-2-6-16,-1 3-2 0,1-4 2 16,3-3 3-16,0 10-10 0,0-10 7 0,10 5-12 15,-3-5 2-15,3 5-7 0,7-3-9 0,-2-2-1 16,1 0 1-16,5 1 4 0,-1-1-1 16,4 0 11-16,0-1-8 0,-3 1-11 0,2-3 1 15,1 3 2-15,-3-4-2 0,-1 4 5 16,-1 0-11-16,-3-3 11 0,-3 2-10 0,2 1-9 0,-3 0-32 15,-2 0-23-15,-3 1-26 0,1 1-82 16,1-1-72-16,-8 4-89 0,5-2-459 0,-4 2 78 16,-1-1 74-16,-1-4 61 0,1 8 43 0</inkml:trace>
  <inkml:trace contextRef="#ctx0" brushRef="#br0" timeOffset="-59071.99">30450 15565 637 0,'4'-4'271'0,"-1"1"-12"15,2 0-19-15,-5 3-20 0,5-7 1 16,-5 7-24-16,3-7-26 0,-3 7 3 0,5-1-12 16,-5 1-29-16,0 0-5 0,3-7-16 0,-3 7 3 15,0 0-22-15,0 0-4 0,0 0-7 0,0 0-10 16,0 0-3-16,0 0-8 0,0 0-2 16,-15 18-5-16,6-13-11 0,2 4 6 0,-4-1 0 15,1 2-8-15,-3 3-11 0,-1-1-1 16,1 3 6-16,-2 0 6 0,-1 2-7 0,1-6-4 15,-1 6-7-15,1-2-2 0,-1-2 15 16,5-1-1-16,-2-2-19 0,3-2 9 0,-1 2 4 16,4-3 4-16,-2 1-13 0,1 0 6 0,4-1-11 15,-5 0 3-15,6-4 3 0,-1 4-6 0,-2-1 11 16,4-2-16-16,-1 1 0 0,0-2 8 0,0 2 0 16,3-5 10-16,-2 8-20 0,2-8-6 15,0 4 3-15,0-4 11 0,1 9-1 0,0-3-5 16,2-3-7-16,3 2 10 0,-1-3-6 15,2 6 11-15,-1-1-12 0,4-1-4 0,-2 1 11 16,5 2-16-16,1 0 6 0,-1 0 5 0,1 1-8 16,3 0-3-16,-2-1-2 0,4 3 13 0,-1-3-11 15,-2 1 0-15,-1-2-2 0,1-1 21 16,-2 0-4-16,0-1-9 0,0-1 15 0,-4 1-3 16,3-1-22-16,-2-2 4 0,-1 0 18 15,0 0-2-15,0 2-10 0,-3-3 22 0,-1 1-12 16,-2-1 3-16,3 1-1 0,-7-3-7 0,11 4 20 15,-5-3-13-15,-6-1-10 0,7 3 16 0,-7-3-19 16,8 2 19-16,-8-2-16 0,6 5 0 16,-6-5-15-16,0 0 20 0,7 0 0 0,-7 0 3 15,0 0-13-15,0 0 10 0,8 2-7 0,-8-2 10 16,0 0-3-16,0 0-5 0,0 0-10 16,5 3 7-16,-5-3-7 0,0 0 5 0,0 0 0 15,0 0 11-15,0 0-11 0,0 0-6 0,0 0 9 16,0 0-3-16,0 0 0 0,6 2-3 15,-6-2 3-15,0 0 6 0,0 0 4 0,0 0-3 16,0 0-9-16,0 0 17 0,0 0-10 0,0 0-5 16,0 0-2-16,0 0 2 0,0 0 2 15,0 0 3-15,0 0-2 0,0 0 0 0,0 0-3 16,0 0 2-16,0 0-7 0,0 0 15 0,0 0-5 16,0 0-25-16,0 0-1 0,0 0-2 15,0 0-7-15,0 0-9 0,0 0 3 0,0 0 1 16,0 0-11-16,8-5-16 0,-8 5 3 0,0 0-7 15,0 0-14-15,0 0-68 0,0 0-152 0,0 0-539 16,0 0 66-16,0 0 74 0,0 0 85 16,0 0 48-16</inkml:trace>
  <inkml:trace contextRef="#ctx0" brushRef="#br0" timeOffset="-58121.86">31086 15604 637 0,'0'0'271'15,"0"0"-20"-15,0 0-21 0,-12 2-12 0,12-2-26 16,-12 10-15-16,4-3-1 0,2 0-15 0,-4 4-10 16,4-1-2-16,-2 5-11 0,3-1-2 0,-3 1-26 15,4-2-10-15,-2 5-6 0,3-3 1 16,-2 2-13-16,5-1-8 0,0-2-17 0,0 2 9 16,3-4-2-16,2 3 5 0,-2 0-20 15,4-3-6-15,2 1 6 0,1-3-13 0,-2 0 7 16,5-2-2-16,1-1 5 0,-3-1-10 0,2-2-13 15,1 0 3-15,1-4 7 0,-2-3-5 0,0 3 8 16,6-5-15-16,-4-1 32 0,2-2-32 16,-3 0 7-16,3-6 3 0,-1-4 28 15,-1 2-31-15,1-10 2 0,-1 1-6 0,-5 0 6 0,4-5-2 16,-4 0-7-16,0 0 27 0,-7 3 6 16,5 2-13-16,-5-1-10 0,-3 2-11 0,3 4 11 15,-6-1-13-15,0 4 13 0,-1 0 7 0,-5 1-30 16,-1 6 15-16,-1-2 0 0,-2 2 0 15,-2 4-21-15,-2-1 19 0,0 2-11 0,1 5 8 16,-3 0-15-16,-1 4 2 0,2 0-3 16,-1 1-2-16,-5 4 3 0,3-1-1 0,0 2 9 15,4 0-16-15,-2 2-16 0,-2-1-10 0,6-1-40 16,-1 5-16-16,0-5-46 0,1 7-59 0,1-5-108 16,4 0-509-16,-4 1 31 0,4-3 67 15,0 0 73-15,-1-2 67 0,-2 0 54 0</inkml:trace>
  <inkml:trace contextRef="#ctx0" brushRef="#br0" timeOffset="-51868.16">25804 12321 839 0,'-9'1'282'0,"9"-1"-16"0,0 0-23 15,-5 1-13-15,5-1-25 0,0 0-10 0,0 0-11 16,0 0-18-16,21 0-7 0,-11-1-18 15,4-3-5-15,3 2-1 0,4 2-2 0,0-2-38 16,6-3 10-16,4 4-21 0,3-6 9 0,6 3-14 16,-2-2 5-16,0 4-14 0,0-4-9 0,2 3-5 15,-9-1-7-15,0 1-6 0,0 1-17 0,-4-1-21 16,-3 1-18-16,-4 2-25 0,-2 0-59 16,-5 0 15-16,4 0-62 0,-7 0-217 0,-2 2-381 15,-1 2 23-15,-4-1 56 0,-3-3 74 0,-3 8 59 16</inkml:trace>
  <inkml:trace contextRef="#ctx0" brushRef="#br0" timeOffset="-51639.35">26054 12659 734 0,'0'0'335'0,"0"7"-4"0,0-7 9 16,0 0-53-16,7 2 20 0,-1 1-38 0,5-2-13 15,-1-1-44-15,4-1-2 0,2-2-23 16,2 1-28-16,2 2-16 0,4-1-13 0,-3-2-9 16,3 0-27-16,-1 2-19 0,-2 1-34 0,5-2-39 15,-4 1-43-15,0-2-59 0,-3 2-89 0,2 0-195 16,-4-2-404-16,-3-1 48 0,-1 2 62 16,-6-2 86-16,3-2 60 0</inkml:trace>
  <inkml:trace contextRef="#ctx0" brushRef="#br0" timeOffset="-51388.75">26306 12233 737 0,'0'-7'253'0,"1"-3"3"16,-1 3-18-16,0 3-13 0,3-3-28 0,4 0-12 16,-3 5-19-16,-1-4-12 0,4 4-24 15,3-2-4-15,0 4-3 0,0 4-21 0,1-2-20 16,2 6-5-16,-2-1-1 0,3 3-14 0,-1 3 17 15,0 0-22-15,-2 4 4 0,2 0-2 16,-2 4 0-16,-4-2-31 0,0-1 5 0,-4 4-5 16,0-4 11-16,-3 3-6 0,0 0-5 0,-3 2-10 15,-4 1 10-15,-7 4-18 0,1-3-40 16,-1 4-57-16,-13 6-69 0,3-9-162 0,-4 9-452 16,-6-3 68-16,-3-6 85 0,-1-1 57 15</inkml:trace>
  <inkml:trace contextRef="#ctx0" brushRef="#br0" timeOffset="-47889.9">22987 2839 924 0,'0'0'314'16,"0"0"-24"-16,0 0-47 0,8 13-21 0,-8-4-27 15,6 1 2-15,-2 5-23 0,2 1-20 16,-2 2-16-16,3 1-10 0,0 3-23 0,-1 0-3 15,1 1-10-15,0 0-12 0,0 0-3 0,0 1 2 16,0 0-12-16,-1 1-1 0,2-4-17 0,-2 3-8 16,-2-2-11-16,5 0-19 0,-2-1-42 0,1-2-56 15,-2-2-120-15,1 0-85 0,3-4-486 0,1-1 99 16,2-4 57-16,-2-3 69 0,-1-2 57 16</inkml:trace>
  <inkml:trace contextRef="#ctx0" brushRef="#br0" timeOffset="-47673.16">23835 3131 1246 0,'4'-2'420'0,"2"0"-39"0,-2 0-48 0,6-2-21 16,-3 0-33-16,6 0-25 0,2-1-39 15,4 1-16-15,2 0-22 0,6 0-21 0,1-1-18 16,3 2-63-16,10-2-47 0,0 0-56 0,3 3-82 16,4 1-228-16,10-4-494 0,3 1 92 15,-2-1 51-15,-4-3 108 0,0 0 36 0</inkml:trace>
  <inkml:trace contextRef="#ctx0" brushRef="#br0" timeOffset="-47057.22">25510 2677 829 0,'3'9'310'0,"1"1"-14"0,-3 2-22 16,-1 1-28-16,3 2-33 0,-3 2-11 15,0 1-41-15,0 0 3 0,0 1-23 0,0 1-3 16,3-2-28-16,-3 2-8 0,3-1-10 0,-2-2-5 15,2 0-15-15,-3-3-3 0,3-1-5 16,-3-1 3-16,3-1-6 0,-3-2-2 0,1-1 0 16,-1 0-18-16,0-6 2 0,0-2 9 0,0 0-17 15,0 0-1-15,0 0-4 0,0 0 4 16,3-20-4-16,-3 7-12 0,-3-4 5 0,3-1 8 16,0-2-5-16,0-5-6 0,3-4-4 0,-3 2 14 15,3 1 6-15,-3 0-18 0,6 1 15 16,-4 1-7-16,1 6-6 0,-3 1-4 0,3 1 7 15,0 4-13-15,-2 3-10 0,5 3 8 16,-2 3-16-16,3 2 11 0,-7 1-1 0,16 2 3 16,-9 5 8-16,7 1-5 0,-4 1-1 15,2 0-4-15,-3 1 5 0,4 2-1 0,-1 0 1 0,-1-2-5 16,0 0-3-16,0 2 10 0,-1-3-8 16,0 0-9-16,-2-1 30 0,-1 0-23 0,2-1-16 15,-5-2 14-15,3-1 2 0,0-1 8 0,0-1-6 16,2-2 1-16,-9 0-3 0,15-4 2 15,-5-1 14-15,-1-3-14 0,-1 0-7 0,-1-4 2 16,0-5-2-16,2 4 10 0,-1-6-10 0,-1 1 10 16,-1 0 6-16,-2 3 4 0,5-2-7 0,-4 7-8 15,-2-1 2-15,1 0-17 0,-1 5 2 16,0 1-7-16,3 5 2 0,-6 0 10 0,0 0-5 16,7 14 13-16,-2-4 0 0,-2 2-15 0,-3 2 15 15,3 2-10-15,1 0 10 0,-4 1 20 16,3 1-25-16,0 0 15 0,-3 2-35 0,4-2-32 15,-4 1-19-15,3-1-75 0,4 0-90 0,-4-3-181 16,1 2-398-16,3-4 99 0,-1-3 65 16,1-2 96-16,2-2 40 0</inkml:trace>
  <inkml:trace contextRef="#ctx0" brushRef="#br0" timeOffset="-46739.98">26273 2538 1021 0,'-10'0'299'0,"-1"-3"-9"0,-2 3-47 16,2 1-21-16,-1 1-4 0,-3 1-36 0,4 2-16 15,-2 1-23-15,3 2-9 0,2-1-19 16,-1 2-10-16,5 3 0 0,4-2-16 0,0 2-15 16,3-1-7-16,1 6-8 0,2-3 10 15,5 1-26-15,-1 1 4 0,4 2-6 0,-1-2-8 16,1 2 10-16,0-1-25 0,1 1 8 0,-2-3 5 15,0 1-16-15,-6-3-2 0,5 0 10 0,-7 1-5 16,2-1-13-16,-4-1 5 0,0-1 5 16,-3 0 14-16,-3 1-29 0,-2-1 23 0,-3-1 2 15,-2 2-9-15,-1-1 4 0,-3-2-12 16,0-1-13-16,1 1-29 0,-4-3-27 0,6 1-77 16,-1-4-149-16,1 0-522 0,1-3 67 0,10 0 76 15,-11-3 67-15,4-2 49 0</inkml:trace>
  <inkml:trace contextRef="#ctx0" brushRef="#br0" timeOffset="-46405.46">26673 2703 780 0,'3'18'284'0,"-3"-1"-30"0,0-1-32 16,0 0-12-16,0-3-23 0,0 0-5 15,0 2-18-15,0-1-23 0,0-1-21 0,0 1-2 16,-3-2-37-16,3-1-11 0,0 0 22 0,0-2-8 16,-1-2-17-16,-2-1-8 0,3-1-6 15,0-5-7-15,0 0 29 0,0 0-22 0,0 0 9 16,-8-17 12-16,6 7-5 0,-1-1 26 0,-1-8-13 16,4 1-3-16,-1-3 8 0,2-1 8 0,-1-3-13 15,7 0 0-15,-4 1-5 16,1-1-13-16,2 2 5 0,-2 1-16 0,3 0 9 0,5 1-14 15,-4 1 1-15,-1 5-3 0,4 0-20 16,-1 1 7-16,0 3-10 0,1-1-10 0,2 4-26 16,1-1-41-16,-4 5-25 0,0 0-62 0,4 2-84 15,-7 2-197-15,3 0-405 0,1 2 61 16,-5 2 83-16,-2-1 82 0,2 2 58 0</inkml:trace>
  <inkml:trace contextRef="#ctx0" brushRef="#br0" timeOffset="-46222.86">26713 2794 988 0,'0'0'355'0,"0"4"-22"0,0-4-46 15,0 0-13-15,0 0-39 0,8 3-15 0,-8-3-15 16,13 0-33-16,-3-1-6 0,1-3-25 16,2 4-3-16,3-1-23 0,-1-2-20 0,3 0-41 15,-2 2-52-15,5-1-53 0,0 1-144 0,-5-1-442 16,-1 2-103-16,1 0 62 0,1 0 79 0,-7-2 49 15</inkml:trace>
  <inkml:trace contextRef="#ctx0" brushRef="#br0" timeOffset="-46006.56">26830 2976 1003 0,'0'0'389'0,"-4"5"-28"16,4-5-39-16,-6 4-35 0,6-4-8 0,0 4-56 15,0-4 5-15,0 0-26 0,3 7-23 16,0-3-23-16,1-2-7 0,5 0-11 0,-1 2-3 16,2-2-22-16,3-1-11 0,2 1-14 0,2-2-14 15,3 1-28-15,4-1-33 0,-3 0-85 0,2-1-166 16,1-1-604-16,1 1 43 0,-5-3 85 16,3-2 77-16,-5-2 74 0,-2-1 51 0</inkml:trace>
  <inkml:trace contextRef="#ctx0" brushRef="#br0" timeOffset="-45639.88">27295 2827 1123 0,'-4'18'361'16,"4"0"-28"-16,-3-4-39 0,0 0-33 15,3-1-15-15,-1 0-21 0,-2 3-17 0,3-3-29 16,0 2-15-16,-3 0-18 0,3-2-24 0,-3 1-1 15,3-3-9-15,0 1-12 0,-1 0 0 0,1-4-8 16,-1-1 3-16,-2 1 7 0,3-3-17 16,0-5-11-16,0 0-5 0,0 0 3 0,0 0-13 15,0 0-3-15,0 0-7 0,8-27-3 16,-1 14 0-16,-1-3-23 0,1 1 5 0,4-4 15 16,-2 4-9-16,1 0-4 0,-2 2-9 0,2 1-1 15,3 1-2-15,-2 1-15 0,-4 4-1 0,3 0-2 16,4 4 11-16,-4 1-9 0,3 2 6 15,1 1-3-15,-1 2 0 0,-1 0 16 0,1 3-11 16,1 3 5-16,-4-2 3 0,0 4-23 0,4-3 20 16,-7 2-10-16,3 2-5 0,-4-1-20 15,2 1-70-15,-2-2-53 0,-2 0-151 0,-1 2-615 16,-3-3 72-16,3-1 72 0,-1-3 94 16,-1-1 52-16,-1-1 71 0</inkml:trace>
  <inkml:trace contextRef="#ctx0" brushRef="#br0" timeOffset="-44990.23">27639 3025 931 0,'5'-9'369'0,"2"1"-34"15,-4 1-30-15,6 0-31 0,-5-2-26 16,4 0 57-16,1-1-34 0,-2-2-20 0,0 2-34 16,2 1-17-16,-4 0-8 0,1 2-33 0,1-1-8 15,-3 1-8-15,-1 3-38 0,1-1 13 0,-1 1-16 16,-3 4-15-16,0 0-5 0,0 0-18 15,0 0-8-15,0 0 1 0,0 0-4 0,-14 15-12 16,11-10 3-16,0 1-8 0,1 2-6 16,0-4 4-16,-1 2-6 0,0 0-3 0,3-1-14 15,0 0-1-15,0-5 10 0,3 10-9 0,3-7-1 16,-2 0 5-16,-1 1-5 0,4 0 1 0,1-4-4 16,-2 3 6-16,1-2-13 0,-1 3-2 15,-2-1 7-15,7 0 2 0,-8 2 1 0,4 1 2 16,-1-3-2-16,2 4-11 0,0-3 11 15,-3 2-3-15,1 0 3 0,-2 1 2 0,4-1-12 16,-2 1-9-16,1-1 9 0,2 0 2 16,-1-1 5-16,2 1 5 0,-3 0-10 0,3-4 3 0,4 0-19 15,-4 2 4-15,4-1 24 0,-4 0-17 16,3-1-2-16,-2 1-6 0,-1-1 8 0,0-2 5 16,-2 4-5-16,1-4 2 0,-2 1 8 0,-7-1 3 15,14 1-13-15,-10 0 2 0,-4-1-5 16,10 0 11-16,-10 0-8 0,10 1 7 0,-10-1-2 15,0 0 0-15,14-2-10 0,-11 0 15 16,-3 2 8-16,10-5-10 0,-4 2-6 0,-1-1 8 16,1-3-12-16,-2 1-1 0,3-3 18 0,-1-1 3 15,1 0 2-15,-3-1 3 0,1 1-2 16,-3-5-4-16,1 1 22 0,0 3-14 0,-3-3 13 16,0 3 16-16,0-3-6 0,0 3 9 0,0-3-22 15,-3 6 9-15,3-5 22 0,0 2-28 16,0 3-2-16,0-2 15 0,3 2-2 0,-3-1-19 15,4 1 6-15,3 0 2 0,0-2-17 16,2 3 14-16,2-1-9 0,3 1-11 0,2 1 3 16,-1 1-23-16,1-1 17 0,0 5-14 0,-1-4-19 15,-4 1-10-15,2 2-28 0,-2 1-15 0,-1 0-29 16,-10 1-35-16,10 0-57 0,-10 0-196 0,0 0-556 16,0 0 79-16,-24 8 84 0,7-3 73 15,-7 1 65-15,-3 0 75 0,-8 4 52 0</inkml:trace>
  <inkml:trace contextRef="#ctx0" brushRef="#br0" timeOffset="-44623.91">24919 3629 985 0,'-4'2'330'15,"1"1"-28"-15,3-3-18 0,0 0-12 0,17 0-19 16,0-5-23-16,7 3-25 0,14 0-20 0,23-9 1 16,8 1-6-16,26-2-17 0,12-2-19 15,1 0-11-15,6 1-8 0,12 0-17 0,34-4 10 16,5 5-8-16,-29 3-21 0,32-3-9 0,0 3-9 15,3 5 1-15,-31-3-16 0,4 6 3 16,-8-3-3-16,-2 4-2 0,-4-2-23 0,-7 1 0 16,-11 1-14-16,-6 1 1 0,-25-1-10 0,-5 2-3 15,-11-2-15-15,-16 0-21 0,-9 1-56 0,-12-1-10 16,-8 0 66-16,-3 3-38 0,-10-3-84 16,-4 3-421-16,-3-3-260 0,0 0 71 0,-34 8 87 15,3-2 72-15,-10-5 43 0</inkml:trace>
  <inkml:trace contextRef="#ctx0" brushRef="#br0" timeOffset="-43990.24">25774 4056 944 0,'-7'12'369'0,"4"-2"-39"15,-1 3-23-15,4 5-36 0,-1 1-22 16,-2 6-22-16,0 3-29 0,3 1-17 0,0 2-17 16,3 3-10-16,-3 0-21 0,4 2-16 15,-4-2-9-15,4 0-16 0,-1-5 0 0,-3-1-20 16,0-3-3-16,3-4-2 0,-1-3-3 0,-1-5 0 15,0 1 2-15,-1-5-2 0,0-4-15 0,0-2-13 16,0-3-1-16,0 0 19 0,-1-18-18 16,0 4 5-16,-1-6-15 0,-1-6-6 0,3-4 8 15,0-6-10-15,0-2 8 0,3 1-8 0,0 3 15 16,-2 1-5-16,2 7 0 0,0 2-17 16,1 3 1-16,-1 6 6 0,0 2 0 0,2 4-18 15,1 3 10-15,-2 3 3 0,2 3-8 0,-6 0-5 16,17 9 13-16,-7-1-18 0,1 3 13 15,1 2-6-15,-1 2 8 0,4 0 1 0,-2 0-6 16,-3 0-8-16,4-3 19 0,-4 1-19 0,0-3 3 16,4 0 13-16,-7 0-5 0,3-5-11 15,1 1 0-15,-1-2 11 0,0-4 0 0,1-1-1 16,2-3-1-16,1-3-4 0,2-7-4 0,-1-3 9 16,4-5-4-16,2-16-3 0,0-1-3 15,-4 1 6-15,3-3 2 0,-6 8-8 0,-3 7 3 16,-1 5 8-16,-1 2 10 0,-5 4-26 0,4 0 1 15,-2 10 9-15,-2-1-10 0,-1 5-4 0,-3 1 12 16,0 0 0-16,10 17-5 0,-6-1 20 16,-4 2-18-16,5 3 6 0,-4 4-11 0,-1 3 13 15,1 0-2-15,-1 1-1 0,3-2 6 16,-3 1-44-16,3 1-5 0,0-3-56 0,-2-1-41 16,5-1-105-16,-3-6-239 0,2 0-380 0,4-4 81 15,0-4 75-15,-1-3 86 0,3-4 62 0,2-2 59 16</inkml:trace>
  <inkml:trace contextRef="#ctx0" brushRef="#br0" timeOffset="-43640.52">26697 4113 1131 0,'0'0'381'0,"0"-7"-25"15,0 7-28-15,-7-3-39 0,7 3-31 0,-11 0-22 16,11 0-26-16,-16 6-23 0,9-4-8 0,-4 4-26 15,4-2-19-15,1 4 4 0,-1 1-33 0,0-1 0 16,6 5-8-16,-2-5-15 0,3 3-16 16,2-1 9-16,-1 3-19 0,3 2-2 0,3-3-13 15,0 3-3-15,0 1 0 0,2 0 6 16,1-3-16-16,-2 2 11 0,-1-1-19 0,4 3 1 16,-3-5-1-16,-3 2 8 0,2 1-7 0,-1-4-1 15,-1 3 8-15,1-4 3 0,-6 1-3 0,0 2 23 16,0-4-20-16,-3 2 10 0,-2 1 0 15,-4 0 5-15,-1-4-20 0,-4 3 7 0,3-2 0 16,-5-2-5-16,-1 1 0 0,-1-1-2 0,3-1-5 16,-4-4-19-16,4 4-17 0,-1-6-13 15,0 1-34-15,4 1-43 0,2-4-82 0,-2 0-110 16,4-4-570-16,5 0 30 0,2-1 71 16,2-5 88-16,6-3 51 0,0-4 74 0</inkml:trace>
  <inkml:trace contextRef="#ctx0" brushRef="#br0" timeOffset="-43290.87">27063 4161 870 0,'6'17'371'16,"-3"1"-33"-16,-2-3-16 0,2 2-43 0,-3-2-12 16,0 1-27-16,0 1-27 0,0 0-11 0,0 1-20 15,0-1-19-15,0 0-17 0,0-1-7 0,0-1-19 16,0 0-2-16,0-5-16 0,0 2-2 15,0-4-18-15,0-1 5 0,0-1-13 0,0-6-5 16,0 0-5-16,0 0 13 0,0 0-23 16,0 0-3-16,6-28 0 0,-5 8 3 0,3-3 0 15,-1-4 9-15,2 2 7 0,-3-7-14 16,4 3-7-16,-2 0 9 0,7 0 14 0,0 3-16 16,-3-3 1-16,2 9-11 0,1-2-3 0,2 2 6 15,2 1-6-15,-2 1-4 0,1 1-6 0,3 5-5 16,0-1-5-16,-2 3 0 0,-2 2-10 0,3 1-13 15,0 3-36-15,-5 0-17 0,0 4-37 16,0 0-18-16,0 4-89 0,-6 0-92 0,1 1-300 16,-4 3-278-16,-2 0 60 0,0 3 73 15,-5-1 73-15,-2 3 67 0,-2-1 62 0</inkml:trace>
  <inkml:trace contextRef="#ctx0" brushRef="#br0" timeOffset="-43140.8">27147 4278 957 0,'-3'3'299'0,"3"-3"16"0,-3 5-10 15,3-5-29-15,-2 5 3 0,2-5-25 16,0 0-39-16,0 0 5 0,0 0-39 0,19 0-22 16,-6-5-13-16,0 5-26 0,-1-2-56 0,5 2-56 15,-2-5-77-15,-2 4-161 0,3 1-559 0,-6 0 57 16,1-2 62-16,-11 2 68 0,13 0 57 16</inkml:trace>
  <inkml:trace contextRef="#ctx0" brushRef="#br0" timeOffset="-42141.58">27029 4493 1116 0,'-5'7'348'15,"5"-7"-34"-15,0 0-29 0,15 1-29 0,-3-2-11 16,3 1-30-16,6-4-18 0,2 1-15 0,6-2-31 16,6 1-20-16,1-2-44 0,1-2-46 15,0-1-44-15,-2 1-35 0,-1-3-85 0,0 0-79 16,-3 0-93-16,1 0-27 0,-9-2 53 15,0 3 90-15,-3 0 46 0,-5 1 97 0,1 2 54 16,-5 0 46-16,-1 0-3 0,0 3 13 0,-2 0 16 16,-5 2 2-16,3 1 26 0,-6 1-3 0,0 0 5 15,0 0 3-15,0 0 5 0,1 11-25 16,-1-3 22-16,-1 4-25 0,-2-3-16 0,0 2 1 16,0 6-1-16,3 0 3 0,-2-1-20 0,0 7 5 15,-2-6-8-15,1 3-3 0,2 4-10 16,-2-2 0-16,0-4 3 0,0 0-15 0,0 1 2 15,-1 0-11-15,1-4 11 0,0-1-10 0,2 0 0 16,-3-5 2-16,1 1 5 0,3 0-10 16,-3-2 3-16,3-1 18 0,0 0-29 0,0-1-4 15,0-2 4-15,3 1-10 0,4-2 6 0,-3 0-3 16,3 0 7-16,-1-2-10 0,4 2 8 16,-2 0-15-16,2-2 17 0,0 3-10 0,4 0-7 15,-4-1 0-15,0 0 2 0,1 1 2 0,1 2-4 16,-1-4-6-16,-4 5 3 0,0-4-10 15,0 3 20-15,-4-2 3 0,0 1 0 0,1 2-5 16,-8 0 7-16,-2-3 0 0,2 5-4 0,-3-1-1 16,-4-1 10-16,-2 0 1 0,-3 1 2 0,1-1 2 15,-1-3-19-15,-1 3 4 0,3 0 3 16,0-4 2-16,1 3-2 0,2-4-3 0,4 3 10 16,0-4 3-16,-2 2-7 0,9-3-9 15,-8 1 4-15,8-1-4 0,0 0-14 0,0 0 4 16,21-10-5-16,-11 8-9 0,7-4 4 0,-3-1-8 15,10-1-7-15,-3-2 15 0,3 0 1 0,6-1-9 16,-6-4 11-16,3 1 0 0,1-1 20 16,-4-1-13-16,-3 5 16 0,-5 0-8 0,2-3 23 15,-5 6-7-15,1 0-1 0,-4-1 3 16,-3 7-5-16,2-6-5 0,-4 4-3 0,-5 2-7 16,0 2 7-16,0 0-7 0,0 0 9 0,0 0 6 15,0 0-15-15,0 0-8 0,0 0 12 16,-21 8 4-16,15-7-11 0,6-1-3 0,-8 6 1 15,5-5 12-15,3-1-13 0,0 0-10 0,7 9 16 16,-7-9-18-16,10 5 15 0,-3-2-23 0,2-2 18 16,-1 1-1-16,-1 1 9 0,0-2 2 15,3 0-13-15,0 4 6 0,0-4 2 0,-3 0-26 16,7 2 26-16,-4 1-7 0,0-3 14 0,1 1-4 16,-1-2 4-16,4 1-9 0,-1-1 12 15,0 0-5-15,-1 0-2 0,1-1 2 0,1 1 0 16,-1-3 0-16,1 0 8 0,-2-1 5 15,-1 2-10-15,1-4-6 0,0-1 3 0,-1-1 0 16,0-1-15-16,-2-1 2 0,-2 0 11 0,4-2 0 16,-5 3 2-16,1 0 13 0,-3 1-13 15,2 1-13-15,0 2 3 0,-4-2-5 0,4 1 5 16,-2 3-13-16,-1 0 10 0,3 1 8 0,-6 2-5 16,11 0 2-16,-11 0-2 0,10 6-10 0,-3 2-1 15,-1-1 19-15,-1 2-8 0,2 0 18 0,-4 0-8 16,3 2-3-16,-5 2 9 0,2-1-6 15,-3 2 0-15,-3-1 10 0,-1 2-2 0,-2 0-8 16,-1-1-5-16,-4-3 0 0,1 3 0 16,-7-4 8-16,5 1-11 0,-10-3-38 0,5-1-66 15,-4-2-93-15,-3-4-348 0,0-2-324 16,-7-6 91-16,0-2 79 0,-10-16 63 0,-2-3 65 16,1-3 55-16</inkml:trace>
  <inkml:trace contextRef="#ctx0" brushRef="#br0" timeOffset="-40324.47">28235 1955 798 0,'-14'-9'302'0,"1"1"-25"15,-2 0-29-15,-1-1-10 0,2 4-13 16,0-3-33-16,-3 1-8 0,-3-2-4 0,-1 0-24 16,0 1-13-16,-2-1-7 0,-1 1-8 0,-3 0-18 15,-1-1-3-15,1 1-9 0,-7 0-19 0,0-1 8 16,-4 1-8-16,1 1-17 0,-21 0 2 16,3-2 7-16,-2 2-1 0,-3 0-17 0,-1 3-12 15,-1 0 10-15,0 2-10 0,8 1-5 16,6 2-2-16,-14 1-14 0,-2-1 6 0,4 5-14 15,0-1 17-15,-1 2-4 0,4 0 6 0,-3 0-8 16,2 4-8-16,0-2 3 0,4 2-5 16,-4 0-3-16,6 1 6 0,-3 1-4 0,4 0-6 15,-3 3-9-15,-1 0 23 0,6-1-14 0,-1 1-1 16,4 3-16-16,1-2 6 0,-2 4 13 0,5 0 2 16,0 0-10-16,0 4-10 0,5 0 25 15,-4 0-15-15,2 1-5 0,-1 5 13 0,2 0-3 16,-2 1-8-16,3 2 3 0,-2 3 11 0,2 1 12 15,3 3-16-15,0-1 14 0,1 1-11 16,1 3 5-16,1-2 9 0,3-1-4 16,1 3-7-16,3-2-11 0,0 1 3 0,4 0 8 15,2-2 5-15,5 3-13 0,-1 0 11 0,4 2-4 16,3-7-1-16,3-3 2 0,1 1 2 0,2 1-7 16,-2 1 9-16,7-2-19 0,-4 16 20 15,7-1-5-15,-3 0-6 0,2-2 1 0,1 4-3 16,1-4 10-16,1 0 3 0,1-4-5 0,-3 3 0 15,7-1 0-15,-4 1 2 0,3-3-5 16,5 4 3-16,-1-3-3 0,0 2 3 0,3-5 5 16,1 4-5-16,1-3 0 0,1 1 7 0,0-4-15 15,-2 0 8-15,3-1-5 0,-3-2-1 0,3 0 19 16,-1 1-13-16,-2 0-16 0,3-4 24 16,0 6 10-16,-4-4-19 0,4-1 6 0,0 1 0 15,3-3 5-15,-3 0-2 0,3-1-11 16,0-1 13-16,1-2-15 0,3-2-1 0,0 0-7 15,6-1 23-15,1-2 0 0,0-1-10 0,3 0-3 16,3-1 6-16,-3 1-1 0,0-3-7 0,1-3 10 16,-2 4-16-16,-3-7 21 0,-4 0-18 15,-4-4-10-15,2 2 18 0,3 1-5 0,-6-4-1 16,5 3 4-16,-2-3-4 0,-3-1-4 16,3 3 2-16,2-4 0 0,-2 0-10 0,0-1 13 15,6 0-1-15,-1-1-4 0,1-3-11 0,2 2 21 16,0-2 0-16,0 0-11 0,4-1 11 0,-2-2-3 15,1 2-7-15,2-1 0 0,-3-2-1 16,0 0 21-16,0-5-18 0,-1 4 3 0,-1-5-11 16,0 1 9-16,-3-1-12 0,4-1 19 0,-4-1-8 15,4-2-2-15,8-1-3 0,-7-1 2 16,-4 2-2-16,-2-1 6 0,-1 1-17 0,0-2 24 16,3 1 3-16,8-10 4 0,-4 4-2 0,-4 3-8 15,-2-1-7-15,6-2 7 0,-7 1-2 16,-3 0-1-16,-1 1 1 0,1 0 5 0,-3 2 2 15,3-3-10-15,-1-1 11 0,8-5-14 0,-7 3-2 16,-1 3 13-16,-2-2-21 0,6-6 8 0,0-2 8 16,-4 5-5-16,3-5-3 0,0-1 12 15,0 1 1-15,-8 1-13 0,-1 5 0 0,0-1 15 16,-4-1-2-16,1 3 8 0,-1-3 2 16,-3 2 10-16,4-1-12 0,-3 0-16 0,-2-1 13 15,1 2-11-15,0-4 9 0,-1 0-19 0,-4-1 13 16,5 0 6-16,-2 0-1 0,-2-2 0 0,0-4-17 15,0-1 10-15,4-8 15 0,-6-3-13 16,3 8-15-16,-1-8 7 0,-2 8 16 0,-4 2-15 16,4 1-6-16,-6 0 3 0,3 0 16 15,-2-1-16-15,-2 4 2 0,-1-1 6 0,0 3 2 16,0 0-13-16,-2-2-2 0,2 1 5 0,0 2 16 16,-3-2-9-16,0 2-12 0,4-1 15 0,-2 0-7 15,-2-1 7-15,1 1 0 0,-1 0-10 16,0 1-17-16,0 0 17 0,0 1-8 0,0-4 16 15,-1 4-3-15,1 0-5 0,-2 4-13 0,-2-4 13 16,1 0 13-16,0 1-13 0,-1 0 2 16,-2 0 6-16,-1 2-3 0,3-1 5 0,-6 0-25 15,0-1 15-15,0-2-5 0,-1-1 20 16,-2 2-7-16,2 0-6 0,-2 0-2 0,2 0 6 16,-3 0-9-16,1 3-5 0,2 0 3 0,-2-1 10 15,3 2 6-15,-4-1-22 0,4 2 14 0,-4 2-1 16,4-1 4-16,-3-1-6 0,1 2-8 0,-1 1 5 15,-1 0 1-15,1-1-6 0,3 2 11 16,-4-2 9-16,1 1-17 0,0 0 3 0,-2-2-6 16,-2 3 34-16,6-1-31 0,-6-1 5 15,1 1 0-15,-2-2 0 0,-2 0-11 0,2 5 9 16,-5-5-1-16,6 4 24 0,-4-3-26 0,-3 2 2 16,1-2 0-16,-1 4 14 0,0-3-11 15,-1 3-5-15,-2-3-1 0,4 2 12 0,-3 0 1 16,-3 1-9-16,4 0 7 0,-2-3 0 0,0 4-18 15,2 1-2-15,-1-1 15 0,2 1 10 16,0 1-2-16,3-1-3 0,-2 2 0 0,-1 0-15 16,3 1-1-16,0 0 22 0,-2-1-24 0,2 2 3 15,0-1 17-15,4 2-14 0,-6 0-1 16,2-1-7-16,1 2 17 0,-1-1-15 0,-3 1-12 16,0 0-9-16,-3 1-9 0,0-1-18 0,-4 1-14 15,0 2-4-15,0 0-18 0,0 2-31 0,-2-1-31 16,5 1-28-16,4-1-38 0,0 2-686 0,3-2 35 15,6 2 72-15,-4 0 98 0,6-1 69 16,3-2 50-16,-1 1 83 0</inkml:trace>
  <inkml:trace contextRef="#ctx0" brushRef="#br0" timeOffset="-39488.7">27852 2478 604 0,'-2'5'207'0,"2"-5"18"16,0 0-17-16,0 0-9 0,0 0-7 15,0 0-25-15,0 0-4 0,0 0-27 0,0 0 0 16,0 0-16-16,9-13 0 0,-5 7-10 0,2 2-2 15,1-4-13-15,3 1-3 0,1-2 2 16,2-1-9-16,6-3 7 0,-1 0-15 0,8-4-3 16,0 1 16-16,11-9-11 0,2 2 5 0,-2-4-17 15,7 2 7-15,-2 0-15 0,1-1 10 16,2-2-18-16,0 0 3 0,2-2-3 0,3 0-2 16,7-6-23-16,-10 7 15 0,11-8 0 0,-10 9-11 15,0-3 6-15,-3 3-13 0,2 2 15 16,-5 1-17-16,1 1 7 0,-10 7-2 0,-4 1-6 15,-3 1-4-15,-4 3 1 0,-2 0 1 0,-2 3 0 16,-1 0-10-16,-3 1 7 0,-4 1-2 0,1 1 3 16,1 0-4-16,-3 0-4 0,-3 1 0 0,1 2 2 15,-1-1-5-15,1-1-5 0,-4 4-20 16,4-3-19-16,-7 4-15 0,7-5-20 0,-7 5-13 16,3-3-25-16,-3 3-40 0,0 0-70 15,0 0-162-15,0 0-392 0,-20 2 62 0,20-2 64 16,-13-2 64-16,13 2 53 0</inkml:trace>
  <inkml:trace contextRef="#ctx0" brushRef="#br0" timeOffset="-39139.9">29059 1607 762 0,'0'0'279'16,"0"0"-41"-16,0 0-15 0,0 0-26 15,0 0-15-15,17 4-11 0,-8-1-25 0,2 3-8 16,0 1-10-16,3 2-10 0,6 1-21 0,-3 5-2 16,3-1-26-16,1 3 3 0,-1 2 0 0,0 1-13 15,-2 1-1-15,-1 0-1 0,-6 0-6 16,1-1 3-16,-2 2-6 0,-5-1 1 0,-2 0-16 15,-6-1-7-15,0 3 28 0,-8 1-19 0,-2 2-17 16,-5-1 16-16,1-1-4 0,-14 6-17 16,4-7 2-16,6-1-32 0,-3-3-30 0,8-2-57 15,-2-2-50-15,5 0-125 0,-1-1-187 0,7-3-240 16,4-2 66-16,2-3 59 0,1 1 56 0</inkml:trace>
  <inkml:trace contextRef="#ctx0" brushRef="#br0" timeOffset="-36908.05">30442 1380 458 0,'0'0'140'0,"0"0"-1"15,0 0-9-15,5-3-12 0,-5 3 0 16,0 0-16-16,0 0 13 0,0 0-7 0,5-4 2 15,-5 4 8-15,0 0 4 0,0 0 9 16,0 0-18-16,0 0 10 0,0 0-13 0,0 0 7 16,0 0-12-16,0 0-10 0,0 0 7 0,0 0-20 15,0 0-10-15,0 0-5 0,0 0-29 0,0 0 5 16,0 0 3-16,0 0-2 0,0 0-6 16,0 13 3-16,-5-7-7 0,0 2-4 0,-1-1-1 15,0 2 11-15,2 1-11 0,-4 2-6 0,-2-2 5 16,1 2 0-16,-1-1 5 0,-1 1-7 15,4 0-13-15,-1 0 15 0,-2 1-10 0,-2-2 2 16,5 2 1-16,0-4-6 0,-2 2-5 16,1-2 13-16,1 1-15 0,4-1 10 0,-4-1-13 15,4 0 8-15,-1 0-8 0,0-1 10 0,1 1-20 16,0-1 13-16,3-1 15 0,0 1-8 16,0-1-2-16,3 1 0 0,2 0-3 0,-3 0 13 0,5 1 5 15,0 0-17-15,2-1 1 0,0-1-12 16,2 0 8-16,0 2 0 0,3-1 2 0,-3 0-8 15,2-1-2-15,1-1 16 0,-4 2-11 16,1-2-2-16,-1 0 7 0,0-1-3 0,1 0-7 16,-2 1-2-16,0-1-21 0,-4-2-44 0,1 2-45 15,-1-1-88-15,1 0-179 0,-2 0-361 0,2-2 42 16,-6-1 60-16,7 4 67 0</inkml:trace>
  <inkml:trace contextRef="#ctx0" brushRef="#br0" timeOffset="-36424.84">30952 1408 1139 0,'0'0'302'0,"0"0"-39"16,0 0-30-16,0 0-10 0,1 17-34 0,2-4-10 16,-3 0-20-16,0 3-10 0,3 3-14 0,-3 1-9 15,0 1-16-15,0 2-26 0,0 2 16 0,0 1-15 16,0-1-4-16,0-3-6 0,3 0-11 16,-3 0-11-16,2-1-6 0,-2-3-7 0,1 1 4 15,-1-2-3-15,1-3-10 0,-1-1 7 16,0-2-20-16,0 0 15 0,4-1 3 0,-4-1 15 15,0-2 3-15,0-1 13 0,0-1-9 0,3 0-6 16,-3-5 12-16,0 0-21 0,0 0 3 16,0 0 3-16,0 0-24 0,0 0 11 0,0 0 0 15,2-25-8-15,-4 13-10 0,2-2 5 0,0-5-2 16,-3 0-8-16,3-4-1 0,0-2 11 0,-4 0-10 16,4 0-3-16,0-2-2 15,0 0-3-15,0 1 0 0,0-1-12 0,0 1 9 0,0-1-7 16,4 2 0-16,-1 2-3 0,-1 2-33 15,-1 0-10-15,0 3 0 0,2 0-8 0,0 2-20 16,-1-2-34-16,0 2-51 0,-2 2-217 16,3 1-443-16,-3 1 71 0,3 4 52 0,-3-2 79 0,0 3 66 15</inkml:trace>
  <inkml:trace contextRef="#ctx0" brushRef="#br0" timeOffset="-30959.05">28645 3813 691 0,'0'0'245'0,"0"0"-7"0,0 0-17 16,0 0-22-16,7 7-4 0,0-6-11 0,0 4-12 15,2-3-4-15,1 4-14 0,2-4-8 0,1 3-13 16,6-1-2-16,-1 1-11 0,6 1-2 0,1-1-21 15,9 2 0-15,6 1 3 0,15 2-23 16,0 0-8-16,5-2 3 0,-3 4-19 0,-2-3 4 16,0 2-9-16,-2-1-4 0,-1 0 2 15,-8 0-18-15,-3-5-2 0,-6 5 20 0,2-3-26 16,-3 1-2-16,-6-1-5 0,-1-1 0 0,-3 1 7 16,-4-5-25-16,-2 5-5 0,-2-6-6 0,0 2-37 15,-5 2-11-15,1-4-5 0,-1 0-16 16,-6 1-61-16,2 1-84 0,-7-3-70 0,11-3-114 15,-11 3-236-15,6-3 20 0,-6-1 31 0,0 4 59 16</inkml:trace>
  <inkml:trace contextRef="#ctx0" brushRef="#br0" timeOffset="-30659.01">29644 3884 491 0,'0'-6'179'0,"0"6"-7"16,0-7-16-16,0 7-13 0,0 0-17 15,0 0-14-15,9 0 3 0,-9 0-12 0,0 0-6 16,11 10-7-16,-1-3-14 0,-6 0 9 16,4 1-6-16,-3 2-22 0,2 3 19 0,3 2-14 0,-3-3-6 15,0 5-7-15,-1-1-8 0,-2 1 0 16,3 0-8-16,-4 1 10 0,-2 0 1 0,-1 1-3 16,0-2 5-16,-1 0-10 0,-5-1 7 15,0 0-2-15,-2-3 8 0,-2 3-3 0,3-1 0 16,-7 0-5-16,4-4-8 0,-4 3 3 15,1-4-3-15,3 0-15 0,-4-2-5 0,3 0 20 16,-1 2-10-16,0-2 0 0,-1-1-7 0,5 0-3 16,-2 0-21-16,1-1-46 0,-2-1-33 15,4 1-43-15,1-2-52 0,2 1-95 0,-2-2-401 16,5 2 43-16,1-5 54 0</inkml:trace>
  <inkml:trace contextRef="#ctx0" brushRef="#br0" timeOffset="-30091.86">30245 3921 857 0,'3'-5'307'0,"-3"5"-25"16,3-5-26-16,-3 5-31 0,0 0-25 0,1-5-21 16,-1 5-13-16,0 0-33 0,0 0 8 0,0 0-21 15,0 0-17-15,0 0-9 0,0 0-1 0,0 0-14 16,17 11-18-16,-10-3 8 0,-1-2-10 16,2 1-7-16,-1 5-9 0,2-3-2 0,1 0-3 15,1 4-12-15,-1-2 10 0,0 0-8 0,4 2 8 16,-1-3-8-16,-1 0-10 0,1 0 0 15,-3 3 2-15,1-5-7 0,2 1 0 0,-2 0 0 16,-2-2-11-16,0 1-7 0,-4-2 28 16,3 1-18-16,-2-3 0 0,-1 0 6 0,-3 1-6 15,4-2 2-15,-2 2-12 0,-1-1 10 0,-3 0 11 16,3 0-11-16,-3 3-2 0,0-7 4 0,-3 8-2 16,0-2 3-16,-4 2-5 0,3-4-3 15,-2 3 7-15,-2 2-2 0,-1-1 0 0,-1 0-5 16,0 2 6-16,-4 0-6 0,4 1 10 0,-1-2-18 15,-1 1 13-15,0 0-7 0,0 3 4 16,0-5 3-16,-2 1 6 0,4-1-6 0,2 0-5 16,-2 0-5-16,1 1 17 0,2-5-1 0,-3 4-6 15,3-1-8-15,0-1 26 0,2 1-23 16,-3-2 3-16,4 0-3 0,-3 0 7 0,3 0-7 16,-2 1-10-16,3-2-18 0,-1 3-10 0,1-4-34 15,0 2-53-15,1 0-42 0,2-5-58 0,0 5-87 16,2 0-400-16,1-3 24 0,-3-2 50 15,10 1 67-15</inkml:trace>
  <inkml:trace contextRef="#ctx0" brushRef="#br0" timeOffset="-29708.94">30686 4217 719 0,'-1'8'210'16,"0"1"5"-16,-1-1-51 0,-1 3 4 0,3 2-17 16,-3-3-15-16,3 2-8 0,0 3-5 15,-1-2-5-15,1-1-13 0,1 2 0 0,2-2-16 16,-3 1-17-16,6 4 12 0,-5-1-15 0,6-5-5 16,-1 3-5-16,1-3 3 0,0 0-16 0,4-2 8 15,2 1-13-15,0-5-11 0,1-1 6 16,-3-1-3-16,6-2 19 0,-2-1-14 0,1-1 13 15,-3-1 8-15,5-3 8 0,-5 0-11 0,6-2-7 16,-4-7 7-16,-1 3-2 0,1-6 7 16,-4 0-5-16,-3-5 8 0,-1 0-20 0,-1 0 10 15,-4-3-13-15,-2 0 17 0,-5 0-12 0,-1 0-2 16,-4-3 0-16,-3 1-6 0,-5 2-7 16,2 2 7-16,-7 2-5 0,2 2-17 0,-5-1 7 15,-1 2-18-15,-4 3-10 0,0 3-34 0,0-1-61 16,-6 3-58-16,0 3-216 0,-5-1-427 15,-12 1 48-15,-7-3 88 0,-1 0 68 0,-10 0 68 16</inkml:trace>
  <inkml:trace contextRef="#ctx0" brushRef="#br0" timeOffset="-18207.83">28630 4703 755 0,'0'0'240'0,"0"0"-27"15,0 0 12-15,-6 17-18 0,6-8-20 0,6 4-15 16,-1 1-3-16,2 6-16 0,3 1-12 16,1 3-5-16,5 2-16 0,0 2 3 0,5 8-18 15,3 3 7-15,1-5-20 0,2 0 6 16,1 1-19-16,-1-2-10 0,4 1-10 0,3-3-3 16,0 2 1-16,3-6-6 0,-2 4-5 0,2-5 3 15,-7-3-8-15,-5-5-6 0,2-2 6 16,-6-5-10-16,-4 3-8 0,3-3-15 0,-6-1-21 15,0-3-10-15,-4-1-36 0,-3-4-46 0,5 0-61 16,-7-4-67-16,-5 2-56 0,10-4 51 16,-3-6 12-16,-6 1 52 0,-1-1 0 0,-1-5 59 15,-3-1 38-15,-2 3 52 0,5-5 45 0,-5 2 31 16,3 0 13-16,-1-1 16 0,1 4 25 16,0 1-1-16,-1 4 4 0,3-4-11 0,-2 6-10 15,6-1 5-15,-3-1-28 0,1 4 11 0,-1 4-6 16,12-4-3-16,-12 4 1 0,12 7-11 15,-2-3-2-15,0 5-11 0,0 3-2 0,1-1 5 16,-1 7-10-16,0 3 3 0,-3-3-11 0,3 2 15 16,-6 2-2-16,2-3-7 0,-5 2 9 15,-1-1 1-15,-1 1-11 0,-2-2 3 0,-4 3 5 16,-3-3-3-16,0 1-12 0,-3-3 10 0,1 2-11 16,0-1-9-16,-3-2 7 0,7-4-26 15,-1-2-15-15,0 2-43 0,1-3-29 0,2-1-61 16,2 0-51-16,4-5-110 0,0 1-415 0,0-4 25 15,7 4 60-15,-7-4 63 0</inkml:trace>
  <inkml:trace contextRef="#ctx0" brushRef="#br0" timeOffset="-17809.79">29544 5446 685 0,'0'11'213'0,"-3"-1"-26"15,-1 2 12-15,4 2-40 0,-3 3 0 0,0-1-16 16,3 1-17-16,0-1-6 0,0 1-18 0,3 0-15 16,-3 1-5-16,3-1-15 0,1 0 12 15,2-1-7-15,5 2-11 0,-4-2-2 0,2-2-23 16,2-2 25-16,-1 1-9 0,2-5-9 0,0 0-2 16,-2-5-5-16,2 1 0 0,0-2 7 15,-1-4 1-15,0-1-21 0,2-1 10 0,-3-3-12 16,4-1-6-16,-4-2 3 0,0-4 10 15,1-2-10-15,-1-4-5 0,-4-2 17 0,-2-2-17 16,0 2 5-16,-1-6-10 0,-3 3 10 0,-3 0 10 16,-1 0-8-16,0 5 6 0,-2-4 7 0,-1 0-5 15,0 5 6-15,-1 3-14 0,-1 1 11 16,2 4-3-16,-1-3-10 0,-5 4 0 0,3 1-3 16,0 3-20-16,-2 2 15 0,2 0 6 0,-1 1-9 15,0 3-1-15,1 0-1 0,10 0-5 16,-18 4 2-16,8 3-17 0,4-1-1 0,-2 2-12 15,1 2-15-15,1-2-37 0,4 3-4 16,-3 2-47-16,5-2-84 0,3 2-66 0,-1-3-418 16,0 0 54-16,4 1 51 0,-2 1 49 0</inkml:trace>
  <inkml:trace contextRef="#ctx0" brushRef="#br0" timeOffset="-17226.59">30232 5247 813 0,'0'0'267'0,"0"0"-22"0,-1 25-14 16,-2-11-29-16,-1 4-7 0,4 3-29 0,-3 1-5 16,2 3-30-16,0 3 10 0,-4-3-31 0,2 3-8 15,3-2-7-15,-3 2-21 0,2 0 3 16,-2-2-3-16,3 4-38 0,0-4-16 0,0-1-27 16,3 0-27-16,-2-6-25 0,2 2-48 0,3-5-52 15,-2-3-25-15,3 1-44 0,-3-5-36 16,5-1-48-16,-5-7-284 0,3 2 28 0,3-4 56 15</inkml:trace>
  <inkml:trace contextRef="#ctx0" brushRef="#br0" timeOffset="-16976.31">30386 5611 739 0,'3'-2'210'0,"-3"2"-20"0,0 0-14 0,0 0-4 16,0 0-16-16,0 0-21 0,3 17-7 16,-6-9-28-16,3 3 3 0,0-2 2 0,0 4 0 15,0-1-29-15,0 2 1 0,3 0 3 0,0-4-16 16,-1 2-6-16,0 1-1 0,1-2 7 0,3-3-3 15,-1 2-12-15,2-2-8 0,2-1 10 16,1-1 10-16,1-2-17 0,1-2 15 0,1 0 7 16,0-4 3-16,6-4-15 0,-5 0-8 15,1-1 13-15,1-1 0 0,-3-2 8 0,-1-1-16 16,-2-3-3-16,-1 1-4 0,-1-1-11 0,-3 0 0 16,-4 3-2-16,0-5-31 0,-2 5-25 15,-5-4-27-15,0 1-71 0,-2-1-86 0,-2 3-214 16,-5-3-319-16,-1 1 58 0,-2 1 60 0,-1 0 53 15</inkml:trace>
  <inkml:trace contextRef="#ctx0" brushRef="#br0" timeOffset="-16776.53">30109 5428 747 0,'0'0'305'0,"0"-6"-19"0,0 6-35 15,0 0-26-15,6-11-20 0,-2 9-23 0,7-3-13 16,0 2-16-16,1 2-22 0,2-2-29 16,4 1-61-16,1 0-56 0,1 1-34 0,4 1-168 0,0 0-467 15,1 0 52-15,2-1 48 0,4-2 62 16</inkml:trace>
  <inkml:trace contextRef="#ctx0" brushRef="#br0" timeOffset="-16243.93">31064 5416 826 0,'0'0'297'0,"5"-7"-31"0,1 2-12 16,-5 2-29-16,5-2-15 0,-2 1-26 0,3-2-15 16,-2-2-10-16,-3 2-8 0,4-3-18 15,-2 3-15-15,-1-5-6 0,2 1-14 0,-3 2-9 16,2-3-2-16,-1 1-5 0,-3-2 3 0,3 2-19 15,-2 0-2-15,-1 2 0 0,0 1-7 0,3 0-9 16,-3 4-7-16,0-4 0 0,0 7-23 16,0 0 13-16,0 0-3 0,0 0-5 0,-7 16-8 15,4-5 11-15,-1 5-3 0,4 5 2 16,-1 0-17-16,1 4 10 0,-1 0-10 0,2 1 2 16,0 4-10-16,3-3 18 0,-1 0-21 0,1 2 16 15,-1-3 0-15,0 2-5 0,2 1-1 0,-4-4-9 16,0 0 9-16,2 0-4 0,-3-7 5 15,-3 0-8-15,3-1 12 0,-4 0-9 0,-2-3 5 16,3-2-1-16,-8 1 1 0,4-4 15 16,-3-1 0-16,0 0-8 0,-1-4 11 0,1 0-5 15,0 2 12-15,-1-3-2 0,1-1 15 0,1 4-8 16,1-5-5-16,1 0 6 0,1 4 2 0,6-5-3 16,-10 2-7-16,5 0 2 0,5-2 8 15,-6 3-15-15,6-3-8 0,0 0 25 0,0 0-25 16,0 0-5-16,31-6 10 0,-10 2-5 0,1 0-6 15,-4-1 4-15,9 1-14 0,1 0 21 16,0 0-17-16,-1-2-1 0,1 5-3 0,-1-2 6 16,2-1 12-16,-8 1-22 0,0 1 4 15,-4-1-7-15,0 0-18 0,-4 3-10 0,-2 0-46 16,-2 0-19-16,-4 1-35 0,-5-1-143 0,3 7-602 16,-3-7 59-16,-16 9 92 0,5-8 61 15,-6 2 75-15,-7 1 48 0</inkml:trace>
  <inkml:trace contextRef="#ctx0" brushRef="#br0" timeOffset="-15427.43">22407 7061 1021 0,'0'0'307'16,"0"0"-13"-16,0 0-20 0,-8 10-15 0,5-3-29 16,3 6-30-16,0-1 2 0,0 2-15 15,0 5-31-15,0 4-18 0,3 0-10 0,0 2-2 16,-2 0-11-16,3 1-26 0,-1-1 4 0,-3 0 1 16,4 0-14-16,-1 0-9 0,-3-1-4 0,3-3-3 15,0 0 10-15,-3-3-33 0,3 1 5 16,-3-2 3-16,1-1-13 0,-1 0 2 0,0-2-41 15,3-5-17-15,-3 2-39 0,3-1-54 16,-3 1-71-16,5-8-169 0,-2 3-446 0,3-5 49 16,1 0 85-16,-7-1 50 0,14-5 65 0</inkml:trace>
  <inkml:trace contextRef="#ctx0" brushRef="#br0" timeOffset="-15126.39">22984 7440 906 0,'7'-4'399'0,"-7"4"-54"0,0 0-27 0,7-1-24 16,-7 1-33-16,7-2-25 0,-7 2-16 0,13-1-25 16,-5-2-6-16,4 2-48 0,-1-1-3 0,3 1-13 15,2 1-9-15,-1-4 1 0,5 1-30 16,-3 2-10-16,4-1 8 0,-2-2-14 0,-4 3-14 15,1-1 1-15,-2-2-6 0,-3 3 4 16,3-1-10-16,-4 1-8 0,-1 1 6 0,-1-1-8 16,-8 1 2-16,14-3-10 0,-8 3-5 0,-6 0-18 15,11-3-30-15,-11 3-42 0,10-1-56 16,-10 1-125-16,6 0-617 0,-6 0 66 0,0 0 78 16,0 0 81-16,11-2 51 0,-7-3 56 0</inkml:trace>
  <inkml:trace contextRef="#ctx0" brushRef="#br0" timeOffset="-14243.67">24444 6979 575 0,'-8'7'233'0,"2"-1"-36"0,3 3 1 0,-1 1-6 16,-2 7-8-16,-1-2-15 0,2 8-3 0,-1 2-7 15,3 1-11-15,0 0-15 0,-4 9-7 0,4-2-14 16,-1 5 16-16,0-4-28 0,4 4-8 16,-3 1-10-16,3-3-2 0,3 1-6 0,1-1-20 15,-1-1 2-15,1 2 3 0,3-4-16 16,-1-3-2-16,1 1-2 0,3-1-19 0,0-2-40 16,0-6-29-16,3-4-74 0,-1 2-64 0,5-4-130 15,0-2-377-15,4-4 39 0,-1-3 53 16,-3-4 42-16</inkml:trace>
  <inkml:trace contextRef="#ctx0" brushRef="#br0" timeOffset="-13826.25">24933 7204 711 0,'0'0'259'0,"0"0"-29"0,-14 12-28 16,7-7-2-16,1 6-34 0,2-1-4 0,-3 2-29 15,6 1-8-15,-5 3-2 0,3 0-18 16,3-4-8-16,0 3-18 0,0 1 1 0,0-4-14 16,3 1 1-16,0-1-3 0,1 1-15 0,3-2-3 15,-3-3 12-15,5 2-24 0,1-3 25 16,1-2-11-16,-1-2-14 0,0 1 7 0,4-3-11 16,-1-6-7-16,-1 4 5 0,-2-6 3 0,3-2 10 15,-2 0-3-15,-1-2 1 0,-1-5 12 16,-5 0-23-16,3-1 6 0,-4-4 4 0,-2 3-5 15,-1-1 11-15,-2 1-3 0,-3-2 10 0,1 2-10 16,-3 6-13-16,0-3-2 0,-6 0-3 16,-1 5-5-16,1 1 7 0,-5 1-2 0,-2 1-2 15,3 4-6-15,-4 0 3 0,1 3-10 16,1 3-1-16,-3 1-2 0,2 4-5 0,2 1 3 16,0 5 2-16,2-2-13 0,2 3 6 0,4 2-8 15,3-2-21-15,1 2-8 0,9 0-25 0,0 1-51 16,4-2-46-16,7 1-108 0,3 0-217 15,7-2-256-15,5 0 66 0,0-6 69 0,-1-1 75 16</inkml:trace>
  <inkml:trace contextRef="#ctx0" brushRef="#br0" timeOffset="-13593.86">25883 6886 1003 0,'7'17'343'0,"-7"-9"-36"16,-3 6-15-16,3 1-34 0,-4-1-2 0,4 7-36 15,-4-2-20-15,4 4-13 0,-3 2-26 0,3 1-15 16,-3 0-18-16,3 1-5 0,0 1-5 16,0-2-16-16,0-1-22 0,0 0-29 0,3 0-10 15,-3-4-49-15,0 0-46 0,3-2-51 0,-3 2-105 16,3-4-110-16,-3-5-427 0,1 1 30 15,-2-5 57-15,1-4 99 0,-3 1 19 0</inkml:trace>
  <inkml:trace contextRef="#ctx0" brushRef="#br0" timeOffset="-13193.79">25709 7257 844 0,'-3'-4'272'0,"3"4"-29"0,0 0-31 15,-4-7-15-15,4 7-20 0,0 0-11 0,0 0-15 16,10-10-13-16,-3 9-12 0,3-2-11 15,4-1-15-15,3 0-5 0,0-3-11 0,4 1-7 16,-2 2 7-16,2-2-27 0,0 1-1 0,-4 1-10 16,4 3 0-16,-1-4-2 0,-3 9-3 0,0-3-8 15,-3 0-2-15,5 3-11 0,-4 1-2 16,-1 3 23-16,1 0-8 0,-3 0-5 0,-1 2-15 16,2-1 3-16,-2 1 4 0,2 3-5 15,-3-2-10-15,1 1 3 0,2-2 2 0,1-2-10 16,0 1 11-16,3 2-1 0,-1-6 3 0,-1 3 7 15,3-3 1-15,-2 0-14 0,-3-3 16 16,5-1-15-16,-5-1 0 0,1-1 12 0,2-2 19 16,-4-4 4-16,-2 0-20 0,3-3 8 0,-4 0 7 15,-4-5-15-15,1 0 13 0,-5-2-3 0,-1 1 6 16,0-2-1-16,-1 0-7 0,-5 2 5 16,3 0-8-16,-5 0-13 0,3 1 3 0,-3 3 3 15,1-1-3-15,1 3-13 0,-2 2-23 16,4 1-21-16,-5 3-35 0,7-3-72 0,-6 6-41 15,8 1-86-15,0 0-117 0,0-1-380 0,0 1 71 16,0 0 62-16,0 0 56 0</inkml:trace>
  <inkml:trace contextRef="#ctx0" brushRef="#br0" timeOffset="-12793.79">27042 6990 875 0,'3'-12'322'0,"-3"5"-9"0,3-3-29 0,-1 6-13 15,-1-2-25-15,-1 1-16 0,0 5-40 16,1-10-16-16,-1 10-5 0,0 0-34 0,0 0-4 16,0 0-18-16,0 0-21 0,-2 21-8 0,0-11 6 15,2 7-16-15,2-1 5 0,-1 3-17 0,0 4-11 16,-1 1 5-16,4 1-17 0,-1 1 7 15,4-1-5-15,-4 0-3 0,1 0-15 0,2-1-13 16,-2-4 16-16,0 2-13 0,-1-2 23 0,2-5-21 16,-3 0 3-16,-2-4 10 0,0 3-2 15,0-5 4-15,0-1-9 0,-2 0 2 0,-3-5 0 16,2 3 2-16,-5-4 6 0,2 0 10 16,6-2 23-16,-10 4-5 0,10-4-13 0,0 0 10 15,-13-4-4-15,5 1-1 0,8 3 5 0,-7-2-18 16,7 2 6-16,-3-6-11 0,3 6-10 0,3-7-2 15,-3 7-6-15,10-9-17 0,1 6-19 16,-1-2-33-16,3-3-10 0,5 4-51 0,3-3-59 16,1-2-177-16,0 2-503 0,2-2 73 15,3-4 46-15,-1 1 85 0,-3-5 74 0,0-1 49 16</inkml:trace>
  <inkml:trace contextRef="#ctx0" brushRef="#br0" timeOffset="-12577.69">27551 6928 796 0,'11'18'258'0,"1"1"-20"0,-1 0-2 15,-1 0-32-15,1 6-6 0,3 4-12 0,-1 0-17 16,1 2-2-16,1 11-24 0,-3-7-10 0,-2-3-5 16,-3 0-28-16,-3 2-8 0,-1 0 3 15,0 0-16-15,-6 0 8 0,-1 0-13 0,-5-1-15 16,-6 9 8-16,-4-1-24 15,-2-2-43-15,-3-4-48 0,3 0-101 0,-6-3-501 0,3-6-77 16,3-4 64-16,5-6 54 0,3-7 94 16</inkml:trace>
  <inkml:trace contextRef="#ctx0" brushRef="#br0" timeOffset="-12027.84">28860 7153 739 0,'0'0'289'15,"0"0"-40"-15,0 0-14 0,31-9-27 0,-10 7-14 16,8-4-2-16,4 2-25 0,10-3-16 15,14 0-31-15,-10 5-2 0,-5-3-19 0,0 3 4 16,3-3-19-16,-1 2-20 0,-2 2-13 0,-2 1-33 16,-8 0-64-16,2-1-41 0,-4-2-79 15,-6 3-54-15,-2-2 20 0,-3 1-79 0,-3 0-248 16,-5 1-72-16,-1-6 74 0</inkml:trace>
  <inkml:trace contextRef="#ctx0" brushRef="#br0" timeOffset="-11802.09">29582 7011 427 0,'-4'-7'189'0,"1"3"11"0,2-4-3 15,0 2-13-15,-1 4-30 0,-1-4-16 16,3 6-15-16,-3-9-13 0,3 9-18 0,0 0 13 16,0 0-13-16,0 0-2 0,0 0-3 0,17 13-20 15,-10-4 9-15,-1 0 6 0,1 6-10 0,0-2-11 16,2 3 16-16,-4 5-3 0,2-1-7 16,-4 2 5-16,3-1-11 0,-4 1-17 0,0-3 9 15,-4 4 4-15,-3 0-1 0,-1-2-15 16,2 3 0-16,-3-1-3 0,-3-3-7 0,0 2-8 15,3-4 0-15,0 0-20 0,-3-1-47 0,3-3-33 16,4 1-51-16,2-5-92 0,0 1-107 0,3-3-367 16,4-1 67-16,1 0 51 0,4-7 51 15</inkml:trace>
  <inkml:trace contextRef="#ctx0" brushRef="#br0" timeOffset="-11310.6">30690 7067 780 0,'-14'11'266'15,"4"4"-48"-15,-1 1-23 0,7-4-16 0,-5 2-10 16,7 1 0-16,-3 2-49 0,2 0-10 15,1-1-8-15,2 1-10 0,1 1-4 0,0 0-4 16,5-2-20-16,-2 1 3 0,5 0-9 16,4-2-1-16,-2 0-6 0,4-2 0 0,3-1-10 0,-2-3-3 15,3-1 3-15,-1-4-20 0,-1 2 4 16,3-5 4-16,-6 3-4 0,6-8 3 0,-5 3-5 16,2-5 3-16,0 1 0 0,-2-8-6 15,-2 3-5-15,-1-5 16 0,-1-3-18 0,0-1 0 16,-5-4-16-16,1 0 11 0,-4-2 0 15,-3 0 9-15,0 0 9 0,0 0-13 0,-6 0 18 16,-1 1-1-16,2 4-17 0,-5-3 26 0,-3 4-16 16,-1 2-3-16,-2 1 6 0,-2-1 2 0,2 3-15 15,-2 3-1-15,2 3 11 0,-2 0-12 16,4 3-16-16,-6 2 12 0,7 2 14 0,-5 1-19 16,2 1 6-16,1 6-8 0,-1-3-5 0,2 3 5 15,2 3-5-15,-1 3 15 0,3-3-8 16,1 5-17-16,1 1-16 0,4 0-2 0,-2 0-44 15,6 2-51-15,0-1-20 0,0 1-31 0,3 0-162 16,4 4-398-16,1-4 68 0,5 0 72 16,0-1 82-16</inkml:trace>
  <inkml:trace contextRef="#ctx0" brushRef="#br0" timeOffset="-10710.76">31568 6835 698 0,'-7'24'233'0,"1"1"-28"0,-2-5-18 0,5 4-8 15,1-2-18-15,0 4-10 0,-1 1-23 16,3-2-7-16,0 1-16 0,3 2 5 0,0-1-13 15,-2-2-15-15,8 0-11 0,-7-5-4 0,6 2-3 16,-3-6-13-16,2 0 11 0,-1-5-16 0,2 3 0 16,2-5-5-16,0-1 5 0,2-5-13 15,-2 1 8-15,1-3-8 0,0-1 11 0,1-4-16 16,0 0 8-16,-2-2-13 0,1-2 15 16,2 5-7-16,-4-2-11 0,-4 1-2 0,2-1 0 15,2 3-18-15,-4 2 18 0,-5 0-8 0,0 0-15 16,13 7 21-16,-7-3-11 0,-5 1-5 0,6 3-10 15,-3 0 22-15,4 0-14 0,-3 1 7 16,1-1 5-16,2 0-5 0,-1 0 0 0,2-4 3 16,1 5 0-16,-2-4 20 0,2-2-23 15,4 3 5-15,-2-6 31 0,-4 0-23 0,3 0 3 16,-1-1 14-16,3-4-11 0,-5 2 9 16,2-2-13-16,-1-2 8 0,-2-3-10 0,-2 0-18 0,-2 0-23 15,-3-3-36-15,0-4-22 0,-4 0-63 16,-6 1-40-16,3-1-72 0,-10-2-61 0,-3 2-57 15,-1-1-138-15,-3 2-118 0,1 0 64 16,-5 0 55-16</inkml:trace>
  <inkml:trace contextRef="#ctx0" brushRef="#br0" timeOffset="-10543.81">31424 6982 852 0,'0'0'276'16,"-7"-4"-7"-16,7 4-26 0,0 0-43 0,-7 0 5 15,7 0-18-15,0 0-19 0,0 0-9 16,0 0-23-16,0 0-3 0,22-3-18 0,-13 3-10 15,4 0 0-15,2 0-8 0,1-1-15 16,2 1-20-16,6 0-16 0,-4 0-54 0,7 0-87 16,-2 0-199-16,7-3-441 0,-3 3 72 0,5-2 44 15,-3 0 66-15</inkml:trace>
  <inkml:trace contextRef="#ctx0" brushRef="#br0" timeOffset="-10011.52">32365 6965 726 0,'13'-4'241'0,"-4"3"-23"16,-4 0-21-16,5-1-16 0,0-2-14 0,0 1-11 16,0-1-15-16,0 0-21 0,0-2-5 15,-2-1-7-15,2 3 4 0,-2-4 1 0,1 0-8 16,0-1-13-16,-4 1-7 0,4-2 14 0,-4-1-27 15,1 1 5-15,-2 2 2 0,2-3 3 0,-2 3-20 16,0 2 4-16,-1-1-15 0,-2 2-10 16,2 0-18-16,-3 5 5 0,0 0 24 0,0 0-29 15,0 0 2-15,-4 24-9 0,-3-9 9 16,4 3-15-16,-1 6 6 0,-2 1 15 0,5 1-14 16,-5 2-6-16,3 1-4 0,3 6 4 0,0-4 12 15,-1-4-18-15,1 5 15 0,0-4-12 0,0-2 0 16,-1 2-16-16,1-2 13 0,0-5-2 15,-2 1 12-15,-2 1-18 0,4-5 19 0,-6-2-26 16,4 1 17-16,-3-2 1 0,-2-4 2 16,0-1 0-16,-3-2 6 0,0-1-9 15,3 0 4-15,-7-4 7 0,4 1-3 0,0-2 3 0,1-2 20 16,0 0-25-16,0 1 25 0,9-1 16 16,-15 0-8-16,6 0 3 0,9 0-11 0,-10 0-2 15,10 0 5-15,0 0-5 0,0 0-3 0,0 0-12 16,0 0 2-16,0 0-8 0,23-14 11 15,-9 13-14-15,3-2 1 0,3-3-2 0,1 4 12 16,-1 1-8-16,6-4-2 0,-4 4-11 16,1-1-12-16,-5 1-3 0,3-2-23 0,-1 2-5 15,-6 1-38-15,3 0-3 0,-4 0-59 0,-4 1-40 16,0 2-65-16,-5-2-110 0,-4-1-422 0,0 7 43 16,0-7 80-16,-15 9 71 0,-1-5 52 15</inkml:trace>
  <inkml:trace contextRef="#ctx0" brushRef="#br0" timeOffset="-9661.53">30904 7856 757 0,'-6'2'297'0,"6"-2"-20"15,0 0-19-15,0 0-10 0,17 8-10 0,-4-8-30 16,8 2-32-16,6-2-14 0,7 0-6 0,7-2-21 16,21-3-7-16,3 2-20 0,4 1-6 0,5-4 8 15,1 2-12-15,5 1 1 0,12-7-14 16,0 5-1-16,-17 1-12 0,1-2-10 0,-2 3-11 16,-1-2 15-16,1 3-15 0,-5 0 3 15,0-1-3-15,-7 0-5 0,-7 3-10 0,-8-1 3 16,-3-4-11-16,-3 4 8 0,-6 1 0 0,-2 0-6 15,-5 0 11-15,-1 0-28 0,-5-2-16 16,-6 2-22-16,0 0-14 0,-2 2 1 0,-5-2-31 16,-4 1-5-16,-2 4-62 0,-3-5-66 15,-7 8-64-15,-6-4-195 0,-4 3-289 0,3 0 49 16,-13 0 63-16,0 1 72 0</inkml:trace>
  <inkml:trace contextRef="#ctx0" brushRef="#br0" timeOffset="-9327.58">31489 8082 883 0,'-10'3'276'0,"3"-2"8"15,1 3-25-15,2-3-11 0,4-1-25 0,0 0-19 16,0 0-12-16,0 0-12 0,0 0-14 0,17 3 3 16,4-1-21-16,9-4-7 0,5 2-21 0,26-1 16 15,4-6-23-15,6 6-16 0,2-3-10 16,5-1-8-16,17-2 6 0,1 6-13 0,-15-6 2 15,13 4-13-15,-18 2-2 0,1-5 0 0,-8 5-16 16,0 0 6-16,-1-4-21 0,-7 4 103 16,-13-2-16-16,-6-1-5 0,-8 4-10 0,0-3-18 15,-3 2 10-15,1-3-10 0,-6 1-5 0,-6 3-18 16,2-4 2-16,-6 2-2 0,0 1-11 0,-2 1-4 16,-3 0-18-16,-1 0 15 0,1-2 2 15,-11 2-25-15,13-1 0 0,-13 1-18 0,0 0-28 16,0 0-57-16,0 0-66 0,-17 11-110 0,0-5-678 15,-4-2 58-15,1 0 93 0,-7-1 74 16,-4-3 53-16,-7-3 98 0,-4-4 26 0</inkml:trace>
  <inkml:trace contextRef="#ctx0" brushRef="#br0" timeOffset="-7677.84">27445 12008 1026 0,'6'8'322'0,"-2"9"-40"0,3 1-16 0,-3 3-17 16,3 3-27-16,-1-2-27 0,5 7-19 16,-4 0-19-16,2 1-19 0,-2-2-13 0,1 3-20 15,1-5 10-15,-2 5-17 0,0-7-24 16,0-2 8-16,-3 1-13 0,2-6-8 0,-5 0-10 16,5-1 11-16,-6-5 10 0,5 1 17 0,-3-5-12 15,-2-2-11-15,0-5-4 0,0 0-13 0,0 0 4 16,0 0-7-16,-10-18-10 0,6 1 10 15,-2 1 8-15,-2-8-23 0,2-1 2 0,-1-10-2 16,3 2-11-16,-2-4-2 0,3-1 8 0,3-2-3 16,3 5 0-16,3 2-13 0,-2-1 0 15,3 2 13-15,4 6-20 0,-1-1-1 0,3 5 4 16,1 4 1-16,-1 7 14 0,3-1-21 16,-4 5 7-16,5 4 1 0,0 3-3 0,-3 0-2 15,3 8 4-15,0 1-1 0,-4 5 1 0,2 2-20 16,-3 1 11-16,-2 2-16 0,-5-1 28 0,-2 3-7 15,0-3-8-15,-6 0-3 0,0 0 16 16,-3 4-6-16,-2-3-4 0,-2-3 9 0,-4 1 6 16,4 1-5-16,0-5-6 0,-1-1-7 0,1 1 26 15,0-4-8-15,2 1-19 0,1-2 4 16,1 2 10-16,0-3-8 0,2 1-8 0,1-1 0 16,-1 3 13-16,4-3-2 0,4 3-13 0,-1-2 4 15,1 0 6-15,7 2-2 0,0-2 20 16,1 1-10-16,1 0-6 0,1 1-12 0,3-1 7 15,0-3-17-15,4 0-26 0,-4 2-67 0,3-2-81 16,-3-2-226-16,4 3-433 0,0-7 101 0,-5 1 43 16,1-2 92-16,-3-5 38 0,3 1 96 15</inkml:trace>
  <inkml:trace contextRef="#ctx0" brushRef="#br0" timeOffset="-7361.53">28266 11658 831 0,'0'0'272'0,"13"6"-24"0,-7-2-23 16,-1 4-28-16,2 0-35 0,-4 4 1 16,0 0-24-16,-3 3-14 0,0 1-12 0,-6 0-8 15,4 2-6-15,-7 1-6 0,2 3-9 0,0-3-10 16,-3-1-2-16,-1-1-8 0,2-2-13 15,2 2-2-15,3-6-6 0,-6 1 1 0,7-2-1 16,-1-2 3-16,1 2-7 0,0-3-6 0,6-1 16 16,0-2-19-16,4 1 4 0,4-2-1 0,2 1-7 15,4-3-8-15,0 1 17 0,4-2-14 16,3 1-3-16,-1-1 0 0,4 2-13 0,4 2-15 16,-6-3-49-16,8 1-82 0,-2 3-56 0,-3-2-131 15,2 1-414-15,-2 2 69 0,0-1 63 16,2 0 63-16</inkml:trace>
  <inkml:trace contextRef="#ctx0" brushRef="#br0" timeOffset="-6994.63">29356 12026 652 0,'3'4'272'0,"-3"-4"-37"0,0 4 11 15,0 3-31-15,0-7 0 0,-6 14 0 0,-1-5-54 16,-3 0-12-16,-1 1-16 0,-5 4 0 0,-5-3-16 16,0 3-1-16,-6-2-1 0,7 2-5 15,-5-1-13-15,4 1-10 0,-1-5-2 0,1 4-6 16,3-2-5-16,1-3 1 0,3 2 4 0,1-2-28 16,3 1-2-16,-1-1 7 0,5-1-18 15,2 1 8-15,1-2-2 0,6-1-6 0,1 2 6 16,6 0-1-16,7 3-25 0,4-3 18 0,2 1-10 15,4 1-3-15,1-1-3 0,0-5-9 16,6 4 4-16,-4 0 3 0,6-1 0 0,-7-4-8 16,2 5 3-16,-2-4-13 0,-3 4 13 0,4-5-6 15,-7 2-25-15,-3-2-20 0,-4 4-13 16,2-4-34-16,-5 3-68 0,0 0-52 0,-4-1-136 16,-4-1-455-16,-5 4 64 0,0-4 72 0,0-3 64 15,-7 9 61-15</inkml:trace>
  <inkml:trace contextRef="#ctx0" brushRef="#br0" timeOffset="-6761.5">28936 12650 806 0,'0'0'286'0,"-4"5"-17"0,4-5-20 15,0 0-19-15,11 9-18 0,-2-7-22 0,2 5-19 16,11-4-25-16,1 4 5 0,9-3-5 0,3 0-20 15,0 1-4-15,6 0-12 0,-3-1-12 16,-1-1-11-16,4 3-21 0,-1-4-2 0,-1 5 0 16,-2-4-15-16,-6 2-8 0,0-2-36 0,0 3-28 15,-4-5-67-15,1 1-71 0,-6 2-108 16,-4-3-130-16,0 1-343 0,2-4 99 0,-3 0 44 16,1-3 67-16</inkml:trace>
  <inkml:trace contextRef="#ctx0" brushRef="#br0" timeOffset="-6361.01">30130 12159 685 0,'-2'22'290'0,"2"-12"-19"0,-3 0-20 0,6 5-39 15,-1 2-9-15,-1 0-17 0,0 1-17 16,-1 4-20-16,4-4-21 0,-1 4 0 0,-1-1-13 16,-1-1-20-16,3 0-6 0,-4-3-12 0,5 1 8 15,-4-3-14-15,0 0-4 0,-1-5 17 16,3 1 8-16,-3 1 8 0,3-5-3 0,-3-2-9 16,0 0-12-16,0-5-7 0,0 0-2 0,0 0-11 15,0 0-10-15,4-19 0 0,-4 8 1 16,-1-7-12-16,-2 0 4 0,3-6 2 0,-3-2-8 15,0-8 3-15,1-1-11 0,-3-3 6 16,2-2-5-16,2 3-6 0,1-3 3 0,-1 7-13 16,1 2-4-16,-2 4 1 0,2 2-4 0,0 5 12 15,0-1-10-15,0 3-5 0,0 8-12 16,-3-5-6-16,6 7 15 0,-3 1-20 0,2 3-26 16,-1 0-33-16,-1 4-61 0,0 0-167 0,7 15-527 15,-5-2 85-15,-2-1 74 0,-2-2 58 0,-4 3 72 16</inkml:trace>
  <inkml:trace contextRef="#ctx0" brushRef="#br0" timeOffset="-1094.83">29165 8194 842 0,'3'-1'335'0,"-3"1"3"0,5-10-54 15,-5 5-18-15,0 5-30 0,0-4-3 0,0 4-29 16,0-6-9-16,0 6-18 0,0-7-34 16,0 7-15-16,0 0-13 0,-5-8 3 0,5 8-16 15,-7-3-2-15,1-1-23 0,-2 2 7 0,-2 1-7 16,-3 1-21-16,-1-3 1 0,-3-1-11 0,0 1 10 16,-4 1-23-16,-2-3 3 0,-5 4 3 0,1-5-6 15,-4 5-15-15,-6-6 2 0,-2 4 3 16,-1-2-10-16,-1 2 2 0,-4-1-2 0,-13-1 5 15,7 0-2-15,3 5-9 0,-14-3 1 16,-3 1 7-16,1-1-10 0,2 1-7 0,-3 2 7 16,2-1 8-16,-3 1-6 0,1 0 4 0,-1 0-14 15,-2 0 8-15,-1 1 0 0,-5-1-5 0,1 5 3 16,-1-3-3-16,-2-2-5 0,-2 3 15 16,2 1-7-16,1-3 2 0,4 1 0 0,1-2 2 15,-1 3-9-15,3 0-3 0,3-2 20 16,-3-1-5-16,-1 1 3 0,1-1-5 0,0 5-11 15,3-4 6-15,-3 0-6 0,6 2 11 0,-4-3 0 16,5 5-1-16,10-3-9 0,6 1-8 16,1 0 4-16,-4-2 12 0,3 0-12 0,-1 4 12 15,0-3 1-15,-12 1-4 0,7 4-11 0,10-7 8 16,-3 7 0-16,-1-6 0 0,4 6-5 0,-4-4 20 16,5 4-4-16,-1-1-4 0,2-4-7 15,2 4 21-15,6-2-14 0,-3 1-1 0,7-3-6 16,2 5 2-16,-1-6 1 0,5 5-8 15,3-3 17-15,2 2 1 0,-1-2-8 0,5 3 8 16,-1-4-3-16,3 4-12 0,-3-3 20 0,5 3-16 16,-4-1 8-16,8 0-10 0,-6 4 3 0,3 0-6 15,3 3 16-15,-2 0-13 0,2 1 3 16,-2 0-8-16,3 4 10 0,2-2 0 0,-3 5 13 16,4 2 7-16,-3-3-27 0,3 9 12 0,-3 0 3 15,3-3-3-15,0 7 5 0,0 3-12 16,-4 2-8-16,4-1 7 0,-3 3-2 0,0-1 13 15,3 13 5-15,-1-5-15 0,-2-6 10 0,0-2 17 16,3 17-27-16,-3-12 7 0,2 10 0 16,0-8 8-16,1-4-2 0,-6 12-14 0,6-9 3 15,0-5 13-15,-3 3-18 0,3-1 0 0,0-1 10 16,-3-3 1-16,3 3 9 0,0 1-15 16,0-2 3-16,3-1 0 0,-3 14 4 0,3-6-4 15,-3-10-10-15,3-2 9 0,-3 3-2 16,4-10 0-16,-3 8 1 0,2-3 1 0,3-6 1 15,-2 4-5-15,-1-5-11 0,4-3 10 0,1 1 16 16,-2 2-13-16,1-7 1 0,3 4 4 0,1-5 0 16,-1 1-23-16,3-1 11 0,1-3 9 0,2-2-2 15,-1 2 3-15,5-3 2 0,-3 1-12 16,7 0 9-16,-3-4 11 0,2 2-7 0,4-3-6 16,-2 1 10-16,5-1-15 0,3 3 5 15,0-3 5-15,-3-1-2 0,4 1-5 0,2-2-3 16,1 1-11-16,0-4 32 0,1 5-16 0,2-2 3 15,5 0-24-15,-4-5 27 0,7 4 4 16,14-1-18-16,-9-2 11 0,14-1-10 0,-3 0 22 16,1-1-15-16,0 0 5 0,0-1 6 0,0-1-3 15,3 2-6-15,-3 1-76 0,4 0 10 0,-1-2 11 16,4 1-11-16,3 1 10 0,-3 1 16 16,3 1-13-16,-3-2 15 0,1 1 5 0,-6 4 3 15,2-3 11-15,2-2-1 0,-6 5-5 0,3-2-5 16,-3 3 13-16,0-3-1 0,-1 4-1 15,-2-4 14-15,0 2-7 0,3 3-5 0,-3-2 15 16,0-2-5-16,-5 4-8 0,1 1 13 0,3-3-5 16,-12-4-10-16,-5 3 13 0,1-3-1 0,-4 1-4 15,4 1 2-15,-1-3 5 0,0 1-13 16,0-2 8-16,-1 0 3 0,2 0-3 0,-1 0 5 16,1 0-10-16,-1 0 10 0,2 0-5 15,-2 0 13-15,0 0-6 0,-2-2-12 0,-1-1 0 16,-1-1 8-16,-7 3-1 0,0-1-2 0,-6-3 0 15,4 4 3-15,-4-5-6 0,1 5 6 16,-1-4-1-16,-6 0-4 0,-1 3 7 0,4-3 2 16,-3-2-14-16,-1 4 22 0,-3-5-15 0,1 1 13 15,-2 3 7-15,2-3-20 0,-5-1 18 0,4-2-10 16,-4 1 2-16,-1-3 11 0,4-1-11 16,-6 1 3-16,4-5 0 0,-2 1-11 0,-3-1-4 15,1-2-1-15,0-4 8 0,-3 0-5 0,4-5 13 16,-1-4 2-16,-4-1-10 0,2-16 3 15,2 5-3-15,-4 2-5 0,1-8 8 0,-4 0 2 16,2 10 6-16,1-12-27 0,-1 1 6 0,-3-1 31 16,1 7-26-16,-3 3-10 0,5-9 22 0,-4 0-4 15,0 3-3-15,-1 8-5 16,0-2 5-16,-1 4-10 0,1-3 15 0,0 1-10 0,-1 2-2 16,1 2-3-16,-2 0 5 0,2-1 12 15,0 9-19-15,0-4-3 0,0 5 7 0,-3 1-2 16,3-2 0-16,0 2 7 0,-3 1 3 0,2 1 1 15,1 5 1-15,-1-5-2 0,-1 5-15 0,-1 0 8 16,0-2 4-16,3 4-4 0,-3-4-4 16,2 0 4-16,-3 3-1 0,1 3 8 0,0-3-2 15,2 0-3-15,-2-2 8 0,0 4-6 0,0-2 3 16,-1 1-10-16,1 0-8 0,0 1 19 0,0 3-6 16,-2-3 10-16,2 0-3 0,0 1-4 15,-1 3 0-15,1-3-1 0,0 0-10 0,-1 1 11 16,-3 2 5-16,6-2-6 0,-5 3-9 15,3-4 14-15,2 5-7 0,-2-3-7 0,0 2 7 16,-3 0 0-16,6-1 5 0,-4 2-5 0,0 0 5 16,1-2-15-16,-1 2 17 0,-2 0-14 0,5 2 7 15,-5-2-3-15,-1 2-5 0,-3-6 6 0,-1 4 2 16,-3 2-3-16,-5-2-17 0,-4 1 17 16,-9-5 3-16,-3 4-5 0,-19-4 0 0,-1 4-10 15,1 2-31-15,-4-2-39 0,2-4-186 16,2 13-671-16,-8-6 94 0,1 3 78 0,-4-9 84 15,0 0 74-15,-7-10 85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1903-D496-3CB6-9955-53A26E218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9E9AC-DF5F-0E50-F7A5-0E6DCB874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7D1FF-A7CF-563E-BEB0-1FF2A60E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1623-A064-4BED-B073-BA4D61433402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7766C-6DF3-C043-FC74-011803F7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D6092-B15C-6390-9E22-FF1AE702F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964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3533D-AAEB-8F62-53E5-D452D71B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640C9-B3E7-B27D-63C8-18E4DC3F2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6BCEB-75AB-1AD6-F0D4-F9D7322A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51A29-10B0-60CB-E880-BE3CE722C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7F4B1-2AB3-A55B-69F0-22A8F0B05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796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19BE-FBF1-6128-704E-578709366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8FB4-B4AE-FDB4-7667-457963632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A378D-7D4C-28C5-A0F9-706C8291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EB70D-CD01-44DA-83B3-8FEB3383D307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7D27E-C3B8-B220-E9C0-C844B5AE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E1980-8DAE-18CD-C31B-C955CD3C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62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67E35-9740-B58B-9DAA-C57824E3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C75DD-05B3-C3F7-7B2F-DF10C8A47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5ABBE-4ABD-0A80-C4DB-CB5808656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E1D88-590C-ACFB-E05F-0F8F598F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859CF-4215-9D2A-19CF-97E68C8B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FDA80-0967-1F9E-37C7-4E20D135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301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537DC-1C86-19F4-C3AE-95544BC2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B551B-0DE5-D8A7-4731-D1A5A01AC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F8BFB-89D6-AF5C-4C4C-DD074C23F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80D06-C12E-DCAA-63ED-DC3C4223C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71CDC-6A0F-A92B-558E-D024A4A89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8F8BE-E395-2BD1-EA79-BB895508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EBC33-5C28-3F36-66DA-CEA6E7E3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882955-27FF-166F-7867-05CA4680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961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FCB6-6FE9-7729-320A-AD3135FAF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358AFC-EE1E-11E6-4F61-7AE1D796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7651C-8FC9-3A52-42A9-FB483952B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DE2D-2129-F77C-5FE6-115DAB25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219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A09EC-D84C-816F-45EF-DA23156FC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DC7B95-39AA-2622-4DA3-07D95572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CFE59-2EB2-3F6E-AB6B-2289BBA8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840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76344-E45B-1B75-A3FE-31DA36494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0AE7E-6349-875B-D94F-38A7586BD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A6847-F57B-6747-72CA-15059BA65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6A2C2-278F-BAB4-B611-985685951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D0D6-7A82-473E-879B-C6ECD6CCCFEC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86C36-AB1A-D0CA-3499-EFFB3F62B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605B0-91D8-6811-DF5D-68A5FCFC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947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CF80-A2A1-12A5-91D6-06BFA0F83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B30D97-7353-B53F-C918-002E6D429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63B97-1314-80BB-FB1E-4CA458DF7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D4EDF-A253-F9F8-285B-9807B82B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5E03-BC17-41A7-854C-DFAB672737DC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00CA1-F304-4903-8913-F956D987A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33C9D-53C9-FB43-D4C1-38D4D679A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773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A51BE-DC1A-3663-3331-D30DEB854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87220-71F4-DB35-325F-03F155CB4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B4831-C6B2-69A3-4F75-4C285CB9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74C46-770E-0CE5-1486-9D066530C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CFFF8-0FE4-E57B-C3CB-12BF9608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4364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5F7176-A6AB-ECAC-241B-AAD97AC8B2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7A23F-BA9A-8212-13C3-D13492134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D0414-09B0-688C-89C8-2647CCF28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02AB-6034-4B88-BC5A-7C17CB0EF809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63763-8D5E-05D7-1A06-F5D2FDCF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C6F63-3242-2295-8824-F8B3D97D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14205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C1903-D496-3CB6-9955-53A26E2181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9E9AC-DF5F-0E50-F7A5-0E6DCB8741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7D1FF-A7CF-563E-BEB0-1FF2A60E4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41623-A064-4BED-B073-BA4D61433402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7766C-6DF3-C043-FC74-011803F70B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D6092-B15C-6390-9E22-FF1AE702F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0666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3533D-AAEB-8F62-53E5-D452D71BB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9640C9-B3E7-B27D-63C8-18E4DC3F2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26BCEB-75AB-1AD6-F0D4-F9D7322AE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51A29-10B0-60CB-E880-BE3CE722C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97F4B1-2AB3-A55B-69F0-22A8F0B05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18604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19BE-FBF1-6128-704E-578709366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8E8FB4-B4AE-FDB4-7667-457963632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AA378D-7D4C-28C5-A0F9-706C8291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EB70D-CD01-44DA-83B3-8FEB3383D307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27D27E-C3B8-B220-E9C0-C844B5AECB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E1980-8DAE-18CD-C31B-C955CD3C9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4585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67E35-9740-B58B-9DAA-C57824E38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C75DD-05B3-C3F7-7B2F-DF10C8A474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C5ABBE-4ABD-0A80-C4DB-CB58086561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BE1D88-590C-ACFB-E05F-0F8F598FC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2859CF-4215-9D2A-19CF-97E68C8B3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FDA80-0967-1F9E-37C7-4E20D1352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859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537DC-1C86-19F4-C3AE-95544BC23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B551B-0DE5-D8A7-4731-D1A5A01AC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F8BFB-89D6-AF5C-4C4C-DD074C23F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280D06-C12E-DCAA-63ED-DC3C4223C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271CDC-6A0F-A92B-558E-D024A4A89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C8F8BE-E395-2BD1-EA79-BB8955084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FEBC33-5C28-3F36-66DA-CEA6E7E3F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882955-27FF-166F-7867-05CA46807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2562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41FCB6-6FE9-7729-320A-AD3135FAF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358AFC-EE1E-11E6-4F61-7AE1D796F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07651C-8FC9-3A52-42A9-FB483952B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E7DE2D-2129-F77C-5FE6-115DAB25D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92788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8A09EC-D84C-816F-45EF-DA23156FC9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DC7B95-39AA-2622-4DA3-07D955727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DCFE59-2EB2-3F6E-AB6B-2289BBA8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269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76344-E45B-1B75-A3FE-31DA36494F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0AE7E-6349-875B-D94F-38A7586BD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8A6847-F57B-6747-72CA-15059BA657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6A2C2-278F-BAB4-B611-985685951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5DD0D6-7A82-473E-879B-C6ECD6CCCFEC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086C36-AB1A-D0CA-3499-EFFB3F62B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605B0-91D8-6811-DF5D-68A5FCFCB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513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2CF80-A2A1-12A5-91D6-06BFA0F83F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B30D97-7353-B53F-C918-002E6D4290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063B97-1314-80BB-FB1E-4CA458DF7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4D4EDF-A253-F9F8-285B-9807B82B2F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05E03-BC17-41A7-854C-DFAB672737DC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300CA1-F304-4903-8913-F956D987A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33C9D-53C9-FB43-D4C1-38D4D679A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92582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A51BE-DC1A-3663-3331-D30DEB854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787220-71F4-DB35-325F-03F155CB46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B4831-C6B2-69A3-4F75-4C285CB9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C74C46-770E-0CE5-1486-9D066530C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CFFF8-0FE4-E57B-C3CB-12BF9608A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5234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5F7176-A6AB-ECAC-241B-AAD97AC8B2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C7A23F-BA9A-8212-13C3-D134921340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D0414-09B0-688C-89C8-2647CCF28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F02AB-6034-4B88-BC5A-7C17CB0EF809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463763-8D5E-05D7-1A06-F5D2FDCF0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C6F63-3242-2295-8824-F8B3D97D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984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EB385-128D-C4D5-397B-DAEAA1D0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71D24-2F35-AA01-CF82-AEA2C3E5A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E264E-2089-D748-6483-05C98A01B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08324-A84C-4A45-93B6-78D079CCE772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8E307-D43F-11BD-4210-7B3A13233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F9BBD-D15D-3BCF-932A-DF304D920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95CAA2-E0A9-C1C8-E832-046F2E0CF4E6}"/>
              </a:ext>
            </a:extLst>
          </p:cNvPr>
          <p:cNvSpPr txBox="1"/>
          <p:nvPr userDrawn="1"/>
        </p:nvSpPr>
        <p:spPr>
          <a:xfrm rot="18462754">
            <a:off x="4837914" y="3136612"/>
            <a:ext cx="2516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</a:rPr>
              <a:t>INTTRVU.ai</a:t>
            </a:r>
            <a:endParaRPr lang="en-IN" sz="3200" dirty="0">
              <a:solidFill>
                <a:schemeClr val="bg2"/>
              </a:solidFill>
            </a:endParaRPr>
          </a:p>
        </p:txBody>
      </p:sp>
      <p:pic>
        <p:nvPicPr>
          <p:cNvPr id="8" name="Picture 7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B2335C53-5496-AFC6-31A5-E7095C409D9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305157"/>
            <a:ext cx="1443147" cy="50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767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7" r:id="rId5"/>
    <p:sldLayoutId id="2147483808" r:id="rId6"/>
    <p:sldLayoutId id="2147483809" r:id="rId7"/>
    <p:sldLayoutId id="2147483810" r:id="rId8"/>
    <p:sldLayoutId id="2147483811" r:id="rId9"/>
    <p:sldLayoutId id="2147483812" r:id="rId10"/>
    <p:sldLayoutId id="214748381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FEB385-128D-C4D5-397B-DAEAA1D0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671D24-2F35-AA01-CF82-AEA2C3E5A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AE264E-2089-D748-6483-05C98A01B7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408324-A84C-4A45-93B6-78D079CCE772}" type="datetime1">
              <a:rPr lang="en-US" smtClean="0"/>
              <a:t>7/12/2025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8E307-D43F-11BD-4210-7B3A132332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rgbClr val="00B0F0"/>
                </a:solidFill>
              </a:defRPr>
            </a:lvl1pPr>
          </a:lstStyle>
          <a:p>
            <a:r>
              <a:rPr lang="en-US" dirty="0"/>
              <a:t>https://inttrvu.ai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F9BBD-D15D-3BCF-932A-DF304D920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677756-83DE-1E8B-6D32-4A76BF9E7C5D}"/>
              </a:ext>
            </a:extLst>
          </p:cNvPr>
          <p:cNvSpPr txBox="1"/>
          <p:nvPr userDrawn="1"/>
        </p:nvSpPr>
        <p:spPr>
          <a:xfrm rot="18462754">
            <a:off x="4837914" y="3136612"/>
            <a:ext cx="2516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2"/>
                </a:solidFill>
              </a:rPr>
              <a:t>INTTRVU.ai</a:t>
            </a:r>
            <a:endParaRPr lang="en-IN" sz="3200" dirty="0">
              <a:solidFill>
                <a:schemeClr val="bg2"/>
              </a:solidFill>
            </a:endParaRPr>
          </a:p>
        </p:txBody>
      </p:sp>
      <p:pic>
        <p:nvPicPr>
          <p:cNvPr id="9" name="Picture 8" descr="A blue text on a white background&#10;&#10;Description automatically generated">
            <a:extLst>
              <a:ext uri="{FF2B5EF4-FFF2-40B4-BE49-F238E27FC236}">
                <a16:creationId xmlns:a16="http://schemas.microsoft.com/office/drawing/2014/main" id="{06BDDECA-1544-FCD6-6BB4-8DF2106652E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6305157"/>
            <a:ext cx="1443147" cy="507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661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customXml" Target="../ink/ink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customXml" Target="../ink/ink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6.xml"/><Relationship Id="rId21" Type="http://schemas.openxmlformats.org/officeDocument/2006/relationships/customXml" Target="../ink/ink22.xml"/><Relationship Id="rId42" Type="http://schemas.openxmlformats.org/officeDocument/2006/relationships/customXml" Target="../ink/ink41.xml"/><Relationship Id="rId47" Type="http://schemas.openxmlformats.org/officeDocument/2006/relationships/customXml" Target="../ink/ink46.xml"/><Relationship Id="rId63" Type="http://schemas.openxmlformats.org/officeDocument/2006/relationships/customXml" Target="../ink/ink61.xml"/><Relationship Id="rId68" Type="http://schemas.openxmlformats.org/officeDocument/2006/relationships/customXml" Target="../ink/ink66.xml"/><Relationship Id="rId2" Type="http://schemas.openxmlformats.org/officeDocument/2006/relationships/customXml" Target="../ink/ink12.xml"/><Relationship Id="rId16" Type="http://schemas.openxmlformats.org/officeDocument/2006/relationships/customXml" Target="../ink/ink18.xml"/><Relationship Id="rId29" Type="http://schemas.openxmlformats.org/officeDocument/2006/relationships/customXml" Target="../ink/ink28.xml"/><Relationship Id="rId11" Type="http://schemas.openxmlformats.org/officeDocument/2006/relationships/image" Target="../media/image611.png"/><Relationship Id="rId24" Type="http://schemas.openxmlformats.org/officeDocument/2006/relationships/customXml" Target="../ink/ink24.xml"/><Relationship Id="rId32" Type="http://schemas.openxmlformats.org/officeDocument/2006/relationships/customXml" Target="../ink/ink31.xml"/><Relationship Id="rId37" Type="http://schemas.openxmlformats.org/officeDocument/2006/relationships/customXml" Target="../ink/ink36.xml"/><Relationship Id="rId40" Type="http://schemas.openxmlformats.org/officeDocument/2006/relationships/customXml" Target="../ink/ink39.xml"/><Relationship Id="rId45" Type="http://schemas.openxmlformats.org/officeDocument/2006/relationships/customXml" Target="../ink/ink44.xml"/><Relationship Id="rId53" Type="http://schemas.openxmlformats.org/officeDocument/2006/relationships/customXml" Target="../ink/ink52.xml"/><Relationship Id="rId58" Type="http://schemas.openxmlformats.org/officeDocument/2006/relationships/customXml" Target="../ink/ink56.xml"/><Relationship Id="rId66" Type="http://schemas.openxmlformats.org/officeDocument/2006/relationships/customXml" Target="../ink/ink64.xml"/><Relationship Id="rId74" Type="http://schemas.openxmlformats.org/officeDocument/2006/relationships/customXml" Target="../ink/ink72.xml"/><Relationship Id="rId5" Type="http://schemas.openxmlformats.org/officeDocument/2006/relationships/image" Target="../media/image310.png"/><Relationship Id="rId61" Type="http://schemas.openxmlformats.org/officeDocument/2006/relationships/customXml" Target="../ink/ink59.xml"/><Relationship Id="rId19" Type="http://schemas.openxmlformats.org/officeDocument/2006/relationships/customXml" Target="../ink/ink20.xml"/><Relationship Id="rId14" Type="http://schemas.openxmlformats.org/officeDocument/2006/relationships/customXml" Target="../ink/ink17.xml"/><Relationship Id="rId22" Type="http://schemas.openxmlformats.org/officeDocument/2006/relationships/image" Target="../media/image1010.png"/><Relationship Id="rId27" Type="http://schemas.openxmlformats.org/officeDocument/2006/relationships/image" Target="../media/image110.png"/><Relationship Id="rId30" Type="http://schemas.openxmlformats.org/officeDocument/2006/relationships/customXml" Target="../ink/ink29.xml"/><Relationship Id="rId35" Type="http://schemas.openxmlformats.org/officeDocument/2006/relationships/customXml" Target="../ink/ink34.xml"/><Relationship Id="rId43" Type="http://schemas.openxmlformats.org/officeDocument/2006/relationships/customXml" Target="../ink/ink42.xml"/><Relationship Id="rId48" Type="http://schemas.openxmlformats.org/officeDocument/2006/relationships/customXml" Target="../ink/ink47.xml"/><Relationship Id="rId56" Type="http://schemas.openxmlformats.org/officeDocument/2006/relationships/customXml" Target="../ink/ink54.xml"/><Relationship Id="rId64" Type="http://schemas.openxmlformats.org/officeDocument/2006/relationships/customXml" Target="../ink/ink62.xml"/><Relationship Id="rId69" Type="http://schemas.openxmlformats.org/officeDocument/2006/relationships/customXml" Target="../ink/ink67.xml"/><Relationship Id="rId8" Type="http://schemas.openxmlformats.org/officeDocument/2006/relationships/customXml" Target="../ink/ink14.xml"/><Relationship Id="rId51" Type="http://schemas.openxmlformats.org/officeDocument/2006/relationships/customXml" Target="../ink/ink50.xml"/><Relationship Id="rId72" Type="http://schemas.openxmlformats.org/officeDocument/2006/relationships/customXml" Target="../ink/ink70.xml"/><Relationship Id="rId12" Type="http://schemas.openxmlformats.org/officeDocument/2006/relationships/customXml" Target="../ink/ink16.xml"/><Relationship Id="rId17" Type="http://schemas.openxmlformats.org/officeDocument/2006/relationships/image" Target="../media/image910.png"/><Relationship Id="rId25" Type="http://schemas.openxmlformats.org/officeDocument/2006/relationships/customXml" Target="../ink/ink25.xml"/><Relationship Id="rId33" Type="http://schemas.openxmlformats.org/officeDocument/2006/relationships/customXml" Target="../ink/ink32.xml"/><Relationship Id="rId38" Type="http://schemas.openxmlformats.org/officeDocument/2006/relationships/customXml" Target="../ink/ink37.xml"/><Relationship Id="rId46" Type="http://schemas.openxmlformats.org/officeDocument/2006/relationships/customXml" Target="../ink/ink45.xml"/><Relationship Id="rId59" Type="http://schemas.openxmlformats.org/officeDocument/2006/relationships/customXml" Target="../ink/ink57.xml"/><Relationship Id="rId67" Type="http://schemas.openxmlformats.org/officeDocument/2006/relationships/customXml" Target="../ink/ink65.xml"/><Relationship Id="rId20" Type="http://schemas.openxmlformats.org/officeDocument/2006/relationships/customXml" Target="../ink/ink21.xml"/><Relationship Id="rId41" Type="http://schemas.openxmlformats.org/officeDocument/2006/relationships/customXml" Target="../ink/ink40.xml"/><Relationship Id="rId54" Type="http://schemas.openxmlformats.org/officeDocument/2006/relationships/image" Target="../media/image120.png"/><Relationship Id="rId62" Type="http://schemas.openxmlformats.org/officeDocument/2006/relationships/customXml" Target="../ink/ink60.xml"/><Relationship Id="rId70" Type="http://schemas.openxmlformats.org/officeDocument/2006/relationships/customXml" Target="../ink/ink68.xml"/><Relationship Id="rId75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.xml"/><Relationship Id="rId15" Type="http://schemas.openxmlformats.org/officeDocument/2006/relationships/image" Target="../media/image810.png"/><Relationship Id="rId23" Type="http://schemas.openxmlformats.org/officeDocument/2006/relationships/customXml" Target="../ink/ink23.xml"/><Relationship Id="rId28" Type="http://schemas.openxmlformats.org/officeDocument/2006/relationships/customXml" Target="../ink/ink27.xml"/><Relationship Id="rId36" Type="http://schemas.openxmlformats.org/officeDocument/2006/relationships/customXml" Target="../ink/ink35.xml"/><Relationship Id="rId49" Type="http://schemas.openxmlformats.org/officeDocument/2006/relationships/customXml" Target="../ink/ink48.xml"/><Relationship Id="rId57" Type="http://schemas.openxmlformats.org/officeDocument/2006/relationships/customXml" Target="../ink/ink55.xml"/><Relationship Id="rId10" Type="http://schemas.openxmlformats.org/officeDocument/2006/relationships/customXml" Target="../ink/ink15.xml"/><Relationship Id="rId31" Type="http://schemas.openxmlformats.org/officeDocument/2006/relationships/customXml" Target="../ink/ink30.xml"/><Relationship Id="rId44" Type="http://schemas.openxmlformats.org/officeDocument/2006/relationships/customXml" Target="../ink/ink43.xml"/><Relationship Id="rId52" Type="http://schemas.openxmlformats.org/officeDocument/2006/relationships/customXml" Target="../ink/ink51.xml"/><Relationship Id="rId60" Type="http://schemas.openxmlformats.org/officeDocument/2006/relationships/customXml" Target="../ink/ink58.xml"/><Relationship Id="rId65" Type="http://schemas.openxmlformats.org/officeDocument/2006/relationships/customXml" Target="../ink/ink63.xml"/><Relationship Id="rId73" Type="http://schemas.openxmlformats.org/officeDocument/2006/relationships/customXml" Target="../ink/ink71.xml"/><Relationship Id="rId9" Type="http://schemas.openxmlformats.org/officeDocument/2006/relationships/image" Target="../media/image510.png"/><Relationship Id="rId13" Type="http://schemas.openxmlformats.org/officeDocument/2006/relationships/image" Target="../media/image710.png"/><Relationship Id="rId18" Type="http://schemas.openxmlformats.org/officeDocument/2006/relationships/customXml" Target="../ink/ink19.xml"/><Relationship Id="rId39" Type="http://schemas.openxmlformats.org/officeDocument/2006/relationships/customXml" Target="../ink/ink38.xml"/><Relationship Id="rId34" Type="http://schemas.openxmlformats.org/officeDocument/2006/relationships/customXml" Target="../ink/ink33.xml"/><Relationship Id="rId50" Type="http://schemas.openxmlformats.org/officeDocument/2006/relationships/customXml" Target="../ink/ink49.xml"/><Relationship Id="rId55" Type="http://schemas.openxmlformats.org/officeDocument/2006/relationships/customXml" Target="../ink/ink53.xml"/><Relationship Id="rId7" Type="http://schemas.openxmlformats.org/officeDocument/2006/relationships/image" Target="../media/image410.png"/><Relationship Id="rId71" Type="http://schemas.openxmlformats.org/officeDocument/2006/relationships/customXml" Target="../ink/ink6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customXml" Target="../ink/ink7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4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1.xml"/><Relationship Id="rId21" Type="http://schemas.openxmlformats.org/officeDocument/2006/relationships/customXml" Target="../ink/ink87.xml"/><Relationship Id="rId42" Type="http://schemas.openxmlformats.org/officeDocument/2006/relationships/customXml" Target="../ink/ink107.xml"/><Relationship Id="rId47" Type="http://schemas.openxmlformats.org/officeDocument/2006/relationships/customXml" Target="../ink/ink112.xml"/><Relationship Id="rId63" Type="http://schemas.openxmlformats.org/officeDocument/2006/relationships/customXml" Target="../ink/ink127.xml"/><Relationship Id="rId68" Type="http://schemas.openxmlformats.org/officeDocument/2006/relationships/customXml" Target="../ink/ink132.xml"/><Relationship Id="rId2" Type="http://schemas.openxmlformats.org/officeDocument/2006/relationships/image" Target="../media/image130.png"/><Relationship Id="rId16" Type="http://schemas.openxmlformats.org/officeDocument/2006/relationships/customXml" Target="../ink/ink83.xml"/><Relationship Id="rId29" Type="http://schemas.openxmlformats.org/officeDocument/2006/relationships/customXml" Target="../ink/ink94.xml"/><Relationship Id="rId11" Type="http://schemas.openxmlformats.org/officeDocument/2006/relationships/customXml" Target="../ink/ink79.xml"/><Relationship Id="rId24" Type="http://schemas.openxmlformats.org/officeDocument/2006/relationships/customXml" Target="../ink/ink89.xml"/><Relationship Id="rId32" Type="http://schemas.openxmlformats.org/officeDocument/2006/relationships/customXml" Target="../ink/ink97.xml"/><Relationship Id="rId37" Type="http://schemas.openxmlformats.org/officeDocument/2006/relationships/customXml" Target="../ink/ink102.xml"/><Relationship Id="rId40" Type="http://schemas.openxmlformats.org/officeDocument/2006/relationships/customXml" Target="../ink/ink105.xml"/><Relationship Id="rId45" Type="http://schemas.openxmlformats.org/officeDocument/2006/relationships/customXml" Target="../ink/ink110.xml"/><Relationship Id="rId53" Type="http://schemas.openxmlformats.org/officeDocument/2006/relationships/customXml" Target="../ink/ink117.xml"/><Relationship Id="rId58" Type="http://schemas.openxmlformats.org/officeDocument/2006/relationships/customXml" Target="../ink/ink122.xml"/><Relationship Id="rId66" Type="http://schemas.openxmlformats.org/officeDocument/2006/relationships/customXml" Target="../ink/ink130.xml"/><Relationship Id="rId74" Type="http://schemas.openxmlformats.org/officeDocument/2006/relationships/customXml" Target="../ink/ink135.xml"/><Relationship Id="rId5" Type="http://schemas.openxmlformats.org/officeDocument/2006/relationships/customXml" Target="../ink/ink76.xml"/><Relationship Id="rId61" Type="http://schemas.openxmlformats.org/officeDocument/2006/relationships/customXml" Target="../ink/ink125.xml"/><Relationship Id="rId19" Type="http://schemas.openxmlformats.org/officeDocument/2006/relationships/customXml" Target="../ink/ink85.xml"/><Relationship Id="rId14" Type="http://schemas.openxmlformats.org/officeDocument/2006/relationships/customXml" Target="../ink/ink81.xml"/><Relationship Id="rId22" Type="http://schemas.openxmlformats.org/officeDocument/2006/relationships/image" Target="../media/image110.png"/><Relationship Id="rId27" Type="http://schemas.openxmlformats.org/officeDocument/2006/relationships/customXml" Target="../ink/ink92.xml"/><Relationship Id="rId30" Type="http://schemas.openxmlformats.org/officeDocument/2006/relationships/customXml" Target="../ink/ink95.xml"/><Relationship Id="rId35" Type="http://schemas.openxmlformats.org/officeDocument/2006/relationships/customXml" Target="../ink/ink100.xml"/><Relationship Id="rId43" Type="http://schemas.openxmlformats.org/officeDocument/2006/relationships/customXml" Target="../ink/ink108.xml"/><Relationship Id="rId48" Type="http://schemas.openxmlformats.org/officeDocument/2006/relationships/customXml" Target="../ink/ink113.xml"/><Relationship Id="rId56" Type="http://schemas.openxmlformats.org/officeDocument/2006/relationships/customXml" Target="../ink/ink120.xml"/><Relationship Id="rId64" Type="http://schemas.openxmlformats.org/officeDocument/2006/relationships/customXml" Target="../ink/ink128.xml"/><Relationship Id="rId69" Type="http://schemas.openxmlformats.org/officeDocument/2006/relationships/image" Target="../media/image160.png"/><Relationship Id="rId8" Type="http://schemas.openxmlformats.org/officeDocument/2006/relationships/image" Target="../media/image150.png"/><Relationship Id="rId51" Type="http://schemas.openxmlformats.org/officeDocument/2006/relationships/customXml" Target="../ink/ink115.xml"/><Relationship Id="rId72" Type="http://schemas.openxmlformats.org/officeDocument/2006/relationships/customXml" Target="../ink/ink134.xml"/><Relationship Id="rId3" Type="http://schemas.openxmlformats.org/officeDocument/2006/relationships/customXml" Target="../ink/ink75.xml"/><Relationship Id="rId12" Type="http://schemas.openxmlformats.org/officeDocument/2006/relationships/image" Target="../media/image910.png"/><Relationship Id="rId17" Type="http://schemas.openxmlformats.org/officeDocument/2006/relationships/image" Target="../media/image1010.png"/><Relationship Id="rId25" Type="http://schemas.openxmlformats.org/officeDocument/2006/relationships/customXml" Target="../ink/ink90.xml"/><Relationship Id="rId33" Type="http://schemas.openxmlformats.org/officeDocument/2006/relationships/customXml" Target="../ink/ink98.xml"/><Relationship Id="rId38" Type="http://schemas.openxmlformats.org/officeDocument/2006/relationships/customXml" Target="../ink/ink103.xml"/><Relationship Id="rId46" Type="http://schemas.openxmlformats.org/officeDocument/2006/relationships/customXml" Target="../ink/ink111.xml"/><Relationship Id="rId59" Type="http://schemas.openxmlformats.org/officeDocument/2006/relationships/customXml" Target="../ink/ink123.xml"/><Relationship Id="rId67" Type="http://schemas.openxmlformats.org/officeDocument/2006/relationships/customXml" Target="../ink/ink131.xml"/><Relationship Id="rId20" Type="http://schemas.openxmlformats.org/officeDocument/2006/relationships/customXml" Target="../ink/ink86.xml"/><Relationship Id="rId41" Type="http://schemas.openxmlformats.org/officeDocument/2006/relationships/customXml" Target="../ink/ink106.xml"/><Relationship Id="rId54" Type="http://schemas.openxmlformats.org/officeDocument/2006/relationships/customXml" Target="../ink/ink118.xml"/><Relationship Id="rId62" Type="http://schemas.openxmlformats.org/officeDocument/2006/relationships/customXml" Target="../ink/ink126.xml"/><Relationship Id="rId70" Type="http://schemas.openxmlformats.org/officeDocument/2006/relationships/customXml" Target="../ink/ink133.xml"/><Relationship Id="rId75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5" Type="http://schemas.openxmlformats.org/officeDocument/2006/relationships/customXml" Target="../ink/ink82.xml"/><Relationship Id="rId23" Type="http://schemas.openxmlformats.org/officeDocument/2006/relationships/customXml" Target="../ink/ink88.xml"/><Relationship Id="rId28" Type="http://schemas.openxmlformats.org/officeDocument/2006/relationships/customXml" Target="../ink/ink93.xml"/><Relationship Id="rId36" Type="http://schemas.openxmlformats.org/officeDocument/2006/relationships/customXml" Target="../ink/ink101.xml"/><Relationship Id="rId49" Type="http://schemas.openxmlformats.org/officeDocument/2006/relationships/image" Target="../media/image120.png"/><Relationship Id="rId57" Type="http://schemas.openxmlformats.org/officeDocument/2006/relationships/customXml" Target="../ink/ink121.xml"/><Relationship Id="rId10" Type="http://schemas.openxmlformats.org/officeDocument/2006/relationships/image" Target="../media/image810.png"/><Relationship Id="rId31" Type="http://schemas.openxmlformats.org/officeDocument/2006/relationships/customXml" Target="../ink/ink96.xml"/><Relationship Id="rId44" Type="http://schemas.openxmlformats.org/officeDocument/2006/relationships/customXml" Target="../ink/ink109.xml"/><Relationship Id="rId52" Type="http://schemas.openxmlformats.org/officeDocument/2006/relationships/customXml" Target="../ink/ink116.xml"/><Relationship Id="rId60" Type="http://schemas.openxmlformats.org/officeDocument/2006/relationships/customXml" Target="../ink/ink124.xml"/><Relationship Id="rId65" Type="http://schemas.openxmlformats.org/officeDocument/2006/relationships/customXml" Target="../ink/ink129.xml"/><Relationship Id="rId73" Type="http://schemas.openxmlformats.org/officeDocument/2006/relationships/image" Target="../media/image22.png"/><Relationship Id="rId4" Type="http://schemas.openxmlformats.org/officeDocument/2006/relationships/image" Target="../media/image310.png"/><Relationship Id="rId9" Type="http://schemas.openxmlformats.org/officeDocument/2006/relationships/customXml" Target="../ink/ink78.xml"/><Relationship Id="rId13" Type="http://schemas.openxmlformats.org/officeDocument/2006/relationships/customXml" Target="../ink/ink80.xml"/><Relationship Id="rId18" Type="http://schemas.openxmlformats.org/officeDocument/2006/relationships/customXml" Target="../ink/ink84.xml"/><Relationship Id="rId39" Type="http://schemas.openxmlformats.org/officeDocument/2006/relationships/customXml" Target="../ink/ink104.xml"/><Relationship Id="rId34" Type="http://schemas.openxmlformats.org/officeDocument/2006/relationships/customXml" Target="../ink/ink99.xml"/><Relationship Id="rId50" Type="http://schemas.openxmlformats.org/officeDocument/2006/relationships/customXml" Target="../ink/ink114.xml"/><Relationship Id="rId55" Type="http://schemas.openxmlformats.org/officeDocument/2006/relationships/customXml" Target="../ink/ink119.xml"/><Relationship Id="rId7" Type="http://schemas.openxmlformats.org/officeDocument/2006/relationships/customXml" Target="../ink/ink77.xml"/><Relationship Id="rId71" Type="http://schemas.openxmlformats.org/officeDocument/2006/relationships/image" Target="../media/image17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16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customXml" Target="../ink/ink136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13" Type="http://schemas.openxmlformats.org/officeDocument/2006/relationships/image" Target="../media/image200.png"/><Relationship Id="rId18" Type="http://schemas.openxmlformats.org/officeDocument/2006/relationships/customXml" Target="../ink/ink145.xml"/><Relationship Id="rId26" Type="http://schemas.openxmlformats.org/officeDocument/2006/relationships/image" Target="../media/image240.png"/><Relationship Id="rId3" Type="http://schemas.openxmlformats.org/officeDocument/2006/relationships/customXml" Target="../ink/ink137.xml"/><Relationship Id="rId21" Type="http://schemas.openxmlformats.org/officeDocument/2006/relationships/customXml" Target="../ink/ink147.xml"/><Relationship Id="rId34" Type="http://schemas.openxmlformats.org/officeDocument/2006/relationships/image" Target="../media/image27.png"/><Relationship Id="rId7" Type="http://schemas.openxmlformats.org/officeDocument/2006/relationships/customXml" Target="../ink/ink138.xml"/><Relationship Id="rId12" Type="http://schemas.openxmlformats.org/officeDocument/2006/relationships/customXml" Target="../ink/ink140.xml"/><Relationship Id="rId17" Type="http://schemas.openxmlformats.org/officeDocument/2006/relationships/customXml" Target="../ink/ink144.xml"/><Relationship Id="rId25" Type="http://schemas.openxmlformats.org/officeDocument/2006/relationships/customXml" Target="../ink/ink149.xml"/><Relationship Id="rId33" Type="http://schemas.openxmlformats.org/officeDocument/2006/relationships/customXml" Target="../ink/ink154.xml"/><Relationship Id="rId2" Type="http://schemas.openxmlformats.org/officeDocument/2006/relationships/image" Target="../media/image180.png"/><Relationship Id="rId16" Type="http://schemas.openxmlformats.org/officeDocument/2006/relationships/customXml" Target="../ink/ink143.xml"/><Relationship Id="rId20" Type="http://schemas.openxmlformats.org/officeDocument/2006/relationships/image" Target="../media/image210.png"/><Relationship Id="rId29" Type="http://schemas.openxmlformats.org/officeDocument/2006/relationships/customXml" Target="../ink/ink1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0.png"/><Relationship Id="rId11" Type="http://schemas.openxmlformats.org/officeDocument/2006/relationships/image" Target="../media/image190.png"/><Relationship Id="rId24" Type="http://schemas.openxmlformats.org/officeDocument/2006/relationships/image" Target="../media/image230.png"/><Relationship Id="rId32" Type="http://schemas.openxmlformats.org/officeDocument/2006/relationships/customXml" Target="../ink/ink153.xml"/><Relationship Id="rId15" Type="http://schemas.openxmlformats.org/officeDocument/2006/relationships/customXml" Target="../ink/ink142.xml"/><Relationship Id="rId23" Type="http://schemas.openxmlformats.org/officeDocument/2006/relationships/customXml" Target="../ink/ink148.xml"/><Relationship Id="rId28" Type="http://schemas.openxmlformats.org/officeDocument/2006/relationships/image" Target="../media/image250.png"/><Relationship Id="rId10" Type="http://schemas.openxmlformats.org/officeDocument/2006/relationships/image" Target="../media/image150.png"/><Relationship Id="rId19" Type="http://schemas.openxmlformats.org/officeDocument/2006/relationships/customXml" Target="../ink/ink146.xml"/><Relationship Id="rId31" Type="http://schemas.openxmlformats.org/officeDocument/2006/relationships/customXml" Target="../ink/ink152.xml"/><Relationship Id="rId9" Type="http://schemas.openxmlformats.org/officeDocument/2006/relationships/customXml" Target="../ink/ink139.xml"/><Relationship Id="rId14" Type="http://schemas.openxmlformats.org/officeDocument/2006/relationships/customXml" Target="../ink/ink141.xml"/><Relationship Id="rId22" Type="http://schemas.openxmlformats.org/officeDocument/2006/relationships/image" Target="../media/image220.png"/><Relationship Id="rId27" Type="http://schemas.openxmlformats.org/officeDocument/2006/relationships/customXml" Target="../ink/ink150.xml"/><Relationship Id="rId30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0.png"/><Relationship Id="rId2" Type="http://schemas.openxmlformats.org/officeDocument/2006/relationships/customXml" Target="../ink/ink15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7.xml"/><Relationship Id="rId5" Type="http://schemas.openxmlformats.org/officeDocument/2006/relationships/image" Target="../media/image29.png"/><Relationship Id="rId4" Type="http://schemas.openxmlformats.org/officeDocument/2006/relationships/customXml" Target="../ink/ink15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customXml" Target="../ink/ink15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customXml" Target="../ink/ink15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customXml" Target="../ink/ink16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customXml" Target="../ink/ink16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customXml" Target="../ink/ink16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16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64.xml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26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9.xml"/><Relationship Id="rId18" Type="http://schemas.openxmlformats.org/officeDocument/2006/relationships/customXml" Target="../ink/ink174.xml"/><Relationship Id="rId26" Type="http://schemas.openxmlformats.org/officeDocument/2006/relationships/customXml" Target="../ink/ink179.xml"/><Relationship Id="rId3" Type="http://schemas.openxmlformats.org/officeDocument/2006/relationships/customXml" Target="../ink/ink165.xml"/><Relationship Id="rId21" Type="http://schemas.openxmlformats.org/officeDocument/2006/relationships/customXml" Target="../ink/ink177.xml"/><Relationship Id="rId34" Type="http://schemas.openxmlformats.org/officeDocument/2006/relationships/customXml" Target="../ink/ink183.xml"/><Relationship Id="rId7" Type="http://schemas.openxmlformats.org/officeDocument/2006/relationships/customXml" Target="../ink/ink166.xml"/><Relationship Id="rId12" Type="http://schemas.openxmlformats.org/officeDocument/2006/relationships/image" Target="../media/image320.png"/><Relationship Id="rId17" Type="http://schemas.openxmlformats.org/officeDocument/2006/relationships/customXml" Target="../ink/ink173.xml"/><Relationship Id="rId25" Type="http://schemas.openxmlformats.org/officeDocument/2006/relationships/image" Target="../media/image350.png"/><Relationship Id="rId33" Type="http://schemas.openxmlformats.org/officeDocument/2006/relationships/image" Target="../media/image39.png"/><Relationship Id="rId2" Type="http://schemas.openxmlformats.org/officeDocument/2006/relationships/image" Target="../media/image280.png"/><Relationship Id="rId16" Type="http://schemas.openxmlformats.org/officeDocument/2006/relationships/customXml" Target="../ink/ink172.xml"/><Relationship Id="rId20" Type="http://schemas.openxmlformats.org/officeDocument/2006/relationships/customXml" Target="../ink/ink176.xml"/><Relationship Id="rId29" Type="http://schemas.openxmlformats.org/officeDocument/2006/relationships/image" Target="../media/image3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0.png"/><Relationship Id="rId11" Type="http://schemas.openxmlformats.org/officeDocument/2006/relationships/customXml" Target="../ink/ink168.xml"/><Relationship Id="rId24" Type="http://schemas.openxmlformats.org/officeDocument/2006/relationships/image" Target="../media/image340.png"/><Relationship Id="rId32" Type="http://schemas.openxmlformats.org/officeDocument/2006/relationships/customXml" Target="../ink/ink182.xml"/><Relationship Id="rId5" Type="http://schemas.openxmlformats.org/officeDocument/2006/relationships/image" Target="../media/image290.png"/><Relationship Id="rId15" Type="http://schemas.openxmlformats.org/officeDocument/2006/relationships/customXml" Target="../ink/ink171.xml"/><Relationship Id="rId23" Type="http://schemas.openxmlformats.org/officeDocument/2006/relationships/customXml" Target="../ink/ink178.xml"/><Relationship Id="rId28" Type="http://schemas.openxmlformats.org/officeDocument/2006/relationships/customXml" Target="../ink/ink180.xml"/><Relationship Id="rId10" Type="http://schemas.openxmlformats.org/officeDocument/2006/relationships/image" Target="../media/image311.png"/><Relationship Id="rId19" Type="http://schemas.openxmlformats.org/officeDocument/2006/relationships/customXml" Target="../ink/ink175.xml"/><Relationship Id="rId31" Type="http://schemas.openxmlformats.org/officeDocument/2006/relationships/image" Target="../media/image38.png"/><Relationship Id="rId4" Type="http://schemas.openxmlformats.org/officeDocument/2006/relationships/image" Target="../media/image310.png"/><Relationship Id="rId9" Type="http://schemas.openxmlformats.org/officeDocument/2006/relationships/customXml" Target="../ink/ink167.xml"/><Relationship Id="rId14" Type="http://schemas.openxmlformats.org/officeDocument/2006/relationships/customXml" Target="../ink/ink170.xml"/><Relationship Id="rId22" Type="http://schemas.openxmlformats.org/officeDocument/2006/relationships/image" Target="../media/image330.png"/><Relationship Id="rId27" Type="http://schemas.openxmlformats.org/officeDocument/2006/relationships/image" Target="../media/image360.png"/><Relationship Id="rId30" Type="http://schemas.openxmlformats.org/officeDocument/2006/relationships/customXml" Target="../ink/ink181.xml"/><Relationship Id="rId35" Type="http://schemas.openxmlformats.org/officeDocument/2006/relationships/image" Target="../media/image40.png"/><Relationship Id="rId8" Type="http://schemas.openxmlformats.org/officeDocument/2006/relationships/image" Target="../media/image1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customXml" Target="../ink/ink18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customXml" Target="../ink/ink18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customXml" Target="../ink/ink18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customXml" Target="../ink/ink18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440.png"/><Relationship Id="rId21" Type="http://schemas.openxmlformats.org/officeDocument/2006/relationships/customXml" Target="../ink/ink196.xml"/><Relationship Id="rId42" Type="http://schemas.openxmlformats.org/officeDocument/2006/relationships/image" Target="../media/image170.png"/><Relationship Id="rId47" Type="http://schemas.openxmlformats.org/officeDocument/2006/relationships/customXml" Target="../ink/ink210.xml"/><Relationship Id="rId63" Type="http://schemas.openxmlformats.org/officeDocument/2006/relationships/customXml" Target="../ink/ink218.xml"/><Relationship Id="rId68" Type="http://schemas.openxmlformats.org/officeDocument/2006/relationships/image" Target="../media/image63.png"/><Relationship Id="rId16" Type="http://schemas.openxmlformats.org/officeDocument/2006/relationships/image" Target="../media/image390.png"/><Relationship Id="rId11" Type="http://schemas.openxmlformats.org/officeDocument/2006/relationships/image" Target="../media/image330.png"/><Relationship Id="rId24" Type="http://schemas.openxmlformats.org/officeDocument/2006/relationships/image" Target="../media/image430.png"/><Relationship Id="rId32" Type="http://schemas.openxmlformats.org/officeDocument/2006/relationships/image" Target="../media/image47.png"/><Relationship Id="rId37" Type="http://schemas.openxmlformats.org/officeDocument/2006/relationships/customXml" Target="../ink/ink204.xml"/><Relationship Id="rId40" Type="http://schemas.openxmlformats.org/officeDocument/2006/relationships/image" Target="../media/image51.png"/><Relationship Id="rId45" Type="http://schemas.openxmlformats.org/officeDocument/2006/relationships/image" Target="../media/image52.png"/><Relationship Id="rId53" Type="http://schemas.openxmlformats.org/officeDocument/2006/relationships/customXml" Target="../ink/ink213.xml"/><Relationship Id="rId58" Type="http://schemas.openxmlformats.org/officeDocument/2006/relationships/image" Target="../media/image58.png"/><Relationship Id="rId66" Type="http://schemas.openxmlformats.org/officeDocument/2006/relationships/image" Target="../media/image62.png"/><Relationship Id="rId74" Type="http://schemas.openxmlformats.org/officeDocument/2006/relationships/image" Target="../media/image66.png"/><Relationship Id="rId5" Type="http://schemas.openxmlformats.org/officeDocument/2006/relationships/image" Target="../media/image300.png"/><Relationship Id="rId61" Type="http://schemas.openxmlformats.org/officeDocument/2006/relationships/customXml" Target="../ink/ink217.xml"/><Relationship Id="rId19" Type="http://schemas.openxmlformats.org/officeDocument/2006/relationships/customXml" Target="../ink/ink195.xml"/><Relationship Id="rId14" Type="http://schemas.openxmlformats.org/officeDocument/2006/relationships/image" Target="../media/image350.png"/><Relationship Id="rId22" Type="http://schemas.openxmlformats.org/officeDocument/2006/relationships/image" Target="../media/image420.png"/><Relationship Id="rId27" Type="http://schemas.openxmlformats.org/officeDocument/2006/relationships/customXml" Target="../ink/ink199.xml"/><Relationship Id="rId30" Type="http://schemas.openxmlformats.org/officeDocument/2006/relationships/image" Target="../media/image46.png"/><Relationship Id="rId35" Type="http://schemas.openxmlformats.org/officeDocument/2006/relationships/customXml" Target="../ink/ink203.xml"/><Relationship Id="rId43" Type="http://schemas.openxmlformats.org/officeDocument/2006/relationships/customXml" Target="../ink/ink207.xml"/><Relationship Id="rId48" Type="http://schemas.openxmlformats.org/officeDocument/2006/relationships/image" Target="../media/image53.png"/><Relationship Id="rId56" Type="http://schemas.openxmlformats.org/officeDocument/2006/relationships/image" Target="../media/image57.png"/><Relationship Id="rId64" Type="http://schemas.openxmlformats.org/officeDocument/2006/relationships/image" Target="../media/image61.png"/><Relationship Id="rId69" Type="http://schemas.openxmlformats.org/officeDocument/2006/relationships/customXml" Target="../ink/ink221.xml"/><Relationship Id="rId77" Type="http://schemas.openxmlformats.org/officeDocument/2006/relationships/customXml" Target="../ink/ink225.xml"/><Relationship Id="rId8" Type="http://schemas.openxmlformats.org/officeDocument/2006/relationships/customXml" Target="../ink/ink190.xml"/><Relationship Id="rId51" Type="http://schemas.openxmlformats.org/officeDocument/2006/relationships/customXml" Target="../ink/ink212.xml"/><Relationship Id="rId72" Type="http://schemas.openxmlformats.org/officeDocument/2006/relationships/image" Target="../media/image65.png"/><Relationship Id="rId3" Type="http://schemas.openxmlformats.org/officeDocument/2006/relationships/image" Target="../media/image310.png"/><Relationship Id="rId12" Type="http://schemas.openxmlformats.org/officeDocument/2006/relationships/customXml" Target="../ink/ink192.xml"/><Relationship Id="rId17" Type="http://schemas.openxmlformats.org/officeDocument/2006/relationships/customXml" Target="../ink/ink194.xml"/><Relationship Id="rId25" Type="http://schemas.openxmlformats.org/officeDocument/2006/relationships/customXml" Target="../ink/ink198.xml"/><Relationship Id="rId33" Type="http://schemas.openxmlformats.org/officeDocument/2006/relationships/customXml" Target="../ink/ink202.xml"/><Relationship Id="rId38" Type="http://schemas.openxmlformats.org/officeDocument/2006/relationships/image" Target="../media/image50.png"/><Relationship Id="rId46" Type="http://schemas.openxmlformats.org/officeDocument/2006/relationships/customXml" Target="../ink/ink209.xml"/><Relationship Id="rId59" Type="http://schemas.openxmlformats.org/officeDocument/2006/relationships/customXml" Target="../ink/ink216.xml"/><Relationship Id="rId67" Type="http://schemas.openxmlformats.org/officeDocument/2006/relationships/customXml" Target="../ink/ink220.xml"/><Relationship Id="rId20" Type="http://schemas.openxmlformats.org/officeDocument/2006/relationships/image" Target="../media/image411.png"/><Relationship Id="rId41" Type="http://schemas.openxmlformats.org/officeDocument/2006/relationships/customXml" Target="../ink/ink206.xml"/><Relationship Id="rId54" Type="http://schemas.openxmlformats.org/officeDocument/2006/relationships/image" Target="../media/image56.png"/><Relationship Id="rId62" Type="http://schemas.openxmlformats.org/officeDocument/2006/relationships/image" Target="../media/image60.png"/><Relationship Id="rId70" Type="http://schemas.openxmlformats.org/officeDocument/2006/relationships/image" Target="../media/image64.png"/><Relationship Id="rId75" Type="http://schemas.openxmlformats.org/officeDocument/2006/relationships/customXml" Target="../ink/ink22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89.xml"/><Relationship Id="rId15" Type="http://schemas.openxmlformats.org/officeDocument/2006/relationships/customXml" Target="../ink/ink193.xml"/><Relationship Id="rId23" Type="http://schemas.openxmlformats.org/officeDocument/2006/relationships/customXml" Target="../ink/ink197.xml"/><Relationship Id="rId28" Type="http://schemas.openxmlformats.org/officeDocument/2006/relationships/image" Target="../media/image45.png"/><Relationship Id="rId36" Type="http://schemas.openxmlformats.org/officeDocument/2006/relationships/image" Target="../media/image49.png"/><Relationship Id="rId49" Type="http://schemas.openxmlformats.org/officeDocument/2006/relationships/customXml" Target="../ink/ink211.xml"/><Relationship Id="rId57" Type="http://schemas.openxmlformats.org/officeDocument/2006/relationships/customXml" Target="../ink/ink215.xml"/><Relationship Id="rId10" Type="http://schemas.openxmlformats.org/officeDocument/2006/relationships/customXml" Target="../ink/ink191.xml"/><Relationship Id="rId31" Type="http://schemas.openxmlformats.org/officeDocument/2006/relationships/customXml" Target="../ink/ink201.xml"/><Relationship Id="rId44" Type="http://schemas.openxmlformats.org/officeDocument/2006/relationships/customXml" Target="../ink/ink208.xml"/><Relationship Id="rId52" Type="http://schemas.openxmlformats.org/officeDocument/2006/relationships/image" Target="../media/image55.png"/><Relationship Id="rId60" Type="http://schemas.openxmlformats.org/officeDocument/2006/relationships/image" Target="../media/image59.png"/><Relationship Id="rId65" Type="http://schemas.openxmlformats.org/officeDocument/2006/relationships/customXml" Target="../ink/ink219.xml"/><Relationship Id="rId73" Type="http://schemas.openxmlformats.org/officeDocument/2006/relationships/customXml" Target="../ink/ink223.xml"/><Relationship Id="rId78" Type="http://schemas.openxmlformats.org/officeDocument/2006/relationships/image" Target="../media/image68.png"/><Relationship Id="rId4" Type="http://schemas.openxmlformats.org/officeDocument/2006/relationships/image" Target="../media/image290.png"/><Relationship Id="rId9" Type="http://schemas.openxmlformats.org/officeDocument/2006/relationships/image" Target="../media/image311.png"/><Relationship Id="rId13" Type="http://schemas.openxmlformats.org/officeDocument/2006/relationships/image" Target="../media/image340.png"/><Relationship Id="rId18" Type="http://schemas.openxmlformats.org/officeDocument/2006/relationships/image" Target="../media/image400.png"/><Relationship Id="rId39" Type="http://schemas.openxmlformats.org/officeDocument/2006/relationships/customXml" Target="../ink/ink205.xml"/><Relationship Id="rId34" Type="http://schemas.openxmlformats.org/officeDocument/2006/relationships/image" Target="../media/image48.png"/><Relationship Id="rId50" Type="http://schemas.openxmlformats.org/officeDocument/2006/relationships/image" Target="../media/image54.png"/><Relationship Id="rId55" Type="http://schemas.openxmlformats.org/officeDocument/2006/relationships/customXml" Target="../ink/ink214.xml"/><Relationship Id="rId76" Type="http://schemas.openxmlformats.org/officeDocument/2006/relationships/image" Target="../media/image67.png"/><Relationship Id="rId7" Type="http://schemas.openxmlformats.org/officeDocument/2006/relationships/image" Target="../media/image140.png"/><Relationship Id="rId71" Type="http://schemas.openxmlformats.org/officeDocument/2006/relationships/customXml" Target="../ink/ink222.xml"/><Relationship Id="rId2" Type="http://schemas.openxmlformats.org/officeDocument/2006/relationships/customXml" Target="../ink/ink188.xml"/><Relationship Id="rId29" Type="http://schemas.openxmlformats.org/officeDocument/2006/relationships/customXml" Target="../ink/ink20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6.xml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customXml" Target="../ink/ink227.xml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ustomXml" Target="../ink/ink228.xml"/><Relationship Id="rId2" Type="http://schemas.openxmlformats.org/officeDocument/2006/relationships/image" Target="../media/image6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customXml" Target="../ink/ink2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customXml" Target="../ink/ink2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customXml" Target="../ink/ink2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customXml" Target="../ink/ink2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customXml" Target="../ink/ink2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customXml" Target="../ink/ink2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48.xml"/><Relationship Id="rId21" Type="http://schemas.openxmlformats.org/officeDocument/2006/relationships/customXml" Target="../ink/ink243.xml"/><Relationship Id="rId42" Type="http://schemas.openxmlformats.org/officeDocument/2006/relationships/customXml" Target="../ink/ink260.xml"/><Relationship Id="rId47" Type="http://schemas.openxmlformats.org/officeDocument/2006/relationships/image" Target="../media/image730.png"/><Relationship Id="rId63" Type="http://schemas.openxmlformats.org/officeDocument/2006/relationships/image" Target="../media/image81.png"/><Relationship Id="rId68" Type="http://schemas.openxmlformats.org/officeDocument/2006/relationships/customXml" Target="../ink/ink273.xml"/><Relationship Id="rId7" Type="http://schemas.openxmlformats.org/officeDocument/2006/relationships/customXml" Target="../ink/ink237.xml"/><Relationship Id="rId2" Type="http://schemas.openxmlformats.org/officeDocument/2006/relationships/image" Target="../media/image560.png"/><Relationship Id="rId16" Type="http://schemas.openxmlformats.org/officeDocument/2006/relationships/image" Target="../media/image640.png"/><Relationship Id="rId29" Type="http://schemas.openxmlformats.org/officeDocument/2006/relationships/image" Target="../media/image670.png"/><Relationship Id="rId11" Type="http://schemas.openxmlformats.org/officeDocument/2006/relationships/customXml" Target="../ink/ink239.xml"/><Relationship Id="rId24" Type="http://schemas.openxmlformats.org/officeDocument/2006/relationships/customXml" Target="../ink/ink246.xml"/><Relationship Id="rId32" Type="http://schemas.openxmlformats.org/officeDocument/2006/relationships/customXml" Target="../ink/ink253.xml"/><Relationship Id="rId37" Type="http://schemas.openxmlformats.org/officeDocument/2006/relationships/image" Target="../media/image680.png"/><Relationship Id="rId40" Type="http://schemas.openxmlformats.org/officeDocument/2006/relationships/customXml" Target="../ink/ink259.xml"/><Relationship Id="rId45" Type="http://schemas.openxmlformats.org/officeDocument/2006/relationships/image" Target="../media/image720.png"/><Relationship Id="rId53" Type="http://schemas.openxmlformats.org/officeDocument/2006/relationships/image" Target="../media/image760.png"/><Relationship Id="rId58" Type="http://schemas.openxmlformats.org/officeDocument/2006/relationships/customXml" Target="../ink/ink268.xml"/><Relationship Id="rId66" Type="http://schemas.openxmlformats.org/officeDocument/2006/relationships/customXml" Target="../ink/ink272.xml"/><Relationship Id="rId5" Type="http://schemas.openxmlformats.org/officeDocument/2006/relationships/customXml" Target="../ink/ink236.xml"/><Relationship Id="rId61" Type="http://schemas.openxmlformats.org/officeDocument/2006/relationships/image" Target="../media/image80.png"/><Relationship Id="rId19" Type="http://schemas.openxmlformats.org/officeDocument/2006/relationships/image" Target="../media/image660.png"/><Relationship Id="rId14" Type="http://schemas.openxmlformats.org/officeDocument/2006/relationships/image" Target="../media/image620.png"/><Relationship Id="rId22" Type="http://schemas.openxmlformats.org/officeDocument/2006/relationships/customXml" Target="../ink/ink244.xml"/><Relationship Id="rId27" Type="http://schemas.openxmlformats.org/officeDocument/2006/relationships/customXml" Target="../ink/ink249.xml"/><Relationship Id="rId30" Type="http://schemas.openxmlformats.org/officeDocument/2006/relationships/customXml" Target="../ink/ink251.xml"/><Relationship Id="rId35" Type="http://schemas.openxmlformats.org/officeDocument/2006/relationships/customXml" Target="../ink/ink256.xml"/><Relationship Id="rId43" Type="http://schemas.openxmlformats.org/officeDocument/2006/relationships/image" Target="../media/image711.png"/><Relationship Id="rId48" Type="http://schemas.openxmlformats.org/officeDocument/2006/relationships/customXml" Target="../ink/ink263.xml"/><Relationship Id="rId56" Type="http://schemas.openxmlformats.org/officeDocument/2006/relationships/customXml" Target="../ink/ink267.xml"/><Relationship Id="rId64" Type="http://schemas.openxmlformats.org/officeDocument/2006/relationships/customXml" Target="../ink/ink271.xml"/><Relationship Id="rId69" Type="http://schemas.openxmlformats.org/officeDocument/2006/relationships/image" Target="../media/image84.png"/><Relationship Id="rId8" Type="http://schemas.openxmlformats.org/officeDocument/2006/relationships/image" Target="../media/image590.png"/><Relationship Id="rId51" Type="http://schemas.openxmlformats.org/officeDocument/2006/relationships/image" Target="../media/image750.png"/><Relationship Id="rId3" Type="http://schemas.openxmlformats.org/officeDocument/2006/relationships/customXml" Target="../ink/ink235.xml"/><Relationship Id="rId12" Type="http://schemas.openxmlformats.org/officeDocument/2006/relationships/image" Target="../media/image610.png"/><Relationship Id="rId17" Type="http://schemas.openxmlformats.org/officeDocument/2006/relationships/image" Target="../media/image650.png"/><Relationship Id="rId25" Type="http://schemas.openxmlformats.org/officeDocument/2006/relationships/customXml" Target="../ink/ink247.xml"/><Relationship Id="rId33" Type="http://schemas.openxmlformats.org/officeDocument/2006/relationships/customXml" Target="../ink/ink254.xml"/><Relationship Id="rId38" Type="http://schemas.openxmlformats.org/officeDocument/2006/relationships/customXml" Target="../ink/ink258.xml"/><Relationship Id="rId46" Type="http://schemas.openxmlformats.org/officeDocument/2006/relationships/customXml" Target="../ink/ink262.xml"/><Relationship Id="rId59" Type="http://schemas.openxmlformats.org/officeDocument/2006/relationships/image" Target="../media/image79.png"/><Relationship Id="rId67" Type="http://schemas.openxmlformats.org/officeDocument/2006/relationships/image" Target="../media/image83.png"/><Relationship Id="rId20" Type="http://schemas.openxmlformats.org/officeDocument/2006/relationships/customXml" Target="../ink/ink242.xml"/><Relationship Id="rId41" Type="http://schemas.openxmlformats.org/officeDocument/2006/relationships/image" Target="../media/image700.png"/><Relationship Id="rId54" Type="http://schemas.openxmlformats.org/officeDocument/2006/relationships/customXml" Target="../ink/ink266.xml"/><Relationship Id="rId62" Type="http://schemas.openxmlformats.org/officeDocument/2006/relationships/customXml" Target="../ink/ink27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0.png"/><Relationship Id="rId15" Type="http://schemas.openxmlformats.org/officeDocument/2006/relationships/image" Target="../media/image630.png"/><Relationship Id="rId23" Type="http://schemas.openxmlformats.org/officeDocument/2006/relationships/customXml" Target="../ink/ink245.xml"/><Relationship Id="rId28" Type="http://schemas.openxmlformats.org/officeDocument/2006/relationships/customXml" Target="../ink/ink250.xml"/><Relationship Id="rId36" Type="http://schemas.openxmlformats.org/officeDocument/2006/relationships/customXml" Target="../ink/ink257.xml"/><Relationship Id="rId49" Type="http://schemas.openxmlformats.org/officeDocument/2006/relationships/image" Target="../media/image740.png"/><Relationship Id="rId57" Type="http://schemas.openxmlformats.org/officeDocument/2006/relationships/image" Target="../media/image780.png"/><Relationship Id="rId10" Type="http://schemas.openxmlformats.org/officeDocument/2006/relationships/image" Target="../media/image600.png"/><Relationship Id="rId31" Type="http://schemas.openxmlformats.org/officeDocument/2006/relationships/customXml" Target="../ink/ink252.xml"/><Relationship Id="rId44" Type="http://schemas.openxmlformats.org/officeDocument/2006/relationships/customXml" Target="../ink/ink261.xml"/><Relationship Id="rId52" Type="http://schemas.openxmlformats.org/officeDocument/2006/relationships/customXml" Target="../ink/ink265.xml"/><Relationship Id="rId60" Type="http://schemas.openxmlformats.org/officeDocument/2006/relationships/customXml" Target="../ink/ink269.xml"/><Relationship Id="rId65" Type="http://schemas.openxmlformats.org/officeDocument/2006/relationships/image" Target="../media/image82.png"/><Relationship Id="rId4" Type="http://schemas.openxmlformats.org/officeDocument/2006/relationships/image" Target="../media/image570.png"/><Relationship Id="rId9" Type="http://schemas.openxmlformats.org/officeDocument/2006/relationships/customXml" Target="../ink/ink238.xml"/><Relationship Id="rId13" Type="http://schemas.openxmlformats.org/officeDocument/2006/relationships/customXml" Target="../ink/ink240.xml"/><Relationship Id="rId18" Type="http://schemas.openxmlformats.org/officeDocument/2006/relationships/customXml" Target="../ink/ink241.xml"/><Relationship Id="rId39" Type="http://schemas.openxmlformats.org/officeDocument/2006/relationships/image" Target="../media/image690.png"/><Relationship Id="rId34" Type="http://schemas.openxmlformats.org/officeDocument/2006/relationships/customXml" Target="../ink/ink255.xml"/><Relationship Id="rId50" Type="http://schemas.openxmlformats.org/officeDocument/2006/relationships/customXml" Target="../ink/ink264.xml"/><Relationship Id="rId55" Type="http://schemas.openxmlformats.org/officeDocument/2006/relationships/image" Target="../media/image77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customXml" Target="../ink/ink27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customXml" Target="../ink/ink275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276.xml"/><Relationship Id="rId2" Type="http://schemas.openxmlformats.org/officeDocument/2006/relationships/image" Target="../media/image8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5" Type="http://schemas.openxmlformats.org/officeDocument/2006/relationships/customXml" Target="../ink/ink277.xml"/><Relationship Id="rId4" Type="http://schemas.openxmlformats.org/officeDocument/2006/relationships/image" Target="../media/image8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customXml" Target="../ink/ink27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0.png"/><Relationship Id="rId4" Type="http://schemas.openxmlformats.org/officeDocument/2006/relationships/customXml" Target="../ink/ink27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customXml" Target="../ink/ink280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customXml" Target="../ink/ink28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1.png"/><Relationship Id="rId2" Type="http://schemas.openxmlformats.org/officeDocument/2006/relationships/image" Target="../media/image8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3.png"/><Relationship Id="rId4" Type="http://schemas.openxmlformats.org/officeDocument/2006/relationships/customXml" Target="../ink/ink28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customXml" Target="../ink/ink28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0.png"/><Relationship Id="rId7" Type="http://schemas.openxmlformats.org/officeDocument/2006/relationships/image" Target="../media/image95.png"/><Relationship Id="rId2" Type="http://schemas.openxmlformats.org/officeDocument/2006/relationships/image" Target="../media/image86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84.xml"/><Relationship Id="rId5" Type="http://schemas.openxmlformats.org/officeDocument/2006/relationships/image" Target="../media/image890.png"/><Relationship Id="rId4" Type="http://schemas.openxmlformats.org/officeDocument/2006/relationships/image" Target="../media/image880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1.png"/><Relationship Id="rId2" Type="http://schemas.openxmlformats.org/officeDocument/2006/relationships/image" Target="../media/image9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customXml" Target="../ink/ink285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customXml" Target="../ink/ink28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customXml" Target="../ink/ink28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93.xml"/><Relationship Id="rId18" Type="http://schemas.openxmlformats.org/officeDocument/2006/relationships/image" Target="../media/image100.png"/><Relationship Id="rId26" Type="http://schemas.openxmlformats.org/officeDocument/2006/relationships/image" Target="../media/image104.png"/><Relationship Id="rId21" Type="http://schemas.openxmlformats.org/officeDocument/2006/relationships/customXml" Target="../ink/ink297.xml"/><Relationship Id="rId34" Type="http://schemas.openxmlformats.org/officeDocument/2006/relationships/customXml" Target="../ink/ink306.xml"/><Relationship Id="rId50" Type="http://schemas.openxmlformats.org/officeDocument/2006/relationships/image" Target="../media/image108.png"/><Relationship Id="rId55" Type="http://schemas.openxmlformats.org/officeDocument/2006/relationships/customXml" Target="../ink/ink313.xml"/><Relationship Id="rId7" Type="http://schemas.openxmlformats.org/officeDocument/2006/relationships/customXml" Target="../ink/ink290.xml"/><Relationship Id="rId2" Type="http://schemas.openxmlformats.org/officeDocument/2006/relationships/image" Target="../media/image920.png"/><Relationship Id="rId16" Type="http://schemas.openxmlformats.org/officeDocument/2006/relationships/image" Target="../media/image99.png"/><Relationship Id="rId29" Type="http://schemas.openxmlformats.org/officeDocument/2006/relationships/customXml" Target="../ink/ink302.xml"/><Relationship Id="rId11" Type="http://schemas.openxmlformats.org/officeDocument/2006/relationships/customXml" Target="../ink/ink292.xml"/><Relationship Id="rId24" Type="http://schemas.openxmlformats.org/officeDocument/2006/relationships/image" Target="../media/image103.png"/><Relationship Id="rId32" Type="http://schemas.openxmlformats.org/officeDocument/2006/relationships/image" Target="../media/image105.png"/><Relationship Id="rId37" Type="http://schemas.openxmlformats.org/officeDocument/2006/relationships/customXml" Target="../ink/ink309.xml"/><Relationship Id="rId53" Type="http://schemas.openxmlformats.org/officeDocument/2006/relationships/customXml" Target="../ink/ink311.xml"/><Relationship Id="rId58" Type="http://schemas.openxmlformats.org/officeDocument/2006/relationships/customXml" Target="../ink/ink316.xml"/><Relationship Id="rId5" Type="http://schemas.openxmlformats.org/officeDocument/2006/relationships/customXml" Target="../ink/ink289.xml"/><Relationship Id="rId15" Type="http://schemas.openxmlformats.org/officeDocument/2006/relationships/customXml" Target="../ink/ink294.xml"/><Relationship Id="rId23" Type="http://schemas.openxmlformats.org/officeDocument/2006/relationships/customXml" Target="../ink/ink298.xml"/><Relationship Id="rId28" Type="http://schemas.openxmlformats.org/officeDocument/2006/relationships/customXml" Target="../ink/ink301.xml"/><Relationship Id="rId36" Type="http://schemas.openxmlformats.org/officeDocument/2006/relationships/customXml" Target="../ink/ink308.xml"/><Relationship Id="rId49" Type="http://schemas.openxmlformats.org/officeDocument/2006/relationships/image" Target="../media/image107.png"/><Relationship Id="rId57" Type="http://schemas.openxmlformats.org/officeDocument/2006/relationships/customXml" Target="../ink/ink315.xml"/><Relationship Id="rId10" Type="http://schemas.openxmlformats.org/officeDocument/2006/relationships/image" Target="../media/image960.png"/><Relationship Id="rId19" Type="http://schemas.openxmlformats.org/officeDocument/2006/relationships/customXml" Target="../ink/ink296.xml"/><Relationship Id="rId31" Type="http://schemas.openxmlformats.org/officeDocument/2006/relationships/customXml" Target="../ink/ink304.xml"/><Relationship Id="rId52" Type="http://schemas.openxmlformats.org/officeDocument/2006/relationships/image" Target="../media/image109.png"/><Relationship Id="rId60" Type="http://schemas.openxmlformats.org/officeDocument/2006/relationships/image" Target="../media/image111.png"/><Relationship Id="rId4" Type="http://schemas.openxmlformats.org/officeDocument/2006/relationships/image" Target="../media/image930.png"/><Relationship Id="rId9" Type="http://schemas.openxmlformats.org/officeDocument/2006/relationships/customXml" Target="../ink/ink291.xml"/><Relationship Id="rId14" Type="http://schemas.openxmlformats.org/officeDocument/2006/relationships/image" Target="../media/image980.png"/><Relationship Id="rId22" Type="http://schemas.openxmlformats.org/officeDocument/2006/relationships/image" Target="../media/image102.png"/><Relationship Id="rId27" Type="http://schemas.openxmlformats.org/officeDocument/2006/relationships/customXml" Target="../ink/ink300.xml"/><Relationship Id="rId30" Type="http://schemas.openxmlformats.org/officeDocument/2006/relationships/customXml" Target="../ink/ink303.xml"/><Relationship Id="rId35" Type="http://schemas.openxmlformats.org/officeDocument/2006/relationships/customXml" Target="../ink/ink307.xml"/><Relationship Id="rId48" Type="http://schemas.openxmlformats.org/officeDocument/2006/relationships/image" Target="../media/image106.png"/><Relationship Id="rId56" Type="http://schemas.openxmlformats.org/officeDocument/2006/relationships/customXml" Target="../ink/ink314.xml"/><Relationship Id="rId8" Type="http://schemas.openxmlformats.org/officeDocument/2006/relationships/image" Target="../media/image950.png"/><Relationship Id="rId51" Type="http://schemas.openxmlformats.org/officeDocument/2006/relationships/customXml" Target="../ink/ink310.xml"/><Relationship Id="rId3" Type="http://schemas.openxmlformats.org/officeDocument/2006/relationships/customXml" Target="../ink/ink288.xml"/><Relationship Id="rId12" Type="http://schemas.openxmlformats.org/officeDocument/2006/relationships/image" Target="../media/image970.png"/><Relationship Id="rId17" Type="http://schemas.openxmlformats.org/officeDocument/2006/relationships/customXml" Target="../ink/ink295.xml"/><Relationship Id="rId25" Type="http://schemas.openxmlformats.org/officeDocument/2006/relationships/customXml" Target="../ink/ink299.xml"/><Relationship Id="rId33" Type="http://schemas.openxmlformats.org/officeDocument/2006/relationships/customXml" Target="../ink/ink305.xml"/><Relationship Id="rId59" Type="http://schemas.openxmlformats.org/officeDocument/2006/relationships/customXml" Target="../ink/ink317.xml"/><Relationship Id="rId20" Type="http://schemas.openxmlformats.org/officeDocument/2006/relationships/image" Target="../media/image101.png"/><Relationship Id="rId54" Type="http://schemas.openxmlformats.org/officeDocument/2006/relationships/customXml" Target="../ink/ink3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customXml" Target="../ink/ink3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lored pencils inside a pencil holder which is on top of a wood table">
            <a:extLst>
              <a:ext uri="{FF2B5EF4-FFF2-40B4-BE49-F238E27FC236}">
                <a16:creationId xmlns:a16="http://schemas.microsoft.com/office/drawing/2014/main" id="{09F7BC86-8A53-C134-899A-EBE1F80784E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10" r="-1" b="-1"/>
          <a:stretch/>
        </p:blipFill>
        <p:spPr>
          <a:xfrm>
            <a:off x="1524" y="10"/>
            <a:ext cx="12188952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7FDFCC-EF54-B536-AAED-97C0485B87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206063"/>
            <a:ext cx="5900472" cy="3021816"/>
          </a:xfrm>
        </p:spPr>
        <p:txBody>
          <a:bodyPr anchor="b">
            <a:normAutofit/>
          </a:bodyPr>
          <a:lstStyle/>
          <a:p>
            <a:r>
              <a:rPr lang="en-IN" sz="5400" b="1" dirty="0">
                <a:solidFill>
                  <a:srgbClr val="00B0F0"/>
                </a:solidFill>
              </a:rPr>
              <a:t>Linear Regression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38ED3C-9906-0D7F-2E0C-7B5E4A4438C3}"/>
              </a:ext>
            </a:extLst>
          </p:cNvPr>
          <p:cNvSpPr txBox="1"/>
          <p:nvPr/>
        </p:nvSpPr>
        <p:spPr>
          <a:xfrm>
            <a:off x="561975" y="5005606"/>
            <a:ext cx="2819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Author: Rohit Mande</a:t>
            </a:r>
          </a:p>
          <a:p>
            <a:r>
              <a:rPr lang="en-US" b="1" dirty="0">
                <a:solidFill>
                  <a:srgbClr val="00B0F0"/>
                </a:solidFill>
              </a:rPr>
              <a:t>Founder and CEO, inttrvu.ai</a:t>
            </a:r>
            <a:endParaRPr lang="en-IN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080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Index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4FDA-5AC6-4FA2-D6A0-4675A20D6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526290"/>
          </a:xfrm>
        </p:spPr>
        <p:txBody>
          <a:bodyPr>
            <a:normAutofit/>
          </a:bodyPr>
          <a:lstStyle/>
          <a:p>
            <a:r>
              <a:rPr lang="en-IN" sz="2600" dirty="0"/>
              <a:t>What is Machine Learning?</a:t>
            </a:r>
          </a:p>
          <a:p>
            <a:r>
              <a:rPr lang="en-IN" sz="2600" dirty="0"/>
              <a:t>What is Linear Regression?</a:t>
            </a:r>
          </a:p>
          <a:p>
            <a:r>
              <a:rPr lang="en-IN" sz="2600" dirty="0"/>
              <a:t>Cost Function</a:t>
            </a:r>
          </a:p>
          <a:p>
            <a:r>
              <a:rPr lang="en-IN" sz="2600" dirty="0"/>
              <a:t>Gradient Descent Optimisation</a:t>
            </a:r>
          </a:p>
          <a:p>
            <a:r>
              <a:rPr lang="en-IN" sz="2600" dirty="0"/>
              <a:t>Multiple Linear Regression</a:t>
            </a:r>
          </a:p>
          <a:p>
            <a:r>
              <a:rPr lang="en-IN" sz="2600" dirty="0"/>
              <a:t>Evaluation of Regression Models</a:t>
            </a:r>
          </a:p>
          <a:p>
            <a:endParaRPr lang="en-IN" sz="2600" dirty="0"/>
          </a:p>
          <a:p>
            <a:endParaRPr lang="en-IN" sz="2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1F0D94B-3035-2FC6-D545-5C8AE28A7E43}"/>
                  </a:ext>
                </a:extLst>
              </p14:cNvPr>
              <p14:cNvContentPartPr/>
              <p14:nvPr/>
            </p14:nvContentPartPr>
            <p14:xfrm>
              <a:off x="455760" y="2093760"/>
              <a:ext cx="5148360" cy="2832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1F0D94B-3035-2FC6-D545-5C8AE28A7E4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46400" y="2084400"/>
                <a:ext cx="5167080" cy="2851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6297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4FDA-5AC6-4FA2-D6A0-4675A20D6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5262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r>
              <a:rPr lang="en-IN" sz="4800" dirty="0">
                <a:solidFill>
                  <a:srgbClr val="00B0F0"/>
                </a:solidFill>
              </a:rPr>
              <a:t>What is Machine Learning?</a:t>
            </a:r>
          </a:p>
          <a:p>
            <a:pPr marL="0" indent="0" algn="ctr">
              <a:buNone/>
            </a:pPr>
            <a:endParaRPr lang="en-IN" sz="4800" dirty="0"/>
          </a:p>
          <a:p>
            <a:endParaRPr lang="en-IN" sz="2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325E2CC-167A-EED1-E4EF-C5EC10B09C29}"/>
                  </a:ext>
                </a:extLst>
              </p14:cNvPr>
              <p14:cNvContentPartPr/>
              <p14:nvPr/>
            </p14:nvContentPartPr>
            <p14:xfrm>
              <a:off x="675000" y="236160"/>
              <a:ext cx="10988640" cy="47865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325E2CC-167A-EED1-E4EF-C5EC10B09C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5640" y="226800"/>
                <a:ext cx="11007360" cy="480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4111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100" dirty="0">
                <a:solidFill>
                  <a:srgbClr val="FFFFFF"/>
                </a:solidFill>
              </a:rPr>
              <a:t>What is Machine Learning?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8FD8C-41F0-626F-AF4E-00963F25D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161" y="2276475"/>
            <a:ext cx="1024367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Machine Learning is the methodology/algorithm in which a machine (computer) learns based on the data without explicitly coding the rules</a:t>
            </a:r>
          </a:p>
          <a:p>
            <a:pPr marL="0" indent="0">
              <a:buNone/>
            </a:pPr>
            <a:r>
              <a:rPr lang="en-US" sz="2000" dirty="0"/>
              <a:t>E.g., A baby learning the process of identification of a car</a:t>
            </a:r>
          </a:p>
          <a:p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Machine learning systems get better at decision making with more data</a:t>
            </a:r>
          </a:p>
          <a:p>
            <a:pPr marL="0" indent="0">
              <a:buNone/>
            </a:pPr>
            <a:r>
              <a:rPr lang="en-US" sz="2000" dirty="0"/>
              <a:t>E.g., Older baby start recognizing different types of cars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5E4CA5B4-E446-341C-1045-015CECDC9610}"/>
                  </a:ext>
                </a:extLst>
              </p14:cNvPr>
              <p14:cNvContentPartPr/>
              <p14:nvPr/>
            </p14:nvContentPartPr>
            <p14:xfrm>
              <a:off x="1793520" y="317520"/>
              <a:ext cx="10104120" cy="404460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5E4CA5B4-E446-341C-1045-015CECDC961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4160" y="308160"/>
                <a:ext cx="10122840" cy="4063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2036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100" dirty="0">
                <a:solidFill>
                  <a:srgbClr val="FFFFFF"/>
                </a:solidFill>
              </a:rPr>
              <a:t>Types of Machine Learning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8FD8C-41F0-626F-AF4E-00963F25D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4161" y="2276475"/>
            <a:ext cx="10243677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Supervised learning 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Unsupervised learning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E5B72F-5388-8447-1910-877DA1C652A3}"/>
                  </a:ext>
                </a:extLst>
              </p14:cNvPr>
              <p14:cNvContentPartPr/>
              <p14:nvPr/>
            </p14:nvContentPartPr>
            <p14:xfrm>
              <a:off x="697320" y="156600"/>
              <a:ext cx="11430720" cy="61729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E5B72F-5388-8447-1910-877DA1C652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7960" y="147240"/>
                <a:ext cx="11449440" cy="6191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418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100" dirty="0">
                <a:solidFill>
                  <a:srgbClr val="FFFFFF"/>
                </a:solidFill>
              </a:rPr>
              <a:t>Supervised Learning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8FD8C-41F0-626F-AF4E-00963F25D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348" y="2276475"/>
            <a:ext cx="4962832" cy="4351338"/>
          </a:xfrm>
        </p:spPr>
        <p:txBody>
          <a:bodyPr>
            <a:normAutofit/>
          </a:bodyPr>
          <a:lstStyle/>
          <a:p>
            <a:r>
              <a:rPr lang="en-US" sz="2400" dirty="0"/>
              <a:t>Supervised learning is the type of ML algorithms in which ML model learns based on examples of data and labels</a:t>
            </a:r>
          </a:p>
          <a:p>
            <a:endParaRPr lang="en-US" sz="2400" dirty="0"/>
          </a:p>
          <a:p>
            <a:pPr marL="0" indent="0">
              <a:buNone/>
            </a:pPr>
            <a:r>
              <a:rPr lang="en-US" sz="2400" dirty="0"/>
              <a:t>E.g., Regression and classification models</a:t>
            </a:r>
            <a:endParaRPr lang="en-IN" sz="2400" dirty="0"/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3616C821-5187-C353-1A93-C8302C97E8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8180" y="2157157"/>
            <a:ext cx="5070987" cy="507098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88A8EC3-D28A-ABDC-F364-402383859159}"/>
                  </a:ext>
                </a:extLst>
              </p14:cNvPr>
              <p14:cNvContentPartPr/>
              <p14:nvPr/>
            </p14:nvContentPartPr>
            <p14:xfrm>
              <a:off x="1580760" y="153000"/>
              <a:ext cx="9518760" cy="6591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88A8EC3-D28A-ABDC-F364-40238385915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71400" y="143640"/>
                <a:ext cx="9537480" cy="660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C1C1FBA-2C74-0CA9-D4BA-AFA21E9BFA08}"/>
                  </a:ext>
                </a:extLst>
              </p14:cNvPr>
              <p14:cNvContentPartPr/>
              <p14:nvPr/>
            </p14:nvContentPartPr>
            <p14:xfrm>
              <a:off x="6078600" y="2844000"/>
              <a:ext cx="4632480" cy="288468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C1C1FBA-2C74-0CA9-D4BA-AFA21E9BFA0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240" y="2834640"/>
                <a:ext cx="4651200" cy="290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3628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12C4F-3700-0D4C-398D-CC09B4B81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F1B968-6570-1EB3-55CE-C82A3A994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068CEAF-8527-52B8-54D5-E6EC3CCE5CE8}"/>
                  </a:ext>
                </a:extLst>
              </p14:cNvPr>
              <p14:cNvContentPartPr/>
              <p14:nvPr/>
            </p14:nvContentPartPr>
            <p14:xfrm>
              <a:off x="391680" y="243720"/>
              <a:ext cx="10894320" cy="62877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068CEAF-8527-52B8-54D5-E6EC3CCE5CE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82320" y="234360"/>
                <a:ext cx="10913040" cy="630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90367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892F55-E2CF-B22D-0A0E-AC7C236CA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EBC728-DB5B-96A8-63B7-F2F192A59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D425DCE-7487-8FBA-D1FB-E55AC1B98C07}"/>
                  </a:ext>
                </a:extLst>
              </p14:cNvPr>
              <p14:cNvContentPartPr/>
              <p14:nvPr/>
            </p14:nvContentPartPr>
            <p14:xfrm>
              <a:off x="738000" y="425520"/>
              <a:ext cx="10710720" cy="32104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D425DCE-7487-8FBA-D1FB-E55AC1B98C0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8640" y="416160"/>
                <a:ext cx="10729440" cy="322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7290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100" dirty="0">
                <a:solidFill>
                  <a:srgbClr val="FFFFFF"/>
                </a:solidFill>
              </a:rPr>
              <a:t>Supervised Learning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CEF640-1102-4843-25E2-BB587DE5DB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751" y="2067256"/>
            <a:ext cx="3516378" cy="2199944"/>
          </a:xfrm>
          <a:prstGeom prst="rect">
            <a:avLst/>
          </a:prstGeom>
        </p:spPr>
      </p:pic>
      <p:sp>
        <p:nvSpPr>
          <p:cNvPr id="5" name="object 3">
            <a:extLst>
              <a:ext uri="{FF2B5EF4-FFF2-40B4-BE49-F238E27FC236}">
                <a16:creationId xmlns:a16="http://schemas.microsoft.com/office/drawing/2014/main" id="{46324B5F-E646-313D-3F4D-453D0D5F7DEE}"/>
              </a:ext>
            </a:extLst>
          </p:cNvPr>
          <p:cNvSpPr txBox="1"/>
          <p:nvPr/>
        </p:nvSpPr>
        <p:spPr>
          <a:xfrm>
            <a:off x="460871" y="2276475"/>
            <a:ext cx="9585325" cy="353109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54635" indent="-244475">
              <a:lnSpc>
                <a:spcPct val="100000"/>
              </a:lnSpc>
              <a:spcBef>
                <a:spcPts val="815"/>
              </a:spcBef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b="1" spc="-10" dirty="0">
                <a:latin typeface="Calibri"/>
                <a:cs typeface="Calibri"/>
              </a:rPr>
              <a:t>Regression: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continuous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numerical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000" dirty="0">
                <a:latin typeface="Calibri"/>
                <a:cs typeface="Calibri"/>
              </a:rPr>
              <a:t>E.g.,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House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price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prediction,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insurance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premium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prediction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839"/>
              </a:spcBef>
            </a:pPr>
            <a:endParaRPr sz="2000" dirty="0">
              <a:latin typeface="Calibri"/>
              <a:cs typeface="Calibri"/>
            </a:endParaRPr>
          </a:p>
          <a:p>
            <a:pPr marL="254635" indent="-244475">
              <a:lnSpc>
                <a:spcPct val="100000"/>
              </a:lnSpc>
              <a:buSzPct val="95833"/>
              <a:buFont typeface="Wingdings"/>
              <a:buChar char=""/>
              <a:tabLst>
                <a:tab pos="254635" algn="l"/>
              </a:tabLst>
            </a:pPr>
            <a:r>
              <a:rPr sz="2400" b="1" spc="-10" dirty="0">
                <a:latin typeface="Calibri"/>
                <a:cs typeface="Calibri"/>
              </a:rPr>
              <a:t>Classification: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400" dirty="0">
                <a:latin typeface="Calibri"/>
                <a:cs typeface="Calibri"/>
              </a:rPr>
              <a:t>Predict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category/class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predefined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categories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000" dirty="0">
                <a:latin typeface="Calibri"/>
                <a:cs typeface="Calibri"/>
              </a:rPr>
              <a:t>E.g.,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Image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object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classification</a:t>
            </a:r>
            <a:r>
              <a:rPr sz="2000" dirty="0">
                <a:latin typeface="Calibri"/>
                <a:cs typeface="Calibri"/>
              </a:rPr>
              <a:t> (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human/car/bike),</a:t>
            </a:r>
            <a:r>
              <a:rPr sz="2000" spc="-50" dirty="0">
                <a:latin typeface="Calibri"/>
                <a:cs typeface="Calibri"/>
              </a:rPr>
              <a:t> </a:t>
            </a:r>
            <a:endParaRPr lang="en-US" sz="2000" spc="-5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2000" dirty="0">
                <a:latin typeface="Calibri"/>
                <a:cs typeface="Calibri"/>
              </a:rPr>
              <a:t>Email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spam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detection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(spam/not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409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spam)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0550CAD-C186-9CEE-4D9D-3C16679ABF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444" b="28889"/>
          <a:stretch/>
        </p:blipFill>
        <p:spPr>
          <a:xfrm>
            <a:off x="8214750" y="4553297"/>
            <a:ext cx="3516377" cy="226628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79D4F1F-36D6-2D81-FE27-73641A3A11C3}"/>
                  </a:ext>
                </a:extLst>
              </p14:cNvPr>
              <p14:cNvContentPartPr/>
              <p14:nvPr/>
            </p14:nvContentPartPr>
            <p14:xfrm>
              <a:off x="4896360" y="241200"/>
              <a:ext cx="6719760" cy="5666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79D4F1F-36D6-2D81-FE27-73641A3A11C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87000" y="231840"/>
                <a:ext cx="6738480" cy="5684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9865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100" dirty="0">
                <a:solidFill>
                  <a:srgbClr val="FFFFFF"/>
                </a:solidFill>
              </a:rPr>
              <a:t>Un-supervised Learning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C8FD8C-41F0-626F-AF4E-00963F25D5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361238"/>
            <a:ext cx="6324601" cy="4351338"/>
          </a:xfrm>
        </p:spPr>
        <p:txBody>
          <a:bodyPr/>
          <a:lstStyle/>
          <a:p>
            <a:r>
              <a:rPr lang="en-US" sz="2400" dirty="0"/>
              <a:t>Un-supervised learning is the type of ML algorithms in which ML model identifies patterns in the data </a:t>
            </a:r>
          </a:p>
          <a:p>
            <a:r>
              <a:rPr lang="en-US" sz="2400" dirty="0"/>
              <a:t>It automatically identifies group of similar examples</a:t>
            </a:r>
            <a:endParaRPr lang="en-IN" sz="2400" dirty="0"/>
          </a:p>
          <a:p>
            <a:endParaRPr lang="en-IN" dirty="0"/>
          </a:p>
          <a:p>
            <a:pPr marL="0" indent="0">
              <a:buNone/>
            </a:pPr>
            <a:r>
              <a:rPr lang="en-US" sz="2400" dirty="0"/>
              <a:t>E.g., Clustering models</a:t>
            </a:r>
          </a:p>
          <a:p>
            <a:pPr marL="0" indent="0">
              <a:buNone/>
            </a:pPr>
            <a:r>
              <a:rPr lang="en-US" sz="2000" dirty="0"/>
              <a:t>Group customers with similar location, salary etc.</a:t>
            </a:r>
          </a:p>
          <a:p>
            <a:pPr marL="0" indent="0">
              <a:buNone/>
            </a:pPr>
            <a:r>
              <a:rPr lang="en-US" sz="2000" dirty="0"/>
              <a:t>Group similar customer complaints</a:t>
            </a:r>
            <a:endParaRPr lang="en-IN" sz="2000" dirty="0"/>
          </a:p>
          <a:p>
            <a:endParaRPr lang="en-IN" dirty="0"/>
          </a:p>
        </p:txBody>
      </p:sp>
      <p:pic>
        <p:nvPicPr>
          <p:cNvPr id="3" name="Picture 2" descr="A diagram of fruit and brain&#10;&#10;Description automatically generated">
            <a:extLst>
              <a:ext uri="{FF2B5EF4-FFF2-40B4-BE49-F238E27FC236}">
                <a16:creationId xmlns:a16="http://schemas.microsoft.com/office/drawing/2014/main" id="{688A7908-7A24-0A5B-A51B-FC909DEB7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831" y="2361238"/>
            <a:ext cx="4533565" cy="453356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40739B12-6170-A9BA-1FB6-DECFFCEB7957}"/>
                  </a:ext>
                </a:extLst>
              </p14:cNvPr>
              <p14:cNvContentPartPr/>
              <p14:nvPr/>
            </p14:nvContentPartPr>
            <p14:xfrm>
              <a:off x="1136880" y="487080"/>
              <a:ext cx="9270720" cy="54734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40739B12-6170-A9BA-1FB6-DECFFCEB795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27520" y="477720"/>
                <a:ext cx="9289440" cy="549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39152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4FDA-5AC6-4FA2-D6A0-4675A20D6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5262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r>
              <a:rPr lang="en-IN" sz="4800" dirty="0">
                <a:solidFill>
                  <a:srgbClr val="00B0F0"/>
                </a:solidFill>
              </a:rPr>
              <a:t>What is Linear Regression?</a:t>
            </a:r>
          </a:p>
          <a:p>
            <a:pPr marL="0" indent="0" algn="ctr">
              <a:buNone/>
            </a:pPr>
            <a:endParaRPr lang="en-IN" sz="4800" dirty="0"/>
          </a:p>
          <a:p>
            <a:endParaRPr lang="en-IN" sz="2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FBD034D0-83E8-DA5B-10D3-9F9E780BCFDE}"/>
                  </a:ext>
                </a:extLst>
              </p14:cNvPr>
              <p14:cNvContentPartPr/>
              <p14:nvPr/>
            </p14:nvContentPartPr>
            <p14:xfrm>
              <a:off x="650520" y="308880"/>
              <a:ext cx="11471040" cy="5905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FBD034D0-83E8-DA5B-10D3-9F9E780BCFD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41160" y="299520"/>
                <a:ext cx="11489760" cy="5923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85489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What is linear regression?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4FDA-5AC6-4FA2-D6A0-4675A20D6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4339817" cy="4526290"/>
          </a:xfrm>
        </p:spPr>
        <p:txBody>
          <a:bodyPr>
            <a:normAutofit/>
          </a:bodyPr>
          <a:lstStyle/>
          <a:p>
            <a:pPr algn="just"/>
            <a:r>
              <a:rPr lang="en-IN" sz="2000" dirty="0"/>
              <a:t>X axis represents carpet area of house in sq.ft. and Y axis represents price</a:t>
            </a:r>
          </a:p>
          <a:p>
            <a:pPr marL="0" indent="0" algn="just">
              <a:buNone/>
            </a:pPr>
            <a:endParaRPr lang="en-IN" sz="2000" dirty="0"/>
          </a:p>
          <a:p>
            <a:pPr algn="just"/>
            <a:r>
              <a:rPr lang="en-IN" sz="2000" dirty="0"/>
              <a:t>Points on the diagram represent few examples of carpet areas and price of house ( labelled data) from the same locality</a:t>
            </a:r>
          </a:p>
          <a:p>
            <a:pPr algn="just"/>
            <a:endParaRPr lang="en-IN" sz="2000" dirty="0"/>
          </a:p>
          <a:p>
            <a:pPr algn="just"/>
            <a:r>
              <a:rPr lang="en-IN" sz="2000" dirty="0"/>
              <a:t>Which of the line is better representing relationship between carpet area and house price?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8FBF055-D623-1A64-F22F-46A9B6F43BEF}"/>
                  </a:ext>
                </a:extLst>
              </p14:cNvPr>
              <p14:cNvContentPartPr/>
              <p14:nvPr/>
            </p14:nvContentPartPr>
            <p14:xfrm>
              <a:off x="6944425" y="5582359"/>
              <a:ext cx="357300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8FBF055-D623-1A64-F22F-46A9B6F43B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926785" y="5564719"/>
                <a:ext cx="3608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05A6621-694A-8B21-5A81-7B77FD9183A9}"/>
                  </a:ext>
                </a:extLst>
              </p14:cNvPr>
              <p14:cNvContentPartPr/>
              <p14:nvPr/>
            </p14:nvContentPartPr>
            <p14:xfrm>
              <a:off x="6942985" y="2407519"/>
              <a:ext cx="360" cy="3149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05A6621-694A-8B21-5A81-7B77FD9183A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924985" y="2389879"/>
                <a:ext cx="36000" cy="31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F84331C-B681-FEB1-4464-61AE66FD8A80}"/>
                  </a:ext>
                </a:extLst>
              </p14:cNvPr>
              <p14:cNvContentPartPr/>
              <p14:nvPr/>
            </p14:nvContentPartPr>
            <p14:xfrm>
              <a:off x="6446905" y="2897119"/>
              <a:ext cx="4005000" cy="2312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F84331C-B681-FEB1-4464-61AE66FD8A8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29265" y="2879119"/>
                <a:ext cx="4040640" cy="234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D6ECA4B-7A01-B6DE-7B62-49B8FE246C35}"/>
                  </a:ext>
                </a:extLst>
              </p14:cNvPr>
              <p14:cNvContentPartPr/>
              <p14:nvPr/>
            </p14:nvContentPartPr>
            <p14:xfrm>
              <a:off x="6198865" y="3865519"/>
              <a:ext cx="4552560" cy="1220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D6ECA4B-7A01-B6DE-7B62-49B8FE246C3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81225" y="3847519"/>
                <a:ext cx="4588200" cy="125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CDD9193-E401-FF5A-A58C-EEF5CBEF11ED}"/>
                  </a:ext>
                </a:extLst>
              </p14:cNvPr>
              <p14:cNvContentPartPr/>
              <p14:nvPr/>
            </p14:nvContentPartPr>
            <p14:xfrm>
              <a:off x="6174745" y="3003679"/>
              <a:ext cx="4835520" cy="1296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CDD9193-E401-FF5A-A58C-EEF5CBEF11E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156745" y="2985679"/>
                <a:ext cx="4871160" cy="133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48A44C5-703C-DF25-685F-46A4688795C8}"/>
                  </a:ext>
                </a:extLst>
              </p14:cNvPr>
              <p14:cNvContentPartPr/>
              <p14:nvPr/>
            </p14:nvContentPartPr>
            <p14:xfrm>
              <a:off x="10065985" y="3269719"/>
              <a:ext cx="3600" cy="18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48A44C5-703C-DF25-685F-46A4688795C8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0048345" y="3252079"/>
                <a:ext cx="3924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EBCEB3D-059F-1F7A-6B58-E2CB05407120}"/>
                  </a:ext>
                </a:extLst>
              </p14:cNvPr>
              <p14:cNvContentPartPr/>
              <p14:nvPr/>
            </p14:nvContentPartPr>
            <p14:xfrm>
              <a:off x="10373425" y="3073879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EBCEB3D-059F-1F7A-6B58-E2CB0540712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355425" y="305587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E5A0758-F0B1-3460-4F1F-8B8E6D8CE8FA}"/>
                  </a:ext>
                </a:extLst>
              </p14:cNvPr>
              <p14:cNvContentPartPr/>
              <p14:nvPr/>
            </p14:nvContentPartPr>
            <p14:xfrm>
              <a:off x="10081825" y="2971279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E5A0758-F0B1-3460-4F1F-8B8E6D8CE8F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063825" y="295363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65BF181-133A-4801-FA2D-CDC0219221F9}"/>
                  </a:ext>
                </a:extLst>
              </p14:cNvPr>
              <p14:cNvContentPartPr/>
              <p14:nvPr/>
            </p14:nvContentPartPr>
            <p14:xfrm>
              <a:off x="9782305" y="3073879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65BF181-133A-4801-FA2D-CDC0219221F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764305" y="305587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19B83FB-80B4-0C0F-1DFD-FF3A01388B1D}"/>
                  </a:ext>
                </a:extLst>
              </p14:cNvPr>
              <p14:cNvContentPartPr/>
              <p14:nvPr/>
            </p14:nvContentPartPr>
            <p14:xfrm>
              <a:off x="9624265" y="3247399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19B83FB-80B4-0C0F-1DFD-FF3A01388B1D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06625" y="322939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CE4F6E6-5D0E-6138-7911-808D3C79574A}"/>
                  </a:ext>
                </a:extLst>
              </p14:cNvPr>
              <p14:cNvContentPartPr/>
              <p14:nvPr/>
            </p14:nvContentPartPr>
            <p14:xfrm>
              <a:off x="9372265" y="3279079"/>
              <a:ext cx="1800" cy="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CE4F6E6-5D0E-6138-7911-808D3C79574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9354265" y="3261079"/>
                <a:ext cx="37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092" name="Ink 1091">
                <a:extLst>
                  <a:ext uri="{FF2B5EF4-FFF2-40B4-BE49-F238E27FC236}">
                    <a16:creationId xmlns:a16="http://schemas.microsoft.com/office/drawing/2014/main" id="{A9A63E89-885C-5698-F364-B6F648521B5C}"/>
                  </a:ext>
                </a:extLst>
              </p14:cNvPr>
              <p14:cNvContentPartPr/>
              <p14:nvPr/>
            </p14:nvContentPartPr>
            <p14:xfrm>
              <a:off x="10239145" y="3121039"/>
              <a:ext cx="360" cy="360"/>
            </p14:xfrm>
          </p:contentPart>
        </mc:Choice>
        <mc:Fallback xmlns="">
          <p:pic>
            <p:nvPicPr>
              <p:cNvPr id="1092" name="Ink 1091">
                <a:extLst>
                  <a:ext uri="{FF2B5EF4-FFF2-40B4-BE49-F238E27FC236}">
                    <a16:creationId xmlns:a16="http://schemas.microsoft.com/office/drawing/2014/main" id="{A9A63E89-885C-5698-F364-B6F648521B5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221505" y="310339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3E5CFEA-23EC-9CA4-4731-D745E21639B8}"/>
                  </a:ext>
                </a:extLst>
              </p14:cNvPr>
              <p14:cNvContentPartPr/>
              <p14:nvPr/>
            </p14:nvContentPartPr>
            <p14:xfrm>
              <a:off x="7094185" y="4681999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3E5CFEA-23EC-9CA4-4731-D745E21639B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076185" y="466399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4D26016-00ED-B398-B401-B30976FB91D0}"/>
                  </a:ext>
                </a:extLst>
              </p14:cNvPr>
              <p14:cNvContentPartPr/>
              <p14:nvPr/>
            </p14:nvContentPartPr>
            <p14:xfrm>
              <a:off x="7267705" y="4926439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4D26016-00ED-B398-B401-B30976FB91D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50065" y="490879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B005C56-181A-CE10-C79C-A89F6599BE83}"/>
                  </a:ext>
                </a:extLst>
              </p14:cNvPr>
              <p14:cNvContentPartPr/>
              <p14:nvPr/>
            </p14:nvContentPartPr>
            <p14:xfrm>
              <a:off x="7425385" y="4791079"/>
              <a:ext cx="360" cy="1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B005C56-181A-CE10-C79C-A89F6599BE83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407385" y="4773439"/>
                <a:ext cx="360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92C8C09-EEED-9EC4-47EF-B97E52A4A546}"/>
                  </a:ext>
                </a:extLst>
              </p14:cNvPr>
              <p14:cNvContentPartPr/>
              <p14:nvPr/>
            </p14:nvContentPartPr>
            <p14:xfrm>
              <a:off x="7732465" y="4642759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92C8C09-EEED-9EC4-47EF-B97E52A4A546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714825" y="462511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DBB74C5-4559-3D54-53AE-72CC87997D9E}"/>
                  </a:ext>
                </a:extLst>
              </p14:cNvPr>
              <p14:cNvContentPartPr/>
              <p14:nvPr/>
            </p14:nvContentPartPr>
            <p14:xfrm>
              <a:off x="7921825" y="4548079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DBB74C5-4559-3D54-53AE-72CC87997D9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903825" y="453043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879D865-88A1-1646-BFD3-14F6484BCA12}"/>
                  </a:ext>
                </a:extLst>
              </p14:cNvPr>
              <p14:cNvContentPartPr/>
              <p14:nvPr/>
            </p14:nvContentPartPr>
            <p14:xfrm>
              <a:off x="7291105" y="4453759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879D865-88A1-1646-BFD3-14F6484BCA1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73465" y="443575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C45D573-7728-FA42-E833-72CA4368AE1A}"/>
                  </a:ext>
                </a:extLst>
              </p14:cNvPr>
              <p14:cNvContentPartPr/>
              <p14:nvPr/>
            </p14:nvContentPartPr>
            <p14:xfrm>
              <a:off x="7480465" y="4532239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C45D573-7728-FA42-E833-72CA4368AE1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462465" y="451423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4CAD0F1-8EEF-A1C2-D63A-8DD29BDEE45F}"/>
                  </a:ext>
                </a:extLst>
              </p14:cNvPr>
              <p14:cNvContentPartPr/>
              <p14:nvPr/>
            </p14:nvContentPartPr>
            <p14:xfrm>
              <a:off x="8134585" y="4516399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4CAD0F1-8EEF-A1C2-D63A-8DD29BDEE45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8116945" y="449875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099" name="Ink 1098">
                <a:extLst>
                  <a:ext uri="{FF2B5EF4-FFF2-40B4-BE49-F238E27FC236}">
                    <a16:creationId xmlns:a16="http://schemas.microsoft.com/office/drawing/2014/main" id="{67D13A8A-4CE3-330E-0CD8-1DC333CBEE98}"/>
                  </a:ext>
                </a:extLst>
              </p14:cNvPr>
              <p14:cNvContentPartPr/>
              <p14:nvPr/>
            </p14:nvContentPartPr>
            <p14:xfrm>
              <a:off x="7614385" y="4721239"/>
              <a:ext cx="360" cy="360"/>
            </p14:xfrm>
          </p:contentPart>
        </mc:Choice>
        <mc:Fallback xmlns="">
          <p:pic>
            <p:nvPicPr>
              <p:cNvPr id="1099" name="Ink 1098">
                <a:extLst>
                  <a:ext uri="{FF2B5EF4-FFF2-40B4-BE49-F238E27FC236}">
                    <a16:creationId xmlns:a16="http://schemas.microsoft.com/office/drawing/2014/main" id="{67D13A8A-4CE3-330E-0CD8-1DC333CBEE9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96745" y="470359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00" name="Ink 1099">
                <a:extLst>
                  <a:ext uri="{FF2B5EF4-FFF2-40B4-BE49-F238E27FC236}">
                    <a16:creationId xmlns:a16="http://schemas.microsoft.com/office/drawing/2014/main" id="{AC43F2FD-7595-BC5B-191B-B248D02D0280}"/>
                  </a:ext>
                </a:extLst>
              </p14:cNvPr>
              <p14:cNvContentPartPr/>
              <p14:nvPr/>
            </p14:nvContentPartPr>
            <p14:xfrm>
              <a:off x="7614385" y="4855519"/>
              <a:ext cx="360" cy="360"/>
            </p14:xfrm>
          </p:contentPart>
        </mc:Choice>
        <mc:Fallback xmlns="">
          <p:pic>
            <p:nvPicPr>
              <p:cNvPr id="1100" name="Ink 1099">
                <a:extLst>
                  <a:ext uri="{FF2B5EF4-FFF2-40B4-BE49-F238E27FC236}">
                    <a16:creationId xmlns:a16="http://schemas.microsoft.com/office/drawing/2014/main" id="{AC43F2FD-7595-BC5B-191B-B248D02D028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596745" y="4837519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5FD673D9-627B-E19F-021C-6173FF46EB72}"/>
              </a:ext>
            </a:extLst>
          </p:cNvPr>
          <p:cNvGrpSpPr/>
          <p:nvPr/>
        </p:nvGrpSpPr>
        <p:grpSpPr>
          <a:xfrm>
            <a:off x="7125865" y="5012839"/>
            <a:ext cx="142200" cy="71640"/>
            <a:chOff x="7125865" y="5012839"/>
            <a:chExt cx="142200" cy="7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102" name="Ink 1101">
                  <a:extLst>
                    <a:ext uri="{FF2B5EF4-FFF2-40B4-BE49-F238E27FC236}">
                      <a16:creationId xmlns:a16="http://schemas.microsoft.com/office/drawing/2014/main" id="{9F4633D2-509E-8268-5D75-E4FE0740AFE8}"/>
                    </a:ext>
                  </a:extLst>
                </p14:cNvPr>
                <p14:cNvContentPartPr/>
                <p14:nvPr/>
              </p14:nvContentPartPr>
              <p14:xfrm>
                <a:off x="7267705" y="5084119"/>
                <a:ext cx="360" cy="360"/>
              </p14:xfrm>
            </p:contentPart>
          </mc:Choice>
          <mc:Fallback xmlns="">
            <p:pic>
              <p:nvPicPr>
                <p:cNvPr id="1102" name="Ink 1101">
                  <a:extLst>
                    <a:ext uri="{FF2B5EF4-FFF2-40B4-BE49-F238E27FC236}">
                      <a16:creationId xmlns:a16="http://schemas.microsoft.com/office/drawing/2014/main" id="{9F4633D2-509E-8268-5D75-E4FE0740AFE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250065" y="50661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03" name="Ink 1102">
                  <a:extLst>
                    <a:ext uri="{FF2B5EF4-FFF2-40B4-BE49-F238E27FC236}">
                      <a16:creationId xmlns:a16="http://schemas.microsoft.com/office/drawing/2014/main" id="{74FF0152-498A-A64E-A3E2-E77946F74E88}"/>
                    </a:ext>
                  </a:extLst>
                </p14:cNvPr>
                <p14:cNvContentPartPr/>
                <p14:nvPr/>
              </p14:nvContentPartPr>
              <p14:xfrm>
                <a:off x="7125865" y="5012839"/>
                <a:ext cx="360" cy="360"/>
              </p14:xfrm>
            </p:contentPart>
          </mc:Choice>
          <mc:Fallback xmlns="">
            <p:pic>
              <p:nvPicPr>
                <p:cNvPr id="1103" name="Ink 1102">
                  <a:extLst>
                    <a:ext uri="{FF2B5EF4-FFF2-40B4-BE49-F238E27FC236}">
                      <a16:creationId xmlns:a16="http://schemas.microsoft.com/office/drawing/2014/main" id="{74FF0152-498A-A64E-A3E2-E77946F74E8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107865" y="49951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1104" name="Ink 1103">
                <a:extLst>
                  <a:ext uri="{FF2B5EF4-FFF2-40B4-BE49-F238E27FC236}">
                    <a16:creationId xmlns:a16="http://schemas.microsoft.com/office/drawing/2014/main" id="{EB8CFC60-2DB2-693B-67CA-3A8AF18B577E}"/>
                  </a:ext>
                </a:extLst>
              </p14:cNvPr>
              <p14:cNvContentPartPr/>
              <p14:nvPr/>
            </p14:nvContentPartPr>
            <p14:xfrm>
              <a:off x="7283545" y="4579399"/>
              <a:ext cx="360" cy="360"/>
            </p14:xfrm>
          </p:contentPart>
        </mc:Choice>
        <mc:Fallback xmlns="">
          <p:pic>
            <p:nvPicPr>
              <p:cNvPr id="1104" name="Ink 1103">
                <a:extLst>
                  <a:ext uri="{FF2B5EF4-FFF2-40B4-BE49-F238E27FC236}">
                    <a16:creationId xmlns:a16="http://schemas.microsoft.com/office/drawing/2014/main" id="{EB8CFC60-2DB2-693B-67CA-3A8AF18B577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265545" y="456175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106" name="Ink 1105">
                <a:extLst>
                  <a:ext uri="{FF2B5EF4-FFF2-40B4-BE49-F238E27FC236}">
                    <a16:creationId xmlns:a16="http://schemas.microsoft.com/office/drawing/2014/main" id="{1F677E6E-0943-0454-D65F-9349DE088220}"/>
                  </a:ext>
                </a:extLst>
              </p14:cNvPr>
              <p14:cNvContentPartPr/>
              <p14:nvPr/>
            </p14:nvContentPartPr>
            <p14:xfrm>
              <a:off x="9924145" y="3065959"/>
              <a:ext cx="360" cy="360"/>
            </p14:xfrm>
          </p:contentPart>
        </mc:Choice>
        <mc:Fallback xmlns="">
          <p:pic>
            <p:nvPicPr>
              <p:cNvPr id="1106" name="Ink 1105">
                <a:extLst>
                  <a:ext uri="{FF2B5EF4-FFF2-40B4-BE49-F238E27FC236}">
                    <a16:creationId xmlns:a16="http://schemas.microsoft.com/office/drawing/2014/main" id="{1F677E6E-0943-0454-D65F-9349DE08822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06505" y="304831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1107" name="Ink 1106">
                <a:extLst>
                  <a:ext uri="{FF2B5EF4-FFF2-40B4-BE49-F238E27FC236}">
                    <a16:creationId xmlns:a16="http://schemas.microsoft.com/office/drawing/2014/main" id="{63C9E692-6931-DF9E-70D3-35DAA46FC0CC}"/>
                  </a:ext>
                </a:extLst>
              </p14:cNvPr>
              <p14:cNvContentPartPr/>
              <p14:nvPr/>
            </p14:nvContentPartPr>
            <p14:xfrm>
              <a:off x="10215745" y="2892799"/>
              <a:ext cx="360" cy="360"/>
            </p14:xfrm>
          </p:contentPart>
        </mc:Choice>
        <mc:Fallback xmlns="">
          <p:pic>
            <p:nvPicPr>
              <p:cNvPr id="1107" name="Ink 1106">
                <a:extLst>
                  <a:ext uri="{FF2B5EF4-FFF2-40B4-BE49-F238E27FC236}">
                    <a16:creationId xmlns:a16="http://schemas.microsoft.com/office/drawing/2014/main" id="{63C9E692-6931-DF9E-70D3-35DAA46FC0C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198105" y="287479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108" name="Ink 1107">
                <a:extLst>
                  <a:ext uri="{FF2B5EF4-FFF2-40B4-BE49-F238E27FC236}">
                    <a16:creationId xmlns:a16="http://schemas.microsoft.com/office/drawing/2014/main" id="{426C6C17-2A80-3CE8-CAEB-D9811A9FDC99}"/>
                  </a:ext>
                </a:extLst>
              </p14:cNvPr>
              <p14:cNvContentPartPr/>
              <p14:nvPr/>
            </p14:nvContentPartPr>
            <p14:xfrm>
              <a:off x="9522025" y="3302479"/>
              <a:ext cx="360" cy="360"/>
            </p14:xfrm>
          </p:contentPart>
        </mc:Choice>
        <mc:Fallback xmlns="">
          <p:pic>
            <p:nvPicPr>
              <p:cNvPr id="1108" name="Ink 1107">
                <a:extLst>
                  <a:ext uri="{FF2B5EF4-FFF2-40B4-BE49-F238E27FC236}">
                    <a16:creationId xmlns:a16="http://schemas.microsoft.com/office/drawing/2014/main" id="{426C6C17-2A80-3CE8-CAEB-D9811A9FDC9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504025" y="3284479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0" name="Group 1109">
            <a:extLst>
              <a:ext uri="{FF2B5EF4-FFF2-40B4-BE49-F238E27FC236}">
                <a16:creationId xmlns:a16="http://schemas.microsoft.com/office/drawing/2014/main" id="{0000DB1C-4672-747B-7F5A-DE1E3D4BFF92}"/>
              </a:ext>
            </a:extLst>
          </p:cNvPr>
          <p:cNvGrpSpPr/>
          <p:nvPr/>
        </p:nvGrpSpPr>
        <p:grpSpPr>
          <a:xfrm>
            <a:off x="7527625" y="3420919"/>
            <a:ext cx="2333520" cy="930240"/>
            <a:chOff x="7527625" y="3420919"/>
            <a:chExt cx="2333520" cy="93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FF4DA1-CB6E-2953-C33B-9D10285C1878}"/>
                    </a:ext>
                  </a:extLst>
                </p14:cNvPr>
                <p14:cNvContentPartPr/>
                <p14:nvPr/>
              </p14:nvContentPartPr>
              <p14:xfrm>
                <a:off x="8954305" y="3917359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FF4DA1-CB6E-2953-C33B-9D10285C187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936665" y="38993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10A796B-F279-DA6B-301E-2BDAC9AC1A8F}"/>
                    </a:ext>
                  </a:extLst>
                </p14:cNvPr>
                <p14:cNvContentPartPr/>
                <p14:nvPr/>
              </p14:nvContentPartPr>
              <p14:xfrm>
                <a:off x="9372265" y="3672919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10A796B-F279-DA6B-301E-2BDAC9AC1A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354265" y="365527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33BA441-CDAC-684C-D113-F587218F10EF}"/>
                    </a:ext>
                  </a:extLst>
                </p14:cNvPr>
                <p14:cNvContentPartPr/>
                <p14:nvPr/>
              </p14:nvContentPartPr>
              <p14:xfrm>
                <a:off x="9703465" y="3475999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33BA441-CDAC-684C-D113-F587218F10E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685465" y="34579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00E4B5E-FBF9-F1EE-7F3D-4FB6370ECC7E}"/>
                    </a:ext>
                  </a:extLst>
                </p14:cNvPr>
                <p14:cNvContentPartPr/>
                <p14:nvPr/>
              </p14:nvContentPartPr>
              <p14:xfrm>
                <a:off x="9245905" y="3483919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00E4B5E-FBF9-F1EE-7F3D-4FB6370ECC7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228265" y="34659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E34E503-EDE7-BF2B-D3A5-9F440BC53595}"/>
                    </a:ext>
                  </a:extLst>
                </p14:cNvPr>
                <p14:cNvContentPartPr/>
                <p14:nvPr/>
              </p14:nvContentPartPr>
              <p14:xfrm>
                <a:off x="9056905" y="3578239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E34E503-EDE7-BF2B-D3A5-9F440BC5359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38905" y="35605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18767E8-84D6-DDBC-E530-6974AE1792A1}"/>
                    </a:ext>
                  </a:extLst>
                </p14:cNvPr>
                <p14:cNvContentPartPr/>
                <p14:nvPr/>
              </p14:nvContentPartPr>
              <p14:xfrm>
                <a:off x="8425105" y="3759679"/>
                <a:ext cx="180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18767E8-84D6-DDBC-E530-6974AE1792A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407105" y="3742039"/>
                  <a:ext cx="3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D55233-C6B3-FFA6-B9E6-1A8709A70E1D}"/>
                    </a:ext>
                  </a:extLst>
                </p14:cNvPr>
                <p14:cNvContentPartPr/>
                <p14:nvPr/>
              </p14:nvContentPartPr>
              <p14:xfrm>
                <a:off x="8308105" y="3933199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D55233-C6B3-FFA6-B9E6-1A8709A70E1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290465" y="39155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E5DA030-0521-D2D2-DE8F-888538CB24E2}"/>
                    </a:ext>
                  </a:extLst>
                </p14:cNvPr>
                <p14:cNvContentPartPr/>
                <p14:nvPr/>
              </p14:nvContentPartPr>
              <p14:xfrm>
                <a:off x="8623465" y="3814759"/>
                <a:ext cx="36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E5DA030-0521-D2D2-DE8F-888538CB24E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605465" y="37971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7755752-4D6F-534E-26C7-C5E54BF5EB8C}"/>
                    </a:ext>
                  </a:extLst>
                </p14:cNvPr>
                <p14:cNvContentPartPr/>
                <p14:nvPr/>
              </p14:nvContentPartPr>
              <p14:xfrm>
                <a:off x="8749465" y="3688759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7755752-4D6F-534E-26C7-C5E54BF5EB8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31825" y="36707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2D0F64C-0C33-7902-68E9-80140B317E5E}"/>
                    </a:ext>
                  </a:extLst>
                </p14:cNvPr>
                <p14:cNvContentPartPr/>
                <p14:nvPr/>
              </p14:nvContentPartPr>
              <p14:xfrm>
                <a:off x="8063665" y="3909439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2D0F64C-0C33-7902-68E9-80140B317E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45665" y="38917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349F49-FAAF-3E97-422F-99245021B9C3}"/>
                    </a:ext>
                  </a:extLst>
                </p14:cNvPr>
                <p14:cNvContentPartPr/>
                <p14:nvPr/>
              </p14:nvContentPartPr>
              <p14:xfrm>
                <a:off x="8331865" y="4327399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349F49-FAAF-3E97-422F-99245021B9C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313865" y="43093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C4E88C9-C4C6-8F13-3283-4206F4411FCF}"/>
                    </a:ext>
                  </a:extLst>
                </p14:cNvPr>
                <p14:cNvContentPartPr/>
                <p14:nvPr/>
              </p14:nvContentPartPr>
              <p14:xfrm>
                <a:off x="8686465" y="4136959"/>
                <a:ext cx="1800" cy="1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C4E88C9-C4C6-8F13-3283-4206F4411FC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8668825" y="4118959"/>
                  <a:ext cx="37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C70D480-67B5-9BE4-965D-79BDDEBB8EF6}"/>
                    </a:ext>
                  </a:extLst>
                </p14:cNvPr>
                <p14:cNvContentPartPr/>
                <p14:nvPr/>
              </p14:nvContentPartPr>
              <p14:xfrm>
                <a:off x="7622305" y="4185559"/>
                <a:ext cx="299880" cy="87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C70D480-67B5-9BE4-965D-79BDDEBB8EF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604305" y="4167559"/>
                  <a:ext cx="335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97DCB0E-C482-6592-922C-7772DB70475F}"/>
                    </a:ext>
                  </a:extLst>
                </p14:cNvPr>
                <p14:cNvContentPartPr/>
                <p14:nvPr/>
              </p14:nvContentPartPr>
              <p14:xfrm>
                <a:off x="7779625" y="4295719"/>
                <a:ext cx="180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97DCB0E-C482-6592-922C-7772DB70475F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761985" y="4277719"/>
                  <a:ext cx="3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B026B18-C5AD-09B6-3CCE-ECF0EBF55848}"/>
                    </a:ext>
                  </a:extLst>
                </p14:cNvPr>
                <p14:cNvContentPartPr/>
                <p14:nvPr/>
              </p14:nvContentPartPr>
              <p14:xfrm>
                <a:off x="8512945" y="4193119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B026B18-C5AD-09B6-3CCE-ECF0EBF558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95305" y="417547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8F2F09C-7B72-915B-F0A9-BAA31F06BFA4}"/>
                    </a:ext>
                  </a:extLst>
                </p14:cNvPr>
                <p14:cNvContentPartPr/>
                <p14:nvPr/>
              </p14:nvContentPartPr>
              <p14:xfrm>
                <a:off x="8197585" y="4295719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8F2F09C-7B72-915B-F0A9-BAA31F06BFA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179945" y="42777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6218AE6-28D9-F1C3-EC97-0BDBA575FE59}"/>
                    </a:ext>
                  </a:extLst>
                </p14:cNvPr>
                <p14:cNvContentPartPr/>
                <p14:nvPr/>
              </p14:nvContentPartPr>
              <p14:xfrm>
                <a:off x="8796985" y="3980719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6218AE6-28D9-F1C3-EC97-0BDBA575FE5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778985" y="39627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FDB151E-352D-A790-D865-EFD2E81959B4}"/>
                    </a:ext>
                  </a:extLst>
                </p14:cNvPr>
                <p14:cNvContentPartPr/>
                <p14:nvPr/>
              </p14:nvContentPartPr>
              <p14:xfrm>
                <a:off x="8110825" y="4035799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FDB151E-352D-A790-D865-EFD2E81959B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093185" y="40177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AF6E35A-6B44-A4AD-8BCA-2BBE84A86C7D}"/>
                    </a:ext>
                  </a:extLst>
                </p14:cNvPr>
                <p14:cNvContentPartPr/>
                <p14:nvPr/>
              </p14:nvContentPartPr>
              <p14:xfrm>
                <a:off x="7921825" y="4019599"/>
                <a:ext cx="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AF6E35A-6B44-A4AD-8BCA-2BBE84A86C7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903825" y="40019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D2C7EAD-6691-36DB-7B98-E2899501BDC5}"/>
                    </a:ext>
                  </a:extLst>
                </p14:cNvPr>
                <p14:cNvContentPartPr/>
                <p14:nvPr/>
              </p14:nvContentPartPr>
              <p14:xfrm>
                <a:off x="9498625" y="3562759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D2C7EAD-6691-36DB-7B98-E2899501BDC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80625" y="35451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EACE968-8081-92F0-90FF-634F2FCF02F8}"/>
                    </a:ext>
                  </a:extLst>
                </p14:cNvPr>
                <p14:cNvContentPartPr/>
                <p14:nvPr/>
              </p14:nvContentPartPr>
              <p14:xfrm>
                <a:off x="9048985" y="3791359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EACE968-8081-92F0-90FF-634F2FCF02F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30985" y="37737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90C81C-9483-D10E-E291-A7881470CB72}"/>
                    </a:ext>
                  </a:extLst>
                </p14:cNvPr>
                <p14:cNvContentPartPr/>
                <p14:nvPr/>
              </p14:nvContentPartPr>
              <p14:xfrm>
                <a:off x="9167425" y="3846439"/>
                <a:ext cx="36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90C81C-9483-D10E-E291-A7881470CB7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49425" y="38287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88" name="Ink 1087">
                  <a:extLst>
                    <a:ext uri="{FF2B5EF4-FFF2-40B4-BE49-F238E27FC236}">
                      <a16:creationId xmlns:a16="http://schemas.microsoft.com/office/drawing/2014/main" id="{7D7D0758-C5FA-0CA2-4436-82D7A9CF77FC}"/>
                    </a:ext>
                  </a:extLst>
                </p14:cNvPr>
                <p14:cNvContentPartPr/>
                <p14:nvPr/>
              </p14:nvContentPartPr>
              <p14:xfrm>
                <a:off x="8993905" y="4004119"/>
                <a:ext cx="360" cy="360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7D7D0758-C5FA-0CA2-4436-82D7A9CF77F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975905" y="39861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089" name="Ink 1088">
                  <a:extLst>
                    <a:ext uri="{FF2B5EF4-FFF2-40B4-BE49-F238E27FC236}">
                      <a16:creationId xmlns:a16="http://schemas.microsoft.com/office/drawing/2014/main" id="{9352B03F-8087-82F8-30A4-0A92DC4352A9}"/>
                    </a:ext>
                  </a:extLst>
                </p14:cNvPr>
                <p14:cNvContentPartPr/>
                <p14:nvPr/>
              </p14:nvContentPartPr>
              <p14:xfrm>
                <a:off x="9466945" y="3846439"/>
                <a:ext cx="360" cy="360"/>
              </p14:xfrm>
            </p:contentPart>
          </mc:Choice>
          <mc:Fallback xmlns=""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9352B03F-8087-82F8-30A4-0A92DC4352A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48945" y="38287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D1F50A61-14C5-EC7F-9141-C1FBAA6F53CE}"/>
                    </a:ext>
                  </a:extLst>
                </p14:cNvPr>
                <p14:cNvContentPartPr/>
                <p14:nvPr/>
              </p14:nvContentPartPr>
              <p14:xfrm>
                <a:off x="9537865" y="3688759"/>
                <a:ext cx="1800" cy="36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D1F50A61-14C5-EC7F-9141-C1FBAA6F53C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520225" y="3670759"/>
                  <a:ext cx="3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1091" name="Ink 1090">
                  <a:extLst>
                    <a:ext uri="{FF2B5EF4-FFF2-40B4-BE49-F238E27FC236}">
                      <a16:creationId xmlns:a16="http://schemas.microsoft.com/office/drawing/2014/main" id="{50FCEE2D-FCA8-96D8-726D-1FC91A5AA6D4}"/>
                    </a:ext>
                  </a:extLst>
                </p14:cNvPr>
                <p14:cNvContentPartPr/>
                <p14:nvPr/>
              </p14:nvContentPartPr>
              <p14:xfrm>
                <a:off x="9860785" y="3460519"/>
                <a:ext cx="360" cy="360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50FCEE2D-FCA8-96D8-726D-1FC91A5AA6D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843145" y="34425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094" name="Ink 1093">
                  <a:extLst>
                    <a:ext uri="{FF2B5EF4-FFF2-40B4-BE49-F238E27FC236}">
                      <a16:creationId xmlns:a16="http://schemas.microsoft.com/office/drawing/2014/main" id="{14BF07BB-A783-DC91-30A8-694D562464C9}"/>
                    </a:ext>
                  </a:extLst>
                </p14:cNvPr>
                <p14:cNvContentPartPr/>
                <p14:nvPr/>
              </p14:nvContentPartPr>
              <p14:xfrm>
                <a:off x="9088585" y="3420919"/>
                <a:ext cx="360" cy="360"/>
              </p14:xfrm>
            </p:contentPart>
          </mc:Choice>
          <mc:Fallback xmlns="">
            <p:pic>
              <p:nvPicPr>
                <p:cNvPr id="1094" name="Ink 1093">
                  <a:extLst>
                    <a:ext uri="{FF2B5EF4-FFF2-40B4-BE49-F238E27FC236}">
                      <a16:creationId xmlns:a16="http://schemas.microsoft.com/office/drawing/2014/main" id="{14BF07BB-A783-DC91-30A8-694D562464C9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070585" y="34029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1095" name="Ink 1094">
                  <a:extLst>
                    <a:ext uri="{FF2B5EF4-FFF2-40B4-BE49-F238E27FC236}">
                      <a16:creationId xmlns:a16="http://schemas.microsoft.com/office/drawing/2014/main" id="{6BA733CF-F72F-F649-E219-9A6281C8D5E7}"/>
                    </a:ext>
                  </a:extLst>
                </p14:cNvPr>
                <p14:cNvContentPartPr/>
                <p14:nvPr/>
              </p14:nvContentPartPr>
              <p14:xfrm>
                <a:off x="8473705" y="3869839"/>
                <a:ext cx="360" cy="360"/>
              </p14:xfrm>
            </p:contentPart>
          </mc:Choice>
          <mc:Fallback xmlns=""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6BA733CF-F72F-F649-E219-9A6281C8D5E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55705" y="38521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97" name="Ink 1096">
                  <a:extLst>
                    <a:ext uri="{FF2B5EF4-FFF2-40B4-BE49-F238E27FC236}">
                      <a16:creationId xmlns:a16="http://schemas.microsoft.com/office/drawing/2014/main" id="{AE65D1DD-8E4F-115C-3967-9D7888DF2B83}"/>
                    </a:ext>
                  </a:extLst>
                </p14:cNvPr>
                <p14:cNvContentPartPr/>
                <p14:nvPr/>
              </p14:nvContentPartPr>
              <p14:xfrm>
                <a:off x="7527625" y="4350799"/>
                <a:ext cx="360" cy="360"/>
              </p14:xfrm>
            </p:contentPart>
          </mc:Choice>
          <mc:Fallback xmlns=""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AE65D1DD-8E4F-115C-3967-9D7888DF2B8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509985" y="43327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1109" name="Ink 1108">
                  <a:extLst>
                    <a:ext uri="{FF2B5EF4-FFF2-40B4-BE49-F238E27FC236}">
                      <a16:creationId xmlns:a16="http://schemas.microsoft.com/office/drawing/2014/main" id="{2FF2CD3E-EF3A-E6B1-A107-D6FB15465DFE}"/>
                    </a:ext>
                  </a:extLst>
                </p14:cNvPr>
                <p14:cNvContentPartPr/>
                <p14:nvPr/>
              </p14:nvContentPartPr>
              <p14:xfrm>
                <a:off x="9277585" y="3767599"/>
                <a:ext cx="360" cy="1800"/>
              </p14:xfrm>
            </p:contentPart>
          </mc:Choice>
          <mc:Fallback xmlns="">
            <p:pic>
              <p:nvPicPr>
                <p:cNvPr id="1109" name="Ink 1108">
                  <a:extLst>
                    <a:ext uri="{FF2B5EF4-FFF2-40B4-BE49-F238E27FC236}">
                      <a16:creationId xmlns:a16="http://schemas.microsoft.com/office/drawing/2014/main" id="{2FF2CD3E-EF3A-E6B1-A107-D6FB15465DF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259945" y="3749599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111" name="Ink 1110">
                <a:extLst>
                  <a:ext uri="{FF2B5EF4-FFF2-40B4-BE49-F238E27FC236}">
                    <a16:creationId xmlns:a16="http://schemas.microsoft.com/office/drawing/2014/main" id="{C920349D-8390-387B-7E8B-F8AA5DBE8632}"/>
                  </a:ext>
                </a:extLst>
              </p14:cNvPr>
              <p14:cNvContentPartPr/>
              <p14:nvPr/>
            </p14:nvContentPartPr>
            <p14:xfrm>
              <a:off x="10010905" y="3357559"/>
              <a:ext cx="360" cy="360"/>
            </p14:xfrm>
          </p:contentPart>
        </mc:Choice>
        <mc:Fallback xmlns="">
          <p:pic>
            <p:nvPicPr>
              <p:cNvPr id="1111" name="Ink 1110">
                <a:extLst>
                  <a:ext uri="{FF2B5EF4-FFF2-40B4-BE49-F238E27FC236}">
                    <a16:creationId xmlns:a16="http://schemas.microsoft.com/office/drawing/2014/main" id="{C920349D-8390-387B-7E8B-F8AA5DBE8632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993265" y="333991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3">
            <p14:nvContentPartPr>
              <p14:cNvPr id="1112" name="Ink 1111">
                <a:extLst>
                  <a:ext uri="{FF2B5EF4-FFF2-40B4-BE49-F238E27FC236}">
                    <a16:creationId xmlns:a16="http://schemas.microsoft.com/office/drawing/2014/main" id="{B7F565C3-53C9-468F-100E-E0076B9F42A3}"/>
                  </a:ext>
                </a:extLst>
              </p14:cNvPr>
              <p14:cNvContentPartPr/>
              <p14:nvPr/>
            </p14:nvContentPartPr>
            <p14:xfrm>
              <a:off x="9624265" y="3097639"/>
              <a:ext cx="360" cy="360"/>
            </p14:xfrm>
          </p:contentPart>
        </mc:Choice>
        <mc:Fallback xmlns="">
          <p:pic>
            <p:nvPicPr>
              <p:cNvPr id="1112" name="Ink 1111">
                <a:extLst>
                  <a:ext uri="{FF2B5EF4-FFF2-40B4-BE49-F238E27FC236}">
                    <a16:creationId xmlns:a16="http://schemas.microsoft.com/office/drawing/2014/main" id="{B7F565C3-53C9-468F-100E-E0076B9F42A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606625" y="3079639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113" name="TextBox 1112">
            <a:extLst>
              <a:ext uri="{FF2B5EF4-FFF2-40B4-BE49-F238E27FC236}">
                <a16:creationId xmlns:a16="http://schemas.microsoft.com/office/drawing/2014/main" id="{4BABDA68-84E4-A580-E84C-59E7CBE89C74}"/>
              </a:ext>
            </a:extLst>
          </p:cNvPr>
          <p:cNvSpPr txBox="1"/>
          <p:nvPr/>
        </p:nvSpPr>
        <p:spPr>
          <a:xfrm>
            <a:off x="6232370" y="241222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$100k</a:t>
            </a:r>
          </a:p>
        </p:txBody>
      </p:sp>
      <p:sp>
        <p:nvSpPr>
          <p:cNvPr id="1114" name="TextBox 1113">
            <a:extLst>
              <a:ext uri="{FF2B5EF4-FFF2-40B4-BE49-F238E27FC236}">
                <a16:creationId xmlns:a16="http://schemas.microsoft.com/office/drawing/2014/main" id="{1801C609-8821-62BC-FD69-29BC12737864}"/>
              </a:ext>
            </a:extLst>
          </p:cNvPr>
          <p:cNvSpPr txBox="1"/>
          <p:nvPr/>
        </p:nvSpPr>
        <p:spPr>
          <a:xfrm>
            <a:off x="6351977" y="470109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$10k</a:t>
            </a:r>
          </a:p>
        </p:txBody>
      </p:sp>
      <p:sp>
        <p:nvSpPr>
          <p:cNvPr id="1116" name="TextBox 1115">
            <a:extLst>
              <a:ext uri="{FF2B5EF4-FFF2-40B4-BE49-F238E27FC236}">
                <a16:creationId xmlns:a16="http://schemas.microsoft.com/office/drawing/2014/main" id="{CA8C47B8-5529-E443-9AA2-510777A9D45F}"/>
              </a:ext>
            </a:extLst>
          </p:cNvPr>
          <p:cNvSpPr txBox="1"/>
          <p:nvPr/>
        </p:nvSpPr>
        <p:spPr>
          <a:xfrm>
            <a:off x="6306505" y="3516295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$50k</a:t>
            </a:r>
          </a:p>
        </p:txBody>
      </p:sp>
      <p:sp>
        <p:nvSpPr>
          <p:cNvPr id="1119" name="TextBox 1118">
            <a:extLst>
              <a:ext uri="{FF2B5EF4-FFF2-40B4-BE49-F238E27FC236}">
                <a16:creationId xmlns:a16="http://schemas.microsoft.com/office/drawing/2014/main" id="{1C24566E-46E2-009C-2130-08451C9DCA9D}"/>
              </a:ext>
            </a:extLst>
          </p:cNvPr>
          <p:cNvSpPr txBox="1"/>
          <p:nvPr/>
        </p:nvSpPr>
        <p:spPr>
          <a:xfrm>
            <a:off x="7266377" y="5610813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</a:t>
            </a:r>
          </a:p>
        </p:txBody>
      </p:sp>
      <p:sp>
        <p:nvSpPr>
          <p:cNvPr id="1121" name="TextBox 1120">
            <a:extLst>
              <a:ext uri="{FF2B5EF4-FFF2-40B4-BE49-F238E27FC236}">
                <a16:creationId xmlns:a16="http://schemas.microsoft.com/office/drawing/2014/main" id="{E3175BA4-86CD-642D-43A5-05E60ECD8206}"/>
              </a:ext>
            </a:extLst>
          </p:cNvPr>
          <p:cNvSpPr txBox="1"/>
          <p:nvPr/>
        </p:nvSpPr>
        <p:spPr>
          <a:xfrm>
            <a:off x="8433286" y="559606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500</a:t>
            </a:r>
          </a:p>
        </p:txBody>
      </p:sp>
      <p:sp>
        <p:nvSpPr>
          <p:cNvPr id="1122" name="TextBox 1121">
            <a:extLst>
              <a:ext uri="{FF2B5EF4-FFF2-40B4-BE49-F238E27FC236}">
                <a16:creationId xmlns:a16="http://schemas.microsoft.com/office/drawing/2014/main" id="{182364A8-CC7C-0EAA-9A65-4806026066C4}"/>
              </a:ext>
            </a:extLst>
          </p:cNvPr>
          <p:cNvSpPr txBox="1"/>
          <p:nvPr/>
        </p:nvSpPr>
        <p:spPr>
          <a:xfrm>
            <a:off x="9916225" y="562525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1000</a:t>
            </a:r>
          </a:p>
        </p:txBody>
      </p:sp>
      <p:sp>
        <p:nvSpPr>
          <p:cNvPr id="1123" name="TextBox 1122">
            <a:extLst>
              <a:ext uri="{FF2B5EF4-FFF2-40B4-BE49-F238E27FC236}">
                <a16:creationId xmlns:a16="http://schemas.microsoft.com/office/drawing/2014/main" id="{E0FF9472-903B-F294-9840-59E22E464EF0}"/>
              </a:ext>
            </a:extLst>
          </p:cNvPr>
          <p:cNvSpPr txBox="1"/>
          <p:nvPr/>
        </p:nvSpPr>
        <p:spPr>
          <a:xfrm>
            <a:off x="5486653" y="2999409"/>
            <a:ext cx="979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Y-House Price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BB0BA70D-60BF-4339-2958-3033B1872064}"/>
              </a:ext>
            </a:extLst>
          </p:cNvPr>
          <p:cNvSpPr txBox="1"/>
          <p:nvPr/>
        </p:nvSpPr>
        <p:spPr>
          <a:xfrm>
            <a:off x="7763437" y="6046098"/>
            <a:ext cx="2688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 - Carpet area in sq.ft.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A3547E-5044-81D9-6DA9-CB4AAEA746B0}"/>
                  </a:ext>
                </a:extLst>
              </p14:cNvPr>
              <p14:cNvContentPartPr/>
              <p14:nvPr/>
            </p14:nvContentPartPr>
            <p14:xfrm>
              <a:off x="541080" y="77040"/>
              <a:ext cx="10160280" cy="5447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A3547E-5044-81D9-6DA9-CB4AAEA746B0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31720" y="67680"/>
                <a:ext cx="10179000" cy="546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91868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What is linear regression?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4FDA-5AC6-4FA2-D6A0-4675A20D6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526290"/>
          </a:xfrm>
        </p:spPr>
        <p:txBody>
          <a:bodyPr>
            <a:normAutofit/>
          </a:bodyPr>
          <a:lstStyle/>
          <a:p>
            <a:r>
              <a:rPr lang="en-IN" sz="2400" dirty="0"/>
              <a:t>It is supervised learning algorithm – Labelled data points are needed to train a model</a:t>
            </a:r>
          </a:p>
          <a:p>
            <a:r>
              <a:rPr lang="en-IN" sz="2400" dirty="0"/>
              <a:t>Linear – It can learn linear relationship between input variable (features) and output variable</a:t>
            </a:r>
          </a:p>
          <a:p>
            <a:r>
              <a:rPr lang="en-IN" sz="2400" dirty="0"/>
              <a:t>Regression – It predicts continuous numerical values as output</a:t>
            </a:r>
          </a:p>
          <a:p>
            <a:endParaRPr lang="en-IN" sz="2400" dirty="0"/>
          </a:p>
          <a:p>
            <a:pPr marL="0" indent="0">
              <a:buNone/>
            </a:pPr>
            <a:r>
              <a:rPr lang="en-IN" sz="2400" dirty="0"/>
              <a:t>Example: Predict price of house based on carpet area in </a:t>
            </a:r>
            <a:r>
              <a:rPr lang="en-IN" sz="2400" dirty="0" err="1"/>
              <a:t>sqft</a:t>
            </a:r>
            <a:endParaRPr lang="en-IN" sz="2400" dirty="0"/>
          </a:p>
          <a:p>
            <a:endParaRPr lang="en-IN" sz="2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E97438A-FEA6-D590-438C-D69D3FEE0686}"/>
                  </a:ext>
                </a:extLst>
              </p14:cNvPr>
              <p14:cNvContentPartPr/>
              <p14:nvPr/>
            </p14:nvContentPartPr>
            <p14:xfrm>
              <a:off x="1280160" y="373680"/>
              <a:ext cx="9993600" cy="24350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E97438A-FEA6-D590-438C-D69D3FEE068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70800" y="364320"/>
                <a:ext cx="10012320" cy="245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148628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D9462F-A306-4538-B895-A3203CB6D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FBE4916-C1C3-6A6E-4DE6-11A9A893A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78E290-7FD1-13C5-A208-CC07613E4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What is linear regression?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C1B2568-360D-0243-2BD6-396A54254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039" y="2276475"/>
            <a:ext cx="8111922" cy="367050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1437CE3-7E75-B8C7-B1DC-38C3D941A7CE}"/>
                  </a:ext>
                </a:extLst>
              </p14:cNvPr>
              <p14:cNvContentPartPr/>
              <p14:nvPr/>
            </p14:nvContentPartPr>
            <p14:xfrm>
              <a:off x="8369280" y="3938400"/>
              <a:ext cx="1061280" cy="4478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1437CE3-7E75-B8C7-B1DC-38C3D941A7C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59920" y="3929040"/>
                <a:ext cx="1080000" cy="466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00005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What is linear regression?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4FDA-5AC6-4FA2-D6A0-4675A20D6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55813"/>
                <a:ext cx="5476585" cy="4526290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IN" sz="2000" dirty="0"/>
                  <a:t>Linear regression with single feature and single output value is called as simple linear regression</a:t>
                </a:r>
              </a:p>
              <a:p>
                <a:pPr marL="0" indent="0" algn="just">
                  <a:buNone/>
                </a:pPr>
                <a:endParaRPr lang="en-IN" sz="2000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000" i="0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2000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2000" i="0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sz="20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2000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sz="20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IN" sz="2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000" b="0" i="0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IN" sz="2000" i="1" dirty="0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IN" sz="200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N" sz="2000" dirty="0"/>
              </a:p>
              <a:p>
                <a:pPr marL="0" indent="0" algn="just">
                  <a:buNone/>
                </a:pPr>
                <a:r>
                  <a:rPr lang="en-US" sz="1400" b="0" i="0" dirty="0">
                    <a:solidFill>
                      <a:srgbClr val="202122"/>
                    </a:solidFill>
                    <a:effectLst/>
                    <a:latin typeface="Arial" panose="020B0604020202020204" pitchFamily="34" charset="0"/>
                  </a:rPr>
                  <a:t>     </a:t>
                </a:r>
                <a:r>
                  <a:rPr lang="en-US" sz="2000" dirty="0"/>
                  <a:t>for each observation i = 1, ... , n.</a:t>
                </a:r>
                <a:endParaRPr lang="en-IN" sz="2000" dirty="0"/>
              </a:p>
              <a:p>
                <a:pPr marL="0" indent="0" algn="just">
                  <a:buNone/>
                </a:pPr>
                <a:endParaRPr lang="en-IN" sz="2000" dirty="0"/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 is vector of response variable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 is vector of independent variable (feature)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2000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IN" sz="2000" dirty="0"/>
                  <a:t> is Y intercept 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2000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000" dirty="0"/>
                  <a:t> is slope of line </a:t>
                </a:r>
              </a:p>
              <a:p>
                <a:pPr algn="just"/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000" dirty="0"/>
                  <a:t> is error term which represents random error created by any factors contributing to value of Y which is not represented by X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4FDA-5AC6-4FA2-D6A0-4675A20D6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55813"/>
                <a:ext cx="5476585" cy="4526290"/>
              </a:xfrm>
              <a:blipFill>
                <a:blip r:embed="rId2"/>
                <a:stretch>
                  <a:fillRect l="-1002" t="-1884" r="-1114" b="-53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8FBF055-D623-1A64-F22F-46A9B6F43BEF}"/>
                  </a:ext>
                </a:extLst>
              </p14:cNvPr>
              <p14:cNvContentPartPr/>
              <p14:nvPr/>
            </p14:nvContentPartPr>
            <p14:xfrm>
              <a:off x="6944425" y="5582359"/>
              <a:ext cx="357300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8FBF055-D623-1A64-F22F-46A9B6F43BE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26425" y="5564359"/>
                <a:ext cx="3608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705A6621-694A-8B21-5A81-7B77FD9183A9}"/>
                  </a:ext>
                </a:extLst>
              </p14:cNvPr>
              <p14:cNvContentPartPr/>
              <p14:nvPr/>
            </p14:nvContentPartPr>
            <p14:xfrm>
              <a:off x="6942985" y="2407519"/>
              <a:ext cx="360" cy="3149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705A6621-694A-8B21-5A81-7B77FD9183A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24985" y="2389519"/>
                <a:ext cx="36000" cy="31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3F84331C-B681-FEB1-4464-61AE66FD8A80}"/>
                  </a:ext>
                </a:extLst>
              </p14:cNvPr>
              <p14:cNvContentPartPr/>
              <p14:nvPr/>
            </p14:nvContentPartPr>
            <p14:xfrm>
              <a:off x="6446905" y="2897119"/>
              <a:ext cx="4005000" cy="2312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3F84331C-B681-FEB1-4464-61AE66FD8A8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28903" y="2879122"/>
                <a:ext cx="4040643" cy="2347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48A44C5-703C-DF25-685F-46A4688795C8}"/>
                  </a:ext>
                </a:extLst>
              </p14:cNvPr>
              <p14:cNvContentPartPr/>
              <p14:nvPr/>
            </p14:nvContentPartPr>
            <p14:xfrm>
              <a:off x="10065985" y="3269719"/>
              <a:ext cx="3600" cy="18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48A44C5-703C-DF25-685F-46A4688795C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0045985" y="3251719"/>
                <a:ext cx="4320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EBCEB3D-059F-1F7A-6B58-E2CB05407120}"/>
                  </a:ext>
                </a:extLst>
              </p14:cNvPr>
              <p14:cNvContentPartPr/>
              <p14:nvPr/>
            </p14:nvContentPartPr>
            <p14:xfrm>
              <a:off x="10373425" y="3073879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EBCEB3D-059F-1F7A-6B58-E2CB0540712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355425" y="305587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3E5A0758-F0B1-3460-4F1F-8B8E6D8CE8FA}"/>
                  </a:ext>
                </a:extLst>
              </p14:cNvPr>
              <p14:cNvContentPartPr/>
              <p14:nvPr/>
            </p14:nvContentPartPr>
            <p14:xfrm>
              <a:off x="10081825" y="2971279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3E5A0758-F0B1-3460-4F1F-8B8E6D8CE8F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63825" y="295327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365BF181-133A-4801-FA2D-CDC0219221F9}"/>
                  </a:ext>
                </a:extLst>
              </p14:cNvPr>
              <p14:cNvContentPartPr/>
              <p14:nvPr/>
            </p14:nvContentPartPr>
            <p14:xfrm>
              <a:off x="9782305" y="3073879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365BF181-133A-4801-FA2D-CDC0219221F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764305" y="305587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B19B83FB-80B4-0C0F-1DFD-FF3A01388B1D}"/>
                  </a:ext>
                </a:extLst>
              </p14:cNvPr>
              <p14:cNvContentPartPr/>
              <p14:nvPr/>
            </p14:nvContentPartPr>
            <p14:xfrm>
              <a:off x="9624265" y="3247399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B19B83FB-80B4-0C0F-1DFD-FF3A01388B1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06265" y="322939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CE4F6E6-5D0E-6138-7911-808D3C79574A}"/>
                  </a:ext>
                </a:extLst>
              </p14:cNvPr>
              <p14:cNvContentPartPr/>
              <p14:nvPr/>
            </p14:nvContentPartPr>
            <p14:xfrm>
              <a:off x="9372265" y="3279079"/>
              <a:ext cx="1800" cy="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CE4F6E6-5D0E-6138-7911-808D3C79574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54265" y="3261079"/>
                <a:ext cx="37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092" name="Ink 1091">
                <a:extLst>
                  <a:ext uri="{FF2B5EF4-FFF2-40B4-BE49-F238E27FC236}">
                    <a16:creationId xmlns:a16="http://schemas.microsoft.com/office/drawing/2014/main" id="{A9A63E89-885C-5698-F364-B6F648521B5C}"/>
                  </a:ext>
                </a:extLst>
              </p14:cNvPr>
              <p14:cNvContentPartPr/>
              <p14:nvPr/>
            </p14:nvContentPartPr>
            <p14:xfrm>
              <a:off x="10239145" y="3121039"/>
              <a:ext cx="360" cy="360"/>
            </p14:xfrm>
          </p:contentPart>
        </mc:Choice>
        <mc:Fallback xmlns="">
          <p:pic>
            <p:nvPicPr>
              <p:cNvPr id="1092" name="Ink 1091">
                <a:extLst>
                  <a:ext uri="{FF2B5EF4-FFF2-40B4-BE49-F238E27FC236}">
                    <a16:creationId xmlns:a16="http://schemas.microsoft.com/office/drawing/2014/main" id="{A9A63E89-885C-5698-F364-B6F648521B5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221145" y="310303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3E5CFEA-23EC-9CA4-4731-D745E21639B8}"/>
                  </a:ext>
                </a:extLst>
              </p14:cNvPr>
              <p14:cNvContentPartPr/>
              <p14:nvPr/>
            </p14:nvContentPartPr>
            <p14:xfrm>
              <a:off x="7094185" y="4681999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3E5CFEA-23EC-9CA4-4731-D745E21639B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6185" y="466399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84D26016-00ED-B398-B401-B30976FB91D0}"/>
                  </a:ext>
                </a:extLst>
              </p14:cNvPr>
              <p14:cNvContentPartPr/>
              <p14:nvPr/>
            </p14:nvContentPartPr>
            <p14:xfrm>
              <a:off x="7267705" y="4926439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84D26016-00ED-B398-B401-B30976FB91D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49705" y="490843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B005C56-181A-CE10-C79C-A89F6599BE83}"/>
                  </a:ext>
                </a:extLst>
              </p14:cNvPr>
              <p14:cNvContentPartPr/>
              <p14:nvPr/>
            </p14:nvContentPartPr>
            <p14:xfrm>
              <a:off x="7425385" y="4791079"/>
              <a:ext cx="360" cy="180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B005C56-181A-CE10-C79C-A89F6599BE83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407385" y="4768579"/>
                <a:ext cx="36000" cy="46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92C8C09-EEED-9EC4-47EF-B97E52A4A546}"/>
                  </a:ext>
                </a:extLst>
              </p14:cNvPr>
              <p14:cNvContentPartPr/>
              <p14:nvPr/>
            </p14:nvContentPartPr>
            <p14:xfrm>
              <a:off x="7732465" y="4642759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92C8C09-EEED-9EC4-47EF-B97E52A4A54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14465" y="462475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DBB74C5-4559-3D54-53AE-72CC87997D9E}"/>
                  </a:ext>
                </a:extLst>
              </p14:cNvPr>
              <p14:cNvContentPartPr/>
              <p14:nvPr/>
            </p14:nvContentPartPr>
            <p14:xfrm>
              <a:off x="7921825" y="4548079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DBB74C5-4559-3D54-53AE-72CC87997D9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03825" y="453007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879D865-88A1-1646-BFD3-14F6484BCA12}"/>
                  </a:ext>
                </a:extLst>
              </p14:cNvPr>
              <p14:cNvContentPartPr/>
              <p14:nvPr/>
            </p14:nvContentPartPr>
            <p14:xfrm>
              <a:off x="7291105" y="4453759"/>
              <a:ext cx="36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879D865-88A1-1646-BFD3-14F6484BCA1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73105" y="443575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C45D573-7728-FA42-E833-72CA4368AE1A}"/>
                  </a:ext>
                </a:extLst>
              </p14:cNvPr>
              <p14:cNvContentPartPr/>
              <p14:nvPr/>
            </p14:nvContentPartPr>
            <p14:xfrm>
              <a:off x="7480465" y="4532239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C45D573-7728-FA42-E833-72CA4368AE1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62465" y="451423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54CAD0F1-8EEF-A1C2-D63A-8DD29BDEE45F}"/>
                  </a:ext>
                </a:extLst>
              </p14:cNvPr>
              <p14:cNvContentPartPr/>
              <p14:nvPr/>
            </p14:nvContentPartPr>
            <p14:xfrm>
              <a:off x="8134585" y="4516399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54CAD0F1-8EEF-A1C2-D63A-8DD29BDEE45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116585" y="449839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099" name="Ink 1098">
                <a:extLst>
                  <a:ext uri="{FF2B5EF4-FFF2-40B4-BE49-F238E27FC236}">
                    <a16:creationId xmlns:a16="http://schemas.microsoft.com/office/drawing/2014/main" id="{67D13A8A-4CE3-330E-0CD8-1DC333CBEE98}"/>
                  </a:ext>
                </a:extLst>
              </p14:cNvPr>
              <p14:cNvContentPartPr/>
              <p14:nvPr/>
            </p14:nvContentPartPr>
            <p14:xfrm>
              <a:off x="7614385" y="4721239"/>
              <a:ext cx="360" cy="360"/>
            </p14:xfrm>
          </p:contentPart>
        </mc:Choice>
        <mc:Fallback xmlns="">
          <p:pic>
            <p:nvPicPr>
              <p:cNvPr id="1099" name="Ink 1098">
                <a:extLst>
                  <a:ext uri="{FF2B5EF4-FFF2-40B4-BE49-F238E27FC236}">
                    <a16:creationId xmlns:a16="http://schemas.microsoft.com/office/drawing/2014/main" id="{67D13A8A-4CE3-330E-0CD8-1DC333CBEE9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96385" y="470323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1100" name="Ink 1099">
                <a:extLst>
                  <a:ext uri="{FF2B5EF4-FFF2-40B4-BE49-F238E27FC236}">
                    <a16:creationId xmlns:a16="http://schemas.microsoft.com/office/drawing/2014/main" id="{AC43F2FD-7595-BC5B-191B-B248D02D0280}"/>
                  </a:ext>
                </a:extLst>
              </p14:cNvPr>
              <p14:cNvContentPartPr/>
              <p14:nvPr/>
            </p14:nvContentPartPr>
            <p14:xfrm>
              <a:off x="7614385" y="4855519"/>
              <a:ext cx="360" cy="360"/>
            </p14:xfrm>
          </p:contentPart>
        </mc:Choice>
        <mc:Fallback xmlns="">
          <p:pic>
            <p:nvPicPr>
              <p:cNvPr id="1100" name="Ink 1099">
                <a:extLst>
                  <a:ext uri="{FF2B5EF4-FFF2-40B4-BE49-F238E27FC236}">
                    <a16:creationId xmlns:a16="http://schemas.microsoft.com/office/drawing/2014/main" id="{AC43F2FD-7595-BC5B-191B-B248D02D028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96385" y="4837519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05" name="Group 1104">
            <a:extLst>
              <a:ext uri="{FF2B5EF4-FFF2-40B4-BE49-F238E27FC236}">
                <a16:creationId xmlns:a16="http://schemas.microsoft.com/office/drawing/2014/main" id="{5FD673D9-627B-E19F-021C-6173FF46EB72}"/>
              </a:ext>
            </a:extLst>
          </p:cNvPr>
          <p:cNvGrpSpPr/>
          <p:nvPr/>
        </p:nvGrpSpPr>
        <p:grpSpPr>
          <a:xfrm>
            <a:off x="7125865" y="5012839"/>
            <a:ext cx="142200" cy="71640"/>
            <a:chOff x="7125865" y="5012839"/>
            <a:chExt cx="142200" cy="71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102" name="Ink 1101">
                  <a:extLst>
                    <a:ext uri="{FF2B5EF4-FFF2-40B4-BE49-F238E27FC236}">
                      <a16:creationId xmlns:a16="http://schemas.microsoft.com/office/drawing/2014/main" id="{9F4633D2-509E-8268-5D75-E4FE0740AFE8}"/>
                    </a:ext>
                  </a:extLst>
                </p14:cNvPr>
                <p14:cNvContentPartPr/>
                <p14:nvPr/>
              </p14:nvContentPartPr>
              <p14:xfrm>
                <a:off x="7267705" y="5084119"/>
                <a:ext cx="360" cy="360"/>
              </p14:xfrm>
            </p:contentPart>
          </mc:Choice>
          <mc:Fallback xmlns="">
            <p:pic>
              <p:nvPicPr>
                <p:cNvPr id="1102" name="Ink 1101">
                  <a:extLst>
                    <a:ext uri="{FF2B5EF4-FFF2-40B4-BE49-F238E27FC236}">
                      <a16:creationId xmlns:a16="http://schemas.microsoft.com/office/drawing/2014/main" id="{9F4633D2-509E-8268-5D75-E4FE0740AFE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249705" y="50661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103" name="Ink 1102">
                  <a:extLst>
                    <a:ext uri="{FF2B5EF4-FFF2-40B4-BE49-F238E27FC236}">
                      <a16:creationId xmlns:a16="http://schemas.microsoft.com/office/drawing/2014/main" id="{74FF0152-498A-A64E-A3E2-E77946F74E88}"/>
                    </a:ext>
                  </a:extLst>
                </p14:cNvPr>
                <p14:cNvContentPartPr/>
                <p14:nvPr/>
              </p14:nvContentPartPr>
              <p14:xfrm>
                <a:off x="7125865" y="5012839"/>
                <a:ext cx="360" cy="360"/>
              </p14:xfrm>
            </p:contentPart>
          </mc:Choice>
          <mc:Fallback xmlns="">
            <p:pic>
              <p:nvPicPr>
                <p:cNvPr id="1103" name="Ink 1102">
                  <a:extLst>
                    <a:ext uri="{FF2B5EF4-FFF2-40B4-BE49-F238E27FC236}">
                      <a16:creationId xmlns:a16="http://schemas.microsoft.com/office/drawing/2014/main" id="{74FF0152-498A-A64E-A3E2-E77946F74E8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107865" y="49948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104" name="Ink 1103">
                <a:extLst>
                  <a:ext uri="{FF2B5EF4-FFF2-40B4-BE49-F238E27FC236}">
                    <a16:creationId xmlns:a16="http://schemas.microsoft.com/office/drawing/2014/main" id="{EB8CFC60-2DB2-693B-67CA-3A8AF18B577E}"/>
                  </a:ext>
                </a:extLst>
              </p14:cNvPr>
              <p14:cNvContentPartPr/>
              <p14:nvPr/>
            </p14:nvContentPartPr>
            <p14:xfrm>
              <a:off x="7283545" y="4579399"/>
              <a:ext cx="360" cy="360"/>
            </p14:xfrm>
          </p:contentPart>
        </mc:Choice>
        <mc:Fallback xmlns="">
          <p:pic>
            <p:nvPicPr>
              <p:cNvPr id="1104" name="Ink 1103">
                <a:extLst>
                  <a:ext uri="{FF2B5EF4-FFF2-40B4-BE49-F238E27FC236}">
                    <a16:creationId xmlns:a16="http://schemas.microsoft.com/office/drawing/2014/main" id="{EB8CFC60-2DB2-693B-67CA-3A8AF18B577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265545" y="456139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1106" name="Ink 1105">
                <a:extLst>
                  <a:ext uri="{FF2B5EF4-FFF2-40B4-BE49-F238E27FC236}">
                    <a16:creationId xmlns:a16="http://schemas.microsoft.com/office/drawing/2014/main" id="{1F677E6E-0943-0454-D65F-9349DE088220}"/>
                  </a:ext>
                </a:extLst>
              </p14:cNvPr>
              <p14:cNvContentPartPr/>
              <p14:nvPr/>
            </p14:nvContentPartPr>
            <p14:xfrm>
              <a:off x="9924145" y="3065959"/>
              <a:ext cx="360" cy="360"/>
            </p14:xfrm>
          </p:contentPart>
        </mc:Choice>
        <mc:Fallback xmlns="">
          <p:pic>
            <p:nvPicPr>
              <p:cNvPr id="1106" name="Ink 1105">
                <a:extLst>
                  <a:ext uri="{FF2B5EF4-FFF2-40B4-BE49-F238E27FC236}">
                    <a16:creationId xmlns:a16="http://schemas.microsoft.com/office/drawing/2014/main" id="{1F677E6E-0943-0454-D65F-9349DE08822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906145" y="304795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107" name="Ink 1106">
                <a:extLst>
                  <a:ext uri="{FF2B5EF4-FFF2-40B4-BE49-F238E27FC236}">
                    <a16:creationId xmlns:a16="http://schemas.microsoft.com/office/drawing/2014/main" id="{63C9E692-6931-DF9E-70D3-35DAA46FC0CC}"/>
                  </a:ext>
                </a:extLst>
              </p14:cNvPr>
              <p14:cNvContentPartPr/>
              <p14:nvPr/>
            </p14:nvContentPartPr>
            <p14:xfrm>
              <a:off x="10215745" y="2892799"/>
              <a:ext cx="360" cy="360"/>
            </p14:xfrm>
          </p:contentPart>
        </mc:Choice>
        <mc:Fallback xmlns="">
          <p:pic>
            <p:nvPicPr>
              <p:cNvPr id="1107" name="Ink 1106">
                <a:extLst>
                  <a:ext uri="{FF2B5EF4-FFF2-40B4-BE49-F238E27FC236}">
                    <a16:creationId xmlns:a16="http://schemas.microsoft.com/office/drawing/2014/main" id="{63C9E692-6931-DF9E-70D3-35DAA46FC0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197745" y="287479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1108" name="Ink 1107">
                <a:extLst>
                  <a:ext uri="{FF2B5EF4-FFF2-40B4-BE49-F238E27FC236}">
                    <a16:creationId xmlns:a16="http://schemas.microsoft.com/office/drawing/2014/main" id="{426C6C17-2A80-3CE8-CAEB-D9811A9FDC99}"/>
                  </a:ext>
                </a:extLst>
              </p14:cNvPr>
              <p14:cNvContentPartPr/>
              <p14:nvPr/>
            </p14:nvContentPartPr>
            <p14:xfrm>
              <a:off x="9522025" y="3302479"/>
              <a:ext cx="360" cy="360"/>
            </p14:xfrm>
          </p:contentPart>
        </mc:Choice>
        <mc:Fallback xmlns="">
          <p:pic>
            <p:nvPicPr>
              <p:cNvPr id="1108" name="Ink 1107">
                <a:extLst>
                  <a:ext uri="{FF2B5EF4-FFF2-40B4-BE49-F238E27FC236}">
                    <a16:creationId xmlns:a16="http://schemas.microsoft.com/office/drawing/2014/main" id="{426C6C17-2A80-3CE8-CAEB-D9811A9FDC9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04025" y="3284479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10" name="Group 1109">
            <a:extLst>
              <a:ext uri="{FF2B5EF4-FFF2-40B4-BE49-F238E27FC236}">
                <a16:creationId xmlns:a16="http://schemas.microsoft.com/office/drawing/2014/main" id="{0000DB1C-4672-747B-7F5A-DE1E3D4BFF92}"/>
              </a:ext>
            </a:extLst>
          </p:cNvPr>
          <p:cNvGrpSpPr/>
          <p:nvPr/>
        </p:nvGrpSpPr>
        <p:grpSpPr>
          <a:xfrm>
            <a:off x="7527625" y="3420919"/>
            <a:ext cx="2333520" cy="930240"/>
            <a:chOff x="7527625" y="3420919"/>
            <a:chExt cx="2333520" cy="93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AFF4DA1-CB6E-2953-C33B-9D10285C1878}"/>
                    </a:ext>
                  </a:extLst>
                </p14:cNvPr>
                <p14:cNvContentPartPr/>
                <p14:nvPr/>
              </p14:nvContentPartPr>
              <p14:xfrm>
                <a:off x="8954305" y="3917359"/>
                <a:ext cx="36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AFF4DA1-CB6E-2953-C33B-9D10285C187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36305" y="38993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10A796B-F279-DA6B-301E-2BDAC9AC1A8F}"/>
                    </a:ext>
                  </a:extLst>
                </p14:cNvPr>
                <p14:cNvContentPartPr/>
                <p14:nvPr/>
              </p14:nvContentPartPr>
              <p14:xfrm>
                <a:off x="9372265" y="3672919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10A796B-F279-DA6B-301E-2BDAC9AC1A8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354265" y="36549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33BA441-CDAC-684C-D113-F587218F10EF}"/>
                    </a:ext>
                  </a:extLst>
                </p14:cNvPr>
                <p14:cNvContentPartPr/>
                <p14:nvPr/>
              </p14:nvContentPartPr>
              <p14:xfrm>
                <a:off x="9703465" y="3475999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33BA441-CDAC-684C-D113-F587218F10E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685465" y="34579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00E4B5E-FBF9-F1EE-7F3D-4FB6370ECC7E}"/>
                    </a:ext>
                  </a:extLst>
                </p14:cNvPr>
                <p14:cNvContentPartPr/>
                <p14:nvPr/>
              </p14:nvContentPartPr>
              <p14:xfrm>
                <a:off x="9245905" y="3483919"/>
                <a:ext cx="360" cy="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00E4B5E-FBF9-F1EE-7F3D-4FB6370ECC7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227905" y="34659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E34E503-EDE7-BF2B-D3A5-9F440BC53595}"/>
                    </a:ext>
                  </a:extLst>
                </p14:cNvPr>
                <p14:cNvContentPartPr/>
                <p14:nvPr/>
              </p14:nvContentPartPr>
              <p14:xfrm>
                <a:off x="9056905" y="3578239"/>
                <a:ext cx="360" cy="3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E34E503-EDE7-BF2B-D3A5-9F440BC5359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38905" y="35602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18767E8-84D6-DDBC-E530-6974AE1792A1}"/>
                    </a:ext>
                  </a:extLst>
                </p14:cNvPr>
                <p14:cNvContentPartPr/>
                <p14:nvPr/>
              </p14:nvContentPartPr>
              <p14:xfrm>
                <a:off x="8425105" y="3759679"/>
                <a:ext cx="1800" cy="3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18767E8-84D6-DDBC-E530-6974AE1792A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07105" y="3741679"/>
                  <a:ext cx="3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DD55233-C6B3-FFA6-B9E6-1A8709A70E1D}"/>
                    </a:ext>
                  </a:extLst>
                </p14:cNvPr>
                <p14:cNvContentPartPr/>
                <p14:nvPr/>
              </p14:nvContentPartPr>
              <p14:xfrm>
                <a:off x="8308105" y="3933199"/>
                <a:ext cx="360" cy="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DD55233-C6B3-FFA6-B9E6-1A8709A70E1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90105" y="39151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E5DA030-0521-D2D2-DE8F-888538CB24E2}"/>
                    </a:ext>
                  </a:extLst>
                </p14:cNvPr>
                <p14:cNvContentPartPr/>
                <p14:nvPr/>
              </p14:nvContentPartPr>
              <p14:xfrm>
                <a:off x="8623465" y="3814759"/>
                <a:ext cx="36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E5DA030-0521-D2D2-DE8F-888538CB24E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05465" y="37967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7755752-4D6F-534E-26C7-C5E54BF5EB8C}"/>
                    </a:ext>
                  </a:extLst>
                </p14:cNvPr>
                <p14:cNvContentPartPr/>
                <p14:nvPr/>
              </p14:nvContentPartPr>
              <p14:xfrm>
                <a:off x="8749465" y="3688759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7755752-4D6F-534E-26C7-C5E54BF5EB8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31465" y="36707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2D0F64C-0C33-7902-68E9-80140B317E5E}"/>
                    </a:ext>
                  </a:extLst>
                </p14:cNvPr>
                <p14:cNvContentPartPr/>
                <p14:nvPr/>
              </p14:nvContentPartPr>
              <p14:xfrm>
                <a:off x="8063665" y="3909439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2D0F64C-0C33-7902-68E9-80140B317E5E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45665" y="38914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6349F49-FAAF-3E97-422F-99245021B9C3}"/>
                    </a:ext>
                  </a:extLst>
                </p14:cNvPr>
                <p14:cNvContentPartPr/>
                <p14:nvPr/>
              </p14:nvContentPartPr>
              <p14:xfrm>
                <a:off x="8331865" y="4327399"/>
                <a:ext cx="360" cy="3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6349F49-FAAF-3E97-422F-99245021B9C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13865" y="43093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C4E88C9-C4C6-8F13-3283-4206F4411FCF}"/>
                    </a:ext>
                  </a:extLst>
                </p14:cNvPr>
                <p14:cNvContentPartPr/>
                <p14:nvPr/>
              </p14:nvContentPartPr>
              <p14:xfrm>
                <a:off x="8686465" y="4136959"/>
                <a:ext cx="1800" cy="1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C4E88C9-C4C6-8F13-3283-4206F4411FCF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668465" y="4118959"/>
                  <a:ext cx="37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C70D480-67B5-9BE4-965D-79BDDEBB8EF6}"/>
                    </a:ext>
                  </a:extLst>
                </p14:cNvPr>
                <p14:cNvContentPartPr/>
                <p14:nvPr/>
              </p14:nvContentPartPr>
              <p14:xfrm>
                <a:off x="7622305" y="4185559"/>
                <a:ext cx="299880" cy="87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C70D480-67B5-9BE4-965D-79BDDEBB8EF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604305" y="4167559"/>
                  <a:ext cx="33552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97DCB0E-C482-6592-922C-7772DB70475F}"/>
                    </a:ext>
                  </a:extLst>
                </p14:cNvPr>
                <p14:cNvContentPartPr/>
                <p14:nvPr/>
              </p14:nvContentPartPr>
              <p14:xfrm>
                <a:off x="7779625" y="4295719"/>
                <a:ext cx="180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97DCB0E-C482-6592-922C-7772DB70475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761625" y="4277719"/>
                  <a:ext cx="374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1B026B18-C5AD-09B6-3CCE-ECF0EBF55848}"/>
                    </a:ext>
                  </a:extLst>
                </p14:cNvPr>
                <p14:cNvContentPartPr/>
                <p14:nvPr/>
              </p14:nvContentPartPr>
              <p14:xfrm>
                <a:off x="8512945" y="4193119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1B026B18-C5AD-09B6-3CCE-ECF0EBF5584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94945" y="41751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8F2F09C-7B72-915B-F0A9-BAA31F06BFA4}"/>
                    </a:ext>
                  </a:extLst>
                </p14:cNvPr>
                <p14:cNvContentPartPr/>
                <p14:nvPr/>
              </p14:nvContentPartPr>
              <p14:xfrm>
                <a:off x="8197585" y="4295719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8F2F09C-7B72-915B-F0A9-BAA31F06BFA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79585" y="42777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6218AE6-28D9-F1C3-EC97-0BDBA575FE59}"/>
                    </a:ext>
                  </a:extLst>
                </p14:cNvPr>
                <p14:cNvContentPartPr/>
                <p14:nvPr/>
              </p14:nvContentPartPr>
              <p14:xfrm>
                <a:off x="8796985" y="3980719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6218AE6-28D9-F1C3-EC97-0BDBA575FE5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778985" y="39627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FDB151E-352D-A790-D865-EFD2E81959B4}"/>
                    </a:ext>
                  </a:extLst>
                </p14:cNvPr>
                <p14:cNvContentPartPr/>
                <p14:nvPr/>
              </p14:nvContentPartPr>
              <p14:xfrm>
                <a:off x="8110825" y="4035799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FDB151E-352D-A790-D865-EFD2E81959B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092825" y="40177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AF6E35A-6B44-A4AD-8BCA-2BBE84A86C7D}"/>
                    </a:ext>
                  </a:extLst>
                </p14:cNvPr>
                <p14:cNvContentPartPr/>
                <p14:nvPr/>
              </p14:nvContentPartPr>
              <p14:xfrm>
                <a:off x="7921825" y="4019599"/>
                <a:ext cx="360" cy="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AF6E35A-6B44-A4AD-8BCA-2BBE84A86C7D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903825" y="40015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D2C7EAD-6691-36DB-7B98-E2899501BDC5}"/>
                    </a:ext>
                  </a:extLst>
                </p14:cNvPr>
                <p14:cNvContentPartPr/>
                <p14:nvPr/>
              </p14:nvContentPartPr>
              <p14:xfrm>
                <a:off x="9498625" y="3562759"/>
                <a:ext cx="360" cy="3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D2C7EAD-6691-36DB-7B98-E2899501BDC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80625" y="35447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EACE968-8081-92F0-90FF-634F2FCF02F8}"/>
                    </a:ext>
                  </a:extLst>
                </p14:cNvPr>
                <p14:cNvContentPartPr/>
                <p14:nvPr/>
              </p14:nvContentPartPr>
              <p14:xfrm>
                <a:off x="9048985" y="3791359"/>
                <a:ext cx="360" cy="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EACE968-8081-92F0-90FF-634F2FCF02F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30985" y="37733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E290C81C-9483-D10E-E291-A7881470CB72}"/>
                    </a:ext>
                  </a:extLst>
                </p14:cNvPr>
                <p14:cNvContentPartPr/>
                <p14:nvPr/>
              </p14:nvContentPartPr>
              <p14:xfrm>
                <a:off x="9167425" y="3846439"/>
                <a:ext cx="360" cy="3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E290C81C-9483-D10E-E291-A7881470CB72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149425" y="38284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1088" name="Ink 1087">
                  <a:extLst>
                    <a:ext uri="{FF2B5EF4-FFF2-40B4-BE49-F238E27FC236}">
                      <a16:creationId xmlns:a16="http://schemas.microsoft.com/office/drawing/2014/main" id="{7D7D0758-C5FA-0CA2-4436-82D7A9CF77FC}"/>
                    </a:ext>
                  </a:extLst>
                </p14:cNvPr>
                <p14:cNvContentPartPr/>
                <p14:nvPr/>
              </p14:nvContentPartPr>
              <p14:xfrm>
                <a:off x="8993905" y="4004119"/>
                <a:ext cx="360" cy="360"/>
              </p14:xfrm>
            </p:contentPart>
          </mc:Choice>
          <mc:Fallback xmlns="">
            <p:pic>
              <p:nvPicPr>
                <p:cNvPr id="1088" name="Ink 1087">
                  <a:extLst>
                    <a:ext uri="{FF2B5EF4-FFF2-40B4-BE49-F238E27FC236}">
                      <a16:creationId xmlns:a16="http://schemas.microsoft.com/office/drawing/2014/main" id="{7D7D0758-C5FA-0CA2-4436-82D7A9CF77F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975905" y="39861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89" name="Ink 1088">
                  <a:extLst>
                    <a:ext uri="{FF2B5EF4-FFF2-40B4-BE49-F238E27FC236}">
                      <a16:creationId xmlns:a16="http://schemas.microsoft.com/office/drawing/2014/main" id="{9352B03F-8087-82F8-30A4-0A92DC4352A9}"/>
                    </a:ext>
                  </a:extLst>
                </p14:cNvPr>
                <p14:cNvContentPartPr/>
                <p14:nvPr/>
              </p14:nvContentPartPr>
              <p14:xfrm>
                <a:off x="9466945" y="3846439"/>
                <a:ext cx="360" cy="360"/>
              </p14:xfrm>
            </p:contentPart>
          </mc:Choice>
          <mc:Fallback xmlns="">
            <p:pic>
              <p:nvPicPr>
                <p:cNvPr id="1089" name="Ink 1088">
                  <a:extLst>
                    <a:ext uri="{FF2B5EF4-FFF2-40B4-BE49-F238E27FC236}">
                      <a16:creationId xmlns:a16="http://schemas.microsoft.com/office/drawing/2014/main" id="{9352B03F-8087-82F8-30A4-0A92DC4352A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448945" y="38284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1090" name="Ink 1089">
                  <a:extLst>
                    <a:ext uri="{FF2B5EF4-FFF2-40B4-BE49-F238E27FC236}">
                      <a16:creationId xmlns:a16="http://schemas.microsoft.com/office/drawing/2014/main" id="{D1F50A61-14C5-EC7F-9141-C1FBAA6F53CE}"/>
                    </a:ext>
                  </a:extLst>
                </p14:cNvPr>
                <p14:cNvContentPartPr/>
                <p14:nvPr/>
              </p14:nvContentPartPr>
              <p14:xfrm>
                <a:off x="9537865" y="3688759"/>
                <a:ext cx="1800" cy="360"/>
              </p14:xfrm>
            </p:contentPart>
          </mc:Choice>
          <mc:Fallback xmlns="">
            <p:pic>
              <p:nvPicPr>
                <p:cNvPr id="1090" name="Ink 1089">
                  <a:extLst>
                    <a:ext uri="{FF2B5EF4-FFF2-40B4-BE49-F238E27FC236}">
                      <a16:creationId xmlns:a16="http://schemas.microsoft.com/office/drawing/2014/main" id="{D1F50A61-14C5-EC7F-9141-C1FBAA6F53C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15365" y="3670759"/>
                  <a:ext cx="4635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91" name="Ink 1090">
                  <a:extLst>
                    <a:ext uri="{FF2B5EF4-FFF2-40B4-BE49-F238E27FC236}">
                      <a16:creationId xmlns:a16="http://schemas.microsoft.com/office/drawing/2014/main" id="{50FCEE2D-FCA8-96D8-726D-1FC91A5AA6D4}"/>
                    </a:ext>
                  </a:extLst>
                </p14:cNvPr>
                <p14:cNvContentPartPr/>
                <p14:nvPr/>
              </p14:nvContentPartPr>
              <p14:xfrm>
                <a:off x="9860785" y="3460519"/>
                <a:ext cx="360" cy="360"/>
              </p14:xfrm>
            </p:contentPart>
          </mc:Choice>
          <mc:Fallback xmlns="">
            <p:pic>
              <p:nvPicPr>
                <p:cNvPr id="1091" name="Ink 1090">
                  <a:extLst>
                    <a:ext uri="{FF2B5EF4-FFF2-40B4-BE49-F238E27FC236}">
                      <a16:creationId xmlns:a16="http://schemas.microsoft.com/office/drawing/2014/main" id="{50FCEE2D-FCA8-96D8-726D-1FC91A5AA6D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842785" y="34425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1094" name="Ink 1093">
                  <a:extLst>
                    <a:ext uri="{FF2B5EF4-FFF2-40B4-BE49-F238E27FC236}">
                      <a16:creationId xmlns:a16="http://schemas.microsoft.com/office/drawing/2014/main" id="{14BF07BB-A783-DC91-30A8-694D562464C9}"/>
                    </a:ext>
                  </a:extLst>
                </p14:cNvPr>
                <p14:cNvContentPartPr/>
                <p14:nvPr/>
              </p14:nvContentPartPr>
              <p14:xfrm>
                <a:off x="9088585" y="3420919"/>
                <a:ext cx="360" cy="360"/>
              </p14:xfrm>
            </p:contentPart>
          </mc:Choice>
          <mc:Fallback xmlns="">
            <p:pic>
              <p:nvPicPr>
                <p:cNvPr id="1094" name="Ink 1093">
                  <a:extLst>
                    <a:ext uri="{FF2B5EF4-FFF2-40B4-BE49-F238E27FC236}">
                      <a16:creationId xmlns:a16="http://schemas.microsoft.com/office/drawing/2014/main" id="{14BF07BB-A783-DC91-30A8-694D562464C9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9070585" y="340291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95" name="Ink 1094">
                  <a:extLst>
                    <a:ext uri="{FF2B5EF4-FFF2-40B4-BE49-F238E27FC236}">
                      <a16:creationId xmlns:a16="http://schemas.microsoft.com/office/drawing/2014/main" id="{6BA733CF-F72F-F649-E219-9A6281C8D5E7}"/>
                    </a:ext>
                  </a:extLst>
                </p14:cNvPr>
                <p14:cNvContentPartPr/>
                <p14:nvPr/>
              </p14:nvContentPartPr>
              <p14:xfrm>
                <a:off x="8473705" y="3869839"/>
                <a:ext cx="360" cy="360"/>
              </p14:xfrm>
            </p:contentPart>
          </mc:Choice>
          <mc:Fallback xmlns="">
            <p:pic>
              <p:nvPicPr>
                <p:cNvPr id="1095" name="Ink 1094">
                  <a:extLst>
                    <a:ext uri="{FF2B5EF4-FFF2-40B4-BE49-F238E27FC236}">
                      <a16:creationId xmlns:a16="http://schemas.microsoft.com/office/drawing/2014/main" id="{6BA733CF-F72F-F649-E219-9A6281C8D5E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455705" y="385183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1097" name="Ink 1096">
                  <a:extLst>
                    <a:ext uri="{FF2B5EF4-FFF2-40B4-BE49-F238E27FC236}">
                      <a16:creationId xmlns:a16="http://schemas.microsoft.com/office/drawing/2014/main" id="{AE65D1DD-8E4F-115C-3967-9D7888DF2B83}"/>
                    </a:ext>
                  </a:extLst>
                </p14:cNvPr>
                <p14:cNvContentPartPr/>
                <p14:nvPr/>
              </p14:nvContentPartPr>
              <p14:xfrm>
                <a:off x="7527625" y="4350799"/>
                <a:ext cx="360" cy="360"/>
              </p14:xfrm>
            </p:contentPart>
          </mc:Choice>
          <mc:Fallback xmlns="">
            <p:pic>
              <p:nvPicPr>
                <p:cNvPr id="1097" name="Ink 1096">
                  <a:extLst>
                    <a:ext uri="{FF2B5EF4-FFF2-40B4-BE49-F238E27FC236}">
                      <a16:creationId xmlns:a16="http://schemas.microsoft.com/office/drawing/2014/main" id="{AE65D1DD-8E4F-115C-3967-9D7888DF2B8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509625" y="433279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09" name="Ink 1108">
                  <a:extLst>
                    <a:ext uri="{FF2B5EF4-FFF2-40B4-BE49-F238E27FC236}">
                      <a16:creationId xmlns:a16="http://schemas.microsoft.com/office/drawing/2014/main" id="{2FF2CD3E-EF3A-E6B1-A107-D6FB15465DFE}"/>
                    </a:ext>
                  </a:extLst>
                </p14:cNvPr>
                <p14:cNvContentPartPr/>
                <p14:nvPr/>
              </p14:nvContentPartPr>
              <p14:xfrm>
                <a:off x="9277585" y="3767599"/>
                <a:ext cx="360" cy="1800"/>
              </p14:xfrm>
            </p:contentPart>
          </mc:Choice>
          <mc:Fallback xmlns="">
            <p:pic>
              <p:nvPicPr>
                <p:cNvPr id="1109" name="Ink 1108">
                  <a:extLst>
                    <a:ext uri="{FF2B5EF4-FFF2-40B4-BE49-F238E27FC236}">
                      <a16:creationId xmlns:a16="http://schemas.microsoft.com/office/drawing/2014/main" id="{2FF2CD3E-EF3A-E6B1-A107-D6FB15465DF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9259585" y="3749599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1111" name="Ink 1110">
                <a:extLst>
                  <a:ext uri="{FF2B5EF4-FFF2-40B4-BE49-F238E27FC236}">
                    <a16:creationId xmlns:a16="http://schemas.microsoft.com/office/drawing/2014/main" id="{C920349D-8390-387B-7E8B-F8AA5DBE8632}"/>
                  </a:ext>
                </a:extLst>
              </p14:cNvPr>
              <p14:cNvContentPartPr/>
              <p14:nvPr/>
            </p14:nvContentPartPr>
            <p14:xfrm>
              <a:off x="10010905" y="3357559"/>
              <a:ext cx="360" cy="360"/>
            </p14:xfrm>
          </p:contentPart>
        </mc:Choice>
        <mc:Fallback xmlns="">
          <p:pic>
            <p:nvPicPr>
              <p:cNvPr id="1111" name="Ink 1110">
                <a:extLst>
                  <a:ext uri="{FF2B5EF4-FFF2-40B4-BE49-F238E27FC236}">
                    <a16:creationId xmlns:a16="http://schemas.microsoft.com/office/drawing/2014/main" id="{C920349D-8390-387B-7E8B-F8AA5DBE863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992905" y="3339559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1112" name="Ink 1111">
                <a:extLst>
                  <a:ext uri="{FF2B5EF4-FFF2-40B4-BE49-F238E27FC236}">
                    <a16:creationId xmlns:a16="http://schemas.microsoft.com/office/drawing/2014/main" id="{B7F565C3-53C9-468F-100E-E0076B9F42A3}"/>
                  </a:ext>
                </a:extLst>
              </p14:cNvPr>
              <p14:cNvContentPartPr/>
              <p14:nvPr/>
            </p14:nvContentPartPr>
            <p14:xfrm>
              <a:off x="9624265" y="3097639"/>
              <a:ext cx="360" cy="360"/>
            </p14:xfrm>
          </p:contentPart>
        </mc:Choice>
        <mc:Fallback xmlns="">
          <p:pic>
            <p:nvPicPr>
              <p:cNvPr id="1112" name="Ink 1111">
                <a:extLst>
                  <a:ext uri="{FF2B5EF4-FFF2-40B4-BE49-F238E27FC236}">
                    <a16:creationId xmlns:a16="http://schemas.microsoft.com/office/drawing/2014/main" id="{B7F565C3-53C9-468F-100E-E0076B9F42A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606265" y="3079639"/>
                <a:ext cx="36000" cy="36000"/>
              </a:xfrm>
              <a:prstGeom prst="rect">
                <a:avLst/>
              </a:prstGeom>
            </p:spPr>
          </p:pic>
        </mc:Fallback>
      </mc:AlternateContent>
      <p:sp>
        <p:nvSpPr>
          <p:cNvPr id="1123" name="TextBox 1122">
            <a:extLst>
              <a:ext uri="{FF2B5EF4-FFF2-40B4-BE49-F238E27FC236}">
                <a16:creationId xmlns:a16="http://schemas.microsoft.com/office/drawing/2014/main" id="{E0FF9472-903B-F294-9840-59E22E464EF0}"/>
              </a:ext>
            </a:extLst>
          </p:cNvPr>
          <p:cNvSpPr txBox="1"/>
          <p:nvPr/>
        </p:nvSpPr>
        <p:spPr>
          <a:xfrm>
            <a:off x="6517105" y="3607465"/>
            <a:ext cx="97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1124" name="TextBox 1123">
            <a:extLst>
              <a:ext uri="{FF2B5EF4-FFF2-40B4-BE49-F238E27FC236}">
                <a16:creationId xmlns:a16="http://schemas.microsoft.com/office/drawing/2014/main" id="{BB0BA70D-60BF-4339-2958-3033B1872064}"/>
              </a:ext>
            </a:extLst>
          </p:cNvPr>
          <p:cNvSpPr txBox="1"/>
          <p:nvPr/>
        </p:nvSpPr>
        <p:spPr>
          <a:xfrm>
            <a:off x="8669768" y="5771013"/>
            <a:ext cx="34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4B2303-80AB-9F84-0D87-62B143466641}"/>
                  </a:ext>
                </a:extLst>
              </p:cNvPr>
              <p:cNvSpPr txBox="1"/>
              <p:nvPr/>
            </p:nvSpPr>
            <p:spPr>
              <a:xfrm>
                <a:off x="6018477" y="4741773"/>
                <a:ext cx="11658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sz="18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4B2303-80AB-9F84-0D87-62B143466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477" y="4741773"/>
                <a:ext cx="1165888" cy="369332"/>
              </a:xfrm>
              <a:prstGeom prst="rect">
                <a:avLst/>
              </a:prstGeom>
              <a:blipFill>
                <a:blip r:embed="rId6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1125" name="Ink 1124">
                <a:extLst>
                  <a:ext uri="{FF2B5EF4-FFF2-40B4-BE49-F238E27FC236}">
                    <a16:creationId xmlns:a16="http://schemas.microsoft.com/office/drawing/2014/main" id="{A100C239-4FBE-C7DD-F495-A3D5C473F8F6}"/>
                  </a:ext>
                </a:extLst>
              </p14:cNvPr>
              <p14:cNvContentPartPr/>
              <p14:nvPr/>
            </p14:nvContentPartPr>
            <p14:xfrm>
              <a:off x="6944425" y="4910599"/>
              <a:ext cx="360" cy="360"/>
            </p14:xfrm>
          </p:contentPart>
        </mc:Choice>
        <mc:Fallback xmlns="">
          <p:pic>
            <p:nvPicPr>
              <p:cNvPr id="1125" name="Ink 1124">
                <a:extLst>
                  <a:ext uri="{FF2B5EF4-FFF2-40B4-BE49-F238E27FC236}">
                    <a16:creationId xmlns:a16="http://schemas.microsoft.com/office/drawing/2014/main" id="{A100C239-4FBE-C7DD-F495-A3D5C473F8F6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881785" y="484759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32DCE0D-AE72-BD3E-3824-DA8509FB4C37}"/>
                  </a:ext>
                </a:extLst>
              </p14:cNvPr>
              <p14:cNvContentPartPr/>
              <p14:nvPr/>
            </p14:nvContentPartPr>
            <p14:xfrm>
              <a:off x="3830040" y="144720"/>
              <a:ext cx="7572600" cy="2734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32DCE0D-AE72-BD3E-3824-DA8509FB4C3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820680" y="135360"/>
                <a:ext cx="7591320" cy="275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83036DBB-8A7F-320C-DEF2-786AD3F0C9CB}"/>
                  </a:ext>
                </a:extLst>
              </p14:cNvPr>
              <p14:cNvContentPartPr/>
              <p14:nvPr/>
            </p14:nvContentPartPr>
            <p14:xfrm>
              <a:off x="421200" y="2580480"/>
              <a:ext cx="10676520" cy="30945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83036DBB-8A7F-320C-DEF2-786AD3F0C9C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11840" y="2571120"/>
                <a:ext cx="10695240" cy="3113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81222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C7C5D-FE3C-25B9-2B37-BF22D2A6D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81DC4-0707-14AD-BCF1-E36DEC8A54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9F4BC055-12E9-6E18-2D6A-8ED455B4DC3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76923362"/>
                  </p:ext>
                </p:extLst>
              </p:nvPr>
            </p:nvGraphicFramePr>
            <p:xfrm>
              <a:off x="6311715" y="6066064"/>
              <a:ext cx="3048000" cy="1714500"/>
            </p:xfrm>
            <a:graphic>
              <a:graphicData uri="http://schemas.microsoft.com/office/powerpoint/2016/slidezoom">
                <pslz:sldZm>
                  <pslz:sldZmObj sldId="378" cId="4189786321">
                    <pslz:zmPr id="{F49D0B4E-BC35-4279-AA13-F1AE805B187B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9F4BC055-12E9-6E18-2D6A-8ED455B4DC3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11715" y="6066064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0214E22-1B8B-D76F-0AC2-99BF7FC6A785}"/>
                  </a:ext>
                </a:extLst>
              </p14:cNvPr>
              <p14:cNvContentPartPr/>
              <p14:nvPr/>
            </p14:nvContentPartPr>
            <p14:xfrm>
              <a:off x="503640" y="58680"/>
              <a:ext cx="11275200" cy="46850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0214E22-1B8B-D76F-0AC2-99BF7FC6A7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4280" y="49320"/>
                <a:ext cx="11293920" cy="470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897863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Residuals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2D71D9-CCA2-17FA-9872-9E0B091AB6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7255" y="2141537"/>
                <a:ext cx="5901559" cy="4351338"/>
              </a:xfrm>
            </p:spPr>
            <p:txBody>
              <a:bodyPr>
                <a:normAutofit/>
              </a:bodyPr>
              <a:lstStyle/>
              <a:p>
                <a:r>
                  <a:rPr lang="en-IN" sz="2400" dirty="0"/>
                  <a:t>Residuals are difference between predicted value and actual value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Residuals represent error in prediction</a:t>
                </a:r>
              </a:p>
              <a:p>
                <a:endParaRPr lang="en-IN" sz="2400" dirty="0"/>
              </a:p>
              <a:p>
                <a:r>
                  <a:rPr lang="en-IN" sz="2400" dirty="0"/>
                  <a:t>Residual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sSup>
                          <m:sSup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>
                            <m:r>
                              <a:rPr lang="en-IN" sz="2400" i="0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sub>
                    </m:sSub>
                  </m:oMath>
                </a14:m>
                <a:r>
                  <a:rPr lang="en-IN" sz="2400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IN" sz="2400" dirty="0"/>
              </a:p>
              <a:p>
                <a:endParaRPr lang="en-IN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2400" i="1" dirty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sSup>
                          <m:sSupPr>
                            <m:ctrlPr>
                              <a:rPr lang="en-IN" sz="2400" i="1" dirty="0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p/>
                        </m:sSup>
                      </m:sub>
                    </m:sSub>
                  </m:oMath>
                </a14:m>
                <a:r>
                  <a:rPr lang="en-IN" sz="2400" dirty="0"/>
                  <a:t>is value predicted by model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2400" dirty="0"/>
                  <a:t> is actual value 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2D71D9-CCA2-17FA-9872-9E0B091AB6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7255" y="2141537"/>
                <a:ext cx="5901559" cy="4351338"/>
              </a:xfrm>
              <a:blipFill>
                <a:blip r:embed="rId2"/>
                <a:stretch>
                  <a:fillRect l="-1446" t="-1961" r="-6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0626DC01-5A56-45EF-CF8E-4403C2ADA59F}"/>
                  </a:ext>
                </a:extLst>
              </p14:cNvPr>
              <p14:cNvContentPartPr/>
              <p14:nvPr/>
            </p14:nvContentPartPr>
            <p14:xfrm>
              <a:off x="7283384" y="5574477"/>
              <a:ext cx="3573000" cy="3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0626DC01-5A56-45EF-CF8E-4403C2ADA59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265384" y="5556477"/>
                <a:ext cx="3608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BE37A3DD-2317-611D-7C73-8FFC9B8321FC}"/>
                  </a:ext>
                </a:extLst>
              </p14:cNvPr>
              <p14:cNvContentPartPr/>
              <p14:nvPr/>
            </p14:nvContentPartPr>
            <p14:xfrm>
              <a:off x="7281944" y="2399637"/>
              <a:ext cx="360" cy="3149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BE37A3DD-2317-611D-7C73-8FFC9B8321F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63944" y="2381637"/>
                <a:ext cx="36000" cy="31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7ED21AC-EF58-F685-A5BA-903D02A1C963}"/>
                  </a:ext>
                </a:extLst>
              </p14:cNvPr>
              <p14:cNvContentPartPr/>
              <p14:nvPr/>
            </p14:nvContentPartPr>
            <p14:xfrm>
              <a:off x="6785864" y="2889237"/>
              <a:ext cx="4005000" cy="231228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7ED21AC-EF58-F685-A5BA-903D02A1C96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67862" y="2871240"/>
                <a:ext cx="4040643" cy="2347914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AA923938-7EDE-2B54-837B-12B7FC08F91B}"/>
              </a:ext>
            </a:extLst>
          </p:cNvPr>
          <p:cNvSpPr txBox="1"/>
          <p:nvPr/>
        </p:nvSpPr>
        <p:spPr>
          <a:xfrm>
            <a:off x="6856064" y="3599583"/>
            <a:ext cx="97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D713C8E-F74E-F36A-A81D-BE886F201B79}"/>
              </a:ext>
            </a:extLst>
          </p:cNvPr>
          <p:cNvSpPr txBox="1"/>
          <p:nvPr/>
        </p:nvSpPr>
        <p:spPr>
          <a:xfrm>
            <a:off x="9008727" y="5763131"/>
            <a:ext cx="34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6A5490-325D-446A-9657-CBF20233D8C5}"/>
                  </a:ext>
                </a:extLst>
              </p:cNvPr>
              <p:cNvSpPr txBox="1"/>
              <p:nvPr/>
            </p:nvSpPr>
            <p:spPr>
              <a:xfrm>
                <a:off x="6357436" y="4733891"/>
                <a:ext cx="116588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18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1800" i="1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sz="1800" i="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96A5490-325D-446A-9657-CBF20233D8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7436" y="4733891"/>
                <a:ext cx="1165888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3F4F625-FC03-15C1-2829-576FC995BAE9}"/>
                  </a:ext>
                </a:extLst>
              </p14:cNvPr>
              <p14:cNvContentPartPr/>
              <p14:nvPr/>
            </p14:nvContentPartPr>
            <p14:xfrm>
              <a:off x="8150487" y="4129921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3F4F625-FC03-15C1-2829-576FC995BAE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14847" y="4094281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6F4D50B-C0CA-5EC1-9273-57ACF8972304}"/>
                  </a:ext>
                </a:extLst>
              </p14:cNvPr>
              <p14:cNvContentPartPr/>
              <p14:nvPr/>
            </p14:nvContentPartPr>
            <p14:xfrm>
              <a:off x="8615607" y="4674241"/>
              <a:ext cx="360" cy="36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6F4D50B-C0CA-5EC1-9273-57ACF897230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579967" y="4638241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F8E5CB62-A5CB-CDD0-49C9-5F2DBDC051A8}"/>
                  </a:ext>
                </a:extLst>
              </p14:cNvPr>
              <p14:cNvContentPartPr/>
              <p14:nvPr/>
            </p14:nvContentPartPr>
            <p14:xfrm>
              <a:off x="8718207" y="3609721"/>
              <a:ext cx="36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F8E5CB62-A5CB-CDD0-49C9-5F2DBDC051A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682207" y="3574081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7584E6B5-DA84-2CBD-2B25-07945CB7B10B}"/>
                  </a:ext>
                </a:extLst>
              </p14:cNvPr>
              <p14:cNvContentPartPr/>
              <p14:nvPr/>
            </p14:nvContentPartPr>
            <p14:xfrm>
              <a:off x="9719007" y="3909601"/>
              <a:ext cx="360" cy="3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7584E6B5-DA84-2CBD-2B25-07945CB7B10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83367" y="3873961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80C0FC83-C4FD-BE1A-4EA0-17741AAB739A}"/>
                  </a:ext>
                </a:extLst>
              </p14:cNvPr>
              <p14:cNvContentPartPr/>
              <p14:nvPr/>
            </p14:nvContentPartPr>
            <p14:xfrm>
              <a:off x="9703527" y="3152881"/>
              <a:ext cx="360" cy="36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80C0FC83-C4FD-BE1A-4EA0-17741AAB739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667527" y="3116881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569C5C6B-1BB2-20EE-EF27-C97256BFFE4A}"/>
                  </a:ext>
                </a:extLst>
              </p14:cNvPr>
              <p14:cNvContentPartPr/>
              <p14:nvPr/>
            </p14:nvContentPartPr>
            <p14:xfrm>
              <a:off x="9285567" y="4129921"/>
              <a:ext cx="36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569C5C6B-1BB2-20EE-EF27-C97256BFFE4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249927" y="4094281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DB01B52-D71E-E1D8-F7D7-B06AFFD838B0}"/>
                  </a:ext>
                </a:extLst>
              </p14:cNvPr>
              <p14:cNvContentPartPr/>
              <p14:nvPr/>
            </p14:nvContentPartPr>
            <p14:xfrm>
              <a:off x="8147607" y="4129921"/>
              <a:ext cx="360" cy="267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DB01B52-D71E-E1D8-F7D7-B06AFFD838B0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138967" y="4121281"/>
                <a:ext cx="1800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0D1D31E0-6696-7BFA-96D0-FC6C09C12B2B}"/>
                  </a:ext>
                </a:extLst>
              </p14:cNvPr>
              <p14:cNvContentPartPr/>
              <p14:nvPr/>
            </p14:nvContentPartPr>
            <p14:xfrm>
              <a:off x="8604807" y="4155121"/>
              <a:ext cx="360" cy="48780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0D1D31E0-6696-7BFA-96D0-FC6C09C12B2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596167" y="4146481"/>
                <a:ext cx="18000" cy="50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3DDCD36-FA83-7371-74AA-0361C46F70A8}"/>
                  </a:ext>
                </a:extLst>
              </p14:cNvPr>
              <p14:cNvContentPartPr/>
              <p14:nvPr/>
            </p14:nvContentPartPr>
            <p14:xfrm>
              <a:off x="8715327" y="3609721"/>
              <a:ext cx="360" cy="4568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3DDCD36-FA83-7371-74AA-0361C46F70A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706687" y="3601081"/>
                <a:ext cx="18000" cy="47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9A88B03-0BD2-70DE-9857-95AA8972336F}"/>
                  </a:ext>
                </a:extLst>
              </p14:cNvPr>
              <p14:cNvContentPartPr/>
              <p14:nvPr/>
            </p14:nvContentPartPr>
            <p14:xfrm>
              <a:off x="9275127" y="3783241"/>
              <a:ext cx="360" cy="3157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9A88B03-0BD2-70DE-9857-95AA8972336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9266127" y="3774601"/>
                <a:ext cx="180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1CA6B35D-25CB-608C-F99B-9A7851C717C5}"/>
                  </a:ext>
                </a:extLst>
              </p14:cNvPr>
              <p14:cNvContentPartPr/>
              <p14:nvPr/>
            </p14:nvContentPartPr>
            <p14:xfrm>
              <a:off x="9716487" y="3516481"/>
              <a:ext cx="360" cy="345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1CA6B35D-25CB-608C-F99B-9A7851C717C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9707487" y="3507841"/>
                <a:ext cx="18000" cy="36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8A5C85EC-7DC3-D681-E49C-CD4C582CB195}"/>
                  </a:ext>
                </a:extLst>
              </p14:cNvPr>
              <p14:cNvContentPartPr/>
              <p14:nvPr/>
            </p14:nvContentPartPr>
            <p14:xfrm>
              <a:off x="9700647" y="3176281"/>
              <a:ext cx="360" cy="315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8A5C85EC-7DC3-D681-E49C-CD4C582CB195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692007" y="3167641"/>
                <a:ext cx="1800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1854483-2BDC-0FAF-F3A7-C3E010C662FC}"/>
                  </a:ext>
                </a:extLst>
              </p14:cNvPr>
              <p14:cNvContentPartPr/>
              <p14:nvPr/>
            </p14:nvContentPartPr>
            <p14:xfrm>
              <a:off x="7279064" y="2424477"/>
              <a:ext cx="360" cy="31496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1854483-2BDC-0FAF-F3A7-C3E010C662F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61064" y="2406477"/>
                <a:ext cx="36000" cy="31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1A549F8-1B15-2496-7F88-4004465D82D2}"/>
                  </a:ext>
                </a:extLst>
              </p14:cNvPr>
              <p14:cNvContentPartPr/>
              <p14:nvPr/>
            </p14:nvContentPartPr>
            <p14:xfrm>
              <a:off x="8147607" y="4154761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1A549F8-1B15-2496-7F88-4004465D82D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111967" y="4119121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8C5D89E-E211-5176-3A09-25852247CF84}"/>
                  </a:ext>
                </a:extLst>
              </p14:cNvPr>
              <p14:cNvContentPartPr/>
              <p14:nvPr/>
            </p14:nvContentPartPr>
            <p14:xfrm>
              <a:off x="1263240" y="422280"/>
              <a:ext cx="7971480" cy="51530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8C5D89E-E211-5176-3A09-25852247CF8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253880" y="412920"/>
                <a:ext cx="7990200" cy="517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48198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Assumptions of linear regression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2D71D9-CCA2-17FA-9872-9E0B091AB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55" y="2141537"/>
            <a:ext cx="10954407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dirty="0"/>
              <a:t>Linearity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There should be linear relationship between independent variables (features) and dependant variables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0" indent="0">
              <a:buNone/>
            </a:pPr>
            <a:r>
              <a:rPr lang="en-IN" dirty="0"/>
              <a:t>No Multicollinearity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Independent variables should not be correlated with each other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When the independent variables are correlated, it is difficult to isolate the impact of a single factor on the dependent variable which can lead to unexpected results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0" indent="0">
              <a:buNone/>
            </a:pPr>
            <a:r>
              <a:rPr lang="en-IN" dirty="0"/>
              <a:t>Independence of residuals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Residuals should not </a:t>
            </a:r>
            <a:r>
              <a:rPr lang="en-US" sz="2000" dirty="0"/>
              <a:t>exhibit a systematic pattern or correlation</a:t>
            </a:r>
            <a:r>
              <a:rPr lang="en-IN" sz="2000" dirty="0"/>
              <a:t> (E.g. residuals increase with time 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000" dirty="0"/>
              <a:t>If there is a pattern in the residuals, it suggests that there may be some information left in the data that your model has not captured</a:t>
            </a:r>
            <a:r>
              <a:rPr lang="en-US" sz="1400" b="0" i="0" dirty="0">
                <a:solidFill>
                  <a:srgbClr val="0F0F0F"/>
                </a:solidFill>
                <a:effectLst/>
                <a:latin typeface="Söhne"/>
              </a:rPr>
              <a:t>.</a:t>
            </a: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905693F-C1B5-B668-A51C-6B9E50058D7E}"/>
                  </a:ext>
                </a:extLst>
              </p14:cNvPr>
              <p14:cNvContentPartPr/>
              <p14:nvPr/>
            </p14:nvContentPartPr>
            <p14:xfrm>
              <a:off x="1104840" y="333360"/>
              <a:ext cx="8404200" cy="1630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905693F-C1B5-B668-A51C-6B9E50058D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95480" y="324000"/>
                <a:ext cx="8422920" cy="164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9569E9E-274E-57C3-47C3-466F48D4BBB5}"/>
                  </a:ext>
                </a:extLst>
              </p14:cNvPr>
              <p14:cNvContentPartPr/>
              <p14:nvPr/>
            </p14:nvContentPartPr>
            <p14:xfrm>
              <a:off x="1215360" y="2985480"/>
              <a:ext cx="10119960" cy="25142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9569E9E-274E-57C3-47C3-466F48D4BBB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206000" y="2976120"/>
                <a:ext cx="10138680" cy="253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14DDCD1-F84D-8C54-03F7-3D96D49CC9F5}"/>
                  </a:ext>
                </a:extLst>
              </p14:cNvPr>
              <p14:cNvContentPartPr/>
              <p14:nvPr/>
            </p14:nvContentPartPr>
            <p14:xfrm>
              <a:off x="2120760" y="2655000"/>
              <a:ext cx="8880840" cy="3549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14DDCD1-F84D-8C54-03F7-3D96D49CC9F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11400" y="2645640"/>
                <a:ext cx="8899560" cy="356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7814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F1E7B-CF59-B503-2F7A-D45AD5D60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326A40-46EF-1332-03A6-D4072E3660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9D5F5D3-F02F-1DAD-DC13-E6490EE1BD6A}"/>
                  </a:ext>
                </a:extLst>
              </p14:cNvPr>
              <p14:cNvContentPartPr/>
              <p14:nvPr/>
            </p14:nvContentPartPr>
            <p14:xfrm>
              <a:off x="581040" y="331200"/>
              <a:ext cx="10454400" cy="62755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9D5F5D3-F02F-1DAD-DC13-E6490EE1BD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680" y="321840"/>
                <a:ext cx="10473120" cy="6294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24791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44111-0081-DC85-BBEC-94FF1EAE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09785A-4FBB-7001-370B-1222CB21B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8B9865D-E7ED-5EA2-ED7C-B0DA0CAD5A85}"/>
                  </a:ext>
                </a:extLst>
              </p14:cNvPr>
              <p14:cNvContentPartPr/>
              <p14:nvPr/>
            </p14:nvContentPartPr>
            <p14:xfrm>
              <a:off x="342720" y="158760"/>
              <a:ext cx="11351880" cy="5587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8B9865D-E7ED-5EA2-ED7C-B0DA0CAD5A8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3360" y="149400"/>
                <a:ext cx="11370600" cy="560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563040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7F611-5558-F475-36FB-8114D76B1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E779B-5ED7-1B22-D28D-FB0D5869C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23A1B34-8F27-B949-A23C-32E1F5AE02EC}"/>
                  </a:ext>
                </a:extLst>
              </p14:cNvPr>
              <p14:cNvContentPartPr/>
              <p14:nvPr/>
            </p14:nvContentPartPr>
            <p14:xfrm>
              <a:off x="497880" y="237960"/>
              <a:ext cx="11083680" cy="6475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23A1B34-8F27-B949-A23C-32E1F5AE02E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8520" y="228600"/>
                <a:ext cx="11102400" cy="6494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3639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B9977-6371-2596-FCAA-3C3923895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F0967-8213-C5E8-E8E5-387C0446D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D1FC4B3-B924-00EE-3F3F-814F799DA02B}"/>
                  </a:ext>
                </a:extLst>
              </p14:cNvPr>
              <p14:cNvContentPartPr/>
              <p14:nvPr/>
            </p14:nvContentPartPr>
            <p14:xfrm>
              <a:off x="688680" y="244080"/>
              <a:ext cx="10907640" cy="6075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D1FC4B3-B924-00EE-3F3F-814F799DA0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9320" y="234720"/>
                <a:ext cx="10926360" cy="609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09598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Assumptions of linear regression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2D71D9-CCA2-17FA-9872-9E0B091AB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55" y="2141537"/>
            <a:ext cx="1099382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en-IN" sz="2600" dirty="0"/>
              <a:t>Constant variance (homoscedasticity ) 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US" sz="1900" dirty="0"/>
              <a:t>Homoscedasticity in a model means that the error has constant variance along the values of the dependent variable. 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endParaRPr lang="en-US" sz="1400" dirty="0">
              <a:solidFill>
                <a:srgbClr val="202122"/>
              </a:solidFill>
              <a:latin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IN" sz="2600" dirty="0"/>
              <a:t>Normality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en-IN" sz="1900" dirty="0"/>
              <a:t>Residuals are normally distributed 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3200" dirty="0"/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66ED8D90-E396-0788-1F5B-ECC7F69C2D7E}"/>
                  </a:ext>
                </a:extLst>
              </p14:cNvPr>
              <p14:cNvContentPartPr/>
              <p14:nvPr/>
            </p14:nvContentPartPr>
            <p14:xfrm>
              <a:off x="2651400" y="3206160"/>
              <a:ext cx="8477280" cy="2288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66ED8D90-E396-0788-1F5B-ECC7F69C2D7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42040" y="3196800"/>
                <a:ext cx="8496000" cy="2306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91838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4FDA-5AC6-4FA2-D6A0-4675A20D6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5262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r>
              <a:rPr lang="en-IN" sz="4800" dirty="0">
                <a:solidFill>
                  <a:srgbClr val="00B0F0"/>
                </a:solidFill>
              </a:rPr>
              <a:t>Cost Function and Gradient Descent</a:t>
            </a:r>
            <a:endParaRPr lang="en-IN" sz="4800" dirty="0"/>
          </a:p>
          <a:p>
            <a:endParaRPr lang="en-IN" sz="26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602A059-E70E-3288-AB08-7EBC31E80E16}"/>
                  </a:ext>
                </a:extLst>
              </p14:cNvPr>
              <p14:cNvContentPartPr/>
              <p14:nvPr/>
            </p14:nvContentPartPr>
            <p14:xfrm>
              <a:off x="2532960" y="547200"/>
              <a:ext cx="5657040" cy="24231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602A059-E70E-3288-AB08-7EBC31E80E1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23600" y="537840"/>
                <a:ext cx="5675760" cy="2441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531810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Cost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2D71D9-CCA2-17FA-9872-9E0B091AB6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7255" y="2141537"/>
                <a:ext cx="1099382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dirty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IN" sz="2000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000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sz="2000" dirty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sz="2000" dirty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dirty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sz="2000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0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dirty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000" dirty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IN" sz="1900" dirty="0"/>
                  <a:t>How to estimate value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9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900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19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19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900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1900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9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900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19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900" dirty="0"/>
                  <a:t> ? </a:t>
                </a:r>
              </a:p>
              <a:p>
                <a:pPr marL="0" indent="0">
                  <a:buNone/>
                </a:pPr>
                <a:endParaRPr lang="en-US" sz="1900" dirty="0"/>
              </a:p>
              <a:p>
                <a:pPr marL="0" indent="0">
                  <a:buNone/>
                </a:pPr>
                <a:r>
                  <a:rPr lang="en-US" sz="1900" dirty="0"/>
                  <a:t>We should choose those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19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900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190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IN" sz="19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900" dirty="0">
                        <a:latin typeface="Cambria Math" panose="02040503050406030204" pitchFamily="18" charset="0"/>
                      </a:rPr>
                      <m:t>and</m:t>
                    </m:r>
                    <m:r>
                      <a:rPr lang="en-IN" sz="1900" dirty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IN" sz="19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900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IN" sz="190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1900" dirty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1900" dirty="0">
                        <a:latin typeface="Cambria Math" panose="02040503050406030204" pitchFamily="18" charset="0"/>
                      </a:rPr>
                      <m:t>which</m:t>
                    </m:r>
                    <m:r>
                      <a:rPr lang="en-IN" sz="19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900" dirty="0"/>
                  <a:t>minimize error between predicted value of model and actual value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sz="1900" dirty="0"/>
              </a:p>
              <a:p>
                <a:pPr>
                  <a:buFont typeface="Wingdings" panose="05000000000000000000" pitchFamily="2" charset="2"/>
                  <a:buChar char="Ø"/>
                </a:pPr>
                <a:r>
                  <a:rPr lang="en-US" sz="1900" dirty="0"/>
                  <a:t>Cost Function:</a:t>
                </a: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rgbClr val="202122"/>
                    </a:solidFill>
                  </a:rPr>
                  <a:t>	</a:t>
                </a:r>
                <a:r>
                  <a:rPr lang="en-US" sz="1600" dirty="0">
                    <a:solidFill>
                      <a:srgbClr val="202122"/>
                    </a:solidFill>
                  </a:rPr>
                  <a:t>J(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600" dirty="0">
                    <a:solidFill>
                      <a:srgbClr val="202122"/>
                    </a:solidFill>
                  </a:rPr>
                  <a:t>) 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6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0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/>
                    </m:nary>
                    <m:sSup>
                      <m:sSupPr>
                        <m:ctrlPr>
                          <a:rPr lang="en-US" sz="16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 dirty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600" i="0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i="0" dirty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600" i="0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0" dirty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0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>
                  <a:solidFill>
                    <a:srgbClr val="202122"/>
                  </a:solidFill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202122"/>
                  </a:solidFill>
                </a:endParaRPr>
              </a:p>
              <a:p>
                <a:pPr marL="0" indent="0">
                  <a:buNone/>
                </a:pPr>
                <a:r>
                  <a:rPr lang="en-US" sz="1600" dirty="0">
                    <a:solidFill>
                      <a:srgbClr val="202122"/>
                    </a:solidFill>
                  </a:rPr>
                  <a:t>Where M is number of samples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sz="1400" dirty="0">
                  <a:solidFill>
                    <a:srgbClr val="202122"/>
                  </a:solidFill>
                  <a:latin typeface="Arial" panose="020B0604020202020204" pitchFamily="34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sz="32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2D71D9-CCA2-17FA-9872-9E0B091AB6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7255" y="2141537"/>
                <a:ext cx="10993821" cy="4351338"/>
              </a:xfrm>
              <a:blipFill>
                <a:blip r:embed="rId2"/>
                <a:stretch>
                  <a:fillRect l="-5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612A419-104F-BEB9-C3C3-F481AB6685E4}"/>
                  </a:ext>
                </a:extLst>
              </p14:cNvPr>
              <p14:cNvContentPartPr/>
              <p14:nvPr/>
            </p14:nvContentPartPr>
            <p14:xfrm>
              <a:off x="922320" y="198360"/>
              <a:ext cx="11251080" cy="6629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612A419-104F-BEB9-C3C3-F481AB6685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12960" y="189000"/>
                <a:ext cx="11269800" cy="664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294596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Find optimum parameters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2D71D9-CCA2-17FA-9872-9E0B091AB6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7255" y="2141537"/>
                <a:ext cx="4529959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900" dirty="0"/>
                  <a:t>Cost Function: </a:t>
                </a:r>
                <a:r>
                  <a:rPr lang="en-US" sz="1900" b="1" dirty="0"/>
                  <a:t>( Least Squares Regression )</a:t>
                </a:r>
              </a:p>
              <a:p>
                <a:pPr marL="0" indent="0">
                  <a:buNone/>
                </a:pPr>
                <a:r>
                  <a:rPr lang="en-US" sz="1400" dirty="0">
                    <a:solidFill>
                      <a:srgbClr val="202122"/>
                    </a:solidFill>
                  </a:rPr>
                  <a:t>	</a:t>
                </a:r>
                <a:r>
                  <a:rPr lang="en-US" sz="1600" dirty="0">
                    <a:solidFill>
                      <a:srgbClr val="202122"/>
                    </a:solidFill>
                  </a:rPr>
                  <a:t>J(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600" dirty="0">
                    <a:solidFill>
                      <a:srgbClr val="202122"/>
                    </a:solidFill>
                  </a:rPr>
                  <a:t>)  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16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1600" i="0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6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16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6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600" i="0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6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/>
                    </m:nary>
                    <m:sSup>
                      <m:sSupPr>
                        <m:ctrlPr>
                          <a:rPr lang="en-US" sz="16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 dirty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600" i="0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sz="1600" i="0" dirty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1600" i="0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1600" i="0" dirty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16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1600" i="0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>
                  <a:solidFill>
                    <a:srgbClr val="202122"/>
                  </a:solidFill>
                </a:endParaRPr>
              </a:p>
              <a:p>
                <a:pPr marL="0" indent="0">
                  <a:buNone/>
                </a:pPr>
                <a:endParaRPr lang="en-US" sz="1600" dirty="0">
                  <a:solidFill>
                    <a:srgbClr val="202122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202122"/>
                    </a:solidFill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i="0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202122"/>
                    </a:solidFill>
                  </a:rPr>
                  <a:t> = 0 , i.e., fitted line passes through (0,0) then we will have to choose that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000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rgbClr val="202122"/>
                    </a:solidFill>
                  </a:rPr>
                  <a:t>which gives  minimum value of J(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>
                    <a:solidFill>
                      <a:srgbClr val="202122"/>
                    </a:solidFill>
                  </a:rPr>
                  <a:t>) 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202122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>
                    <a:solidFill>
                      <a:srgbClr val="202122"/>
                    </a:solidFill>
                  </a:rPr>
                  <a:t>Gradient Descent: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202122"/>
                            </a:solidFill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202122"/>
                            </a:solidFill>
                          </a:rPr>
                          <m:t>(</m:t>
                        </m:r>
                        <m:r>
                          <a:rPr lang="en-US" sz="20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en-US" sz="2000" dirty="0">
                            <a:solidFill>
                              <a:srgbClr val="202122"/>
                            </a:solidFill>
                          </a:rPr>
                          <m:t>)</m:t>
                        </m:r>
                      </m:num>
                      <m:den>
                        <m:r>
                          <a:rPr lang="en-US" sz="200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202122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202122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sz="20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20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/>
                    </m:nary>
                  </m:oMath>
                </a14:m>
                <a:r>
                  <a:rPr lang="en-US" sz="2000" dirty="0">
                    <a:solidFill>
                      <a:srgbClr val="202122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sz="2000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n-US" sz="20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000" dirty="0">
                                <a:solidFill>
                                  <a:srgbClr val="202122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sz="20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000" i="1" dirty="0">
                                    <a:solidFill>
                                      <a:srgbClr val="202122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p/>
                    </m:sSup>
                  </m:oMath>
                </a14:m>
                <a:endParaRPr lang="en-US" sz="2000" dirty="0">
                  <a:solidFill>
                    <a:srgbClr val="202122"/>
                  </a:solidFill>
                </a:endParaRPr>
              </a:p>
              <a:p>
                <a:pPr marL="0" indent="0">
                  <a:buNone/>
                </a:pPr>
                <a:endParaRPr lang="en-US" sz="1400" dirty="0">
                  <a:solidFill>
                    <a:srgbClr val="202122"/>
                  </a:solidFill>
                  <a:latin typeface="Arial" panose="020B0604020202020204" pitchFamily="34" charset="0"/>
                </a:endParaRPr>
              </a:p>
              <a:p>
                <a:pPr marL="0" indent="0">
                  <a:buNone/>
                </a:pPr>
                <a:endParaRPr lang="en-IN" sz="2000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2D71D9-CCA2-17FA-9872-9E0B091AB6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7255" y="2141537"/>
                <a:ext cx="4529959" cy="4351338"/>
              </a:xfrm>
              <a:blipFill>
                <a:blip r:embed="rId2"/>
                <a:stretch>
                  <a:fillRect l="-1480" t="-1401" r="-14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254C403-5EA2-6CB2-C4D0-388043E41DB3}"/>
                  </a:ext>
                </a:extLst>
              </p14:cNvPr>
              <p14:cNvContentPartPr/>
              <p14:nvPr/>
            </p14:nvContentPartPr>
            <p14:xfrm>
              <a:off x="7283384" y="5574477"/>
              <a:ext cx="357300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254C403-5EA2-6CB2-C4D0-388043E41DB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65384" y="5556477"/>
                <a:ext cx="3608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CE3FA1-0306-F326-7521-C8BD1A57C147}"/>
                  </a:ext>
                </a:extLst>
              </p:cNvPr>
              <p:cNvSpPr txBox="1"/>
              <p:nvPr/>
            </p:nvSpPr>
            <p:spPr>
              <a:xfrm>
                <a:off x="6537036" y="3746913"/>
                <a:ext cx="9795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rgbClr val="202122"/>
                    </a:solidFill>
                  </a:rPr>
                  <a:t>J(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800" dirty="0">
                    <a:solidFill>
                      <a:srgbClr val="202122"/>
                    </a:solidFill>
                  </a:rPr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CE3FA1-0306-F326-7521-C8BD1A57C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036" y="3746913"/>
                <a:ext cx="979560" cy="369332"/>
              </a:xfrm>
              <a:prstGeom prst="rect">
                <a:avLst/>
              </a:prstGeom>
              <a:blipFill>
                <a:blip r:embed="rId5"/>
                <a:stretch>
                  <a:fillRect l="-4969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20594A-7629-1BAF-E3D9-6CE5821DC5AE}"/>
                  </a:ext>
                </a:extLst>
              </p:cNvPr>
              <p:cNvSpPr txBox="1"/>
              <p:nvPr/>
            </p:nvSpPr>
            <p:spPr>
              <a:xfrm>
                <a:off x="8969313" y="5652773"/>
                <a:ext cx="347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800" i="0" dirty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20594A-7629-1BAF-E3D9-6CE5821DC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313" y="5652773"/>
                <a:ext cx="347388" cy="369332"/>
              </a:xfrm>
              <a:prstGeom prst="rect">
                <a:avLst/>
              </a:prstGeom>
              <a:blipFill>
                <a:blip r:embed="rId6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E4638D-FFEE-E68D-81CF-4A6AA0884B63}"/>
                  </a:ext>
                </a:extLst>
              </p14:cNvPr>
              <p14:cNvContentPartPr/>
              <p14:nvPr/>
            </p14:nvContentPartPr>
            <p14:xfrm>
              <a:off x="7279064" y="2424477"/>
              <a:ext cx="360" cy="3149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E4638D-FFEE-E68D-81CF-4A6AA0884B6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261064" y="2406477"/>
                <a:ext cx="36000" cy="31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500CCB8-EE0A-3CCE-5424-4D9701E0C19A}"/>
                  </a:ext>
                </a:extLst>
              </p14:cNvPr>
              <p14:cNvContentPartPr/>
              <p14:nvPr/>
            </p14:nvContentPartPr>
            <p14:xfrm>
              <a:off x="6762985" y="2336599"/>
              <a:ext cx="3514680" cy="3189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500CCB8-EE0A-3CCE-5424-4D9701E0C19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744985" y="2318599"/>
                <a:ext cx="3550320" cy="32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8270805-66DC-AF6A-3850-B856456C8133}"/>
                  </a:ext>
                </a:extLst>
              </p14:cNvPr>
              <p14:cNvContentPartPr/>
              <p14:nvPr/>
            </p14:nvContentPartPr>
            <p14:xfrm>
              <a:off x="6928585" y="3058039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8270805-66DC-AF6A-3850-B856456C813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65585" y="299503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4F861263-3FCA-0E3B-F2B8-F26310BFBDFC}"/>
                  </a:ext>
                </a:extLst>
              </p14:cNvPr>
              <p14:cNvContentPartPr/>
              <p14:nvPr/>
            </p14:nvContentPartPr>
            <p14:xfrm>
              <a:off x="7133785" y="3688759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4F861263-3FCA-0E3B-F2B8-F26310BFBDF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70785" y="362575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9F96F5F-B265-89FF-0DB4-BBB4D6832DDD}"/>
                  </a:ext>
                </a:extLst>
              </p14:cNvPr>
              <p14:cNvContentPartPr/>
              <p14:nvPr/>
            </p14:nvContentPartPr>
            <p14:xfrm>
              <a:off x="7567225" y="4382479"/>
              <a:ext cx="36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9F96F5F-B265-89FF-0DB4-BBB4D6832DD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04225" y="431947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B2B97AA-BE3F-45E3-D4C7-4AA439F54764}"/>
                  </a:ext>
                </a:extLst>
              </p14:cNvPr>
              <p14:cNvContentPartPr/>
              <p14:nvPr/>
            </p14:nvContentPartPr>
            <p14:xfrm>
              <a:off x="7968985" y="4997359"/>
              <a:ext cx="3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B2B97AA-BE3F-45E3-D4C7-4AA439F5476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905985" y="493435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F214BCFB-BC39-7138-FE4F-D3B1822F652B}"/>
                  </a:ext>
                </a:extLst>
              </p14:cNvPr>
              <p14:cNvContentPartPr/>
              <p14:nvPr/>
            </p14:nvContentPartPr>
            <p14:xfrm>
              <a:off x="9245905" y="5060359"/>
              <a:ext cx="360" cy="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F214BCFB-BC39-7138-FE4F-D3B1822F652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82905" y="499735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71FC301F-7A89-2994-412F-08159FC044F4}"/>
                  </a:ext>
                </a:extLst>
              </p14:cNvPr>
              <p14:cNvContentPartPr/>
              <p14:nvPr/>
            </p14:nvContentPartPr>
            <p14:xfrm>
              <a:off x="9585385" y="4342879"/>
              <a:ext cx="36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71FC301F-7A89-2994-412F-08159FC044F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522385" y="427987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5EA0B16A-5401-704E-EBE6-254EEE769934}"/>
                  </a:ext>
                </a:extLst>
              </p14:cNvPr>
              <p14:cNvContentPartPr/>
              <p14:nvPr/>
            </p14:nvContentPartPr>
            <p14:xfrm>
              <a:off x="9876985" y="3609919"/>
              <a:ext cx="3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5EA0B16A-5401-704E-EBE6-254EEE76993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813985" y="354691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AC7550D-3376-FB1A-2E34-175EAB4A6BAB}"/>
                  </a:ext>
                </a:extLst>
              </p14:cNvPr>
              <p14:cNvContentPartPr/>
              <p14:nvPr/>
            </p14:nvContentPartPr>
            <p14:xfrm>
              <a:off x="10128985" y="2845639"/>
              <a:ext cx="3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AC7550D-3376-FB1A-2E34-175EAB4A6BA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65985" y="278263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DCA87466-CDC8-C754-8D92-FF47FE6FDC1E}"/>
                  </a:ext>
                </a:extLst>
              </p14:cNvPr>
              <p14:cNvContentPartPr/>
              <p14:nvPr/>
            </p14:nvContentPartPr>
            <p14:xfrm>
              <a:off x="8686465" y="5502079"/>
              <a:ext cx="360" cy="36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DCA87466-CDC8-C754-8D92-FF47FE6FDC1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623465" y="543907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38B87F9-C862-C547-AF6C-E9C73D54C3AB}"/>
                  </a:ext>
                </a:extLst>
              </p14:cNvPr>
              <p14:cNvContentPartPr/>
              <p14:nvPr/>
            </p14:nvContentPartPr>
            <p14:xfrm>
              <a:off x="7277785" y="5553199"/>
              <a:ext cx="360" cy="650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38B87F9-C862-C547-AF6C-E9C73D54C3AB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259785" y="5535199"/>
                <a:ext cx="36000" cy="68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542420D-63C1-CADD-0039-D338434B230D}"/>
                  </a:ext>
                </a:extLst>
              </p14:cNvPr>
              <p14:cNvContentPartPr/>
              <p14:nvPr/>
            </p14:nvContentPartPr>
            <p14:xfrm>
              <a:off x="6518905" y="5570839"/>
              <a:ext cx="10299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542420D-63C1-CADD-0039-D338434B230D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6500905" y="5552839"/>
                <a:ext cx="1065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A65677-C473-6766-A438-1EC2EE8671FA}"/>
                  </a:ext>
                </a:extLst>
              </p:cNvPr>
              <p:cNvSpPr txBox="1"/>
              <p:nvPr/>
            </p:nvSpPr>
            <p:spPr>
              <a:xfrm>
                <a:off x="7395642" y="6079745"/>
                <a:ext cx="28730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Choose this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as it resulted in minimum cost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A65677-C473-6766-A438-1EC2EE867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642" y="6079745"/>
                <a:ext cx="2873009" cy="646331"/>
              </a:xfrm>
              <a:prstGeom prst="rect">
                <a:avLst/>
              </a:prstGeom>
              <a:blipFill>
                <a:blip r:embed="rId25"/>
                <a:stretch>
                  <a:fillRect l="-1699" t="-4717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4A8E62E-6042-05B5-5C1C-B6E9CDF0D6D8}"/>
              </a:ext>
            </a:extLst>
          </p:cNvPr>
          <p:cNvGrpSpPr/>
          <p:nvPr/>
        </p:nvGrpSpPr>
        <p:grpSpPr>
          <a:xfrm>
            <a:off x="8553764" y="5603987"/>
            <a:ext cx="255960" cy="504360"/>
            <a:chOff x="8553764" y="5603987"/>
            <a:chExt cx="255960" cy="50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D2EA40-1D32-051D-5708-F5C657081607}"/>
                    </a:ext>
                  </a:extLst>
                </p14:cNvPr>
                <p14:cNvContentPartPr/>
                <p14:nvPr/>
              </p14:nvContentPartPr>
              <p14:xfrm>
                <a:off x="8658884" y="5610827"/>
                <a:ext cx="29160" cy="497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D2EA40-1D32-051D-5708-F5C65708160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641244" y="5592827"/>
                  <a:ext cx="6480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5BE809-11D3-9037-BA1B-0A2816F20C8F}"/>
                    </a:ext>
                  </a:extLst>
                </p14:cNvPr>
                <p14:cNvContentPartPr/>
                <p14:nvPr/>
              </p14:nvContentPartPr>
              <p14:xfrm>
                <a:off x="8553764" y="5615147"/>
                <a:ext cx="125280" cy="63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85BE809-11D3-9037-BA1B-0A2816F20C8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36124" y="5597147"/>
                  <a:ext cx="160920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9D62AA-1235-7448-1DC6-9BDC78A520FC}"/>
                    </a:ext>
                  </a:extLst>
                </p14:cNvPr>
                <p14:cNvContentPartPr/>
                <p14:nvPr/>
              </p14:nvContentPartPr>
              <p14:xfrm>
                <a:off x="8694524" y="5603987"/>
                <a:ext cx="115200" cy="73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9D62AA-1235-7448-1DC6-9BDC78A520F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76524" y="5586347"/>
                  <a:ext cx="150840" cy="109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EB2B78B-5C4B-525E-7F9D-1C3D82D9400E}"/>
              </a:ext>
            </a:extLst>
          </p:cNvPr>
          <p:cNvSpPr/>
          <p:nvPr/>
        </p:nvSpPr>
        <p:spPr>
          <a:xfrm>
            <a:off x="7395642" y="6079745"/>
            <a:ext cx="2799116" cy="646331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35E8467-F005-AF25-E44F-864F77D0F060}"/>
                  </a:ext>
                </a:extLst>
              </p14:cNvPr>
              <p14:cNvContentPartPr/>
              <p14:nvPr/>
            </p14:nvContentPartPr>
            <p14:xfrm>
              <a:off x="1481040" y="326520"/>
              <a:ext cx="10508760" cy="63554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35E8467-F005-AF25-E44F-864F77D0F06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71680" y="317160"/>
                <a:ext cx="10527480" cy="63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14AE657-0114-2772-2157-AA1923681C56}"/>
                  </a:ext>
                </a:extLst>
              </p14:cNvPr>
              <p14:cNvContentPartPr/>
              <p14:nvPr/>
            </p14:nvContentPartPr>
            <p14:xfrm>
              <a:off x="365040" y="5305320"/>
              <a:ext cx="3819960" cy="7657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14AE657-0114-2772-2157-AA1923681C5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55680" y="5295960"/>
                <a:ext cx="3838680" cy="78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176995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E49A1F-21BA-8262-6E1C-50959EF25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BF424-7A07-34D8-F92C-86C6656F6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3628FB-CD37-0DF0-98F5-920E6C648BE9}"/>
                  </a:ext>
                </a:extLst>
              </p14:cNvPr>
              <p14:cNvContentPartPr/>
              <p14:nvPr/>
            </p14:nvContentPartPr>
            <p14:xfrm>
              <a:off x="312120" y="151200"/>
              <a:ext cx="10592640" cy="6337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3628FB-CD37-0DF0-98F5-920E6C648B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2760" y="141840"/>
                <a:ext cx="10611360" cy="6356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34546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6C36F-2A97-127D-E8D3-B0E1FBCE6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6EF3D-5938-BBDF-06C2-920B6D72C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A03642A-99C8-C61D-5BE4-58A0489DE904}"/>
                  </a:ext>
                </a:extLst>
              </p14:cNvPr>
              <p14:cNvContentPartPr/>
              <p14:nvPr/>
            </p14:nvContentPartPr>
            <p14:xfrm>
              <a:off x="387000" y="191880"/>
              <a:ext cx="11405160" cy="6209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A03642A-99C8-C61D-5BE4-58A0489DE90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640" y="182520"/>
                <a:ext cx="11423880" cy="622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954127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F4187-B046-C44A-ADDB-608183F72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8BC31-0611-AD89-0D2E-8E1ED25C5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586040-E5D6-C86F-4BE9-820CC37F854E}"/>
                  </a:ext>
                </a:extLst>
              </p14:cNvPr>
              <p14:cNvContentPartPr/>
              <p14:nvPr/>
            </p14:nvContentPartPr>
            <p14:xfrm>
              <a:off x="275040" y="220680"/>
              <a:ext cx="11764080" cy="6576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586040-E5D6-C86F-4BE9-820CC37F85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65680" y="211320"/>
                <a:ext cx="11782800" cy="659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554972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A0E57-5194-35AB-BAB3-E2DDDC76C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6E248A-81D3-D7DD-C2F8-727C98A92F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B9EC98-F702-6A9D-1789-978CE1C604A9}"/>
                  </a:ext>
                </a:extLst>
              </p14:cNvPr>
              <p14:cNvContentPartPr/>
              <p14:nvPr/>
            </p14:nvContentPartPr>
            <p14:xfrm>
              <a:off x="971640" y="500040"/>
              <a:ext cx="10711440" cy="5103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B9EC98-F702-6A9D-1789-978CE1C604A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62280" y="490680"/>
                <a:ext cx="10730160" cy="5122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716439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Find optimum parameters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254C403-5EA2-6CB2-C4D0-388043E41DB3}"/>
                  </a:ext>
                </a:extLst>
              </p14:cNvPr>
              <p14:cNvContentPartPr/>
              <p14:nvPr/>
            </p14:nvContentPartPr>
            <p14:xfrm>
              <a:off x="7283384" y="5574477"/>
              <a:ext cx="3573000" cy="3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254C403-5EA2-6CB2-C4D0-388043E41DB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265384" y="5556477"/>
                <a:ext cx="36086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CE3FA1-0306-F326-7521-C8BD1A57C147}"/>
                  </a:ext>
                </a:extLst>
              </p:cNvPr>
              <p:cNvSpPr txBox="1"/>
              <p:nvPr/>
            </p:nvSpPr>
            <p:spPr>
              <a:xfrm>
                <a:off x="6537036" y="3746913"/>
                <a:ext cx="9795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rgbClr val="202122"/>
                    </a:solidFill>
                  </a:rPr>
                  <a:t>J(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1800" dirty="0">
                    <a:solidFill>
                      <a:srgbClr val="202122"/>
                    </a:solidFill>
                  </a:rPr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C4CE3FA1-0306-F326-7521-C8BD1A57C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37036" y="3746913"/>
                <a:ext cx="979560" cy="369332"/>
              </a:xfrm>
              <a:prstGeom prst="rect">
                <a:avLst/>
              </a:prstGeom>
              <a:blipFill>
                <a:blip r:embed="rId4"/>
                <a:stretch>
                  <a:fillRect l="-4969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20594A-7629-1BAF-E3D9-6CE5821DC5AE}"/>
                  </a:ext>
                </a:extLst>
              </p:cNvPr>
              <p:cNvSpPr txBox="1"/>
              <p:nvPr/>
            </p:nvSpPr>
            <p:spPr>
              <a:xfrm>
                <a:off x="8969313" y="5652773"/>
                <a:ext cx="34738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sz="1800" i="0" dirty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020594A-7629-1BAF-E3D9-6CE5821DC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9313" y="5652773"/>
                <a:ext cx="347388" cy="369332"/>
              </a:xfrm>
              <a:prstGeom prst="rect">
                <a:avLst/>
              </a:prstGeom>
              <a:blipFill>
                <a:blip r:embed="rId5"/>
                <a:stretch>
                  <a:fillRect r="-52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CE4638D-FFEE-E68D-81CF-4A6AA0884B63}"/>
                  </a:ext>
                </a:extLst>
              </p14:cNvPr>
              <p14:cNvContentPartPr/>
              <p14:nvPr/>
            </p14:nvContentPartPr>
            <p14:xfrm>
              <a:off x="7279064" y="2424477"/>
              <a:ext cx="360" cy="314964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CE4638D-FFEE-E68D-81CF-4A6AA0884B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261064" y="2406477"/>
                <a:ext cx="36000" cy="318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500CCB8-EE0A-3CCE-5424-4D9701E0C19A}"/>
                  </a:ext>
                </a:extLst>
              </p14:cNvPr>
              <p14:cNvContentPartPr/>
              <p14:nvPr/>
            </p14:nvContentPartPr>
            <p14:xfrm>
              <a:off x="6762985" y="2336599"/>
              <a:ext cx="3514680" cy="318996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F500CCB8-EE0A-3CCE-5424-4D9701E0C19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744985" y="2318599"/>
                <a:ext cx="3550320" cy="3225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838B87F9-C862-C547-AF6C-E9C73D54C3AB}"/>
                  </a:ext>
                </a:extLst>
              </p14:cNvPr>
              <p14:cNvContentPartPr/>
              <p14:nvPr/>
            </p14:nvContentPartPr>
            <p14:xfrm>
              <a:off x="7277785" y="5553199"/>
              <a:ext cx="360" cy="6505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838B87F9-C862-C547-AF6C-E9C73D54C3A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259785" y="5535199"/>
                <a:ext cx="36000" cy="68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E542420D-63C1-CADD-0039-D338434B230D}"/>
                  </a:ext>
                </a:extLst>
              </p14:cNvPr>
              <p14:cNvContentPartPr/>
              <p14:nvPr/>
            </p14:nvContentPartPr>
            <p14:xfrm>
              <a:off x="6518905" y="5570839"/>
              <a:ext cx="10299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E542420D-63C1-CADD-0039-D338434B230D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500905" y="5552839"/>
                <a:ext cx="1065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A65677-C473-6766-A438-1EC2EE8671FA}"/>
                  </a:ext>
                </a:extLst>
              </p:cNvPr>
              <p:cNvSpPr txBox="1"/>
              <p:nvPr/>
            </p:nvSpPr>
            <p:spPr>
              <a:xfrm>
                <a:off x="7395642" y="6079745"/>
                <a:ext cx="287300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dirty="0"/>
                  <a:t>Choose this value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800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dirty="0"/>
                  <a:t> as it resulted in minimum cost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A65677-C473-6766-A438-1EC2EE867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5642" y="6079745"/>
                <a:ext cx="2873009" cy="646331"/>
              </a:xfrm>
              <a:prstGeom prst="rect">
                <a:avLst/>
              </a:prstGeom>
              <a:blipFill>
                <a:blip r:embed="rId14"/>
                <a:stretch>
                  <a:fillRect l="-1699" t="-4717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14A8E62E-6042-05B5-5C1C-B6E9CDF0D6D8}"/>
              </a:ext>
            </a:extLst>
          </p:cNvPr>
          <p:cNvGrpSpPr/>
          <p:nvPr/>
        </p:nvGrpSpPr>
        <p:grpSpPr>
          <a:xfrm>
            <a:off x="8553764" y="5603987"/>
            <a:ext cx="255960" cy="504360"/>
            <a:chOff x="8553764" y="5603987"/>
            <a:chExt cx="255960" cy="504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DD2EA40-1D32-051D-5708-F5C657081607}"/>
                    </a:ext>
                  </a:extLst>
                </p14:cNvPr>
                <p14:cNvContentPartPr/>
                <p14:nvPr/>
              </p14:nvContentPartPr>
              <p14:xfrm>
                <a:off x="8658884" y="5610827"/>
                <a:ext cx="29160" cy="497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DD2EA40-1D32-051D-5708-F5C65708160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40884" y="5592827"/>
                  <a:ext cx="6480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85BE809-11D3-9037-BA1B-0A2816F20C8F}"/>
                    </a:ext>
                  </a:extLst>
                </p14:cNvPr>
                <p14:cNvContentPartPr/>
                <p14:nvPr/>
              </p14:nvContentPartPr>
              <p14:xfrm>
                <a:off x="8553764" y="5615147"/>
                <a:ext cx="125280" cy="63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85BE809-11D3-9037-BA1B-0A2816F20C8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535712" y="5597147"/>
                  <a:ext cx="161023" cy="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89D62AA-1235-7448-1DC6-9BDC78A520FC}"/>
                    </a:ext>
                  </a:extLst>
                </p14:cNvPr>
                <p14:cNvContentPartPr/>
                <p14:nvPr/>
              </p14:nvContentPartPr>
              <p14:xfrm>
                <a:off x="8694524" y="5603987"/>
                <a:ext cx="115200" cy="73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89D62AA-1235-7448-1DC6-9BDC78A520F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676580" y="5585898"/>
                  <a:ext cx="150729" cy="109256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EB2B78B-5C4B-525E-7F9D-1C3D82D9400E}"/>
              </a:ext>
            </a:extLst>
          </p:cNvPr>
          <p:cNvSpPr/>
          <p:nvPr/>
        </p:nvSpPr>
        <p:spPr>
          <a:xfrm>
            <a:off x="7395642" y="6079745"/>
            <a:ext cx="2799116" cy="64633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4F291423-C1C9-1C02-6436-EDB65A686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04" y="1940576"/>
            <a:ext cx="11077591" cy="4351338"/>
          </a:xfrm>
        </p:spPr>
        <p:txBody>
          <a:bodyPr/>
          <a:lstStyle/>
          <a:p>
            <a:r>
              <a:rPr lang="en-IN" dirty="0"/>
              <a:t>Few examples of fitted lines while finding best parameters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F9A3F83-FC7B-6A91-F5CB-0B64494FC508}"/>
                  </a:ext>
                </a:extLst>
              </p14:cNvPr>
              <p14:cNvContentPartPr/>
              <p14:nvPr/>
            </p14:nvContentPartPr>
            <p14:xfrm>
              <a:off x="1717945" y="5562919"/>
              <a:ext cx="335052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F9A3F83-FC7B-6A91-F5CB-0B64494FC508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1700305" y="5544919"/>
                <a:ext cx="3386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CE57C42-38CC-7802-EBDA-851580B1B8A3}"/>
                  </a:ext>
                </a:extLst>
              </p14:cNvPr>
              <p14:cNvContentPartPr/>
              <p14:nvPr/>
            </p14:nvContentPartPr>
            <p14:xfrm>
              <a:off x="1442185" y="5562919"/>
              <a:ext cx="396720" cy="36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CE57C42-38CC-7802-EBDA-851580B1B8A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1424185" y="5544919"/>
                <a:ext cx="432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0B4B29CD-C229-5CD9-1C70-39D1654BD216}"/>
                  </a:ext>
                </a:extLst>
              </p14:cNvPr>
              <p14:cNvContentPartPr/>
              <p14:nvPr/>
            </p14:nvContentPartPr>
            <p14:xfrm>
              <a:off x="1436785" y="2948239"/>
              <a:ext cx="360" cy="31291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0B4B29CD-C229-5CD9-1C70-39D1654BD216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418785" y="2930599"/>
                <a:ext cx="36000" cy="31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EC7E095-F419-C311-5E68-F738E05AAC0C}"/>
                  </a:ext>
                </a:extLst>
              </p14:cNvPr>
              <p14:cNvContentPartPr/>
              <p14:nvPr/>
            </p14:nvContentPartPr>
            <p14:xfrm>
              <a:off x="1086505" y="2834119"/>
              <a:ext cx="3084840" cy="30848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EC7E095-F419-C311-5E68-F738E05AAC0C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068505" y="2816479"/>
                <a:ext cx="3120480" cy="312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B9B0B3C-7DAD-BC23-00ED-C2FC81339AD1}"/>
                  </a:ext>
                </a:extLst>
              </p14:cNvPr>
              <p14:cNvContentPartPr/>
              <p14:nvPr/>
            </p14:nvContentPartPr>
            <p14:xfrm>
              <a:off x="921625" y="5554999"/>
              <a:ext cx="954720" cy="3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B9B0B3C-7DAD-BC23-00ED-C2FC81339AD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903985" y="5536999"/>
                <a:ext cx="9903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CF4EADA3-02A6-654A-5E1D-538BABA569DE}"/>
                  </a:ext>
                </a:extLst>
              </p14:cNvPr>
              <p14:cNvContentPartPr/>
              <p14:nvPr/>
            </p14:nvContentPartPr>
            <p14:xfrm>
              <a:off x="1321225" y="2822239"/>
              <a:ext cx="834120" cy="31114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CF4EADA3-02A6-654A-5E1D-538BABA569DE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1303225" y="2804239"/>
                <a:ext cx="869760" cy="31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CA5B672-4754-20DE-945D-8EEC51108401}"/>
                  </a:ext>
                </a:extLst>
              </p14:cNvPr>
              <p14:cNvContentPartPr/>
              <p14:nvPr/>
            </p14:nvContentPartPr>
            <p14:xfrm>
              <a:off x="1036105" y="4513879"/>
              <a:ext cx="4241880" cy="1136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CA5B672-4754-20DE-945D-8EEC51108401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1018465" y="4495879"/>
                <a:ext cx="4277520" cy="11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5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CAEC643-7AD8-0ED1-EF7A-827BEB4E0F44}"/>
                  </a:ext>
                </a:extLst>
              </p14:cNvPr>
              <p14:cNvContentPartPr/>
              <p14:nvPr/>
            </p14:nvContentPartPr>
            <p14:xfrm>
              <a:off x="1236625" y="5417479"/>
              <a:ext cx="403920" cy="2332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CAEC643-7AD8-0ED1-EF7A-827BEB4E0F4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1218625" y="5309479"/>
                <a:ext cx="439560" cy="44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8D23ECFA-3855-7C92-046E-65E1310DCC85}"/>
                  </a:ext>
                </a:extLst>
              </p14:cNvPr>
              <p14:cNvContentPartPr/>
              <p14:nvPr/>
            </p14:nvContentPartPr>
            <p14:xfrm>
              <a:off x="1175425" y="3737719"/>
              <a:ext cx="3373920" cy="19479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8D23ECFA-3855-7C92-046E-65E1310DCC85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1157785" y="3720079"/>
                <a:ext cx="3409560" cy="198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DC0D3DFE-A619-62D6-1C88-78592A2BFD97}"/>
                  </a:ext>
                </a:extLst>
              </p14:cNvPr>
              <p14:cNvContentPartPr/>
              <p14:nvPr/>
            </p14:nvContentPartPr>
            <p14:xfrm>
              <a:off x="1374145" y="2932399"/>
              <a:ext cx="1578600" cy="27334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DC0D3DFE-A619-62D6-1C88-78592A2BFD97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1356145" y="2914399"/>
                <a:ext cx="1614240" cy="27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8D7F9AF-8B95-AECB-BBDD-A3B26B4D3107}"/>
                  </a:ext>
                </a:extLst>
              </p14:cNvPr>
              <p14:cNvContentPartPr/>
              <p14:nvPr/>
            </p14:nvContentPartPr>
            <p14:xfrm>
              <a:off x="7401265" y="4193119"/>
              <a:ext cx="360" cy="36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8D7F9AF-8B95-AECB-BBDD-A3B26B4D3107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7338625" y="413047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65C107D-5D51-F0BF-F9E0-2FB49F8C81BD}"/>
                  </a:ext>
                </a:extLst>
              </p14:cNvPr>
              <p14:cNvContentPartPr/>
              <p14:nvPr/>
            </p14:nvContentPartPr>
            <p14:xfrm>
              <a:off x="9648025" y="4153879"/>
              <a:ext cx="360" cy="36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65C107D-5D51-F0BF-F9E0-2FB49F8C81BD}"/>
                  </a:ext>
                </a:extLst>
              </p:cNvPr>
              <p:cNvPicPr/>
              <p:nvPr/>
            </p:nvPicPr>
            <p:blipFill>
              <a:blip r:embed="rId42"/>
              <a:stretch>
                <a:fillRect/>
              </a:stretch>
            </p:blipFill>
            <p:spPr>
              <a:xfrm>
                <a:off x="9585385" y="409087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C60427B-DBBD-D7E0-7AE9-13E5BB8034CF}"/>
                  </a:ext>
                </a:extLst>
              </p14:cNvPr>
              <p14:cNvContentPartPr/>
              <p14:nvPr/>
            </p14:nvContentPartPr>
            <p14:xfrm>
              <a:off x="7827145" y="4800439"/>
              <a:ext cx="360" cy="36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C60427B-DBBD-D7E0-7AE9-13E5BB8034C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764145" y="473743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E8F795F5-F32A-831A-79B0-6A568BC3CD1D}"/>
                  </a:ext>
                </a:extLst>
              </p14:cNvPr>
              <p14:cNvContentPartPr/>
              <p14:nvPr/>
            </p14:nvContentPartPr>
            <p14:xfrm>
              <a:off x="9364345" y="4800439"/>
              <a:ext cx="360" cy="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E8F795F5-F32A-831A-79B0-6A568BC3CD1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9301705" y="4737439"/>
                <a:ext cx="126000" cy="12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7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3A4A821B-7B91-8C44-EB2F-0205CBFBE49C}"/>
                  </a:ext>
                </a:extLst>
              </p14:cNvPr>
              <p14:cNvContentPartPr/>
              <p14:nvPr/>
            </p14:nvContentPartPr>
            <p14:xfrm>
              <a:off x="8670625" y="5525479"/>
              <a:ext cx="360" cy="3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3A4A821B-7B91-8C44-EB2F-0205CBFBE49C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8607625" y="5462479"/>
                <a:ext cx="126000" cy="126000"/>
              </a:xfrm>
              <a:prstGeom prst="rect">
                <a:avLst/>
              </a:prstGeom>
            </p:spPr>
          </p:pic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F31EE365-A87C-0D7F-FE2A-8B0B74915AF9}"/>
              </a:ext>
            </a:extLst>
          </p:cNvPr>
          <p:cNvSpPr txBox="1"/>
          <p:nvPr/>
        </p:nvSpPr>
        <p:spPr>
          <a:xfrm>
            <a:off x="1051784" y="3823787"/>
            <a:ext cx="97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9A2829F-E03F-AE5F-E5A5-2928EC1EA8C8}"/>
              </a:ext>
            </a:extLst>
          </p:cNvPr>
          <p:cNvSpPr txBox="1"/>
          <p:nvPr/>
        </p:nvSpPr>
        <p:spPr>
          <a:xfrm>
            <a:off x="2987466" y="5615350"/>
            <a:ext cx="97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7A830CF-ECE9-2D9F-A880-4013549B3C37}"/>
              </a:ext>
            </a:extLst>
          </p:cNvPr>
          <p:cNvGrpSpPr/>
          <p:nvPr/>
        </p:nvGrpSpPr>
        <p:grpSpPr>
          <a:xfrm>
            <a:off x="2611242" y="2593479"/>
            <a:ext cx="755280" cy="327240"/>
            <a:chOff x="2611242" y="2593479"/>
            <a:chExt cx="755280" cy="327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4208B7C-447F-0531-D884-5F688B091F4B}"/>
                    </a:ext>
                  </a:extLst>
                </p14:cNvPr>
                <p14:cNvContentPartPr/>
                <p14:nvPr/>
              </p14:nvContentPartPr>
              <p14:xfrm>
                <a:off x="2611242" y="2593479"/>
                <a:ext cx="700200" cy="227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4208B7C-447F-0531-D884-5F688B091F4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2593242" y="2575479"/>
                  <a:ext cx="73584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D1069DC-9831-91C9-6DF9-C69D07E3C3B6}"/>
                    </a:ext>
                  </a:extLst>
                </p14:cNvPr>
                <p14:cNvContentPartPr/>
                <p14:nvPr/>
              </p14:nvContentPartPr>
              <p14:xfrm>
                <a:off x="3229002" y="2726319"/>
                <a:ext cx="137520" cy="194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D1069DC-9831-91C9-6DF9-C69D07E3C3B6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3211362" y="2708319"/>
                  <a:ext cx="173160" cy="23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D081633-29B1-CC9B-96CE-C90535EF051E}"/>
              </a:ext>
            </a:extLst>
          </p:cNvPr>
          <p:cNvGrpSpPr/>
          <p:nvPr/>
        </p:nvGrpSpPr>
        <p:grpSpPr>
          <a:xfrm>
            <a:off x="5094862" y="3832795"/>
            <a:ext cx="663840" cy="1120320"/>
            <a:chOff x="4962762" y="3492759"/>
            <a:chExt cx="663840" cy="1120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D1D8984-CE4D-C458-CB43-2B3C55D563E1}"/>
                    </a:ext>
                  </a:extLst>
                </p14:cNvPr>
                <p14:cNvContentPartPr/>
                <p14:nvPr/>
              </p14:nvContentPartPr>
              <p14:xfrm>
                <a:off x="4995162" y="3511479"/>
                <a:ext cx="631440" cy="11016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D1D8984-CE4D-C458-CB43-2B3C55D563E1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4977162" y="3493479"/>
                  <a:ext cx="667080" cy="11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CB2B6FE-E408-2D8E-7A15-0DCE68549C97}"/>
                    </a:ext>
                  </a:extLst>
                </p14:cNvPr>
                <p14:cNvContentPartPr/>
                <p14:nvPr/>
              </p14:nvContentPartPr>
              <p14:xfrm>
                <a:off x="4999842" y="3550359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CB2B6FE-E408-2D8E-7A15-0DCE68549C9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4982202" y="3532359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ADA0BB3-0B59-1D2E-A902-0CA6D45AB5A8}"/>
                    </a:ext>
                  </a:extLst>
                </p14:cNvPr>
                <p14:cNvContentPartPr/>
                <p14:nvPr/>
              </p14:nvContentPartPr>
              <p14:xfrm>
                <a:off x="4962762" y="3550359"/>
                <a:ext cx="37440" cy="1292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ADA0BB3-0B59-1D2E-A902-0CA6D45AB5A8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4945122" y="3532359"/>
                  <a:ext cx="730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C8E93A0-08E7-3A84-CB2C-32421685C5DF}"/>
                    </a:ext>
                  </a:extLst>
                </p14:cNvPr>
                <p14:cNvContentPartPr/>
                <p14:nvPr/>
              </p14:nvContentPartPr>
              <p14:xfrm>
                <a:off x="5008122" y="3492759"/>
                <a:ext cx="155880" cy="36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C8E93A0-08E7-3A84-CB2C-32421685C5DF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4990122" y="3474759"/>
                  <a:ext cx="191520" cy="39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9C427AF7-A6A5-030A-CA9F-901C8C6EB838}"/>
              </a:ext>
            </a:extLst>
          </p:cNvPr>
          <p:cNvSpPr/>
          <p:nvPr/>
        </p:nvSpPr>
        <p:spPr>
          <a:xfrm>
            <a:off x="4397294" y="2609233"/>
            <a:ext cx="2096250" cy="646331"/>
          </a:xfrm>
          <a:prstGeom prst="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8ED8EA8-3918-96D2-A9B8-0E801AE5E61E}"/>
              </a:ext>
            </a:extLst>
          </p:cNvPr>
          <p:cNvSpPr txBox="1"/>
          <p:nvPr/>
        </p:nvSpPr>
        <p:spPr>
          <a:xfrm>
            <a:off x="4406065" y="2585464"/>
            <a:ext cx="28730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Regression line with minimum cost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C16164C-3BF5-1102-6B55-688248E98F63}"/>
              </a:ext>
            </a:extLst>
          </p:cNvPr>
          <p:cNvGrpSpPr/>
          <p:nvPr/>
        </p:nvGrpSpPr>
        <p:grpSpPr>
          <a:xfrm>
            <a:off x="9703602" y="4250199"/>
            <a:ext cx="281160" cy="737280"/>
            <a:chOff x="9703602" y="4250199"/>
            <a:chExt cx="281160" cy="73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D42DFFE-EA84-1025-5CFA-80E26C046872}"/>
                    </a:ext>
                  </a:extLst>
                </p14:cNvPr>
                <p14:cNvContentPartPr/>
                <p14:nvPr/>
              </p14:nvContentPartPr>
              <p14:xfrm>
                <a:off x="9751122" y="4250199"/>
                <a:ext cx="233640" cy="7372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D42DFFE-EA84-1025-5CFA-80E26C046872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9733482" y="4232559"/>
                  <a:ext cx="269280" cy="7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7257182-7EA1-D3F0-12C4-F8D8ECB4AB2D}"/>
                    </a:ext>
                  </a:extLst>
                </p14:cNvPr>
                <p14:cNvContentPartPr/>
                <p14:nvPr/>
              </p14:nvContentPartPr>
              <p14:xfrm>
                <a:off x="9703602" y="4827279"/>
                <a:ext cx="151200" cy="1587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7257182-7EA1-D3F0-12C4-F8D8ECB4AB2D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9685962" y="4809279"/>
                  <a:ext cx="18684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309A9002-FEF8-12F7-3897-8210F7B80832}"/>
              </a:ext>
            </a:extLst>
          </p:cNvPr>
          <p:cNvGrpSpPr/>
          <p:nvPr/>
        </p:nvGrpSpPr>
        <p:grpSpPr>
          <a:xfrm>
            <a:off x="7378362" y="4530639"/>
            <a:ext cx="338760" cy="585000"/>
            <a:chOff x="7378362" y="4530639"/>
            <a:chExt cx="338760" cy="58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CEB76BE-1B80-CF6A-93D1-FD0F36C08425}"/>
                    </a:ext>
                  </a:extLst>
                </p14:cNvPr>
                <p14:cNvContentPartPr/>
                <p14:nvPr/>
              </p14:nvContentPartPr>
              <p14:xfrm>
                <a:off x="7378362" y="4530639"/>
                <a:ext cx="318240" cy="5817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CEB76BE-1B80-CF6A-93D1-FD0F36C08425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60362" y="4512639"/>
                  <a:ext cx="353880" cy="61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3E4A229-5F89-4F86-B970-FC61904C15F2}"/>
                    </a:ext>
                  </a:extLst>
                </p14:cNvPr>
                <p14:cNvContentPartPr/>
                <p14:nvPr/>
              </p14:nvContentPartPr>
              <p14:xfrm>
                <a:off x="7619562" y="5082519"/>
                <a:ext cx="64080" cy="68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3E4A229-5F89-4F86-B970-FC61904C15F2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601562" y="5064519"/>
                  <a:ext cx="99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63FF9BE-3AB0-42F1-2655-596ABCCBCE4C}"/>
                    </a:ext>
                  </a:extLst>
                </p14:cNvPr>
                <p14:cNvContentPartPr/>
                <p14:nvPr/>
              </p14:nvContentPartPr>
              <p14:xfrm>
                <a:off x="7702002" y="5024919"/>
                <a:ext cx="8640" cy="788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63FF9BE-3AB0-42F1-2655-596ABCCBCE4C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684362" y="5006919"/>
                  <a:ext cx="4428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C279089-77B6-390F-64D0-042D032126B7}"/>
                    </a:ext>
                  </a:extLst>
                </p14:cNvPr>
                <p14:cNvContentPartPr/>
                <p14:nvPr/>
              </p14:nvContentPartPr>
              <p14:xfrm>
                <a:off x="7568442" y="5065959"/>
                <a:ext cx="48600" cy="34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C279089-77B6-390F-64D0-042D032126B7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7550442" y="5048319"/>
                  <a:ext cx="84240" cy="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1097A98-9765-1E98-B694-A4CD13F96DC4}"/>
                    </a:ext>
                  </a:extLst>
                </p14:cNvPr>
                <p14:cNvContentPartPr/>
                <p14:nvPr/>
              </p14:nvContentPartPr>
              <p14:xfrm>
                <a:off x="7710282" y="4950399"/>
                <a:ext cx="6840" cy="47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1097A98-9765-1E98-B694-A4CD13F96DC4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692282" y="4932759"/>
                  <a:ext cx="424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CF3C02E-7792-6AC6-0AFC-3341EC0292F9}"/>
                    </a:ext>
                  </a:extLst>
                </p14:cNvPr>
                <p14:cNvContentPartPr/>
                <p14:nvPr/>
              </p14:nvContentPartPr>
              <p14:xfrm>
                <a:off x="7636122" y="5098719"/>
                <a:ext cx="25560" cy="169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CF3C02E-7792-6AC6-0AFC-3341EC0292F9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618482" y="5081079"/>
                  <a:ext cx="61200" cy="52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7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427C0B1D-3269-A7CB-50C8-DB19DC08F3D3}"/>
                  </a:ext>
                </a:extLst>
              </p14:cNvPr>
              <p14:cNvContentPartPr/>
              <p14:nvPr/>
            </p14:nvContentPartPr>
            <p14:xfrm>
              <a:off x="1087200" y="2864880"/>
              <a:ext cx="8844120" cy="30614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427C0B1D-3269-A7CB-50C8-DB19DC08F3D3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1077840" y="2855520"/>
                <a:ext cx="8862840" cy="3080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4458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Gradient Descent algorithm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2D71D9-CCA2-17FA-9872-9E0B091AB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9089" y="2055813"/>
            <a:ext cx="10993821" cy="435133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endParaRPr lang="en-IN" sz="3200"/>
          </a:p>
          <a:p>
            <a:pPr>
              <a:buFont typeface="Wingdings" panose="05000000000000000000" pitchFamily="2" charset="2"/>
              <a:buChar char="Ø"/>
            </a:pPr>
            <a:endParaRPr lang="en-IN" sz="2000"/>
          </a:p>
          <a:p>
            <a:pPr>
              <a:buFont typeface="Wingdings" panose="05000000000000000000" pitchFamily="2" charset="2"/>
              <a:buChar char="Ø"/>
            </a:pPr>
            <a:endParaRPr lang="en-IN" sz="2000"/>
          </a:p>
          <a:p>
            <a:pPr marL="0" indent="0">
              <a:buNone/>
            </a:pPr>
            <a:endParaRPr lang="en-IN" sz="2000"/>
          </a:p>
          <a:p>
            <a:endParaRPr lang="en-IN"/>
          </a:p>
          <a:p>
            <a:endParaRPr lang="en-IN"/>
          </a:p>
          <a:p>
            <a:endParaRPr lang="en-IN" dirty="0"/>
          </a:p>
        </p:txBody>
      </p:sp>
      <p:pic>
        <p:nvPicPr>
          <p:cNvPr id="6" name="Picture 5" descr="Chart, surface chart&#10;&#10;Description automatically generated">
            <a:extLst>
              <a:ext uri="{FF2B5EF4-FFF2-40B4-BE49-F238E27FC236}">
                <a16:creationId xmlns:a16="http://schemas.microsoft.com/office/drawing/2014/main" id="{297C196D-586A-2DA5-2B5B-E83D04A8F0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294" y="2317044"/>
            <a:ext cx="10019489" cy="3828876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A44A86EB-DDFD-3CEE-3FAC-F1F1C70D013B}"/>
                  </a:ext>
                </a:extLst>
              </p14:cNvPr>
              <p14:cNvContentPartPr/>
              <p14:nvPr/>
            </p14:nvContentPartPr>
            <p14:xfrm>
              <a:off x="342720" y="763560"/>
              <a:ext cx="11687760" cy="55522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A44A86EB-DDFD-3CEE-3FAC-F1F1C70D013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3360" y="754200"/>
                <a:ext cx="11706480" cy="55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3EC6DB-B6A7-03F4-DB63-9CB2417E401A}"/>
                  </a:ext>
                </a:extLst>
              </p14:cNvPr>
              <p14:cNvContentPartPr/>
              <p14:nvPr/>
            </p14:nvContentPartPr>
            <p14:xfrm>
              <a:off x="3565800" y="119880"/>
              <a:ext cx="4792320" cy="4572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3EC6DB-B6A7-03F4-DB63-9CB2417E401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56440" y="110520"/>
                <a:ext cx="4811040" cy="475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21702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Gradient Descent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2D71D9-CCA2-17FA-9872-9E0B091AB6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4779" y="2055813"/>
                <a:ext cx="10993821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IN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≔</m:t>
                    </m:r>
                    <m:sSub>
                      <m:sSubPr>
                        <m:ctrlPr>
                          <a:rPr lang="en-US" sz="240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sz="2400" i="1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202122"/>
                            </a:solidFill>
                          </a:rPr>
                          <m:t>J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202122"/>
                            </a:solidFill>
                          </a:rPr>
                          <m:t>(</m:t>
                        </m:r>
                        <m:r>
                          <a:rPr lang="en-US" sz="24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m:rPr>
                            <m:nor/>
                          </m:rPr>
                          <a:rPr lang="en-US" sz="2400" dirty="0">
                            <a:solidFill>
                              <a:srgbClr val="202122"/>
                            </a:solidFill>
                          </a:rPr>
                          <m:t>)</m:t>
                        </m:r>
                      </m:num>
                      <m:den>
                        <m:r>
                          <a:rPr lang="en-US" sz="240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den>
                    </m:f>
                  </m:oMath>
                </a14:m>
                <a:r>
                  <a:rPr lang="en-IN" sz="2400" dirty="0"/>
                  <a:t>	Repeat until convergence </a:t>
                </a:r>
              </a:p>
              <a:p>
                <a:pPr marL="0" indent="0">
                  <a:buNone/>
                </a:pPr>
                <a:r>
                  <a:rPr lang="en-IN" sz="2400" dirty="0"/>
                  <a:t>			For i = 0 and i = 1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sz="2400" dirty="0"/>
                  <a:t> is learning rate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:r>
                  <a:rPr lang="en-IN" sz="2400" dirty="0"/>
                  <a:t>Parameters are updated based on gradient of cost function and learning rate</a:t>
                </a:r>
              </a:p>
              <a:p>
                <a:pPr marL="0" indent="0">
                  <a:buNone/>
                </a:pPr>
                <a:endParaRPr lang="en-IN" sz="24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i="0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rgbClr val="202122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2400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dirty="0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/>
                  <a:t>should be updated simultaneously after each gradient calculation 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2D71D9-CCA2-17FA-9872-9E0B091AB6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4779" y="2055813"/>
                <a:ext cx="10993821" cy="4351338"/>
              </a:xfrm>
              <a:blipFill>
                <a:blip r:embed="rId2"/>
                <a:stretch>
                  <a:fillRect l="-8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5D18337-60A6-D567-CFC3-9109C42EAC9F}"/>
                  </a:ext>
                </a:extLst>
              </p14:cNvPr>
              <p14:cNvContentPartPr/>
              <p14:nvPr/>
            </p14:nvContentPartPr>
            <p14:xfrm>
              <a:off x="865800" y="219960"/>
              <a:ext cx="11114640" cy="38685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5D18337-60A6-D567-CFC3-9109C42EAC9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56440" y="210600"/>
                <a:ext cx="11133360" cy="388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8479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1E272-B3E3-FE6F-C734-176119321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27AE69-6023-8FE0-81EA-616FF9006D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7A0DFC3-C8C6-299B-1AB6-856AB0ADE789}"/>
                  </a:ext>
                </a:extLst>
              </p14:cNvPr>
              <p14:cNvContentPartPr/>
              <p14:nvPr/>
            </p14:nvContentPartPr>
            <p14:xfrm>
              <a:off x="356400" y="317880"/>
              <a:ext cx="11309760" cy="62416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7A0DFC3-C8C6-299B-1AB6-856AB0ADE78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7040" y="308520"/>
                <a:ext cx="11328480" cy="6260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140767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03708-6F24-DE1B-2F99-B6216250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85491-048F-EA6E-853F-7BA60A2DEA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CF5099A-2265-C07F-CF25-67753E5491DF}"/>
                  </a:ext>
                </a:extLst>
              </p14:cNvPr>
              <p14:cNvContentPartPr/>
              <p14:nvPr/>
            </p14:nvContentPartPr>
            <p14:xfrm>
              <a:off x="532080" y="309600"/>
              <a:ext cx="7591320" cy="3949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CF5099A-2265-C07F-CF25-67753E5491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2720" y="300240"/>
                <a:ext cx="7610040" cy="3968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627310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33F33-56A5-BEC8-AA03-CD0F12002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6B732-08A4-9E7C-A7F2-9886DF360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2738FC0-DA44-83E6-B994-38F66B106DA5}"/>
                  </a:ext>
                </a:extLst>
              </p14:cNvPr>
              <p14:cNvContentPartPr/>
              <p14:nvPr/>
            </p14:nvContentPartPr>
            <p14:xfrm>
              <a:off x="374760" y="92160"/>
              <a:ext cx="9582120" cy="45849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2738FC0-DA44-83E6-B994-38F66B106DA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5400" y="82800"/>
                <a:ext cx="9600840" cy="4603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9832315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0E5518-6E3E-232C-21DD-2E870FA33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3AD7B8-0F1C-8779-7CA4-573326BFC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B67FCF8-7720-43A2-87AE-60117C4F9129}"/>
                  </a:ext>
                </a:extLst>
              </p14:cNvPr>
              <p14:cNvContentPartPr/>
              <p14:nvPr/>
            </p14:nvContentPartPr>
            <p14:xfrm>
              <a:off x="112320" y="141840"/>
              <a:ext cx="11656080" cy="5128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B67FCF8-7720-43A2-87AE-60117C4F912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2960" y="132480"/>
                <a:ext cx="11674800" cy="5147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389521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80308-76D7-7FA3-32CE-84DB2F11C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7AEC5F-A4ED-2D65-C801-EB28939FDB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AF95DE1-4F42-AEED-3955-296091DF73C1}"/>
                  </a:ext>
                </a:extLst>
              </p14:cNvPr>
              <p14:cNvContentPartPr/>
              <p14:nvPr/>
            </p14:nvContentPartPr>
            <p14:xfrm>
              <a:off x="1055160" y="207000"/>
              <a:ext cx="10804320" cy="3507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AF95DE1-4F42-AEED-3955-296091DF73C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5800" y="197640"/>
                <a:ext cx="10823040" cy="352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537908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53CFC-5522-FE93-3AB9-593376E0E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B4269-E289-7F5C-7C83-FB2DE254CB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6365EA4-E46F-A980-13AB-502F83815367}"/>
                  </a:ext>
                </a:extLst>
              </p14:cNvPr>
              <p14:cNvContentPartPr/>
              <p14:nvPr/>
            </p14:nvContentPartPr>
            <p14:xfrm>
              <a:off x="427680" y="158760"/>
              <a:ext cx="10494000" cy="5049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6365EA4-E46F-A980-13AB-502F8381536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8320" y="149400"/>
                <a:ext cx="10512720" cy="5067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09186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Gradient Descent algorithm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2D71D9-CCA2-17FA-9872-9E0B091AB6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4780" y="2055813"/>
                <a:ext cx="616670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Too small learning rate (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sz="2000" dirty="0"/>
                  <a:t>) – gradient descent is slow to optimize</a:t>
                </a:r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Too large learning rate (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202122"/>
                        </a:solidFill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IN" sz="2000" dirty="0"/>
                  <a:t>) – gradient descent may fail to converge due to large updates in parameter value for every gradient</a:t>
                </a:r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pPr marL="0" indent="0">
                  <a:buNone/>
                </a:pPr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2D71D9-CCA2-17FA-9872-9E0B091AB6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4780" y="2055813"/>
                <a:ext cx="6166707" cy="4351338"/>
              </a:xfrm>
              <a:blipFill>
                <a:blip r:embed="rId2"/>
                <a:stretch>
                  <a:fillRect l="-9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5D4A97B-4609-0C13-7AE0-BCD8FF125429}"/>
                  </a:ext>
                </a:extLst>
              </p14:cNvPr>
              <p14:cNvContentPartPr/>
              <p14:nvPr/>
            </p14:nvContentPartPr>
            <p14:xfrm>
              <a:off x="8133145" y="2072719"/>
              <a:ext cx="360" cy="17028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5D4A97B-4609-0C13-7AE0-BCD8FF12542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15145" y="2055079"/>
                <a:ext cx="36000" cy="173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C68B9F0-D439-CED0-2CE5-858910DDED7D}"/>
                  </a:ext>
                </a:extLst>
              </p14:cNvPr>
              <p14:cNvContentPartPr/>
              <p14:nvPr/>
            </p14:nvContentPartPr>
            <p14:xfrm>
              <a:off x="8133145" y="4500919"/>
              <a:ext cx="360" cy="1833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C68B9F0-D439-CED0-2CE5-858910DDED7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115145" y="4482919"/>
                <a:ext cx="36000" cy="18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6426B605-CA1C-A288-F33B-6A36DB0540BA}"/>
                  </a:ext>
                </a:extLst>
              </p14:cNvPr>
              <p14:cNvContentPartPr/>
              <p14:nvPr/>
            </p14:nvContentPartPr>
            <p14:xfrm>
              <a:off x="7669465" y="3493639"/>
              <a:ext cx="2538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6426B605-CA1C-A288-F33B-6A36DB0540B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51825" y="3475639"/>
                <a:ext cx="2574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02F5232-71C7-F168-D7BA-650E94484288}"/>
                  </a:ext>
                </a:extLst>
              </p14:cNvPr>
              <p14:cNvContentPartPr/>
              <p14:nvPr/>
            </p14:nvContentPartPr>
            <p14:xfrm>
              <a:off x="7835425" y="6024079"/>
              <a:ext cx="26625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02F5232-71C7-F168-D7BA-650E94484288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17425" y="6006079"/>
                <a:ext cx="26982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7B76D8E-0970-BAA6-1C5B-D233F9833200}"/>
                  </a:ext>
                </a:extLst>
              </p14:cNvPr>
              <p14:cNvContentPartPr/>
              <p14:nvPr/>
            </p14:nvContentPartPr>
            <p14:xfrm>
              <a:off x="8221345" y="2250919"/>
              <a:ext cx="1829520" cy="12337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7B76D8E-0970-BAA6-1C5B-D233F983320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03705" y="2233279"/>
                <a:ext cx="1865160" cy="12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24CC3384-2161-0412-0D3C-B9362BC63B6E}"/>
                  </a:ext>
                </a:extLst>
              </p14:cNvPr>
              <p14:cNvContentPartPr/>
              <p14:nvPr/>
            </p14:nvContentPartPr>
            <p14:xfrm>
              <a:off x="8251945" y="4780999"/>
              <a:ext cx="1829520" cy="123372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24CC3384-2161-0412-0D3C-B9362BC63B6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234305" y="4763359"/>
                <a:ext cx="1865160" cy="126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42B7FEE-8B80-A42E-92A2-A10C67277A05}"/>
                  </a:ext>
                </a:extLst>
              </p:cNvPr>
              <p:cNvSpPr txBox="1"/>
              <p:nvPr/>
            </p:nvSpPr>
            <p:spPr>
              <a:xfrm>
                <a:off x="7450785" y="2554787"/>
                <a:ext cx="9795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rgbClr val="202122"/>
                    </a:solidFill>
                  </a:rPr>
                  <a:t>J(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202122"/>
                    </a:solidFill>
                  </a:rPr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42B7FEE-8B80-A42E-92A2-A10C67277A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0785" y="2554787"/>
                <a:ext cx="979560" cy="369332"/>
              </a:xfrm>
              <a:prstGeom prst="rect">
                <a:avLst/>
              </a:prstGeom>
              <a:blipFill>
                <a:blip r:embed="rId14"/>
                <a:stretch>
                  <a:fillRect l="-4969" t="-8197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8DC4379-C908-0AC0-7593-0D1541DD8641}"/>
                  </a:ext>
                </a:extLst>
              </p:cNvPr>
              <p:cNvSpPr txBox="1"/>
              <p:nvPr/>
            </p:nvSpPr>
            <p:spPr>
              <a:xfrm>
                <a:off x="7524357" y="5088196"/>
                <a:ext cx="9795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800" dirty="0">
                    <a:solidFill>
                      <a:srgbClr val="202122"/>
                    </a:solidFill>
                  </a:rPr>
                  <a:t>J(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dirty="0">
                            <a:solidFill>
                              <a:srgbClr val="202122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800" dirty="0">
                    <a:solidFill>
                      <a:srgbClr val="202122"/>
                    </a:solidFill>
                  </a:rPr>
                  <a:t>)</a:t>
                </a:r>
                <a:endParaRPr lang="en-IN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38DC4379-C908-0AC0-7593-0D1541DD8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24357" y="5088196"/>
                <a:ext cx="979560" cy="369332"/>
              </a:xfrm>
              <a:prstGeom prst="rect">
                <a:avLst/>
              </a:prstGeom>
              <a:blipFill>
                <a:blip r:embed="rId15"/>
                <a:stretch>
                  <a:fillRect l="-4969" t="-10000" b="-2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6ACAC46-E779-2919-E9CA-28E9FE55B0AD}"/>
                  </a:ext>
                </a:extLst>
              </p:cNvPr>
              <p:cNvSpPr txBox="1"/>
              <p:nvPr/>
            </p:nvSpPr>
            <p:spPr>
              <a:xfrm>
                <a:off x="8752803" y="6182402"/>
                <a:ext cx="9795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dirty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6ACAC46-E779-2919-E9CA-28E9FE55B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2803" y="6182402"/>
                <a:ext cx="979560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2E210F-AAD5-BEB9-3CFB-8CE0DBE6D4E6}"/>
                  </a:ext>
                </a:extLst>
              </p:cNvPr>
              <p:cNvSpPr txBox="1"/>
              <p:nvPr/>
            </p:nvSpPr>
            <p:spPr>
              <a:xfrm>
                <a:off x="8815865" y="3618767"/>
                <a:ext cx="97956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US" dirty="0">
                              <a:solidFill>
                                <a:srgbClr val="202122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2E210F-AAD5-BEB9-3CFB-8CE0DBE6D4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5865" y="3618767"/>
                <a:ext cx="979560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96AD91DF-079A-AEF9-F5CF-3BE10D9F8271}"/>
              </a:ext>
            </a:extLst>
          </p:cNvPr>
          <p:cNvGrpSpPr/>
          <p:nvPr/>
        </p:nvGrpSpPr>
        <p:grpSpPr>
          <a:xfrm>
            <a:off x="8245105" y="2443159"/>
            <a:ext cx="851400" cy="1025280"/>
            <a:chOff x="8245105" y="2443159"/>
            <a:chExt cx="851400" cy="1025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AFEA624-96B9-3CF0-C488-006E58997430}"/>
                    </a:ext>
                  </a:extLst>
                </p14:cNvPr>
                <p14:cNvContentPartPr/>
                <p14:nvPr/>
              </p14:nvContentPartPr>
              <p14:xfrm>
                <a:off x="8245105" y="2443159"/>
                <a:ext cx="360" cy="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AFEA624-96B9-3CF0-C488-006E5899743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09105" y="240751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C44FD38-6C2E-B018-B9E5-300907D588A2}"/>
                    </a:ext>
                  </a:extLst>
                </p14:cNvPr>
                <p14:cNvContentPartPr/>
                <p14:nvPr/>
              </p14:nvContentPartPr>
              <p14:xfrm>
                <a:off x="8308105" y="2585359"/>
                <a:ext cx="360" cy="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C44FD38-6C2E-B018-B9E5-300907D588A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72465" y="254935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2BA729C-E1CF-3138-8ADB-D8044E9A9523}"/>
                    </a:ext>
                  </a:extLst>
                </p14:cNvPr>
                <p14:cNvContentPartPr/>
                <p14:nvPr/>
              </p14:nvContentPartPr>
              <p14:xfrm>
                <a:off x="8379025" y="2695519"/>
                <a:ext cx="360" cy="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2BA729C-E1CF-3138-8ADB-D8044E9A95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43025" y="265951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FB5BE02-E9CA-D2CB-9395-6EEE5555B77F}"/>
                    </a:ext>
                  </a:extLst>
                </p14:cNvPr>
                <p14:cNvContentPartPr/>
                <p14:nvPr/>
              </p14:nvContentPartPr>
              <p14:xfrm>
                <a:off x="8434105" y="2829439"/>
                <a:ext cx="360" cy="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FB5BE02-E9CA-D2CB-9395-6EEE5555B77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98465" y="279379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C8DED69-55FB-BCAB-A968-8F2C563DCCD3}"/>
                    </a:ext>
                  </a:extLst>
                </p14:cNvPr>
                <p14:cNvContentPartPr/>
                <p14:nvPr/>
              </p14:nvContentPartPr>
              <p14:xfrm>
                <a:off x="8497465" y="2955799"/>
                <a:ext cx="360" cy="3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C8DED69-55FB-BCAB-A968-8F2C563DCC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61465" y="291979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F528474-D713-E793-2690-385B698C8611}"/>
                    </a:ext>
                  </a:extLst>
                </p14:cNvPr>
                <p14:cNvContentPartPr/>
                <p14:nvPr/>
              </p14:nvContentPartPr>
              <p14:xfrm>
                <a:off x="8575945" y="3105559"/>
                <a:ext cx="360" cy="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F528474-D713-E793-2690-385B698C861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40305" y="306955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BEC62BA3-E856-1F3B-BE3D-AC432076A55E}"/>
                    </a:ext>
                  </a:extLst>
                </p14:cNvPr>
                <p14:cNvContentPartPr/>
                <p14:nvPr/>
              </p14:nvContentPartPr>
              <p14:xfrm>
                <a:off x="8678545" y="3207799"/>
                <a:ext cx="360" cy="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BEC62BA3-E856-1F3B-BE3D-AC432076A55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42545" y="317215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CA6C221-F421-4957-8F87-BB95C19F808D}"/>
                    </a:ext>
                  </a:extLst>
                </p14:cNvPr>
                <p14:cNvContentPartPr/>
                <p14:nvPr/>
              </p14:nvContentPartPr>
              <p14:xfrm>
                <a:off x="8741905" y="3271159"/>
                <a:ext cx="360" cy="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CA6C221-F421-4957-8F87-BB95C19F808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05905" y="323551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091BBC3-F67A-9932-1BBE-0A76A4C004B1}"/>
                    </a:ext>
                  </a:extLst>
                </p14:cNvPr>
                <p14:cNvContentPartPr/>
                <p14:nvPr/>
              </p14:nvContentPartPr>
              <p14:xfrm>
                <a:off x="8844145" y="3349639"/>
                <a:ext cx="360" cy="3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091BBC3-F67A-9932-1BBE-0A76A4C004B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808505" y="331399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3A46976-9968-E76B-5536-C51D03D85D9C}"/>
                    </a:ext>
                  </a:extLst>
                </p14:cNvPr>
                <p14:cNvContentPartPr/>
                <p14:nvPr/>
              </p14:nvContentPartPr>
              <p14:xfrm>
                <a:off x="8946385" y="3428839"/>
                <a:ext cx="360" cy="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3A46976-9968-E76B-5536-C51D03D85D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910745" y="339283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62C09F8-F41D-0E7B-6519-73EA465FB84F}"/>
                    </a:ext>
                  </a:extLst>
                </p14:cNvPr>
                <p14:cNvContentPartPr/>
                <p14:nvPr/>
              </p14:nvContentPartPr>
              <p14:xfrm>
                <a:off x="9096145" y="3468079"/>
                <a:ext cx="360" cy="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62C09F8-F41D-0E7B-6519-73EA465FB84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060505" y="343243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A345E84-0FD0-1203-8B87-CDEDCEE6FD36}"/>
                  </a:ext>
                </a:extLst>
              </p14:cNvPr>
              <p14:cNvContentPartPr/>
              <p14:nvPr/>
            </p14:nvContentPartPr>
            <p14:xfrm>
              <a:off x="8316025" y="5036959"/>
              <a:ext cx="360" cy="3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A345E84-0FD0-1203-8B87-CDEDCEE6FD3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280385" y="500095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212B402-CF39-B0A5-0C29-8040A3C06990}"/>
                  </a:ext>
                </a:extLst>
              </p14:cNvPr>
              <p14:cNvContentPartPr/>
              <p14:nvPr/>
            </p14:nvContentPartPr>
            <p14:xfrm>
              <a:off x="9742705" y="5430799"/>
              <a:ext cx="360" cy="36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212B402-CF39-B0A5-0C29-8040A3C0699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707065" y="539479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B83B879E-A89E-37D9-5C89-C0531C9D7C88}"/>
                  </a:ext>
                </a:extLst>
              </p14:cNvPr>
              <p14:cNvContentPartPr/>
              <p14:nvPr/>
            </p14:nvContentPartPr>
            <p14:xfrm>
              <a:off x="8592145" y="5564719"/>
              <a:ext cx="360" cy="3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B83B879E-A89E-37D9-5C89-C0531C9D7C8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556145" y="552907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9DC1AFB4-45CF-34BF-06B4-940227E83463}"/>
                  </a:ext>
                </a:extLst>
              </p14:cNvPr>
              <p14:cNvContentPartPr/>
              <p14:nvPr/>
            </p14:nvContentPartPr>
            <p14:xfrm>
              <a:off x="9545785" y="5706919"/>
              <a:ext cx="360" cy="3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9DC1AFB4-45CF-34BF-06B4-940227E8346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509785" y="567091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20B8B4C-7920-FA42-9858-AA62F3F16448}"/>
                  </a:ext>
                </a:extLst>
              </p14:cNvPr>
              <p14:cNvContentPartPr/>
              <p14:nvPr/>
            </p14:nvContentPartPr>
            <p14:xfrm>
              <a:off x="8725705" y="5746159"/>
              <a:ext cx="360" cy="36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20B8B4C-7920-FA42-9858-AA62F3F16448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690065" y="571051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AA46D88E-AA18-53A5-A386-E1A2897326C7}"/>
                  </a:ext>
                </a:extLst>
              </p14:cNvPr>
              <p14:cNvContentPartPr/>
              <p14:nvPr/>
            </p14:nvContentPartPr>
            <p14:xfrm>
              <a:off x="8394505" y="5052439"/>
              <a:ext cx="1078200" cy="2689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AA46D88E-AA18-53A5-A386-E1A2897326C7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8385865" y="5043439"/>
                <a:ext cx="1095840" cy="28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0BBB5872-0BD1-0CA8-E212-BC9D9AEF0107}"/>
              </a:ext>
            </a:extLst>
          </p:cNvPr>
          <p:cNvGrpSpPr/>
          <p:nvPr/>
        </p:nvGrpSpPr>
        <p:grpSpPr>
          <a:xfrm>
            <a:off x="8702305" y="5265559"/>
            <a:ext cx="883080" cy="562680"/>
            <a:chOff x="8702305" y="5265559"/>
            <a:chExt cx="883080" cy="562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399C020-EA07-18B7-FE7F-206842C6F7C6}"/>
                    </a:ext>
                  </a:extLst>
                </p14:cNvPr>
                <p14:cNvContentPartPr/>
                <p14:nvPr/>
              </p14:nvContentPartPr>
              <p14:xfrm>
                <a:off x="9383785" y="5265559"/>
                <a:ext cx="126360" cy="1065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399C020-EA07-18B7-FE7F-206842C6F7C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75145" y="5256559"/>
                  <a:ext cx="1440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0618FDF-D3A7-5E47-C2B2-3AD7A6A315A3}"/>
                    </a:ext>
                  </a:extLst>
                </p14:cNvPr>
                <p14:cNvContentPartPr/>
                <p14:nvPr/>
              </p14:nvContentPartPr>
              <p14:xfrm>
                <a:off x="8781865" y="5446639"/>
                <a:ext cx="803520" cy="102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0618FDF-D3A7-5E47-C2B2-3AD7A6A315A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773225" y="5437999"/>
                  <a:ext cx="82116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0EE7D896-1C7A-1727-70B6-CDEEC2448D6F}"/>
                    </a:ext>
                  </a:extLst>
                </p14:cNvPr>
                <p14:cNvContentPartPr/>
                <p14:nvPr/>
              </p14:nvContentPartPr>
              <p14:xfrm>
                <a:off x="8741185" y="5494159"/>
                <a:ext cx="97920" cy="116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0EE7D896-1C7A-1727-70B6-CDEEC2448D6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732545" y="5485159"/>
                  <a:ext cx="1155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19CD04E0-B6AD-16B8-DF68-FD5CE7D49970}"/>
                    </a:ext>
                  </a:extLst>
                </p14:cNvPr>
                <p14:cNvContentPartPr/>
                <p14:nvPr/>
              </p14:nvContentPartPr>
              <p14:xfrm>
                <a:off x="8702305" y="5572639"/>
                <a:ext cx="649080" cy="874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19CD04E0-B6AD-16B8-DF68-FD5CE7D4997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693305" y="5563999"/>
                  <a:ext cx="6667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49D026A-8BF6-87BF-0BBE-1EE1110C65B9}"/>
                    </a:ext>
                  </a:extLst>
                </p14:cNvPr>
                <p14:cNvContentPartPr/>
                <p14:nvPr/>
              </p14:nvContentPartPr>
              <p14:xfrm>
                <a:off x="9272905" y="5596399"/>
                <a:ext cx="69480" cy="104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49D026A-8BF6-87BF-0BBE-1EE1110C65B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264265" y="5587759"/>
                  <a:ext cx="8712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BF38C4E-6F08-A841-8876-10CB75B8812B}"/>
                    </a:ext>
                  </a:extLst>
                </p14:cNvPr>
                <p14:cNvContentPartPr/>
                <p14:nvPr/>
              </p14:nvContentPartPr>
              <p14:xfrm>
                <a:off x="8899945" y="5714479"/>
                <a:ext cx="527760" cy="2448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BF38C4E-6F08-A841-8876-10CB75B8812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890945" y="5705839"/>
                  <a:ext cx="54540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93C3D5A-5AFF-61C2-5BFD-800F3A7BA35B}"/>
                    </a:ext>
                  </a:extLst>
                </p14:cNvPr>
                <p14:cNvContentPartPr/>
                <p14:nvPr/>
              </p14:nvContentPartPr>
              <p14:xfrm>
                <a:off x="8872945" y="5651479"/>
                <a:ext cx="154080" cy="1767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93C3D5A-5AFF-61C2-5BFD-800F3A7BA35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863945" y="5642839"/>
                  <a:ext cx="171720" cy="19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48C623D6-9A41-8285-60B8-5B957A82C730}"/>
              </a:ext>
            </a:extLst>
          </p:cNvPr>
          <p:cNvGrpSpPr/>
          <p:nvPr/>
        </p:nvGrpSpPr>
        <p:grpSpPr>
          <a:xfrm>
            <a:off x="8323945" y="2380519"/>
            <a:ext cx="307440" cy="438840"/>
            <a:chOff x="8323945" y="2380519"/>
            <a:chExt cx="307440" cy="43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81EA285-A1AB-9AA5-08F5-FD4F18A33451}"/>
                    </a:ext>
                  </a:extLst>
                </p14:cNvPr>
                <p14:cNvContentPartPr/>
                <p14:nvPr/>
              </p14:nvContentPartPr>
              <p14:xfrm>
                <a:off x="8323945" y="2380519"/>
                <a:ext cx="86760" cy="1332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81EA285-A1AB-9AA5-08F5-FD4F18A3345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314945" y="2371519"/>
                  <a:ext cx="10440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5F2F1D9-B802-01F6-4C49-C74049317B77}"/>
                    </a:ext>
                  </a:extLst>
                </p14:cNvPr>
                <p14:cNvContentPartPr/>
                <p14:nvPr/>
              </p14:nvContentPartPr>
              <p14:xfrm>
                <a:off x="8355625" y="2498239"/>
                <a:ext cx="50400" cy="50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5F2F1D9-B802-01F6-4C49-C74049317B7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346625" y="2489599"/>
                  <a:ext cx="680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4DDF846-D5F6-D664-E58F-88CA7AEA7A6E}"/>
                    </a:ext>
                  </a:extLst>
                </p14:cNvPr>
                <p14:cNvContentPartPr/>
                <p14:nvPr/>
              </p14:nvContentPartPr>
              <p14:xfrm>
                <a:off x="8410705" y="2435599"/>
                <a:ext cx="8640" cy="1018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4DDF846-D5F6-D664-E58F-88CA7AEA7A6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01705" y="2426599"/>
                  <a:ext cx="2628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9768C4E-F32A-4B8E-B9FB-EE7291E44DB0}"/>
                    </a:ext>
                  </a:extLst>
                </p14:cNvPr>
                <p14:cNvContentPartPr/>
                <p14:nvPr/>
              </p14:nvContentPartPr>
              <p14:xfrm>
                <a:off x="8450305" y="2585359"/>
                <a:ext cx="67680" cy="86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9768C4E-F32A-4B8E-B9FB-EE7291E44DB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41305" y="2576359"/>
                  <a:ext cx="85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2966B9C-0723-06E9-BDB1-FE24C1F7DDE1}"/>
                    </a:ext>
                  </a:extLst>
                </p14:cNvPr>
                <p14:cNvContentPartPr/>
                <p14:nvPr/>
              </p14:nvContentPartPr>
              <p14:xfrm>
                <a:off x="8465785" y="2672119"/>
                <a:ext cx="32400" cy="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2966B9C-0723-06E9-BDB1-FE24C1F7DDE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56785" y="2663119"/>
                  <a:ext cx="500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45AE27D3-6118-E6F4-28FF-9DCC7B8BCD80}"/>
                    </a:ext>
                  </a:extLst>
                </p14:cNvPr>
                <p14:cNvContentPartPr/>
                <p14:nvPr/>
              </p14:nvContentPartPr>
              <p14:xfrm>
                <a:off x="8516185" y="2585359"/>
                <a:ext cx="20880" cy="561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45AE27D3-6118-E6F4-28FF-9DCC7B8BCD8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507185" y="2576359"/>
                  <a:ext cx="385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32574B7E-6D4F-4FAE-73F1-92A3258B48C6}"/>
                    </a:ext>
                  </a:extLst>
                </p14:cNvPr>
                <p14:cNvContentPartPr/>
                <p14:nvPr/>
              </p14:nvContentPartPr>
              <p14:xfrm>
                <a:off x="8536705" y="2734759"/>
                <a:ext cx="73440" cy="8424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32574B7E-6D4F-4FAE-73F1-92A3258B48C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527705" y="2726119"/>
                  <a:ext cx="9108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8038610-1D14-A6EB-C5D8-749272C009CC}"/>
                    </a:ext>
                  </a:extLst>
                </p14:cNvPr>
                <p14:cNvContentPartPr/>
                <p14:nvPr/>
              </p14:nvContentPartPr>
              <p14:xfrm>
                <a:off x="8568025" y="2813959"/>
                <a:ext cx="29520" cy="3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8038610-1D14-A6EB-C5D8-749272C009C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559385" y="2804959"/>
                  <a:ext cx="47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30E6B8AE-F99A-1A2D-DEBE-3D2F3EF3C708}"/>
                    </a:ext>
                  </a:extLst>
                </p14:cNvPr>
                <p14:cNvContentPartPr/>
                <p14:nvPr/>
              </p14:nvContentPartPr>
              <p14:xfrm>
                <a:off x="8616985" y="2734759"/>
                <a:ext cx="14400" cy="84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30E6B8AE-F99A-1A2D-DEBE-3D2F3EF3C70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07985" y="2726119"/>
                  <a:ext cx="32040" cy="102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481447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4458E-C87C-4103-5059-0D5C796E9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9DF3C-8068-5FB0-F803-E1EB4712F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50651C6-F9C9-6504-C9EE-9265740519CF}"/>
                  </a:ext>
                </a:extLst>
              </p14:cNvPr>
              <p14:cNvContentPartPr/>
              <p14:nvPr/>
            </p14:nvContentPartPr>
            <p14:xfrm>
              <a:off x="229680" y="156600"/>
              <a:ext cx="11226240" cy="568008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50651C6-F9C9-6504-C9EE-9265740519C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0320" y="147240"/>
                <a:ext cx="11244960" cy="569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86084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4FDA-5AC6-4FA2-D6A0-4675A20D6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5262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r>
              <a:rPr lang="en-IN" sz="4800" dirty="0">
                <a:solidFill>
                  <a:srgbClr val="00B0F0"/>
                </a:solidFill>
              </a:rPr>
              <a:t>Multiple Linear Regression</a:t>
            </a:r>
            <a:endParaRPr lang="en-IN" sz="4800" dirty="0"/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45312702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Types of Linear Regression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12D71D9-CCA2-17FA-9872-9E0B091AB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7255" y="2141537"/>
            <a:ext cx="1095440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/>
              <a:t>Simple Linear Regression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It consists of single independent variable (feature) and single dependant (output) variable e.g., house price prediction based on carpet area of house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Multiple Linear Regression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It consists of multiple independent variables (features) and single dependant (output) variable e.g., house price prediction based on carpet area of house, city, locality, distance to best schools etc.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0" indent="0">
              <a:buNone/>
            </a:pPr>
            <a:r>
              <a:rPr lang="en-IN" sz="2000" b="1" dirty="0"/>
              <a:t>Multivariate Linear Regression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000" dirty="0"/>
              <a:t>It consists of multiple independent variables (features) and multiple dependant (output) variables e.g., temperature and humidity prediction based on city, season, month, rainfall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000" dirty="0"/>
          </a:p>
          <a:p>
            <a:pPr>
              <a:buFont typeface="Wingdings" panose="05000000000000000000" pitchFamily="2" charset="2"/>
              <a:buChar char="Ø"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B1C6235-5062-8368-9DD3-057C950FAEB8}"/>
                  </a:ext>
                </a:extLst>
              </p14:cNvPr>
              <p14:cNvContentPartPr/>
              <p14:nvPr/>
            </p14:nvContentPartPr>
            <p14:xfrm>
              <a:off x="4182120" y="1942200"/>
              <a:ext cx="7722000" cy="42267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B1C6235-5062-8368-9DD3-057C950FAE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172760" y="1932840"/>
                <a:ext cx="7740720" cy="424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224322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Multiple linear regression?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4FDA-5AC6-4FA2-D6A0-4675A20D6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055813"/>
                <a:ext cx="10812517" cy="4526290"/>
              </a:xfrm>
            </p:spPr>
            <p:txBody>
              <a:bodyPr>
                <a:normAutofit lnSpcReduction="10000"/>
              </a:bodyPr>
              <a:lstStyle/>
              <a:p>
                <a:pPr marL="228600" marR="0" lvl="0" indent="-22860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I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Linear regression with multiple features and single output value is called as multiple linear regression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I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28600" marR="0" lvl="0" indent="-22860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en-IN" sz="1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=</m:t>
                    </m:r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IN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  <m:r>
                      <a:rPr kumimoji="0" lang="en-IN" sz="1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IN" sz="19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+</m:t>
                    </m:r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IN" sz="19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IN" sz="19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…</m:t>
                        </m:r>
                        <m:r>
                          <a:rPr kumimoji="0" lang="en-IN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kumimoji="0" lang="en-IN" sz="19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 </m:t>
                        </m:r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𝜉</m:t>
                        </m:r>
                      </m:e>
                      <m:sub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endParaRPr kumimoji="0" lang="en-I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3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02122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+mn-ea"/>
                    <a:cs typeface="+mn-cs"/>
                  </a:rPr>
                  <a:t>     </a:t>
                </a:r>
                <a:r>
                  <a:rPr kumimoji="0" lang="en-US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for each observation i = 1, ... , n.</a:t>
                </a:r>
                <a:endParaRPr kumimoji="0" lang="en-I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I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28600" marR="0" lvl="0" indent="-22860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𝑌</m:t>
                        </m:r>
                      </m:e>
                      <m:sub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I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vector of response variable</a:t>
                </a:r>
              </a:p>
              <a:p>
                <a:pPr marL="228600" marR="0" lvl="0" indent="-22860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IN" sz="1900" b="0" i="1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 </m:t>
                    </m:r>
                  </m:oMath>
                </a14:m>
                <a:r>
                  <a:rPr kumimoji="0" lang="en-I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is vector of independent variable (feature)</a:t>
                </a:r>
              </a:p>
              <a:p>
                <a:pPr marL="228600" marR="0" lvl="0" indent="-22860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𝑋</m:t>
                        </m:r>
                      </m:e>
                      <m:sub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I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vector of second independent variable (feature)</a:t>
                </a:r>
              </a:p>
              <a:p>
                <a:pPr marL="228600" marR="0" lvl="0" indent="-22860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IN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0</m:t>
                        </m:r>
                      </m:sub>
                    </m:sSub>
                  </m:oMath>
                </a14:m>
                <a:r>
                  <a:rPr kumimoji="0" lang="en-I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Y intercept </a:t>
                </a:r>
              </a:p>
              <a:p>
                <a:pPr marL="228600" marR="0" lvl="0" indent="-22860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IN" sz="19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0" lang="en-I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coefficient for variable X</a:t>
                </a:r>
                <a:r>
                  <a:rPr kumimoji="0" lang="en-I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1</a:t>
                </a:r>
              </a:p>
              <a:p>
                <a:pPr marL="228600" marR="0" lvl="0" indent="-22860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𝜃</m:t>
                        </m:r>
                      </m:e>
                      <m:sub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en-I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coefficient for variable X</a:t>
                </a:r>
                <a:r>
                  <a:rPr kumimoji="0" lang="en-IN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2</a:t>
                </a:r>
                <a:endParaRPr kumimoji="0" lang="en-IN" sz="1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  <a:p>
                <a:pPr marL="228600" marR="0" lvl="0" indent="-22860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rgbClr val="836967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𝜉</m:t>
                        </m:r>
                      </m:e>
                      <m:sub>
                        <m:r>
                          <a:rPr kumimoji="0" lang="en-IN" sz="1900" b="0" i="1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en-IN" sz="19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 is error term which represents random error created by any factors contributing to value of Y which is not represented by X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4FDA-5AC6-4FA2-D6A0-4675A20D6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055813"/>
                <a:ext cx="10812517" cy="4526290"/>
              </a:xfrm>
              <a:blipFill>
                <a:blip r:embed="rId2"/>
                <a:stretch>
                  <a:fillRect l="-451" t="-1750" r="-508" b="-18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4F5716D-427D-DAE7-E212-A831D9D2E78C}"/>
                  </a:ext>
                </a:extLst>
              </p14:cNvPr>
              <p14:cNvContentPartPr/>
              <p14:nvPr/>
            </p14:nvContentPartPr>
            <p14:xfrm>
              <a:off x="452520" y="2260080"/>
              <a:ext cx="8388000" cy="12884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4F5716D-427D-DAE7-E212-A831D9D2E78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3160" y="2250720"/>
                <a:ext cx="8406720" cy="13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FD3BC09E-6876-523B-8DA0-7FD29C1AF9FE}"/>
                  </a:ext>
                </a:extLst>
              </p14:cNvPr>
              <p14:cNvContentPartPr/>
              <p14:nvPr/>
            </p14:nvContentPartPr>
            <p14:xfrm>
              <a:off x="6510600" y="2442600"/>
              <a:ext cx="1815840" cy="5522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FD3BC09E-6876-523B-8DA0-7FD29C1AF9F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501240" y="2433240"/>
                <a:ext cx="1834560" cy="57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06988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How to find parameters?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4FDA-5AC6-4FA2-D6A0-4675A20D6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812517" cy="4526290"/>
          </a:xfrm>
        </p:spPr>
        <p:txBody>
          <a:bodyPr>
            <a:normAutofit/>
          </a:bodyPr>
          <a:lstStyle/>
          <a:p>
            <a:pPr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Gradient Descent Optimization</a:t>
            </a:r>
          </a:p>
          <a:p>
            <a:pPr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R="0" lvl="0" algn="just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 panose="020F0502020204030204"/>
              </a:rPr>
              <a:t>Ordinary Least Square </a:t>
            </a:r>
            <a:r>
              <a:rPr lang="en-US" sz="1800" dirty="0">
                <a:solidFill>
                  <a:prstClr val="black"/>
                </a:solidFill>
                <a:latin typeface="Calibri" panose="020F0502020204030204"/>
              </a:rPr>
              <a:t>(applicable to simple linear regression as well )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9D9A06-088E-2EC1-CB60-B5E40E6D96C3}"/>
                  </a:ext>
                </a:extLst>
              </p14:cNvPr>
              <p14:cNvContentPartPr/>
              <p14:nvPr/>
            </p14:nvContentPartPr>
            <p14:xfrm>
              <a:off x="246600" y="1352160"/>
              <a:ext cx="9405360" cy="2263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9D9A06-088E-2EC1-CB60-B5E40E6D96C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7240" y="1342800"/>
                <a:ext cx="9424080" cy="228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AEA3C5C-95B1-39C9-8685-2418798DD5A1}"/>
                  </a:ext>
                </a:extLst>
              </p14:cNvPr>
              <p14:cNvContentPartPr/>
              <p14:nvPr/>
            </p14:nvContentPartPr>
            <p14:xfrm>
              <a:off x="6213960" y="1878120"/>
              <a:ext cx="5539680" cy="776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AEA3C5C-95B1-39C9-8685-2418798DD5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204600" y="1868760"/>
                <a:ext cx="5558400" cy="795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442546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57478-100C-A1AC-2DD9-B636563C2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CDCBE-04E9-39B2-CF92-302B19E877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30C488-B2A2-D7F5-89A4-D842BD7C486B}"/>
                  </a:ext>
                </a:extLst>
              </p14:cNvPr>
              <p14:cNvContentPartPr/>
              <p14:nvPr/>
            </p14:nvContentPartPr>
            <p14:xfrm>
              <a:off x="610920" y="247680"/>
              <a:ext cx="10594080" cy="5950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30C488-B2A2-D7F5-89A4-D842BD7C486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1560" y="238320"/>
                <a:ext cx="10612800" cy="5969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729571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509DF-BD53-CCAD-8522-60D0E0AC2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D7A608-5348-184E-D018-4126EC743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5BFFEE8-54A1-9227-F4FB-65F873163C70}"/>
                  </a:ext>
                </a:extLst>
              </p14:cNvPr>
              <p14:cNvContentPartPr/>
              <p14:nvPr/>
            </p14:nvContentPartPr>
            <p14:xfrm>
              <a:off x="246600" y="186840"/>
              <a:ext cx="11943720" cy="62222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5BFFEE8-54A1-9227-F4FB-65F873163C7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7240" y="177480"/>
                <a:ext cx="11962440" cy="624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08177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Ordinary Least Square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2D71D9-CCA2-17FA-9872-9E0B091AB61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7255" y="2141537"/>
                <a:ext cx="10993821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sz="26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It is a common (ordinary) method used for finding the best-fitting line through a set of data points by minimizing the sum of the squared differences between the observed and predicted values.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1700" dirty="0"/>
                  <a:t>Note: As this method involves matrix operations such as inverse computation its computationally and memory expensive method for high dimensional data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/>
                      </m:sSub>
                      <m:r>
                        <a:rPr lang="en-IN" sz="20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0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sz="2000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IN" sz="2000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IN" sz="20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IN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000" i="1" dirty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en-IN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IN" sz="20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i="1" dirty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2000" b="0" i="1" dirty="0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b="1" dirty="0"/>
                  <a:t>Y</a:t>
                </a:r>
                <a:r>
                  <a:rPr lang="en-US" sz="2000" dirty="0"/>
                  <a:t> = </a:t>
                </a:r>
                <a:r>
                  <a:rPr lang="en-US" sz="2000" b="1" dirty="0"/>
                  <a:t>X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000" dirty="0"/>
                  <a:t>   ( Matrix notation )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sz="2000" dirty="0"/>
                  <a:t> </a:t>
                </a: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US" sz="1400" dirty="0">
                  <a:solidFill>
                    <a:srgbClr val="202122"/>
                  </a:solidFill>
                  <a:latin typeface="Arial" panose="020B0604020202020204" pitchFamily="34" charset="0"/>
                </a:endParaRPr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sz="32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sz="2000" dirty="0"/>
              </a:p>
              <a:p>
                <a:pPr>
                  <a:buFont typeface="Wingdings" panose="05000000000000000000" pitchFamily="2" charset="2"/>
                  <a:buChar char="Ø"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dirty="0"/>
              </a:p>
              <a:p>
                <a:endParaRPr lang="en-IN" dirty="0"/>
              </a:p>
              <a:p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A12D71D9-CCA2-17FA-9872-9E0B091AB6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7255" y="2141537"/>
                <a:ext cx="10993821" cy="4351338"/>
              </a:xfrm>
              <a:blipFill>
                <a:blip r:embed="rId2"/>
                <a:stretch>
                  <a:fillRect l="-5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967398-B73D-A8A5-1F5B-BAC8C6C6EEAE}"/>
                  </a:ext>
                </a:extLst>
              </p:cNvPr>
              <p:cNvSpPr txBox="1"/>
              <p:nvPr/>
            </p:nvSpPr>
            <p:spPr>
              <a:xfrm>
                <a:off x="557705" y="5591175"/>
                <a:ext cx="2261695" cy="3743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IN" b="1" i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IN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IN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IN" b="1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𝑿</m:t>
                                  </m:r>
                                </m:e>
                                <m:sup>
                                  <m:r>
                                    <a:rPr lang="en-IN" b="1" i="1">
                                      <a:latin typeface="Cambria Math" panose="02040503050406030204" pitchFamily="18" charset="0"/>
                                    </a:rPr>
                                    <m:t>𝑻</m:t>
                                  </m:r>
                                </m:sup>
                              </m:sSup>
                              <m:r>
                                <a:rPr lang="en-IN" b="1" i="1"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</m:e>
                          </m:d>
                        </m:e>
                        <m:sup>
                          <m:r>
                            <a:rPr lang="en-IN" b="1" i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b="1" i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</m:sSup>
                      <m:sSup>
                        <m:sSupPr>
                          <m:ctrlPr>
                            <a:rPr lang="en-IN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IN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IN" b="1" i="1">
                          <a:latin typeface="Cambria Math" panose="02040503050406030204" pitchFamily="18" charset="0"/>
                        </a:rPr>
                        <m:t>𝒀</m:t>
                      </m:r>
                    </m:oMath>
                  </m:oMathPara>
                </a14:m>
                <a:endParaRPr lang="en-IN" b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F967398-B73D-A8A5-1F5B-BAC8C6C6EE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705" y="5591175"/>
                <a:ext cx="2261695" cy="374398"/>
              </a:xfrm>
              <a:prstGeom prst="rect">
                <a:avLst/>
              </a:prstGeom>
              <a:blipFill>
                <a:blip r:embed="rId3"/>
                <a:stretch>
                  <a:fillRect b="-161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E92599C-26B0-7A79-3B88-0B4A05E826F7}"/>
                  </a:ext>
                </a:extLst>
              </p14:cNvPr>
              <p14:cNvContentPartPr/>
              <p14:nvPr/>
            </p14:nvContentPartPr>
            <p14:xfrm>
              <a:off x="336600" y="3600360"/>
              <a:ext cx="10272600" cy="260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E92599C-26B0-7A79-3B88-0B4A05E826F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27240" y="3591000"/>
                <a:ext cx="10291320" cy="262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668845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4FDA-5AC6-4FA2-D6A0-4675A20D6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5262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r>
              <a:rPr lang="en-IN" sz="4800" dirty="0">
                <a:solidFill>
                  <a:srgbClr val="00B0F0"/>
                </a:solidFill>
              </a:rPr>
              <a:t>Evaluation of Regression Models</a:t>
            </a:r>
            <a:endParaRPr lang="en-IN" sz="4800" dirty="0"/>
          </a:p>
          <a:p>
            <a:endParaRPr lang="en-IN" sz="2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4D7BCAE4-EAFE-A23A-7EC8-D70E4F00D081}"/>
                  </a:ext>
                </a:extLst>
              </p14:cNvPr>
              <p14:cNvContentPartPr/>
              <p14:nvPr/>
            </p14:nvContentPartPr>
            <p14:xfrm>
              <a:off x="704520" y="3600"/>
              <a:ext cx="10903680" cy="67208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4D7BCAE4-EAFE-A23A-7EC8-D70E4F00D0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95160" y="-5760"/>
                <a:ext cx="10922400" cy="6739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1203642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Evaluation metrics for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4FDA-5AC6-4FA2-D6A0-4675A20D6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2" y="2055813"/>
                <a:ext cx="3045902" cy="2021237"/>
              </a:xfrm>
            </p:spPr>
            <p:txBody>
              <a:bodyPr>
                <a:norm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IN" sz="16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Mean Absolute Error (MAE) 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It is average of absolute error values</a:t>
                </a:r>
              </a:p>
              <a:p>
                <a:pPr marL="228600" marR="0" lvl="0" indent="-22860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IN" sz="1600" dirty="0">
                  <a:solidFill>
                    <a:prstClr val="black"/>
                  </a:solidFill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IN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MAE 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I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kumimoji="0" lang="en-IN" sz="16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naryPr>
                      <m:sub>
                        <m:r>
                          <a:rPr kumimoji="0" lang="en-IN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𝑖</m:t>
                        </m:r>
                        <m:r>
                          <a:rPr kumimoji="0" lang="en-IN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IN" sz="16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IN" sz="16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IN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IN" sz="16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kumimoji="0" lang="en-IN" sz="16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kumimoji="0" lang="en-IN" sz="1600" b="0" i="0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kumimoji="0" lang="en-IN" sz="16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kumimoji="0" lang="en-IN" sz="16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accPr>
                                  <m:e>
                                    <m:r>
                                      <a:rPr kumimoji="0" lang="en-IN" sz="1600" b="0" i="0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prstClr val="black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kumimoji="0" lang="en-IN" sz="1600" b="0" i="0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kumimoji="0" lang="en-IN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lvl="0" indent="0" algn="just">
                  <a:buNone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28600" marR="0" lvl="0" indent="-22860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4FDA-5AC6-4FA2-D6A0-4675A20D6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2" y="2055813"/>
                <a:ext cx="3045902" cy="2021237"/>
              </a:xfrm>
              <a:blipFill>
                <a:blip r:embed="rId2"/>
                <a:stretch>
                  <a:fillRect l="-1202" t="-2108" r="-1202" b="-1807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108882A-ED48-611F-4771-C7D7E6718A5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9240" y="2055813"/>
                <a:ext cx="3930116" cy="284273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Font typeface="Arial" panose="020B0604020202020204" pitchFamily="34" charset="0"/>
                  <a:buNone/>
                  <a:defRPr/>
                </a:pPr>
                <a:r>
                  <a:rPr lang="en-IN" sz="1600" b="1" dirty="0">
                    <a:solidFill>
                      <a:prstClr val="black"/>
                    </a:solidFill>
                  </a:rPr>
                  <a:t>Mean Absolute Percentage Error (MAPE) </a:t>
                </a:r>
              </a:p>
              <a:p>
                <a:pPr marL="0" indent="0" algn="just">
                  <a:buNone/>
                  <a:defRPr/>
                </a:pPr>
                <a:r>
                  <a:rPr lang="en-IN" sz="1600" dirty="0">
                    <a:solidFill>
                      <a:prstClr val="black"/>
                    </a:solidFill>
                  </a:rPr>
                  <a:t>MAE represented in percentage format</a:t>
                </a:r>
              </a:p>
              <a:p>
                <a:pPr marL="0" indent="0" algn="just">
                  <a:buNone/>
                  <a:defRPr/>
                </a:pPr>
                <a:endParaRPr lang="en-IN" sz="1600" dirty="0">
                  <a:solidFill>
                    <a:prstClr val="black"/>
                  </a:solidFill>
                </a:endParaRPr>
              </a:p>
              <a:p>
                <a:pPr marL="0" indent="0" algn="just">
                  <a:buNone/>
                  <a:defRPr/>
                </a:pPr>
                <a:r>
                  <a:rPr lang="en-IN" sz="1600" dirty="0">
                    <a:solidFill>
                      <a:prstClr val="black"/>
                    </a:solidFill>
                  </a:rPr>
                  <a:t>MAPE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6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6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6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6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6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6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lang="en-IN" sz="160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IN" sz="160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b="0" i="0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1600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IN" sz="1600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sz="160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IN" sz="160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IN" sz="1600" i="1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IN" sz="1600" dirty="0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𝑌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IN" sz="1600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IN" sz="1600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 )</m:t>
                            </m:r>
                            <m:r>
                              <m:rPr>
                                <m:nor/>
                              </m:rPr>
                              <a:rPr lang="en-IN" sz="1600" dirty="0">
                                <a:solidFill>
                                  <a:prstClr val="black"/>
                                </a:solidFill>
                              </a:rPr>
                              <m:t>/ </m:t>
                            </m:r>
                            <m:sSub>
                              <m:sSubPr>
                                <m:ctrlPr>
                                  <a:rPr lang="en-IN" sz="1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1600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IN" sz="1600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r>
                  <a:rPr lang="en-IN" sz="1600" dirty="0">
                    <a:solidFill>
                      <a:prstClr val="black"/>
                    </a:solidFill>
                  </a:rPr>
                  <a:t> * 100</a:t>
                </a:r>
              </a:p>
              <a:p>
                <a:pPr marL="0" indent="0" algn="just">
                  <a:buFont typeface="Arial" panose="020B0604020202020204" pitchFamily="34" charset="0"/>
                  <a:buNone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indent="0" algn="just">
                  <a:buFont typeface="Arial" panose="020B0604020202020204" pitchFamily="34" charset="0"/>
                  <a:buNone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just"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108882A-ED48-611F-4771-C7D7E6718A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240" y="2055813"/>
                <a:ext cx="3930116" cy="2842734"/>
              </a:xfrm>
              <a:prstGeom prst="rect">
                <a:avLst/>
              </a:prstGeom>
              <a:blipFill>
                <a:blip r:embed="rId3"/>
                <a:stretch>
                  <a:fillRect l="-775" t="-149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96EB3F2-9508-9751-0417-B3B5AD5948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464492" y="2057437"/>
                <a:ext cx="3861862" cy="296080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Font typeface="Arial" panose="020B0604020202020204" pitchFamily="34" charset="0"/>
                  <a:buNone/>
                  <a:defRPr/>
                </a:pPr>
                <a:r>
                  <a:rPr lang="en-IN" sz="1600" b="1" dirty="0">
                    <a:solidFill>
                      <a:prstClr val="black"/>
                    </a:solidFill>
                  </a:rPr>
                  <a:t>Root Mean Square Error (RMSE) </a:t>
                </a:r>
              </a:p>
              <a:p>
                <a:pPr marL="0" indent="0" algn="just">
                  <a:buFont typeface="Arial" panose="020B0604020202020204" pitchFamily="34" charset="0"/>
                  <a:buNone/>
                  <a:defRPr/>
                </a:pPr>
                <a:r>
                  <a:rPr lang="en-IN" sz="1600" dirty="0">
                    <a:solidFill>
                      <a:prstClr val="black"/>
                    </a:solidFill>
                  </a:rPr>
                  <a:t>It is square root of average </a:t>
                </a:r>
              </a:p>
              <a:p>
                <a:pPr marL="0" indent="0" algn="just">
                  <a:buFont typeface="Arial" panose="020B0604020202020204" pitchFamily="34" charset="0"/>
                  <a:buNone/>
                  <a:defRPr/>
                </a:pPr>
                <a:r>
                  <a:rPr lang="en-IN" sz="1600" dirty="0">
                    <a:solidFill>
                      <a:prstClr val="black"/>
                    </a:solidFill>
                  </a:rPr>
                  <a:t>squared error values</a:t>
                </a:r>
              </a:p>
              <a:p>
                <a:pPr algn="just">
                  <a:defRPr/>
                </a:pPr>
                <a:endParaRPr lang="en-IN" sz="1600" dirty="0">
                  <a:solidFill>
                    <a:prstClr val="black"/>
                  </a:solidFill>
                </a:endParaRPr>
              </a:p>
              <a:p>
                <a:pPr marL="0" indent="0" algn="just">
                  <a:buNone/>
                  <a:defRPr/>
                </a:pPr>
                <a:r>
                  <a:rPr lang="en-IN" sz="1600" dirty="0">
                    <a:solidFill>
                      <a:prstClr val="black"/>
                    </a:solidFill>
                  </a:rPr>
                  <a:t>RMSE = sqrt(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6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6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6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6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6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6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IN" sz="16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6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16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IN" sz="16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16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16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IN" sz="16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1600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  <m:sub>
                            <m:r>
                              <a:rPr lang="en-IN" sz="16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IN" sz="16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16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600" b="0" i="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1600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600" dirty="0">
                  <a:solidFill>
                    <a:prstClr val="black"/>
                  </a:solidFill>
                </a:endParaRPr>
              </a:p>
              <a:p>
                <a:pPr marL="0" indent="0" algn="just">
                  <a:buFont typeface="Arial" panose="020B0604020202020204" pitchFamily="34" charset="0"/>
                  <a:buNone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indent="0" algn="just">
                  <a:buFont typeface="Arial" panose="020B0604020202020204" pitchFamily="34" charset="0"/>
                  <a:buNone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just"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5" name="Content Placeholder 2">
                <a:extLst>
                  <a:ext uri="{FF2B5EF4-FFF2-40B4-BE49-F238E27FC236}">
                    <a16:creationId xmlns:a16="http://schemas.microsoft.com/office/drawing/2014/main" id="{096EB3F2-9508-9751-0417-B3B5AD594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64492" y="2057437"/>
                <a:ext cx="3861862" cy="2960804"/>
              </a:xfrm>
              <a:prstGeom prst="rect">
                <a:avLst/>
              </a:prstGeom>
              <a:blipFill>
                <a:blip r:embed="rId4"/>
                <a:stretch>
                  <a:fillRect l="-948" t="-14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8EAB6EA-8805-178F-BF5D-99CD199A706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9240" y="4238874"/>
                <a:ext cx="5341061" cy="185090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Font typeface="Arial" panose="020B0604020202020204" pitchFamily="34" charset="0"/>
                  <a:buNone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indent="0" algn="just">
                  <a:buFont typeface="Arial" panose="020B0604020202020204" pitchFamily="34" charset="0"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9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9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IN" sz="19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900" dirty="0">
                    <a:solidFill>
                      <a:prstClr val="black"/>
                    </a:solidFill>
                  </a:rPr>
                  <a:t> </a:t>
                </a:r>
                <a:r>
                  <a:rPr lang="en-IN" sz="1900" dirty="0">
                    <a:solidFill>
                      <a:prstClr val="black"/>
                    </a:solidFill>
                    <a:latin typeface="Calibri" panose="020F0502020204030204"/>
                  </a:rPr>
                  <a:t>is actual value of dependant variable</a:t>
                </a:r>
              </a:p>
              <a:p>
                <a:pPr marL="0" indent="0" algn="just">
                  <a:buFont typeface="Arial" panose="020B0604020202020204" pitchFamily="34" charset="0"/>
                  <a:buNone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IN" sz="19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IN" sz="1900" i="1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90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</m:e>
                      <m:sub>
                        <m:r>
                          <a:rPr lang="en-IN" sz="19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IN" sz="1900" dirty="0">
                    <a:solidFill>
                      <a:prstClr val="black"/>
                    </a:solidFill>
                    <a:latin typeface="Calibri" panose="020F0502020204030204"/>
                  </a:rPr>
                  <a:t> is predicted value by model </a:t>
                </a:r>
              </a:p>
              <a:p>
                <a:pPr marL="0" indent="0" algn="just">
                  <a:buFont typeface="Arial" panose="020B0604020202020204" pitchFamily="34" charset="0"/>
                  <a:buNone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algn="just"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6" name="Content Placeholder 2">
                <a:extLst>
                  <a:ext uri="{FF2B5EF4-FFF2-40B4-BE49-F238E27FC236}">
                    <a16:creationId xmlns:a16="http://schemas.microsoft.com/office/drawing/2014/main" id="{88EAB6EA-8805-178F-BF5D-99CD199A7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9240" y="4238874"/>
                <a:ext cx="5341061" cy="185090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474F3EF9-CEF2-C7EC-FC3E-3E3395E9B53D}"/>
              </a:ext>
            </a:extLst>
          </p:cNvPr>
          <p:cNvSpPr txBox="1"/>
          <p:nvPr/>
        </p:nvSpPr>
        <p:spPr>
          <a:xfrm>
            <a:off x="10826319" y="3338680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AEE070FD-67CC-4257-9BCA-DF2675A4EC8D}"/>
                  </a:ext>
                </a:extLst>
              </p14:cNvPr>
              <p14:cNvContentPartPr/>
              <p14:nvPr/>
            </p14:nvContentPartPr>
            <p14:xfrm>
              <a:off x="416520" y="2291760"/>
              <a:ext cx="11535480" cy="42692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AEE070FD-67CC-4257-9BCA-DF2675A4EC8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7160" y="2282400"/>
                <a:ext cx="11554200" cy="4287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080394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Evaluation metrics for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4FDA-5AC6-4FA2-D6A0-4675A20D6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9962" y="2055813"/>
                <a:ext cx="4409303" cy="4526290"/>
              </a:xfrm>
            </p:spPr>
            <p:txBody>
              <a:bodyPr>
                <a:normAutofit fontScale="92500" lnSpcReduction="20000"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IN" sz="1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R-Squared Score (R  )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IN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It </a:t>
                </a:r>
                <a:r>
                  <a:rPr kumimoji="0" lang="en-US" sz="1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is the proportion of the variation in the dependent variable that is predictable from the independent variables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lang="en-US" sz="1700" dirty="0">
                    <a:solidFill>
                      <a:prstClr val="black"/>
                    </a:solidFill>
                  </a:rPr>
                  <a:t>It is also called as </a:t>
                </a:r>
                <a:r>
                  <a:rPr lang="en-IN" sz="1700" b="0" i="0" dirty="0">
                    <a:solidFill>
                      <a:srgbClr val="202122"/>
                    </a:solidFill>
                    <a:effectLst/>
                  </a:rPr>
                  <a:t> </a:t>
                </a:r>
                <a:r>
                  <a:rPr lang="en-IN" sz="1700" b="1" i="0" dirty="0">
                    <a:solidFill>
                      <a:srgbClr val="202122"/>
                    </a:solidFill>
                    <a:effectLst/>
                  </a:rPr>
                  <a:t>coefficient of determination</a:t>
                </a:r>
                <a:endParaRPr kumimoji="0" lang="en-IN" sz="17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lang="en-IN" sz="1900" dirty="0">
                    <a:solidFill>
                      <a:prstClr val="black"/>
                    </a:solidFill>
                    <a:latin typeface="Calibri" panose="020F0502020204030204"/>
                  </a:rPr>
                  <a:t>Mean of Y: 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IN" sz="19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190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acc>
                  </m:oMath>
                </a14:m>
                <a:r>
                  <a:rPr lang="en-IN" sz="1900" dirty="0">
                    <a:solidFill>
                      <a:prstClr val="black"/>
                    </a:solidFill>
                    <a:latin typeface="Calibri" panose="020F0502020204030204"/>
                  </a:rPr>
                  <a:t> </a:t>
                </a:r>
                <a:r>
                  <a:rPr kumimoji="0" lang="en-I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I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IN" sz="20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</m:t>
                        </m:r>
                      </m:num>
                      <m:den>
                        <m:r>
                          <a:rPr kumimoji="0" lang="en-IN" sz="2000" b="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9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9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900" i="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9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IN" sz="19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9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IN" sz="19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lvl="0" indent="0" algn="just">
                  <a:buNone/>
                  <a:defRPr/>
                </a:pPr>
                <a:r>
                  <a:rPr lang="en-US" sz="1900" dirty="0">
                    <a:solidFill>
                      <a:prstClr val="black"/>
                    </a:solidFill>
                  </a:rPr>
                  <a:t>Sum of squares of residuals:</a:t>
                </a:r>
              </a:p>
              <a:p>
                <a:pPr marL="0" lvl="0" indent="0" algn="just">
                  <a:buNone/>
                  <a:defRPr/>
                </a:pPr>
                <a14:m>
                  <m:oMath xmlns:m="http://schemas.openxmlformats.org/officeDocument/2006/math">
                    <m:r>
                      <a:rPr lang="en-IN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IN" sz="20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0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res</m:t>
                        </m:r>
                      </m:sub>
                    </m:sSub>
                    <m:r>
                      <a:rPr lang="en-IN" sz="20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0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0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20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0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20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200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IN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0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IN" sz="20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20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IN" sz="20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IN" sz="20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IN" sz="2000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acc>
                          </m:e>
                          <m:sub>
                            <m:r>
                              <a:rPr lang="en-IN" sz="20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20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800" dirty="0">
                    <a:solidFill>
                      <a:prstClr val="black"/>
                    </a:solidFill>
                  </a:rPr>
                  <a:t> </a:t>
                </a:r>
              </a:p>
              <a:p>
                <a:pPr marL="0" lvl="0" indent="0" algn="just">
                  <a:buNone/>
                  <a:defRPr/>
                </a:pPr>
                <a:endParaRPr lang="en-US" sz="1800" dirty="0">
                  <a:solidFill>
                    <a:prstClr val="black"/>
                  </a:solidFill>
                </a:endParaRPr>
              </a:p>
              <a:p>
                <a:pPr marL="0" lvl="0" indent="0" algn="just">
                  <a:buNone/>
                  <a:defRPr/>
                </a:pPr>
                <a:r>
                  <a:rPr lang="en-US" sz="1900" dirty="0">
                    <a:solidFill>
                      <a:prstClr val="black"/>
                    </a:solidFill>
                  </a:rPr>
                  <a:t>Total sum of squares:</a:t>
                </a:r>
              </a:p>
              <a:p>
                <a:pPr marL="0" indent="0" algn="just">
                  <a:buNone/>
                  <a:defRPr/>
                </a:pPr>
                <a14:m>
                  <m:oMath xmlns:m="http://schemas.openxmlformats.org/officeDocument/2006/math">
                    <m:r>
                      <a:rPr lang="en-IN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sSub>
                      <m:sSubPr>
                        <m:ctrlPr>
                          <a:rPr lang="en-IN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1800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𝑡𝑜𝑡</m:t>
                        </m:r>
                      </m:sub>
                    </m:sSub>
                    <m:r>
                      <a:rPr lang="en-IN" sz="18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8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18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IN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18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IN" sz="18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IN" sz="18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  <m:e>
                        <m:sSub>
                          <m:sSubPr>
                            <m:ctrlPr>
                              <a:rPr lang="en-IN" sz="18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18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18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  <m:sub>
                            <m:r>
                              <a:rPr lang="en-IN" sz="1800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IN" sz="1800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IN" sz="18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acc>
                        <m:r>
                          <a:rPr lang="en-IN" sz="18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sz="1600" dirty="0">
                    <a:solidFill>
                      <a:prstClr val="black"/>
                    </a:solidFill>
                  </a:rPr>
                  <a:t> </a:t>
                </a:r>
              </a:p>
              <a:p>
                <a:pPr marL="0" lvl="0" indent="0" algn="just">
                  <a:buNone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lvl="0" indent="0" algn="just">
                  <a:buNone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28600" marR="0" lvl="0" indent="-22860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4FDA-5AC6-4FA2-D6A0-4675A20D6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9962" y="2055813"/>
                <a:ext cx="4409303" cy="4526290"/>
              </a:xfrm>
              <a:blipFill>
                <a:blip r:embed="rId2"/>
                <a:stretch>
                  <a:fillRect l="-1107" t="-2153" r="-830" b="-134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2B9A3B2-334A-EAB5-7D6E-11C556D319ED}"/>
              </a:ext>
            </a:extLst>
          </p:cNvPr>
          <p:cNvSpPr txBox="1"/>
          <p:nvPr/>
        </p:nvSpPr>
        <p:spPr>
          <a:xfrm>
            <a:off x="2660818" y="1957131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69DB6B3-6AAD-4688-E291-E7F2026FD67A}"/>
              </a:ext>
            </a:extLst>
          </p:cNvPr>
          <p:cNvSpPr txBox="1"/>
          <p:nvPr/>
        </p:nvSpPr>
        <p:spPr>
          <a:xfrm>
            <a:off x="3232718" y="5002322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D5D068-2BA8-B748-23A7-967292ABC5A6}"/>
              </a:ext>
            </a:extLst>
          </p:cNvPr>
          <p:cNvSpPr txBox="1"/>
          <p:nvPr/>
        </p:nvSpPr>
        <p:spPr>
          <a:xfrm>
            <a:off x="2895400" y="6052647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2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B84DC9A-7183-8317-A6F3-8EC46F3D72E6}"/>
              </a:ext>
            </a:extLst>
          </p:cNvPr>
          <p:cNvSpPr txBox="1">
            <a:spLocks/>
          </p:cNvSpPr>
          <p:nvPr/>
        </p:nvSpPr>
        <p:spPr>
          <a:xfrm>
            <a:off x="5561370" y="2113782"/>
            <a:ext cx="5331941" cy="4526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IN" sz="19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IN" sz="19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IN" sz="19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IN" sz="1900" dirty="0">
              <a:solidFill>
                <a:prstClr val="black"/>
              </a:solidFill>
              <a:latin typeface="Calibri" panose="020F0502020204030204"/>
            </a:endParaRPr>
          </a:p>
          <a:p>
            <a:pPr algn="just">
              <a:defRPr/>
            </a:pPr>
            <a:endParaRPr lang="en-IN" sz="1900" dirty="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4D7926-9569-C43B-B270-0ECC482C8051}"/>
                  </a:ext>
                </a:extLst>
              </p:cNvPr>
              <p:cNvSpPr txBox="1"/>
              <p:nvPr/>
            </p:nvSpPr>
            <p:spPr>
              <a:xfrm>
                <a:off x="6474942" y="3838833"/>
                <a:ext cx="3931508" cy="659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 dirty="0">
                          <a:latin typeface="Cambria Math" panose="02040503050406030204" pitchFamily="18" charset="0"/>
                        </a:rPr>
                        <m:t>=1−</m:t>
                      </m:r>
                      <m:f>
                        <m:fPr>
                          <m:ctrlPr>
                            <a:rPr lang="en-IN" i="1" dirty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IN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IN" i="0" dirty="0">
                                  <a:latin typeface="Cambria Math" panose="02040503050406030204" pitchFamily="18" charset="0"/>
                                </a:rPr>
                                <m:t>res</m:t>
                              </m:r>
                            </m:sub>
                          </m:sSub>
                        </m:num>
                        <m:den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IN" i="1" dirty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IN" i="1" dirty="0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64D7926-9569-C43B-B270-0ECC482C80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4942" y="3838833"/>
                <a:ext cx="3931508" cy="659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C2A652B-9B41-AB48-EE16-36C2EF93D048}"/>
              </a:ext>
            </a:extLst>
          </p:cNvPr>
          <p:cNvSpPr/>
          <p:nvPr/>
        </p:nvSpPr>
        <p:spPr>
          <a:xfrm>
            <a:off x="7043351" y="3657600"/>
            <a:ext cx="2875006" cy="114505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BF73FDD-8C04-662E-5CC3-E69295300AB9}"/>
                  </a:ext>
                </a:extLst>
              </p14:cNvPr>
              <p14:cNvContentPartPr/>
              <p14:nvPr/>
            </p14:nvContentPartPr>
            <p14:xfrm>
              <a:off x="725040" y="2256840"/>
              <a:ext cx="6742080" cy="3142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BF73FDD-8C04-662E-5CC3-E69295300AB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15680" y="2247480"/>
                <a:ext cx="6760800" cy="3161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4965121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A4495-C4A2-5706-BC45-A76BA9E44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190E5-99CE-ED3C-1403-19F9DC1D5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F7F48E6-CEDA-D239-CD58-0D0FECAC40C4}"/>
                  </a:ext>
                </a:extLst>
              </p14:cNvPr>
              <p14:cNvContentPartPr/>
              <p14:nvPr/>
            </p14:nvContentPartPr>
            <p14:xfrm>
              <a:off x="597600" y="221760"/>
              <a:ext cx="11583360" cy="59623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F7F48E6-CEDA-D239-CD58-0D0FECAC40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240" y="212400"/>
                <a:ext cx="11602080" cy="598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151809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0A28B-BFC1-6065-F70C-E3778A2B8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D8827-884A-56D2-0AD7-41E9FDD3C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04A9066-66F6-0CC5-B415-6CFD55AAD9DF}"/>
                  </a:ext>
                </a:extLst>
              </p14:cNvPr>
              <p14:cNvContentPartPr/>
              <p14:nvPr/>
            </p14:nvContentPartPr>
            <p14:xfrm>
              <a:off x="5040" y="572760"/>
              <a:ext cx="11843280" cy="6282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04A9066-66F6-0CC5-B415-6CFD55AAD9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4320" y="563400"/>
                <a:ext cx="11862000" cy="6301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670398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9C7EF7-FA36-24C3-EFBA-4176AC2D4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IN" sz="4600" dirty="0">
                <a:solidFill>
                  <a:srgbClr val="FFFFFF"/>
                </a:solidFill>
              </a:rPr>
              <a:t>Evaluation metrics for Regression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4FDA-5AC6-4FA2-D6A0-4675A20D6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29962" y="2055813"/>
                <a:ext cx="4409303" cy="4526290"/>
              </a:xfrm>
            </p:spPr>
            <p:txBody>
              <a:bodyPr>
                <a:normAutofit fontScale="92500"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r>
                  <a:rPr kumimoji="0" lang="en-IN" sz="19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rPr>
                  <a:t>R-Squared Score (R  )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2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3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3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300" i="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300" dirty="0">
                    <a:solidFill>
                      <a:prstClr val="black"/>
                    </a:solidFill>
                  </a:rPr>
                  <a:t> will be 1 for model which predicts values which exactly match actual values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2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lang="en-IN" sz="2300" dirty="0">
                  <a:solidFill>
                    <a:prstClr val="black"/>
                  </a:solidFill>
                </a:endParaRPr>
              </a:p>
              <a:p>
                <a:pPr marL="0" indent="0" algn="just">
                  <a:lnSpc>
                    <a:spcPct val="120000"/>
                  </a:lnSpc>
                  <a:buNone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3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3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30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300" dirty="0">
                    <a:solidFill>
                      <a:prstClr val="black"/>
                    </a:solidFill>
                  </a:rPr>
                  <a:t> will be 0 for model which predicts every value as mean of Y (baseline)</a:t>
                </a:r>
              </a:p>
              <a:p>
                <a:pPr marL="0" indent="0" algn="just">
                  <a:lnSpc>
                    <a:spcPct val="120000"/>
                  </a:lnSpc>
                  <a:buNone/>
                  <a:defRPr/>
                </a:pPr>
                <a:endParaRPr lang="en-IN" sz="2300" dirty="0">
                  <a:solidFill>
                    <a:prstClr val="black"/>
                  </a:solidFill>
                </a:endParaRPr>
              </a:p>
              <a:p>
                <a:pPr marL="0" indent="0" algn="just">
                  <a:lnSpc>
                    <a:spcPct val="120000"/>
                  </a:lnSpc>
                  <a:buNone/>
                  <a:defRPr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IN" sz="23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2300" i="1" dirty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IN" sz="2300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IN" sz="2300" dirty="0">
                    <a:solidFill>
                      <a:prstClr val="black"/>
                    </a:solidFill>
                  </a:rPr>
                  <a:t> will be negative for model which has worst prediction than baseline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lvl="0" indent="0" algn="just">
                  <a:buNone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marR="0" lvl="0" indent="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None/>
                  <a:tabLst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0" lvl="0" indent="0" algn="just">
                  <a:buNone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  <a:p>
                <a:pPr marL="228600" marR="0" lvl="0" indent="-228600" algn="just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endParaRPr lang="en-IN" sz="19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604FDA-5AC6-4FA2-D6A0-4675A20D6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29962" y="2055813"/>
                <a:ext cx="4409303" cy="4526290"/>
              </a:xfrm>
              <a:blipFill>
                <a:blip r:embed="rId2"/>
                <a:stretch>
                  <a:fillRect l="-1660" t="-1211" r="-16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2B9A3B2-334A-EAB5-7D6E-11C556D319ED}"/>
              </a:ext>
            </a:extLst>
          </p:cNvPr>
          <p:cNvSpPr txBox="1"/>
          <p:nvPr/>
        </p:nvSpPr>
        <p:spPr>
          <a:xfrm>
            <a:off x="2660817" y="1999476"/>
            <a:ext cx="2632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2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B84DC9A-7183-8317-A6F3-8EC46F3D72E6}"/>
              </a:ext>
            </a:extLst>
          </p:cNvPr>
          <p:cNvSpPr txBox="1">
            <a:spLocks/>
          </p:cNvSpPr>
          <p:nvPr/>
        </p:nvSpPr>
        <p:spPr>
          <a:xfrm>
            <a:off x="5561370" y="2113782"/>
            <a:ext cx="5331941" cy="45262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IN" sz="19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IN" sz="19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IN" sz="1900" dirty="0">
              <a:solidFill>
                <a:prstClr val="black"/>
              </a:solidFill>
              <a:latin typeface="Calibri" panose="020F0502020204030204"/>
            </a:endParaRPr>
          </a:p>
          <a:p>
            <a:pPr marL="0" indent="0" algn="just">
              <a:buFont typeface="Arial" panose="020B0604020202020204" pitchFamily="34" charset="0"/>
              <a:buNone/>
              <a:defRPr/>
            </a:pPr>
            <a:endParaRPr lang="en-IN" sz="1900" dirty="0">
              <a:solidFill>
                <a:prstClr val="black"/>
              </a:solidFill>
              <a:latin typeface="Calibri" panose="020F0502020204030204"/>
            </a:endParaRPr>
          </a:p>
          <a:p>
            <a:pPr algn="just">
              <a:defRPr/>
            </a:pPr>
            <a:endParaRPr lang="en-IN" sz="1900" dirty="0">
              <a:solidFill>
                <a:prstClr val="black"/>
              </a:solidFill>
              <a:latin typeface="Calibri" panose="020F0502020204030204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72790827-73B8-3FD7-D15C-C938FB58C6E3}"/>
                  </a:ext>
                </a:extLst>
              </p14:cNvPr>
              <p14:cNvContentPartPr/>
              <p14:nvPr/>
            </p14:nvContentPartPr>
            <p14:xfrm>
              <a:off x="7093962" y="2158239"/>
              <a:ext cx="360" cy="120708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72790827-73B8-3FD7-D15C-C938FB58C6E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76322" y="2140239"/>
                <a:ext cx="36000" cy="12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E959D47B-C4C8-3ACA-F669-4732758A0E09}"/>
                  </a:ext>
                </a:extLst>
              </p14:cNvPr>
              <p14:cNvContentPartPr/>
              <p14:nvPr/>
            </p14:nvContentPartPr>
            <p14:xfrm>
              <a:off x="7093962" y="3797319"/>
              <a:ext cx="360" cy="128160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E959D47B-C4C8-3ACA-F669-4732758A0E0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076322" y="3779679"/>
                <a:ext cx="36000" cy="13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FD42E0D-9460-230F-6C92-3727446B2FA0}"/>
                  </a:ext>
                </a:extLst>
              </p14:cNvPr>
              <p14:cNvContentPartPr/>
              <p14:nvPr/>
            </p14:nvContentPartPr>
            <p14:xfrm>
              <a:off x="6812442" y="3350919"/>
              <a:ext cx="233964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FD42E0D-9460-230F-6C92-3727446B2FA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794442" y="3333279"/>
                <a:ext cx="2375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CBA3FDE-8B99-5407-21FC-9163D237F47F}"/>
                  </a:ext>
                </a:extLst>
              </p14:cNvPr>
              <p14:cNvContentPartPr/>
              <p14:nvPr/>
            </p14:nvContentPartPr>
            <p14:xfrm>
              <a:off x="7018362" y="6366279"/>
              <a:ext cx="238104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CBA3FDE-8B99-5407-21FC-9163D237F47F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00362" y="6348279"/>
                <a:ext cx="24166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98FFC6D6-FF86-00E4-EE78-7AAFE2EF690F}"/>
                  </a:ext>
                </a:extLst>
              </p14:cNvPr>
              <p14:cNvContentPartPr/>
              <p14:nvPr/>
            </p14:nvContentPartPr>
            <p14:xfrm>
              <a:off x="6845562" y="6366279"/>
              <a:ext cx="31896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98FFC6D6-FF86-00E4-EE78-7AAFE2EF690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827562" y="6348279"/>
                <a:ext cx="3546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3CE0A15-6983-BD47-E0C0-33531313E691}"/>
                  </a:ext>
                </a:extLst>
              </p14:cNvPr>
              <p14:cNvContentPartPr/>
              <p14:nvPr/>
            </p14:nvContentPartPr>
            <p14:xfrm>
              <a:off x="7244442" y="2201439"/>
              <a:ext cx="1039680" cy="103968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3CE0A15-6983-BD47-E0C0-33531313E69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226442" y="2183439"/>
                <a:ext cx="1075320" cy="107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E595FAB6-EAF4-ED18-37F1-3B7CF21164F8}"/>
                  </a:ext>
                </a:extLst>
              </p14:cNvPr>
              <p14:cNvContentPartPr/>
              <p14:nvPr/>
            </p14:nvContentPartPr>
            <p14:xfrm>
              <a:off x="7289442" y="3945639"/>
              <a:ext cx="988560" cy="9885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E595FAB6-EAF4-ED18-37F1-3B7CF21164F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71802" y="3927639"/>
                <a:ext cx="1024200" cy="102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FDB1074A-7BF7-95CD-C894-654F83926922}"/>
                  </a:ext>
                </a:extLst>
              </p14:cNvPr>
              <p14:cNvContentPartPr/>
              <p14:nvPr/>
            </p14:nvContentPartPr>
            <p14:xfrm>
              <a:off x="6935922" y="5731959"/>
              <a:ext cx="211716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FDB1074A-7BF7-95CD-C894-654F8392692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917922" y="5713959"/>
                <a:ext cx="21528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9402E69F-C75A-EA11-E025-1034561001FE}"/>
              </a:ext>
            </a:extLst>
          </p:cNvPr>
          <p:cNvGrpSpPr/>
          <p:nvPr/>
        </p:nvGrpSpPr>
        <p:grpSpPr>
          <a:xfrm>
            <a:off x="6836922" y="5064519"/>
            <a:ext cx="2313000" cy="1470600"/>
            <a:chOff x="6836922" y="5064519"/>
            <a:chExt cx="2313000" cy="147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14B656A-442A-A11E-68EA-02ECFBA2180E}"/>
                    </a:ext>
                  </a:extLst>
                </p14:cNvPr>
                <p14:cNvContentPartPr/>
                <p14:nvPr/>
              </p14:nvContentPartPr>
              <p14:xfrm>
                <a:off x="7001802" y="5064519"/>
                <a:ext cx="2148120" cy="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14B656A-442A-A11E-68EA-02ECFBA2180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984162" y="5046879"/>
                  <a:ext cx="2183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A24CFF5-E606-6B59-518C-5DBE7C20145B}"/>
                    </a:ext>
                  </a:extLst>
                </p14:cNvPr>
                <p14:cNvContentPartPr/>
                <p14:nvPr/>
              </p14:nvContentPartPr>
              <p14:xfrm>
                <a:off x="6836922" y="5064519"/>
                <a:ext cx="22320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A24CFF5-E606-6B59-518C-5DBE7C20145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818922" y="5046879"/>
                  <a:ext cx="258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42D5DAA-CB2E-E2A5-3355-719A4310E77E}"/>
                    </a:ext>
                  </a:extLst>
                </p14:cNvPr>
                <p14:cNvContentPartPr/>
                <p14:nvPr/>
              </p14:nvContentPartPr>
              <p14:xfrm>
                <a:off x="7102242" y="5247039"/>
                <a:ext cx="360" cy="12880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42D5DAA-CB2E-E2A5-3355-719A4310E77E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084602" y="5229399"/>
                  <a:ext cx="36000" cy="1323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51426637-9ECC-C086-D071-51E07DA817BF}"/>
                  </a:ext>
                </a:extLst>
              </p14:cNvPr>
              <p14:cNvContentPartPr/>
              <p14:nvPr/>
            </p14:nvContentPartPr>
            <p14:xfrm>
              <a:off x="7372602" y="3105399"/>
              <a:ext cx="36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51426637-9ECC-C086-D071-51E07DA817BF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36602" y="306939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8CCAF98-6D8F-C396-0410-663EA4D1661A}"/>
                  </a:ext>
                </a:extLst>
              </p14:cNvPr>
              <p14:cNvContentPartPr/>
              <p14:nvPr/>
            </p14:nvContentPartPr>
            <p14:xfrm>
              <a:off x="7627842" y="2858079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8CCAF98-6D8F-C396-0410-663EA4D1661A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591842" y="282243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2A23A53-92B0-20EC-235F-3BC15E5B13ED}"/>
                  </a:ext>
                </a:extLst>
              </p14:cNvPr>
              <p14:cNvContentPartPr/>
              <p14:nvPr/>
            </p14:nvContentPartPr>
            <p14:xfrm>
              <a:off x="7907922" y="2586279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2A23A53-92B0-20EC-235F-3BC15E5B13ED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872282" y="255027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AC3C3E2-80FF-930F-4A5A-B5BEB2A412A0}"/>
                  </a:ext>
                </a:extLst>
              </p14:cNvPr>
              <p14:cNvContentPartPr/>
              <p14:nvPr/>
            </p14:nvContentPartPr>
            <p14:xfrm>
              <a:off x="8146962" y="2331039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AC3C3E2-80FF-930F-4A5A-B5BEB2A412A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110962" y="2295039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CBCDEEA-7C43-F311-7AA8-20083CF6AB13}"/>
                  </a:ext>
                </a:extLst>
              </p14:cNvPr>
              <p14:cNvContentPartPr/>
              <p14:nvPr/>
            </p14:nvContentPartPr>
            <p14:xfrm>
              <a:off x="7413642" y="4802079"/>
              <a:ext cx="360" cy="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CBCDEEA-7C43-F311-7AA8-20083CF6AB13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378002" y="4766439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839B5A39-6710-6253-1656-65244E1EE36A}"/>
              </a:ext>
            </a:extLst>
          </p:cNvPr>
          <p:cNvGrpSpPr/>
          <p:nvPr/>
        </p:nvGrpSpPr>
        <p:grpSpPr>
          <a:xfrm>
            <a:off x="7496082" y="4176399"/>
            <a:ext cx="527400" cy="453240"/>
            <a:chOff x="7496082" y="4176399"/>
            <a:chExt cx="527400" cy="45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19537F16-2AE5-7438-BB84-0FAF03AA7DB4}"/>
                    </a:ext>
                  </a:extLst>
                </p14:cNvPr>
                <p14:cNvContentPartPr/>
                <p14:nvPr/>
              </p14:nvContentPartPr>
              <p14:xfrm>
                <a:off x="7496082" y="4555119"/>
                <a:ext cx="360" cy="1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9537F16-2AE5-7438-BB84-0FAF03AA7DB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460442" y="4519119"/>
                  <a:ext cx="72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9EC5A7D-AD2E-8E51-6BBC-8B4CAD052233}"/>
                    </a:ext>
                  </a:extLst>
                </p14:cNvPr>
                <p14:cNvContentPartPr/>
                <p14:nvPr/>
              </p14:nvContentPartPr>
              <p14:xfrm>
                <a:off x="7677162" y="4629279"/>
                <a:ext cx="36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9EC5A7D-AD2E-8E51-6BBC-8B4CAD05223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41162" y="459363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0702FC2-EB7D-269E-A784-E70C5706400D}"/>
                    </a:ext>
                  </a:extLst>
                </p14:cNvPr>
                <p14:cNvContentPartPr/>
                <p14:nvPr/>
              </p14:nvContentPartPr>
              <p14:xfrm>
                <a:off x="7801002" y="4291599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0702FC2-EB7D-269E-A784-E70C5706400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765002" y="425595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CD5EF54-AFF1-0E9B-3284-6623473A4BBE}"/>
                    </a:ext>
                  </a:extLst>
                </p14:cNvPr>
                <p14:cNvContentPartPr/>
                <p14:nvPr/>
              </p14:nvContentPartPr>
              <p14:xfrm>
                <a:off x="8023122" y="4176399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CD5EF54-AFF1-0E9B-3284-6623473A4BB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87482" y="414075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3E5619F-48C0-282C-3DFF-E79E7D6D1A83}"/>
                    </a:ext>
                  </a:extLst>
                </p14:cNvPr>
                <p14:cNvContentPartPr/>
                <p14:nvPr/>
              </p14:nvContentPartPr>
              <p14:xfrm>
                <a:off x="7990362" y="4423719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E5619F-48C0-282C-3DFF-E79E7D6D1A8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54722" y="438771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3AE26033-6971-6786-FCB3-6AE69F771C9E}"/>
                  </a:ext>
                </a:extLst>
              </p14:cNvPr>
              <p14:cNvContentPartPr/>
              <p14:nvPr/>
            </p14:nvContentPartPr>
            <p14:xfrm>
              <a:off x="8253882" y="4044639"/>
              <a:ext cx="360" cy="3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3AE26033-6971-6786-FCB3-6AE69F771C9E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218242" y="4008639"/>
                <a:ext cx="72000" cy="72000"/>
              </a:xfrm>
              <a:prstGeom prst="rect">
                <a:avLst/>
              </a:prstGeom>
            </p:spPr>
          </p:pic>
        </mc:Fallback>
      </mc:AlternateContent>
      <p:sp>
        <p:nvSpPr>
          <p:cNvPr id="85" name="TextBox 84">
            <a:extLst>
              <a:ext uri="{FF2B5EF4-FFF2-40B4-BE49-F238E27FC236}">
                <a16:creationId xmlns:a16="http://schemas.microsoft.com/office/drawing/2014/main" id="{DE77DAF9-8CA6-293A-D4D7-31C2832B32FF}"/>
              </a:ext>
            </a:extLst>
          </p:cNvPr>
          <p:cNvSpPr txBox="1"/>
          <p:nvPr/>
        </p:nvSpPr>
        <p:spPr>
          <a:xfrm>
            <a:off x="8976228" y="6380540"/>
            <a:ext cx="34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85DDAB7-8788-C5BF-5F05-0A0F4B59642A}"/>
              </a:ext>
            </a:extLst>
          </p:cNvPr>
          <p:cNvSpPr txBox="1"/>
          <p:nvPr/>
        </p:nvSpPr>
        <p:spPr>
          <a:xfrm>
            <a:off x="8879388" y="5078869"/>
            <a:ext cx="34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F957370-D65D-5136-3FB1-BAFD78AE4F66}"/>
              </a:ext>
            </a:extLst>
          </p:cNvPr>
          <p:cNvSpPr txBox="1"/>
          <p:nvPr/>
        </p:nvSpPr>
        <p:spPr>
          <a:xfrm>
            <a:off x="8879388" y="3379013"/>
            <a:ext cx="34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673A376-AA67-46F7-DAC6-FFF5745E5F3F}"/>
              </a:ext>
            </a:extLst>
          </p:cNvPr>
          <p:cNvSpPr txBox="1"/>
          <p:nvPr/>
        </p:nvSpPr>
        <p:spPr>
          <a:xfrm>
            <a:off x="8669768" y="5771013"/>
            <a:ext cx="34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X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9AC39FA-12B7-A577-EE23-ACD6D8A8C07F}"/>
              </a:ext>
            </a:extLst>
          </p:cNvPr>
          <p:cNvSpPr txBox="1"/>
          <p:nvPr/>
        </p:nvSpPr>
        <p:spPr>
          <a:xfrm>
            <a:off x="6762762" y="208536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B8FAA28-E847-5666-08EC-AADB725E3D60}"/>
              </a:ext>
            </a:extLst>
          </p:cNvPr>
          <p:cNvSpPr txBox="1"/>
          <p:nvPr/>
        </p:nvSpPr>
        <p:spPr>
          <a:xfrm>
            <a:off x="6807039" y="372674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E5FCB50-731B-4B43-46BF-4F6B05227966}"/>
                  </a:ext>
                </a:extLst>
              </p:cNvPr>
              <p:cNvSpPr txBox="1"/>
              <p:nvPr/>
            </p:nvSpPr>
            <p:spPr>
              <a:xfrm>
                <a:off x="8687108" y="2294519"/>
                <a:ext cx="39315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2" name="TextBox 91">
                <a:extLst>
                  <a:ext uri="{FF2B5EF4-FFF2-40B4-BE49-F238E27FC236}">
                    <a16:creationId xmlns:a16="http://schemas.microsoft.com/office/drawing/2014/main" id="{5E5FCB50-731B-4B43-46BF-4F6B05227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87108" y="2294519"/>
                <a:ext cx="3931508" cy="369332"/>
              </a:xfrm>
              <a:prstGeom prst="rect">
                <a:avLst/>
              </a:prstGeom>
              <a:blipFill>
                <a:blip r:embed="rId4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3" name="Rectangle 92">
            <a:extLst>
              <a:ext uri="{FF2B5EF4-FFF2-40B4-BE49-F238E27FC236}">
                <a16:creationId xmlns:a16="http://schemas.microsoft.com/office/drawing/2014/main" id="{3D9A9935-0CB9-3E1C-C905-E54D5F964F0F}"/>
              </a:ext>
            </a:extLst>
          </p:cNvPr>
          <p:cNvSpPr/>
          <p:nvPr/>
        </p:nvSpPr>
        <p:spPr>
          <a:xfrm>
            <a:off x="10027231" y="2180175"/>
            <a:ext cx="1251262" cy="5816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3AC834F9-564A-5E61-9D15-C35D755A3174}"/>
              </a:ext>
            </a:extLst>
          </p:cNvPr>
          <p:cNvSpPr/>
          <p:nvPr/>
        </p:nvSpPr>
        <p:spPr>
          <a:xfrm>
            <a:off x="10129685" y="3805278"/>
            <a:ext cx="1251262" cy="5816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A82DC5A-7450-9880-2947-42F013F2E894}"/>
                  </a:ext>
                </a:extLst>
              </p:cNvPr>
              <p:cNvSpPr txBox="1"/>
              <p:nvPr/>
            </p:nvSpPr>
            <p:spPr>
              <a:xfrm>
                <a:off x="8786685" y="3944114"/>
                <a:ext cx="39315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0.8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A82DC5A-7450-9880-2947-42F013F2E8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6685" y="3944114"/>
                <a:ext cx="3931508" cy="369332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Rectangle 95">
            <a:extLst>
              <a:ext uri="{FF2B5EF4-FFF2-40B4-BE49-F238E27FC236}">
                <a16:creationId xmlns:a16="http://schemas.microsoft.com/office/drawing/2014/main" id="{4FCAAE37-84CE-4603-0602-90CE4305C524}"/>
              </a:ext>
            </a:extLst>
          </p:cNvPr>
          <p:cNvSpPr/>
          <p:nvPr/>
        </p:nvSpPr>
        <p:spPr>
          <a:xfrm>
            <a:off x="10221024" y="5335036"/>
            <a:ext cx="1251262" cy="581604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94B0374-E019-9651-69D7-7012155AD665}"/>
                  </a:ext>
                </a:extLst>
              </p:cNvPr>
              <p:cNvSpPr txBox="1"/>
              <p:nvPr/>
            </p:nvSpPr>
            <p:spPr>
              <a:xfrm>
                <a:off x="8842928" y="5429112"/>
                <a:ext cx="39315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N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IN" i="0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C94B0374-E019-9651-69D7-7012155AD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2928" y="5429112"/>
                <a:ext cx="3931508" cy="369332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1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B5B7802E-146C-351F-667A-0F13210D21A1}"/>
                  </a:ext>
                </a:extLst>
              </p14:cNvPr>
              <p14:cNvContentPartPr/>
              <p14:nvPr/>
            </p14:nvContentPartPr>
            <p14:xfrm>
              <a:off x="7592546" y="6106782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B5B7802E-146C-351F-667A-0F13210D21A1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7556546" y="6070782"/>
                <a:ext cx="72000" cy="7200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6E2E978D-1C94-09CA-04E4-16740186CBAA}"/>
              </a:ext>
            </a:extLst>
          </p:cNvPr>
          <p:cNvGrpSpPr/>
          <p:nvPr/>
        </p:nvGrpSpPr>
        <p:grpSpPr>
          <a:xfrm>
            <a:off x="7674986" y="5481102"/>
            <a:ext cx="527400" cy="453240"/>
            <a:chOff x="7496082" y="4176399"/>
            <a:chExt cx="527400" cy="453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F1060EC-691D-A9A5-5FCD-A04B478A8245}"/>
                    </a:ext>
                  </a:extLst>
                </p14:cNvPr>
                <p14:cNvContentPartPr/>
                <p14:nvPr/>
              </p14:nvContentPartPr>
              <p14:xfrm>
                <a:off x="7496082" y="4555119"/>
                <a:ext cx="360" cy="18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19537F16-2AE5-7438-BB84-0FAF03AA7DB4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460442" y="4519119"/>
                  <a:ext cx="7200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80FDCDC-95AA-4395-93D6-667F6EACE49F}"/>
                    </a:ext>
                  </a:extLst>
                </p14:cNvPr>
                <p14:cNvContentPartPr/>
                <p14:nvPr/>
              </p14:nvContentPartPr>
              <p14:xfrm>
                <a:off x="7677162" y="4629279"/>
                <a:ext cx="360" cy="3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9EC5A7D-AD2E-8E51-6BBC-8B4CAD05223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41162" y="459363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316313-AF95-0697-29AC-44BD0810FC79}"/>
                    </a:ext>
                  </a:extLst>
                </p14:cNvPr>
                <p14:cNvContentPartPr/>
                <p14:nvPr/>
              </p14:nvContentPartPr>
              <p14:xfrm>
                <a:off x="7801002" y="4291599"/>
                <a:ext cx="360" cy="36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0702FC2-EB7D-269E-A784-E70C5706400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765002" y="425595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2A34055-DE31-A6E1-5D79-06EC5488E3A5}"/>
                    </a:ext>
                  </a:extLst>
                </p14:cNvPr>
                <p14:cNvContentPartPr/>
                <p14:nvPr/>
              </p14:nvContentPartPr>
              <p14:xfrm>
                <a:off x="8023122" y="4176399"/>
                <a:ext cx="360" cy="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CD5EF54-AFF1-0E9B-3284-6623473A4BBE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87482" y="414075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9D0C8A4-6414-E328-7C7D-DAF2C0E7C648}"/>
                    </a:ext>
                  </a:extLst>
                </p14:cNvPr>
                <p14:cNvContentPartPr/>
                <p14:nvPr/>
              </p14:nvContentPartPr>
              <p14:xfrm>
                <a:off x="7990362" y="4423719"/>
                <a:ext cx="360" cy="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3E5619F-48C0-282C-3DFF-E79E7D6D1A8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954722" y="4387719"/>
                  <a:ext cx="72000" cy="7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B90C3870-2062-201E-F822-103E064F5A49}"/>
                  </a:ext>
                </a:extLst>
              </p14:cNvPr>
              <p14:cNvContentPartPr/>
              <p14:nvPr/>
            </p14:nvContentPartPr>
            <p14:xfrm>
              <a:off x="8432786" y="5349342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B90C3870-2062-201E-F822-103E064F5A49}"/>
                  </a:ext>
                </a:extLst>
              </p:cNvPr>
              <p:cNvPicPr/>
              <p:nvPr/>
            </p:nvPicPr>
            <p:blipFill>
              <a:blip r:embed="rId52"/>
              <a:stretch>
                <a:fillRect/>
              </a:stretch>
            </p:blipFill>
            <p:spPr>
              <a:xfrm>
                <a:off x="8396786" y="5313342"/>
                <a:ext cx="7200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772284E-546E-701B-7A14-A836316AAD5E}"/>
                  </a:ext>
                </a:extLst>
              </p14:cNvPr>
              <p14:cNvContentPartPr/>
              <p14:nvPr/>
            </p14:nvContentPartPr>
            <p14:xfrm>
              <a:off x="2213280" y="175680"/>
              <a:ext cx="9771840" cy="58665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772284E-546E-701B-7A14-A836316AAD5E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2203920" y="166320"/>
                <a:ext cx="9790560" cy="588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7823753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7FFD28-545C-4C88-A2E7-152FB234C9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91135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4FDA-5AC6-4FA2-D6A0-4675A20D65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55813"/>
            <a:ext cx="10515600" cy="452629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endParaRPr lang="en-IN" sz="4800" dirty="0"/>
          </a:p>
          <a:p>
            <a:pPr marL="0" indent="0" algn="ctr">
              <a:buNone/>
            </a:pPr>
            <a:r>
              <a:rPr lang="en-IN" sz="4800" dirty="0">
                <a:solidFill>
                  <a:srgbClr val="00B0F0"/>
                </a:solidFill>
              </a:rPr>
              <a:t>Questions?</a:t>
            </a:r>
            <a:endParaRPr lang="en-IN" sz="4800" dirty="0"/>
          </a:p>
          <a:p>
            <a:endParaRPr lang="en-IN" sz="26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5164E424-21D6-C397-DEA1-28B9C450111E}"/>
                  </a:ext>
                </a:extLst>
              </p14:cNvPr>
              <p14:cNvContentPartPr/>
              <p14:nvPr/>
            </p14:nvContentPartPr>
            <p14:xfrm>
              <a:off x="880200" y="313560"/>
              <a:ext cx="11028600" cy="55479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5164E424-21D6-C397-DEA1-28B9C450111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70840" y="304200"/>
                <a:ext cx="11047320" cy="5566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247690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2883</TotalTime>
  <Words>1481</Words>
  <Application>Microsoft Office PowerPoint</Application>
  <PresentationFormat>Widescreen</PresentationFormat>
  <Paragraphs>316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63" baseType="lpstr">
      <vt:lpstr>Arial</vt:lpstr>
      <vt:lpstr>Calibri</vt:lpstr>
      <vt:lpstr>Calibri Light</vt:lpstr>
      <vt:lpstr>Cambria Math</vt:lpstr>
      <vt:lpstr>Söhne</vt:lpstr>
      <vt:lpstr>Wingdings</vt:lpstr>
      <vt:lpstr>Office Theme</vt:lpstr>
      <vt:lpstr>1_Office Theme</vt:lpstr>
      <vt:lpstr>Linear Regression</vt:lpstr>
      <vt:lpstr>Index</vt:lpstr>
      <vt:lpstr>PowerPoint Presentation</vt:lpstr>
      <vt:lpstr>What is Machine Learning?</vt:lpstr>
      <vt:lpstr>Types of Machine Learning</vt:lpstr>
      <vt:lpstr>Supervised Learning</vt:lpstr>
      <vt:lpstr>PowerPoint Presentation</vt:lpstr>
      <vt:lpstr>PowerPoint Presentation</vt:lpstr>
      <vt:lpstr>Supervised Learning</vt:lpstr>
      <vt:lpstr>Un-supervised Learning</vt:lpstr>
      <vt:lpstr>PowerPoint Presentation</vt:lpstr>
      <vt:lpstr>What is linear regression?</vt:lpstr>
      <vt:lpstr>What is linear regression?</vt:lpstr>
      <vt:lpstr>What is linear regression?</vt:lpstr>
      <vt:lpstr>What is linear regression?</vt:lpstr>
      <vt:lpstr>PowerPoint Presentation</vt:lpstr>
      <vt:lpstr>Residuals</vt:lpstr>
      <vt:lpstr>Assumptions of linear regression</vt:lpstr>
      <vt:lpstr>PowerPoint Presentation</vt:lpstr>
      <vt:lpstr>PowerPoint Presentation</vt:lpstr>
      <vt:lpstr>PowerPoint Presentation</vt:lpstr>
      <vt:lpstr>PowerPoint Presentation</vt:lpstr>
      <vt:lpstr>Assumptions of linear regression</vt:lpstr>
      <vt:lpstr>PowerPoint Presentation</vt:lpstr>
      <vt:lpstr>Cost Function</vt:lpstr>
      <vt:lpstr>Find optimum parameters</vt:lpstr>
      <vt:lpstr>PowerPoint Presentation</vt:lpstr>
      <vt:lpstr>PowerPoint Presentation</vt:lpstr>
      <vt:lpstr>PowerPoint Presentation</vt:lpstr>
      <vt:lpstr>PowerPoint Presentation</vt:lpstr>
      <vt:lpstr>Find optimum parameters</vt:lpstr>
      <vt:lpstr>Gradient Descent algorithm</vt:lpstr>
      <vt:lpstr>Gradient Descent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Gradient Descent algorithm</vt:lpstr>
      <vt:lpstr>PowerPoint Presentation</vt:lpstr>
      <vt:lpstr>PowerPoint Presentation</vt:lpstr>
      <vt:lpstr>Types of Linear Regression</vt:lpstr>
      <vt:lpstr>Multiple linear regression?</vt:lpstr>
      <vt:lpstr>How to find parameters?</vt:lpstr>
      <vt:lpstr>PowerPoint Presentation</vt:lpstr>
      <vt:lpstr>PowerPoint Presentation</vt:lpstr>
      <vt:lpstr>Ordinary Least Square</vt:lpstr>
      <vt:lpstr>PowerPoint Presentation</vt:lpstr>
      <vt:lpstr>Evaluation metrics for Regression</vt:lpstr>
      <vt:lpstr>Evaluation metrics for Regression</vt:lpstr>
      <vt:lpstr>PowerPoint Presentation</vt:lpstr>
      <vt:lpstr>PowerPoint Presentation</vt:lpstr>
      <vt:lpstr>Evaluation metrics for Regression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Regression</dc:title>
  <dc:creator>Rohit Mande</dc:creator>
  <cp:lastModifiedBy>Abhishek Gupta</cp:lastModifiedBy>
  <cp:revision>137</cp:revision>
  <dcterms:created xsi:type="dcterms:W3CDTF">2022-12-26T08:21:51Z</dcterms:created>
  <dcterms:modified xsi:type="dcterms:W3CDTF">2025-07-12T17:04:59Z</dcterms:modified>
</cp:coreProperties>
</file>